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4.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5.xml" ContentType="application/vnd.openxmlformats-officedocument.theme+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heme/theme6.xml" ContentType="application/vnd.openxmlformats-officedocument.theme+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7.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8.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9.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theme/theme10.xml" ContentType="application/vnd.openxmlformats-officedocument.theme+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11.xml" ContentType="application/vnd.openxmlformats-officedocument.theme+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12.xml" ContentType="application/vnd.openxmlformats-officedocument.them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theme/theme13.xml" ContentType="application/vnd.openxmlformats-officedocument.theme+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theme/theme14.xml" ContentType="application/vnd.openxmlformats-officedocument.theme+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theme/theme15.xml" ContentType="application/vnd.openxmlformats-officedocument.theme+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theme/theme16.xml" ContentType="application/vnd.openxmlformats-officedocument.theme+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theme/theme17.xml" ContentType="application/vnd.openxmlformats-officedocument.theme+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18.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theme/theme19.xml" ContentType="application/vnd.openxmlformats-officedocument.theme+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theme/theme20.xml" ContentType="application/vnd.openxmlformats-officedocument.theme+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theme/theme21.xml" ContentType="application/vnd.openxmlformats-officedocument.theme+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theme/theme22.xml" ContentType="application/vnd.openxmlformats-officedocument.theme+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theme/theme23.xml" ContentType="application/vnd.openxmlformats-officedocument.theme+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theme/theme24.xml" ContentType="application/vnd.openxmlformats-officedocument.theme+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theme/theme25.xml" ContentType="application/vnd.openxmlformats-officedocument.theme+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theme/theme26.xml" ContentType="application/vnd.openxmlformats-officedocument.theme+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theme/theme27.xml" ContentType="application/vnd.openxmlformats-officedocument.theme+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theme/theme28.xml" ContentType="application/vnd.openxmlformats-officedocument.theme+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theme/theme29.xml" ContentType="application/vnd.openxmlformats-officedocument.theme+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theme/theme30.xml" ContentType="application/vnd.openxmlformats-officedocument.theme+xml"/>
  <Override PartName="/ppt/slideLayouts/slideLayout389.xml" ContentType="application/vnd.openxmlformats-officedocument.presentationml.slideLayout+xml"/>
  <Override PartName="/ppt/theme/theme31.xml" ContentType="application/vnd.openxmlformats-officedocument.theme+xml"/>
  <Override PartName="/ppt/slideLayouts/slideLayout390.xml" ContentType="application/vnd.openxmlformats-officedocument.presentationml.slideLayout+xml"/>
  <Override PartName="/ppt/theme/theme32.xml" ContentType="application/vnd.openxmlformats-officedocument.theme+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theme/theme33.xml" ContentType="application/vnd.openxmlformats-officedocument.theme+xml"/>
  <Override PartName="/ppt/theme/theme3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 id="2147483676" r:id="rId5"/>
    <p:sldMasterId id="2147483688" r:id="rId6"/>
    <p:sldMasterId id="2147483700" r:id="rId7"/>
    <p:sldMasterId id="2147483759" r:id="rId8"/>
    <p:sldMasterId id="2147483773" r:id="rId9"/>
    <p:sldMasterId id="2147483812" r:id="rId10"/>
    <p:sldMasterId id="2147483894" r:id="rId11"/>
    <p:sldMasterId id="2147483922" r:id="rId12"/>
    <p:sldMasterId id="2147483950" r:id="rId13"/>
    <p:sldMasterId id="2147483965" r:id="rId14"/>
    <p:sldMasterId id="2147483981" r:id="rId15"/>
    <p:sldMasterId id="2147484005" r:id="rId16"/>
    <p:sldMasterId id="2147484028" r:id="rId17"/>
    <p:sldMasterId id="2147484051" r:id="rId18"/>
    <p:sldMasterId id="2147484064" r:id="rId19"/>
    <p:sldMasterId id="2147484070" r:id="rId20"/>
    <p:sldMasterId id="2147484082" r:id="rId21"/>
    <p:sldMasterId id="2147484094" r:id="rId22"/>
    <p:sldMasterId id="2147484118" r:id="rId23"/>
    <p:sldMasterId id="2147484130" r:id="rId24"/>
    <p:sldMasterId id="2147484161" r:id="rId25"/>
    <p:sldMasterId id="2147484175" r:id="rId26"/>
    <p:sldMasterId id="2147484189" r:id="rId27"/>
    <p:sldMasterId id="2147484195" r:id="rId28"/>
    <p:sldMasterId id="2147484209" r:id="rId29"/>
    <p:sldMasterId id="2147484214" r:id="rId30"/>
    <p:sldMasterId id="2147484228" r:id="rId31"/>
    <p:sldMasterId id="2147484242" r:id="rId32"/>
    <p:sldMasterId id="2147484280" r:id="rId33"/>
    <p:sldMasterId id="2147484294" r:id="rId34"/>
    <p:sldMasterId id="2147484296" r:id="rId35"/>
    <p:sldMasterId id="2147484298" r:id="rId36"/>
  </p:sldMasterIdLst>
  <p:notesMasterIdLst>
    <p:notesMasterId r:id="rId180"/>
  </p:notesMasterIdLst>
  <p:sldIdLst>
    <p:sldId id="526" r:id="rId37"/>
    <p:sldId id="451" r:id="rId38"/>
    <p:sldId id="350" r:id="rId39"/>
    <p:sldId id="352" r:id="rId40"/>
    <p:sldId id="311" r:id="rId41"/>
    <p:sldId id="435" r:id="rId42"/>
    <p:sldId id="470" r:id="rId43"/>
    <p:sldId id="471" r:id="rId44"/>
    <p:sldId id="511" r:id="rId45"/>
    <p:sldId id="514" r:id="rId46"/>
    <p:sldId id="515" r:id="rId47"/>
    <p:sldId id="507" r:id="rId48"/>
    <p:sldId id="459" r:id="rId49"/>
    <p:sldId id="460" r:id="rId50"/>
    <p:sldId id="461" r:id="rId51"/>
    <p:sldId id="462" r:id="rId52"/>
    <p:sldId id="463" r:id="rId53"/>
    <p:sldId id="464" r:id="rId54"/>
    <p:sldId id="465" r:id="rId55"/>
    <p:sldId id="466" r:id="rId56"/>
    <p:sldId id="442" r:id="rId57"/>
    <p:sldId id="443" r:id="rId58"/>
    <p:sldId id="444" r:id="rId59"/>
    <p:sldId id="339" r:id="rId60"/>
    <p:sldId id="417" r:id="rId61"/>
    <p:sldId id="360" r:id="rId62"/>
    <p:sldId id="359" r:id="rId63"/>
    <p:sldId id="361" r:id="rId64"/>
    <p:sldId id="441" r:id="rId65"/>
    <p:sldId id="363" r:id="rId66"/>
    <p:sldId id="335" r:id="rId67"/>
    <p:sldId id="343" r:id="rId68"/>
    <p:sldId id="337" r:id="rId69"/>
    <p:sldId id="445" r:id="rId70"/>
    <p:sldId id="342" r:id="rId71"/>
    <p:sldId id="447" r:id="rId72"/>
    <p:sldId id="419" r:id="rId73"/>
    <p:sldId id="420" r:id="rId74"/>
    <p:sldId id="421" r:id="rId75"/>
    <p:sldId id="422" r:id="rId76"/>
    <p:sldId id="423" r:id="rId77"/>
    <p:sldId id="424" r:id="rId78"/>
    <p:sldId id="425" r:id="rId79"/>
    <p:sldId id="426" r:id="rId80"/>
    <p:sldId id="436" r:id="rId81"/>
    <p:sldId id="437" r:id="rId82"/>
    <p:sldId id="438" r:id="rId83"/>
    <p:sldId id="439" r:id="rId84"/>
    <p:sldId id="440" r:id="rId85"/>
    <p:sldId id="263" r:id="rId86"/>
    <p:sldId id="522" r:id="rId87"/>
    <p:sldId id="521" r:id="rId88"/>
    <p:sldId id="368" r:id="rId89"/>
    <p:sldId id="525" r:id="rId90"/>
    <p:sldId id="338" r:id="rId91"/>
    <p:sldId id="518" r:id="rId92"/>
    <p:sldId id="524" r:id="rId93"/>
    <p:sldId id="519" r:id="rId94"/>
    <p:sldId id="501" r:id="rId95"/>
    <p:sldId id="406" r:id="rId96"/>
    <p:sldId id="502" r:id="rId97"/>
    <p:sldId id="476" r:id="rId98"/>
    <p:sldId id="430" r:id="rId99"/>
    <p:sldId id="431" r:id="rId100"/>
    <p:sldId id="432" r:id="rId101"/>
    <p:sldId id="433" r:id="rId102"/>
    <p:sldId id="260" r:id="rId103"/>
    <p:sldId id="264" r:id="rId104"/>
    <p:sldId id="474" r:id="rId105"/>
    <p:sldId id="401" r:id="rId106"/>
    <p:sldId id="413" r:id="rId107"/>
    <p:sldId id="446" r:id="rId108"/>
    <p:sldId id="428" r:id="rId109"/>
    <p:sldId id="414" r:id="rId110"/>
    <p:sldId id="416" r:id="rId111"/>
    <p:sldId id="478" r:id="rId112"/>
    <p:sldId id="479" r:id="rId113"/>
    <p:sldId id="418" r:id="rId114"/>
    <p:sldId id="268" r:id="rId115"/>
    <p:sldId id="278" r:id="rId116"/>
    <p:sldId id="269" r:id="rId117"/>
    <p:sldId id="391" r:id="rId118"/>
    <p:sldId id="272" r:id="rId119"/>
    <p:sldId id="274" r:id="rId120"/>
    <p:sldId id="276" r:id="rId121"/>
    <p:sldId id="279" r:id="rId122"/>
    <p:sldId id="477" r:id="rId123"/>
    <p:sldId id="280" r:id="rId124"/>
    <p:sldId id="283" r:id="rId125"/>
    <p:sldId id="393" r:id="rId126"/>
    <p:sldId id="257" r:id="rId127"/>
    <p:sldId id="394" r:id="rId128"/>
    <p:sldId id="259" r:id="rId129"/>
    <p:sldId id="395" r:id="rId130"/>
    <p:sldId id="396" r:id="rId131"/>
    <p:sldId id="453" r:id="rId132"/>
    <p:sldId id="458" r:id="rId133"/>
    <p:sldId id="467" r:id="rId134"/>
    <p:sldId id="473" r:id="rId135"/>
    <p:sldId id="267" r:id="rId136"/>
    <p:sldId id="386" r:id="rId137"/>
    <p:sldId id="404" r:id="rId138"/>
    <p:sldId id="310" r:id="rId139"/>
    <p:sldId id="389" r:id="rId140"/>
    <p:sldId id="388" r:id="rId141"/>
    <p:sldId id="261" r:id="rId142"/>
    <p:sldId id="258" r:id="rId143"/>
    <p:sldId id="262" r:id="rId144"/>
    <p:sldId id="434" r:id="rId145"/>
    <p:sldId id="385" r:id="rId146"/>
    <p:sldId id="415" r:id="rId147"/>
    <p:sldId id="266" r:id="rId148"/>
    <p:sldId id="270" r:id="rId149"/>
    <p:sldId id="273" r:id="rId150"/>
    <p:sldId id="275" r:id="rId151"/>
    <p:sldId id="281" r:id="rId152"/>
    <p:sldId id="284" r:id="rId153"/>
    <p:sldId id="455" r:id="rId154"/>
    <p:sldId id="456" r:id="rId155"/>
    <p:sldId id="468" r:id="rId156"/>
    <p:sldId id="265" r:id="rId157"/>
    <p:sldId id="384" r:id="rId158"/>
    <p:sldId id="353" r:id="rId159"/>
    <p:sldId id="400" r:id="rId160"/>
    <p:sldId id="399" r:id="rId161"/>
    <p:sldId id="412" r:id="rId162"/>
    <p:sldId id="410" r:id="rId163"/>
    <p:sldId id="429" r:id="rId164"/>
    <p:sldId id="409" r:id="rId165"/>
    <p:sldId id="504" r:id="rId166"/>
    <p:sldId id="392" r:id="rId167"/>
    <p:sldId id="282" r:id="rId168"/>
    <p:sldId id="285" r:id="rId169"/>
    <p:sldId id="454" r:id="rId170"/>
    <p:sldId id="457" r:id="rId171"/>
    <p:sldId id="472" r:id="rId172"/>
    <p:sldId id="398" r:id="rId173"/>
    <p:sldId id="402" r:id="rId174"/>
    <p:sldId id="397" r:id="rId175"/>
    <p:sldId id="407" r:id="rId176"/>
    <p:sldId id="427" r:id="rId177"/>
    <p:sldId id="469" r:id="rId178"/>
    <p:sldId id="403" r:id="rId17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duction" id="{ACAA9831-9744-4775-ACF3-9F4A50BD447F}">
          <p14:sldIdLst>
            <p14:sldId id="526"/>
          </p14:sldIdLst>
        </p14:section>
        <p14:section name="Gantt Chart Templates" id="{844E9545-5B10-4D6E-BF4A-A8D565EDB999}">
          <p14:sldIdLst>
            <p14:sldId id="451"/>
            <p14:sldId id="350"/>
            <p14:sldId id="352"/>
            <p14:sldId id="311"/>
          </p14:sldIdLst>
        </p14:section>
        <p14:section name="Misc Templates" id="{C78A6F70-C212-3549-AF99-06450F6E6780}">
          <p14:sldIdLst>
            <p14:sldId id="435"/>
            <p14:sldId id="470"/>
            <p14:sldId id="471"/>
            <p14:sldId id="511"/>
            <p14:sldId id="514"/>
            <p14:sldId id="515"/>
            <p14:sldId id="507"/>
          </p14:sldIdLst>
        </p14:section>
        <p14:section name="Tables" id="{F6EBEC2B-C0FB-4F4A-B3A7-C9600332E133}">
          <p14:sldIdLst>
            <p14:sldId id="459"/>
            <p14:sldId id="460"/>
            <p14:sldId id="461"/>
            <p14:sldId id="462"/>
            <p14:sldId id="463"/>
            <p14:sldId id="464"/>
            <p14:sldId id="465"/>
            <p14:sldId id="466"/>
            <p14:sldId id="442"/>
            <p14:sldId id="443"/>
            <p14:sldId id="444"/>
            <p14:sldId id="339"/>
            <p14:sldId id="417"/>
          </p14:sldIdLst>
        </p14:section>
        <p14:section name="SWOT Templates" id="{82419E6B-1359-7B41-9C52-8F16A62F3C82}">
          <p14:sldIdLst>
            <p14:sldId id="360"/>
            <p14:sldId id="359"/>
            <p14:sldId id="361"/>
            <p14:sldId id="441"/>
            <p14:sldId id="363"/>
          </p14:sldIdLst>
        </p14:section>
        <p14:section name="VRIO / RACE Framework" id="{883F69CE-690D-B140-A2E6-A9935338E641}">
          <p14:sldIdLst>
            <p14:sldId id="335"/>
            <p14:sldId id="343"/>
            <p14:sldId id="337"/>
            <p14:sldId id="445"/>
            <p14:sldId id="342"/>
            <p14:sldId id="447"/>
          </p14:sldIdLst>
        </p14:section>
        <p14:section name="Timeline Inforgarphics" id="{E84A0F70-C489-264A-A18B-F61129837EB8}">
          <p14:sldIdLst>
            <p14:sldId id="419"/>
            <p14:sldId id="420"/>
            <p14:sldId id="421"/>
            <p14:sldId id="422"/>
            <p14:sldId id="423"/>
            <p14:sldId id="424"/>
            <p14:sldId id="425"/>
            <p14:sldId id="426"/>
          </p14:sldIdLst>
        </p14:section>
        <p14:section name="PDCA Template" id="{8B35E721-62AC-954C-8012-022AC988AC75}">
          <p14:sldIdLst>
            <p14:sldId id="436"/>
            <p14:sldId id="437"/>
            <p14:sldId id="438"/>
            <p14:sldId id="439"/>
            <p14:sldId id="440"/>
          </p14:sldIdLst>
        </p14:section>
        <p14:section name="2-Point Infographics" id="{E1DF5F77-4AC0-6E4E-8839-227A6EB334FB}">
          <p14:sldIdLst>
            <p14:sldId id="263"/>
            <p14:sldId id="522"/>
            <p14:sldId id="521"/>
            <p14:sldId id="368"/>
            <p14:sldId id="525"/>
            <p14:sldId id="338"/>
            <p14:sldId id="518"/>
            <p14:sldId id="524"/>
            <p14:sldId id="519"/>
            <p14:sldId id="501"/>
          </p14:sldIdLst>
        </p14:section>
        <p14:section name="3-Point Infographics" id="{5C93DD78-9F04-4241-9021-FD0D5B55AC40}">
          <p14:sldIdLst>
            <p14:sldId id="406"/>
            <p14:sldId id="502"/>
            <p14:sldId id="476"/>
            <p14:sldId id="430"/>
            <p14:sldId id="431"/>
            <p14:sldId id="432"/>
            <p14:sldId id="433"/>
            <p14:sldId id="260"/>
            <p14:sldId id="264"/>
            <p14:sldId id="474"/>
          </p14:sldIdLst>
        </p14:section>
        <p14:section name="4-Point Infographics" id="{45F308BA-6763-0C4A-86BC-F6B1DAD64468}">
          <p14:sldIdLst>
            <p14:sldId id="401"/>
            <p14:sldId id="413"/>
            <p14:sldId id="446"/>
            <p14:sldId id="428"/>
            <p14:sldId id="414"/>
            <p14:sldId id="416"/>
            <p14:sldId id="478"/>
            <p14:sldId id="479"/>
            <p14:sldId id="418"/>
            <p14:sldId id="268"/>
            <p14:sldId id="278"/>
            <p14:sldId id="269"/>
            <p14:sldId id="391"/>
            <p14:sldId id="272"/>
            <p14:sldId id="274"/>
            <p14:sldId id="276"/>
            <p14:sldId id="279"/>
            <p14:sldId id="477"/>
            <p14:sldId id="280"/>
            <p14:sldId id="283"/>
            <p14:sldId id="393"/>
            <p14:sldId id="257"/>
            <p14:sldId id="394"/>
            <p14:sldId id="259"/>
            <p14:sldId id="395"/>
            <p14:sldId id="396"/>
            <p14:sldId id="453"/>
            <p14:sldId id="458"/>
            <p14:sldId id="467"/>
            <p14:sldId id="473"/>
            <p14:sldId id="267"/>
            <p14:sldId id="386"/>
            <p14:sldId id="404"/>
            <p14:sldId id="310"/>
            <p14:sldId id="389"/>
            <p14:sldId id="388"/>
            <p14:sldId id="261"/>
            <p14:sldId id="258"/>
            <p14:sldId id="262"/>
          </p14:sldIdLst>
        </p14:section>
        <p14:section name="5-Point Infographics" id="{DB8B9E24-999E-5F4F-A1EB-54A0BCB1BA67}">
          <p14:sldIdLst>
            <p14:sldId id="434"/>
            <p14:sldId id="385"/>
            <p14:sldId id="415"/>
            <p14:sldId id="266"/>
            <p14:sldId id="270"/>
            <p14:sldId id="273"/>
            <p14:sldId id="275"/>
            <p14:sldId id="281"/>
            <p14:sldId id="284"/>
            <p14:sldId id="455"/>
            <p14:sldId id="456"/>
            <p14:sldId id="468"/>
            <p14:sldId id="265"/>
            <p14:sldId id="384"/>
            <p14:sldId id="353"/>
            <p14:sldId id="400"/>
          </p14:sldIdLst>
        </p14:section>
        <p14:section name="6-Point Infographics" id="{8ABBB1C8-F849-7E42-B329-9C556BEA9D9C}">
          <p14:sldIdLst>
            <p14:sldId id="399"/>
            <p14:sldId id="412"/>
            <p14:sldId id="410"/>
            <p14:sldId id="429"/>
            <p14:sldId id="409"/>
            <p14:sldId id="504"/>
            <p14:sldId id="392"/>
            <p14:sldId id="282"/>
            <p14:sldId id="285"/>
            <p14:sldId id="454"/>
            <p14:sldId id="457"/>
            <p14:sldId id="472"/>
            <p14:sldId id="398"/>
            <p14:sldId id="402"/>
          </p14:sldIdLst>
        </p14:section>
        <p14:section name="8-Point Infographics" id="{1DB522D3-1281-244F-9ACF-1C5ADCA8739C}">
          <p14:sldIdLst>
            <p14:sldId id="397"/>
            <p14:sldId id="407"/>
            <p14:sldId id="427"/>
            <p14:sldId id="469"/>
            <p14:sldId id="403"/>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BFBFBF"/>
    <a:srgbClr val="44546A"/>
    <a:srgbClr val="00162F"/>
    <a:srgbClr val="410F74"/>
    <a:srgbClr val="FFFFFF"/>
    <a:srgbClr val="435B83"/>
    <a:srgbClr val="F2F2F2"/>
    <a:srgbClr val="FBFBFB"/>
    <a:srgbClr val="182C44"/>
    <a:srgbClr val="E7E7E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303"/>
    <p:restoredTop sz="94682"/>
  </p:normalViewPr>
  <p:slideViewPr>
    <p:cSldViewPr snapToGrid="0">
      <p:cViewPr>
        <p:scale>
          <a:sx n="100" d="100"/>
          <a:sy n="100" d="100"/>
        </p:scale>
        <p:origin x="744" y="18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81.xml"/><Relationship Id="rId21" Type="http://schemas.openxmlformats.org/officeDocument/2006/relationships/slideMaster" Target="slideMasters/slideMaster18.xml"/><Relationship Id="rId42" Type="http://schemas.openxmlformats.org/officeDocument/2006/relationships/slide" Target="slides/slide6.xml"/><Relationship Id="rId63" Type="http://schemas.openxmlformats.org/officeDocument/2006/relationships/slide" Target="slides/slide27.xml"/><Relationship Id="rId84" Type="http://schemas.openxmlformats.org/officeDocument/2006/relationships/slide" Target="slides/slide48.xml"/><Relationship Id="rId138" Type="http://schemas.openxmlformats.org/officeDocument/2006/relationships/slide" Target="slides/slide102.xml"/><Relationship Id="rId159" Type="http://schemas.openxmlformats.org/officeDocument/2006/relationships/slide" Target="slides/slide123.xml"/><Relationship Id="rId170" Type="http://schemas.openxmlformats.org/officeDocument/2006/relationships/slide" Target="slides/slide134.xml"/><Relationship Id="rId107" Type="http://schemas.openxmlformats.org/officeDocument/2006/relationships/slide" Target="slides/slide71.xml"/><Relationship Id="rId11" Type="http://schemas.openxmlformats.org/officeDocument/2006/relationships/slideMaster" Target="slideMasters/slideMaster8.xml"/><Relationship Id="rId32" Type="http://schemas.openxmlformats.org/officeDocument/2006/relationships/slideMaster" Target="slideMasters/slideMaster29.xml"/><Relationship Id="rId53" Type="http://schemas.openxmlformats.org/officeDocument/2006/relationships/slide" Target="slides/slide17.xml"/><Relationship Id="rId74" Type="http://schemas.openxmlformats.org/officeDocument/2006/relationships/slide" Target="slides/slide38.xml"/><Relationship Id="rId128" Type="http://schemas.openxmlformats.org/officeDocument/2006/relationships/slide" Target="slides/slide92.xml"/><Relationship Id="rId149" Type="http://schemas.openxmlformats.org/officeDocument/2006/relationships/slide" Target="slides/slide113.xml"/><Relationship Id="rId5" Type="http://schemas.openxmlformats.org/officeDocument/2006/relationships/slideMaster" Target="slideMasters/slideMaster2.xml"/><Relationship Id="rId95" Type="http://schemas.openxmlformats.org/officeDocument/2006/relationships/slide" Target="slides/slide59.xml"/><Relationship Id="rId160" Type="http://schemas.openxmlformats.org/officeDocument/2006/relationships/slide" Target="slides/slide124.xml"/><Relationship Id="rId181" Type="http://schemas.openxmlformats.org/officeDocument/2006/relationships/presProps" Target="presProps.xml"/><Relationship Id="rId22" Type="http://schemas.openxmlformats.org/officeDocument/2006/relationships/slideMaster" Target="slideMasters/slideMaster19.xml"/><Relationship Id="rId43" Type="http://schemas.openxmlformats.org/officeDocument/2006/relationships/slide" Target="slides/slide7.xml"/><Relationship Id="rId64" Type="http://schemas.openxmlformats.org/officeDocument/2006/relationships/slide" Target="slides/slide28.xml"/><Relationship Id="rId118" Type="http://schemas.openxmlformats.org/officeDocument/2006/relationships/slide" Target="slides/slide82.xml"/><Relationship Id="rId139" Type="http://schemas.openxmlformats.org/officeDocument/2006/relationships/slide" Target="slides/slide103.xml"/><Relationship Id="rId85" Type="http://schemas.openxmlformats.org/officeDocument/2006/relationships/slide" Target="slides/slide49.xml"/><Relationship Id="rId150" Type="http://schemas.openxmlformats.org/officeDocument/2006/relationships/slide" Target="slides/slide114.xml"/><Relationship Id="rId171" Type="http://schemas.openxmlformats.org/officeDocument/2006/relationships/slide" Target="slides/slide135.xml"/><Relationship Id="rId12" Type="http://schemas.openxmlformats.org/officeDocument/2006/relationships/slideMaster" Target="slideMasters/slideMaster9.xml"/><Relationship Id="rId33" Type="http://schemas.openxmlformats.org/officeDocument/2006/relationships/slideMaster" Target="slideMasters/slideMaster30.xml"/><Relationship Id="rId108" Type="http://schemas.openxmlformats.org/officeDocument/2006/relationships/slide" Target="slides/slide72.xml"/><Relationship Id="rId129" Type="http://schemas.openxmlformats.org/officeDocument/2006/relationships/slide" Target="slides/slide93.xml"/><Relationship Id="rId54" Type="http://schemas.openxmlformats.org/officeDocument/2006/relationships/slide" Target="slides/slide18.xml"/><Relationship Id="rId75" Type="http://schemas.openxmlformats.org/officeDocument/2006/relationships/slide" Target="slides/slide39.xml"/><Relationship Id="rId96" Type="http://schemas.openxmlformats.org/officeDocument/2006/relationships/slide" Target="slides/slide60.xml"/><Relationship Id="rId140" Type="http://schemas.openxmlformats.org/officeDocument/2006/relationships/slide" Target="slides/slide104.xml"/><Relationship Id="rId161" Type="http://schemas.openxmlformats.org/officeDocument/2006/relationships/slide" Target="slides/slide125.xml"/><Relationship Id="rId182" Type="http://schemas.openxmlformats.org/officeDocument/2006/relationships/viewProps" Target="viewProps.xml"/><Relationship Id="rId6" Type="http://schemas.openxmlformats.org/officeDocument/2006/relationships/slideMaster" Target="slideMasters/slideMaster3.xml"/><Relationship Id="rId23" Type="http://schemas.openxmlformats.org/officeDocument/2006/relationships/slideMaster" Target="slideMasters/slideMaster20.xml"/><Relationship Id="rId119" Type="http://schemas.openxmlformats.org/officeDocument/2006/relationships/slide" Target="slides/slide83.xml"/><Relationship Id="rId44" Type="http://schemas.openxmlformats.org/officeDocument/2006/relationships/slide" Target="slides/slide8.xml"/><Relationship Id="rId60" Type="http://schemas.openxmlformats.org/officeDocument/2006/relationships/slide" Target="slides/slide24.xml"/><Relationship Id="rId65" Type="http://schemas.openxmlformats.org/officeDocument/2006/relationships/slide" Target="slides/slide29.xml"/><Relationship Id="rId81" Type="http://schemas.openxmlformats.org/officeDocument/2006/relationships/slide" Target="slides/slide45.xml"/><Relationship Id="rId86" Type="http://schemas.openxmlformats.org/officeDocument/2006/relationships/slide" Target="slides/slide50.xml"/><Relationship Id="rId130" Type="http://schemas.openxmlformats.org/officeDocument/2006/relationships/slide" Target="slides/slide94.xml"/><Relationship Id="rId135" Type="http://schemas.openxmlformats.org/officeDocument/2006/relationships/slide" Target="slides/slide99.xml"/><Relationship Id="rId151" Type="http://schemas.openxmlformats.org/officeDocument/2006/relationships/slide" Target="slides/slide115.xml"/><Relationship Id="rId156" Type="http://schemas.openxmlformats.org/officeDocument/2006/relationships/slide" Target="slides/slide120.xml"/><Relationship Id="rId177" Type="http://schemas.openxmlformats.org/officeDocument/2006/relationships/slide" Target="slides/slide141.xml"/><Relationship Id="rId172" Type="http://schemas.openxmlformats.org/officeDocument/2006/relationships/slide" Target="slides/slide136.xml"/><Relationship Id="rId13" Type="http://schemas.openxmlformats.org/officeDocument/2006/relationships/slideMaster" Target="slideMasters/slideMaster10.xml"/><Relationship Id="rId18" Type="http://schemas.openxmlformats.org/officeDocument/2006/relationships/slideMaster" Target="slideMasters/slideMaster15.xml"/><Relationship Id="rId39" Type="http://schemas.openxmlformats.org/officeDocument/2006/relationships/slide" Target="slides/slide3.xml"/><Relationship Id="rId109" Type="http://schemas.openxmlformats.org/officeDocument/2006/relationships/slide" Target="slides/slide73.xml"/><Relationship Id="rId34" Type="http://schemas.openxmlformats.org/officeDocument/2006/relationships/slideMaster" Target="slideMasters/slideMaster31.xml"/><Relationship Id="rId50" Type="http://schemas.openxmlformats.org/officeDocument/2006/relationships/slide" Target="slides/slide14.xml"/><Relationship Id="rId55" Type="http://schemas.openxmlformats.org/officeDocument/2006/relationships/slide" Target="slides/slide19.xml"/><Relationship Id="rId76" Type="http://schemas.openxmlformats.org/officeDocument/2006/relationships/slide" Target="slides/slide40.xml"/><Relationship Id="rId97" Type="http://schemas.openxmlformats.org/officeDocument/2006/relationships/slide" Target="slides/slide61.xml"/><Relationship Id="rId104" Type="http://schemas.openxmlformats.org/officeDocument/2006/relationships/slide" Target="slides/slide68.xml"/><Relationship Id="rId120" Type="http://schemas.openxmlformats.org/officeDocument/2006/relationships/slide" Target="slides/slide84.xml"/><Relationship Id="rId125" Type="http://schemas.openxmlformats.org/officeDocument/2006/relationships/slide" Target="slides/slide89.xml"/><Relationship Id="rId141" Type="http://schemas.openxmlformats.org/officeDocument/2006/relationships/slide" Target="slides/slide105.xml"/><Relationship Id="rId146" Type="http://schemas.openxmlformats.org/officeDocument/2006/relationships/slide" Target="slides/slide110.xml"/><Relationship Id="rId167" Type="http://schemas.openxmlformats.org/officeDocument/2006/relationships/slide" Target="slides/slide131.xml"/><Relationship Id="rId7" Type="http://schemas.openxmlformats.org/officeDocument/2006/relationships/slideMaster" Target="slideMasters/slideMaster4.xml"/><Relationship Id="rId71" Type="http://schemas.openxmlformats.org/officeDocument/2006/relationships/slide" Target="slides/slide35.xml"/><Relationship Id="rId92" Type="http://schemas.openxmlformats.org/officeDocument/2006/relationships/slide" Target="slides/slide56.xml"/><Relationship Id="rId162" Type="http://schemas.openxmlformats.org/officeDocument/2006/relationships/slide" Target="slides/slide126.xml"/><Relationship Id="rId183" Type="http://schemas.openxmlformats.org/officeDocument/2006/relationships/theme" Target="theme/theme1.xml"/><Relationship Id="rId2" Type="http://schemas.openxmlformats.org/officeDocument/2006/relationships/customXml" Target="../customXml/item2.xml"/><Relationship Id="rId29" Type="http://schemas.openxmlformats.org/officeDocument/2006/relationships/slideMaster" Target="slideMasters/slideMaster26.xml"/><Relationship Id="rId24" Type="http://schemas.openxmlformats.org/officeDocument/2006/relationships/slideMaster" Target="slideMasters/slideMaster21.xml"/><Relationship Id="rId40" Type="http://schemas.openxmlformats.org/officeDocument/2006/relationships/slide" Target="slides/slide4.xml"/><Relationship Id="rId45" Type="http://schemas.openxmlformats.org/officeDocument/2006/relationships/slide" Target="slides/slide9.xml"/><Relationship Id="rId66" Type="http://schemas.openxmlformats.org/officeDocument/2006/relationships/slide" Target="slides/slide30.xml"/><Relationship Id="rId87" Type="http://schemas.openxmlformats.org/officeDocument/2006/relationships/slide" Target="slides/slide51.xml"/><Relationship Id="rId110" Type="http://schemas.openxmlformats.org/officeDocument/2006/relationships/slide" Target="slides/slide74.xml"/><Relationship Id="rId115" Type="http://schemas.openxmlformats.org/officeDocument/2006/relationships/slide" Target="slides/slide79.xml"/><Relationship Id="rId131" Type="http://schemas.openxmlformats.org/officeDocument/2006/relationships/slide" Target="slides/slide95.xml"/><Relationship Id="rId136" Type="http://schemas.openxmlformats.org/officeDocument/2006/relationships/slide" Target="slides/slide100.xml"/><Relationship Id="rId157" Type="http://schemas.openxmlformats.org/officeDocument/2006/relationships/slide" Target="slides/slide121.xml"/><Relationship Id="rId178" Type="http://schemas.openxmlformats.org/officeDocument/2006/relationships/slide" Target="slides/slide142.xml"/><Relationship Id="rId61" Type="http://schemas.openxmlformats.org/officeDocument/2006/relationships/slide" Target="slides/slide25.xml"/><Relationship Id="rId82" Type="http://schemas.openxmlformats.org/officeDocument/2006/relationships/slide" Target="slides/slide46.xml"/><Relationship Id="rId152" Type="http://schemas.openxmlformats.org/officeDocument/2006/relationships/slide" Target="slides/slide116.xml"/><Relationship Id="rId173" Type="http://schemas.openxmlformats.org/officeDocument/2006/relationships/slide" Target="slides/slide137.xml"/><Relationship Id="rId19" Type="http://schemas.openxmlformats.org/officeDocument/2006/relationships/slideMaster" Target="slideMasters/slideMaster16.xml"/><Relationship Id="rId14" Type="http://schemas.openxmlformats.org/officeDocument/2006/relationships/slideMaster" Target="slideMasters/slideMaster11.xml"/><Relationship Id="rId30" Type="http://schemas.openxmlformats.org/officeDocument/2006/relationships/slideMaster" Target="slideMasters/slideMaster27.xml"/><Relationship Id="rId35" Type="http://schemas.openxmlformats.org/officeDocument/2006/relationships/slideMaster" Target="slideMasters/slideMaster32.xml"/><Relationship Id="rId56" Type="http://schemas.openxmlformats.org/officeDocument/2006/relationships/slide" Target="slides/slide20.xml"/><Relationship Id="rId77" Type="http://schemas.openxmlformats.org/officeDocument/2006/relationships/slide" Target="slides/slide41.xml"/><Relationship Id="rId100" Type="http://schemas.openxmlformats.org/officeDocument/2006/relationships/slide" Target="slides/slide64.xml"/><Relationship Id="rId105" Type="http://schemas.openxmlformats.org/officeDocument/2006/relationships/slide" Target="slides/slide69.xml"/><Relationship Id="rId126" Type="http://schemas.openxmlformats.org/officeDocument/2006/relationships/slide" Target="slides/slide90.xml"/><Relationship Id="rId147" Type="http://schemas.openxmlformats.org/officeDocument/2006/relationships/slide" Target="slides/slide111.xml"/><Relationship Id="rId168" Type="http://schemas.openxmlformats.org/officeDocument/2006/relationships/slide" Target="slides/slide132.xml"/><Relationship Id="rId8" Type="http://schemas.openxmlformats.org/officeDocument/2006/relationships/slideMaster" Target="slideMasters/slideMaster5.xml"/><Relationship Id="rId51" Type="http://schemas.openxmlformats.org/officeDocument/2006/relationships/slide" Target="slides/slide15.xml"/><Relationship Id="rId72" Type="http://schemas.openxmlformats.org/officeDocument/2006/relationships/slide" Target="slides/slide36.xml"/><Relationship Id="rId93" Type="http://schemas.openxmlformats.org/officeDocument/2006/relationships/slide" Target="slides/slide57.xml"/><Relationship Id="rId98" Type="http://schemas.openxmlformats.org/officeDocument/2006/relationships/slide" Target="slides/slide62.xml"/><Relationship Id="rId121" Type="http://schemas.openxmlformats.org/officeDocument/2006/relationships/slide" Target="slides/slide85.xml"/><Relationship Id="rId142" Type="http://schemas.openxmlformats.org/officeDocument/2006/relationships/slide" Target="slides/slide106.xml"/><Relationship Id="rId163" Type="http://schemas.openxmlformats.org/officeDocument/2006/relationships/slide" Target="slides/slide127.xml"/><Relationship Id="rId184" Type="http://schemas.openxmlformats.org/officeDocument/2006/relationships/tableStyles" Target="tableStyles.xml"/><Relationship Id="rId3" Type="http://schemas.openxmlformats.org/officeDocument/2006/relationships/customXml" Target="../customXml/item3.xml"/><Relationship Id="rId25" Type="http://schemas.openxmlformats.org/officeDocument/2006/relationships/slideMaster" Target="slideMasters/slideMaster22.xml"/><Relationship Id="rId46" Type="http://schemas.openxmlformats.org/officeDocument/2006/relationships/slide" Target="slides/slide10.xml"/><Relationship Id="rId67" Type="http://schemas.openxmlformats.org/officeDocument/2006/relationships/slide" Target="slides/slide31.xml"/><Relationship Id="rId116" Type="http://schemas.openxmlformats.org/officeDocument/2006/relationships/slide" Target="slides/slide80.xml"/><Relationship Id="rId137" Type="http://schemas.openxmlformats.org/officeDocument/2006/relationships/slide" Target="slides/slide101.xml"/><Relationship Id="rId158" Type="http://schemas.openxmlformats.org/officeDocument/2006/relationships/slide" Target="slides/slide122.xml"/><Relationship Id="rId20" Type="http://schemas.openxmlformats.org/officeDocument/2006/relationships/slideMaster" Target="slideMasters/slideMaster17.xml"/><Relationship Id="rId41" Type="http://schemas.openxmlformats.org/officeDocument/2006/relationships/slide" Target="slides/slide5.xml"/><Relationship Id="rId62" Type="http://schemas.openxmlformats.org/officeDocument/2006/relationships/slide" Target="slides/slide26.xml"/><Relationship Id="rId83" Type="http://schemas.openxmlformats.org/officeDocument/2006/relationships/slide" Target="slides/slide47.xml"/><Relationship Id="rId88" Type="http://schemas.openxmlformats.org/officeDocument/2006/relationships/slide" Target="slides/slide52.xml"/><Relationship Id="rId111" Type="http://schemas.openxmlformats.org/officeDocument/2006/relationships/slide" Target="slides/slide75.xml"/><Relationship Id="rId132" Type="http://schemas.openxmlformats.org/officeDocument/2006/relationships/slide" Target="slides/slide96.xml"/><Relationship Id="rId153" Type="http://schemas.openxmlformats.org/officeDocument/2006/relationships/slide" Target="slides/slide117.xml"/><Relationship Id="rId174" Type="http://schemas.openxmlformats.org/officeDocument/2006/relationships/slide" Target="slides/slide138.xml"/><Relationship Id="rId179" Type="http://schemas.openxmlformats.org/officeDocument/2006/relationships/slide" Target="slides/slide143.xml"/><Relationship Id="rId15" Type="http://schemas.openxmlformats.org/officeDocument/2006/relationships/slideMaster" Target="slideMasters/slideMaster12.xml"/><Relationship Id="rId36" Type="http://schemas.openxmlformats.org/officeDocument/2006/relationships/slideMaster" Target="slideMasters/slideMaster33.xml"/><Relationship Id="rId57" Type="http://schemas.openxmlformats.org/officeDocument/2006/relationships/slide" Target="slides/slide21.xml"/><Relationship Id="rId106" Type="http://schemas.openxmlformats.org/officeDocument/2006/relationships/slide" Target="slides/slide70.xml"/><Relationship Id="rId127" Type="http://schemas.openxmlformats.org/officeDocument/2006/relationships/slide" Target="slides/slide91.xml"/><Relationship Id="rId10" Type="http://schemas.openxmlformats.org/officeDocument/2006/relationships/slideMaster" Target="slideMasters/slideMaster7.xml"/><Relationship Id="rId31" Type="http://schemas.openxmlformats.org/officeDocument/2006/relationships/slideMaster" Target="slideMasters/slideMaster28.xml"/><Relationship Id="rId52" Type="http://schemas.openxmlformats.org/officeDocument/2006/relationships/slide" Target="slides/slide16.xml"/><Relationship Id="rId73" Type="http://schemas.openxmlformats.org/officeDocument/2006/relationships/slide" Target="slides/slide37.xml"/><Relationship Id="rId78" Type="http://schemas.openxmlformats.org/officeDocument/2006/relationships/slide" Target="slides/slide42.xml"/><Relationship Id="rId94" Type="http://schemas.openxmlformats.org/officeDocument/2006/relationships/slide" Target="slides/slide58.xml"/><Relationship Id="rId99" Type="http://schemas.openxmlformats.org/officeDocument/2006/relationships/slide" Target="slides/slide63.xml"/><Relationship Id="rId101" Type="http://schemas.openxmlformats.org/officeDocument/2006/relationships/slide" Target="slides/slide65.xml"/><Relationship Id="rId122" Type="http://schemas.openxmlformats.org/officeDocument/2006/relationships/slide" Target="slides/slide86.xml"/><Relationship Id="rId143" Type="http://schemas.openxmlformats.org/officeDocument/2006/relationships/slide" Target="slides/slide107.xml"/><Relationship Id="rId148" Type="http://schemas.openxmlformats.org/officeDocument/2006/relationships/slide" Target="slides/slide112.xml"/><Relationship Id="rId164" Type="http://schemas.openxmlformats.org/officeDocument/2006/relationships/slide" Target="slides/slide128.xml"/><Relationship Id="rId169" Type="http://schemas.openxmlformats.org/officeDocument/2006/relationships/slide" Target="slides/slide133.xml"/><Relationship Id="rId4" Type="http://schemas.openxmlformats.org/officeDocument/2006/relationships/slideMaster" Target="slideMasters/slideMaster1.xml"/><Relationship Id="rId9" Type="http://schemas.openxmlformats.org/officeDocument/2006/relationships/slideMaster" Target="slideMasters/slideMaster6.xml"/><Relationship Id="rId180" Type="http://schemas.openxmlformats.org/officeDocument/2006/relationships/notesMaster" Target="notesMasters/notesMaster1.xml"/><Relationship Id="rId26" Type="http://schemas.openxmlformats.org/officeDocument/2006/relationships/slideMaster" Target="slideMasters/slideMaster23.xml"/><Relationship Id="rId47" Type="http://schemas.openxmlformats.org/officeDocument/2006/relationships/slide" Target="slides/slide11.xml"/><Relationship Id="rId68" Type="http://schemas.openxmlformats.org/officeDocument/2006/relationships/slide" Target="slides/slide32.xml"/><Relationship Id="rId89" Type="http://schemas.openxmlformats.org/officeDocument/2006/relationships/slide" Target="slides/slide53.xml"/><Relationship Id="rId112" Type="http://schemas.openxmlformats.org/officeDocument/2006/relationships/slide" Target="slides/slide76.xml"/><Relationship Id="rId133" Type="http://schemas.openxmlformats.org/officeDocument/2006/relationships/slide" Target="slides/slide97.xml"/><Relationship Id="rId154" Type="http://schemas.openxmlformats.org/officeDocument/2006/relationships/slide" Target="slides/slide118.xml"/><Relationship Id="rId175" Type="http://schemas.openxmlformats.org/officeDocument/2006/relationships/slide" Target="slides/slide139.xml"/><Relationship Id="rId16" Type="http://schemas.openxmlformats.org/officeDocument/2006/relationships/slideMaster" Target="slideMasters/slideMaster13.xml"/><Relationship Id="rId37" Type="http://schemas.openxmlformats.org/officeDocument/2006/relationships/slide" Target="slides/slide1.xml"/><Relationship Id="rId58" Type="http://schemas.openxmlformats.org/officeDocument/2006/relationships/slide" Target="slides/slide22.xml"/><Relationship Id="rId79" Type="http://schemas.openxmlformats.org/officeDocument/2006/relationships/slide" Target="slides/slide43.xml"/><Relationship Id="rId102" Type="http://schemas.openxmlformats.org/officeDocument/2006/relationships/slide" Target="slides/slide66.xml"/><Relationship Id="rId123" Type="http://schemas.openxmlformats.org/officeDocument/2006/relationships/slide" Target="slides/slide87.xml"/><Relationship Id="rId144" Type="http://schemas.openxmlformats.org/officeDocument/2006/relationships/slide" Target="slides/slide108.xml"/><Relationship Id="rId90" Type="http://schemas.openxmlformats.org/officeDocument/2006/relationships/slide" Target="slides/slide54.xml"/><Relationship Id="rId165" Type="http://schemas.openxmlformats.org/officeDocument/2006/relationships/slide" Target="slides/slide129.xml"/><Relationship Id="rId27" Type="http://schemas.openxmlformats.org/officeDocument/2006/relationships/slideMaster" Target="slideMasters/slideMaster24.xml"/><Relationship Id="rId48" Type="http://schemas.openxmlformats.org/officeDocument/2006/relationships/slide" Target="slides/slide12.xml"/><Relationship Id="rId69" Type="http://schemas.openxmlformats.org/officeDocument/2006/relationships/slide" Target="slides/slide33.xml"/><Relationship Id="rId113" Type="http://schemas.openxmlformats.org/officeDocument/2006/relationships/slide" Target="slides/slide77.xml"/><Relationship Id="rId134" Type="http://schemas.openxmlformats.org/officeDocument/2006/relationships/slide" Target="slides/slide98.xml"/><Relationship Id="rId80" Type="http://schemas.openxmlformats.org/officeDocument/2006/relationships/slide" Target="slides/slide44.xml"/><Relationship Id="rId155" Type="http://schemas.openxmlformats.org/officeDocument/2006/relationships/slide" Target="slides/slide119.xml"/><Relationship Id="rId176" Type="http://schemas.openxmlformats.org/officeDocument/2006/relationships/slide" Target="slides/slide140.xml"/><Relationship Id="rId17" Type="http://schemas.openxmlformats.org/officeDocument/2006/relationships/slideMaster" Target="slideMasters/slideMaster14.xml"/><Relationship Id="rId38" Type="http://schemas.openxmlformats.org/officeDocument/2006/relationships/slide" Target="slides/slide2.xml"/><Relationship Id="rId59" Type="http://schemas.openxmlformats.org/officeDocument/2006/relationships/slide" Target="slides/slide23.xml"/><Relationship Id="rId103" Type="http://schemas.openxmlformats.org/officeDocument/2006/relationships/slide" Target="slides/slide67.xml"/><Relationship Id="rId124" Type="http://schemas.openxmlformats.org/officeDocument/2006/relationships/slide" Target="slides/slide88.xml"/><Relationship Id="rId70" Type="http://schemas.openxmlformats.org/officeDocument/2006/relationships/slide" Target="slides/slide34.xml"/><Relationship Id="rId91" Type="http://schemas.openxmlformats.org/officeDocument/2006/relationships/slide" Target="slides/slide55.xml"/><Relationship Id="rId145" Type="http://schemas.openxmlformats.org/officeDocument/2006/relationships/slide" Target="slides/slide109.xml"/><Relationship Id="rId166" Type="http://schemas.openxmlformats.org/officeDocument/2006/relationships/slide" Target="slides/slide130.xml"/><Relationship Id="rId1" Type="http://schemas.openxmlformats.org/officeDocument/2006/relationships/customXml" Target="../customXml/item1.xml"/><Relationship Id="rId28" Type="http://schemas.openxmlformats.org/officeDocument/2006/relationships/slideMaster" Target="slideMasters/slideMaster25.xml"/><Relationship Id="rId49" Type="http://schemas.openxmlformats.org/officeDocument/2006/relationships/slide" Target="slides/slide13.xml"/><Relationship Id="rId114" Type="http://schemas.openxmlformats.org/officeDocument/2006/relationships/slide" Target="slides/slide78.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3"/>
            </a:solidFill>
            <a:ln>
              <a:noFill/>
            </a:ln>
            <a:effectLst/>
          </c:spPr>
          <c:invertIfNegative val="0"/>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Sheet1!$B$2:$B$13</c:f>
              <c:numCache>
                <c:formatCode>General</c:formatCode>
                <c:ptCount val="12"/>
                <c:pt idx="0">
                  <c:v>5000</c:v>
                </c:pt>
                <c:pt idx="1">
                  <c:v>4000</c:v>
                </c:pt>
                <c:pt idx="2">
                  <c:v>5000</c:v>
                </c:pt>
                <c:pt idx="3">
                  <c:v>4500</c:v>
                </c:pt>
                <c:pt idx="4">
                  <c:v>4800</c:v>
                </c:pt>
                <c:pt idx="5">
                  <c:v>5000</c:v>
                </c:pt>
                <c:pt idx="6">
                  <c:v>4000</c:v>
                </c:pt>
                <c:pt idx="7">
                  <c:v>4500</c:v>
                </c:pt>
                <c:pt idx="8">
                  <c:v>3500</c:v>
                </c:pt>
                <c:pt idx="9">
                  <c:v>4000</c:v>
                </c:pt>
                <c:pt idx="10">
                  <c:v>3800</c:v>
                </c:pt>
                <c:pt idx="11">
                  <c:v>4800</c:v>
                </c:pt>
              </c:numCache>
            </c:numRef>
          </c:val>
          <c:extLst>
            <c:ext xmlns:c16="http://schemas.microsoft.com/office/drawing/2014/chart" uri="{C3380CC4-5D6E-409C-BE32-E72D297353CC}">
              <c16:uniqueId val="{00000000-9A3C-45AB-898A-7DFDE54CD661}"/>
            </c:ext>
          </c:extLst>
        </c:ser>
        <c:ser>
          <c:idx val="1"/>
          <c:order val="1"/>
          <c:tx>
            <c:strRef>
              <c:f>Sheet1!$C$1</c:f>
              <c:strCache>
                <c:ptCount val="1"/>
                <c:pt idx="0">
                  <c:v>Series 2</c:v>
                </c:pt>
              </c:strCache>
            </c:strRef>
          </c:tx>
          <c:spPr>
            <a:solidFill>
              <a:schemeClr val="accent4"/>
            </a:solidFill>
            <a:ln>
              <a:noFill/>
            </a:ln>
            <a:effectLst/>
          </c:spPr>
          <c:invertIfNegative val="0"/>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Sheet1!$C$2:$C$13</c:f>
              <c:numCache>
                <c:formatCode>General</c:formatCode>
                <c:ptCount val="12"/>
                <c:pt idx="0">
                  <c:v>-3000</c:v>
                </c:pt>
                <c:pt idx="1">
                  <c:v>-3500</c:v>
                </c:pt>
                <c:pt idx="2">
                  <c:v>-4000</c:v>
                </c:pt>
                <c:pt idx="3">
                  <c:v>-4000</c:v>
                </c:pt>
                <c:pt idx="4">
                  <c:v>-4000</c:v>
                </c:pt>
                <c:pt idx="5">
                  <c:v>-4000</c:v>
                </c:pt>
                <c:pt idx="6">
                  <c:v>-3000</c:v>
                </c:pt>
                <c:pt idx="7">
                  <c:v>-3800</c:v>
                </c:pt>
                <c:pt idx="8">
                  <c:v>-3000</c:v>
                </c:pt>
                <c:pt idx="9">
                  <c:v>-2500</c:v>
                </c:pt>
                <c:pt idx="10">
                  <c:v>-2800</c:v>
                </c:pt>
                <c:pt idx="11">
                  <c:v>-4000</c:v>
                </c:pt>
              </c:numCache>
            </c:numRef>
          </c:val>
          <c:extLst>
            <c:ext xmlns:c16="http://schemas.microsoft.com/office/drawing/2014/chart" uri="{C3380CC4-5D6E-409C-BE32-E72D297353CC}">
              <c16:uniqueId val="{00000001-9A3C-45AB-898A-7DFDE54CD661}"/>
            </c:ext>
          </c:extLst>
        </c:ser>
        <c:dLbls>
          <c:showLegendKey val="0"/>
          <c:showVal val="0"/>
          <c:showCatName val="0"/>
          <c:showSerName val="0"/>
          <c:showPercent val="0"/>
          <c:showBubbleSize val="0"/>
        </c:dLbls>
        <c:gapWidth val="417"/>
        <c:overlap val="100"/>
        <c:axId val="1359677248"/>
        <c:axId val="1359683488"/>
      </c:barChart>
      <c:lineChart>
        <c:grouping val="standard"/>
        <c:varyColors val="0"/>
        <c:ser>
          <c:idx val="2"/>
          <c:order val="2"/>
          <c:tx>
            <c:strRef>
              <c:f>Sheet1!$D$1</c:f>
              <c:strCache>
                <c:ptCount val="1"/>
                <c:pt idx="0">
                  <c:v>Series 3</c:v>
                </c:pt>
              </c:strCache>
            </c:strRef>
          </c:tx>
          <c:spPr>
            <a:ln w="25400" cap="rnd">
              <a:solidFill>
                <a:schemeClr val="accent2"/>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Sheet1!$D$2:$D$13</c:f>
              <c:numCache>
                <c:formatCode>General</c:formatCode>
                <c:ptCount val="12"/>
                <c:pt idx="0">
                  <c:v>2000</c:v>
                </c:pt>
                <c:pt idx="1">
                  <c:v>500</c:v>
                </c:pt>
                <c:pt idx="2">
                  <c:v>1000</c:v>
                </c:pt>
                <c:pt idx="3">
                  <c:v>500</c:v>
                </c:pt>
                <c:pt idx="4">
                  <c:v>800</c:v>
                </c:pt>
                <c:pt idx="5">
                  <c:v>1000</c:v>
                </c:pt>
                <c:pt idx="6">
                  <c:v>1000</c:v>
                </c:pt>
                <c:pt idx="7">
                  <c:v>700</c:v>
                </c:pt>
                <c:pt idx="8">
                  <c:v>500</c:v>
                </c:pt>
                <c:pt idx="9">
                  <c:v>1500</c:v>
                </c:pt>
                <c:pt idx="10">
                  <c:v>1000</c:v>
                </c:pt>
                <c:pt idx="11">
                  <c:v>800</c:v>
                </c:pt>
              </c:numCache>
            </c:numRef>
          </c:val>
          <c:smooth val="1"/>
          <c:extLst>
            <c:ext xmlns:c16="http://schemas.microsoft.com/office/drawing/2014/chart" uri="{C3380CC4-5D6E-409C-BE32-E72D297353CC}">
              <c16:uniqueId val="{00000002-9A3C-45AB-898A-7DFDE54CD661}"/>
            </c:ext>
          </c:extLst>
        </c:ser>
        <c:dLbls>
          <c:showLegendKey val="0"/>
          <c:showVal val="0"/>
          <c:showCatName val="0"/>
          <c:showSerName val="0"/>
          <c:showPercent val="0"/>
          <c:showBubbleSize val="0"/>
        </c:dLbls>
        <c:marker val="1"/>
        <c:smooth val="0"/>
        <c:axId val="1359677248"/>
        <c:axId val="1359683488"/>
      </c:lineChart>
      <c:catAx>
        <c:axId val="1359677248"/>
        <c:scaling>
          <c:orientation val="minMax"/>
        </c:scaling>
        <c:delete val="0"/>
        <c:axPos val="b"/>
        <c:numFmt formatCode="General" sourceLinked="1"/>
        <c:majorTickMark val="none"/>
        <c:minorTickMark val="none"/>
        <c:tickLblPos val="low"/>
        <c:spPr>
          <a:noFill/>
          <a:ln w="9525" cap="flat" cmpd="sng" algn="ctr">
            <a:noFill/>
            <a:round/>
          </a:ln>
          <a:effectLst/>
        </c:spPr>
        <c:txPr>
          <a:bodyPr rot="-60000000" spcFirstLastPara="1" vertOverflow="ellipsis" vert="horz" wrap="square" anchor="ctr" anchorCtr="1"/>
          <a:lstStyle/>
          <a:p>
            <a:pPr>
              <a:defRPr sz="1197" b="0" i="0" u="none" strike="noStrike" kern="1200" baseline="0">
                <a:solidFill>
                  <a:schemeClr val="tx2"/>
                </a:solidFill>
                <a:latin typeface="+mn-lt"/>
                <a:ea typeface="+mn-ea"/>
                <a:cs typeface="+mn-cs"/>
              </a:defRPr>
            </a:pPr>
            <a:endParaRPr lang="en-US"/>
          </a:p>
        </c:txPr>
        <c:crossAx val="1359683488"/>
        <c:crosses val="autoZero"/>
        <c:auto val="1"/>
        <c:lblAlgn val="ctr"/>
        <c:lblOffset val="100"/>
        <c:noMultiLvlLbl val="0"/>
      </c:catAx>
      <c:valAx>
        <c:axId val="1359683488"/>
        <c:scaling>
          <c:orientation val="minMax"/>
        </c:scaling>
        <c:delete val="1"/>
        <c:axPos val="l"/>
        <c:numFmt formatCode="General" sourceLinked="1"/>
        <c:majorTickMark val="none"/>
        <c:minorTickMark val="none"/>
        <c:tickLblPos val="nextTo"/>
        <c:crossAx val="1359677248"/>
        <c:crosses val="autoZero"/>
        <c:crossBetween val="between"/>
        <c:majorUnit val="100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spPr>
            <a:ln>
              <a:noFill/>
            </a:ln>
          </c:spPr>
          <c:dPt>
            <c:idx val="0"/>
            <c:bubble3D val="0"/>
            <c:spPr>
              <a:gradFill>
                <a:gsLst>
                  <a:gs pos="0">
                    <a:schemeClr val="accent1"/>
                  </a:gs>
                  <a:gs pos="100000">
                    <a:schemeClr val="accent4"/>
                  </a:gs>
                </a:gsLst>
                <a:lin ang="5400000" scaled="1"/>
              </a:gradFill>
              <a:ln w="19050">
                <a:noFill/>
              </a:ln>
              <a:effectLst/>
            </c:spPr>
            <c:extLst>
              <c:ext xmlns:c16="http://schemas.microsoft.com/office/drawing/2014/chart" uri="{C3380CC4-5D6E-409C-BE32-E72D297353CC}">
                <c16:uniqueId val="{00000001-62DE-4401-B92C-CEA22C593D8B}"/>
              </c:ext>
            </c:extLst>
          </c:dPt>
          <c:dPt>
            <c:idx val="1"/>
            <c:bubble3D val="0"/>
            <c:spPr>
              <a:noFill/>
              <a:ln w="19050">
                <a:noFill/>
              </a:ln>
              <a:effectLst/>
            </c:spPr>
            <c:extLst>
              <c:ext xmlns:c16="http://schemas.microsoft.com/office/drawing/2014/chart" uri="{C3380CC4-5D6E-409C-BE32-E72D297353CC}">
                <c16:uniqueId val="{00000003-62DE-4401-B92C-CEA22C593D8B}"/>
              </c:ext>
            </c:extLst>
          </c:dPt>
          <c:cat>
            <c:strRef>
              <c:f>Sheet1!$A$2:$A$3</c:f>
              <c:strCache>
                <c:ptCount val="2"/>
                <c:pt idx="0">
                  <c:v>1st Qtr</c:v>
                </c:pt>
                <c:pt idx="1">
                  <c:v>2nd Qtr</c:v>
                </c:pt>
              </c:strCache>
            </c:strRef>
          </c:cat>
          <c:val>
            <c:numRef>
              <c:f>Sheet1!$B$2:$B$3</c:f>
              <c:numCache>
                <c:formatCode>General</c:formatCode>
                <c:ptCount val="2"/>
                <c:pt idx="0">
                  <c:v>25</c:v>
                </c:pt>
                <c:pt idx="1">
                  <c:v>75</c:v>
                </c:pt>
              </c:numCache>
            </c:numRef>
          </c:val>
          <c:extLst>
            <c:ext xmlns:c16="http://schemas.microsoft.com/office/drawing/2014/chart" uri="{C3380CC4-5D6E-409C-BE32-E72D297353CC}">
              <c16:uniqueId val="{00000004-62DE-4401-B92C-CEA22C593D8B}"/>
            </c:ext>
          </c:extLst>
        </c:ser>
        <c:dLbls>
          <c:showLegendKey val="0"/>
          <c:showVal val="0"/>
          <c:showCatName val="0"/>
          <c:showSerName val="0"/>
          <c:showPercent val="0"/>
          <c:showBubbleSize val="0"/>
          <c:showLeaderLines val="1"/>
        </c:dLbls>
        <c:firstSliceAng val="0"/>
        <c:holeSize val="87"/>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spPr>
            <a:ln>
              <a:noFill/>
            </a:ln>
          </c:spPr>
          <c:dPt>
            <c:idx val="0"/>
            <c:bubble3D val="0"/>
            <c:spPr>
              <a:gradFill>
                <a:gsLst>
                  <a:gs pos="0">
                    <a:schemeClr val="accent1"/>
                  </a:gs>
                  <a:gs pos="100000">
                    <a:schemeClr val="accent4"/>
                  </a:gs>
                </a:gsLst>
                <a:lin ang="5400000" scaled="1"/>
              </a:gradFill>
              <a:ln w="19050">
                <a:noFill/>
              </a:ln>
              <a:effectLst/>
            </c:spPr>
            <c:extLst>
              <c:ext xmlns:c16="http://schemas.microsoft.com/office/drawing/2014/chart" uri="{C3380CC4-5D6E-409C-BE32-E72D297353CC}">
                <c16:uniqueId val="{00000001-62DE-4401-B92C-CEA22C593D8B}"/>
              </c:ext>
            </c:extLst>
          </c:dPt>
          <c:dPt>
            <c:idx val="1"/>
            <c:bubble3D val="0"/>
            <c:spPr>
              <a:solidFill>
                <a:schemeClr val="bg1">
                  <a:lumMod val="95000"/>
                </a:schemeClr>
              </a:solidFill>
              <a:ln w="19050">
                <a:noFill/>
              </a:ln>
              <a:effectLst/>
            </c:spPr>
            <c:extLst>
              <c:ext xmlns:c16="http://schemas.microsoft.com/office/drawing/2014/chart" uri="{C3380CC4-5D6E-409C-BE32-E72D297353CC}">
                <c16:uniqueId val="{00000003-62DE-4401-B92C-CEA22C593D8B}"/>
              </c:ext>
            </c:extLst>
          </c:dPt>
          <c:cat>
            <c:strRef>
              <c:f>Sheet1!$A$2:$A$3</c:f>
              <c:strCache>
                <c:ptCount val="2"/>
                <c:pt idx="0">
                  <c:v>1st Qtr</c:v>
                </c:pt>
                <c:pt idx="1">
                  <c:v>2nd Qtr</c:v>
                </c:pt>
              </c:strCache>
            </c:strRef>
          </c:cat>
          <c:val>
            <c:numRef>
              <c:f>Sheet1!$B$2:$B$3</c:f>
              <c:numCache>
                <c:formatCode>General</c:formatCode>
                <c:ptCount val="2"/>
                <c:pt idx="0">
                  <c:v>25</c:v>
                </c:pt>
                <c:pt idx="1">
                  <c:v>75</c:v>
                </c:pt>
              </c:numCache>
            </c:numRef>
          </c:val>
          <c:extLst>
            <c:ext xmlns:c16="http://schemas.microsoft.com/office/drawing/2014/chart" uri="{C3380CC4-5D6E-409C-BE32-E72D297353CC}">
              <c16:uniqueId val="{00000004-62DE-4401-B92C-CEA22C593D8B}"/>
            </c:ext>
          </c:extLst>
        </c:ser>
        <c:dLbls>
          <c:showLegendKey val="0"/>
          <c:showVal val="0"/>
          <c:showCatName val="0"/>
          <c:showSerName val="0"/>
          <c:showPercent val="0"/>
          <c:showBubbleSize val="0"/>
          <c:showLeaderLines val="1"/>
        </c:dLbls>
        <c:firstSliceAng val="0"/>
        <c:holeSize val="87"/>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spPr>
            <a:ln>
              <a:noFill/>
            </a:ln>
          </c:spPr>
          <c:dPt>
            <c:idx val="0"/>
            <c:bubble3D val="0"/>
            <c:spPr>
              <a:gradFill>
                <a:gsLst>
                  <a:gs pos="0">
                    <a:schemeClr val="accent1"/>
                  </a:gs>
                  <a:gs pos="100000">
                    <a:schemeClr val="accent4"/>
                  </a:gs>
                </a:gsLst>
                <a:lin ang="5400000" scaled="1"/>
              </a:gradFill>
              <a:ln w="19050">
                <a:noFill/>
              </a:ln>
              <a:effectLst/>
            </c:spPr>
            <c:extLst>
              <c:ext xmlns:c16="http://schemas.microsoft.com/office/drawing/2014/chart" uri="{C3380CC4-5D6E-409C-BE32-E72D297353CC}">
                <c16:uniqueId val="{00000001-62DE-4401-B92C-CEA22C593D8B}"/>
              </c:ext>
            </c:extLst>
          </c:dPt>
          <c:dPt>
            <c:idx val="1"/>
            <c:bubble3D val="0"/>
            <c:spPr>
              <a:solidFill>
                <a:schemeClr val="bg1">
                  <a:lumMod val="95000"/>
                </a:schemeClr>
              </a:solidFill>
              <a:ln w="19050">
                <a:noFill/>
              </a:ln>
              <a:effectLst/>
            </c:spPr>
            <c:extLst>
              <c:ext xmlns:c16="http://schemas.microsoft.com/office/drawing/2014/chart" uri="{C3380CC4-5D6E-409C-BE32-E72D297353CC}">
                <c16:uniqueId val="{00000003-62DE-4401-B92C-CEA22C593D8B}"/>
              </c:ext>
            </c:extLst>
          </c:dPt>
          <c:cat>
            <c:strRef>
              <c:f>Sheet1!$A$2:$A$3</c:f>
              <c:strCache>
                <c:ptCount val="2"/>
                <c:pt idx="0">
                  <c:v>1st Qtr</c:v>
                </c:pt>
                <c:pt idx="1">
                  <c:v>2nd Qtr</c:v>
                </c:pt>
              </c:strCache>
            </c:strRef>
          </c:cat>
          <c:val>
            <c:numRef>
              <c:f>Sheet1!$B$2:$B$3</c:f>
              <c:numCache>
                <c:formatCode>General</c:formatCode>
                <c:ptCount val="2"/>
                <c:pt idx="0">
                  <c:v>25</c:v>
                </c:pt>
                <c:pt idx="1">
                  <c:v>75</c:v>
                </c:pt>
              </c:numCache>
            </c:numRef>
          </c:val>
          <c:extLst>
            <c:ext xmlns:c16="http://schemas.microsoft.com/office/drawing/2014/chart" uri="{C3380CC4-5D6E-409C-BE32-E72D297353CC}">
              <c16:uniqueId val="{00000004-62DE-4401-B92C-CEA22C593D8B}"/>
            </c:ext>
          </c:extLst>
        </c:ser>
        <c:dLbls>
          <c:showLegendKey val="0"/>
          <c:showVal val="0"/>
          <c:showCatName val="0"/>
          <c:showSerName val="0"/>
          <c:showPercent val="0"/>
          <c:showBubbleSize val="0"/>
          <c:showLeaderLines val="1"/>
        </c:dLbls>
        <c:firstSliceAng val="0"/>
        <c:holeSize val="87"/>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1">
                  <a:lumMod val="75000"/>
                </a:schemeClr>
              </a:solidFill>
              <a:ln w="19050">
                <a:noFill/>
              </a:ln>
              <a:effectLst/>
            </c:spPr>
            <c:extLst>
              <c:ext xmlns:c16="http://schemas.microsoft.com/office/drawing/2014/chart" uri="{C3380CC4-5D6E-409C-BE32-E72D297353CC}">
                <c16:uniqueId val="{00000001-2DB3-46EA-82FA-166030EF326E}"/>
              </c:ext>
            </c:extLst>
          </c:dPt>
          <c:dPt>
            <c:idx val="1"/>
            <c:bubble3D val="0"/>
            <c:spPr>
              <a:solidFill>
                <a:schemeClr val="tx2">
                  <a:lumMod val="20000"/>
                  <a:lumOff val="80000"/>
                </a:schemeClr>
              </a:solidFill>
              <a:ln w="19050">
                <a:noFill/>
              </a:ln>
              <a:effectLst/>
            </c:spPr>
            <c:extLst>
              <c:ext xmlns:c16="http://schemas.microsoft.com/office/drawing/2014/chart" uri="{C3380CC4-5D6E-409C-BE32-E72D297353CC}">
                <c16:uniqueId val="{00000003-2DB3-46EA-82FA-166030EF326E}"/>
              </c:ext>
            </c:extLst>
          </c:dPt>
          <c:cat>
            <c:strRef>
              <c:f>Sheet1!$A$2:$A$3</c:f>
              <c:strCache>
                <c:ptCount val="2"/>
                <c:pt idx="0">
                  <c:v>1st Qtr</c:v>
                </c:pt>
                <c:pt idx="1">
                  <c:v>2nd Qtr</c:v>
                </c:pt>
              </c:strCache>
            </c:strRef>
          </c:cat>
          <c:val>
            <c:numRef>
              <c:f>Sheet1!$B$2:$B$3</c:f>
              <c:numCache>
                <c:formatCode>0%</c:formatCode>
                <c:ptCount val="2"/>
                <c:pt idx="0">
                  <c:v>0.75</c:v>
                </c:pt>
                <c:pt idx="1">
                  <c:v>0.25</c:v>
                </c:pt>
              </c:numCache>
            </c:numRef>
          </c:val>
          <c:extLst>
            <c:ext xmlns:c16="http://schemas.microsoft.com/office/drawing/2014/chart" uri="{C3380CC4-5D6E-409C-BE32-E72D297353CC}">
              <c16:uniqueId val="{00000004-2DB3-46EA-82FA-166030EF326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3">
                  <a:lumMod val="20000"/>
                  <a:lumOff val="80000"/>
                </a:schemeClr>
              </a:solidFill>
              <a:ln w="19050">
                <a:noFill/>
              </a:ln>
              <a:effectLst/>
            </c:spPr>
            <c:extLst>
              <c:ext xmlns:c16="http://schemas.microsoft.com/office/drawing/2014/chart" uri="{C3380CC4-5D6E-409C-BE32-E72D297353CC}">
                <c16:uniqueId val="{00000001-5780-4014-B3A0-2BD1E4929AE8}"/>
              </c:ext>
            </c:extLst>
          </c:dPt>
          <c:dPt>
            <c:idx val="1"/>
            <c:bubble3D val="0"/>
            <c:spPr>
              <a:solidFill>
                <a:schemeClr val="tx2">
                  <a:lumMod val="20000"/>
                  <a:lumOff val="80000"/>
                </a:schemeClr>
              </a:solidFill>
              <a:ln w="19050">
                <a:noFill/>
              </a:ln>
              <a:effectLst/>
            </c:spPr>
            <c:extLst>
              <c:ext xmlns:c16="http://schemas.microsoft.com/office/drawing/2014/chart" uri="{C3380CC4-5D6E-409C-BE32-E72D297353CC}">
                <c16:uniqueId val="{00000003-5780-4014-B3A0-2BD1E4929AE8}"/>
              </c:ext>
            </c:extLst>
          </c:dPt>
          <c:cat>
            <c:strRef>
              <c:f>Sheet1!$A$2:$A$3</c:f>
              <c:strCache>
                <c:ptCount val="2"/>
                <c:pt idx="0">
                  <c:v>1st Qtr</c:v>
                </c:pt>
                <c:pt idx="1">
                  <c:v>2nd Qtr</c:v>
                </c:pt>
              </c:strCache>
            </c:strRef>
          </c:cat>
          <c:val>
            <c:numRef>
              <c:f>Sheet1!$B$2:$B$3</c:f>
              <c:numCache>
                <c:formatCode>0%</c:formatCode>
                <c:ptCount val="2"/>
                <c:pt idx="0">
                  <c:v>0.5</c:v>
                </c:pt>
                <c:pt idx="1">
                  <c:v>0.5</c:v>
                </c:pt>
              </c:numCache>
            </c:numRef>
          </c:val>
          <c:extLst>
            <c:ext xmlns:c16="http://schemas.microsoft.com/office/drawing/2014/chart" uri="{C3380CC4-5D6E-409C-BE32-E72D297353CC}">
              <c16:uniqueId val="{00000004-5780-4014-B3A0-2BD1E4929AE8}"/>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3">
                  <a:lumMod val="40000"/>
                  <a:lumOff val="60000"/>
                </a:schemeClr>
              </a:solidFill>
              <a:ln w="19050">
                <a:noFill/>
              </a:ln>
              <a:effectLst/>
            </c:spPr>
            <c:extLst>
              <c:ext xmlns:c16="http://schemas.microsoft.com/office/drawing/2014/chart" uri="{C3380CC4-5D6E-409C-BE32-E72D297353CC}">
                <c16:uniqueId val="{00000001-89BE-458A-8566-37FC9EB79D5D}"/>
              </c:ext>
            </c:extLst>
          </c:dPt>
          <c:dPt>
            <c:idx val="1"/>
            <c:bubble3D val="0"/>
            <c:spPr>
              <a:solidFill>
                <a:schemeClr val="tx2">
                  <a:lumMod val="20000"/>
                  <a:lumOff val="80000"/>
                </a:schemeClr>
              </a:solidFill>
              <a:ln w="19050">
                <a:noFill/>
              </a:ln>
              <a:effectLst/>
            </c:spPr>
            <c:extLst>
              <c:ext xmlns:c16="http://schemas.microsoft.com/office/drawing/2014/chart" uri="{C3380CC4-5D6E-409C-BE32-E72D297353CC}">
                <c16:uniqueId val="{00000003-89BE-458A-8566-37FC9EB79D5D}"/>
              </c:ext>
            </c:extLst>
          </c:dPt>
          <c:cat>
            <c:strRef>
              <c:f>Sheet1!$A$2:$A$3</c:f>
              <c:strCache>
                <c:ptCount val="2"/>
                <c:pt idx="0">
                  <c:v>1st Qtr</c:v>
                </c:pt>
                <c:pt idx="1">
                  <c:v>2nd Qtr</c:v>
                </c:pt>
              </c:strCache>
            </c:strRef>
          </c:cat>
          <c:val>
            <c:numRef>
              <c:f>Sheet1!$B$2:$B$3</c:f>
              <c:numCache>
                <c:formatCode>0%</c:formatCode>
                <c:ptCount val="2"/>
                <c:pt idx="0">
                  <c:v>0.86699999999999999</c:v>
                </c:pt>
                <c:pt idx="1">
                  <c:v>0.13300000000000001</c:v>
                </c:pt>
              </c:numCache>
            </c:numRef>
          </c:val>
          <c:extLst>
            <c:ext xmlns:c16="http://schemas.microsoft.com/office/drawing/2014/chart" uri="{C3380CC4-5D6E-409C-BE32-E72D297353CC}">
              <c16:uniqueId val="{00000004-89BE-458A-8566-37FC9EB79D5D}"/>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tx2">
                <a:lumMod val="20000"/>
                <a:lumOff val="80000"/>
              </a:schemeClr>
            </a:solidFill>
            <a:ln>
              <a:noFill/>
            </a:ln>
          </c:spPr>
          <c:dPt>
            <c:idx val="0"/>
            <c:bubble3D val="0"/>
            <c:spPr>
              <a:solidFill>
                <a:schemeClr val="accent1">
                  <a:lumMod val="90000"/>
                </a:schemeClr>
              </a:solidFill>
              <a:ln w="19050">
                <a:noFill/>
              </a:ln>
              <a:effectLst/>
            </c:spPr>
            <c:extLst>
              <c:ext xmlns:c16="http://schemas.microsoft.com/office/drawing/2014/chart" uri="{C3380CC4-5D6E-409C-BE32-E72D297353CC}">
                <c16:uniqueId val="{00000001-A4E2-4022-9613-9C6763EA0818}"/>
              </c:ext>
            </c:extLst>
          </c:dPt>
          <c:dPt>
            <c:idx val="1"/>
            <c:bubble3D val="0"/>
            <c:spPr>
              <a:solidFill>
                <a:schemeClr val="tx2">
                  <a:lumMod val="20000"/>
                  <a:lumOff val="80000"/>
                </a:schemeClr>
              </a:solidFill>
              <a:ln w="19050">
                <a:noFill/>
              </a:ln>
              <a:effectLst/>
            </c:spPr>
            <c:extLst>
              <c:ext xmlns:c16="http://schemas.microsoft.com/office/drawing/2014/chart" uri="{C3380CC4-5D6E-409C-BE32-E72D297353CC}">
                <c16:uniqueId val="{00000003-A4E2-4022-9613-9C6763EA0818}"/>
              </c:ext>
            </c:extLst>
          </c:dPt>
          <c:cat>
            <c:strRef>
              <c:f>Sheet1!$A$2:$A$3</c:f>
              <c:strCache>
                <c:ptCount val="2"/>
                <c:pt idx="0">
                  <c:v>1st Qtr</c:v>
                </c:pt>
                <c:pt idx="1">
                  <c:v>2nd Qtr</c:v>
                </c:pt>
              </c:strCache>
            </c:strRef>
          </c:cat>
          <c:val>
            <c:numRef>
              <c:f>Sheet1!$B$2:$B$3</c:f>
              <c:numCache>
                <c:formatCode>0%</c:formatCode>
                <c:ptCount val="2"/>
                <c:pt idx="0">
                  <c:v>0.57799999999999996</c:v>
                </c:pt>
                <c:pt idx="1">
                  <c:v>0.42199999999999999</c:v>
                </c:pt>
              </c:numCache>
            </c:numRef>
          </c:val>
          <c:extLst>
            <c:ext xmlns:c16="http://schemas.microsoft.com/office/drawing/2014/chart" uri="{C3380CC4-5D6E-409C-BE32-E72D297353CC}">
              <c16:uniqueId val="{00000004-A4E2-4022-9613-9C6763EA0818}"/>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326">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dk1">
            <a:lumMod val="75000"/>
            <a:lumOff val="25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dk1">
            <a:lumMod val="75000"/>
            <a:lumOff val="25000"/>
          </a:schemeClr>
        </a:solidFill>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6BD6744-45CA-49DE-8596-BB9E8049ECC4}" type="datetimeFigureOut">
              <a:rPr lang="en-IN" smtClean="0"/>
              <a:t>04-05-2025</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DF274E1-9A94-4F22-86D4-BE3667C118FB}" type="slidenum">
              <a:rPr lang="en-IN" smtClean="0"/>
              <a:t>‹#›</a:t>
            </a:fld>
            <a:endParaRPr lang="en-IN"/>
          </a:p>
        </p:txBody>
      </p:sp>
    </p:spTree>
    <p:extLst>
      <p:ext uri="{BB962C8B-B14F-4D97-AF65-F5344CB8AC3E}">
        <p14:creationId xmlns:p14="http://schemas.microsoft.com/office/powerpoint/2010/main" val="247072988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fld id="{B68D2766-C49B-4C1A-9FEE-6F146754B02B}" type="slidenum">
              <a:rPr lang="en-US" smtClean="0"/>
              <a:t>3</a:t>
            </a:fld>
            <a:endParaRPr lang="en-US"/>
          </a:p>
        </p:txBody>
      </p:sp>
    </p:spTree>
    <p:extLst>
      <p:ext uri="{BB962C8B-B14F-4D97-AF65-F5344CB8AC3E}">
        <p14:creationId xmlns:p14="http://schemas.microsoft.com/office/powerpoint/2010/main" val="397305083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68D2766-C49B-4C1A-9FEE-6F146754B02B}" type="slidenum">
              <a:rPr lang="en-US" smtClean="0"/>
              <a:t>4</a:t>
            </a:fld>
            <a:endParaRPr lang="en-US"/>
          </a:p>
        </p:txBody>
      </p:sp>
    </p:spTree>
    <p:extLst>
      <p:ext uri="{BB962C8B-B14F-4D97-AF65-F5344CB8AC3E}">
        <p14:creationId xmlns:p14="http://schemas.microsoft.com/office/powerpoint/2010/main" val="140700132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fld id="{B68D2766-C49B-4C1A-9FEE-6F146754B02B}" type="slidenum">
              <a:rPr lang="en-US" smtClean="0"/>
              <a:t>5</a:t>
            </a:fld>
            <a:endParaRPr lang="en-US"/>
          </a:p>
        </p:txBody>
      </p:sp>
    </p:spTree>
    <p:extLst>
      <p:ext uri="{BB962C8B-B14F-4D97-AF65-F5344CB8AC3E}">
        <p14:creationId xmlns:p14="http://schemas.microsoft.com/office/powerpoint/2010/main" val="226106031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CA2D21D1-52E2-420B-B491-CFF6D7BB79FB}"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1218987"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2408084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5"/>
        <p:cNvGrpSpPr/>
        <p:nvPr/>
      </p:nvGrpSpPr>
      <p:grpSpPr>
        <a:xfrm>
          <a:off x="0" y="0"/>
          <a:ext cx="0" cy="0"/>
          <a:chOff x="0" y="0"/>
          <a:chExt cx="0" cy="0"/>
        </a:xfrm>
      </p:grpSpPr>
      <p:sp>
        <p:nvSpPr>
          <p:cNvPr id="546" name="Google Shape;546;g1869b490b2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7" name="Google Shape;547;g1869b490b2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0301382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6"/>
        <p:cNvGrpSpPr/>
        <p:nvPr/>
      </p:nvGrpSpPr>
      <p:grpSpPr>
        <a:xfrm>
          <a:off x="0" y="0"/>
          <a:ext cx="0" cy="0"/>
          <a:chOff x="0" y="0"/>
          <a:chExt cx="0" cy="0"/>
        </a:xfrm>
      </p:grpSpPr>
      <p:sp>
        <p:nvSpPr>
          <p:cNvPr id="567" name="Google Shape;567;g18661f04b0b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8" name="Google Shape;568;g18661f04b0b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2375706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3"/>
        <p:cNvGrpSpPr/>
        <p:nvPr/>
      </p:nvGrpSpPr>
      <p:grpSpPr>
        <a:xfrm>
          <a:off x="0" y="0"/>
          <a:ext cx="0" cy="0"/>
          <a:chOff x="0" y="0"/>
          <a:chExt cx="0" cy="0"/>
        </a:xfrm>
      </p:grpSpPr>
      <p:sp>
        <p:nvSpPr>
          <p:cNvPr id="584" name="Google Shape;584;g18a566a1a1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5" name="Google Shape;585;g18a566a1a1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8254190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
        <p:cNvGrpSpPr/>
        <p:nvPr/>
      </p:nvGrpSpPr>
      <p:grpSpPr>
        <a:xfrm>
          <a:off x="0" y="0"/>
          <a:ext cx="0" cy="0"/>
          <a:chOff x="0" y="0"/>
          <a:chExt cx="0" cy="0"/>
        </a:xfrm>
      </p:grpSpPr>
      <p:sp>
        <p:nvSpPr>
          <p:cNvPr id="480" name="Google Shape;480;g184d99d1a72_0_2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1" name="Google Shape;481;g184d99d1a72_0_2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131184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BR"/>
          </a:p>
        </p:txBody>
      </p:sp>
      <p:sp>
        <p:nvSpPr>
          <p:cNvPr id="4" name="Slide Number Placeholder 3"/>
          <p:cNvSpPr>
            <a:spLocks noGrp="1"/>
          </p:cNvSpPr>
          <p:nvPr>
            <p:ph type="sldNum" sz="quarter" idx="5"/>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CA2D21D1-52E2-420B-B491-CFF6D7BB79FB}"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1218987"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5624095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BR"/>
          </a:p>
        </p:txBody>
      </p:sp>
      <p:sp>
        <p:nvSpPr>
          <p:cNvPr id="4" name="Slide Number Placeholder 3"/>
          <p:cNvSpPr>
            <a:spLocks noGrp="1"/>
          </p:cNvSpPr>
          <p:nvPr>
            <p:ph type="sldNum" sz="quarter" idx="5"/>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CA2D21D1-52E2-420B-B491-CFF6D7BB79FB}"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1218987"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018299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CA2D21D1-52E2-420B-B491-CFF6D7BB79FB}"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1218987"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2209448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2673052-1C4D-4D99-A058-91D579108362}"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7529330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D2766-C49B-4C1A-9FEE-6F146754B02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700132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D2766-C49B-4C1A-9FEE-6F146754B02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700132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D2766-C49B-4C1A-9FEE-6F146754B02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901879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D2766-C49B-4C1A-9FEE-6F146754B02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70013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D2766-C49B-4C1A-9FEE-6F146754B02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607132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D2766-C49B-4C1A-9FEE-6F146754B02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106031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D2766-C49B-4C1A-9FEE-6F146754B02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700132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4BCD97-AA72-2B71-66BA-89526461C3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D5C8E3-73BD-B3AF-0D60-C7D9AA78528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7868809-307B-1DC7-988A-3FB5CC74C3CC}"/>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Copyright </a:t>
            </a:r>
            <a:r>
              <a:rPr lang="en-US" b="1" dirty="0"/>
              <a:t>PresentationGO.com</a:t>
            </a:r>
            <a:r>
              <a:rPr lang="en-US" dirty="0"/>
              <a:t> – Free Templates &amp; Infographics for PowerPoint and Google Slides</a:t>
            </a:r>
          </a:p>
        </p:txBody>
      </p:sp>
      <p:sp>
        <p:nvSpPr>
          <p:cNvPr id="4" name="Slide Number Placeholder 3">
            <a:extLst>
              <a:ext uri="{FF2B5EF4-FFF2-40B4-BE49-F238E27FC236}">
                <a16:creationId xmlns:a16="http://schemas.microsoft.com/office/drawing/2014/main" id="{71030F30-DE94-3FA9-122A-2F2CE30E60D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D2766-C49B-4C1A-9FEE-6F146754B02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672555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
        <p:cNvGrpSpPr/>
        <p:nvPr/>
      </p:nvGrpSpPr>
      <p:grpSpPr>
        <a:xfrm>
          <a:off x="0" y="0"/>
          <a:ext cx="0" cy="0"/>
          <a:chOff x="0" y="0"/>
          <a:chExt cx="0" cy="0"/>
        </a:xfrm>
      </p:grpSpPr>
      <p:sp>
        <p:nvSpPr>
          <p:cNvPr id="346" name="Google Shape;346;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 name="Google Shape;347;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0870561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8"/>
        <p:cNvGrpSpPr/>
        <p:nvPr/>
      </p:nvGrpSpPr>
      <p:grpSpPr>
        <a:xfrm>
          <a:off x="0" y="0"/>
          <a:ext cx="0" cy="0"/>
          <a:chOff x="0" y="0"/>
          <a:chExt cx="0" cy="0"/>
        </a:xfrm>
      </p:grpSpPr>
      <p:sp>
        <p:nvSpPr>
          <p:cNvPr id="369" name="Google Shape;369;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0" name="Google Shape;370;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9419245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
        <p:cNvGrpSpPr/>
        <p:nvPr/>
      </p:nvGrpSpPr>
      <p:grpSpPr>
        <a:xfrm>
          <a:off x="0" y="0"/>
          <a:ext cx="0" cy="0"/>
          <a:chOff x="0" y="0"/>
          <a:chExt cx="0" cy="0"/>
        </a:xfrm>
      </p:grpSpPr>
      <p:sp>
        <p:nvSpPr>
          <p:cNvPr id="251" name="Google Shape;251;g8a1b6e5601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 name="Google Shape;252;g8a1b6e5601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2691830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2673052-1C4D-4D99-A058-91D579108362}"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0984767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2"/>
        <p:cNvGrpSpPr/>
        <p:nvPr/>
      </p:nvGrpSpPr>
      <p:grpSpPr>
        <a:xfrm>
          <a:off x="0" y="0"/>
          <a:ext cx="0" cy="0"/>
          <a:chOff x="0" y="0"/>
          <a:chExt cx="0" cy="0"/>
        </a:xfrm>
      </p:grpSpPr>
      <p:sp>
        <p:nvSpPr>
          <p:cNvPr id="703" name="Google Shape;703;g8bc00f6a12_0_1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4" name="Google Shape;704;g8bc00f6a12_0_1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1992769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6"/>
        <p:cNvGrpSpPr/>
        <p:nvPr/>
      </p:nvGrpSpPr>
      <p:grpSpPr>
        <a:xfrm>
          <a:off x="0" y="0"/>
          <a:ext cx="0" cy="0"/>
          <a:chOff x="0" y="0"/>
          <a:chExt cx="0" cy="0"/>
        </a:xfrm>
      </p:grpSpPr>
      <p:sp>
        <p:nvSpPr>
          <p:cNvPr id="1167" name="Google Shape;1167;g8e8b782381_0_9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8" name="Google Shape;1168;g8e8b782381_0_9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6923382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5"/>
        <p:cNvGrpSpPr/>
        <p:nvPr/>
      </p:nvGrpSpPr>
      <p:grpSpPr>
        <a:xfrm>
          <a:off x="0" y="0"/>
          <a:ext cx="0" cy="0"/>
          <a:chOff x="0" y="0"/>
          <a:chExt cx="0" cy="0"/>
        </a:xfrm>
      </p:grpSpPr>
      <p:sp>
        <p:nvSpPr>
          <p:cNvPr id="746" name="Google Shape;746;g8bc00f6a12_0_2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7" name="Google Shape;747;g8bc00f6a12_0_2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0761470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5"/>
        <p:cNvGrpSpPr/>
        <p:nvPr/>
      </p:nvGrpSpPr>
      <p:grpSpPr>
        <a:xfrm>
          <a:off x="0" y="0"/>
          <a:ext cx="0" cy="0"/>
          <a:chOff x="0" y="0"/>
          <a:chExt cx="0" cy="0"/>
        </a:xfrm>
      </p:grpSpPr>
      <p:sp>
        <p:nvSpPr>
          <p:cNvPr id="826" name="Google Shape;826;g8a1b6e5601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7" name="Google Shape;827;g8a1b6e5601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4639574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9"/>
        <p:cNvGrpSpPr/>
        <p:nvPr/>
      </p:nvGrpSpPr>
      <p:grpSpPr>
        <a:xfrm>
          <a:off x="0" y="0"/>
          <a:ext cx="0" cy="0"/>
          <a:chOff x="0" y="0"/>
          <a:chExt cx="0" cy="0"/>
        </a:xfrm>
      </p:grpSpPr>
      <p:sp>
        <p:nvSpPr>
          <p:cNvPr id="870" name="Google Shape;870;g8bc00f6a12_0_2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1" name="Google Shape;871;g8bc00f6a12_0_2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9490894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6"/>
        <p:cNvGrpSpPr/>
        <p:nvPr/>
      </p:nvGrpSpPr>
      <p:grpSpPr>
        <a:xfrm>
          <a:off x="0" y="0"/>
          <a:ext cx="0" cy="0"/>
          <a:chOff x="0" y="0"/>
          <a:chExt cx="0" cy="0"/>
        </a:xfrm>
      </p:grpSpPr>
      <p:sp>
        <p:nvSpPr>
          <p:cNvPr id="957" name="Google Shape;957;g8bc00f6a12_0_7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8" name="Google Shape;958;g8bc00f6a12_0_7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1540752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7"/>
        <p:cNvGrpSpPr/>
        <p:nvPr/>
      </p:nvGrpSpPr>
      <p:grpSpPr>
        <a:xfrm>
          <a:off x="0" y="0"/>
          <a:ext cx="0" cy="0"/>
          <a:chOff x="0" y="0"/>
          <a:chExt cx="0" cy="0"/>
        </a:xfrm>
      </p:grpSpPr>
      <p:sp>
        <p:nvSpPr>
          <p:cNvPr id="1048" name="Google Shape;1048;g8e8b782381_0_18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9" name="Google Shape;1049;g8e8b782381_0_18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4344490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8"/>
        <p:cNvGrpSpPr/>
        <p:nvPr/>
      </p:nvGrpSpPr>
      <p:grpSpPr>
        <a:xfrm>
          <a:off x="0" y="0"/>
          <a:ext cx="0" cy="0"/>
          <a:chOff x="0" y="0"/>
          <a:chExt cx="0" cy="0"/>
        </a:xfrm>
      </p:grpSpPr>
      <p:sp>
        <p:nvSpPr>
          <p:cNvPr id="1189" name="Google Shape;1189;g8bc00f6a12_0_2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0" name="Google Shape;1190;g8bc00f6a12_0_2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374316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0"/>
        <p:cNvGrpSpPr/>
        <p:nvPr/>
      </p:nvGrpSpPr>
      <p:grpSpPr>
        <a:xfrm>
          <a:off x="0" y="0"/>
          <a:ext cx="0" cy="0"/>
          <a:chOff x="0" y="0"/>
          <a:chExt cx="0" cy="0"/>
        </a:xfrm>
      </p:grpSpPr>
      <p:sp>
        <p:nvSpPr>
          <p:cNvPr id="1251" name="Google Shape;1251;g8bc00f6a12_0_2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2" name="Google Shape;1252;g8bc00f6a12_0_2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3713662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7"/>
        <p:cNvGrpSpPr/>
        <p:nvPr/>
      </p:nvGrpSpPr>
      <p:grpSpPr>
        <a:xfrm>
          <a:off x="0" y="0"/>
          <a:ext cx="0" cy="0"/>
          <a:chOff x="0" y="0"/>
          <a:chExt cx="0" cy="0"/>
        </a:xfrm>
      </p:grpSpPr>
      <p:sp>
        <p:nvSpPr>
          <p:cNvPr id="1388" name="Google Shape;1388;g8ea1cd333a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9" name="Google Shape;1389;g8ea1cd333a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6963556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5"/>
        <p:cNvGrpSpPr/>
        <p:nvPr/>
      </p:nvGrpSpPr>
      <p:grpSpPr>
        <a:xfrm>
          <a:off x="0" y="0"/>
          <a:ext cx="0" cy="0"/>
          <a:chOff x="0" y="0"/>
          <a:chExt cx="0" cy="0"/>
        </a:xfrm>
      </p:grpSpPr>
      <p:sp>
        <p:nvSpPr>
          <p:cNvPr id="1526" name="Google Shape;1526;g8e8b782381_0_16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7" name="Google Shape;1527;g8e8b782381_0_16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3381912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
        <p:cNvGrpSpPr/>
        <p:nvPr/>
      </p:nvGrpSpPr>
      <p:grpSpPr>
        <a:xfrm>
          <a:off x="0" y="0"/>
          <a:ext cx="0" cy="0"/>
          <a:chOff x="0" y="0"/>
          <a:chExt cx="0" cy="0"/>
        </a:xfrm>
      </p:grpSpPr>
      <p:sp>
        <p:nvSpPr>
          <p:cNvPr id="91" name="Google Shape;91;g8a1b6e5601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 name="Google Shape;92;g8a1b6e5601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4058410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
        <p:cNvGrpSpPr/>
        <p:nvPr/>
      </p:nvGrpSpPr>
      <p:grpSpPr>
        <a:xfrm>
          <a:off x="0" y="0"/>
          <a:ext cx="0" cy="0"/>
          <a:chOff x="0" y="0"/>
          <a:chExt cx="0" cy="0"/>
        </a:xfrm>
      </p:grpSpPr>
      <p:sp>
        <p:nvSpPr>
          <p:cNvPr id="151" name="Google Shape;151;g8e8b782381_0_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 name="Google Shape;152;g8e8b782381_0_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4738802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9"/>
        <p:cNvGrpSpPr/>
        <p:nvPr/>
      </p:nvGrpSpPr>
      <p:grpSpPr>
        <a:xfrm>
          <a:off x="0" y="0"/>
          <a:ext cx="0" cy="0"/>
          <a:chOff x="0" y="0"/>
          <a:chExt cx="0" cy="0"/>
        </a:xfrm>
      </p:grpSpPr>
      <p:sp>
        <p:nvSpPr>
          <p:cNvPr id="210" name="Google Shape;210;g8e8b782381_0_4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 name="Google Shape;211;g8e8b782381_0_4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9107556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
        <p:cNvGrpSpPr/>
        <p:nvPr/>
      </p:nvGrpSpPr>
      <p:grpSpPr>
        <a:xfrm>
          <a:off x="0" y="0"/>
          <a:ext cx="0" cy="0"/>
          <a:chOff x="0" y="0"/>
          <a:chExt cx="0" cy="0"/>
        </a:xfrm>
      </p:grpSpPr>
      <p:sp>
        <p:nvSpPr>
          <p:cNvPr id="297" name="Google Shape;297;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8" name="Google Shape;298;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1511965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9"/>
        <p:cNvGrpSpPr/>
        <p:nvPr/>
      </p:nvGrpSpPr>
      <p:grpSpPr>
        <a:xfrm>
          <a:off x="0" y="0"/>
          <a:ext cx="0" cy="0"/>
          <a:chOff x="0" y="0"/>
          <a:chExt cx="0" cy="0"/>
        </a:xfrm>
      </p:grpSpPr>
      <p:sp>
        <p:nvSpPr>
          <p:cNvPr id="360" name="Google Shape;360;g8e8b782381_0_1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1" name="Google Shape;361;g8e8b782381_0_1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527133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9"/>
        <p:cNvGrpSpPr/>
        <p:nvPr/>
      </p:nvGrpSpPr>
      <p:grpSpPr>
        <a:xfrm>
          <a:off x="0" y="0"/>
          <a:ext cx="0" cy="0"/>
          <a:chOff x="0" y="0"/>
          <a:chExt cx="0" cy="0"/>
        </a:xfrm>
      </p:grpSpPr>
      <p:sp>
        <p:nvSpPr>
          <p:cNvPr id="640" name="Google Shape;640;g8bc00f6a12_0_1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1" name="Google Shape;641;g8bc00f6a12_0_1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7412301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fld id="{B68D2766-C49B-4C1A-9FEE-6F146754B02B}" type="slidenum">
              <a:rPr lang="en-US" smtClean="0"/>
              <a:t>103</a:t>
            </a:fld>
            <a:endParaRPr lang="en-US"/>
          </a:p>
        </p:txBody>
      </p:sp>
    </p:spTree>
    <p:extLst>
      <p:ext uri="{BB962C8B-B14F-4D97-AF65-F5344CB8AC3E}">
        <p14:creationId xmlns:p14="http://schemas.microsoft.com/office/powerpoint/2010/main" val="80777694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fld id="{B68D2766-C49B-4C1A-9FEE-6F146754B02B}" type="slidenum">
              <a:rPr lang="en-US" smtClean="0"/>
              <a:t>104</a:t>
            </a:fld>
            <a:endParaRPr lang="en-US"/>
          </a:p>
        </p:txBody>
      </p:sp>
    </p:spTree>
    <p:extLst>
      <p:ext uri="{BB962C8B-B14F-4D97-AF65-F5344CB8AC3E}">
        <p14:creationId xmlns:p14="http://schemas.microsoft.com/office/powerpoint/2010/main" val="226106031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68D2766-C49B-4C1A-9FEE-6F146754B02B}" type="slidenum">
              <a:rPr lang="en-US" smtClean="0"/>
              <a:t>105</a:t>
            </a:fld>
            <a:endParaRPr lang="en-US"/>
          </a:p>
        </p:txBody>
      </p:sp>
    </p:spTree>
    <p:extLst>
      <p:ext uri="{BB962C8B-B14F-4D97-AF65-F5344CB8AC3E}">
        <p14:creationId xmlns:p14="http://schemas.microsoft.com/office/powerpoint/2010/main" val="140700132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1"/>
        <p:cNvGrpSpPr/>
        <p:nvPr/>
      </p:nvGrpSpPr>
      <p:grpSpPr>
        <a:xfrm>
          <a:off x="0" y="0"/>
          <a:ext cx="0" cy="0"/>
          <a:chOff x="0" y="0"/>
          <a:chExt cx="0" cy="0"/>
        </a:xfrm>
      </p:grpSpPr>
      <p:sp>
        <p:nvSpPr>
          <p:cNvPr id="412" name="Google Shape;412;p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413" name="Google Shape;413;p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77543293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1"/>
        <p:cNvGrpSpPr/>
        <p:nvPr/>
      </p:nvGrpSpPr>
      <p:grpSpPr>
        <a:xfrm>
          <a:off x="0" y="0"/>
          <a:ext cx="0" cy="0"/>
          <a:chOff x="0" y="0"/>
          <a:chExt cx="0" cy="0"/>
        </a:xfrm>
      </p:grpSpPr>
      <p:sp>
        <p:nvSpPr>
          <p:cNvPr id="322" name="Google Shape;322;p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323" name="Google Shape;323;p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5940053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
        <p:cNvGrpSpPr/>
        <p:nvPr/>
      </p:nvGrpSpPr>
      <p:grpSpPr>
        <a:xfrm>
          <a:off x="0" y="0"/>
          <a:ext cx="0" cy="0"/>
          <a:chOff x="0" y="0"/>
          <a:chExt cx="0" cy="0"/>
        </a:xfrm>
      </p:grpSpPr>
      <p:sp>
        <p:nvSpPr>
          <p:cNvPr id="444" name="Google Shape;444;p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445" name="Google Shape;445;p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49940625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1"/>
        <p:cNvGrpSpPr/>
        <p:nvPr/>
      </p:nvGrpSpPr>
      <p:grpSpPr>
        <a:xfrm>
          <a:off x="0" y="0"/>
          <a:ext cx="0" cy="0"/>
          <a:chOff x="0" y="0"/>
          <a:chExt cx="0" cy="0"/>
        </a:xfrm>
      </p:grpSpPr>
      <p:sp>
        <p:nvSpPr>
          <p:cNvPr id="592" name="Google Shape;592;g8e8b782381_0_7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3" name="Google Shape;593;g8e8b782381_0_7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0324088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5"/>
        <p:cNvGrpSpPr/>
        <p:nvPr/>
      </p:nvGrpSpPr>
      <p:grpSpPr>
        <a:xfrm>
          <a:off x="0" y="0"/>
          <a:ext cx="0" cy="0"/>
          <a:chOff x="0" y="0"/>
          <a:chExt cx="0" cy="0"/>
        </a:xfrm>
      </p:grpSpPr>
      <p:sp>
        <p:nvSpPr>
          <p:cNvPr id="786" name="Google Shape;786;g8bc00f6a12_0_2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7" name="Google Shape;787;g8bc00f6a12_0_2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6352965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7"/>
        <p:cNvGrpSpPr/>
        <p:nvPr/>
      </p:nvGrpSpPr>
      <p:grpSpPr>
        <a:xfrm>
          <a:off x="0" y="0"/>
          <a:ext cx="0" cy="0"/>
          <a:chOff x="0" y="0"/>
          <a:chExt cx="0" cy="0"/>
        </a:xfrm>
      </p:grpSpPr>
      <p:sp>
        <p:nvSpPr>
          <p:cNvPr id="928" name="Google Shape;928;g8e8b782381_0_16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9" name="Google Shape;929;g8e8b782381_0_16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4954758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2"/>
        <p:cNvGrpSpPr/>
        <p:nvPr/>
      </p:nvGrpSpPr>
      <p:grpSpPr>
        <a:xfrm>
          <a:off x="0" y="0"/>
          <a:ext cx="0" cy="0"/>
          <a:chOff x="0" y="0"/>
          <a:chExt cx="0" cy="0"/>
        </a:xfrm>
      </p:grpSpPr>
      <p:sp>
        <p:nvSpPr>
          <p:cNvPr id="993" name="Google Shape;993;g8bc00f6a12_0_2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4" name="Google Shape;994;g8bc00f6a12_0_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668890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3"/>
        <p:cNvGrpSpPr/>
        <p:nvPr/>
      </p:nvGrpSpPr>
      <p:grpSpPr>
        <a:xfrm>
          <a:off x="0" y="0"/>
          <a:ext cx="0" cy="0"/>
          <a:chOff x="0" y="0"/>
          <a:chExt cx="0" cy="0"/>
        </a:xfrm>
      </p:grpSpPr>
      <p:sp>
        <p:nvSpPr>
          <p:cNvPr id="1324" name="Google Shape;1324;g8e8b782381_0_23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5" name="Google Shape;1325;g8e8b782381_0_23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010362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6"/>
        <p:cNvGrpSpPr/>
        <p:nvPr/>
      </p:nvGrpSpPr>
      <p:grpSpPr>
        <a:xfrm>
          <a:off x="0" y="0"/>
          <a:ext cx="0" cy="0"/>
          <a:chOff x="0" y="0"/>
          <a:chExt cx="0" cy="0"/>
        </a:xfrm>
      </p:grpSpPr>
      <p:sp>
        <p:nvSpPr>
          <p:cNvPr id="1457" name="Google Shape;1457;g8bc00f6a1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8" name="Google Shape;1458;g8bc00f6a1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8450555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5">
          <a:extLst>
            <a:ext uri="{FF2B5EF4-FFF2-40B4-BE49-F238E27FC236}">
              <a16:creationId xmlns:a16="http://schemas.microsoft.com/office/drawing/2014/main" id="{B1DC1CC6-5EC9-29F6-FCE0-EB2E0B47722B}"/>
            </a:ext>
          </a:extLst>
        </p:cNvPr>
        <p:cNvGrpSpPr/>
        <p:nvPr/>
      </p:nvGrpSpPr>
      <p:grpSpPr>
        <a:xfrm>
          <a:off x="0" y="0"/>
          <a:ext cx="0" cy="0"/>
          <a:chOff x="0" y="0"/>
          <a:chExt cx="0" cy="0"/>
        </a:xfrm>
      </p:grpSpPr>
      <p:sp>
        <p:nvSpPr>
          <p:cNvPr id="516" name="Google Shape;516;g8e8b782381_0_573:notes">
            <a:extLst>
              <a:ext uri="{FF2B5EF4-FFF2-40B4-BE49-F238E27FC236}">
                <a16:creationId xmlns:a16="http://schemas.microsoft.com/office/drawing/2014/main" id="{F6FC2F51-9FE1-3D38-DF2D-D0DFE6EE1A7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7" name="Google Shape;517;g8e8b782381_0_573:notes">
            <a:extLst>
              <a:ext uri="{FF2B5EF4-FFF2-40B4-BE49-F238E27FC236}">
                <a16:creationId xmlns:a16="http://schemas.microsoft.com/office/drawing/2014/main" id="{71CC768E-91EB-C9F4-D873-26CFCCB49A6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9029810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68D2766-C49B-4C1A-9FEE-6F146754B02B}" type="slidenum">
              <a:rPr lang="en-US" smtClean="0"/>
              <a:t>123</a:t>
            </a:fld>
            <a:endParaRPr lang="en-US"/>
          </a:p>
        </p:txBody>
      </p:sp>
    </p:spTree>
    <p:extLst>
      <p:ext uri="{BB962C8B-B14F-4D97-AF65-F5344CB8AC3E}">
        <p14:creationId xmlns:p14="http://schemas.microsoft.com/office/powerpoint/2010/main" val="349222966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533C0D-A300-C0F1-7B82-C817B620C0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7D62ECB-442D-40FC-A20C-1A6DE314643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E13221B-A52C-470F-24D9-9161BC9BD7A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F1F88ED-7746-460E-E8E3-EF4EFD548418}"/>
              </a:ext>
            </a:extLst>
          </p:cNvPr>
          <p:cNvSpPr>
            <a:spLocks noGrp="1"/>
          </p:cNvSpPr>
          <p:nvPr>
            <p:ph type="sldNum" sz="quarter" idx="5"/>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CA2D21D1-52E2-420B-B491-CFF6D7BB79FB}"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1218987"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582096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
        <p:cNvGrpSpPr/>
        <p:nvPr/>
      </p:nvGrpSpPr>
      <p:grpSpPr>
        <a:xfrm>
          <a:off x="0" y="0"/>
          <a:ext cx="0" cy="0"/>
          <a:chOff x="0" y="0"/>
          <a:chExt cx="0" cy="0"/>
        </a:xfrm>
      </p:grpSpPr>
      <p:sp>
        <p:nvSpPr>
          <p:cNvPr id="420" name="Google Shape;420;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1" name="Google Shape;421;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4678734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0"/>
        <p:cNvGrpSpPr/>
        <p:nvPr/>
      </p:nvGrpSpPr>
      <p:grpSpPr>
        <a:xfrm>
          <a:off x="0" y="0"/>
          <a:ext cx="0" cy="0"/>
          <a:chOff x="0" y="0"/>
          <a:chExt cx="0" cy="0"/>
        </a:xfrm>
      </p:grpSpPr>
      <p:sp>
        <p:nvSpPr>
          <p:cNvPr id="1081" name="Google Shape;1081;g8bc00f6a12_0_2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2" name="Google Shape;1082;g8bc00f6a12_0_2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1961668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7"/>
        <p:cNvGrpSpPr/>
        <p:nvPr/>
      </p:nvGrpSpPr>
      <p:grpSpPr>
        <a:xfrm>
          <a:off x="0" y="0"/>
          <a:ext cx="0" cy="0"/>
          <a:chOff x="0" y="0"/>
          <a:chExt cx="0" cy="0"/>
        </a:xfrm>
      </p:grpSpPr>
      <p:sp>
        <p:nvSpPr>
          <p:cNvPr id="1358" name="Google Shape;1358;g8ea1cd333a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9" name="Google Shape;1359;g8ea1cd333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336724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8"/>
        <p:cNvGrpSpPr/>
        <p:nvPr/>
      </p:nvGrpSpPr>
      <p:grpSpPr>
        <a:xfrm>
          <a:off x="0" y="0"/>
          <a:ext cx="0" cy="0"/>
          <a:chOff x="0" y="0"/>
          <a:chExt cx="0" cy="0"/>
        </a:xfrm>
      </p:grpSpPr>
      <p:sp>
        <p:nvSpPr>
          <p:cNvPr id="1489" name="Google Shape;1489;g8ea1cd333a_0_3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 name="Google Shape;1490;g8ea1cd333a_0_3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3725783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
        <p:cNvGrpSpPr/>
        <p:nvPr/>
      </p:nvGrpSpPr>
      <p:grpSpPr>
        <a:xfrm>
          <a:off x="0" y="0"/>
          <a:ext cx="0" cy="0"/>
          <a:chOff x="0" y="0"/>
          <a:chExt cx="0" cy="0"/>
        </a:xfrm>
      </p:grpSpPr>
      <p:sp>
        <p:nvSpPr>
          <p:cNvPr id="209" name="Google Shape;209;g1de95a381e3_0_10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 name="Google Shape;210;g1de95a381e3_0_10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530166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
        <p:cNvGrpSpPr/>
        <p:nvPr/>
      </p:nvGrpSpPr>
      <p:grpSpPr>
        <a:xfrm>
          <a:off x="0" y="0"/>
          <a:ext cx="0" cy="0"/>
          <a:chOff x="0" y="0"/>
          <a:chExt cx="0" cy="0"/>
        </a:xfrm>
      </p:grpSpPr>
      <p:sp>
        <p:nvSpPr>
          <p:cNvPr id="124" name="Google Shape;124;g1de95a381e3_0_5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 name="Google Shape;125;g1de95a381e3_0_5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2" Type="http://schemas.openxmlformats.org/officeDocument/2006/relationships/slideMaster" Target="../slideMasters/slideMaster7.xml"/><Relationship Id="rId1" Type="http://schemas.openxmlformats.org/officeDocument/2006/relationships/themeOverride" Target="../theme/themeOverride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2" Type="http://schemas.openxmlformats.org/officeDocument/2006/relationships/slideMaster" Target="../slideMasters/slideMaster7.xml"/><Relationship Id="rId1" Type="http://schemas.openxmlformats.org/officeDocument/2006/relationships/themeOverride" Target="../theme/themeOverride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BFA059-3EF6-4ABD-9D2F-656AF8F1651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12EEAA64-FF2D-428C-BB03-CE972508546F}"/>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D70E25A1-9B0E-4400-9502-E5B4861A1AAC}"/>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5" name="Footer Placeholder 4">
            <a:extLst>
              <a:ext uri="{FF2B5EF4-FFF2-40B4-BE49-F238E27FC236}">
                <a16:creationId xmlns:a16="http://schemas.microsoft.com/office/drawing/2014/main" id="{8D76A893-2586-410C-9A16-34F3D83D38C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06E39D2-BA28-43C4-A0F3-A7A4E0AEFEAA}"/>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15623468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C79705-2E35-4F6B-AC1F-1959C46CF30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75505D0-2CB9-445F-9B8A-51627147F44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C59A57-F618-4C8E-B1CA-EF4BA3C7DB16}"/>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5" name="Footer Placeholder 4">
            <a:extLst>
              <a:ext uri="{FF2B5EF4-FFF2-40B4-BE49-F238E27FC236}">
                <a16:creationId xmlns:a16="http://schemas.microsoft.com/office/drawing/2014/main" id="{2117FFFA-3AE4-4893-88AF-320A2D497F5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7D42C5F-6173-41AF-8616-3D6E1F54523D}"/>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316793240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AC6477-4E35-4CD0-8E72-6BE70FBEE734}"/>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C8779AE7-CC62-40FA-9045-49502CB210DF}"/>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9289BD5F-7BA2-4215-8B9A-F21AB9C1BA8A}"/>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5" name="Footer Placeholder 4">
            <a:extLst>
              <a:ext uri="{FF2B5EF4-FFF2-40B4-BE49-F238E27FC236}">
                <a16:creationId xmlns:a16="http://schemas.microsoft.com/office/drawing/2014/main" id="{24C64B28-B38C-4AC9-B4CD-A52339EE1C5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F915623-59F5-4A07-9976-934ABA8D72DB}"/>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328358316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6D1B7A-C378-4F68-95DD-9352D193C9DF}"/>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AB7D4FD8-4526-4D0A-83C9-32BC92AAF12B}"/>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E0052FB0-4081-4E5C-936C-4C6A48028752}"/>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D0A474F4-6BEC-4260-842C-A60AB72CEBC7}"/>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6" name="Footer Placeholder 5">
            <a:extLst>
              <a:ext uri="{FF2B5EF4-FFF2-40B4-BE49-F238E27FC236}">
                <a16:creationId xmlns:a16="http://schemas.microsoft.com/office/drawing/2014/main" id="{6AD0091B-3D62-4D54-B2AF-F39D8505A159}"/>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7E68D4B3-BEA3-4A3E-95E3-D45457009F4B}"/>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305259511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DA1BDA-992E-4A51-BB51-7156B50AD7D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6AFDE345-38BE-4EBE-B715-DFEF7ADD12E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C613E4F-B726-47BF-B597-26A7C846A508}"/>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E9FC10C7-CB43-46AA-8D71-12D8A22D7FFA}"/>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6DB06A5-B06E-442A-A8B7-37481ED873C9}"/>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3BFABE7A-B06A-4ACD-A328-888B4EA4F575}"/>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8" name="Footer Placeholder 7">
            <a:extLst>
              <a:ext uri="{FF2B5EF4-FFF2-40B4-BE49-F238E27FC236}">
                <a16:creationId xmlns:a16="http://schemas.microsoft.com/office/drawing/2014/main" id="{DF47501F-E7D8-4B37-90AE-2AB2F61C91B1}"/>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9C7A26A4-86B9-443C-B089-DC1B8036EA48}"/>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405870365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68D09A-DA2A-4E43-8FB0-97043E08C9C2}"/>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730BED7B-AE18-46AE-B950-A001801C4550}"/>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4" name="Footer Placeholder 3">
            <a:extLst>
              <a:ext uri="{FF2B5EF4-FFF2-40B4-BE49-F238E27FC236}">
                <a16:creationId xmlns:a16="http://schemas.microsoft.com/office/drawing/2014/main" id="{BBBEDE60-8568-4BD7-AA92-915BF972EEB1}"/>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A6106784-B095-4209-BF42-F8639D89D924}"/>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4990015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BDFDBE5-8D46-4C70-95DD-AE9FA702FE18}"/>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3" name="Footer Placeholder 2">
            <a:extLst>
              <a:ext uri="{FF2B5EF4-FFF2-40B4-BE49-F238E27FC236}">
                <a16:creationId xmlns:a16="http://schemas.microsoft.com/office/drawing/2014/main" id="{FE07FDBC-3401-40C8-BC86-B6A79CB92C10}"/>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384E4592-ED04-48BB-80BF-2FC00A167A8D}"/>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323493923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49B543-C6CE-42AE-83AE-B6000A23E92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2CBF4CF1-B938-4B73-9D02-13CE6FB6DD1A}"/>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06322252-87B6-4BDD-B97B-1EA5DE06B08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844D745-A78E-4F2D-8504-EF8339C4261E}"/>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6" name="Footer Placeholder 5">
            <a:extLst>
              <a:ext uri="{FF2B5EF4-FFF2-40B4-BE49-F238E27FC236}">
                <a16:creationId xmlns:a16="http://schemas.microsoft.com/office/drawing/2014/main" id="{A30C9FBC-A3BD-4406-B6E0-AC780DD6E7C9}"/>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F5C4F64-51DB-4BEB-9956-4E53561A8426}"/>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327761863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47EFA2-51A5-4600-A341-F1370D0CCC6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3FEE373-E4A8-4537-AD7F-3A6ADDFB6353}"/>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C8CDBA7D-3669-4AED-8FC2-30F1F82CD21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CD75BC3-8FC5-4377-B100-5124FDC1A36F}"/>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6" name="Footer Placeholder 5">
            <a:extLst>
              <a:ext uri="{FF2B5EF4-FFF2-40B4-BE49-F238E27FC236}">
                <a16:creationId xmlns:a16="http://schemas.microsoft.com/office/drawing/2014/main" id="{029A41D3-5C94-43F4-976C-5377AD8E445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4F73617-CB04-4FB1-8682-524E0F72B3A4}"/>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369289756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6025C9-B94C-4953-8C9A-F13CEEC4DD5A}"/>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5653A944-F448-43C2-9F6E-0FD187CBDAAF}"/>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30758D0-CD5C-4226-BE36-1E153FA7671B}"/>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5" name="Footer Placeholder 4">
            <a:extLst>
              <a:ext uri="{FF2B5EF4-FFF2-40B4-BE49-F238E27FC236}">
                <a16:creationId xmlns:a16="http://schemas.microsoft.com/office/drawing/2014/main" id="{3271962B-5291-4B30-B548-498D794E84B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BAFD2EC-1125-4664-A63E-DBAB07016481}"/>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377142677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8A58FA1-7F8E-4C04-B813-D8F844EE07A3}"/>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0119C0D5-4696-40E3-9E47-B338FB3146C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8A84D57-BE6F-45E4-9E93-48E2E77C151A}"/>
              </a:ext>
            </a:extLst>
          </p:cNvPr>
          <p:cNvSpPr>
            <a:spLocks noGrp="1"/>
          </p:cNvSpPr>
          <p:nvPr>
            <p:ph type="dt" sz="half" idx="10"/>
          </p:nvPr>
        </p:nvSpPr>
        <p:spPr/>
        <p:txBody>
          <a:bodyPr/>
          <a:lstStyle/>
          <a:p>
            <a:fld id="{DF33CA11-656F-4FB2-93FB-89E34777F27A}" type="datetimeFigureOut">
              <a:rPr lang="en-US" smtClean="0"/>
              <a:t>5/4/2025</a:t>
            </a:fld>
            <a:endParaRPr lang="en-US"/>
          </a:p>
        </p:txBody>
      </p:sp>
      <p:sp>
        <p:nvSpPr>
          <p:cNvPr id="5" name="Footer Placeholder 4">
            <a:extLst>
              <a:ext uri="{FF2B5EF4-FFF2-40B4-BE49-F238E27FC236}">
                <a16:creationId xmlns:a16="http://schemas.microsoft.com/office/drawing/2014/main" id="{7A9BE689-F98D-4435-BD50-696940EAF0D1}"/>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C1D179B-F92F-403F-B118-AD42B05B2604}"/>
              </a:ext>
            </a:extLst>
          </p:cNvPr>
          <p:cNvSpPr>
            <a:spLocks noGrp="1"/>
          </p:cNvSpPr>
          <p:nvPr>
            <p:ph type="sldNum" sz="quarter" idx="12"/>
          </p:nvPr>
        </p:nvSpPr>
        <p:spPr/>
        <p:txBody>
          <a:bodyPr/>
          <a:lstStyle/>
          <a:p>
            <a:fld id="{0B994777-F16A-46E2-8BE6-DC03DDF0AE25}" type="slidenum">
              <a:rPr lang="en-US" smtClean="0"/>
              <a:t>‹#›</a:t>
            </a:fld>
            <a:endParaRPr lang="en-US"/>
          </a:p>
        </p:txBody>
      </p:sp>
    </p:spTree>
    <p:extLst>
      <p:ext uri="{BB962C8B-B14F-4D97-AF65-F5344CB8AC3E}">
        <p14:creationId xmlns:p14="http://schemas.microsoft.com/office/powerpoint/2010/main" val="411697644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8660085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6289367" y="1707200"/>
            <a:ext cx="4582000" cy="2886400"/>
          </a:xfrm>
          <a:prstGeom prst="rect">
            <a:avLst/>
          </a:prstGeom>
        </p:spPr>
        <p:txBody>
          <a:bodyPr spcFirstLastPara="1" wrap="square" lIns="91425" tIns="91425" rIns="91425" bIns="91425" anchor="ctr" anchorCtr="0">
            <a:noAutofit/>
          </a:bodyPr>
          <a:lstStyle>
            <a:lvl1pPr lvl="0">
              <a:spcBef>
                <a:spcPts val="0"/>
              </a:spcBef>
              <a:spcAft>
                <a:spcPts val="0"/>
              </a:spcAft>
              <a:buSzPts val="4500"/>
              <a:buNone/>
              <a:defRPr sz="6933">
                <a:latin typeface="Fira Sans Extra Condensed SemiBold"/>
                <a:ea typeface="Fira Sans Extra Condensed SemiBold"/>
                <a:cs typeface="Fira Sans Extra Condensed SemiBold"/>
                <a:sym typeface="Fira Sans Extra Condensed SemiBold"/>
              </a:defRPr>
            </a:lvl1pPr>
            <a:lvl2pPr lvl="1" algn="r">
              <a:spcBef>
                <a:spcPts val="0"/>
              </a:spcBef>
              <a:spcAft>
                <a:spcPts val="0"/>
              </a:spcAft>
              <a:buSzPts val="4500"/>
              <a:buNone/>
              <a:defRPr sz="6000"/>
            </a:lvl2pPr>
            <a:lvl3pPr lvl="2" algn="r">
              <a:spcBef>
                <a:spcPts val="0"/>
              </a:spcBef>
              <a:spcAft>
                <a:spcPts val="0"/>
              </a:spcAft>
              <a:buSzPts val="4500"/>
              <a:buNone/>
              <a:defRPr sz="6000"/>
            </a:lvl3pPr>
            <a:lvl4pPr lvl="3" algn="r">
              <a:spcBef>
                <a:spcPts val="0"/>
              </a:spcBef>
              <a:spcAft>
                <a:spcPts val="0"/>
              </a:spcAft>
              <a:buSzPts val="4500"/>
              <a:buNone/>
              <a:defRPr sz="6000"/>
            </a:lvl4pPr>
            <a:lvl5pPr lvl="4" algn="r">
              <a:spcBef>
                <a:spcPts val="0"/>
              </a:spcBef>
              <a:spcAft>
                <a:spcPts val="0"/>
              </a:spcAft>
              <a:buSzPts val="4500"/>
              <a:buNone/>
              <a:defRPr sz="6000"/>
            </a:lvl5pPr>
            <a:lvl6pPr lvl="5" algn="r">
              <a:spcBef>
                <a:spcPts val="0"/>
              </a:spcBef>
              <a:spcAft>
                <a:spcPts val="0"/>
              </a:spcAft>
              <a:buSzPts val="4500"/>
              <a:buNone/>
              <a:defRPr sz="6000"/>
            </a:lvl6pPr>
            <a:lvl7pPr lvl="6" algn="r">
              <a:spcBef>
                <a:spcPts val="0"/>
              </a:spcBef>
              <a:spcAft>
                <a:spcPts val="0"/>
              </a:spcAft>
              <a:buSzPts val="4500"/>
              <a:buNone/>
              <a:defRPr sz="6000"/>
            </a:lvl7pPr>
            <a:lvl8pPr lvl="7" algn="r">
              <a:spcBef>
                <a:spcPts val="0"/>
              </a:spcBef>
              <a:spcAft>
                <a:spcPts val="0"/>
              </a:spcAft>
              <a:buSzPts val="4500"/>
              <a:buNone/>
              <a:defRPr sz="6000"/>
            </a:lvl8pPr>
            <a:lvl9pPr lvl="8" algn="r">
              <a:spcBef>
                <a:spcPts val="0"/>
              </a:spcBef>
              <a:spcAft>
                <a:spcPts val="0"/>
              </a:spcAft>
              <a:buSzPts val="4500"/>
              <a:buNone/>
              <a:defRPr sz="6000"/>
            </a:lvl9pPr>
          </a:lstStyle>
          <a:p>
            <a:endParaRPr/>
          </a:p>
        </p:txBody>
      </p:sp>
      <p:sp>
        <p:nvSpPr>
          <p:cNvPr id="10" name="Google Shape;10;p2"/>
          <p:cNvSpPr txBox="1">
            <a:spLocks noGrp="1"/>
          </p:cNvSpPr>
          <p:nvPr>
            <p:ph type="subTitle" idx="1"/>
          </p:nvPr>
        </p:nvSpPr>
        <p:spPr>
          <a:xfrm>
            <a:off x="6289367" y="4593600"/>
            <a:ext cx="5260400" cy="5572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500"/>
              <a:buNone/>
              <a:defRPr sz="2133"/>
            </a:lvl1pPr>
            <a:lvl2pPr lvl="1" algn="r">
              <a:lnSpc>
                <a:spcPct val="100000"/>
              </a:lnSpc>
              <a:spcBef>
                <a:spcPts val="0"/>
              </a:spcBef>
              <a:spcAft>
                <a:spcPts val="0"/>
              </a:spcAft>
              <a:buSzPts val="1500"/>
              <a:buNone/>
              <a:defRPr sz="2000"/>
            </a:lvl2pPr>
            <a:lvl3pPr lvl="2" algn="r">
              <a:lnSpc>
                <a:spcPct val="100000"/>
              </a:lnSpc>
              <a:spcBef>
                <a:spcPts val="0"/>
              </a:spcBef>
              <a:spcAft>
                <a:spcPts val="0"/>
              </a:spcAft>
              <a:buSzPts val="1500"/>
              <a:buNone/>
              <a:defRPr sz="2000"/>
            </a:lvl3pPr>
            <a:lvl4pPr lvl="3" algn="r">
              <a:lnSpc>
                <a:spcPct val="100000"/>
              </a:lnSpc>
              <a:spcBef>
                <a:spcPts val="0"/>
              </a:spcBef>
              <a:spcAft>
                <a:spcPts val="0"/>
              </a:spcAft>
              <a:buSzPts val="1500"/>
              <a:buNone/>
              <a:defRPr sz="2000"/>
            </a:lvl4pPr>
            <a:lvl5pPr lvl="4" algn="r">
              <a:lnSpc>
                <a:spcPct val="100000"/>
              </a:lnSpc>
              <a:spcBef>
                <a:spcPts val="0"/>
              </a:spcBef>
              <a:spcAft>
                <a:spcPts val="0"/>
              </a:spcAft>
              <a:buSzPts val="1500"/>
              <a:buNone/>
              <a:defRPr sz="2000"/>
            </a:lvl5pPr>
            <a:lvl6pPr lvl="5" algn="r">
              <a:lnSpc>
                <a:spcPct val="100000"/>
              </a:lnSpc>
              <a:spcBef>
                <a:spcPts val="0"/>
              </a:spcBef>
              <a:spcAft>
                <a:spcPts val="0"/>
              </a:spcAft>
              <a:buSzPts val="1500"/>
              <a:buNone/>
              <a:defRPr sz="2000"/>
            </a:lvl6pPr>
            <a:lvl7pPr lvl="6" algn="r">
              <a:lnSpc>
                <a:spcPct val="100000"/>
              </a:lnSpc>
              <a:spcBef>
                <a:spcPts val="0"/>
              </a:spcBef>
              <a:spcAft>
                <a:spcPts val="0"/>
              </a:spcAft>
              <a:buSzPts val="1500"/>
              <a:buNone/>
              <a:defRPr sz="2000"/>
            </a:lvl7pPr>
            <a:lvl8pPr lvl="7" algn="r">
              <a:lnSpc>
                <a:spcPct val="100000"/>
              </a:lnSpc>
              <a:spcBef>
                <a:spcPts val="0"/>
              </a:spcBef>
              <a:spcAft>
                <a:spcPts val="0"/>
              </a:spcAft>
              <a:buSzPts val="1500"/>
              <a:buNone/>
              <a:defRPr sz="2000"/>
            </a:lvl8pPr>
            <a:lvl9pPr lvl="8" algn="r">
              <a:lnSpc>
                <a:spcPct val="100000"/>
              </a:lnSpc>
              <a:spcBef>
                <a:spcPts val="0"/>
              </a:spcBef>
              <a:spcAft>
                <a:spcPts val="0"/>
              </a:spcAft>
              <a:buSzPts val="1500"/>
              <a:buNone/>
              <a:defRPr sz="2000"/>
            </a:lvl9pPr>
          </a:lstStyle>
          <a:p>
            <a:endParaRPr/>
          </a:p>
        </p:txBody>
      </p:sp>
    </p:spTree>
    <p:extLst>
      <p:ext uri="{BB962C8B-B14F-4D97-AF65-F5344CB8AC3E}">
        <p14:creationId xmlns:p14="http://schemas.microsoft.com/office/powerpoint/2010/main" val="380233825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415600" y="2867800"/>
            <a:ext cx="113608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2657136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title"/>
          </p:nvPr>
        </p:nvSpPr>
        <p:spPr>
          <a:xfrm>
            <a:off x="947033" y="715533"/>
            <a:ext cx="10298000" cy="6416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6" name="Google Shape;16;p4"/>
          <p:cNvSpPr txBox="1">
            <a:spLocks noGrp="1"/>
          </p:cNvSpPr>
          <p:nvPr>
            <p:ph type="body" idx="1"/>
          </p:nvPr>
        </p:nvSpPr>
        <p:spPr>
          <a:xfrm>
            <a:off x="947033" y="1536633"/>
            <a:ext cx="10298000" cy="46060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
        <p:nvSpPr>
          <p:cNvPr id="17" name="Google Shape;17;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74929021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title"/>
          </p:nvPr>
        </p:nvSpPr>
        <p:spPr>
          <a:xfrm>
            <a:off x="947033" y="715533"/>
            <a:ext cx="10298000" cy="6416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0" name="Google Shape;20;p5"/>
          <p:cNvSpPr txBox="1">
            <a:spLocks noGrp="1"/>
          </p:cNvSpPr>
          <p:nvPr>
            <p:ph type="body" idx="1"/>
          </p:nvPr>
        </p:nvSpPr>
        <p:spPr>
          <a:xfrm>
            <a:off x="4156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21" name="Google Shape;21;p5"/>
          <p:cNvSpPr txBox="1">
            <a:spLocks noGrp="1"/>
          </p:cNvSpPr>
          <p:nvPr>
            <p:ph type="body" idx="2"/>
          </p:nvPr>
        </p:nvSpPr>
        <p:spPr>
          <a:xfrm>
            <a:off x="64432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22" name="Google Shape;22;p5"/>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1989549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3"/>
        <p:cNvGrpSpPr/>
        <p:nvPr/>
      </p:nvGrpSpPr>
      <p:grpSpPr>
        <a:xfrm>
          <a:off x="0" y="0"/>
          <a:ext cx="0" cy="0"/>
          <a:chOff x="0" y="0"/>
          <a:chExt cx="0" cy="0"/>
        </a:xfrm>
      </p:grpSpPr>
      <p:sp>
        <p:nvSpPr>
          <p:cNvPr id="24" name="Google Shape;24;p6"/>
          <p:cNvSpPr txBox="1">
            <a:spLocks noGrp="1"/>
          </p:cNvSpPr>
          <p:nvPr>
            <p:ph type="title"/>
          </p:nvPr>
        </p:nvSpPr>
        <p:spPr>
          <a:xfrm>
            <a:off x="947033" y="715533"/>
            <a:ext cx="10298000" cy="6416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a:lvl1pPr>
            <a:lvl2pPr lvl="1" algn="ctr">
              <a:spcBef>
                <a:spcPts val="0"/>
              </a:spcBef>
              <a:spcAft>
                <a:spcPts val="0"/>
              </a:spcAft>
              <a:buSzPts val="2800"/>
              <a:buNone/>
              <a:defRPr/>
            </a:lvl2pPr>
            <a:lvl3pPr lvl="2" algn="ctr">
              <a:spcBef>
                <a:spcPts val="0"/>
              </a:spcBef>
              <a:spcAft>
                <a:spcPts val="0"/>
              </a:spcAft>
              <a:buSzPts val="2800"/>
              <a:buNone/>
              <a:defRPr/>
            </a:lvl3pPr>
            <a:lvl4pPr lvl="3" algn="ctr">
              <a:spcBef>
                <a:spcPts val="0"/>
              </a:spcBef>
              <a:spcAft>
                <a:spcPts val="0"/>
              </a:spcAft>
              <a:buSzPts val="2800"/>
              <a:buNone/>
              <a:defRPr/>
            </a:lvl4pPr>
            <a:lvl5pPr lvl="4" algn="ctr">
              <a:spcBef>
                <a:spcPts val="0"/>
              </a:spcBef>
              <a:spcAft>
                <a:spcPts val="0"/>
              </a:spcAft>
              <a:buSzPts val="2800"/>
              <a:buNone/>
              <a:defRPr/>
            </a:lvl5pPr>
            <a:lvl6pPr lvl="5" algn="ctr">
              <a:spcBef>
                <a:spcPts val="0"/>
              </a:spcBef>
              <a:spcAft>
                <a:spcPts val="0"/>
              </a:spcAft>
              <a:buSzPts val="2800"/>
              <a:buNone/>
              <a:defRPr/>
            </a:lvl6pPr>
            <a:lvl7pPr lvl="6" algn="ctr">
              <a:spcBef>
                <a:spcPts val="0"/>
              </a:spcBef>
              <a:spcAft>
                <a:spcPts val="0"/>
              </a:spcAft>
              <a:buSzPts val="2800"/>
              <a:buNone/>
              <a:defRPr/>
            </a:lvl7pPr>
            <a:lvl8pPr lvl="7" algn="ctr">
              <a:spcBef>
                <a:spcPts val="0"/>
              </a:spcBef>
              <a:spcAft>
                <a:spcPts val="0"/>
              </a:spcAft>
              <a:buSzPts val="2800"/>
              <a:buNone/>
              <a:defRPr/>
            </a:lvl8pPr>
            <a:lvl9pPr lvl="8" algn="ctr">
              <a:spcBef>
                <a:spcPts val="0"/>
              </a:spcBef>
              <a:spcAft>
                <a:spcPts val="0"/>
              </a:spcAft>
              <a:buSzPts val="2800"/>
              <a:buNone/>
              <a:defRPr/>
            </a:lvl9pPr>
          </a:lstStyle>
          <a:p>
            <a:endParaRPr/>
          </a:p>
        </p:txBody>
      </p:sp>
    </p:spTree>
    <p:extLst>
      <p:ext uri="{BB962C8B-B14F-4D97-AF65-F5344CB8AC3E}">
        <p14:creationId xmlns:p14="http://schemas.microsoft.com/office/powerpoint/2010/main" val="104152071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5"/>
        <p:cNvGrpSpPr/>
        <p:nvPr/>
      </p:nvGrpSpPr>
      <p:grpSpPr>
        <a:xfrm>
          <a:off x="0" y="0"/>
          <a:ext cx="0" cy="0"/>
          <a:chOff x="0" y="0"/>
          <a:chExt cx="0" cy="0"/>
        </a:xfrm>
      </p:grpSpPr>
      <p:sp>
        <p:nvSpPr>
          <p:cNvPr id="26" name="Google Shape;26;p7"/>
          <p:cNvSpPr txBox="1">
            <a:spLocks noGrp="1"/>
          </p:cNvSpPr>
          <p:nvPr>
            <p:ph type="title"/>
          </p:nvPr>
        </p:nvSpPr>
        <p:spPr>
          <a:xfrm>
            <a:off x="415600" y="740800"/>
            <a:ext cx="37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3200"/>
            </a:lvl1pPr>
            <a:lvl2pPr lvl="1">
              <a:spcBef>
                <a:spcPts val="0"/>
              </a:spcBef>
              <a:spcAft>
                <a:spcPts val="0"/>
              </a:spcAft>
              <a:buSzPts val="2400"/>
              <a:buNone/>
              <a:defRPr sz="3200"/>
            </a:lvl2pPr>
            <a:lvl3pPr lvl="2">
              <a:spcBef>
                <a:spcPts val="0"/>
              </a:spcBef>
              <a:spcAft>
                <a:spcPts val="0"/>
              </a:spcAft>
              <a:buSzPts val="2400"/>
              <a:buNone/>
              <a:defRPr sz="3200"/>
            </a:lvl3pPr>
            <a:lvl4pPr lvl="3">
              <a:spcBef>
                <a:spcPts val="0"/>
              </a:spcBef>
              <a:spcAft>
                <a:spcPts val="0"/>
              </a:spcAft>
              <a:buSzPts val="2400"/>
              <a:buNone/>
              <a:defRPr sz="3200"/>
            </a:lvl4pPr>
            <a:lvl5pPr lvl="4">
              <a:spcBef>
                <a:spcPts val="0"/>
              </a:spcBef>
              <a:spcAft>
                <a:spcPts val="0"/>
              </a:spcAft>
              <a:buSzPts val="2400"/>
              <a:buNone/>
              <a:defRPr sz="3200"/>
            </a:lvl5pPr>
            <a:lvl6pPr lvl="5">
              <a:spcBef>
                <a:spcPts val="0"/>
              </a:spcBef>
              <a:spcAft>
                <a:spcPts val="0"/>
              </a:spcAft>
              <a:buSzPts val="2400"/>
              <a:buNone/>
              <a:defRPr sz="3200"/>
            </a:lvl6pPr>
            <a:lvl7pPr lvl="6">
              <a:spcBef>
                <a:spcPts val="0"/>
              </a:spcBef>
              <a:spcAft>
                <a:spcPts val="0"/>
              </a:spcAft>
              <a:buSzPts val="2400"/>
              <a:buNone/>
              <a:defRPr sz="3200"/>
            </a:lvl7pPr>
            <a:lvl8pPr lvl="7">
              <a:spcBef>
                <a:spcPts val="0"/>
              </a:spcBef>
              <a:spcAft>
                <a:spcPts val="0"/>
              </a:spcAft>
              <a:buSzPts val="2400"/>
              <a:buNone/>
              <a:defRPr sz="3200"/>
            </a:lvl8pPr>
            <a:lvl9pPr lvl="8">
              <a:spcBef>
                <a:spcPts val="0"/>
              </a:spcBef>
              <a:spcAft>
                <a:spcPts val="0"/>
              </a:spcAft>
              <a:buSzPts val="2400"/>
              <a:buNone/>
              <a:defRPr sz="3200"/>
            </a:lvl9pPr>
          </a:lstStyle>
          <a:p>
            <a:endParaRPr/>
          </a:p>
        </p:txBody>
      </p:sp>
      <p:sp>
        <p:nvSpPr>
          <p:cNvPr id="27" name="Google Shape;27;p7"/>
          <p:cNvSpPr txBox="1">
            <a:spLocks noGrp="1"/>
          </p:cNvSpPr>
          <p:nvPr>
            <p:ph type="body" idx="1"/>
          </p:nvPr>
        </p:nvSpPr>
        <p:spPr>
          <a:xfrm>
            <a:off x="415600" y="1852800"/>
            <a:ext cx="3744000" cy="4239200"/>
          </a:xfrm>
          <a:prstGeom prst="rect">
            <a:avLst/>
          </a:prstGeom>
        </p:spPr>
        <p:txBody>
          <a:bodyPr spcFirstLastPara="1" wrap="square" lIns="91425" tIns="91425" rIns="91425" bIns="91425" anchor="t" anchorCtr="0">
            <a:noAutofit/>
          </a:bodyPr>
          <a:lstStyle>
            <a:lvl1pPr marL="609585" lvl="0" indent="-406390">
              <a:spcBef>
                <a:spcPts val="0"/>
              </a:spcBef>
              <a:spcAft>
                <a:spcPts val="0"/>
              </a:spcAft>
              <a:buSzPts val="1200"/>
              <a:buChar char="●"/>
              <a:defRPr sz="1600"/>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28" name="Google Shape;28;p7"/>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5213803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29"/>
        <p:cNvGrpSpPr/>
        <p:nvPr/>
      </p:nvGrpSpPr>
      <p:grpSpPr>
        <a:xfrm>
          <a:off x="0" y="0"/>
          <a:ext cx="0" cy="0"/>
          <a:chOff x="0" y="0"/>
          <a:chExt cx="0" cy="0"/>
        </a:xfrm>
      </p:grpSpPr>
      <p:sp>
        <p:nvSpPr>
          <p:cNvPr id="30" name="Google Shape;30;p8"/>
          <p:cNvSpPr txBox="1">
            <a:spLocks noGrp="1"/>
          </p:cNvSpPr>
          <p:nvPr>
            <p:ph type="title"/>
          </p:nvPr>
        </p:nvSpPr>
        <p:spPr>
          <a:xfrm>
            <a:off x="653667" y="600200"/>
            <a:ext cx="84904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31" name="Google Shape;31;p8"/>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83295858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2"/>
        <p:cNvGrpSpPr/>
        <p:nvPr/>
      </p:nvGrpSpPr>
      <p:grpSpPr>
        <a:xfrm>
          <a:off x="0" y="0"/>
          <a:ext cx="0" cy="0"/>
          <a:chOff x="0" y="0"/>
          <a:chExt cx="0" cy="0"/>
        </a:xfrm>
      </p:grpSpPr>
      <p:sp>
        <p:nvSpPr>
          <p:cNvPr id="33" name="Google Shape;33;p9"/>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9"/>
          <p:cNvSpPr txBox="1">
            <a:spLocks noGrp="1"/>
          </p:cNvSpPr>
          <p:nvPr>
            <p:ph type="title"/>
          </p:nvPr>
        </p:nvSpPr>
        <p:spPr>
          <a:xfrm>
            <a:off x="354000" y="1644233"/>
            <a:ext cx="53936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56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5" name="Google Shape;35;p9"/>
          <p:cNvSpPr txBox="1">
            <a:spLocks noGrp="1"/>
          </p:cNvSpPr>
          <p:nvPr>
            <p:ph type="subTitle" idx="1"/>
          </p:nvPr>
        </p:nvSpPr>
        <p:spPr>
          <a:xfrm>
            <a:off x="354000" y="3737433"/>
            <a:ext cx="53936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36" name="Google Shape;36;p9"/>
          <p:cNvSpPr txBox="1">
            <a:spLocks noGrp="1"/>
          </p:cNvSpPr>
          <p:nvPr>
            <p:ph type="body" idx="2"/>
          </p:nvPr>
        </p:nvSpPr>
        <p:spPr>
          <a:xfrm>
            <a:off x="6586000" y="965433"/>
            <a:ext cx="5116000" cy="4926800"/>
          </a:xfrm>
          <a:prstGeom prst="rect">
            <a:avLst/>
          </a:prstGeom>
        </p:spPr>
        <p:txBody>
          <a:bodyPr spcFirstLastPara="1" wrap="square" lIns="91425" tIns="91425" rIns="91425" bIns="91425" anchor="ctr"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
        <p:nvSpPr>
          <p:cNvPr id="37" name="Google Shape;37;p9"/>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08608606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8"/>
        <p:cNvGrpSpPr/>
        <p:nvPr/>
      </p:nvGrpSpPr>
      <p:grpSpPr>
        <a:xfrm>
          <a:off x="0" y="0"/>
          <a:ext cx="0" cy="0"/>
          <a:chOff x="0" y="0"/>
          <a:chExt cx="0" cy="0"/>
        </a:xfrm>
      </p:grpSpPr>
      <p:sp>
        <p:nvSpPr>
          <p:cNvPr id="39" name="Google Shape;39;p10"/>
          <p:cNvSpPr txBox="1">
            <a:spLocks noGrp="1"/>
          </p:cNvSpPr>
          <p:nvPr>
            <p:ph type="body" idx="1"/>
          </p:nvPr>
        </p:nvSpPr>
        <p:spPr>
          <a:xfrm>
            <a:off x="415600" y="5640767"/>
            <a:ext cx="7998400" cy="806800"/>
          </a:xfrm>
          <a:prstGeom prst="rect">
            <a:avLst/>
          </a:prstGeom>
        </p:spPr>
        <p:txBody>
          <a:bodyPr spcFirstLastPara="1" wrap="square" lIns="91425" tIns="91425" rIns="91425" bIns="91425" anchor="ctr" anchorCtr="0">
            <a:noAutofit/>
          </a:bodyPr>
          <a:lstStyle>
            <a:lvl1pPr marL="609585" lvl="0" indent="-304792">
              <a:lnSpc>
                <a:spcPct val="100000"/>
              </a:lnSpc>
              <a:spcBef>
                <a:spcPts val="0"/>
              </a:spcBef>
              <a:spcAft>
                <a:spcPts val="0"/>
              </a:spcAft>
              <a:buSzPts val="1800"/>
              <a:buNone/>
              <a:defRPr/>
            </a:lvl1pPr>
          </a:lstStyle>
          <a:p>
            <a:endParaRPr/>
          </a:p>
        </p:txBody>
      </p:sp>
      <p:sp>
        <p:nvSpPr>
          <p:cNvPr id="40" name="Google Shape;40;p10"/>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87777819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1"/>
        <p:cNvGrpSpPr/>
        <p:nvPr/>
      </p:nvGrpSpPr>
      <p:grpSpPr>
        <a:xfrm>
          <a:off x="0" y="0"/>
          <a:ext cx="0" cy="0"/>
          <a:chOff x="0" y="0"/>
          <a:chExt cx="0" cy="0"/>
        </a:xfrm>
      </p:grpSpPr>
      <p:sp>
        <p:nvSpPr>
          <p:cNvPr id="42" name="Google Shape;42;p11"/>
          <p:cNvSpPr txBox="1">
            <a:spLocks noGrp="1"/>
          </p:cNvSpPr>
          <p:nvPr>
            <p:ph type="title" hasCustomPrompt="1"/>
          </p:nvPr>
        </p:nvSpPr>
        <p:spPr>
          <a:xfrm>
            <a:off x="415600" y="1474833"/>
            <a:ext cx="113608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6000"/>
            </a:lvl1pPr>
            <a:lvl2pPr lvl="1" algn="ctr">
              <a:spcBef>
                <a:spcPts val="0"/>
              </a:spcBef>
              <a:spcAft>
                <a:spcPts val="0"/>
              </a:spcAft>
              <a:buSzPts val="12000"/>
              <a:buNone/>
              <a:defRPr sz="16000"/>
            </a:lvl2pPr>
            <a:lvl3pPr lvl="2" algn="ctr">
              <a:spcBef>
                <a:spcPts val="0"/>
              </a:spcBef>
              <a:spcAft>
                <a:spcPts val="0"/>
              </a:spcAft>
              <a:buSzPts val="12000"/>
              <a:buNone/>
              <a:defRPr sz="16000"/>
            </a:lvl3pPr>
            <a:lvl4pPr lvl="3" algn="ctr">
              <a:spcBef>
                <a:spcPts val="0"/>
              </a:spcBef>
              <a:spcAft>
                <a:spcPts val="0"/>
              </a:spcAft>
              <a:buSzPts val="12000"/>
              <a:buNone/>
              <a:defRPr sz="16000"/>
            </a:lvl4pPr>
            <a:lvl5pPr lvl="4" algn="ctr">
              <a:spcBef>
                <a:spcPts val="0"/>
              </a:spcBef>
              <a:spcAft>
                <a:spcPts val="0"/>
              </a:spcAft>
              <a:buSzPts val="12000"/>
              <a:buNone/>
              <a:defRPr sz="16000"/>
            </a:lvl5pPr>
            <a:lvl6pPr lvl="5" algn="ctr">
              <a:spcBef>
                <a:spcPts val="0"/>
              </a:spcBef>
              <a:spcAft>
                <a:spcPts val="0"/>
              </a:spcAft>
              <a:buSzPts val="12000"/>
              <a:buNone/>
              <a:defRPr sz="16000"/>
            </a:lvl6pPr>
            <a:lvl7pPr lvl="6" algn="ctr">
              <a:spcBef>
                <a:spcPts val="0"/>
              </a:spcBef>
              <a:spcAft>
                <a:spcPts val="0"/>
              </a:spcAft>
              <a:buSzPts val="12000"/>
              <a:buNone/>
              <a:defRPr sz="16000"/>
            </a:lvl7pPr>
            <a:lvl8pPr lvl="7" algn="ctr">
              <a:spcBef>
                <a:spcPts val="0"/>
              </a:spcBef>
              <a:spcAft>
                <a:spcPts val="0"/>
              </a:spcAft>
              <a:buSzPts val="12000"/>
              <a:buNone/>
              <a:defRPr sz="16000"/>
            </a:lvl8pPr>
            <a:lvl9pPr lvl="8" algn="ctr">
              <a:spcBef>
                <a:spcPts val="0"/>
              </a:spcBef>
              <a:spcAft>
                <a:spcPts val="0"/>
              </a:spcAft>
              <a:buSzPts val="12000"/>
              <a:buNone/>
              <a:defRPr sz="16000"/>
            </a:lvl9pPr>
          </a:lstStyle>
          <a:p>
            <a:r>
              <a:t>xx%</a:t>
            </a:r>
          </a:p>
        </p:txBody>
      </p:sp>
      <p:sp>
        <p:nvSpPr>
          <p:cNvPr id="43" name="Google Shape;43;p11"/>
          <p:cNvSpPr txBox="1">
            <a:spLocks noGrp="1"/>
          </p:cNvSpPr>
          <p:nvPr>
            <p:ph type="body" idx="1"/>
          </p:nvPr>
        </p:nvSpPr>
        <p:spPr>
          <a:xfrm>
            <a:off x="415600" y="4202967"/>
            <a:ext cx="11360800" cy="1734400"/>
          </a:xfrm>
          <a:prstGeom prst="rect">
            <a:avLst/>
          </a:prstGeom>
        </p:spPr>
        <p:txBody>
          <a:bodyPr spcFirstLastPara="1" wrap="square" lIns="91425" tIns="91425" rIns="91425" bIns="91425" anchor="t" anchorCtr="0">
            <a:noAutofit/>
          </a:bodyPr>
          <a:lstStyle>
            <a:lvl1pPr marL="609585" lvl="0" indent="-457189" algn="ctr">
              <a:spcBef>
                <a:spcPts val="0"/>
              </a:spcBef>
              <a:spcAft>
                <a:spcPts val="0"/>
              </a:spcAft>
              <a:buSzPts val="1800"/>
              <a:buChar char="●"/>
              <a:defRPr/>
            </a:lvl1pPr>
            <a:lvl2pPr marL="1219170" lvl="1" indent="-423323" algn="ctr">
              <a:spcBef>
                <a:spcPts val="2133"/>
              </a:spcBef>
              <a:spcAft>
                <a:spcPts val="0"/>
              </a:spcAft>
              <a:buSzPts val="1400"/>
              <a:buChar char="○"/>
              <a:defRPr/>
            </a:lvl2pPr>
            <a:lvl3pPr marL="1828754" lvl="2" indent="-423323" algn="ctr">
              <a:spcBef>
                <a:spcPts val="2133"/>
              </a:spcBef>
              <a:spcAft>
                <a:spcPts val="0"/>
              </a:spcAft>
              <a:buSzPts val="1400"/>
              <a:buChar char="■"/>
              <a:defRPr/>
            </a:lvl3pPr>
            <a:lvl4pPr marL="2438339" lvl="3" indent="-423323" algn="ctr">
              <a:spcBef>
                <a:spcPts val="2133"/>
              </a:spcBef>
              <a:spcAft>
                <a:spcPts val="0"/>
              </a:spcAft>
              <a:buSzPts val="1400"/>
              <a:buChar char="●"/>
              <a:defRPr/>
            </a:lvl4pPr>
            <a:lvl5pPr marL="3047924" lvl="4" indent="-423323" algn="ctr">
              <a:spcBef>
                <a:spcPts val="2133"/>
              </a:spcBef>
              <a:spcAft>
                <a:spcPts val="0"/>
              </a:spcAft>
              <a:buSzPts val="1400"/>
              <a:buChar char="○"/>
              <a:defRPr/>
            </a:lvl5pPr>
            <a:lvl6pPr marL="3657509" lvl="5" indent="-423323" algn="ctr">
              <a:spcBef>
                <a:spcPts val="2133"/>
              </a:spcBef>
              <a:spcAft>
                <a:spcPts val="0"/>
              </a:spcAft>
              <a:buSzPts val="1400"/>
              <a:buChar char="■"/>
              <a:defRPr/>
            </a:lvl6pPr>
            <a:lvl7pPr marL="4267093" lvl="6" indent="-423323" algn="ctr">
              <a:spcBef>
                <a:spcPts val="2133"/>
              </a:spcBef>
              <a:spcAft>
                <a:spcPts val="0"/>
              </a:spcAft>
              <a:buSzPts val="1400"/>
              <a:buChar char="●"/>
              <a:defRPr/>
            </a:lvl7pPr>
            <a:lvl8pPr marL="4876678" lvl="7" indent="-423323" algn="ctr">
              <a:spcBef>
                <a:spcPts val="2133"/>
              </a:spcBef>
              <a:spcAft>
                <a:spcPts val="0"/>
              </a:spcAft>
              <a:buSzPts val="1400"/>
              <a:buChar char="○"/>
              <a:defRPr/>
            </a:lvl8pPr>
            <a:lvl9pPr marL="5486263" lvl="8" indent="-423323" algn="ctr">
              <a:spcBef>
                <a:spcPts val="2133"/>
              </a:spcBef>
              <a:spcAft>
                <a:spcPts val="2133"/>
              </a:spcAft>
              <a:buSzPts val="1400"/>
              <a:buChar char="■"/>
              <a:defRPr/>
            </a:lvl9pPr>
          </a:lstStyle>
          <a:p>
            <a:endParaRPr/>
          </a:p>
        </p:txBody>
      </p:sp>
      <p:sp>
        <p:nvSpPr>
          <p:cNvPr id="44" name="Google Shape;44;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19805608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5"/>
        <p:cNvGrpSpPr/>
        <p:nvPr/>
      </p:nvGrpSpPr>
      <p:grpSpPr>
        <a:xfrm>
          <a:off x="0" y="0"/>
          <a:ext cx="0" cy="0"/>
          <a:chOff x="0" y="0"/>
          <a:chExt cx="0" cy="0"/>
        </a:xfrm>
      </p:grpSpPr>
      <p:sp>
        <p:nvSpPr>
          <p:cNvPr id="46" name="Google Shape;4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82023180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953467" y="2103989"/>
            <a:ext cx="5983200" cy="2077200"/>
          </a:xfrm>
          <a:prstGeom prst="rect">
            <a:avLst/>
          </a:prstGeom>
        </p:spPr>
        <p:txBody>
          <a:bodyPr spcFirstLastPara="1" wrap="square" lIns="91425" tIns="91425" rIns="91425" bIns="91425" anchor="b" anchorCtr="0">
            <a:noAutofit/>
          </a:bodyPr>
          <a:lstStyle>
            <a:lvl1pPr lvl="0" algn="l">
              <a:lnSpc>
                <a:spcPct val="90000"/>
              </a:lnSpc>
              <a:spcBef>
                <a:spcPts val="0"/>
              </a:spcBef>
              <a:spcAft>
                <a:spcPts val="0"/>
              </a:spcAft>
              <a:buSzPts val="5200"/>
              <a:buNone/>
              <a:defRPr sz="6667"/>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0" name="Google Shape;10;p2"/>
          <p:cNvSpPr txBox="1">
            <a:spLocks noGrp="1"/>
          </p:cNvSpPr>
          <p:nvPr>
            <p:ph type="subTitle" idx="1"/>
          </p:nvPr>
        </p:nvSpPr>
        <p:spPr>
          <a:xfrm>
            <a:off x="953467" y="4181211"/>
            <a:ext cx="5983200" cy="572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2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09042408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960000" y="2906167"/>
            <a:ext cx="10272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title" idx="2" hasCustomPrompt="1"/>
          </p:nvPr>
        </p:nvSpPr>
        <p:spPr>
          <a:xfrm>
            <a:off x="3995400" y="1783767"/>
            <a:ext cx="42012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4" name="Google Shape;14;p3"/>
          <p:cNvSpPr txBox="1">
            <a:spLocks noGrp="1"/>
          </p:cNvSpPr>
          <p:nvPr>
            <p:ph type="subTitle" idx="1"/>
          </p:nvPr>
        </p:nvSpPr>
        <p:spPr>
          <a:xfrm>
            <a:off x="3189233" y="4176233"/>
            <a:ext cx="5813600" cy="95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564241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5"/>
        <p:cNvGrpSpPr/>
        <p:nvPr/>
      </p:nvGrpSpPr>
      <p:grpSpPr>
        <a:xfrm>
          <a:off x="0" y="0"/>
          <a:ext cx="0" cy="0"/>
          <a:chOff x="0" y="0"/>
          <a:chExt cx="0" cy="0"/>
        </a:xfrm>
      </p:grpSpPr>
      <p:sp>
        <p:nvSpPr>
          <p:cNvPr id="16" name="Google Shape;16;p4"/>
          <p:cNvSpPr txBox="1">
            <a:spLocks noGrp="1"/>
          </p:cNvSpPr>
          <p:nvPr>
            <p:ph type="body" idx="1"/>
          </p:nvPr>
        </p:nvSpPr>
        <p:spPr>
          <a:xfrm>
            <a:off x="960000" y="1536633"/>
            <a:ext cx="10272000" cy="4555200"/>
          </a:xfrm>
          <a:prstGeom prst="rect">
            <a:avLst/>
          </a:prstGeom>
        </p:spPr>
        <p:txBody>
          <a:bodyPr spcFirstLastPara="1" wrap="square" lIns="91425" tIns="91425" rIns="91425" bIns="91425" anchor="t" anchorCtr="0">
            <a:noAutofit/>
          </a:bodyPr>
          <a:lstStyle>
            <a:lvl1pPr marL="609585" lvl="0" indent="-423323" rtl="0">
              <a:lnSpc>
                <a:spcPct val="115000"/>
              </a:lnSpc>
              <a:spcBef>
                <a:spcPts val="0"/>
              </a:spcBef>
              <a:spcAft>
                <a:spcPts val="0"/>
              </a:spcAft>
              <a:buSzPts val="1400"/>
              <a:buChar char="●"/>
              <a:defRPr sz="1867"/>
            </a:lvl1pPr>
            <a:lvl2pPr marL="1219170" lvl="1" indent="-406390" rtl="0">
              <a:lnSpc>
                <a:spcPct val="115000"/>
              </a:lnSpc>
              <a:spcBef>
                <a:spcPts val="0"/>
              </a:spcBef>
              <a:spcAft>
                <a:spcPts val="0"/>
              </a:spcAft>
              <a:buSzPts val="1200"/>
              <a:buChar char="○"/>
              <a:defRPr/>
            </a:lvl2pPr>
            <a:lvl3pPr marL="1828754" lvl="2" indent="-406390" rtl="0">
              <a:lnSpc>
                <a:spcPct val="115000"/>
              </a:lnSpc>
              <a:spcBef>
                <a:spcPts val="0"/>
              </a:spcBef>
              <a:spcAft>
                <a:spcPts val="0"/>
              </a:spcAft>
              <a:buSzPts val="1200"/>
              <a:buChar char="■"/>
              <a:defRPr/>
            </a:lvl3pPr>
            <a:lvl4pPr marL="2438339" lvl="3" indent="-406390" rtl="0">
              <a:lnSpc>
                <a:spcPct val="115000"/>
              </a:lnSpc>
              <a:spcBef>
                <a:spcPts val="0"/>
              </a:spcBef>
              <a:spcAft>
                <a:spcPts val="0"/>
              </a:spcAft>
              <a:buSzPts val="1200"/>
              <a:buChar char="●"/>
              <a:defRPr/>
            </a:lvl4pPr>
            <a:lvl5pPr marL="3047924" lvl="4" indent="-406390" rtl="0">
              <a:lnSpc>
                <a:spcPct val="115000"/>
              </a:lnSpc>
              <a:spcBef>
                <a:spcPts val="0"/>
              </a:spcBef>
              <a:spcAft>
                <a:spcPts val="0"/>
              </a:spcAft>
              <a:buSzPts val="1200"/>
              <a:buChar char="○"/>
              <a:defRPr/>
            </a:lvl5pPr>
            <a:lvl6pPr marL="3657509" lvl="5" indent="-406390" rtl="0">
              <a:lnSpc>
                <a:spcPct val="115000"/>
              </a:lnSpc>
              <a:spcBef>
                <a:spcPts val="0"/>
              </a:spcBef>
              <a:spcAft>
                <a:spcPts val="0"/>
              </a:spcAft>
              <a:buSzPts val="1200"/>
              <a:buChar char="■"/>
              <a:defRPr/>
            </a:lvl6pPr>
            <a:lvl7pPr marL="4267093" lvl="6" indent="-406390" rtl="0">
              <a:lnSpc>
                <a:spcPct val="115000"/>
              </a:lnSpc>
              <a:spcBef>
                <a:spcPts val="0"/>
              </a:spcBef>
              <a:spcAft>
                <a:spcPts val="0"/>
              </a:spcAft>
              <a:buSzPts val="1200"/>
              <a:buChar char="●"/>
              <a:defRPr/>
            </a:lvl7pPr>
            <a:lvl8pPr marL="4876678" lvl="7" indent="-406390" rtl="0">
              <a:lnSpc>
                <a:spcPct val="115000"/>
              </a:lnSpc>
              <a:spcBef>
                <a:spcPts val="0"/>
              </a:spcBef>
              <a:spcAft>
                <a:spcPts val="0"/>
              </a:spcAft>
              <a:buSzPts val="1200"/>
              <a:buChar char="○"/>
              <a:defRPr/>
            </a:lvl8pPr>
            <a:lvl9pPr marL="5486263" lvl="8" indent="-406390" rtl="0">
              <a:lnSpc>
                <a:spcPct val="115000"/>
              </a:lnSpc>
              <a:spcBef>
                <a:spcPts val="0"/>
              </a:spcBef>
              <a:spcAft>
                <a:spcPts val="0"/>
              </a:spcAft>
              <a:buSzPts val="1200"/>
              <a:buChar char="■"/>
              <a:defRPr/>
            </a:lvl9pPr>
          </a:lstStyle>
          <a:p>
            <a:endParaRPr/>
          </a:p>
        </p:txBody>
      </p:sp>
      <p:sp>
        <p:nvSpPr>
          <p:cNvPr id="17" name="Google Shape;17;p4"/>
          <p:cNvSpPr txBox="1">
            <a:spLocks noGrp="1"/>
          </p:cNvSpPr>
          <p:nvPr>
            <p:ph type="title"/>
          </p:nvPr>
        </p:nvSpPr>
        <p:spPr>
          <a:xfrm>
            <a:off x="603400" y="548633"/>
            <a:ext cx="10985200" cy="7488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2400"/>
              <a:buNone/>
              <a:defRPr sz="3200">
                <a:solidFill>
                  <a:schemeClr val="dk1"/>
                </a:solidFill>
              </a:defRPr>
            </a:lvl1pPr>
            <a:lvl2pPr lvl="1" algn="ctr" rtl="0">
              <a:spcBef>
                <a:spcPts val="0"/>
              </a:spcBef>
              <a:spcAft>
                <a:spcPts val="0"/>
              </a:spcAft>
              <a:buClr>
                <a:schemeClr val="dk1"/>
              </a:buClr>
              <a:buSzPts val="2400"/>
              <a:buNone/>
              <a:defRPr sz="3200">
                <a:solidFill>
                  <a:schemeClr val="dk1"/>
                </a:solidFill>
              </a:defRPr>
            </a:lvl2pPr>
            <a:lvl3pPr lvl="2" algn="ctr" rtl="0">
              <a:spcBef>
                <a:spcPts val="0"/>
              </a:spcBef>
              <a:spcAft>
                <a:spcPts val="0"/>
              </a:spcAft>
              <a:buClr>
                <a:schemeClr val="dk1"/>
              </a:buClr>
              <a:buSzPts val="2400"/>
              <a:buNone/>
              <a:defRPr sz="3200">
                <a:solidFill>
                  <a:schemeClr val="dk1"/>
                </a:solidFill>
              </a:defRPr>
            </a:lvl3pPr>
            <a:lvl4pPr lvl="3" algn="ctr" rtl="0">
              <a:spcBef>
                <a:spcPts val="0"/>
              </a:spcBef>
              <a:spcAft>
                <a:spcPts val="0"/>
              </a:spcAft>
              <a:buClr>
                <a:schemeClr val="dk1"/>
              </a:buClr>
              <a:buSzPts val="2400"/>
              <a:buNone/>
              <a:defRPr sz="3200">
                <a:solidFill>
                  <a:schemeClr val="dk1"/>
                </a:solidFill>
              </a:defRPr>
            </a:lvl4pPr>
            <a:lvl5pPr lvl="4" algn="ctr" rtl="0">
              <a:spcBef>
                <a:spcPts val="0"/>
              </a:spcBef>
              <a:spcAft>
                <a:spcPts val="0"/>
              </a:spcAft>
              <a:buClr>
                <a:schemeClr val="dk1"/>
              </a:buClr>
              <a:buSzPts val="2400"/>
              <a:buNone/>
              <a:defRPr sz="3200">
                <a:solidFill>
                  <a:schemeClr val="dk1"/>
                </a:solidFill>
              </a:defRPr>
            </a:lvl5pPr>
            <a:lvl6pPr lvl="5" algn="ctr" rtl="0">
              <a:spcBef>
                <a:spcPts val="0"/>
              </a:spcBef>
              <a:spcAft>
                <a:spcPts val="0"/>
              </a:spcAft>
              <a:buClr>
                <a:schemeClr val="dk1"/>
              </a:buClr>
              <a:buSzPts val="2400"/>
              <a:buNone/>
              <a:defRPr sz="3200">
                <a:solidFill>
                  <a:schemeClr val="dk1"/>
                </a:solidFill>
              </a:defRPr>
            </a:lvl6pPr>
            <a:lvl7pPr lvl="6" algn="ctr" rtl="0">
              <a:spcBef>
                <a:spcPts val="0"/>
              </a:spcBef>
              <a:spcAft>
                <a:spcPts val="0"/>
              </a:spcAft>
              <a:buClr>
                <a:schemeClr val="dk1"/>
              </a:buClr>
              <a:buSzPts val="2400"/>
              <a:buNone/>
              <a:defRPr sz="3200">
                <a:solidFill>
                  <a:schemeClr val="dk1"/>
                </a:solidFill>
              </a:defRPr>
            </a:lvl7pPr>
            <a:lvl8pPr lvl="7" algn="ctr" rtl="0">
              <a:spcBef>
                <a:spcPts val="0"/>
              </a:spcBef>
              <a:spcAft>
                <a:spcPts val="0"/>
              </a:spcAft>
              <a:buClr>
                <a:schemeClr val="dk1"/>
              </a:buClr>
              <a:buSzPts val="2400"/>
              <a:buNone/>
              <a:defRPr sz="3200">
                <a:solidFill>
                  <a:schemeClr val="dk1"/>
                </a:solidFill>
              </a:defRPr>
            </a:lvl8pPr>
            <a:lvl9pPr lvl="8" algn="ctr" rtl="0">
              <a:spcBef>
                <a:spcPts val="0"/>
              </a:spcBef>
              <a:spcAft>
                <a:spcPts val="0"/>
              </a:spcAft>
              <a:buClr>
                <a:schemeClr val="dk1"/>
              </a:buClr>
              <a:buSzPts val="2400"/>
              <a:buNone/>
              <a:defRPr sz="3200">
                <a:solidFill>
                  <a:schemeClr val="dk1"/>
                </a:solidFill>
              </a:defRPr>
            </a:lvl9pPr>
          </a:lstStyle>
          <a:p>
            <a:endParaRPr/>
          </a:p>
        </p:txBody>
      </p:sp>
    </p:spTree>
    <p:extLst>
      <p:ext uri="{BB962C8B-B14F-4D97-AF65-F5344CB8AC3E}">
        <p14:creationId xmlns:p14="http://schemas.microsoft.com/office/powerpoint/2010/main" val="134455267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subTitle" idx="1"/>
          </p:nvPr>
        </p:nvSpPr>
        <p:spPr>
          <a:xfrm>
            <a:off x="1575233" y="3070833"/>
            <a:ext cx="3876800" cy="9512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1pPr>
            <a:lvl2pPr lvl="1" algn="ctr">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2pPr>
            <a:lvl3pPr lvl="2" algn="ctr">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3pPr>
            <a:lvl4pPr lvl="3" algn="ctr">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4pPr>
            <a:lvl5pPr lvl="4" algn="ctr">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5pPr>
            <a:lvl6pPr lvl="5" algn="ctr">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6pPr>
            <a:lvl7pPr lvl="6" algn="ctr">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7pPr>
            <a:lvl8pPr lvl="7" algn="ctr">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8pPr>
            <a:lvl9pPr lvl="8" algn="ctr">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9pPr>
          </a:lstStyle>
          <a:p>
            <a:endParaRPr/>
          </a:p>
        </p:txBody>
      </p:sp>
      <p:sp>
        <p:nvSpPr>
          <p:cNvPr id="20" name="Google Shape;20;p5"/>
          <p:cNvSpPr txBox="1">
            <a:spLocks noGrp="1"/>
          </p:cNvSpPr>
          <p:nvPr>
            <p:ph type="subTitle" idx="2"/>
          </p:nvPr>
        </p:nvSpPr>
        <p:spPr>
          <a:xfrm>
            <a:off x="6448400" y="3070833"/>
            <a:ext cx="3876800" cy="951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1pPr>
            <a:lvl2pPr lvl="1" algn="ctr" rtl="0">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2pPr>
            <a:lvl3pPr lvl="2" algn="ctr" rtl="0">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3pPr>
            <a:lvl4pPr lvl="3" algn="ctr" rtl="0">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4pPr>
            <a:lvl5pPr lvl="4" algn="ctr" rtl="0">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5pPr>
            <a:lvl6pPr lvl="5" algn="ctr" rtl="0">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6pPr>
            <a:lvl7pPr lvl="6" algn="ctr" rtl="0">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7pPr>
            <a:lvl8pPr lvl="7" algn="ctr" rtl="0">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8pPr>
            <a:lvl9pPr lvl="8" algn="ctr" rtl="0">
              <a:lnSpc>
                <a:spcPct val="100000"/>
              </a:lnSpc>
              <a:spcBef>
                <a:spcPts val="0"/>
              </a:spcBef>
              <a:spcAft>
                <a:spcPts val="0"/>
              </a:spcAft>
              <a:buClr>
                <a:schemeClr val="dk1"/>
              </a:buClr>
              <a:buSzPts val="2400"/>
              <a:buFont typeface="Montserrat"/>
              <a:buNone/>
              <a:defRPr sz="3200" b="1">
                <a:solidFill>
                  <a:schemeClr val="dk1"/>
                </a:solidFill>
                <a:latin typeface="Montserrat"/>
                <a:ea typeface="Montserrat"/>
                <a:cs typeface="Montserrat"/>
                <a:sym typeface="Montserrat"/>
              </a:defRPr>
            </a:lvl9pPr>
          </a:lstStyle>
          <a:p>
            <a:endParaRPr/>
          </a:p>
        </p:txBody>
      </p:sp>
      <p:sp>
        <p:nvSpPr>
          <p:cNvPr id="21" name="Google Shape;21;p5"/>
          <p:cNvSpPr txBox="1">
            <a:spLocks noGrp="1"/>
          </p:cNvSpPr>
          <p:nvPr>
            <p:ph type="subTitle" idx="3"/>
          </p:nvPr>
        </p:nvSpPr>
        <p:spPr>
          <a:xfrm>
            <a:off x="1575233" y="3889533"/>
            <a:ext cx="3876800" cy="95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2" name="Google Shape;22;p5"/>
          <p:cNvSpPr txBox="1">
            <a:spLocks noGrp="1"/>
          </p:cNvSpPr>
          <p:nvPr>
            <p:ph type="subTitle" idx="4"/>
          </p:nvPr>
        </p:nvSpPr>
        <p:spPr>
          <a:xfrm>
            <a:off x="6448400" y="3889533"/>
            <a:ext cx="3876800" cy="95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3" name="Google Shape;23;p5"/>
          <p:cNvSpPr txBox="1">
            <a:spLocks noGrp="1"/>
          </p:cNvSpPr>
          <p:nvPr>
            <p:ph type="title"/>
          </p:nvPr>
        </p:nvSpPr>
        <p:spPr>
          <a:xfrm>
            <a:off x="603400" y="548633"/>
            <a:ext cx="10985200" cy="7488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2400"/>
              <a:buNone/>
              <a:defRPr sz="3200">
                <a:solidFill>
                  <a:schemeClr val="dk1"/>
                </a:solidFill>
              </a:defRPr>
            </a:lvl1pPr>
            <a:lvl2pPr lvl="1" algn="ctr" rtl="0">
              <a:spcBef>
                <a:spcPts val="0"/>
              </a:spcBef>
              <a:spcAft>
                <a:spcPts val="0"/>
              </a:spcAft>
              <a:buClr>
                <a:schemeClr val="dk1"/>
              </a:buClr>
              <a:buSzPts val="2400"/>
              <a:buNone/>
              <a:defRPr sz="3200">
                <a:solidFill>
                  <a:schemeClr val="dk1"/>
                </a:solidFill>
              </a:defRPr>
            </a:lvl2pPr>
            <a:lvl3pPr lvl="2" algn="ctr" rtl="0">
              <a:spcBef>
                <a:spcPts val="0"/>
              </a:spcBef>
              <a:spcAft>
                <a:spcPts val="0"/>
              </a:spcAft>
              <a:buClr>
                <a:schemeClr val="dk1"/>
              </a:buClr>
              <a:buSzPts val="2400"/>
              <a:buNone/>
              <a:defRPr sz="3200">
                <a:solidFill>
                  <a:schemeClr val="dk1"/>
                </a:solidFill>
              </a:defRPr>
            </a:lvl3pPr>
            <a:lvl4pPr lvl="3" algn="ctr" rtl="0">
              <a:spcBef>
                <a:spcPts val="0"/>
              </a:spcBef>
              <a:spcAft>
                <a:spcPts val="0"/>
              </a:spcAft>
              <a:buClr>
                <a:schemeClr val="dk1"/>
              </a:buClr>
              <a:buSzPts val="2400"/>
              <a:buNone/>
              <a:defRPr sz="3200">
                <a:solidFill>
                  <a:schemeClr val="dk1"/>
                </a:solidFill>
              </a:defRPr>
            </a:lvl4pPr>
            <a:lvl5pPr lvl="4" algn="ctr" rtl="0">
              <a:spcBef>
                <a:spcPts val="0"/>
              </a:spcBef>
              <a:spcAft>
                <a:spcPts val="0"/>
              </a:spcAft>
              <a:buClr>
                <a:schemeClr val="dk1"/>
              </a:buClr>
              <a:buSzPts val="2400"/>
              <a:buNone/>
              <a:defRPr sz="3200">
                <a:solidFill>
                  <a:schemeClr val="dk1"/>
                </a:solidFill>
              </a:defRPr>
            </a:lvl5pPr>
            <a:lvl6pPr lvl="5" algn="ctr" rtl="0">
              <a:spcBef>
                <a:spcPts val="0"/>
              </a:spcBef>
              <a:spcAft>
                <a:spcPts val="0"/>
              </a:spcAft>
              <a:buClr>
                <a:schemeClr val="dk1"/>
              </a:buClr>
              <a:buSzPts val="2400"/>
              <a:buNone/>
              <a:defRPr sz="3200">
                <a:solidFill>
                  <a:schemeClr val="dk1"/>
                </a:solidFill>
              </a:defRPr>
            </a:lvl6pPr>
            <a:lvl7pPr lvl="6" algn="ctr" rtl="0">
              <a:spcBef>
                <a:spcPts val="0"/>
              </a:spcBef>
              <a:spcAft>
                <a:spcPts val="0"/>
              </a:spcAft>
              <a:buClr>
                <a:schemeClr val="dk1"/>
              </a:buClr>
              <a:buSzPts val="2400"/>
              <a:buNone/>
              <a:defRPr sz="3200">
                <a:solidFill>
                  <a:schemeClr val="dk1"/>
                </a:solidFill>
              </a:defRPr>
            </a:lvl7pPr>
            <a:lvl8pPr lvl="7" algn="ctr" rtl="0">
              <a:spcBef>
                <a:spcPts val="0"/>
              </a:spcBef>
              <a:spcAft>
                <a:spcPts val="0"/>
              </a:spcAft>
              <a:buClr>
                <a:schemeClr val="dk1"/>
              </a:buClr>
              <a:buSzPts val="2400"/>
              <a:buNone/>
              <a:defRPr sz="3200">
                <a:solidFill>
                  <a:schemeClr val="dk1"/>
                </a:solidFill>
              </a:defRPr>
            </a:lvl8pPr>
            <a:lvl9pPr lvl="8" algn="ctr" rtl="0">
              <a:spcBef>
                <a:spcPts val="0"/>
              </a:spcBef>
              <a:spcAft>
                <a:spcPts val="0"/>
              </a:spcAft>
              <a:buClr>
                <a:schemeClr val="dk1"/>
              </a:buClr>
              <a:buSzPts val="2400"/>
              <a:buNone/>
              <a:defRPr sz="3200">
                <a:solidFill>
                  <a:schemeClr val="dk1"/>
                </a:solidFill>
              </a:defRPr>
            </a:lvl9pPr>
          </a:lstStyle>
          <a:p>
            <a:endParaRPr/>
          </a:p>
        </p:txBody>
      </p:sp>
    </p:spTree>
    <p:extLst>
      <p:ext uri="{BB962C8B-B14F-4D97-AF65-F5344CB8AC3E}">
        <p14:creationId xmlns:p14="http://schemas.microsoft.com/office/powerpoint/2010/main" val="183691724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lt1"/>
        </a:solidFill>
        <a:effectLst/>
      </p:bgPr>
    </p:bg>
    <p:spTree>
      <p:nvGrpSpPr>
        <p:cNvPr id="1" name="Shape 24"/>
        <p:cNvGrpSpPr/>
        <p:nvPr/>
      </p:nvGrpSpPr>
      <p:grpSpPr>
        <a:xfrm>
          <a:off x="0" y="0"/>
          <a:ext cx="0" cy="0"/>
          <a:chOff x="0" y="0"/>
          <a:chExt cx="0" cy="0"/>
        </a:xfrm>
      </p:grpSpPr>
      <p:sp>
        <p:nvSpPr>
          <p:cNvPr id="25" name="Google Shape;25;p6"/>
          <p:cNvSpPr txBox="1">
            <a:spLocks noGrp="1"/>
          </p:cNvSpPr>
          <p:nvPr>
            <p:ph type="title"/>
          </p:nvPr>
        </p:nvSpPr>
        <p:spPr>
          <a:xfrm>
            <a:off x="603400" y="548633"/>
            <a:ext cx="10985200" cy="7488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2400"/>
              <a:buNone/>
              <a:defRPr sz="3200">
                <a:solidFill>
                  <a:schemeClr val="dk1"/>
                </a:solidFill>
              </a:defRPr>
            </a:lvl1pPr>
            <a:lvl2pPr lvl="1" algn="ctr" rtl="0">
              <a:spcBef>
                <a:spcPts val="0"/>
              </a:spcBef>
              <a:spcAft>
                <a:spcPts val="0"/>
              </a:spcAft>
              <a:buClr>
                <a:schemeClr val="dk1"/>
              </a:buClr>
              <a:buSzPts val="2400"/>
              <a:buNone/>
              <a:defRPr sz="3200">
                <a:solidFill>
                  <a:schemeClr val="dk1"/>
                </a:solidFill>
              </a:defRPr>
            </a:lvl2pPr>
            <a:lvl3pPr lvl="2" algn="ctr" rtl="0">
              <a:spcBef>
                <a:spcPts val="0"/>
              </a:spcBef>
              <a:spcAft>
                <a:spcPts val="0"/>
              </a:spcAft>
              <a:buClr>
                <a:schemeClr val="dk1"/>
              </a:buClr>
              <a:buSzPts val="2400"/>
              <a:buNone/>
              <a:defRPr sz="3200">
                <a:solidFill>
                  <a:schemeClr val="dk1"/>
                </a:solidFill>
              </a:defRPr>
            </a:lvl3pPr>
            <a:lvl4pPr lvl="3" algn="ctr" rtl="0">
              <a:spcBef>
                <a:spcPts val="0"/>
              </a:spcBef>
              <a:spcAft>
                <a:spcPts val="0"/>
              </a:spcAft>
              <a:buClr>
                <a:schemeClr val="dk1"/>
              </a:buClr>
              <a:buSzPts val="2400"/>
              <a:buNone/>
              <a:defRPr sz="3200">
                <a:solidFill>
                  <a:schemeClr val="dk1"/>
                </a:solidFill>
              </a:defRPr>
            </a:lvl4pPr>
            <a:lvl5pPr lvl="4" algn="ctr" rtl="0">
              <a:spcBef>
                <a:spcPts val="0"/>
              </a:spcBef>
              <a:spcAft>
                <a:spcPts val="0"/>
              </a:spcAft>
              <a:buClr>
                <a:schemeClr val="dk1"/>
              </a:buClr>
              <a:buSzPts val="2400"/>
              <a:buNone/>
              <a:defRPr sz="3200">
                <a:solidFill>
                  <a:schemeClr val="dk1"/>
                </a:solidFill>
              </a:defRPr>
            </a:lvl5pPr>
            <a:lvl6pPr lvl="5" algn="ctr" rtl="0">
              <a:spcBef>
                <a:spcPts val="0"/>
              </a:spcBef>
              <a:spcAft>
                <a:spcPts val="0"/>
              </a:spcAft>
              <a:buClr>
                <a:schemeClr val="dk1"/>
              </a:buClr>
              <a:buSzPts val="2400"/>
              <a:buNone/>
              <a:defRPr sz="3200">
                <a:solidFill>
                  <a:schemeClr val="dk1"/>
                </a:solidFill>
              </a:defRPr>
            </a:lvl6pPr>
            <a:lvl7pPr lvl="6" algn="ctr" rtl="0">
              <a:spcBef>
                <a:spcPts val="0"/>
              </a:spcBef>
              <a:spcAft>
                <a:spcPts val="0"/>
              </a:spcAft>
              <a:buClr>
                <a:schemeClr val="dk1"/>
              </a:buClr>
              <a:buSzPts val="2400"/>
              <a:buNone/>
              <a:defRPr sz="3200">
                <a:solidFill>
                  <a:schemeClr val="dk1"/>
                </a:solidFill>
              </a:defRPr>
            </a:lvl7pPr>
            <a:lvl8pPr lvl="7" algn="ctr" rtl="0">
              <a:spcBef>
                <a:spcPts val="0"/>
              </a:spcBef>
              <a:spcAft>
                <a:spcPts val="0"/>
              </a:spcAft>
              <a:buClr>
                <a:schemeClr val="dk1"/>
              </a:buClr>
              <a:buSzPts val="2400"/>
              <a:buNone/>
              <a:defRPr sz="3200">
                <a:solidFill>
                  <a:schemeClr val="dk1"/>
                </a:solidFill>
              </a:defRPr>
            </a:lvl8pPr>
            <a:lvl9pPr lvl="8" algn="ctr" rtl="0">
              <a:spcBef>
                <a:spcPts val="0"/>
              </a:spcBef>
              <a:spcAft>
                <a:spcPts val="0"/>
              </a:spcAft>
              <a:buClr>
                <a:schemeClr val="dk1"/>
              </a:buClr>
              <a:buSzPts val="2400"/>
              <a:buNone/>
              <a:defRPr sz="3200">
                <a:solidFill>
                  <a:schemeClr val="dk1"/>
                </a:solidFill>
              </a:defRPr>
            </a:lvl9pPr>
          </a:lstStyle>
          <a:p>
            <a:endParaRPr/>
          </a:p>
        </p:txBody>
      </p:sp>
    </p:spTree>
    <p:extLst>
      <p:ext uri="{BB962C8B-B14F-4D97-AF65-F5344CB8AC3E}">
        <p14:creationId xmlns:p14="http://schemas.microsoft.com/office/powerpoint/2010/main" val="9480291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6"/>
        <p:cNvGrpSpPr/>
        <p:nvPr/>
      </p:nvGrpSpPr>
      <p:grpSpPr>
        <a:xfrm>
          <a:off x="0" y="0"/>
          <a:ext cx="0" cy="0"/>
          <a:chOff x="0" y="0"/>
          <a:chExt cx="0" cy="0"/>
        </a:xfrm>
      </p:grpSpPr>
      <p:sp>
        <p:nvSpPr>
          <p:cNvPr id="27" name="Google Shape;27;p7"/>
          <p:cNvSpPr txBox="1">
            <a:spLocks noGrp="1"/>
          </p:cNvSpPr>
          <p:nvPr>
            <p:ph type="body" idx="1"/>
          </p:nvPr>
        </p:nvSpPr>
        <p:spPr>
          <a:xfrm>
            <a:off x="960000" y="1536633"/>
            <a:ext cx="4429600" cy="4555200"/>
          </a:xfrm>
          <a:prstGeom prst="rect">
            <a:avLst/>
          </a:prstGeom>
        </p:spPr>
        <p:txBody>
          <a:bodyPr spcFirstLastPara="1" wrap="square" lIns="91425" tIns="91425" rIns="91425" bIns="91425" anchor="t" anchorCtr="0">
            <a:noAutofit/>
          </a:bodyPr>
          <a:lstStyle>
            <a:lvl1pPr marL="609585" lvl="0" indent="-423323" rtl="0">
              <a:lnSpc>
                <a:spcPct val="115000"/>
              </a:lnSpc>
              <a:spcBef>
                <a:spcPts val="0"/>
              </a:spcBef>
              <a:spcAft>
                <a:spcPts val="0"/>
              </a:spcAft>
              <a:buSzPts val="1400"/>
              <a:buChar char="●"/>
              <a:defRPr sz="1867"/>
            </a:lvl1pPr>
            <a:lvl2pPr marL="1219170" lvl="1" indent="-406390" rtl="0">
              <a:lnSpc>
                <a:spcPct val="115000"/>
              </a:lnSpc>
              <a:spcBef>
                <a:spcPts val="0"/>
              </a:spcBef>
              <a:spcAft>
                <a:spcPts val="0"/>
              </a:spcAft>
              <a:buSzPts val="1200"/>
              <a:buChar char="○"/>
              <a:defRPr/>
            </a:lvl2pPr>
            <a:lvl3pPr marL="1828754" lvl="2" indent="-406390" rtl="0">
              <a:lnSpc>
                <a:spcPct val="115000"/>
              </a:lnSpc>
              <a:spcBef>
                <a:spcPts val="0"/>
              </a:spcBef>
              <a:spcAft>
                <a:spcPts val="0"/>
              </a:spcAft>
              <a:buSzPts val="1200"/>
              <a:buChar char="■"/>
              <a:defRPr/>
            </a:lvl3pPr>
            <a:lvl4pPr marL="2438339" lvl="3" indent="-406390" rtl="0">
              <a:lnSpc>
                <a:spcPct val="115000"/>
              </a:lnSpc>
              <a:spcBef>
                <a:spcPts val="0"/>
              </a:spcBef>
              <a:spcAft>
                <a:spcPts val="0"/>
              </a:spcAft>
              <a:buSzPts val="1200"/>
              <a:buChar char="●"/>
              <a:defRPr/>
            </a:lvl4pPr>
            <a:lvl5pPr marL="3047924" lvl="4" indent="-406390" rtl="0">
              <a:lnSpc>
                <a:spcPct val="115000"/>
              </a:lnSpc>
              <a:spcBef>
                <a:spcPts val="0"/>
              </a:spcBef>
              <a:spcAft>
                <a:spcPts val="0"/>
              </a:spcAft>
              <a:buSzPts val="1200"/>
              <a:buChar char="○"/>
              <a:defRPr/>
            </a:lvl5pPr>
            <a:lvl6pPr marL="3657509" lvl="5" indent="-406390" rtl="0">
              <a:lnSpc>
                <a:spcPct val="115000"/>
              </a:lnSpc>
              <a:spcBef>
                <a:spcPts val="0"/>
              </a:spcBef>
              <a:spcAft>
                <a:spcPts val="0"/>
              </a:spcAft>
              <a:buSzPts val="1200"/>
              <a:buChar char="■"/>
              <a:defRPr/>
            </a:lvl6pPr>
            <a:lvl7pPr marL="4267093" lvl="6" indent="-406390" rtl="0">
              <a:lnSpc>
                <a:spcPct val="115000"/>
              </a:lnSpc>
              <a:spcBef>
                <a:spcPts val="0"/>
              </a:spcBef>
              <a:spcAft>
                <a:spcPts val="0"/>
              </a:spcAft>
              <a:buSzPts val="1200"/>
              <a:buChar char="●"/>
              <a:defRPr/>
            </a:lvl7pPr>
            <a:lvl8pPr marL="4876678" lvl="7" indent="-406390" rtl="0">
              <a:lnSpc>
                <a:spcPct val="115000"/>
              </a:lnSpc>
              <a:spcBef>
                <a:spcPts val="0"/>
              </a:spcBef>
              <a:spcAft>
                <a:spcPts val="0"/>
              </a:spcAft>
              <a:buSzPts val="1200"/>
              <a:buChar char="○"/>
              <a:defRPr/>
            </a:lvl8pPr>
            <a:lvl9pPr marL="5486263" lvl="8" indent="-406390" rtl="0">
              <a:lnSpc>
                <a:spcPct val="115000"/>
              </a:lnSpc>
              <a:spcBef>
                <a:spcPts val="0"/>
              </a:spcBef>
              <a:spcAft>
                <a:spcPts val="0"/>
              </a:spcAft>
              <a:buSzPts val="1200"/>
              <a:buChar char="■"/>
              <a:defRPr/>
            </a:lvl9pPr>
          </a:lstStyle>
          <a:p>
            <a:endParaRPr/>
          </a:p>
        </p:txBody>
      </p:sp>
      <p:sp>
        <p:nvSpPr>
          <p:cNvPr id="28" name="Google Shape;28;p7"/>
          <p:cNvSpPr txBox="1">
            <a:spLocks noGrp="1"/>
          </p:cNvSpPr>
          <p:nvPr>
            <p:ph type="title"/>
          </p:nvPr>
        </p:nvSpPr>
        <p:spPr>
          <a:xfrm>
            <a:off x="603400" y="548633"/>
            <a:ext cx="10985200" cy="7488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2400"/>
              <a:buNone/>
              <a:defRPr sz="3200">
                <a:solidFill>
                  <a:schemeClr val="dk1"/>
                </a:solidFill>
              </a:defRPr>
            </a:lvl1pPr>
            <a:lvl2pPr lvl="1" algn="ctr" rtl="0">
              <a:spcBef>
                <a:spcPts val="0"/>
              </a:spcBef>
              <a:spcAft>
                <a:spcPts val="0"/>
              </a:spcAft>
              <a:buClr>
                <a:schemeClr val="dk1"/>
              </a:buClr>
              <a:buSzPts val="2400"/>
              <a:buNone/>
              <a:defRPr sz="3200">
                <a:solidFill>
                  <a:schemeClr val="dk1"/>
                </a:solidFill>
              </a:defRPr>
            </a:lvl2pPr>
            <a:lvl3pPr lvl="2" algn="ctr" rtl="0">
              <a:spcBef>
                <a:spcPts val="0"/>
              </a:spcBef>
              <a:spcAft>
                <a:spcPts val="0"/>
              </a:spcAft>
              <a:buClr>
                <a:schemeClr val="dk1"/>
              </a:buClr>
              <a:buSzPts val="2400"/>
              <a:buNone/>
              <a:defRPr sz="3200">
                <a:solidFill>
                  <a:schemeClr val="dk1"/>
                </a:solidFill>
              </a:defRPr>
            </a:lvl3pPr>
            <a:lvl4pPr lvl="3" algn="ctr" rtl="0">
              <a:spcBef>
                <a:spcPts val="0"/>
              </a:spcBef>
              <a:spcAft>
                <a:spcPts val="0"/>
              </a:spcAft>
              <a:buClr>
                <a:schemeClr val="dk1"/>
              </a:buClr>
              <a:buSzPts val="2400"/>
              <a:buNone/>
              <a:defRPr sz="3200">
                <a:solidFill>
                  <a:schemeClr val="dk1"/>
                </a:solidFill>
              </a:defRPr>
            </a:lvl4pPr>
            <a:lvl5pPr lvl="4" algn="ctr" rtl="0">
              <a:spcBef>
                <a:spcPts val="0"/>
              </a:spcBef>
              <a:spcAft>
                <a:spcPts val="0"/>
              </a:spcAft>
              <a:buClr>
                <a:schemeClr val="dk1"/>
              </a:buClr>
              <a:buSzPts val="2400"/>
              <a:buNone/>
              <a:defRPr sz="3200">
                <a:solidFill>
                  <a:schemeClr val="dk1"/>
                </a:solidFill>
              </a:defRPr>
            </a:lvl5pPr>
            <a:lvl6pPr lvl="5" algn="ctr" rtl="0">
              <a:spcBef>
                <a:spcPts val="0"/>
              </a:spcBef>
              <a:spcAft>
                <a:spcPts val="0"/>
              </a:spcAft>
              <a:buClr>
                <a:schemeClr val="dk1"/>
              </a:buClr>
              <a:buSzPts val="2400"/>
              <a:buNone/>
              <a:defRPr sz="3200">
                <a:solidFill>
                  <a:schemeClr val="dk1"/>
                </a:solidFill>
              </a:defRPr>
            </a:lvl6pPr>
            <a:lvl7pPr lvl="6" algn="ctr" rtl="0">
              <a:spcBef>
                <a:spcPts val="0"/>
              </a:spcBef>
              <a:spcAft>
                <a:spcPts val="0"/>
              </a:spcAft>
              <a:buClr>
                <a:schemeClr val="dk1"/>
              </a:buClr>
              <a:buSzPts val="2400"/>
              <a:buNone/>
              <a:defRPr sz="3200">
                <a:solidFill>
                  <a:schemeClr val="dk1"/>
                </a:solidFill>
              </a:defRPr>
            </a:lvl7pPr>
            <a:lvl8pPr lvl="7" algn="ctr" rtl="0">
              <a:spcBef>
                <a:spcPts val="0"/>
              </a:spcBef>
              <a:spcAft>
                <a:spcPts val="0"/>
              </a:spcAft>
              <a:buClr>
                <a:schemeClr val="dk1"/>
              </a:buClr>
              <a:buSzPts val="2400"/>
              <a:buNone/>
              <a:defRPr sz="3200">
                <a:solidFill>
                  <a:schemeClr val="dk1"/>
                </a:solidFill>
              </a:defRPr>
            </a:lvl8pPr>
            <a:lvl9pPr lvl="8" algn="ctr" rtl="0">
              <a:spcBef>
                <a:spcPts val="0"/>
              </a:spcBef>
              <a:spcAft>
                <a:spcPts val="0"/>
              </a:spcAft>
              <a:buClr>
                <a:schemeClr val="dk1"/>
              </a:buClr>
              <a:buSzPts val="2400"/>
              <a:buNone/>
              <a:defRPr sz="3200">
                <a:solidFill>
                  <a:schemeClr val="dk1"/>
                </a:solidFill>
              </a:defRPr>
            </a:lvl9pPr>
          </a:lstStyle>
          <a:p>
            <a:endParaRPr/>
          </a:p>
        </p:txBody>
      </p:sp>
    </p:spTree>
    <p:extLst>
      <p:ext uri="{BB962C8B-B14F-4D97-AF65-F5344CB8AC3E}">
        <p14:creationId xmlns:p14="http://schemas.microsoft.com/office/powerpoint/2010/main" val="351311436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29"/>
        <p:cNvGrpSpPr/>
        <p:nvPr/>
      </p:nvGrpSpPr>
      <p:grpSpPr>
        <a:xfrm>
          <a:off x="0" y="0"/>
          <a:ext cx="0" cy="0"/>
          <a:chOff x="0" y="0"/>
          <a:chExt cx="0" cy="0"/>
        </a:xfrm>
      </p:grpSpPr>
      <p:sp>
        <p:nvSpPr>
          <p:cNvPr id="30" name="Google Shape;30;p8"/>
          <p:cNvSpPr txBox="1">
            <a:spLocks noGrp="1"/>
          </p:cNvSpPr>
          <p:nvPr>
            <p:ph type="title"/>
          </p:nvPr>
        </p:nvSpPr>
        <p:spPr>
          <a:xfrm>
            <a:off x="1850800" y="1742800"/>
            <a:ext cx="8490400" cy="337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80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Tree>
    <p:extLst>
      <p:ext uri="{BB962C8B-B14F-4D97-AF65-F5344CB8AC3E}">
        <p14:creationId xmlns:p14="http://schemas.microsoft.com/office/powerpoint/2010/main" val="403123920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1"/>
        <p:cNvGrpSpPr/>
        <p:nvPr/>
      </p:nvGrpSpPr>
      <p:grpSpPr>
        <a:xfrm>
          <a:off x="0" y="0"/>
          <a:ext cx="0" cy="0"/>
          <a:chOff x="0" y="0"/>
          <a:chExt cx="0" cy="0"/>
        </a:xfrm>
      </p:grpSpPr>
      <p:sp>
        <p:nvSpPr>
          <p:cNvPr id="32" name="Google Shape;32;p9"/>
          <p:cNvSpPr txBox="1">
            <a:spLocks noGrp="1"/>
          </p:cNvSpPr>
          <p:nvPr>
            <p:ph type="title"/>
          </p:nvPr>
        </p:nvSpPr>
        <p:spPr>
          <a:xfrm>
            <a:off x="960000" y="489897"/>
            <a:ext cx="10272000" cy="112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6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33" name="Google Shape;33;p9"/>
          <p:cNvSpPr txBox="1">
            <a:spLocks noGrp="1"/>
          </p:cNvSpPr>
          <p:nvPr>
            <p:ph type="subTitle" idx="1"/>
          </p:nvPr>
        </p:nvSpPr>
        <p:spPr>
          <a:xfrm>
            <a:off x="2988733" y="1798333"/>
            <a:ext cx="6214800" cy="2242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79039559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4"/>
        <p:cNvGrpSpPr/>
        <p:nvPr/>
      </p:nvGrpSpPr>
      <p:grpSpPr>
        <a:xfrm>
          <a:off x="0" y="0"/>
          <a:ext cx="0" cy="0"/>
          <a:chOff x="0" y="0"/>
          <a:chExt cx="0" cy="0"/>
        </a:xfrm>
      </p:grpSpPr>
      <p:sp>
        <p:nvSpPr>
          <p:cNvPr id="35" name="Google Shape;35;p10"/>
          <p:cNvSpPr txBox="1">
            <a:spLocks noGrp="1"/>
          </p:cNvSpPr>
          <p:nvPr>
            <p:ph type="title"/>
          </p:nvPr>
        </p:nvSpPr>
        <p:spPr>
          <a:xfrm>
            <a:off x="960000" y="3047200"/>
            <a:ext cx="10272000" cy="76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a:lvl1pPr>
            <a:lvl2pPr lvl="1" algn="ctr" rtl="0">
              <a:spcBef>
                <a:spcPts val="0"/>
              </a:spcBef>
              <a:spcAft>
                <a:spcPts val="0"/>
              </a:spcAft>
              <a:buSzPts val="2400"/>
              <a:buNone/>
              <a:defRPr/>
            </a:lvl2pPr>
            <a:lvl3pPr lvl="2" algn="ctr" rtl="0">
              <a:spcBef>
                <a:spcPts val="0"/>
              </a:spcBef>
              <a:spcAft>
                <a:spcPts val="0"/>
              </a:spcAft>
              <a:buSzPts val="2400"/>
              <a:buNone/>
              <a:defRPr/>
            </a:lvl3pPr>
            <a:lvl4pPr lvl="3" algn="ctr" rtl="0">
              <a:spcBef>
                <a:spcPts val="0"/>
              </a:spcBef>
              <a:spcAft>
                <a:spcPts val="0"/>
              </a:spcAft>
              <a:buSzPts val="2400"/>
              <a:buNone/>
              <a:defRPr/>
            </a:lvl4pPr>
            <a:lvl5pPr lvl="4" algn="ctr" rtl="0">
              <a:spcBef>
                <a:spcPts val="0"/>
              </a:spcBef>
              <a:spcAft>
                <a:spcPts val="0"/>
              </a:spcAft>
              <a:buSzPts val="2400"/>
              <a:buNone/>
              <a:defRPr/>
            </a:lvl5pPr>
            <a:lvl6pPr lvl="5" algn="ctr" rtl="0">
              <a:spcBef>
                <a:spcPts val="0"/>
              </a:spcBef>
              <a:spcAft>
                <a:spcPts val="0"/>
              </a:spcAft>
              <a:buSzPts val="2400"/>
              <a:buNone/>
              <a:defRPr/>
            </a:lvl6pPr>
            <a:lvl7pPr lvl="6" algn="ctr" rtl="0">
              <a:spcBef>
                <a:spcPts val="0"/>
              </a:spcBef>
              <a:spcAft>
                <a:spcPts val="0"/>
              </a:spcAft>
              <a:buSzPts val="2400"/>
              <a:buNone/>
              <a:defRPr/>
            </a:lvl7pPr>
            <a:lvl8pPr lvl="7" algn="ctr" rtl="0">
              <a:spcBef>
                <a:spcPts val="0"/>
              </a:spcBef>
              <a:spcAft>
                <a:spcPts val="0"/>
              </a:spcAft>
              <a:buSzPts val="2400"/>
              <a:buNone/>
              <a:defRPr/>
            </a:lvl8pPr>
            <a:lvl9pPr lvl="8" algn="ctr" rtl="0">
              <a:spcBef>
                <a:spcPts val="0"/>
              </a:spcBef>
              <a:spcAft>
                <a:spcPts val="0"/>
              </a:spcAft>
              <a:buSzPts val="2400"/>
              <a:buNone/>
              <a:defRPr/>
            </a:lvl9pPr>
          </a:lstStyle>
          <a:p>
            <a:endParaRPr/>
          </a:p>
        </p:txBody>
      </p:sp>
    </p:spTree>
    <p:extLst>
      <p:ext uri="{BB962C8B-B14F-4D97-AF65-F5344CB8AC3E}">
        <p14:creationId xmlns:p14="http://schemas.microsoft.com/office/powerpoint/2010/main" val="291811910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36"/>
        <p:cNvGrpSpPr/>
        <p:nvPr/>
      </p:nvGrpSpPr>
      <p:grpSpPr>
        <a:xfrm>
          <a:off x="0" y="0"/>
          <a:ext cx="0" cy="0"/>
          <a:chOff x="0" y="0"/>
          <a:chExt cx="0" cy="0"/>
        </a:xfrm>
      </p:grpSpPr>
      <p:sp>
        <p:nvSpPr>
          <p:cNvPr id="37" name="Google Shape;37;p11"/>
          <p:cNvSpPr txBox="1">
            <a:spLocks noGrp="1"/>
          </p:cNvSpPr>
          <p:nvPr>
            <p:ph type="title" hasCustomPrompt="1"/>
          </p:nvPr>
        </p:nvSpPr>
        <p:spPr>
          <a:xfrm>
            <a:off x="1712000" y="2077967"/>
            <a:ext cx="8768000" cy="20148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12800"/>
            </a:lvl1pPr>
            <a:lvl2pPr lvl="1" algn="ctr">
              <a:spcBef>
                <a:spcPts val="0"/>
              </a:spcBef>
              <a:spcAft>
                <a:spcPts val="0"/>
              </a:spcAft>
              <a:buSzPts val="9600"/>
              <a:buNone/>
              <a:defRPr sz="12800"/>
            </a:lvl2pPr>
            <a:lvl3pPr lvl="2" algn="ctr">
              <a:spcBef>
                <a:spcPts val="0"/>
              </a:spcBef>
              <a:spcAft>
                <a:spcPts val="0"/>
              </a:spcAft>
              <a:buSzPts val="9600"/>
              <a:buNone/>
              <a:defRPr sz="12800"/>
            </a:lvl3pPr>
            <a:lvl4pPr lvl="3" algn="ctr">
              <a:spcBef>
                <a:spcPts val="0"/>
              </a:spcBef>
              <a:spcAft>
                <a:spcPts val="0"/>
              </a:spcAft>
              <a:buSzPts val="9600"/>
              <a:buNone/>
              <a:defRPr sz="12800"/>
            </a:lvl4pPr>
            <a:lvl5pPr lvl="4" algn="ctr">
              <a:spcBef>
                <a:spcPts val="0"/>
              </a:spcBef>
              <a:spcAft>
                <a:spcPts val="0"/>
              </a:spcAft>
              <a:buSzPts val="9600"/>
              <a:buNone/>
              <a:defRPr sz="12800"/>
            </a:lvl5pPr>
            <a:lvl6pPr lvl="5" algn="ctr">
              <a:spcBef>
                <a:spcPts val="0"/>
              </a:spcBef>
              <a:spcAft>
                <a:spcPts val="0"/>
              </a:spcAft>
              <a:buSzPts val="9600"/>
              <a:buNone/>
              <a:defRPr sz="12800"/>
            </a:lvl6pPr>
            <a:lvl7pPr lvl="6" algn="ctr">
              <a:spcBef>
                <a:spcPts val="0"/>
              </a:spcBef>
              <a:spcAft>
                <a:spcPts val="0"/>
              </a:spcAft>
              <a:buSzPts val="9600"/>
              <a:buNone/>
              <a:defRPr sz="12800"/>
            </a:lvl7pPr>
            <a:lvl8pPr lvl="7" algn="ctr">
              <a:spcBef>
                <a:spcPts val="0"/>
              </a:spcBef>
              <a:spcAft>
                <a:spcPts val="0"/>
              </a:spcAft>
              <a:buSzPts val="9600"/>
              <a:buNone/>
              <a:defRPr sz="12800"/>
            </a:lvl8pPr>
            <a:lvl9pPr lvl="8" algn="ctr">
              <a:spcBef>
                <a:spcPts val="0"/>
              </a:spcBef>
              <a:spcAft>
                <a:spcPts val="0"/>
              </a:spcAft>
              <a:buSzPts val="9600"/>
              <a:buNone/>
              <a:defRPr sz="12800"/>
            </a:lvl9pPr>
          </a:lstStyle>
          <a:p>
            <a:r>
              <a:t>xx%</a:t>
            </a:r>
          </a:p>
        </p:txBody>
      </p:sp>
      <p:sp>
        <p:nvSpPr>
          <p:cNvPr id="38" name="Google Shape;38;p11"/>
          <p:cNvSpPr txBox="1">
            <a:spLocks noGrp="1"/>
          </p:cNvSpPr>
          <p:nvPr>
            <p:ph type="subTitle" idx="1"/>
          </p:nvPr>
        </p:nvSpPr>
        <p:spPr>
          <a:xfrm>
            <a:off x="1712000" y="4092833"/>
            <a:ext cx="8768000" cy="95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22933187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9"/>
        <p:cNvGrpSpPr/>
        <p:nvPr/>
      </p:nvGrpSpPr>
      <p:grpSpPr>
        <a:xfrm>
          <a:off x="0" y="0"/>
          <a:ext cx="0" cy="0"/>
          <a:chOff x="0" y="0"/>
          <a:chExt cx="0" cy="0"/>
        </a:xfrm>
      </p:grpSpPr>
    </p:spTree>
    <p:extLst>
      <p:ext uri="{BB962C8B-B14F-4D97-AF65-F5344CB8AC3E}">
        <p14:creationId xmlns:p14="http://schemas.microsoft.com/office/powerpoint/2010/main" val="215243901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422470176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1013172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34104148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03379690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16945505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97961940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97570117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3733637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3"/>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0324818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96897080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4439144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14739448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05512519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172533003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93657144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98815443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17805542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24886756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49247344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15052113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42606433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48094445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53089819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05611487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253556330"/>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15922984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55246876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94674340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334246307"/>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70371686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9443145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67104042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649839301"/>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56907632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8397491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909345237"/>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49998597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558999370"/>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69474829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7" name="Rectangle 6"/>
          <p:cNvSpPr/>
          <p:nvPr/>
        </p:nvSpPr>
        <p:spPr>
          <a:xfrm>
            <a:off x="1" y="3886200"/>
            <a:ext cx="12192000" cy="2971800"/>
          </a:xfrm>
          <a:prstGeom prst="rect">
            <a:avLst/>
          </a:prstGeom>
          <a:gradFill flip="none" rotWithShape="1">
            <a:gsLst>
              <a:gs pos="100000">
                <a:schemeClr val="bg1">
                  <a:lumMod val="65000"/>
                  <a:alpha val="53000"/>
                </a:schemeClr>
              </a:gs>
              <a:gs pos="0">
                <a:schemeClr val="bg1">
                  <a:lumMod val="9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36" tIns="45719" rIns="91436" bIns="45719" rtlCol="0" anchor="ctr"/>
          <a:lstStyle/>
          <a:p>
            <a:pPr algn="ctr"/>
            <a:endParaRPr lang="en-US" sz="1800">
              <a:solidFill>
                <a:prstClr val="white"/>
              </a:solidFill>
              <a:latin typeface="Segoe UI" panose="020B0502040204020203" pitchFamily="34" charset="0"/>
            </a:endParaRPr>
          </a:p>
        </p:txBody>
      </p:sp>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Segoe UI" panose="020B0502040204020203" pitchFamily="34" charset="0"/>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Segoe UI" panose="020B0502040204020203" pitchFamily="34" charset="0"/>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2110793936"/>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87413234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12929455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3598373"/>
            <a:ext cx="10363200" cy="1362075"/>
          </a:xfrm>
        </p:spPr>
        <p:txBody>
          <a:bodyPr anchor="t"/>
          <a:lstStyle>
            <a:lvl1pPr algn="l">
              <a:defRPr sz="5300" b="1" cap="all"/>
            </a:lvl1pPr>
          </a:lstStyle>
          <a:p>
            <a:r>
              <a:rPr lang="en-US"/>
              <a:t>Click to edit Master 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790984873"/>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161259005"/>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83502531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92297539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4021106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itleOnly" preserve="1">
  <p:cSld name="1_Title Only">
    <p:bg>
      <p:bgPr>
        <a:gradFill>
          <a:gsLst>
            <a:gs pos="81000">
              <a:srgbClr val="EEEEEE"/>
            </a:gs>
            <a:gs pos="0">
              <a:schemeClr val="bg1"/>
            </a:gs>
            <a:gs pos="100000">
              <a:schemeClr val="bg1">
                <a:lumMod val="85000"/>
              </a:schemeClr>
            </a:gs>
          </a:gsLst>
          <a:path path="circle">
            <a:fillToRect l="50000" t="50000" r="50000" b="50000"/>
          </a:path>
        </a:gra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263493432"/>
      </p:ext>
    </p:extLst>
  </p:cSld>
  <p:clrMapOvr>
    <a:overrideClrMapping bg1="lt1" tx1="dk1" bg2="lt2" tx2="dk2" accent1="accent1" accent2="accent2" accent3="accent3" accent4="accent4" accent5="accent5" accent6="accent6" hlink="hlink" folHlink="folHlink"/>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96636384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93444053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2055482155"/>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534721460"/>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817172067"/>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1_slidemodel2">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6"/>
            <a:ext cx="5932223" cy="711081"/>
          </a:xfrm>
        </p:spPr>
        <p:txBody>
          <a:bodyPr>
            <a:normAutofit/>
          </a:bodyPr>
          <a:lstStyle>
            <a:lvl1pPr algn="ctr">
              <a:defRPr sz="3599" b="0">
                <a:solidFill>
                  <a:schemeClr val="bg1"/>
                </a:solidFill>
                <a:effectLst>
                  <a:outerShdw blurRad="38100" dist="38100" dir="2700000" algn="tl">
                    <a:srgbClr val="000000">
                      <a:alpha val="43137"/>
                    </a:srgbClr>
                  </a:outerShdw>
                </a:effectLst>
                <a:latin typeface="Segoe UI" panose="020B0502040204020203" pitchFamily="34" charset="0"/>
                <a:ea typeface="Open Sans" pitchFamily="34" charset="0"/>
                <a:cs typeface="Segoe UI" panose="020B0502040204020203"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133587054"/>
      </p:ext>
    </p:extLst>
  </p:cSld>
  <p:clrMapOvr>
    <a:overrideClrMapping bg1="lt1" tx1="dk1" bg2="lt2" tx2="dk2" accent1="accent1" accent2="accent2" accent3="accent3" accent4="accent4" accent5="accent5" accent6="accent6" hlink="hlink" folHlink="folHlink"/>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364863009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53261459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89245169"/>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85870105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593474347"/>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465806223"/>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48212991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34518098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895161222"/>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24795720"/>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40650556"/>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28657198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25709281"/>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171073375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32001245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39370058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91645716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22870145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455151760"/>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7527834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16007821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022641607"/>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25279381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34065560"/>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53785016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79626378"/>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4987990"/>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5509360"/>
            <a:ext cx="8534400"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534" indent="0" algn="ctr">
              <a:buNone/>
              <a:defRPr>
                <a:solidFill>
                  <a:schemeClr val="tx1">
                    <a:tint val="75000"/>
                  </a:schemeClr>
                </a:solidFill>
              </a:defRPr>
            </a:lvl2pPr>
            <a:lvl3pPr marL="1219068" indent="0" algn="ctr">
              <a:buNone/>
              <a:defRPr>
                <a:solidFill>
                  <a:schemeClr val="tx1">
                    <a:tint val="75000"/>
                  </a:schemeClr>
                </a:solidFill>
              </a:defRPr>
            </a:lvl3pPr>
            <a:lvl4pPr marL="1828602" indent="0" algn="ctr">
              <a:buNone/>
              <a:defRPr>
                <a:solidFill>
                  <a:schemeClr val="tx1">
                    <a:tint val="75000"/>
                  </a:schemeClr>
                </a:solidFill>
              </a:defRPr>
            </a:lvl4pPr>
            <a:lvl5pPr marL="2438136" indent="0" algn="ctr">
              <a:buNone/>
              <a:defRPr>
                <a:solidFill>
                  <a:schemeClr val="tx1">
                    <a:tint val="75000"/>
                  </a:schemeClr>
                </a:solidFill>
              </a:defRPr>
            </a:lvl5pPr>
            <a:lvl6pPr marL="3047670" indent="0" algn="ctr">
              <a:buNone/>
              <a:defRPr>
                <a:solidFill>
                  <a:schemeClr val="tx1">
                    <a:tint val="75000"/>
                  </a:schemeClr>
                </a:solidFill>
              </a:defRPr>
            </a:lvl6pPr>
            <a:lvl7pPr marL="3657205" indent="0" algn="ctr">
              <a:buNone/>
              <a:defRPr>
                <a:solidFill>
                  <a:schemeClr val="tx1">
                    <a:tint val="75000"/>
                  </a:schemeClr>
                </a:solidFill>
              </a:defRPr>
            </a:lvl7pPr>
            <a:lvl8pPr marL="4266737" indent="0" algn="ctr">
              <a:buNone/>
              <a:defRPr>
                <a:solidFill>
                  <a:schemeClr val="tx1">
                    <a:tint val="75000"/>
                  </a:schemeClr>
                </a:solidFill>
              </a:defRPr>
            </a:lvl8pPr>
            <a:lvl9pPr marL="4876273"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90817464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59" indent="0" algn="ctr">
              <a:buNone/>
              <a:defRPr>
                <a:solidFill>
                  <a:schemeClr val="tx1">
                    <a:tint val="75000"/>
                  </a:schemeClr>
                </a:solidFill>
              </a:defRPr>
            </a:lvl2pPr>
            <a:lvl3pPr marL="1219119" indent="0" algn="ctr">
              <a:buNone/>
              <a:defRPr>
                <a:solidFill>
                  <a:schemeClr val="tx1">
                    <a:tint val="75000"/>
                  </a:schemeClr>
                </a:solidFill>
              </a:defRPr>
            </a:lvl3pPr>
            <a:lvl4pPr marL="1828678" indent="0" algn="ctr">
              <a:buNone/>
              <a:defRPr>
                <a:solidFill>
                  <a:schemeClr val="tx1">
                    <a:tint val="75000"/>
                  </a:schemeClr>
                </a:solidFill>
              </a:defRPr>
            </a:lvl4pPr>
            <a:lvl5pPr marL="2438238" indent="0" algn="ctr">
              <a:buNone/>
              <a:defRPr>
                <a:solidFill>
                  <a:schemeClr val="tx1">
                    <a:tint val="75000"/>
                  </a:schemeClr>
                </a:solidFill>
              </a:defRPr>
            </a:lvl5pPr>
            <a:lvl6pPr marL="3047797" indent="0" algn="ctr">
              <a:buNone/>
              <a:defRPr>
                <a:solidFill>
                  <a:schemeClr val="tx1">
                    <a:tint val="75000"/>
                  </a:schemeClr>
                </a:solidFill>
              </a:defRPr>
            </a:lvl6pPr>
            <a:lvl7pPr marL="3657357" indent="0" algn="ctr">
              <a:buNone/>
              <a:defRPr>
                <a:solidFill>
                  <a:schemeClr val="tx1">
                    <a:tint val="75000"/>
                  </a:schemeClr>
                </a:solidFill>
              </a:defRPr>
            </a:lvl7pPr>
            <a:lvl8pPr marL="4266915" indent="0" algn="ctr">
              <a:buNone/>
              <a:defRPr>
                <a:solidFill>
                  <a:schemeClr val="tx1">
                    <a:tint val="75000"/>
                  </a:schemeClr>
                </a:solidFill>
              </a:defRPr>
            </a:lvl8pPr>
            <a:lvl9pPr marL="487647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025055365"/>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621255815"/>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59" indent="0">
              <a:buNone/>
              <a:defRPr sz="2400">
                <a:solidFill>
                  <a:schemeClr val="tx1">
                    <a:tint val="75000"/>
                  </a:schemeClr>
                </a:solidFill>
              </a:defRPr>
            </a:lvl2pPr>
            <a:lvl3pPr marL="1219119" indent="0">
              <a:buNone/>
              <a:defRPr sz="2133">
                <a:solidFill>
                  <a:schemeClr val="tx1">
                    <a:tint val="75000"/>
                  </a:schemeClr>
                </a:solidFill>
              </a:defRPr>
            </a:lvl3pPr>
            <a:lvl4pPr marL="1828678" indent="0">
              <a:buNone/>
              <a:defRPr sz="1867">
                <a:solidFill>
                  <a:schemeClr val="tx1">
                    <a:tint val="75000"/>
                  </a:schemeClr>
                </a:solidFill>
              </a:defRPr>
            </a:lvl4pPr>
            <a:lvl5pPr marL="2438238" indent="0">
              <a:buNone/>
              <a:defRPr sz="1867">
                <a:solidFill>
                  <a:schemeClr val="tx1">
                    <a:tint val="75000"/>
                  </a:schemeClr>
                </a:solidFill>
              </a:defRPr>
            </a:lvl5pPr>
            <a:lvl6pPr marL="3047797" indent="0">
              <a:buNone/>
              <a:defRPr sz="1867">
                <a:solidFill>
                  <a:schemeClr val="tx1">
                    <a:tint val="75000"/>
                  </a:schemeClr>
                </a:solidFill>
              </a:defRPr>
            </a:lvl6pPr>
            <a:lvl7pPr marL="3657357" indent="0">
              <a:buNone/>
              <a:defRPr sz="1867">
                <a:solidFill>
                  <a:schemeClr val="tx1">
                    <a:tint val="75000"/>
                  </a:schemeClr>
                </a:solidFill>
              </a:defRPr>
            </a:lvl7pPr>
            <a:lvl8pPr marL="4266915" indent="0">
              <a:buNone/>
              <a:defRPr sz="1867">
                <a:solidFill>
                  <a:schemeClr val="tx1">
                    <a:tint val="75000"/>
                  </a:schemeClr>
                </a:solidFill>
              </a:defRPr>
            </a:lvl8pPr>
            <a:lvl9pPr marL="4876475" indent="0">
              <a:buNone/>
              <a:defRPr sz="186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90972887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801883984"/>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3"/>
            <a:ext cx="5389033" cy="639763"/>
          </a:xfrm>
        </p:spPr>
        <p:txBody>
          <a:bodyPr anchor="b"/>
          <a:lstStyle>
            <a:lvl1pPr marL="0" indent="0">
              <a:buNone/>
              <a:defRPr sz="3200"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FD1176A7-B091-469C-82C8-89C693043C40}"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98504540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lumMod val="65000"/>
                    <a:lumOff val="35000"/>
                  </a:schemeClr>
                </a:solidFill>
              </a:defRPr>
            </a:lvl1pPr>
          </a:lstStyle>
          <a:p>
            <a:r>
              <a:rPr lang="en-US"/>
              <a:t>Click to edit Master title style</a:t>
            </a:r>
          </a:p>
        </p:txBody>
      </p:sp>
    </p:spTree>
    <p:extLst>
      <p:ext uri="{BB962C8B-B14F-4D97-AF65-F5344CB8AC3E}">
        <p14:creationId xmlns:p14="http://schemas.microsoft.com/office/powerpoint/2010/main" val="189601869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lumMod val="50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206672655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036342072"/>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49"/>
            <a:ext cx="4011084" cy="1162051"/>
          </a:xfrm>
        </p:spPr>
        <p:txBody>
          <a:bodyPr anchor="b"/>
          <a:lstStyle>
            <a:lvl1pPr algn="l">
              <a:defRPr sz="2667"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3"/>
            <a:ext cx="4011084" cy="46910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723030665"/>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1"/>
            <a:ext cx="7315200" cy="566739"/>
          </a:xfrm>
        </p:spPr>
        <p:txBody>
          <a:bodyPr anchor="b"/>
          <a:lstStyle>
            <a:lvl1pPr algn="l">
              <a:defRPr sz="2667"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59" indent="0">
              <a:buNone/>
              <a:defRPr sz="3733"/>
            </a:lvl2pPr>
            <a:lvl3pPr marL="1219119" indent="0">
              <a:buNone/>
              <a:defRPr sz="3200"/>
            </a:lvl3pPr>
            <a:lvl4pPr marL="1828678" indent="0">
              <a:buNone/>
              <a:defRPr sz="2667"/>
            </a:lvl4pPr>
            <a:lvl5pPr marL="2438238" indent="0">
              <a:buNone/>
              <a:defRPr sz="2667"/>
            </a:lvl5pPr>
            <a:lvl6pPr marL="3047797" indent="0">
              <a:buNone/>
              <a:defRPr sz="2667"/>
            </a:lvl6pPr>
            <a:lvl7pPr marL="3657357" indent="0">
              <a:buNone/>
              <a:defRPr sz="2667"/>
            </a:lvl7pPr>
            <a:lvl8pPr marL="4266915" indent="0">
              <a:buNone/>
              <a:defRPr sz="2667"/>
            </a:lvl8pPr>
            <a:lvl9pPr marL="4876475" indent="0">
              <a:buNone/>
              <a:defRPr sz="2667"/>
            </a:lvl9pPr>
          </a:lstStyle>
          <a:p>
            <a:endParaRPr lang="en-US"/>
          </a:p>
        </p:txBody>
      </p:sp>
      <p:sp>
        <p:nvSpPr>
          <p:cNvPr id="4" name="Text Placeholder 3"/>
          <p:cNvSpPr>
            <a:spLocks noGrp="1"/>
          </p:cNvSpPr>
          <p:nvPr>
            <p:ph type="body" sz="half" idx="2"/>
          </p:nvPr>
        </p:nvSpPr>
        <p:spPr>
          <a:xfrm>
            <a:off x="2389717" y="5367339"/>
            <a:ext cx="7315200" cy="8048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07602544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70781076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960387149"/>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2_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904017830"/>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4987990"/>
            <a:ext cx="10363200" cy="610820"/>
          </a:xfrm>
        </p:spPr>
        <p:txBody>
          <a:bodyPr/>
          <a:lstStyle>
            <a:lvl1pPr algn="ctr">
              <a:defRPr lang="en-US" sz="4000" kern="1200" smtClean="0">
                <a:solidFill>
                  <a:schemeClr val="tx1">
                    <a:lumMod val="75000"/>
                    <a:lumOff val="25000"/>
                  </a:schemeClr>
                </a:solidFill>
                <a:latin typeface="Segoe UI" panose="020B0502040204020203" pitchFamily="34" charset="0"/>
                <a:ea typeface="+mj-ea"/>
                <a:cs typeface="Segoe UI" panose="020B0502040204020203" pitchFamily="34" charset="0"/>
              </a:defRPr>
            </a:lvl1pPr>
          </a:lstStyle>
          <a:p>
            <a:r>
              <a:rPr lang="en-US"/>
              <a:t>Click to edit Master title style</a:t>
            </a:r>
          </a:p>
        </p:txBody>
      </p:sp>
      <p:sp>
        <p:nvSpPr>
          <p:cNvPr id="3" name="Subtitle 2"/>
          <p:cNvSpPr>
            <a:spLocks noGrp="1"/>
          </p:cNvSpPr>
          <p:nvPr>
            <p:ph type="subTitle" idx="1"/>
          </p:nvPr>
        </p:nvSpPr>
        <p:spPr>
          <a:xfrm>
            <a:off x="1828800" y="5509360"/>
            <a:ext cx="8534400" cy="764440"/>
          </a:xfrm>
        </p:spPr>
        <p:txBody>
          <a:bodyPr>
            <a:normAutofit/>
          </a:bodyPr>
          <a:lstStyle>
            <a:lvl1pPr marL="0" indent="0" algn="ctr">
              <a:buNone/>
              <a:defRPr lang="en-US" sz="2400" kern="1200" smtClean="0">
                <a:solidFill>
                  <a:schemeClr val="tx1">
                    <a:lumMod val="65000"/>
                    <a:lumOff val="35000"/>
                  </a:schemeClr>
                </a:solidFill>
                <a:latin typeface="Segoe UI" panose="020B0502040204020203" pitchFamily="34" charset="0"/>
                <a:ea typeface="+mj-ea"/>
                <a:cs typeface="Segoe UI" panose="020B0502040204020203" pitchFamily="34" charset="0"/>
              </a:defRPr>
            </a:lvl1pPr>
            <a:lvl2pPr marL="609534" indent="0" algn="ctr">
              <a:buNone/>
              <a:defRPr>
                <a:solidFill>
                  <a:schemeClr val="tx1">
                    <a:tint val="75000"/>
                  </a:schemeClr>
                </a:solidFill>
              </a:defRPr>
            </a:lvl2pPr>
            <a:lvl3pPr marL="1219068" indent="0" algn="ctr">
              <a:buNone/>
              <a:defRPr>
                <a:solidFill>
                  <a:schemeClr val="tx1">
                    <a:tint val="75000"/>
                  </a:schemeClr>
                </a:solidFill>
              </a:defRPr>
            </a:lvl3pPr>
            <a:lvl4pPr marL="1828602" indent="0" algn="ctr">
              <a:buNone/>
              <a:defRPr>
                <a:solidFill>
                  <a:schemeClr val="tx1">
                    <a:tint val="75000"/>
                  </a:schemeClr>
                </a:solidFill>
              </a:defRPr>
            </a:lvl4pPr>
            <a:lvl5pPr marL="2438136" indent="0" algn="ctr">
              <a:buNone/>
              <a:defRPr>
                <a:solidFill>
                  <a:schemeClr val="tx1">
                    <a:tint val="75000"/>
                  </a:schemeClr>
                </a:solidFill>
              </a:defRPr>
            </a:lvl5pPr>
            <a:lvl6pPr marL="3047670" indent="0" algn="ctr">
              <a:buNone/>
              <a:defRPr>
                <a:solidFill>
                  <a:schemeClr val="tx1">
                    <a:tint val="75000"/>
                  </a:schemeClr>
                </a:solidFill>
              </a:defRPr>
            </a:lvl6pPr>
            <a:lvl7pPr marL="3657205" indent="0" algn="ctr">
              <a:buNone/>
              <a:defRPr>
                <a:solidFill>
                  <a:schemeClr val="tx1">
                    <a:tint val="75000"/>
                  </a:schemeClr>
                </a:solidFill>
              </a:defRPr>
            </a:lvl7pPr>
            <a:lvl8pPr marL="4266737" indent="0" algn="ctr">
              <a:buNone/>
              <a:defRPr>
                <a:solidFill>
                  <a:schemeClr val="tx1">
                    <a:tint val="75000"/>
                  </a:schemeClr>
                </a:solidFill>
              </a:defRPr>
            </a:lvl8pPr>
            <a:lvl9pPr marL="4876273"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atin typeface="Segoe UI" panose="020B0502040204020203" pitchFamily="34" charset="0"/>
                <a:cs typeface="Segoe UI" panose="020B0502040204020203" pitchFamily="34" charset="0"/>
              </a:defRPr>
            </a:lvl1p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lvl1pPr>
              <a:defRPr>
                <a:latin typeface="Segoe UI" panose="020B0502040204020203" pitchFamily="34" charset="0"/>
                <a:cs typeface="Segoe UI" panose="020B0502040204020203" pitchFamily="34" charset="0"/>
              </a:defRPr>
            </a:lvl1pPr>
          </a:lstStyle>
          <a:p>
            <a:endParaRPr lang="en-US"/>
          </a:p>
        </p:txBody>
      </p:sp>
      <p:sp>
        <p:nvSpPr>
          <p:cNvPr id="6" name="Slide Number Placeholder 5"/>
          <p:cNvSpPr>
            <a:spLocks noGrp="1"/>
          </p:cNvSpPr>
          <p:nvPr>
            <p:ph type="sldNum" sz="quarter" idx="12"/>
          </p:nvPr>
        </p:nvSpPr>
        <p:spPr/>
        <p:txBody>
          <a:bodyPr/>
          <a:lstStyle>
            <a:lvl1pPr>
              <a:defRPr>
                <a:latin typeface="Segoe UI" panose="020B0502040204020203" pitchFamily="34" charset="0"/>
                <a:cs typeface="Segoe UI" panose="020B0502040204020203" pitchFamily="34" charset="0"/>
              </a:defRPr>
            </a:lvl1pPr>
          </a:lstStyle>
          <a:p>
            <a:fld id="{5939B1FA-81F2-4940-9AF3-5EAFB5D6669B}" type="slidenum">
              <a:rPr lang="en-US" smtClean="0"/>
              <a:pPr/>
              <a:t>‹#›</a:t>
            </a:fld>
            <a:endParaRPr lang="en-US"/>
          </a:p>
        </p:txBody>
      </p:sp>
    </p:spTree>
    <p:extLst>
      <p:ext uri="{BB962C8B-B14F-4D97-AF65-F5344CB8AC3E}">
        <p14:creationId xmlns:p14="http://schemas.microsoft.com/office/powerpoint/2010/main" val="397409967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59" indent="0" algn="ctr">
              <a:buNone/>
              <a:defRPr>
                <a:solidFill>
                  <a:schemeClr val="tx1">
                    <a:tint val="75000"/>
                  </a:schemeClr>
                </a:solidFill>
              </a:defRPr>
            </a:lvl2pPr>
            <a:lvl3pPr marL="1219119" indent="0" algn="ctr">
              <a:buNone/>
              <a:defRPr>
                <a:solidFill>
                  <a:schemeClr val="tx1">
                    <a:tint val="75000"/>
                  </a:schemeClr>
                </a:solidFill>
              </a:defRPr>
            </a:lvl3pPr>
            <a:lvl4pPr marL="1828678" indent="0" algn="ctr">
              <a:buNone/>
              <a:defRPr>
                <a:solidFill>
                  <a:schemeClr val="tx1">
                    <a:tint val="75000"/>
                  </a:schemeClr>
                </a:solidFill>
              </a:defRPr>
            </a:lvl4pPr>
            <a:lvl5pPr marL="2438238" indent="0" algn="ctr">
              <a:buNone/>
              <a:defRPr>
                <a:solidFill>
                  <a:schemeClr val="tx1">
                    <a:tint val="75000"/>
                  </a:schemeClr>
                </a:solidFill>
              </a:defRPr>
            </a:lvl5pPr>
            <a:lvl6pPr marL="3047797" indent="0" algn="ctr">
              <a:buNone/>
              <a:defRPr>
                <a:solidFill>
                  <a:schemeClr val="tx1">
                    <a:tint val="75000"/>
                  </a:schemeClr>
                </a:solidFill>
              </a:defRPr>
            </a:lvl6pPr>
            <a:lvl7pPr marL="3657357" indent="0" algn="ctr">
              <a:buNone/>
              <a:defRPr>
                <a:solidFill>
                  <a:schemeClr val="tx1">
                    <a:tint val="75000"/>
                  </a:schemeClr>
                </a:solidFill>
              </a:defRPr>
            </a:lvl7pPr>
            <a:lvl8pPr marL="4266915" indent="0" algn="ctr">
              <a:buNone/>
              <a:defRPr>
                <a:solidFill>
                  <a:schemeClr val="tx1">
                    <a:tint val="75000"/>
                  </a:schemeClr>
                </a:solidFill>
              </a:defRPr>
            </a:lvl8pPr>
            <a:lvl9pPr marL="487647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579354484"/>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83504506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noAutofit/>
          </a:bodyPr>
          <a:lstStyle>
            <a:lvl1pPr algn="l">
              <a:defRPr sz="4267"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59" indent="0">
              <a:buNone/>
              <a:defRPr sz="2400">
                <a:solidFill>
                  <a:schemeClr val="tx1">
                    <a:tint val="75000"/>
                  </a:schemeClr>
                </a:solidFill>
              </a:defRPr>
            </a:lvl2pPr>
            <a:lvl3pPr marL="1219119" indent="0">
              <a:buNone/>
              <a:defRPr sz="2133">
                <a:solidFill>
                  <a:schemeClr val="tx1">
                    <a:tint val="75000"/>
                  </a:schemeClr>
                </a:solidFill>
              </a:defRPr>
            </a:lvl3pPr>
            <a:lvl4pPr marL="1828678" indent="0">
              <a:buNone/>
              <a:defRPr sz="1867">
                <a:solidFill>
                  <a:schemeClr val="tx1">
                    <a:tint val="75000"/>
                  </a:schemeClr>
                </a:solidFill>
              </a:defRPr>
            </a:lvl4pPr>
            <a:lvl5pPr marL="2438238" indent="0">
              <a:buNone/>
              <a:defRPr sz="1867">
                <a:solidFill>
                  <a:schemeClr val="tx1">
                    <a:tint val="75000"/>
                  </a:schemeClr>
                </a:solidFill>
              </a:defRPr>
            </a:lvl5pPr>
            <a:lvl6pPr marL="3047797" indent="0">
              <a:buNone/>
              <a:defRPr sz="1867">
                <a:solidFill>
                  <a:schemeClr val="tx1">
                    <a:tint val="75000"/>
                  </a:schemeClr>
                </a:solidFill>
              </a:defRPr>
            </a:lvl6pPr>
            <a:lvl7pPr marL="3657357" indent="0">
              <a:buNone/>
              <a:defRPr sz="1867">
                <a:solidFill>
                  <a:schemeClr val="tx1">
                    <a:tint val="75000"/>
                  </a:schemeClr>
                </a:solidFill>
              </a:defRPr>
            </a:lvl7pPr>
            <a:lvl8pPr marL="4266915" indent="0">
              <a:buNone/>
              <a:defRPr sz="1867">
                <a:solidFill>
                  <a:schemeClr val="tx1">
                    <a:tint val="75000"/>
                  </a:schemeClr>
                </a:solidFill>
              </a:defRPr>
            </a:lvl8pPr>
            <a:lvl9pPr marL="4876475" indent="0">
              <a:buNone/>
              <a:defRPr sz="186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352442976"/>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66834383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normAutofit/>
          </a:bodyPr>
          <a:lstStyle>
            <a:lvl1pPr marL="0" indent="0">
              <a:buNone/>
              <a:defRPr sz="2667"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3"/>
            <a:ext cx="5389033" cy="639763"/>
          </a:xfrm>
        </p:spPr>
        <p:txBody>
          <a:bodyPr anchor="b">
            <a:normAutofit/>
          </a:bodyPr>
          <a:lstStyle>
            <a:lvl1pPr marL="0" indent="0">
              <a:buNone/>
              <a:defRPr sz="2667"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FD1176A7-B091-469C-82C8-89C693043C40}"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18497635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lumMod val="65000"/>
                    <a:lumOff val="35000"/>
                  </a:schemeClr>
                </a:solidFill>
              </a:defRPr>
            </a:lvl1pPr>
          </a:lstStyle>
          <a:p>
            <a:r>
              <a:rPr lang="en-US"/>
              <a:t>Click to edit Master title style</a:t>
            </a:r>
          </a:p>
        </p:txBody>
      </p:sp>
    </p:spTree>
    <p:extLst>
      <p:ext uri="{BB962C8B-B14F-4D97-AF65-F5344CB8AC3E}">
        <p14:creationId xmlns:p14="http://schemas.microsoft.com/office/powerpoint/2010/main" val="393851822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3997656863"/>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7_Title Only">
    <p:bg>
      <p:bgPr>
        <a:solidFill>
          <a:schemeClr val="bg2"/>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1696185858"/>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785925459"/>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49"/>
            <a:ext cx="4011084" cy="1162051"/>
          </a:xfrm>
        </p:spPr>
        <p:txBody>
          <a:bodyPr anchor="b"/>
          <a:lstStyle>
            <a:lvl1pPr algn="l">
              <a:defRPr sz="2667"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3"/>
            <a:ext cx="4011084" cy="46910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95493335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1"/>
            <a:ext cx="7315200" cy="566739"/>
          </a:xfrm>
        </p:spPr>
        <p:txBody>
          <a:bodyPr anchor="b"/>
          <a:lstStyle>
            <a:lvl1pPr algn="l">
              <a:defRPr sz="2667"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59" indent="0">
              <a:buNone/>
              <a:defRPr sz="3733"/>
            </a:lvl2pPr>
            <a:lvl3pPr marL="1219119" indent="0">
              <a:buNone/>
              <a:defRPr sz="3200"/>
            </a:lvl3pPr>
            <a:lvl4pPr marL="1828678" indent="0">
              <a:buNone/>
              <a:defRPr sz="2667"/>
            </a:lvl4pPr>
            <a:lvl5pPr marL="2438238" indent="0">
              <a:buNone/>
              <a:defRPr sz="2667"/>
            </a:lvl5pPr>
            <a:lvl6pPr marL="3047797" indent="0">
              <a:buNone/>
              <a:defRPr sz="2667"/>
            </a:lvl6pPr>
            <a:lvl7pPr marL="3657357" indent="0">
              <a:buNone/>
              <a:defRPr sz="2667"/>
            </a:lvl7pPr>
            <a:lvl8pPr marL="4266915" indent="0">
              <a:buNone/>
              <a:defRPr sz="2667"/>
            </a:lvl8pPr>
            <a:lvl9pPr marL="4876475" indent="0">
              <a:buNone/>
              <a:defRPr sz="2667"/>
            </a:lvl9pPr>
          </a:lstStyle>
          <a:p>
            <a:endParaRPr lang="en-US"/>
          </a:p>
        </p:txBody>
      </p:sp>
      <p:sp>
        <p:nvSpPr>
          <p:cNvPr id="4" name="Text Placeholder 3"/>
          <p:cNvSpPr>
            <a:spLocks noGrp="1"/>
          </p:cNvSpPr>
          <p:nvPr>
            <p:ph type="body" sz="half" idx="2"/>
          </p:nvPr>
        </p:nvSpPr>
        <p:spPr>
          <a:xfrm>
            <a:off x="2389717" y="5367339"/>
            <a:ext cx="7315200" cy="8048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45733710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189172399"/>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905918982"/>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2_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83018338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7" name="Rectangle 6"/>
          <p:cNvSpPr/>
          <p:nvPr userDrawn="1"/>
        </p:nvSpPr>
        <p:spPr>
          <a:xfrm>
            <a:off x="0" y="3225800"/>
            <a:ext cx="12192000" cy="3632200"/>
          </a:xfrm>
          <a:prstGeom prst="rect">
            <a:avLst/>
          </a:prstGeom>
          <a:gradFill flip="none" rotWithShape="1">
            <a:gsLst>
              <a:gs pos="44000">
                <a:srgbClr val="CBCBCB">
                  <a:alpha val="22000"/>
                </a:srgbClr>
              </a:gs>
              <a:gs pos="100000">
                <a:srgbClr val="5F5F5F">
                  <a:alpha val="19000"/>
                </a:srgbClr>
              </a:gs>
              <a:gs pos="100000">
                <a:srgbClr val="FFFFFF">
                  <a:alpha val="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 name="Title 1"/>
          <p:cNvSpPr>
            <a:spLocks noGrp="1"/>
          </p:cNvSpPr>
          <p:nvPr>
            <p:ph type="ctrTitle"/>
          </p:nvPr>
        </p:nvSpPr>
        <p:spPr>
          <a:xfrm>
            <a:off x="914400" y="4987990"/>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5509360"/>
            <a:ext cx="8534400"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534" indent="0" algn="ctr">
              <a:buNone/>
              <a:defRPr>
                <a:solidFill>
                  <a:schemeClr val="tx1">
                    <a:tint val="75000"/>
                  </a:schemeClr>
                </a:solidFill>
              </a:defRPr>
            </a:lvl2pPr>
            <a:lvl3pPr marL="1219068" indent="0" algn="ctr">
              <a:buNone/>
              <a:defRPr>
                <a:solidFill>
                  <a:schemeClr val="tx1">
                    <a:tint val="75000"/>
                  </a:schemeClr>
                </a:solidFill>
              </a:defRPr>
            </a:lvl3pPr>
            <a:lvl4pPr marL="1828602" indent="0" algn="ctr">
              <a:buNone/>
              <a:defRPr>
                <a:solidFill>
                  <a:schemeClr val="tx1">
                    <a:tint val="75000"/>
                  </a:schemeClr>
                </a:solidFill>
              </a:defRPr>
            </a:lvl4pPr>
            <a:lvl5pPr marL="2438136" indent="0" algn="ctr">
              <a:buNone/>
              <a:defRPr>
                <a:solidFill>
                  <a:schemeClr val="tx1">
                    <a:tint val="75000"/>
                  </a:schemeClr>
                </a:solidFill>
              </a:defRPr>
            </a:lvl5pPr>
            <a:lvl6pPr marL="3047670" indent="0" algn="ctr">
              <a:buNone/>
              <a:defRPr>
                <a:solidFill>
                  <a:schemeClr val="tx1">
                    <a:tint val="75000"/>
                  </a:schemeClr>
                </a:solidFill>
              </a:defRPr>
            </a:lvl6pPr>
            <a:lvl7pPr marL="3657205" indent="0" algn="ctr">
              <a:buNone/>
              <a:defRPr>
                <a:solidFill>
                  <a:schemeClr val="tx1">
                    <a:tint val="75000"/>
                  </a:schemeClr>
                </a:solidFill>
              </a:defRPr>
            </a:lvl7pPr>
            <a:lvl8pPr marL="4266737" indent="0" algn="ctr">
              <a:buNone/>
              <a:defRPr>
                <a:solidFill>
                  <a:schemeClr val="tx1">
                    <a:tint val="75000"/>
                  </a:schemeClr>
                </a:solidFill>
              </a:defRPr>
            </a:lvl8pPr>
            <a:lvl9pPr marL="4876273"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473903923"/>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59" indent="0" algn="ctr">
              <a:buNone/>
              <a:defRPr>
                <a:solidFill>
                  <a:schemeClr val="tx1">
                    <a:tint val="75000"/>
                  </a:schemeClr>
                </a:solidFill>
              </a:defRPr>
            </a:lvl2pPr>
            <a:lvl3pPr marL="1219119" indent="0" algn="ctr">
              <a:buNone/>
              <a:defRPr>
                <a:solidFill>
                  <a:schemeClr val="tx1">
                    <a:tint val="75000"/>
                  </a:schemeClr>
                </a:solidFill>
              </a:defRPr>
            </a:lvl3pPr>
            <a:lvl4pPr marL="1828678" indent="0" algn="ctr">
              <a:buNone/>
              <a:defRPr>
                <a:solidFill>
                  <a:schemeClr val="tx1">
                    <a:tint val="75000"/>
                  </a:schemeClr>
                </a:solidFill>
              </a:defRPr>
            </a:lvl4pPr>
            <a:lvl5pPr marL="2438238" indent="0" algn="ctr">
              <a:buNone/>
              <a:defRPr>
                <a:solidFill>
                  <a:schemeClr val="tx1">
                    <a:tint val="75000"/>
                  </a:schemeClr>
                </a:solidFill>
              </a:defRPr>
            </a:lvl5pPr>
            <a:lvl6pPr marL="3047797" indent="0" algn="ctr">
              <a:buNone/>
              <a:defRPr>
                <a:solidFill>
                  <a:schemeClr val="tx1">
                    <a:tint val="75000"/>
                  </a:schemeClr>
                </a:solidFill>
              </a:defRPr>
            </a:lvl6pPr>
            <a:lvl7pPr marL="3657357" indent="0" algn="ctr">
              <a:buNone/>
              <a:defRPr>
                <a:solidFill>
                  <a:schemeClr val="tx1">
                    <a:tint val="75000"/>
                  </a:schemeClr>
                </a:solidFill>
              </a:defRPr>
            </a:lvl7pPr>
            <a:lvl8pPr marL="4266915" indent="0" algn="ctr">
              <a:buNone/>
              <a:defRPr>
                <a:solidFill>
                  <a:schemeClr val="tx1">
                    <a:tint val="75000"/>
                  </a:schemeClr>
                </a:solidFill>
              </a:defRPr>
            </a:lvl8pPr>
            <a:lvl9pPr marL="487647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593381409"/>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419463308"/>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59" indent="0">
              <a:buNone/>
              <a:defRPr sz="2400">
                <a:solidFill>
                  <a:schemeClr val="tx1">
                    <a:tint val="75000"/>
                  </a:schemeClr>
                </a:solidFill>
              </a:defRPr>
            </a:lvl2pPr>
            <a:lvl3pPr marL="1219119" indent="0">
              <a:buNone/>
              <a:defRPr sz="2133">
                <a:solidFill>
                  <a:schemeClr val="tx1">
                    <a:tint val="75000"/>
                  </a:schemeClr>
                </a:solidFill>
              </a:defRPr>
            </a:lvl3pPr>
            <a:lvl4pPr marL="1828678" indent="0">
              <a:buNone/>
              <a:defRPr sz="1867">
                <a:solidFill>
                  <a:schemeClr val="tx1">
                    <a:tint val="75000"/>
                  </a:schemeClr>
                </a:solidFill>
              </a:defRPr>
            </a:lvl4pPr>
            <a:lvl5pPr marL="2438238" indent="0">
              <a:buNone/>
              <a:defRPr sz="1867">
                <a:solidFill>
                  <a:schemeClr val="tx1">
                    <a:tint val="75000"/>
                  </a:schemeClr>
                </a:solidFill>
              </a:defRPr>
            </a:lvl5pPr>
            <a:lvl6pPr marL="3047797" indent="0">
              <a:buNone/>
              <a:defRPr sz="1867">
                <a:solidFill>
                  <a:schemeClr val="tx1">
                    <a:tint val="75000"/>
                  </a:schemeClr>
                </a:solidFill>
              </a:defRPr>
            </a:lvl6pPr>
            <a:lvl7pPr marL="3657357" indent="0">
              <a:buNone/>
              <a:defRPr sz="1867">
                <a:solidFill>
                  <a:schemeClr val="tx1">
                    <a:tint val="75000"/>
                  </a:schemeClr>
                </a:solidFill>
              </a:defRPr>
            </a:lvl7pPr>
            <a:lvl8pPr marL="4266915" indent="0">
              <a:buNone/>
              <a:defRPr sz="1867">
                <a:solidFill>
                  <a:schemeClr val="tx1">
                    <a:tint val="75000"/>
                  </a:schemeClr>
                </a:solidFill>
              </a:defRPr>
            </a:lvl8pPr>
            <a:lvl9pPr marL="4876475" indent="0">
              <a:buNone/>
              <a:defRPr sz="186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42909507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54970923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3"/>
            <a:ext cx="5389033" cy="639763"/>
          </a:xfrm>
        </p:spPr>
        <p:txBody>
          <a:bodyPr anchor="b"/>
          <a:lstStyle>
            <a:lvl1pPr marL="0" indent="0">
              <a:buNone/>
              <a:defRPr sz="3200"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FD1176A7-B091-469C-82C8-89C693043C40}"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4004985087"/>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lumMod val="65000"/>
                    <a:lumOff val="35000"/>
                  </a:schemeClr>
                </a:solidFill>
              </a:defRPr>
            </a:lvl1pPr>
          </a:lstStyle>
          <a:p>
            <a:r>
              <a:rPr lang="en-US"/>
              <a:t>Click to edit Master title style</a:t>
            </a:r>
          </a:p>
        </p:txBody>
      </p:sp>
    </p:spTree>
    <p:extLst>
      <p:ext uri="{BB962C8B-B14F-4D97-AF65-F5344CB8AC3E}">
        <p14:creationId xmlns:p14="http://schemas.microsoft.com/office/powerpoint/2010/main" val="3290898843"/>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115514456"/>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7_Title Only">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75000"/>
                  </a:schemeClr>
                </a:solidFill>
              </a:defRPr>
            </a:lvl1pPr>
          </a:lstStyle>
          <a:p>
            <a:pPr lvl="0"/>
            <a:r>
              <a:rPr lang="en-US"/>
              <a:t>Subtitle</a:t>
            </a:r>
          </a:p>
        </p:txBody>
      </p:sp>
    </p:spTree>
    <p:extLst>
      <p:ext uri="{BB962C8B-B14F-4D97-AF65-F5344CB8AC3E}">
        <p14:creationId xmlns:p14="http://schemas.microsoft.com/office/powerpoint/2010/main" val="3813478904"/>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880123703"/>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5_Title Only">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54914888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_Blank">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lumMod val="50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119427044"/>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6_Title Only">
    <p:bg>
      <p:bgPr>
        <a:solidFill>
          <a:schemeClr val="bg1">
            <a:lumMod val="85000"/>
          </a:schemeClr>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lumMod val="85000"/>
                  </a:schemeClr>
                </a:solidFill>
              </a:defRPr>
            </a:lvl1pPr>
          </a:lstStyle>
          <a:p>
            <a:r>
              <a:rPr lang="en-US"/>
              <a:t>Click to edit Master title style</a:t>
            </a:r>
          </a:p>
        </p:txBody>
      </p:sp>
    </p:spTree>
    <p:extLst>
      <p:ext uri="{BB962C8B-B14F-4D97-AF65-F5344CB8AC3E}">
        <p14:creationId xmlns:p14="http://schemas.microsoft.com/office/powerpoint/2010/main" val="165058890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blank" preserve="1">
  <p:cSld name="2_Blank">
    <p:bg>
      <p:bgPr>
        <a:solidFill>
          <a:schemeClr val="bg1">
            <a:lumMod val="85000"/>
          </a:schemeClr>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
        <p:nvSpPr>
          <p:cNvPr id="5" name="Rectangle 4"/>
          <p:cNvSpPr/>
          <p:nvPr userDrawn="1"/>
        </p:nvSpPr>
        <p:spPr>
          <a:xfrm>
            <a:off x="0" y="5130800"/>
            <a:ext cx="12192000" cy="1727200"/>
          </a:xfrm>
          <a:prstGeom prst="rect">
            <a:avLst/>
          </a:prstGeom>
          <a:solidFill>
            <a:srgbClr val="B5D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Tree>
    <p:extLst>
      <p:ext uri="{BB962C8B-B14F-4D97-AF65-F5344CB8AC3E}">
        <p14:creationId xmlns:p14="http://schemas.microsoft.com/office/powerpoint/2010/main" val="3962764407"/>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49"/>
            <a:ext cx="4011084" cy="1162051"/>
          </a:xfrm>
        </p:spPr>
        <p:txBody>
          <a:bodyPr anchor="b"/>
          <a:lstStyle>
            <a:lvl1pPr algn="l">
              <a:defRPr sz="2667"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3"/>
            <a:ext cx="4011084" cy="46910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144299775"/>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1"/>
            <a:ext cx="7315200" cy="566739"/>
          </a:xfrm>
        </p:spPr>
        <p:txBody>
          <a:bodyPr anchor="b"/>
          <a:lstStyle>
            <a:lvl1pPr algn="l">
              <a:defRPr sz="2667"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59" indent="0">
              <a:buNone/>
              <a:defRPr sz="3733"/>
            </a:lvl2pPr>
            <a:lvl3pPr marL="1219119" indent="0">
              <a:buNone/>
              <a:defRPr sz="3200"/>
            </a:lvl3pPr>
            <a:lvl4pPr marL="1828678" indent="0">
              <a:buNone/>
              <a:defRPr sz="2667"/>
            </a:lvl4pPr>
            <a:lvl5pPr marL="2438238" indent="0">
              <a:buNone/>
              <a:defRPr sz="2667"/>
            </a:lvl5pPr>
            <a:lvl6pPr marL="3047797" indent="0">
              <a:buNone/>
              <a:defRPr sz="2667"/>
            </a:lvl6pPr>
            <a:lvl7pPr marL="3657357" indent="0">
              <a:buNone/>
              <a:defRPr sz="2667"/>
            </a:lvl7pPr>
            <a:lvl8pPr marL="4266915" indent="0">
              <a:buNone/>
              <a:defRPr sz="2667"/>
            </a:lvl8pPr>
            <a:lvl9pPr marL="4876475" indent="0">
              <a:buNone/>
              <a:defRPr sz="2667"/>
            </a:lvl9pPr>
          </a:lstStyle>
          <a:p>
            <a:endParaRPr lang="en-US"/>
          </a:p>
        </p:txBody>
      </p:sp>
      <p:sp>
        <p:nvSpPr>
          <p:cNvPr id="4" name="Text Placeholder 3"/>
          <p:cNvSpPr>
            <a:spLocks noGrp="1"/>
          </p:cNvSpPr>
          <p:nvPr>
            <p:ph type="body" sz="half" idx="2"/>
          </p:nvPr>
        </p:nvSpPr>
        <p:spPr>
          <a:xfrm>
            <a:off x="2389717" y="5367339"/>
            <a:ext cx="7315200" cy="8048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866105879"/>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025235276"/>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257663493"/>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slidemodel2">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710935056"/>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139952160"/>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3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lumMod val="65000"/>
                    <a:lumOff val="35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tx1">
                    <a:lumMod val="65000"/>
                    <a:lumOff val="35000"/>
                  </a:schemeClr>
                </a:solidFill>
              </a:defRPr>
            </a:lvl1pPr>
          </a:lstStyle>
          <a:p>
            <a:pPr lvl="0"/>
            <a:r>
              <a:rPr lang="en-US"/>
              <a:t>Subtitle</a:t>
            </a:r>
          </a:p>
        </p:txBody>
      </p:sp>
    </p:spTree>
    <p:extLst>
      <p:ext uri="{BB962C8B-B14F-4D97-AF65-F5344CB8AC3E}">
        <p14:creationId xmlns:p14="http://schemas.microsoft.com/office/powerpoint/2010/main" val="2208546993"/>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2_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839708156"/>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4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lumMod val="50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3386419473"/>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7" name="Rectangle 6"/>
          <p:cNvSpPr/>
          <p:nvPr userDrawn="1"/>
        </p:nvSpPr>
        <p:spPr>
          <a:xfrm>
            <a:off x="0" y="3225800"/>
            <a:ext cx="12192000" cy="3632200"/>
          </a:xfrm>
          <a:prstGeom prst="rect">
            <a:avLst/>
          </a:prstGeom>
          <a:gradFill flip="none" rotWithShape="1">
            <a:gsLst>
              <a:gs pos="44000">
                <a:srgbClr val="CBCBCB">
                  <a:alpha val="22000"/>
                </a:srgbClr>
              </a:gs>
              <a:gs pos="100000">
                <a:srgbClr val="5F5F5F">
                  <a:alpha val="19000"/>
                </a:srgbClr>
              </a:gs>
              <a:gs pos="100000">
                <a:srgbClr val="FFFFFF">
                  <a:alpha val="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 name="Title 1"/>
          <p:cNvSpPr>
            <a:spLocks noGrp="1"/>
          </p:cNvSpPr>
          <p:nvPr>
            <p:ph type="ctrTitle"/>
          </p:nvPr>
        </p:nvSpPr>
        <p:spPr>
          <a:xfrm>
            <a:off x="914400" y="4987990"/>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5509360"/>
            <a:ext cx="8534400"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534" indent="0" algn="ctr">
              <a:buNone/>
              <a:defRPr>
                <a:solidFill>
                  <a:schemeClr val="tx1">
                    <a:tint val="75000"/>
                  </a:schemeClr>
                </a:solidFill>
              </a:defRPr>
            </a:lvl2pPr>
            <a:lvl3pPr marL="1219068" indent="0" algn="ctr">
              <a:buNone/>
              <a:defRPr>
                <a:solidFill>
                  <a:schemeClr val="tx1">
                    <a:tint val="75000"/>
                  </a:schemeClr>
                </a:solidFill>
              </a:defRPr>
            </a:lvl3pPr>
            <a:lvl4pPr marL="1828602" indent="0" algn="ctr">
              <a:buNone/>
              <a:defRPr>
                <a:solidFill>
                  <a:schemeClr val="tx1">
                    <a:tint val="75000"/>
                  </a:schemeClr>
                </a:solidFill>
              </a:defRPr>
            </a:lvl4pPr>
            <a:lvl5pPr marL="2438136" indent="0" algn="ctr">
              <a:buNone/>
              <a:defRPr>
                <a:solidFill>
                  <a:schemeClr val="tx1">
                    <a:tint val="75000"/>
                  </a:schemeClr>
                </a:solidFill>
              </a:defRPr>
            </a:lvl5pPr>
            <a:lvl6pPr marL="3047670" indent="0" algn="ctr">
              <a:buNone/>
              <a:defRPr>
                <a:solidFill>
                  <a:schemeClr val="tx1">
                    <a:tint val="75000"/>
                  </a:schemeClr>
                </a:solidFill>
              </a:defRPr>
            </a:lvl6pPr>
            <a:lvl7pPr marL="3657205" indent="0" algn="ctr">
              <a:buNone/>
              <a:defRPr>
                <a:solidFill>
                  <a:schemeClr val="tx1">
                    <a:tint val="75000"/>
                  </a:schemeClr>
                </a:solidFill>
              </a:defRPr>
            </a:lvl7pPr>
            <a:lvl8pPr marL="4266737" indent="0" algn="ctr">
              <a:buNone/>
              <a:defRPr>
                <a:solidFill>
                  <a:schemeClr val="tx1">
                    <a:tint val="75000"/>
                  </a:schemeClr>
                </a:solidFill>
              </a:defRPr>
            </a:lvl8pPr>
            <a:lvl9pPr marL="4876273"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937281667"/>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59" indent="0" algn="ctr">
              <a:buNone/>
              <a:defRPr>
                <a:solidFill>
                  <a:schemeClr val="tx1">
                    <a:tint val="75000"/>
                  </a:schemeClr>
                </a:solidFill>
              </a:defRPr>
            </a:lvl2pPr>
            <a:lvl3pPr marL="1219119" indent="0" algn="ctr">
              <a:buNone/>
              <a:defRPr>
                <a:solidFill>
                  <a:schemeClr val="tx1">
                    <a:tint val="75000"/>
                  </a:schemeClr>
                </a:solidFill>
              </a:defRPr>
            </a:lvl3pPr>
            <a:lvl4pPr marL="1828678" indent="0" algn="ctr">
              <a:buNone/>
              <a:defRPr>
                <a:solidFill>
                  <a:schemeClr val="tx1">
                    <a:tint val="75000"/>
                  </a:schemeClr>
                </a:solidFill>
              </a:defRPr>
            </a:lvl4pPr>
            <a:lvl5pPr marL="2438238" indent="0" algn="ctr">
              <a:buNone/>
              <a:defRPr>
                <a:solidFill>
                  <a:schemeClr val="tx1">
                    <a:tint val="75000"/>
                  </a:schemeClr>
                </a:solidFill>
              </a:defRPr>
            </a:lvl5pPr>
            <a:lvl6pPr marL="3047797" indent="0" algn="ctr">
              <a:buNone/>
              <a:defRPr>
                <a:solidFill>
                  <a:schemeClr val="tx1">
                    <a:tint val="75000"/>
                  </a:schemeClr>
                </a:solidFill>
              </a:defRPr>
            </a:lvl6pPr>
            <a:lvl7pPr marL="3657357" indent="0" algn="ctr">
              <a:buNone/>
              <a:defRPr>
                <a:solidFill>
                  <a:schemeClr val="tx1">
                    <a:tint val="75000"/>
                  </a:schemeClr>
                </a:solidFill>
              </a:defRPr>
            </a:lvl7pPr>
            <a:lvl8pPr marL="4266915" indent="0" algn="ctr">
              <a:buNone/>
              <a:defRPr>
                <a:solidFill>
                  <a:schemeClr val="tx1">
                    <a:tint val="75000"/>
                  </a:schemeClr>
                </a:solidFill>
              </a:defRPr>
            </a:lvl8pPr>
            <a:lvl9pPr marL="487647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09990174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67940819"/>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noAutofit/>
          </a:bodyPr>
          <a:lstStyle>
            <a:lvl1pPr algn="l">
              <a:defRPr sz="4667"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59" indent="0">
              <a:buNone/>
              <a:defRPr sz="2400">
                <a:solidFill>
                  <a:schemeClr val="tx1">
                    <a:tint val="75000"/>
                  </a:schemeClr>
                </a:solidFill>
              </a:defRPr>
            </a:lvl2pPr>
            <a:lvl3pPr marL="1219119" indent="0">
              <a:buNone/>
              <a:defRPr sz="2133">
                <a:solidFill>
                  <a:schemeClr val="tx1">
                    <a:tint val="75000"/>
                  </a:schemeClr>
                </a:solidFill>
              </a:defRPr>
            </a:lvl3pPr>
            <a:lvl4pPr marL="1828678" indent="0">
              <a:buNone/>
              <a:defRPr sz="1867">
                <a:solidFill>
                  <a:schemeClr val="tx1">
                    <a:tint val="75000"/>
                  </a:schemeClr>
                </a:solidFill>
              </a:defRPr>
            </a:lvl4pPr>
            <a:lvl5pPr marL="2438238" indent="0">
              <a:buNone/>
              <a:defRPr sz="1867">
                <a:solidFill>
                  <a:schemeClr val="tx1">
                    <a:tint val="75000"/>
                  </a:schemeClr>
                </a:solidFill>
              </a:defRPr>
            </a:lvl5pPr>
            <a:lvl6pPr marL="3047797" indent="0">
              <a:buNone/>
              <a:defRPr sz="1867">
                <a:solidFill>
                  <a:schemeClr val="tx1">
                    <a:tint val="75000"/>
                  </a:schemeClr>
                </a:solidFill>
              </a:defRPr>
            </a:lvl6pPr>
            <a:lvl7pPr marL="3657357" indent="0">
              <a:buNone/>
              <a:defRPr sz="1867">
                <a:solidFill>
                  <a:schemeClr val="tx1">
                    <a:tint val="75000"/>
                  </a:schemeClr>
                </a:solidFill>
              </a:defRPr>
            </a:lvl7pPr>
            <a:lvl8pPr marL="4266915" indent="0">
              <a:buNone/>
              <a:defRPr sz="1867">
                <a:solidFill>
                  <a:schemeClr val="tx1">
                    <a:tint val="75000"/>
                  </a:schemeClr>
                </a:solidFill>
              </a:defRPr>
            </a:lvl8pPr>
            <a:lvl9pPr marL="4876475" indent="0">
              <a:buNone/>
              <a:defRPr sz="186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6833891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998831650"/>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3"/>
            <a:ext cx="5389033" cy="639763"/>
          </a:xfrm>
        </p:spPr>
        <p:txBody>
          <a:bodyPr anchor="b"/>
          <a:lstStyle>
            <a:lvl1pPr marL="0" indent="0">
              <a:buNone/>
              <a:defRPr sz="3200"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FD1176A7-B091-469C-82C8-89C693043C40}"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4212119190"/>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Autofit/>
          </a:bodyPr>
          <a:lstStyle>
            <a:lvl1pPr algn="l">
              <a:defRPr sz="4800">
                <a:solidFill>
                  <a:schemeClr val="tx1">
                    <a:lumMod val="75000"/>
                    <a:lumOff val="25000"/>
                  </a:schemeClr>
                </a:solidFill>
              </a:defRPr>
            </a:lvl1pPr>
          </a:lstStyle>
          <a:p>
            <a:r>
              <a:rPr lang="en-US"/>
              <a:t>Click to edit Master title style</a:t>
            </a:r>
          </a:p>
        </p:txBody>
      </p:sp>
    </p:spTree>
    <p:extLst>
      <p:ext uri="{BB962C8B-B14F-4D97-AF65-F5344CB8AC3E}">
        <p14:creationId xmlns:p14="http://schemas.microsoft.com/office/powerpoint/2010/main" val="241596019"/>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2_Title Only">
    <p:bg>
      <p:bgPr>
        <a:solidFill>
          <a:schemeClr val="bg2"/>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lumMod val="75000"/>
                    <a:lumOff val="25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tx2">
                    <a:lumMod val="60000"/>
                    <a:lumOff val="40000"/>
                  </a:schemeClr>
                </a:solidFill>
              </a:defRPr>
            </a:lvl1pPr>
          </a:lstStyle>
          <a:p>
            <a:pPr lvl="0"/>
            <a:r>
              <a:rPr lang="en-US"/>
              <a:t>Subtitle</a:t>
            </a:r>
          </a:p>
        </p:txBody>
      </p:sp>
    </p:spTree>
    <p:extLst>
      <p:ext uri="{BB962C8B-B14F-4D97-AF65-F5344CB8AC3E}">
        <p14:creationId xmlns:p14="http://schemas.microsoft.com/office/powerpoint/2010/main" val="445471319"/>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043729778"/>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5_Title Only">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893787402"/>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_Blank">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75000"/>
                  </a:schemeClr>
                </a:solidFill>
              </a:defRPr>
            </a:lvl1pPr>
          </a:lstStyle>
          <a:p>
            <a:pPr lvl="0"/>
            <a:r>
              <a:rPr lang="en-US"/>
              <a:t>Subtitle</a:t>
            </a:r>
          </a:p>
        </p:txBody>
      </p:sp>
    </p:spTree>
    <p:extLst>
      <p:ext uri="{BB962C8B-B14F-4D97-AF65-F5344CB8AC3E}">
        <p14:creationId xmlns:p14="http://schemas.microsoft.com/office/powerpoint/2010/main" val="3138829939"/>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6_Title Only">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solidFill>
              </a:defRPr>
            </a:lvl1pPr>
          </a:lstStyle>
          <a:p>
            <a:r>
              <a:rPr lang="en-US"/>
              <a:t>Click to edit Master title style</a:t>
            </a:r>
          </a:p>
        </p:txBody>
      </p:sp>
    </p:spTree>
    <p:extLst>
      <p:ext uri="{BB962C8B-B14F-4D97-AF65-F5344CB8AC3E}">
        <p14:creationId xmlns:p14="http://schemas.microsoft.com/office/powerpoint/2010/main" val="3565857619"/>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blank" preserve="1">
  <p:cSld name="2_Blank">
    <p:bg>
      <p:bgPr>
        <a:solidFill>
          <a:schemeClr val="bg1">
            <a:lumMod val="85000"/>
          </a:schemeClr>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
        <p:nvSpPr>
          <p:cNvPr id="5" name="Rectangle 4"/>
          <p:cNvSpPr/>
          <p:nvPr userDrawn="1"/>
        </p:nvSpPr>
        <p:spPr>
          <a:xfrm>
            <a:off x="0" y="5130800"/>
            <a:ext cx="12192000" cy="1727200"/>
          </a:xfrm>
          <a:prstGeom prst="rect">
            <a:avLst/>
          </a:prstGeom>
          <a:solidFill>
            <a:srgbClr val="B5D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Tree>
    <p:extLst>
      <p:ext uri="{BB962C8B-B14F-4D97-AF65-F5344CB8AC3E}">
        <p14:creationId xmlns:p14="http://schemas.microsoft.com/office/powerpoint/2010/main" val="694942691"/>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49"/>
            <a:ext cx="4011084" cy="1162051"/>
          </a:xfrm>
        </p:spPr>
        <p:txBody>
          <a:bodyPr anchor="b"/>
          <a:lstStyle>
            <a:lvl1pPr algn="l">
              <a:defRPr sz="2667"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3"/>
            <a:ext cx="4011084" cy="46910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994015858"/>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1"/>
            <a:ext cx="7315200" cy="566739"/>
          </a:xfrm>
        </p:spPr>
        <p:txBody>
          <a:bodyPr anchor="b"/>
          <a:lstStyle>
            <a:lvl1pPr algn="l">
              <a:defRPr sz="2667"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59" indent="0">
              <a:buNone/>
              <a:defRPr sz="3733"/>
            </a:lvl2pPr>
            <a:lvl3pPr marL="1219119" indent="0">
              <a:buNone/>
              <a:defRPr sz="3200"/>
            </a:lvl3pPr>
            <a:lvl4pPr marL="1828678" indent="0">
              <a:buNone/>
              <a:defRPr sz="2667"/>
            </a:lvl4pPr>
            <a:lvl5pPr marL="2438238" indent="0">
              <a:buNone/>
              <a:defRPr sz="2667"/>
            </a:lvl5pPr>
            <a:lvl6pPr marL="3047797" indent="0">
              <a:buNone/>
              <a:defRPr sz="2667"/>
            </a:lvl6pPr>
            <a:lvl7pPr marL="3657357" indent="0">
              <a:buNone/>
              <a:defRPr sz="2667"/>
            </a:lvl7pPr>
            <a:lvl8pPr marL="4266915" indent="0">
              <a:buNone/>
              <a:defRPr sz="2667"/>
            </a:lvl8pPr>
            <a:lvl9pPr marL="4876475" indent="0">
              <a:buNone/>
              <a:defRPr sz="2667"/>
            </a:lvl9pPr>
          </a:lstStyle>
          <a:p>
            <a:endParaRPr lang="en-US"/>
          </a:p>
        </p:txBody>
      </p:sp>
      <p:sp>
        <p:nvSpPr>
          <p:cNvPr id="4" name="Text Placeholder 3"/>
          <p:cNvSpPr>
            <a:spLocks noGrp="1"/>
          </p:cNvSpPr>
          <p:nvPr>
            <p:ph type="body" sz="half" idx="2"/>
          </p:nvPr>
        </p:nvSpPr>
        <p:spPr>
          <a:xfrm>
            <a:off x="2389717" y="5367339"/>
            <a:ext cx="7315200" cy="8048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267832373"/>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507216364"/>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542706389"/>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slidemodel2">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962690273"/>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891026133"/>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3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lumMod val="65000"/>
                    <a:lumOff val="35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tx1">
                    <a:lumMod val="65000"/>
                    <a:lumOff val="35000"/>
                  </a:schemeClr>
                </a:solidFill>
              </a:defRPr>
            </a:lvl1pPr>
          </a:lstStyle>
          <a:p>
            <a:pPr lvl="0"/>
            <a:r>
              <a:rPr lang="en-US"/>
              <a:t>Subtitle</a:t>
            </a:r>
          </a:p>
        </p:txBody>
      </p:sp>
    </p:spTree>
    <p:extLst>
      <p:ext uri="{BB962C8B-B14F-4D97-AF65-F5344CB8AC3E}">
        <p14:creationId xmlns:p14="http://schemas.microsoft.com/office/powerpoint/2010/main" val="652238111"/>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2_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631207395"/>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4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lumMod val="50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3322166030"/>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7" name="Rectangle 6"/>
          <p:cNvSpPr/>
          <p:nvPr userDrawn="1"/>
        </p:nvSpPr>
        <p:spPr>
          <a:xfrm>
            <a:off x="0" y="3225800"/>
            <a:ext cx="12192000" cy="3632200"/>
          </a:xfrm>
          <a:prstGeom prst="rect">
            <a:avLst/>
          </a:prstGeom>
          <a:gradFill flip="none" rotWithShape="1">
            <a:gsLst>
              <a:gs pos="44000">
                <a:srgbClr val="CBCBCB">
                  <a:alpha val="22000"/>
                </a:srgbClr>
              </a:gs>
              <a:gs pos="100000">
                <a:srgbClr val="5F5F5F">
                  <a:alpha val="19000"/>
                </a:srgbClr>
              </a:gs>
              <a:gs pos="100000">
                <a:srgbClr val="FFFFFF">
                  <a:alpha val="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 name="Title 1"/>
          <p:cNvSpPr>
            <a:spLocks noGrp="1"/>
          </p:cNvSpPr>
          <p:nvPr>
            <p:ph type="ctrTitle"/>
          </p:nvPr>
        </p:nvSpPr>
        <p:spPr>
          <a:xfrm>
            <a:off x="914400" y="4987990"/>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5509360"/>
            <a:ext cx="8534400"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534" indent="0" algn="ctr">
              <a:buNone/>
              <a:defRPr>
                <a:solidFill>
                  <a:schemeClr val="tx1">
                    <a:tint val="75000"/>
                  </a:schemeClr>
                </a:solidFill>
              </a:defRPr>
            </a:lvl2pPr>
            <a:lvl3pPr marL="1219068" indent="0" algn="ctr">
              <a:buNone/>
              <a:defRPr>
                <a:solidFill>
                  <a:schemeClr val="tx1">
                    <a:tint val="75000"/>
                  </a:schemeClr>
                </a:solidFill>
              </a:defRPr>
            </a:lvl3pPr>
            <a:lvl4pPr marL="1828602" indent="0" algn="ctr">
              <a:buNone/>
              <a:defRPr>
                <a:solidFill>
                  <a:schemeClr val="tx1">
                    <a:tint val="75000"/>
                  </a:schemeClr>
                </a:solidFill>
              </a:defRPr>
            </a:lvl4pPr>
            <a:lvl5pPr marL="2438136" indent="0" algn="ctr">
              <a:buNone/>
              <a:defRPr>
                <a:solidFill>
                  <a:schemeClr val="tx1">
                    <a:tint val="75000"/>
                  </a:schemeClr>
                </a:solidFill>
              </a:defRPr>
            </a:lvl5pPr>
            <a:lvl6pPr marL="3047670" indent="0" algn="ctr">
              <a:buNone/>
              <a:defRPr>
                <a:solidFill>
                  <a:schemeClr val="tx1">
                    <a:tint val="75000"/>
                  </a:schemeClr>
                </a:solidFill>
              </a:defRPr>
            </a:lvl6pPr>
            <a:lvl7pPr marL="3657205" indent="0" algn="ctr">
              <a:buNone/>
              <a:defRPr>
                <a:solidFill>
                  <a:schemeClr val="tx1">
                    <a:tint val="75000"/>
                  </a:schemeClr>
                </a:solidFill>
              </a:defRPr>
            </a:lvl7pPr>
            <a:lvl8pPr marL="4266737" indent="0" algn="ctr">
              <a:buNone/>
              <a:defRPr>
                <a:solidFill>
                  <a:schemeClr val="tx1">
                    <a:tint val="75000"/>
                  </a:schemeClr>
                </a:solidFill>
              </a:defRPr>
            </a:lvl8pPr>
            <a:lvl9pPr marL="4876273"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4172455234"/>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59" indent="0" algn="ctr">
              <a:buNone/>
              <a:defRPr>
                <a:solidFill>
                  <a:schemeClr val="tx1">
                    <a:tint val="75000"/>
                  </a:schemeClr>
                </a:solidFill>
              </a:defRPr>
            </a:lvl2pPr>
            <a:lvl3pPr marL="1219119" indent="0" algn="ctr">
              <a:buNone/>
              <a:defRPr>
                <a:solidFill>
                  <a:schemeClr val="tx1">
                    <a:tint val="75000"/>
                  </a:schemeClr>
                </a:solidFill>
              </a:defRPr>
            </a:lvl3pPr>
            <a:lvl4pPr marL="1828678" indent="0" algn="ctr">
              <a:buNone/>
              <a:defRPr>
                <a:solidFill>
                  <a:schemeClr val="tx1">
                    <a:tint val="75000"/>
                  </a:schemeClr>
                </a:solidFill>
              </a:defRPr>
            </a:lvl4pPr>
            <a:lvl5pPr marL="2438238" indent="0" algn="ctr">
              <a:buNone/>
              <a:defRPr>
                <a:solidFill>
                  <a:schemeClr val="tx1">
                    <a:tint val="75000"/>
                  </a:schemeClr>
                </a:solidFill>
              </a:defRPr>
            </a:lvl5pPr>
            <a:lvl6pPr marL="3047797" indent="0" algn="ctr">
              <a:buNone/>
              <a:defRPr>
                <a:solidFill>
                  <a:schemeClr val="tx1">
                    <a:tint val="75000"/>
                  </a:schemeClr>
                </a:solidFill>
              </a:defRPr>
            </a:lvl6pPr>
            <a:lvl7pPr marL="3657357" indent="0" algn="ctr">
              <a:buNone/>
              <a:defRPr>
                <a:solidFill>
                  <a:schemeClr val="tx1">
                    <a:tint val="75000"/>
                  </a:schemeClr>
                </a:solidFill>
              </a:defRPr>
            </a:lvl7pPr>
            <a:lvl8pPr marL="4266915" indent="0" algn="ctr">
              <a:buNone/>
              <a:defRPr>
                <a:solidFill>
                  <a:schemeClr val="tx1">
                    <a:tint val="75000"/>
                  </a:schemeClr>
                </a:solidFill>
              </a:defRPr>
            </a:lvl8pPr>
            <a:lvl9pPr marL="487647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59812705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805613193"/>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59" indent="0">
              <a:buNone/>
              <a:defRPr sz="2400">
                <a:solidFill>
                  <a:schemeClr val="tx1">
                    <a:tint val="75000"/>
                  </a:schemeClr>
                </a:solidFill>
              </a:defRPr>
            </a:lvl2pPr>
            <a:lvl3pPr marL="1219119" indent="0">
              <a:buNone/>
              <a:defRPr sz="2133">
                <a:solidFill>
                  <a:schemeClr val="tx1">
                    <a:tint val="75000"/>
                  </a:schemeClr>
                </a:solidFill>
              </a:defRPr>
            </a:lvl3pPr>
            <a:lvl4pPr marL="1828678" indent="0">
              <a:buNone/>
              <a:defRPr sz="1867">
                <a:solidFill>
                  <a:schemeClr val="tx1">
                    <a:tint val="75000"/>
                  </a:schemeClr>
                </a:solidFill>
              </a:defRPr>
            </a:lvl4pPr>
            <a:lvl5pPr marL="2438238" indent="0">
              <a:buNone/>
              <a:defRPr sz="1867">
                <a:solidFill>
                  <a:schemeClr val="tx1">
                    <a:tint val="75000"/>
                  </a:schemeClr>
                </a:solidFill>
              </a:defRPr>
            </a:lvl5pPr>
            <a:lvl6pPr marL="3047797" indent="0">
              <a:buNone/>
              <a:defRPr sz="1867">
                <a:solidFill>
                  <a:schemeClr val="tx1">
                    <a:tint val="75000"/>
                  </a:schemeClr>
                </a:solidFill>
              </a:defRPr>
            </a:lvl6pPr>
            <a:lvl7pPr marL="3657357" indent="0">
              <a:buNone/>
              <a:defRPr sz="1867">
                <a:solidFill>
                  <a:schemeClr val="tx1">
                    <a:tint val="75000"/>
                  </a:schemeClr>
                </a:solidFill>
              </a:defRPr>
            </a:lvl7pPr>
            <a:lvl8pPr marL="4266915" indent="0">
              <a:buNone/>
              <a:defRPr sz="1867">
                <a:solidFill>
                  <a:schemeClr val="tx1">
                    <a:tint val="75000"/>
                  </a:schemeClr>
                </a:solidFill>
              </a:defRPr>
            </a:lvl8pPr>
            <a:lvl9pPr marL="4876475" indent="0">
              <a:buNone/>
              <a:defRPr sz="186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380322977"/>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027360411"/>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3"/>
            <a:ext cx="5389033" cy="639763"/>
          </a:xfrm>
        </p:spPr>
        <p:txBody>
          <a:bodyPr anchor="b"/>
          <a:lstStyle>
            <a:lvl1pPr marL="0" indent="0">
              <a:buNone/>
              <a:defRPr sz="3200" b="1"/>
            </a:lvl1pPr>
            <a:lvl2pPr marL="609559" indent="0">
              <a:buNone/>
              <a:defRPr sz="2667" b="1"/>
            </a:lvl2pPr>
            <a:lvl3pPr marL="1219119" indent="0">
              <a:buNone/>
              <a:defRPr sz="2400" b="1"/>
            </a:lvl3pPr>
            <a:lvl4pPr marL="1828678" indent="0">
              <a:buNone/>
              <a:defRPr sz="2133" b="1"/>
            </a:lvl4pPr>
            <a:lvl5pPr marL="2438238" indent="0">
              <a:buNone/>
              <a:defRPr sz="2133" b="1"/>
            </a:lvl5pPr>
            <a:lvl6pPr marL="3047797" indent="0">
              <a:buNone/>
              <a:defRPr sz="2133" b="1"/>
            </a:lvl6pPr>
            <a:lvl7pPr marL="3657357" indent="0">
              <a:buNone/>
              <a:defRPr sz="2133" b="1"/>
            </a:lvl7pPr>
            <a:lvl8pPr marL="4266915" indent="0">
              <a:buNone/>
              <a:defRPr sz="2133" b="1"/>
            </a:lvl8pPr>
            <a:lvl9pPr marL="4876475"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FD1176A7-B091-469C-82C8-89C693043C40}"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79733501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lumMod val="65000"/>
                    <a:lumOff val="35000"/>
                  </a:schemeClr>
                </a:solidFill>
              </a:defRPr>
            </a:lvl1pPr>
          </a:lstStyle>
          <a:p>
            <a:r>
              <a:rPr lang="en-US"/>
              <a:t>Click to edit Master title style</a:t>
            </a:r>
          </a:p>
        </p:txBody>
      </p:sp>
    </p:spTree>
    <p:extLst>
      <p:ext uri="{BB962C8B-B14F-4D97-AF65-F5344CB8AC3E}">
        <p14:creationId xmlns:p14="http://schemas.microsoft.com/office/powerpoint/2010/main" val="1859267347"/>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lumMod val="50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3533777667"/>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918348448"/>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5_Title Only">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3748656198"/>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1_Blank">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lumMod val="50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3788439127"/>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6_Title Only">
    <p:bg>
      <p:bgPr>
        <a:solidFill>
          <a:schemeClr val="bg1">
            <a:lumMod val="85000"/>
          </a:schemeClr>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bg1">
                    <a:lumMod val="85000"/>
                  </a:schemeClr>
                </a:solidFill>
              </a:defRPr>
            </a:lvl1pPr>
          </a:lstStyle>
          <a:p>
            <a:r>
              <a:rPr lang="en-US"/>
              <a:t>Click to edit Master title style</a:t>
            </a:r>
          </a:p>
        </p:txBody>
      </p:sp>
    </p:spTree>
    <p:extLst>
      <p:ext uri="{BB962C8B-B14F-4D97-AF65-F5344CB8AC3E}">
        <p14:creationId xmlns:p14="http://schemas.microsoft.com/office/powerpoint/2010/main" val="40526928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blank" preserve="1">
  <p:cSld name="2_Blank">
    <p:bg>
      <p:bgPr>
        <a:solidFill>
          <a:schemeClr val="bg1">
            <a:lumMod val="85000"/>
          </a:schemeClr>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939B1FA-81F2-4940-9AF3-5EAFB5D6669B}" type="slidenum">
              <a:rPr lang="en-US" smtClean="0"/>
              <a:pPr/>
              <a:t>‹#›</a:t>
            </a:fld>
            <a:endParaRPr lang="en-US"/>
          </a:p>
        </p:txBody>
      </p:sp>
      <p:sp>
        <p:nvSpPr>
          <p:cNvPr id="5" name="Rectangle 4"/>
          <p:cNvSpPr/>
          <p:nvPr userDrawn="1"/>
        </p:nvSpPr>
        <p:spPr>
          <a:xfrm>
            <a:off x="0" y="5130800"/>
            <a:ext cx="12192000" cy="1727200"/>
          </a:xfrm>
          <a:prstGeom prst="rect">
            <a:avLst/>
          </a:prstGeom>
          <a:solidFill>
            <a:srgbClr val="B5D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Tree>
    <p:extLst>
      <p:ext uri="{BB962C8B-B14F-4D97-AF65-F5344CB8AC3E}">
        <p14:creationId xmlns:p14="http://schemas.microsoft.com/office/powerpoint/2010/main" val="240317301"/>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49"/>
            <a:ext cx="4011084" cy="1162051"/>
          </a:xfrm>
        </p:spPr>
        <p:txBody>
          <a:bodyPr anchor="b"/>
          <a:lstStyle>
            <a:lvl1pPr algn="l">
              <a:defRPr sz="2667"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3"/>
            <a:ext cx="4011084" cy="46910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2838000608"/>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1"/>
            <a:ext cx="7315200" cy="566739"/>
          </a:xfrm>
        </p:spPr>
        <p:txBody>
          <a:bodyPr anchor="b"/>
          <a:lstStyle>
            <a:lvl1pPr algn="l">
              <a:defRPr sz="2667"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59" indent="0">
              <a:buNone/>
              <a:defRPr sz="3733"/>
            </a:lvl2pPr>
            <a:lvl3pPr marL="1219119" indent="0">
              <a:buNone/>
              <a:defRPr sz="3200"/>
            </a:lvl3pPr>
            <a:lvl4pPr marL="1828678" indent="0">
              <a:buNone/>
              <a:defRPr sz="2667"/>
            </a:lvl4pPr>
            <a:lvl5pPr marL="2438238" indent="0">
              <a:buNone/>
              <a:defRPr sz="2667"/>
            </a:lvl5pPr>
            <a:lvl6pPr marL="3047797" indent="0">
              <a:buNone/>
              <a:defRPr sz="2667"/>
            </a:lvl6pPr>
            <a:lvl7pPr marL="3657357" indent="0">
              <a:buNone/>
              <a:defRPr sz="2667"/>
            </a:lvl7pPr>
            <a:lvl8pPr marL="4266915" indent="0">
              <a:buNone/>
              <a:defRPr sz="2667"/>
            </a:lvl8pPr>
            <a:lvl9pPr marL="4876475" indent="0">
              <a:buNone/>
              <a:defRPr sz="2667"/>
            </a:lvl9pPr>
          </a:lstStyle>
          <a:p>
            <a:endParaRPr lang="en-US"/>
          </a:p>
        </p:txBody>
      </p:sp>
      <p:sp>
        <p:nvSpPr>
          <p:cNvPr id="4" name="Text Placeholder 3"/>
          <p:cNvSpPr>
            <a:spLocks noGrp="1"/>
          </p:cNvSpPr>
          <p:nvPr>
            <p:ph type="body" sz="half" idx="2"/>
          </p:nvPr>
        </p:nvSpPr>
        <p:spPr>
          <a:xfrm>
            <a:off x="2389717" y="5367339"/>
            <a:ext cx="7315200" cy="804863"/>
          </a:xfrm>
        </p:spPr>
        <p:txBody>
          <a:bodyPr/>
          <a:lstStyle>
            <a:lvl1pPr marL="0" indent="0">
              <a:buNone/>
              <a:defRPr sz="1867"/>
            </a:lvl1pPr>
            <a:lvl2pPr marL="609559" indent="0">
              <a:buNone/>
              <a:defRPr sz="1600"/>
            </a:lvl2pPr>
            <a:lvl3pPr marL="1219119" indent="0">
              <a:buNone/>
              <a:defRPr sz="1333"/>
            </a:lvl3pPr>
            <a:lvl4pPr marL="1828678" indent="0">
              <a:buNone/>
              <a:defRPr sz="1200"/>
            </a:lvl4pPr>
            <a:lvl5pPr marL="2438238" indent="0">
              <a:buNone/>
              <a:defRPr sz="1200"/>
            </a:lvl5pPr>
            <a:lvl6pPr marL="3047797" indent="0">
              <a:buNone/>
              <a:defRPr sz="1200"/>
            </a:lvl6pPr>
            <a:lvl7pPr marL="3657357" indent="0">
              <a:buNone/>
              <a:defRPr sz="1200"/>
            </a:lvl7pPr>
            <a:lvl8pPr marL="4266915" indent="0">
              <a:buNone/>
              <a:defRPr sz="1200"/>
            </a:lvl8pPr>
            <a:lvl9pPr marL="4876475"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806502894"/>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544047955"/>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852646454"/>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slidemodel2">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651882455"/>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968856499"/>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3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
        <p:nvSpPr>
          <p:cNvPr id="6" name="Title 1"/>
          <p:cNvSpPr>
            <a:spLocks noGrp="1"/>
          </p:cNvSpPr>
          <p:nvPr>
            <p:ph type="title"/>
          </p:nvPr>
        </p:nvSpPr>
        <p:spPr>
          <a:xfrm>
            <a:off x="609600" y="274640"/>
            <a:ext cx="10972800" cy="715961"/>
          </a:xfrm>
        </p:spPr>
        <p:txBody>
          <a:bodyPr>
            <a:normAutofit/>
          </a:bodyPr>
          <a:lstStyle>
            <a:lvl1pPr algn="l">
              <a:defRPr sz="3733">
                <a:solidFill>
                  <a:schemeClr val="tx1">
                    <a:lumMod val="65000"/>
                    <a:lumOff val="35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0" cy="508000"/>
          </a:xfrm>
        </p:spPr>
        <p:txBody>
          <a:bodyPr>
            <a:noAutofit/>
          </a:bodyPr>
          <a:lstStyle>
            <a:lvl1pPr marL="0" indent="0">
              <a:buNone/>
              <a:defRPr sz="1867">
                <a:solidFill>
                  <a:schemeClr val="tx1">
                    <a:lumMod val="65000"/>
                    <a:lumOff val="35000"/>
                  </a:schemeClr>
                </a:solidFill>
              </a:defRPr>
            </a:lvl1pPr>
          </a:lstStyle>
          <a:p>
            <a:pPr lvl="0"/>
            <a:r>
              <a:rPr lang="en-US"/>
              <a:t>Subtitle</a:t>
            </a:r>
          </a:p>
        </p:txBody>
      </p:sp>
    </p:spTree>
    <p:extLst>
      <p:ext uri="{BB962C8B-B14F-4D97-AF65-F5344CB8AC3E}">
        <p14:creationId xmlns:p14="http://schemas.microsoft.com/office/powerpoint/2010/main" val="3258436672"/>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2_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939B1FA-81F2-4940-9AF3-5EAFB5D6669B}" type="slidenum">
              <a:rPr lang="en-US" smtClean="0"/>
              <a:pPr/>
              <a:t>‹#›</a:t>
            </a:fld>
            <a:endParaRPr lang="en-US"/>
          </a:p>
        </p:txBody>
      </p:sp>
    </p:spTree>
    <p:extLst>
      <p:ext uri="{BB962C8B-B14F-4D97-AF65-F5344CB8AC3E}">
        <p14:creationId xmlns:p14="http://schemas.microsoft.com/office/powerpoint/2010/main" val="1270890296"/>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914399" y="4500117"/>
            <a:ext cx="10377864"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116422963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7757676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524687703"/>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276995875"/>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789471615"/>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441898348"/>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318918650"/>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504593441"/>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690565589"/>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50372033"/>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914400" y="2125980"/>
            <a:ext cx="10363201" cy="276999"/>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1828800" y="3840480"/>
            <a:ext cx="853440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5/4/2025</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036220259"/>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5/4/2025</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37531597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a:lvl1pPr>
          </a:lstStyle>
          <a:p>
            <a:endParaRPr/>
          </a:p>
        </p:txBody>
      </p:sp>
      <p:sp>
        <p:nvSpPr>
          <p:cNvPr id="3" name="Holder 3"/>
          <p:cNvSpPr>
            <a:spLocks noGrp="1"/>
          </p:cNvSpPr>
          <p:nvPr>
            <p:ph sz="half" idx="2"/>
          </p:nvPr>
        </p:nvSpPr>
        <p:spPr>
          <a:xfrm>
            <a:off x="609600" y="1577340"/>
            <a:ext cx="530352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278880" y="1577340"/>
            <a:ext cx="5303520"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5/4/2025</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531219001"/>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5/4/2025</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060743747"/>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5/4/2025</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275732998"/>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3E7C38-3467-E1EC-0046-F87EF156042D}"/>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D"/>
          </a:p>
        </p:txBody>
      </p:sp>
      <p:sp>
        <p:nvSpPr>
          <p:cNvPr id="3" name="Subtitle 2">
            <a:extLst>
              <a:ext uri="{FF2B5EF4-FFF2-40B4-BE49-F238E27FC236}">
                <a16:creationId xmlns:a16="http://schemas.microsoft.com/office/drawing/2014/main" id="{3687D5C3-CB46-A9DC-6AF7-706D5F5F313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D"/>
          </a:p>
        </p:txBody>
      </p:sp>
      <p:sp>
        <p:nvSpPr>
          <p:cNvPr id="4" name="Date Placeholder 3">
            <a:extLst>
              <a:ext uri="{FF2B5EF4-FFF2-40B4-BE49-F238E27FC236}">
                <a16:creationId xmlns:a16="http://schemas.microsoft.com/office/drawing/2014/main" id="{0685ED17-60E3-0C31-13FC-6F7E869DFBEA}"/>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5" name="Footer Placeholder 4">
            <a:extLst>
              <a:ext uri="{FF2B5EF4-FFF2-40B4-BE49-F238E27FC236}">
                <a16:creationId xmlns:a16="http://schemas.microsoft.com/office/drawing/2014/main" id="{4745E1E0-7935-8D1A-B366-0F73A468D53D}"/>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6" name="Slide Number Placeholder 5">
            <a:extLst>
              <a:ext uri="{FF2B5EF4-FFF2-40B4-BE49-F238E27FC236}">
                <a16:creationId xmlns:a16="http://schemas.microsoft.com/office/drawing/2014/main" id="{304E77FE-ABA4-E067-F997-144CE8EF027E}"/>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138698444"/>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EDE089-C9C1-1272-709A-CB831C9C974D}"/>
              </a:ext>
            </a:extLst>
          </p:cNvPr>
          <p:cNvSpPr>
            <a:spLocks noGrp="1"/>
          </p:cNvSpPr>
          <p:nvPr>
            <p:ph type="title"/>
          </p:nvPr>
        </p:nvSpPr>
        <p:spPr/>
        <p:txBody>
          <a:bodyPr/>
          <a:lstStyle/>
          <a:p>
            <a:r>
              <a:rPr lang="en-US"/>
              <a:t>Click to edit Master title style</a:t>
            </a:r>
            <a:endParaRPr lang="en-ID"/>
          </a:p>
        </p:txBody>
      </p:sp>
      <p:sp>
        <p:nvSpPr>
          <p:cNvPr id="3" name="Content Placeholder 2">
            <a:extLst>
              <a:ext uri="{FF2B5EF4-FFF2-40B4-BE49-F238E27FC236}">
                <a16:creationId xmlns:a16="http://schemas.microsoft.com/office/drawing/2014/main" id="{EB371D50-67F1-E9D4-F468-9E7F7C509322}"/>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a:extLst>
              <a:ext uri="{FF2B5EF4-FFF2-40B4-BE49-F238E27FC236}">
                <a16:creationId xmlns:a16="http://schemas.microsoft.com/office/drawing/2014/main" id="{BF577538-4CCF-BC6C-038D-F83D8A11B814}"/>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5" name="Footer Placeholder 4">
            <a:extLst>
              <a:ext uri="{FF2B5EF4-FFF2-40B4-BE49-F238E27FC236}">
                <a16:creationId xmlns:a16="http://schemas.microsoft.com/office/drawing/2014/main" id="{C9FB9F89-0AEA-CD9F-2B94-53DFDB1DC2E2}"/>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6" name="Slide Number Placeholder 5">
            <a:extLst>
              <a:ext uri="{FF2B5EF4-FFF2-40B4-BE49-F238E27FC236}">
                <a16:creationId xmlns:a16="http://schemas.microsoft.com/office/drawing/2014/main" id="{1BF9884D-EF33-7A23-0886-21E77909B369}"/>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352921635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BF861-A231-8855-245B-F4ADF101CDDD}"/>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D"/>
          </a:p>
        </p:txBody>
      </p:sp>
      <p:sp>
        <p:nvSpPr>
          <p:cNvPr id="3" name="Text Placeholder 2">
            <a:extLst>
              <a:ext uri="{FF2B5EF4-FFF2-40B4-BE49-F238E27FC236}">
                <a16:creationId xmlns:a16="http://schemas.microsoft.com/office/drawing/2014/main" id="{127674F4-5C76-8179-6733-A3C459CB3433}"/>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AAB0AE13-53BF-8439-DD4D-C56E87BD79AC}"/>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5" name="Footer Placeholder 4">
            <a:extLst>
              <a:ext uri="{FF2B5EF4-FFF2-40B4-BE49-F238E27FC236}">
                <a16:creationId xmlns:a16="http://schemas.microsoft.com/office/drawing/2014/main" id="{75178FBC-629E-6B0C-3255-00DFAA17615B}"/>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6" name="Slide Number Placeholder 5">
            <a:extLst>
              <a:ext uri="{FF2B5EF4-FFF2-40B4-BE49-F238E27FC236}">
                <a16:creationId xmlns:a16="http://schemas.microsoft.com/office/drawing/2014/main" id="{BAC1E4B4-1408-2360-5471-CD07CE1E6B75}"/>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1267253776"/>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0C2FC2-7AED-28DB-E640-42D5C7C2AAF2}"/>
              </a:ext>
            </a:extLst>
          </p:cNvPr>
          <p:cNvSpPr>
            <a:spLocks noGrp="1"/>
          </p:cNvSpPr>
          <p:nvPr>
            <p:ph type="title"/>
          </p:nvPr>
        </p:nvSpPr>
        <p:spPr/>
        <p:txBody>
          <a:bodyPr/>
          <a:lstStyle/>
          <a:p>
            <a:r>
              <a:rPr lang="en-US"/>
              <a:t>Click to edit Master title style</a:t>
            </a:r>
            <a:endParaRPr lang="en-ID"/>
          </a:p>
        </p:txBody>
      </p:sp>
      <p:sp>
        <p:nvSpPr>
          <p:cNvPr id="3" name="Content Placeholder 2">
            <a:extLst>
              <a:ext uri="{FF2B5EF4-FFF2-40B4-BE49-F238E27FC236}">
                <a16:creationId xmlns:a16="http://schemas.microsoft.com/office/drawing/2014/main" id="{1ACE2BFD-DB12-7A98-E302-A11C35565152}"/>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Content Placeholder 3">
            <a:extLst>
              <a:ext uri="{FF2B5EF4-FFF2-40B4-BE49-F238E27FC236}">
                <a16:creationId xmlns:a16="http://schemas.microsoft.com/office/drawing/2014/main" id="{8CBF5EDA-541B-58F6-F6BC-2EBCAD6EE942}"/>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5" name="Date Placeholder 4">
            <a:extLst>
              <a:ext uri="{FF2B5EF4-FFF2-40B4-BE49-F238E27FC236}">
                <a16:creationId xmlns:a16="http://schemas.microsoft.com/office/drawing/2014/main" id="{E8B93A09-759D-9AC8-DB71-F9AFDF4BE363}"/>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6" name="Footer Placeholder 5">
            <a:extLst>
              <a:ext uri="{FF2B5EF4-FFF2-40B4-BE49-F238E27FC236}">
                <a16:creationId xmlns:a16="http://schemas.microsoft.com/office/drawing/2014/main" id="{002A6F42-E38E-E599-D54C-9E7F43EB65A8}"/>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7" name="Slide Number Placeholder 6">
            <a:extLst>
              <a:ext uri="{FF2B5EF4-FFF2-40B4-BE49-F238E27FC236}">
                <a16:creationId xmlns:a16="http://schemas.microsoft.com/office/drawing/2014/main" id="{E839E3FC-DE16-2584-E962-772AC2ACDCE8}"/>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2572298961"/>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FF6BC0-3E45-B8FD-654D-ACF4EF764B89}"/>
              </a:ext>
            </a:extLst>
          </p:cNvPr>
          <p:cNvSpPr>
            <a:spLocks noGrp="1"/>
          </p:cNvSpPr>
          <p:nvPr>
            <p:ph type="title"/>
          </p:nvPr>
        </p:nvSpPr>
        <p:spPr>
          <a:xfrm>
            <a:off x="839788" y="365125"/>
            <a:ext cx="10515600" cy="1325563"/>
          </a:xfrm>
        </p:spPr>
        <p:txBody>
          <a:bodyPr/>
          <a:lstStyle/>
          <a:p>
            <a:r>
              <a:rPr lang="en-US"/>
              <a:t>Click to edit Master title style</a:t>
            </a:r>
            <a:endParaRPr lang="en-ID"/>
          </a:p>
        </p:txBody>
      </p:sp>
      <p:sp>
        <p:nvSpPr>
          <p:cNvPr id="3" name="Text Placeholder 2">
            <a:extLst>
              <a:ext uri="{FF2B5EF4-FFF2-40B4-BE49-F238E27FC236}">
                <a16:creationId xmlns:a16="http://schemas.microsoft.com/office/drawing/2014/main" id="{66102CFD-7E67-B15B-62FB-D08EC84B184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E1315B5-26FC-BF3B-135D-8164979DE978}"/>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5" name="Text Placeholder 4">
            <a:extLst>
              <a:ext uri="{FF2B5EF4-FFF2-40B4-BE49-F238E27FC236}">
                <a16:creationId xmlns:a16="http://schemas.microsoft.com/office/drawing/2014/main" id="{1761EEE1-5162-3EDA-C065-BFD8C799D8A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B513A88-0A38-851F-AEE5-0A36ABB8BF0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7" name="Date Placeholder 6">
            <a:extLst>
              <a:ext uri="{FF2B5EF4-FFF2-40B4-BE49-F238E27FC236}">
                <a16:creationId xmlns:a16="http://schemas.microsoft.com/office/drawing/2014/main" id="{CA5C26A6-951E-42FF-BB68-41EACE0B9E9F}"/>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8" name="Footer Placeholder 7">
            <a:extLst>
              <a:ext uri="{FF2B5EF4-FFF2-40B4-BE49-F238E27FC236}">
                <a16:creationId xmlns:a16="http://schemas.microsoft.com/office/drawing/2014/main" id="{9C23C7F6-CE70-CF59-20EF-DC3051BB3928}"/>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9" name="Slide Number Placeholder 8">
            <a:extLst>
              <a:ext uri="{FF2B5EF4-FFF2-40B4-BE49-F238E27FC236}">
                <a16:creationId xmlns:a16="http://schemas.microsoft.com/office/drawing/2014/main" id="{2EF3746A-8D3A-E1CE-D083-81CA121B1F18}"/>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2304293195"/>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70AE70-6646-6667-5C68-96D0ECEF1A09}"/>
              </a:ext>
            </a:extLst>
          </p:cNvPr>
          <p:cNvSpPr>
            <a:spLocks noGrp="1"/>
          </p:cNvSpPr>
          <p:nvPr>
            <p:ph type="title"/>
          </p:nvPr>
        </p:nvSpPr>
        <p:spPr/>
        <p:txBody>
          <a:bodyPr/>
          <a:lstStyle/>
          <a:p>
            <a:r>
              <a:rPr lang="en-US"/>
              <a:t>Click to edit Master title style</a:t>
            </a:r>
            <a:endParaRPr lang="en-ID"/>
          </a:p>
        </p:txBody>
      </p:sp>
      <p:sp>
        <p:nvSpPr>
          <p:cNvPr id="3" name="Date Placeholder 2">
            <a:extLst>
              <a:ext uri="{FF2B5EF4-FFF2-40B4-BE49-F238E27FC236}">
                <a16:creationId xmlns:a16="http://schemas.microsoft.com/office/drawing/2014/main" id="{B35BD586-25AB-0DA9-56C3-C4552891FC32}"/>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4" name="Footer Placeholder 3">
            <a:extLst>
              <a:ext uri="{FF2B5EF4-FFF2-40B4-BE49-F238E27FC236}">
                <a16:creationId xmlns:a16="http://schemas.microsoft.com/office/drawing/2014/main" id="{25560AE1-970F-E329-1FC2-EED704F37B6D}"/>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5" name="Slide Number Placeholder 4">
            <a:extLst>
              <a:ext uri="{FF2B5EF4-FFF2-40B4-BE49-F238E27FC236}">
                <a16:creationId xmlns:a16="http://schemas.microsoft.com/office/drawing/2014/main" id="{017CA199-AA09-70F9-6FC6-082C5D5146AC}"/>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3247083585"/>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C34270D-CF58-03D4-EA6F-6DB1A1BA391D}"/>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3" name="Footer Placeholder 2">
            <a:extLst>
              <a:ext uri="{FF2B5EF4-FFF2-40B4-BE49-F238E27FC236}">
                <a16:creationId xmlns:a16="http://schemas.microsoft.com/office/drawing/2014/main" id="{09A05106-D274-C463-5FC8-08D698A6C0A2}"/>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4" name="Slide Number Placeholder 3">
            <a:extLst>
              <a:ext uri="{FF2B5EF4-FFF2-40B4-BE49-F238E27FC236}">
                <a16:creationId xmlns:a16="http://schemas.microsoft.com/office/drawing/2014/main" id="{55E91F95-57BB-B97E-77B3-6A447B4EED16}"/>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4009498138"/>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B6EA2C-6173-D60C-005B-9C9FB5E9B88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D"/>
          </a:p>
        </p:txBody>
      </p:sp>
      <p:sp>
        <p:nvSpPr>
          <p:cNvPr id="3" name="Content Placeholder 2">
            <a:extLst>
              <a:ext uri="{FF2B5EF4-FFF2-40B4-BE49-F238E27FC236}">
                <a16:creationId xmlns:a16="http://schemas.microsoft.com/office/drawing/2014/main" id="{BD05A417-57D6-EDBE-E2DE-F065C1A65FF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Text Placeholder 3">
            <a:extLst>
              <a:ext uri="{FF2B5EF4-FFF2-40B4-BE49-F238E27FC236}">
                <a16:creationId xmlns:a16="http://schemas.microsoft.com/office/drawing/2014/main" id="{409C5720-3824-AD10-2F9F-07E7327C5B6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63D2608-A31D-7A54-48EF-7AF12AD6C224}"/>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6" name="Footer Placeholder 5">
            <a:extLst>
              <a:ext uri="{FF2B5EF4-FFF2-40B4-BE49-F238E27FC236}">
                <a16:creationId xmlns:a16="http://schemas.microsoft.com/office/drawing/2014/main" id="{B0440DAC-8854-A5A1-A4BC-9B6D82AEFD76}"/>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7" name="Slide Number Placeholder 6">
            <a:extLst>
              <a:ext uri="{FF2B5EF4-FFF2-40B4-BE49-F238E27FC236}">
                <a16:creationId xmlns:a16="http://schemas.microsoft.com/office/drawing/2014/main" id="{1440DA59-6D1A-838E-D3AA-CC50418CED9A}"/>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1343903797"/>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FA0725-D84A-9E9F-2230-6DD10891275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D"/>
          </a:p>
        </p:txBody>
      </p:sp>
      <p:sp>
        <p:nvSpPr>
          <p:cNvPr id="3" name="Picture Placeholder 2">
            <a:extLst>
              <a:ext uri="{FF2B5EF4-FFF2-40B4-BE49-F238E27FC236}">
                <a16:creationId xmlns:a16="http://schemas.microsoft.com/office/drawing/2014/main" id="{9A86DF32-8531-E10F-B818-B5FFFCB6839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D"/>
          </a:p>
        </p:txBody>
      </p:sp>
      <p:sp>
        <p:nvSpPr>
          <p:cNvPr id="4" name="Text Placeholder 3">
            <a:extLst>
              <a:ext uri="{FF2B5EF4-FFF2-40B4-BE49-F238E27FC236}">
                <a16:creationId xmlns:a16="http://schemas.microsoft.com/office/drawing/2014/main" id="{FEB0E02A-CAAD-7DE4-5056-79037BEE0DC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6DC89E12-F440-7DC5-0210-C351DE1C40C3}"/>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6" name="Footer Placeholder 5">
            <a:extLst>
              <a:ext uri="{FF2B5EF4-FFF2-40B4-BE49-F238E27FC236}">
                <a16:creationId xmlns:a16="http://schemas.microsoft.com/office/drawing/2014/main" id="{79FE5D37-C04C-AC93-B76D-721BF848DE86}"/>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7" name="Slide Number Placeholder 6">
            <a:extLst>
              <a:ext uri="{FF2B5EF4-FFF2-40B4-BE49-F238E27FC236}">
                <a16:creationId xmlns:a16="http://schemas.microsoft.com/office/drawing/2014/main" id="{A5A88FF6-0F9E-7890-684E-411F9EDA9938}"/>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1532417021"/>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016C10-6C66-FC98-ED72-227359CBD074}"/>
              </a:ext>
            </a:extLst>
          </p:cNvPr>
          <p:cNvSpPr>
            <a:spLocks noGrp="1"/>
          </p:cNvSpPr>
          <p:nvPr>
            <p:ph type="title"/>
          </p:nvPr>
        </p:nvSpPr>
        <p:spPr/>
        <p:txBody>
          <a:bodyPr/>
          <a:lstStyle/>
          <a:p>
            <a:r>
              <a:rPr lang="en-US"/>
              <a:t>Click to edit Master title style</a:t>
            </a:r>
            <a:endParaRPr lang="en-ID"/>
          </a:p>
        </p:txBody>
      </p:sp>
      <p:sp>
        <p:nvSpPr>
          <p:cNvPr id="3" name="Vertical Text Placeholder 2">
            <a:extLst>
              <a:ext uri="{FF2B5EF4-FFF2-40B4-BE49-F238E27FC236}">
                <a16:creationId xmlns:a16="http://schemas.microsoft.com/office/drawing/2014/main" id="{7C4E49A1-AC4D-E378-4DE5-39135B50BA3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a:extLst>
              <a:ext uri="{FF2B5EF4-FFF2-40B4-BE49-F238E27FC236}">
                <a16:creationId xmlns:a16="http://schemas.microsoft.com/office/drawing/2014/main" id="{475A84B6-FDEC-0649-181D-4204E53B9D46}"/>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5" name="Footer Placeholder 4">
            <a:extLst>
              <a:ext uri="{FF2B5EF4-FFF2-40B4-BE49-F238E27FC236}">
                <a16:creationId xmlns:a16="http://schemas.microsoft.com/office/drawing/2014/main" id="{DD90C91B-9E9C-1C65-E2C7-BE13227BA499}"/>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6" name="Slide Number Placeholder 5">
            <a:extLst>
              <a:ext uri="{FF2B5EF4-FFF2-40B4-BE49-F238E27FC236}">
                <a16:creationId xmlns:a16="http://schemas.microsoft.com/office/drawing/2014/main" id="{D499C467-9B79-72F8-7275-36B38A154D14}"/>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748330309"/>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37FC54E8-3522-73AE-FC00-5CC1E26F533D}"/>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D"/>
          </a:p>
        </p:txBody>
      </p:sp>
      <p:sp>
        <p:nvSpPr>
          <p:cNvPr id="3" name="Vertical Text Placeholder 2">
            <a:extLst>
              <a:ext uri="{FF2B5EF4-FFF2-40B4-BE49-F238E27FC236}">
                <a16:creationId xmlns:a16="http://schemas.microsoft.com/office/drawing/2014/main" id="{0AF3863E-3644-E41C-0CEC-541AFC3322D8}"/>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a:extLst>
              <a:ext uri="{FF2B5EF4-FFF2-40B4-BE49-F238E27FC236}">
                <a16:creationId xmlns:a16="http://schemas.microsoft.com/office/drawing/2014/main" id="{4593FE39-F401-288C-7559-0A65605070FF}"/>
              </a:ext>
            </a:extLst>
          </p:cNvPr>
          <p:cNvSpPr>
            <a:spLocks noGrp="1"/>
          </p:cNvSpPr>
          <p:nvPr>
            <p:ph type="dt" sz="half" idx="10"/>
          </p:nvPr>
        </p:nvSpPr>
        <p:spPr>
          <a:xfrm>
            <a:off x="838200" y="6356350"/>
            <a:ext cx="2743200" cy="365125"/>
          </a:xfrm>
          <a:prstGeom prst="rect">
            <a:avLst/>
          </a:prstGeom>
        </p:spPr>
        <p:txBody>
          <a:bodyPr/>
          <a:lstStyle/>
          <a:p>
            <a:fld id="{989066BF-ED9F-45ED-9521-7100EA1C6EE7}" type="datetimeFigureOut">
              <a:rPr lang="en-ID" smtClean="0"/>
              <a:t>04/05/2025</a:t>
            </a:fld>
            <a:endParaRPr lang="en-ID"/>
          </a:p>
        </p:txBody>
      </p:sp>
      <p:sp>
        <p:nvSpPr>
          <p:cNvPr id="5" name="Footer Placeholder 4">
            <a:extLst>
              <a:ext uri="{FF2B5EF4-FFF2-40B4-BE49-F238E27FC236}">
                <a16:creationId xmlns:a16="http://schemas.microsoft.com/office/drawing/2014/main" id="{3DB9E2AA-9B7D-6E44-BEA9-03A3BDE8C9CF}"/>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6" name="Slide Number Placeholder 5">
            <a:extLst>
              <a:ext uri="{FF2B5EF4-FFF2-40B4-BE49-F238E27FC236}">
                <a16:creationId xmlns:a16="http://schemas.microsoft.com/office/drawing/2014/main" id="{0020F9CB-E202-A4DF-D2D1-69F4AE38DD32}"/>
              </a:ext>
            </a:extLst>
          </p:cNvPr>
          <p:cNvSpPr>
            <a:spLocks noGrp="1"/>
          </p:cNvSpPr>
          <p:nvPr>
            <p:ph type="sldNum" sz="quarter" idx="12"/>
          </p:nvPr>
        </p:nvSpPr>
        <p:spPr/>
        <p:txBody>
          <a:bodyPr/>
          <a:lstStyle/>
          <a:p>
            <a:fld id="{9AE46DCC-51DB-417A-A22D-8B99855500CB}" type="slidenum">
              <a:rPr lang="en-ID" smtClean="0"/>
              <a:t>‹#›</a:t>
            </a:fld>
            <a:endParaRPr lang="en-ID"/>
          </a:p>
        </p:txBody>
      </p:sp>
    </p:spTree>
    <p:extLst>
      <p:ext uri="{BB962C8B-B14F-4D97-AF65-F5344CB8AC3E}">
        <p14:creationId xmlns:p14="http://schemas.microsoft.com/office/powerpoint/2010/main" val="4083417424"/>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ACF2DA-C9CA-4C55-ACB6-71469F559DD7}"/>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2D36478-5A48-43E8-8513-F912E216C18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367DA37E-71E4-4762-B8E1-9FB85A9BB5EA}"/>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5" name="Footer Placeholder 4">
            <a:extLst>
              <a:ext uri="{FF2B5EF4-FFF2-40B4-BE49-F238E27FC236}">
                <a16:creationId xmlns:a16="http://schemas.microsoft.com/office/drawing/2014/main" id="{67271042-9746-4D8B-B2CC-3449C581B4F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0EFC622-451D-4687-A32C-69DA1A3C8178}"/>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131225859"/>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FDE422-7B65-4B07-8467-941C1B5CFA8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DAD487D-43DA-4017-BE6F-AC904E811F1B}"/>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3DB866A-B32D-4CA3-BC9C-5A9411195D34}"/>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5" name="Footer Placeholder 4">
            <a:extLst>
              <a:ext uri="{FF2B5EF4-FFF2-40B4-BE49-F238E27FC236}">
                <a16:creationId xmlns:a16="http://schemas.microsoft.com/office/drawing/2014/main" id="{4E493836-DF2D-494E-9787-9C9ADBC6226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D7A8DFE-57A9-44E4-9D8C-DBECC1505B1B}"/>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115786577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372058-910B-45F2-BDC8-E59D6B028AB7}"/>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3D525F5E-0094-41B8-9A0E-14F69A374FBF}"/>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4B639685-8DC5-4D10-BF75-B9B2F930E67F}"/>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5" name="Footer Placeholder 4">
            <a:extLst>
              <a:ext uri="{FF2B5EF4-FFF2-40B4-BE49-F238E27FC236}">
                <a16:creationId xmlns:a16="http://schemas.microsoft.com/office/drawing/2014/main" id="{1E2C1439-70FB-40DA-9ABE-DF8F7585F62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C091808-974C-4760-8868-3FDE1C77BDA1}"/>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3509654874"/>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9FE1A8-98AC-4941-9DAC-B3ADF37C168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8FEEC73-F551-42C2-9466-AD6D80A44ADF}"/>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3863CF98-85A6-4D9D-89E3-FE1021FFAB94}"/>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673FA5B6-4C81-4879-85FE-C1B89523C94A}"/>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6" name="Footer Placeholder 5">
            <a:extLst>
              <a:ext uri="{FF2B5EF4-FFF2-40B4-BE49-F238E27FC236}">
                <a16:creationId xmlns:a16="http://schemas.microsoft.com/office/drawing/2014/main" id="{CF671A07-5149-4829-922B-702AED9DA7A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709040F6-A7A5-4561-BBB5-5BD055DD3D21}"/>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1041238847"/>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13AB1A-E05A-4D9E-9BAA-3DE1CF7EDDFB}"/>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00D5DF1-0D69-41E5-970E-7E2EDF5F864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7FA52284-D73E-47F3-9F58-B3033EC2C322}"/>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DCF48FBA-A16B-4767-80D4-1C45CFB24EF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F130FBB4-FBE4-40BB-B7B5-24B7CF2E917E}"/>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FC9F4CA4-1698-46E7-85DA-A48494F2E1D9}"/>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8" name="Footer Placeholder 7">
            <a:extLst>
              <a:ext uri="{FF2B5EF4-FFF2-40B4-BE49-F238E27FC236}">
                <a16:creationId xmlns:a16="http://schemas.microsoft.com/office/drawing/2014/main" id="{C39344A9-5216-4905-B263-14020C384CA4}"/>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1FBAE42F-164A-4E2D-ADF2-F2C06D178BCE}"/>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3016372357"/>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DE03A8-F60A-4C23-9B49-2C706B85EB7B}"/>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72B03202-E60A-4AFF-8D9B-8DB027461817}"/>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4" name="Footer Placeholder 3">
            <a:extLst>
              <a:ext uri="{FF2B5EF4-FFF2-40B4-BE49-F238E27FC236}">
                <a16:creationId xmlns:a16="http://schemas.microsoft.com/office/drawing/2014/main" id="{1BDBBAE7-B31D-44FA-9559-4C0A1037F786}"/>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C8B90D49-8CA3-4F9E-B7B9-4CA172DDC924}"/>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1581831406"/>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CC96D76-4527-4BC7-B2D3-EC175B9D5D99}"/>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3" name="Footer Placeholder 2">
            <a:extLst>
              <a:ext uri="{FF2B5EF4-FFF2-40B4-BE49-F238E27FC236}">
                <a16:creationId xmlns:a16="http://schemas.microsoft.com/office/drawing/2014/main" id="{BF6C8BE1-1538-40B9-9CC4-C5D23F0A7B2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9604DEB8-C2FF-4128-9BEE-5D232B3128EE}"/>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101105773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9A6240-EE2A-45DF-8B1C-3CE0CE52F77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7782615-8905-4D28-ABBF-3E583E1928E7}"/>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AB470A89-586F-498A-8706-1DFD0322168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3F500CBE-74FE-4CC3-85BB-0213BDDAEFEF}"/>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6" name="Footer Placeholder 5">
            <a:extLst>
              <a:ext uri="{FF2B5EF4-FFF2-40B4-BE49-F238E27FC236}">
                <a16:creationId xmlns:a16="http://schemas.microsoft.com/office/drawing/2014/main" id="{4C4EF65B-452B-4751-AA93-6E77621D4F7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AB0E957-C943-4A68-8999-8247171E2047}"/>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1861059400"/>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3B6160-D30F-4AF9-A362-808C84F6C4E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B18EC81-AC9B-4D75-8E44-ABE8A9C0ED43}"/>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413FDE88-D2BE-4770-B911-D6CF09672C7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ABE38891-F21D-4963-BC17-A747397E81A3}"/>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6" name="Footer Placeholder 5">
            <a:extLst>
              <a:ext uri="{FF2B5EF4-FFF2-40B4-BE49-F238E27FC236}">
                <a16:creationId xmlns:a16="http://schemas.microsoft.com/office/drawing/2014/main" id="{1B2CF01D-C340-4ADD-B2D6-5D68C278E4E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C1EE44DB-0542-4218-900A-A3C52D7D4496}"/>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3130088280"/>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D6C2AA-61AF-4159-B042-82C0FE7210CA}"/>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65ABB68D-3370-4CE7-A950-E03E2359CC54}"/>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BD66345-CB34-4D90-9404-15C5749AB86A}"/>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5" name="Footer Placeholder 4">
            <a:extLst>
              <a:ext uri="{FF2B5EF4-FFF2-40B4-BE49-F238E27FC236}">
                <a16:creationId xmlns:a16="http://schemas.microsoft.com/office/drawing/2014/main" id="{E3F1154C-BE5A-4600-9CA0-37E29E7CE39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494D82C-8812-48EA-8A2E-69FFF7BE8CA1}"/>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1923242020"/>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99931EA5-67E4-4142-BBC3-D590FF14F024}"/>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9685441A-61E6-48F1-8D3A-B9F3DA9873BA}"/>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8CC0DF2-3B53-4DCA-9EF2-45B20EC191BE}"/>
              </a:ext>
            </a:extLst>
          </p:cNvPr>
          <p:cNvSpPr>
            <a:spLocks noGrp="1"/>
          </p:cNvSpPr>
          <p:nvPr>
            <p:ph type="dt" sz="half" idx="10"/>
          </p:nvPr>
        </p:nvSpPr>
        <p:spPr/>
        <p:txBody>
          <a:bodyPr/>
          <a:lstStyle/>
          <a:p>
            <a:fld id="{60B399E3-31DF-49D3-B858-F8F109171C56}" type="datetimeFigureOut">
              <a:rPr lang="en-US" smtClean="0"/>
              <a:t>5/4/2025</a:t>
            </a:fld>
            <a:endParaRPr lang="en-US"/>
          </a:p>
        </p:txBody>
      </p:sp>
      <p:sp>
        <p:nvSpPr>
          <p:cNvPr id="5" name="Footer Placeholder 4">
            <a:extLst>
              <a:ext uri="{FF2B5EF4-FFF2-40B4-BE49-F238E27FC236}">
                <a16:creationId xmlns:a16="http://schemas.microsoft.com/office/drawing/2014/main" id="{D619BFFB-0B08-4BDA-A456-E9E66201E8D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1622C74-A7E3-412A-9879-81F2D78988DD}"/>
              </a:ext>
            </a:extLst>
          </p:cNvPr>
          <p:cNvSpPr>
            <a:spLocks noGrp="1"/>
          </p:cNvSpPr>
          <p:nvPr>
            <p:ph type="sldNum" sz="quarter" idx="12"/>
          </p:nvPr>
        </p:nvSpPr>
        <p:spPr/>
        <p:txBody>
          <a:bodyPr/>
          <a:lstStyle/>
          <a:p>
            <a:fld id="{A794E2DD-4F38-4D2A-97E5-5D7467AA1DEC}" type="slidenum">
              <a:rPr lang="en-US" smtClean="0"/>
              <a:t>‹#›</a:t>
            </a:fld>
            <a:endParaRPr lang="en-US"/>
          </a:p>
        </p:txBody>
      </p:sp>
    </p:spTree>
    <p:extLst>
      <p:ext uri="{BB962C8B-B14F-4D97-AF65-F5344CB8AC3E}">
        <p14:creationId xmlns:p14="http://schemas.microsoft.com/office/powerpoint/2010/main" val="512170219"/>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53224B-FA27-4BCB-A26A-ADE45C59C041}"/>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17DBA7C3-DC9D-406C-B076-C0EF547FDA4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CFF5F6D-871C-4205-8D1F-4A75D2E3C6A1}"/>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5" name="Footer Placeholder 4">
            <a:extLst>
              <a:ext uri="{FF2B5EF4-FFF2-40B4-BE49-F238E27FC236}">
                <a16:creationId xmlns:a16="http://schemas.microsoft.com/office/drawing/2014/main" id="{7C2F35F7-EF06-45F2-B57F-6F048A3C79D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4CB1CA4-B90D-4E32-901D-48FA8E2D7730}"/>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558481672"/>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C41EE9-276F-4ECC-914F-3840024B4CF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5E04F50-AF49-4C03-830B-419E956A6214}"/>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9DB5F91-1B6D-440D-B9E1-29FB3BD1D267}"/>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5" name="Footer Placeholder 4">
            <a:extLst>
              <a:ext uri="{FF2B5EF4-FFF2-40B4-BE49-F238E27FC236}">
                <a16:creationId xmlns:a16="http://schemas.microsoft.com/office/drawing/2014/main" id="{6FC2A01E-DFDC-45CD-8C59-1ACC09CF8DF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53775F8-5AC9-4483-BDAA-960FCE9DDBA4}"/>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238206659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9A3CE1-F66E-4EFB-A061-3D89731B7993}"/>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DA9AA2FD-0BB0-48E3-961D-415CA7A194DB}"/>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76B03049-6C69-4CEC-82C8-8B99C16659B8}"/>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5" name="Footer Placeholder 4">
            <a:extLst>
              <a:ext uri="{FF2B5EF4-FFF2-40B4-BE49-F238E27FC236}">
                <a16:creationId xmlns:a16="http://schemas.microsoft.com/office/drawing/2014/main" id="{CC80A7B9-7A8C-4781-8527-07CB306F611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027E066-AC32-4EBF-8C62-9F9C88D14B99}"/>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3392713061"/>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3E6EC4-6F49-4C22-9574-222E2B6DC9A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A663788F-73D7-4BA8-A517-673D68DE4C43}"/>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63F83F72-07E8-4522-BCD6-190E86E83B1E}"/>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B6B5A81-3252-41EF-8E89-7F2F734C12DA}"/>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6" name="Footer Placeholder 5">
            <a:extLst>
              <a:ext uri="{FF2B5EF4-FFF2-40B4-BE49-F238E27FC236}">
                <a16:creationId xmlns:a16="http://schemas.microsoft.com/office/drawing/2014/main" id="{0004087F-4B5D-4BCC-A8B7-6AD823B20EBE}"/>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6E8DD92-971F-4EBE-82A7-ABE3B785D3C7}"/>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597492310"/>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A4EDE5-DAA6-4AB4-ADAE-D4B0864AB48B}"/>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63DDC08B-144E-41B1-B2E2-DD0D97F62755}"/>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7A881F46-A6AB-4DE4-830D-D42782E07CF5}"/>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FF572667-A2FE-4E9B-B0C0-1AB4FD8C0C8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570A267E-14B3-415C-9BD0-93A240086552}"/>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3E7AB91A-F6A2-4D2C-803D-2B96DE11F80D}"/>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8" name="Footer Placeholder 7">
            <a:extLst>
              <a:ext uri="{FF2B5EF4-FFF2-40B4-BE49-F238E27FC236}">
                <a16:creationId xmlns:a16="http://schemas.microsoft.com/office/drawing/2014/main" id="{34F20F70-97D6-4A4B-83E9-F2DE6EA48368}"/>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123A4884-361A-4BDD-A109-580661DCFF1E}"/>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2738975461"/>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E1796A-C94D-40D6-A532-B5030D21505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8619960D-4FE0-44C2-8E79-EA02757B0EA4}"/>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4" name="Footer Placeholder 3">
            <a:extLst>
              <a:ext uri="{FF2B5EF4-FFF2-40B4-BE49-F238E27FC236}">
                <a16:creationId xmlns:a16="http://schemas.microsoft.com/office/drawing/2014/main" id="{0BBC9FF4-BA2A-4F83-91EC-84FCCC9BB6F8}"/>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CF2A5C75-66DE-4C60-955C-C799276F26EF}"/>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328564996"/>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FF05E97-12E7-4C3D-9AA5-EBFC65702759}"/>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3" name="Footer Placeholder 2">
            <a:extLst>
              <a:ext uri="{FF2B5EF4-FFF2-40B4-BE49-F238E27FC236}">
                <a16:creationId xmlns:a16="http://schemas.microsoft.com/office/drawing/2014/main" id="{9525EBE5-1AF8-4A20-85BC-AF6314939B6C}"/>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8EC7D4C-E75D-4022-B23A-8EED484F99ED}"/>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576941445"/>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8053C1-7859-4B7B-83ED-CBE53339202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2F25BBE-A5F4-4139-A1E2-128DFC9C347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5A9AD82-97A1-4C12-A331-06D9FEEB182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2DF93360-E200-4472-A28E-20B749438AF8}"/>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6" name="Footer Placeholder 5">
            <a:extLst>
              <a:ext uri="{FF2B5EF4-FFF2-40B4-BE49-F238E27FC236}">
                <a16:creationId xmlns:a16="http://schemas.microsoft.com/office/drawing/2014/main" id="{E34B9387-B863-4CDD-922B-D6EC8215C9B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331533D-ACE7-4A22-9109-6B53A4D1C03C}"/>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722750310"/>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AA90AC-FB79-4573-A675-21B5F35C8CF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33B17C0-8AEC-4F51-9EB0-3F1F9FA2C27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CF8F1576-9819-4AE5-8F60-6A3A3901E49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9BBA9B03-8235-4947-B1E9-22457F9BCA39}"/>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6" name="Footer Placeholder 5">
            <a:extLst>
              <a:ext uri="{FF2B5EF4-FFF2-40B4-BE49-F238E27FC236}">
                <a16:creationId xmlns:a16="http://schemas.microsoft.com/office/drawing/2014/main" id="{CE303FB9-4F6E-42F4-9E0B-6A259DC6A9E1}"/>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B5571CE-F3BA-4B47-8232-C128D36D75B3}"/>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412871947"/>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EAE9B3-7C95-489C-8A32-221322090B97}"/>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3B18C582-CFBA-44E8-9DEF-3BDBC6D3008D}"/>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CFB17DE-6261-4E66-A4A9-D0E7D9D9378E}"/>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5" name="Footer Placeholder 4">
            <a:extLst>
              <a:ext uri="{FF2B5EF4-FFF2-40B4-BE49-F238E27FC236}">
                <a16:creationId xmlns:a16="http://schemas.microsoft.com/office/drawing/2014/main" id="{F7EC2ACC-BCE2-4B89-8021-528A0E04B6A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160424C-3425-45D1-A35B-4196E56F1758}"/>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3469328242"/>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B6D84659-4BF3-4C22-A102-68D558736B3D}"/>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05D7050F-96F2-4453-A76B-BDA3FE83001D}"/>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9BE29D8-7726-4466-ABEB-1288F7FE44F4}"/>
              </a:ext>
            </a:extLst>
          </p:cNvPr>
          <p:cNvSpPr>
            <a:spLocks noGrp="1"/>
          </p:cNvSpPr>
          <p:nvPr>
            <p:ph type="dt" sz="half" idx="10"/>
          </p:nvPr>
        </p:nvSpPr>
        <p:spPr/>
        <p:txBody>
          <a:bodyPr/>
          <a:lstStyle/>
          <a:p>
            <a:fld id="{6FC24056-FCF2-42B5-B363-49EAD26F8DCA}" type="datetimeFigureOut">
              <a:rPr lang="en-US" smtClean="0"/>
              <a:t>5/4/2025</a:t>
            </a:fld>
            <a:endParaRPr lang="en-US"/>
          </a:p>
        </p:txBody>
      </p:sp>
      <p:sp>
        <p:nvSpPr>
          <p:cNvPr id="5" name="Footer Placeholder 4">
            <a:extLst>
              <a:ext uri="{FF2B5EF4-FFF2-40B4-BE49-F238E27FC236}">
                <a16:creationId xmlns:a16="http://schemas.microsoft.com/office/drawing/2014/main" id="{DD361D5F-5CAC-4BC5-B5B2-E67EE06CA28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1C49DB4-AB6D-490B-97D2-DCC788148D54}"/>
              </a:ext>
            </a:extLst>
          </p:cNvPr>
          <p:cNvSpPr>
            <a:spLocks noGrp="1"/>
          </p:cNvSpPr>
          <p:nvPr>
            <p:ph type="sldNum" sz="quarter" idx="12"/>
          </p:nvPr>
        </p:nvSpPr>
        <p:spPr/>
        <p:txBody>
          <a:bodyPr/>
          <a:lstStyle/>
          <a:p>
            <a:fld id="{8104C915-17D6-486A-86EC-048CBE10C825}" type="slidenum">
              <a:rPr lang="en-US" smtClean="0"/>
              <a:t>‹#›</a:t>
            </a:fld>
            <a:endParaRPr lang="en-US"/>
          </a:p>
        </p:txBody>
      </p:sp>
    </p:spTree>
    <p:extLst>
      <p:ext uri="{BB962C8B-B14F-4D97-AF65-F5344CB8AC3E}">
        <p14:creationId xmlns:p14="http://schemas.microsoft.com/office/powerpoint/2010/main" val="492656672"/>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D35C83-A4B7-4A94-B844-32156BEDE3C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2741B78E-734A-4824-BF7A-60B17932E510}"/>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5FC1ABCC-BA9D-40C3-9143-5EF6FE9E4ED8}"/>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5" name="Footer Placeholder 4">
            <a:extLst>
              <a:ext uri="{FF2B5EF4-FFF2-40B4-BE49-F238E27FC236}">
                <a16:creationId xmlns:a16="http://schemas.microsoft.com/office/drawing/2014/main" id="{FCD9E748-857C-437C-9D3B-A48722597D8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DA0E15F-DFD8-4620-841D-124041B0D848}"/>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3368016026"/>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6303FC-A7E5-48DD-BBB9-CC6FE113448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42AAD8A-D955-460A-B281-ACEA3D23EC83}"/>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2FF4C3C-59BF-4D8D-BF75-9946255DFEE9}"/>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5" name="Footer Placeholder 4">
            <a:extLst>
              <a:ext uri="{FF2B5EF4-FFF2-40B4-BE49-F238E27FC236}">
                <a16:creationId xmlns:a16="http://schemas.microsoft.com/office/drawing/2014/main" id="{27904597-040A-47E1-971B-E28027BA71E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7EBCB4F-ABA1-45AF-9F15-9D990F08E0BB}"/>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455530683"/>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015FB1-4927-466B-8AC6-1817BA9A3B0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4DD53F9E-A217-4DC9-91AE-C316D26BB335}"/>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EDE70176-6356-494C-B006-20A5D7AF2A0F}"/>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5" name="Footer Placeholder 4">
            <a:extLst>
              <a:ext uri="{FF2B5EF4-FFF2-40B4-BE49-F238E27FC236}">
                <a16:creationId xmlns:a16="http://schemas.microsoft.com/office/drawing/2014/main" id="{55E251CF-BDB4-47B6-9F58-A0DEE8F4B7F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D810849-EC49-48D3-8E55-263CCF2B2B61}"/>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435644157"/>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26A1E7-EA08-4A60-8C71-4C7886EEC770}"/>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7E327586-EC51-4E5F-940D-BE9C1291DBBB}"/>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2ABFDF8C-92CE-4478-8FA1-2443BE16DCFD}"/>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9143360D-06D2-426D-B2D4-6DBC3D2B4AAD}"/>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6" name="Footer Placeholder 5">
            <a:extLst>
              <a:ext uri="{FF2B5EF4-FFF2-40B4-BE49-F238E27FC236}">
                <a16:creationId xmlns:a16="http://schemas.microsoft.com/office/drawing/2014/main" id="{32ED213B-5C28-4229-B1EE-1BA4D7A32E3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F7436AF-3F63-4231-BC72-F4FE555519E1}"/>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2649882781"/>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82CFB3-04EF-4295-8ECD-CE0FDFF4EC75}"/>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E906A6EE-DEE7-4CD1-BBED-E3EF6845117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F2F797AB-C2DD-4EFE-8EFE-B468C8FE1F61}"/>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E08C013A-0933-4A9D-89C2-7F196C8743F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1ED859C0-8142-43A8-9C15-C5D6A2E6DFD9}"/>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2939FFC0-0C44-498E-AC48-C3DB5A44FCBE}"/>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8" name="Footer Placeholder 7">
            <a:extLst>
              <a:ext uri="{FF2B5EF4-FFF2-40B4-BE49-F238E27FC236}">
                <a16:creationId xmlns:a16="http://schemas.microsoft.com/office/drawing/2014/main" id="{8201C689-527E-4EA2-9F18-0BDAE47B248D}"/>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7DB963AC-97B2-45C1-85A0-62C47120FD10}"/>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296298101"/>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5E4AAB-4F74-4362-A104-9181AF68A0ED}"/>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AC8C606D-B4CB-4CCC-AAC8-5BD7BA908444}"/>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4" name="Footer Placeholder 3">
            <a:extLst>
              <a:ext uri="{FF2B5EF4-FFF2-40B4-BE49-F238E27FC236}">
                <a16:creationId xmlns:a16="http://schemas.microsoft.com/office/drawing/2014/main" id="{1942C71C-C4FF-48FF-9159-C982D37455F8}"/>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920BBD44-4B55-4902-AC63-E43074A86EC2}"/>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741825946"/>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8B88991-552A-4DC1-9DF0-061FFAB26057}"/>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3" name="Footer Placeholder 2">
            <a:extLst>
              <a:ext uri="{FF2B5EF4-FFF2-40B4-BE49-F238E27FC236}">
                <a16:creationId xmlns:a16="http://schemas.microsoft.com/office/drawing/2014/main" id="{95394343-E6B8-452A-BC4F-E034B8F4E565}"/>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273B0FFB-3DA0-46C4-B922-328153DDA95C}"/>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1823857801"/>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E29154-F38E-43B1-A4D4-75F64FB8C849}"/>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50C1EB93-C342-47C5-80C3-9CBA0CB74735}"/>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673ACB1E-DE51-4CBB-9A36-213262E8307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9A909B42-4805-45A5-A53C-C9C6E9608FA4}"/>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6" name="Footer Placeholder 5">
            <a:extLst>
              <a:ext uri="{FF2B5EF4-FFF2-40B4-BE49-F238E27FC236}">
                <a16:creationId xmlns:a16="http://schemas.microsoft.com/office/drawing/2014/main" id="{5D8771B9-651C-4C1E-8B2D-C5BE8DA571BC}"/>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76A1F1C-CFF6-4132-9464-5D63A9062448}"/>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836370045"/>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2CE7BE-1D09-4AC1-A32E-B1BE5728917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ED2BE75B-8AA3-4266-BB60-750DEDA6746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D6A73F9D-BE20-4CCD-BD59-6B72668C86D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0659B3EC-83CC-4CD1-B6B4-AA400CB9031A}"/>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6" name="Footer Placeholder 5">
            <a:extLst>
              <a:ext uri="{FF2B5EF4-FFF2-40B4-BE49-F238E27FC236}">
                <a16:creationId xmlns:a16="http://schemas.microsoft.com/office/drawing/2014/main" id="{ACB53B68-8FFF-4BC7-A5CC-32B752EDE51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37F2EA49-C7AF-4135-9636-17DE584861D0}"/>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3932276291"/>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358E94-4C5D-4AB2-AD12-DA0D08251454}"/>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2320575C-32C2-46CB-AE73-7ECAF25FED9A}"/>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7066AF9-0508-4140-A987-580B38056081}"/>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5" name="Footer Placeholder 4">
            <a:extLst>
              <a:ext uri="{FF2B5EF4-FFF2-40B4-BE49-F238E27FC236}">
                <a16:creationId xmlns:a16="http://schemas.microsoft.com/office/drawing/2014/main" id="{6BF9B7E3-C623-42F7-ACB2-151ED114831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464083C-98B8-48B9-99AB-633C1127BFA9}"/>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3662952799"/>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0A46BD0-B5A0-4B51-932D-38F2C0C546B6}"/>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1479C27E-7B49-4197-B9FC-6CD17ADC06C2}"/>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31F8CB7-9C84-48C1-9CBF-B337183446FE}"/>
              </a:ext>
            </a:extLst>
          </p:cNvPr>
          <p:cNvSpPr>
            <a:spLocks noGrp="1"/>
          </p:cNvSpPr>
          <p:nvPr>
            <p:ph type="dt" sz="half" idx="10"/>
          </p:nvPr>
        </p:nvSpPr>
        <p:spPr/>
        <p:txBody>
          <a:bodyPr/>
          <a:lstStyle/>
          <a:p>
            <a:fld id="{64D04C58-FA62-45F4-A96E-40C49D52AEA5}" type="datetimeFigureOut">
              <a:rPr lang="en-US" smtClean="0"/>
              <a:t>5/4/2025</a:t>
            </a:fld>
            <a:endParaRPr lang="en-US"/>
          </a:p>
        </p:txBody>
      </p:sp>
      <p:sp>
        <p:nvSpPr>
          <p:cNvPr id="5" name="Footer Placeholder 4">
            <a:extLst>
              <a:ext uri="{FF2B5EF4-FFF2-40B4-BE49-F238E27FC236}">
                <a16:creationId xmlns:a16="http://schemas.microsoft.com/office/drawing/2014/main" id="{2B6BB1B6-D4BB-453D-963B-CA5077A90D0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8EBD65A-3ABF-48ED-88FD-8BE70A912721}"/>
              </a:ext>
            </a:extLst>
          </p:cNvPr>
          <p:cNvSpPr>
            <a:spLocks noGrp="1"/>
          </p:cNvSpPr>
          <p:nvPr>
            <p:ph type="sldNum" sz="quarter" idx="12"/>
          </p:nvPr>
        </p:nvSpPr>
        <p:spPr/>
        <p:txBody>
          <a:bodyPr/>
          <a:lstStyle/>
          <a:p>
            <a:fld id="{57419944-944D-4CCD-B088-42500AB2AC95}" type="slidenum">
              <a:rPr lang="en-US" smtClean="0"/>
              <a:t>‹#›</a:t>
            </a:fld>
            <a:endParaRPr lang="en-US"/>
          </a:p>
        </p:txBody>
      </p:sp>
    </p:spTree>
    <p:extLst>
      <p:ext uri="{BB962C8B-B14F-4D97-AF65-F5344CB8AC3E}">
        <p14:creationId xmlns:p14="http://schemas.microsoft.com/office/powerpoint/2010/main" val="948946422"/>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950967" y="1196067"/>
            <a:ext cx="8868800" cy="2082800"/>
          </a:xfrm>
          <a:prstGeom prst="rect">
            <a:avLst/>
          </a:prstGeom>
          <a:noFill/>
        </p:spPr>
        <p:txBody>
          <a:bodyPr spcFirstLastPara="1" wrap="square" lIns="91425" tIns="91425" rIns="91425" bIns="91425" anchor="t" anchorCtr="0">
            <a:noAutofit/>
          </a:bodyPr>
          <a:lstStyle>
            <a:lvl1pPr lvl="0">
              <a:spcBef>
                <a:spcPts val="0"/>
              </a:spcBef>
              <a:spcAft>
                <a:spcPts val="0"/>
              </a:spcAft>
              <a:buClr>
                <a:srgbClr val="191919"/>
              </a:buClr>
              <a:buSzPts val="5200"/>
              <a:buNone/>
              <a:defRPr sz="6667"/>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10" name="Google Shape;10;p2"/>
          <p:cNvSpPr txBox="1">
            <a:spLocks noGrp="1"/>
          </p:cNvSpPr>
          <p:nvPr>
            <p:ph type="subTitle" idx="1"/>
          </p:nvPr>
        </p:nvSpPr>
        <p:spPr>
          <a:xfrm>
            <a:off x="1111099" y="5209267"/>
            <a:ext cx="8087200" cy="552800"/>
          </a:xfrm>
          <a:prstGeom prst="rect">
            <a:avLst/>
          </a:prstGeom>
          <a:noFill/>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867">
                <a:solidFill>
                  <a:schemeClr val="dk1"/>
                </a:solidFill>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628387756"/>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6477433" y="2598033"/>
            <a:ext cx="5225200" cy="25924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5333"/>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title" idx="2" hasCustomPrompt="1"/>
          </p:nvPr>
        </p:nvSpPr>
        <p:spPr>
          <a:xfrm>
            <a:off x="6617912" y="1233151"/>
            <a:ext cx="1272000" cy="1272000"/>
          </a:xfrm>
          <a:prstGeom prst="rect">
            <a:avLst/>
          </a:prstGeom>
          <a:solidFill>
            <a:schemeClr val="dk1"/>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667">
                <a:solidFill>
                  <a:schemeClr val="lt1"/>
                </a:solidFill>
              </a:defRPr>
            </a:lvl1pPr>
            <a:lvl2pPr lvl="1" algn="ctr" rtl="0">
              <a:spcBef>
                <a:spcPts val="0"/>
              </a:spcBef>
              <a:spcAft>
                <a:spcPts val="0"/>
              </a:spcAft>
              <a:buClr>
                <a:schemeClr val="lt1"/>
              </a:buClr>
              <a:buSzPts val="6000"/>
              <a:buNone/>
              <a:defRPr sz="8000">
                <a:solidFill>
                  <a:schemeClr val="lt1"/>
                </a:solidFill>
              </a:defRPr>
            </a:lvl2pPr>
            <a:lvl3pPr lvl="2" algn="ctr" rtl="0">
              <a:spcBef>
                <a:spcPts val="0"/>
              </a:spcBef>
              <a:spcAft>
                <a:spcPts val="0"/>
              </a:spcAft>
              <a:buClr>
                <a:schemeClr val="lt1"/>
              </a:buClr>
              <a:buSzPts val="6000"/>
              <a:buNone/>
              <a:defRPr sz="8000">
                <a:solidFill>
                  <a:schemeClr val="lt1"/>
                </a:solidFill>
              </a:defRPr>
            </a:lvl3pPr>
            <a:lvl4pPr lvl="3" algn="ctr" rtl="0">
              <a:spcBef>
                <a:spcPts val="0"/>
              </a:spcBef>
              <a:spcAft>
                <a:spcPts val="0"/>
              </a:spcAft>
              <a:buClr>
                <a:schemeClr val="lt1"/>
              </a:buClr>
              <a:buSzPts val="6000"/>
              <a:buNone/>
              <a:defRPr sz="8000">
                <a:solidFill>
                  <a:schemeClr val="lt1"/>
                </a:solidFill>
              </a:defRPr>
            </a:lvl4pPr>
            <a:lvl5pPr lvl="4" algn="ctr" rtl="0">
              <a:spcBef>
                <a:spcPts val="0"/>
              </a:spcBef>
              <a:spcAft>
                <a:spcPts val="0"/>
              </a:spcAft>
              <a:buClr>
                <a:schemeClr val="lt1"/>
              </a:buClr>
              <a:buSzPts val="6000"/>
              <a:buNone/>
              <a:defRPr sz="8000">
                <a:solidFill>
                  <a:schemeClr val="lt1"/>
                </a:solidFill>
              </a:defRPr>
            </a:lvl5pPr>
            <a:lvl6pPr lvl="5" algn="ctr" rtl="0">
              <a:spcBef>
                <a:spcPts val="0"/>
              </a:spcBef>
              <a:spcAft>
                <a:spcPts val="0"/>
              </a:spcAft>
              <a:buClr>
                <a:schemeClr val="lt1"/>
              </a:buClr>
              <a:buSzPts val="6000"/>
              <a:buNone/>
              <a:defRPr sz="8000">
                <a:solidFill>
                  <a:schemeClr val="lt1"/>
                </a:solidFill>
              </a:defRPr>
            </a:lvl6pPr>
            <a:lvl7pPr lvl="6" algn="ctr" rtl="0">
              <a:spcBef>
                <a:spcPts val="0"/>
              </a:spcBef>
              <a:spcAft>
                <a:spcPts val="0"/>
              </a:spcAft>
              <a:buClr>
                <a:schemeClr val="lt1"/>
              </a:buClr>
              <a:buSzPts val="6000"/>
              <a:buNone/>
              <a:defRPr sz="8000">
                <a:solidFill>
                  <a:schemeClr val="lt1"/>
                </a:solidFill>
              </a:defRPr>
            </a:lvl7pPr>
            <a:lvl8pPr lvl="7" algn="ctr" rtl="0">
              <a:spcBef>
                <a:spcPts val="0"/>
              </a:spcBef>
              <a:spcAft>
                <a:spcPts val="0"/>
              </a:spcAft>
              <a:buClr>
                <a:schemeClr val="lt1"/>
              </a:buClr>
              <a:buSzPts val="6000"/>
              <a:buNone/>
              <a:defRPr sz="8000">
                <a:solidFill>
                  <a:schemeClr val="lt1"/>
                </a:solidFill>
              </a:defRPr>
            </a:lvl8pPr>
            <a:lvl9pPr lvl="8" algn="ctr" rtl="0">
              <a:spcBef>
                <a:spcPts val="0"/>
              </a:spcBef>
              <a:spcAft>
                <a:spcPts val="0"/>
              </a:spcAft>
              <a:buClr>
                <a:schemeClr val="lt1"/>
              </a:buClr>
              <a:buSzPts val="6000"/>
              <a:buNone/>
              <a:defRPr sz="8000">
                <a:solidFill>
                  <a:schemeClr val="lt1"/>
                </a:solidFill>
              </a:defRPr>
            </a:lvl9pPr>
          </a:lstStyle>
          <a:p>
            <a:r>
              <a:t>xx%</a:t>
            </a:r>
          </a:p>
        </p:txBody>
      </p:sp>
      <p:sp>
        <p:nvSpPr>
          <p:cNvPr id="14" name="Google Shape;14;p3"/>
          <p:cNvSpPr>
            <a:spLocks noGrp="1"/>
          </p:cNvSpPr>
          <p:nvPr>
            <p:ph type="pic" idx="3"/>
          </p:nvPr>
        </p:nvSpPr>
        <p:spPr>
          <a:xfrm>
            <a:off x="1763117" y="719333"/>
            <a:ext cx="3680800" cy="5419200"/>
          </a:xfrm>
          <a:prstGeom prst="rect">
            <a:avLst/>
          </a:prstGeom>
          <a:noFill/>
          <a:ln>
            <a:noFill/>
          </a:ln>
        </p:spPr>
      </p:sp>
      <p:grpSp>
        <p:nvGrpSpPr>
          <p:cNvPr id="15" name="Google Shape;15;p3"/>
          <p:cNvGrpSpPr/>
          <p:nvPr/>
        </p:nvGrpSpPr>
        <p:grpSpPr>
          <a:xfrm>
            <a:off x="446" y="2867"/>
            <a:ext cx="951067" cy="6852300"/>
            <a:chOff x="7468800" y="0"/>
            <a:chExt cx="1675200" cy="5139225"/>
          </a:xfrm>
        </p:grpSpPr>
        <p:sp>
          <p:nvSpPr>
            <p:cNvPr id="16" name="Google Shape;16;p3"/>
            <p:cNvSpPr/>
            <p:nvPr/>
          </p:nvSpPr>
          <p:spPr>
            <a:xfrm>
              <a:off x="7468800" y="3464996"/>
              <a:ext cx="1675200" cy="816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7" name="Google Shape;17;p3"/>
            <p:cNvSpPr/>
            <p:nvPr/>
          </p:nvSpPr>
          <p:spPr>
            <a:xfrm>
              <a:off x="7468800" y="4282125"/>
              <a:ext cx="16752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8" name="Google Shape;18;p3"/>
            <p:cNvSpPr/>
            <p:nvPr/>
          </p:nvSpPr>
          <p:spPr>
            <a:xfrm>
              <a:off x="7468800" y="2487375"/>
              <a:ext cx="1675200" cy="1605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9" name="Google Shape;19;p3"/>
            <p:cNvSpPr/>
            <p:nvPr/>
          </p:nvSpPr>
          <p:spPr>
            <a:xfrm>
              <a:off x="7468800" y="2647875"/>
              <a:ext cx="1675200" cy="8169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0" name="Google Shape;20;p3"/>
            <p:cNvSpPr/>
            <p:nvPr/>
          </p:nvSpPr>
          <p:spPr>
            <a:xfrm rot="10800000" flipH="1">
              <a:off x="7468800" y="857329"/>
              <a:ext cx="1675200" cy="816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1" name="Google Shape;21;p3"/>
            <p:cNvSpPr/>
            <p:nvPr/>
          </p:nvSpPr>
          <p:spPr>
            <a:xfrm rot="10800000" flipH="1">
              <a:off x="7468800" y="0"/>
              <a:ext cx="16752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2" name="Google Shape;22;p3"/>
            <p:cNvSpPr/>
            <p:nvPr/>
          </p:nvSpPr>
          <p:spPr>
            <a:xfrm rot="10800000" flipH="1">
              <a:off x="7468800" y="1674450"/>
              <a:ext cx="1675200" cy="8169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Tree>
    <p:extLst>
      <p:ext uri="{BB962C8B-B14F-4D97-AF65-F5344CB8AC3E}">
        <p14:creationId xmlns:p14="http://schemas.microsoft.com/office/powerpoint/2010/main" val="628732600"/>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23"/>
        <p:cNvGrpSpPr/>
        <p:nvPr/>
      </p:nvGrpSpPr>
      <p:grpSpPr>
        <a:xfrm>
          <a:off x="0" y="0"/>
          <a:ext cx="0" cy="0"/>
          <a:chOff x="0" y="0"/>
          <a:chExt cx="0" cy="0"/>
        </a:xfrm>
      </p:grpSpPr>
      <p:sp>
        <p:nvSpPr>
          <p:cNvPr id="24" name="Google Shape;24;p4"/>
          <p:cNvSpPr txBox="1">
            <a:spLocks noGrp="1"/>
          </p:cNvSpPr>
          <p:nvPr>
            <p:ph type="title"/>
          </p:nvPr>
        </p:nvSpPr>
        <p:spPr>
          <a:xfrm>
            <a:off x="950967" y="1800200"/>
            <a:ext cx="3701600" cy="14920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5" name="Google Shape;25;p4"/>
          <p:cNvSpPr txBox="1">
            <a:spLocks noGrp="1"/>
          </p:cNvSpPr>
          <p:nvPr>
            <p:ph type="body" idx="1"/>
          </p:nvPr>
        </p:nvSpPr>
        <p:spPr>
          <a:xfrm>
            <a:off x="950967" y="3292200"/>
            <a:ext cx="3701600" cy="1765600"/>
          </a:xfrm>
          <a:prstGeom prst="rect">
            <a:avLst/>
          </a:prstGeom>
        </p:spPr>
        <p:txBody>
          <a:bodyPr spcFirstLastPara="1" wrap="square" lIns="91425" tIns="91425" rIns="91425" bIns="91425" anchor="t" anchorCtr="0">
            <a:noAutofit/>
          </a:bodyPr>
          <a:lstStyle>
            <a:lvl1pPr marL="609585" lvl="0" indent="-406390" rtl="0">
              <a:lnSpc>
                <a:spcPct val="100000"/>
              </a:lnSpc>
              <a:spcBef>
                <a:spcPts val="0"/>
              </a:spcBef>
              <a:spcAft>
                <a:spcPts val="0"/>
              </a:spcAft>
              <a:buSzPts val="1200"/>
              <a:buFont typeface="Raleway Light"/>
              <a:buChar char="●"/>
              <a:defRPr/>
            </a:lvl1pPr>
            <a:lvl2pPr marL="1219170" lvl="1" indent="-406390" rtl="0">
              <a:lnSpc>
                <a:spcPct val="100000"/>
              </a:lnSpc>
              <a:spcBef>
                <a:spcPts val="0"/>
              </a:spcBef>
              <a:spcAft>
                <a:spcPts val="0"/>
              </a:spcAft>
              <a:buSzPts val="1200"/>
              <a:buFont typeface="Nunito Light"/>
              <a:buChar char="○"/>
              <a:defRPr/>
            </a:lvl2pPr>
            <a:lvl3pPr marL="1828754" lvl="2" indent="-406390" rtl="0">
              <a:lnSpc>
                <a:spcPct val="100000"/>
              </a:lnSpc>
              <a:spcBef>
                <a:spcPts val="0"/>
              </a:spcBef>
              <a:spcAft>
                <a:spcPts val="0"/>
              </a:spcAft>
              <a:buSzPts val="1200"/>
              <a:buFont typeface="Nunito Light"/>
              <a:buChar char="■"/>
              <a:defRPr/>
            </a:lvl3pPr>
            <a:lvl4pPr marL="2438339" lvl="3" indent="-406390" rtl="0">
              <a:lnSpc>
                <a:spcPct val="100000"/>
              </a:lnSpc>
              <a:spcBef>
                <a:spcPts val="0"/>
              </a:spcBef>
              <a:spcAft>
                <a:spcPts val="0"/>
              </a:spcAft>
              <a:buSzPts val="1200"/>
              <a:buFont typeface="Nunito Light"/>
              <a:buChar char="●"/>
              <a:defRPr/>
            </a:lvl4pPr>
            <a:lvl5pPr marL="3047924" lvl="4" indent="-406390" rtl="0">
              <a:lnSpc>
                <a:spcPct val="100000"/>
              </a:lnSpc>
              <a:spcBef>
                <a:spcPts val="0"/>
              </a:spcBef>
              <a:spcAft>
                <a:spcPts val="0"/>
              </a:spcAft>
              <a:buSzPts val="1200"/>
              <a:buFont typeface="Nunito Light"/>
              <a:buChar char="○"/>
              <a:defRPr/>
            </a:lvl5pPr>
            <a:lvl6pPr marL="3657509" lvl="5" indent="-406390" rtl="0">
              <a:lnSpc>
                <a:spcPct val="100000"/>
              </a:lnSpc>
              <a:spcBef>
                <a:spcPts val="0"/>
              </a:spcBef>
              <a:spcAft>
                <a:spcPts val="0"/>
              </a:spcAft>
              <a:buSzPts val="1200"/>
              <a:buFont typeface="Nunito Light"/>
              <a:buChar char="■"/>
              <a:defRPr/>
            </a:lvl6pPr>
            <a:lvl7pPr marL="4267093" lvl="6" indent="-406390" rtl="0">
              <a:lnSpc>
                <a:spcPct val="100000"/>
              </a:lnSpc>
              <a:spcBef>
                <a:spcPts val="0"/>
              </a:spcBef>
              <a:spcAft>
                <a:spcPts val="0"/>
              </a:spcAft>
              <a:buSzPts val="1200"/>
              <a:buFont typeface="Nunito Light"/>
              <a:buChar char="●"/>
              <a:defRPr/>
            </a:lvl7pPr>
            <a:lvl8pPr marL="4876678" lvl="7" indent="-406390" rtl="0">
              <a:lnSpc>
                <a:spcPct val="100000"/>
              </a:lnSpc>
              <a:spcBef>
                <a:spcPts val="0"/>
              </a:spcBef>
              <a:spcAft>
                <a:spcPts val="0"/>
              </a:spcAft>
              <a:buSzPts val="1200"/>
              <a:buFont typeface="Nunito Light"/>
              <a:buChar char="○"/>
              <a:defRPr/>
            </a:lvl8pPr>
            <a:lvl9pPr marL="5486263" lvl="8" indent="-406390" rtl="0">
              <a:lnSpc>
                <a:spcPct val="100000"/>
              </a:lnSpc>
              <a:spcBef>
                <a:spcPts val="0"/>
              </a:spcBef>
              <a:spcAft>
                <a:spcPts val="0"/>
              </a:spcAft>
              <a:buSzPts val="1200"/>
              <a:buFont typeface="Nunito Light"/>
              <a:buChar char="■"/>
              <a:defRPr/>
            </a:lvl9pPr>
          </a:lstStyle>
          <a:p>
            <a:endParaRPr/>
          </a:p>
        </p:txBody>
      </p:sp>
    </p:spTree>
    <p:extLst>
      <p:ext uri="{BB962C8B-B14F-4D97-AF65-F5344CB8AC3E}">
        <p14:creationId xmlns:p14="http://schemas.microsoft.com/office/powerpoint/2010/main" val="2303107417"/>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45"/>
        <p:cNvGrpSpPr/>
        <p:nvPr/>
      </p:nvGrpSpPr>
      <p:grpSpPr>
        <a:xfrm>
          <a:off x="0" y="0"/>
          <a:ext cx="0" cy="0"/>
          <a:chOff x="0" y="0"/>
          <a:chExt cx="0" cy="0"/>
        </a:xfrm>
      </p:grpSpPr>
      <p:sp>
        <p:nvSpPr>
          <p:cNvPr id="46" name="Google Shape;46;p7"/>
          <p:cNvSpPr txBox="1">
            <a:spLocks noGrp="1"/>
          </p:cNvSpPr>
          <p:nvPr>
            <p:ph type="title"/>
          </p:nvPr>
        </p:nvSpPr>
        <p:spPr>
          <a:xfrm>
            <a:off x="950967" y="1127767"/>
            <a:ext cx="5726400" cy="164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7" name="Google Shape;47;p7"/>
          <p:cNvSpPr txBox="1">
            <a:spLocks noGrp="1"/>
          </p:cNvSpPr>
          <p:nvPr>
            <p:ph type="subTitle" idx="1"/>
          </p:nvPr>
        </p:nvSpPr>
        <p:spPr>
          <a:xfrm>
            <a:off x="950967" y="2854767"/>
            <a:ext cx="5726400" cy="306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Open Sans"/>
              <a:buAutoNum type="arabicPeriod"/>
              <a:defRPr/>
            </a:lvl1pPr>
            <a:lvl2pPr lvl="1" algn="ctr" rtl="0">
              <a:lnSpc>
                <a:spcPct val="100000"/>
              </a:lnSpc>
              <a:spcBef>
                <a:spcPts val="1333"/>
              </a:spcBef>
              <a:spcAft>
                <a:spcPts val="0"/>
              </a:spcAft>
              <a:buClr>
                <a:srgbClr val="E76A28"/>
              </a:buClr>
              <a:buSzPts val="1200"/>
              <a:buFont typeface="Nunito Light"/>
              <a:buAutoNum type="alphaLcPeriod"/>
              <a:defRPr/>
            </a:lvl2pPr>
            <a:lvl3pPr lvl="2" algn="ctr" rtl="0">
              <a:lnSpc>
                <a:spcPct val="100000"/>
              </a:lnSpc>
              <a:spcBef>
                <a:spcPts val="0"/>
              </a:spcBef>
              <a:spcAft>
                <a:spcPts val="0"/>
              </a:spcAft>
              <a:buClr>
                <a:srgbClr val="E76A28"/>
              </a:buClr>
              <a:buSzPts val="1200"/>
              <a:buFont typeface="Nunito Light"/>
              <a:buAutoNum type="romanLcPeriod"/>
              <a:defRPr/>
            </a:lvl3pPr>
            <a:lvl4pPr lvl="3" algn="ctr" rtl="0">
              <a:lnSpc>
                <a:spcPct val="100000"/>
              </a:lnSpc>
              <a:spcBef>
                <a:spcPts val="0"/>
              </a:spcBef>
              <a:spcAft>
                <a:spcPts val="0"/>
              </a:spcAft>
              <a:buClr>
                <a:srgbClr val="E76A28"/>
              </a:buClr>
              <a:buSzPts val="1200"/>
              <a:buFont typeface="Nunito Light"/>
              <a:buAutoNum type="arabicPeriod"/>
              <a:defRPr/>
            </a:lvl4pPr>
            <a:lvl5pPr lvl="4" algn="ctr" rtl="0">
              <a:lnSpc>
                <a:spcPct val="100000"/>
              </a:lnSpc>
              <a:spcBef>
                <a:spcPts val="0"/>
              </a:spcBef>
              <a:spcAft>
                <a:spcPts val="0"/>
              </a:spcAft>
              <a:buClr>
                <a:srgbClr val="E76A28"/>
              </a:buClr>
              <a:buSzPts val="1200"/>
              <a:buFont typeface="Nunito Light"/>
              <a:buAutoNum type="alphaLcPeriod"/>
              <a:defRPr/>
            </a:lvl5pPr>
            <a:lvl6pPr lvl="5" algn="ctr" rtl="0">
              <a:lnSpc>
                <a:spcPct val="100000"/>
              </a:lnSpc>
              <a:spcBef>
                <a:spcPts val="0"/>
              </a:spcBef>
              <a:spcAft>
                <a:spcPts val="0"/>
              </a:spcAft>
              <a:buClr>
                <a:srgbClr val="999999"/>
              </a:buClr>
              <a:buSzPts val="1200"/>
              <a:buFont typeface="Nunito Light"/>
              <a:buAutoNum type="romanLcPeriod"/>
              <a:defRPr/>
            </a:lvl6pPr>
            <a:lvl7pPr lvl="6" algn="ctr" rtl="0">
              <a:lnSpc>
                <a:spcPct val="100000"/>
              </a:lnSpc>
              <a:spcBef>
                <a:spcPts val="0"/>
              </a:spcBef>
              <a:spcAft>
                <a:spcPts val="0"/>
              </a:spcAft>
              <a:buClr>
                <a:srgbClr val="999999"/>
              </a:buClr>
              <a:buSzPts val="1200"/>
              <a:buFont typeface="Nunito Light"/>
              <a:buAutoNum type="arabicPeriod"/>
              <a:defRPr/>
            </a:lvl7pPr>
            <a:lvl8pPr lvl="7" algn="ctr" rtl="0">
              <a:lnSpc>
                <a:spcPct val="100000"/>
              </a:lnSpc>
              <a:spcBef>
                <a:spcPts val="0"/>
              </a:spcBef>
              <a:spcAft>
                <a:spcPts val="0"/>
              </a:spcAft>
              <a:buClr>
                <a:srgbClr val="999999"/>
              </a:buClr>
              <a:buSzPts val="1200"/>
              <a:buFont typeface="Nunito Light"/>
              <a:buAutoNum type="alphaLcPeriod"/>
              <a:defRPr/>
            </a:lvl8pPr>
            <a:lvl9pPr lvl="8" algn="ctr" rtl="0">
              <a:lnSpc>
                <a:spcPct val="100000"/>
              </a:lnSpc>
              <a:spcBef>
                <a:spcPts val="0"/>
              </a:spcBef>
              <a:spcAft>
                <a:spcPts val="0"/>
              </a:spcAft>
              <a:buClr>
                <a:srgbClr val="999999"/>
              </a:buClr>
              <a:buSzPts val="1200"/>
              <a:buFont typeface="Nunito Light"/>
              <a:buAutoNum type="romanLcPeriod"/>
              <a:defRPr/>
            </a:lvl9pPr>
          </a:lstStyle>
          <a:p>
            <a:endParaRPr/>
          </a:p>
        </p:txBody>
      </p:sp>
      <p:sp>
        <p:nvSpPr>
          <p:cNvPr id="48" name="Google Shape;48;p7"/>
          <p:cNvSpPr>
            <a:spLocks noGrp="1"/>
          </p:cNvSpPr>
          <p:nvPr>
            <p:ph type="pic" idx="2"/>
          </p:nvPr>
        </p:nvSpPr>
        <p:spPr>
          <a:xfrm>
            <a:off x="7306433" y="719333"/>
            <a:ext cx="3934400" cy="5419200"/>
          </a:xfrm>
          <a:prstGeom prst="rect">
            <a:avLst/>
          </a:prstGeom>
          <a:noFill/>
          <a:ln>
            <a:noFill/>
          </a:ln>
        </p:spPr>
      </p:sp>
      <p:grpSp>
        <p:nvGrpSpPr>
          <p:cNvPr id="49" name="Google Shape;49;p7"/>
          <p:cNvGrpSpPr/>
          <p:nvPr/>
        </p:nvGrpSpPr>
        <p:grpSpPr>
          <a:xfrm>
            <a:off x="10290233" y="4572400"/>
            <a:ext cx="1901600" cy="2285600"/>
            <a:chOff x="7717675" y="3429300"/>
            <a:chExt cx="1426200" cy="1714200"/>
          </a:xfrm>
        </p:grpSpPr>
        <p:sp>
          <p:nvSpPr>
            <p:cNvPr id="50" name="Google Shape;50;p7"/>
            <p:cNvSpPr/>
            <p:nvPr/>
          </p:nvSpPr>
          <p:spPr>
            <a:xfrm>
              <a:off x="8430775" y="4286400"/>
              <a:ext cx="713100" cy="8571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51" name="Google Shape;51;p7"/>
            <p:cNvSpPr/>
            <p:nvPr/>
          </p:nvSpPr>
          <p:spPr>
            <a:xfrm>
              <a:off x="8430775" y="3429300"/>
              <a:ext cx="7131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52" name="Google Shape;52;p7"/>
            <p:cNvSpPr/>
            <p:nvPr/>
          </p:nvSpPr>
          <p:spPr>
            <a:xfrm>
              <a:off x="7717675" y="4286400"/>
              <a:ext cx="7131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53" name="Google Shape;53;p7"/>
          <p:cNvSpPr/>
          <p:nvPr/>
        </p:nvSpPr>
        <p:spPr>
          <a:xfrm>
            <a:off x="950967" y="7193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4187595192"/>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54"/>
        <p:cNvGrpSpPr/>
        <p:nvPr/>
      </p:nvGrpSpPr>
      <p:grpSpPr>
        <a:xfrm>
          <a:off x="0" y="0"/>
          <a:ext cx="0" cy="0"/>
          <a:chOff x="0" y="0"/>
          <a:chExt cx="0" cy="0"/>
        </a:xfrm>
      </p:grpSpPr>
      <p:sp>
        <p:nvSpPr>
          <p:cNvPr id="55" name="Google Shape;55;p8"/>
          <p:cNvSpPr txBox="1">
            <a:spLocks noGrp="1"/>
          </p:cNvSpPr>
          <p:nvPr>
            <p:ph type="title"/>
          </p:nvPr>
        </p:nvSpPr>
        <p:spPr>
          <a:xfrm>
            <a:off x="3090600" y="1742800"/>
            <a:ext cx="6010800" cy="33724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3333"/>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grpSp>
        <p:nvGrpSpPr>
          <p:cNvPr id="56" name="Google Shape;56;p8"/>
          <p:cNvGrpSpPr/>
          <p:nvPr/>
        </p:nvGrpSpPr>
        <p:grpSpPr>
          <a:xfrm>
            <a:off x="11232000" y="-5500"/>
            <a:ext cx="960400" cy="6858133"/>
            <a:chOff x="8424000" y="-4125"/>
            <a:chExt cx="720300" cy="5143600"/>
          </a:xfrm>
        </p:grpSpPr>
        <p:grpSp>
          <p:nvGrpSpPr>
            <p:cNvPr id="57" name="Google Shape;57;p8"/>
            <p:cNvGrpSpPr/>
            <p:nvPr/>
          </p:nvGrpSpPr>
          <p:grpSpPr>
            <a:xfrm>
              <a:off x="8584500" y="-4125"/>
              <a:ext cx="559800" cy="5143600"/>
              <a:chOff x="8584500" y="-4125"/>
              <a:chExt cx="559800" cy="5143600"/>
            </a:xfrm>
          </p:grpSpPr>
          <p:sp>
            <p:nvSpPr>
              <p:cNvPr id="58" name="Google Shape;58;p8"/>
              <p:cNvSpPr/>
              <p:nvPr/>
            </p:nvSpPr>
            <p:spPr>
              <a:xfrm>
                <a:off x="8584500" y="-4125"/>
                <a:ext cx="559800" cy="1714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59" name="Google Shape;59;p8"/>
              <p:cNvSpPr/>
              <p:nvPr/>
            </p:nvSpPr>
            <p:spPr>
              <a:xfrm>
                <a:off x="8584500" y="1710575"/>
                <a:ext cx="559800" cy="17145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60" name="Google Shape;60;p8"/>
              <p:cNvSpPr/>
              <p:nvPr/>
            </p:nvSpPr>
            <p:spPr>
              <a:xfrm>
                <a:off x="8584500" y="3424975"/>
                <a:ext cx="559800" cy="1714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61" name="Google Shape;61;p8"/>
            <p:cNvSpPr/>
            <p:nvPr/>
          </p:nvSpPr>
          <p:spPr>
            <a:xfrm rot="5400000">
              <a:off x="5934900" y="2489132"/>
              <a:ext cx="5138700" cy="1605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62" name="Google Shape;62;p8"/>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148521563"/>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63"/>
        <p:cNvGrpSpPr/>
        <p:nvPr/>
      </p:nvGrpSpPr>
      <p:grpSpPr>
        <a:xfrm>
          <a:off x="0" y="0"/>
          <a:ext cx="0" cy="0"/>
          <a:chOff x="0" y="0"/>
          <a:chExt cx="0" cy="0"/>
        </a:xfrm>
      </p:grpSpPr>
      <p:sp>
        <p:nvSpPr>
          <p:cNvPr id="64" name="Google Shape;64;p9"/>
          <p:cNvSpPr txBox="1">
            <a:spLocks noGrp="1"/>
          </p:cNvSpPr>
          <p:nvPr>
            <p:ph type="title"/>
          </p:nvPr>
        </p:nvSpPr>
        <p:spPr>
          <a:xfrm>
            <a:off x="2847400" y="1585467"/>
            <a:ext cx="6497200" cy="261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0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65" name="Google Shape;65;p9"/>
          <p:cNvSpPr txBox="1">
            <a:spLocks noGrp="1"/>
          </p:cNvSpPr>
          <p:nvPr>
            <p:ph type="subTitle" idx="1"/>
          </p:nvPr>
        </p:nvSpPr>
        <p:spPr>
          <a:xfrm>
            <a:off x="2847400" y="4204667"/>
            <a:ext cx="6497200" cy="89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grpSp>
        <p:nvGrpSpPr>
          <p:cNvPr id="66" name="Google Shape;66;p9"/>
          <p:cNvGrpSpPr/>
          <p:nvPr/>
        </p:nvGrpSpPr>
        <p:grpSpPr>
          <a:xfrm>
            <a:off x="10290233" y="4572400"/>
            <a:ext cx="1901600" cy="2285600"/>
            <a:chOff x="7717675" y="3429300"/>
            <a:chExt cx="1426200" cy="1714200"/>
          </a:xfrm>
        </p:grpSpPr>
        <p:sp>
          <p:nvSpPr>
            <p:cNvPr id="67" name="Google Shape;67;p9"/>
            <p:cNvSpPr/>
            <p:nvPr/>
          </p:nvSpPr>
          <p:spPr>
            <a:xfrm>
              <a:off x="8430775" y="4286400"/>
              <a:ext cx="713100" cy="8571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68" name="Google Shape;68;p9"/>
            <p:cNvSpPr/>
            <p:nvPr/>
          </p:nvSpPr>
          <p:spPr>
            <a:xfrm>
              <a:off x="8430775" y="3429300"/>
              <a:ext cx="7131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69" name="Google Shape;69;p9"/>
            <p:cNvSpPr/>
            <p:nvPr/>
          </p:nvSpPr>
          <p:spPr>
            <a:xfrm>
              <a:off x="7717675" y="4286400"/>
              <a:ext cx="7131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70" name="Google Shape;70;p9"/>
          <p:cNvSpPr/>
          <p:nvPr/>
        </p:nvSpPr>
        <p:spPr>
          <a:xfrm>
            <a:off x="950967" y="7193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3512593358"/>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71"/>
        <p:cNvGrpSpPr/>
        <p:nvPr/>
      </p:nvGrpSpPr>
      <p:grpSpPr>
        <a:xfrm>
          <a:off x="0" y="0"/>
          <a:ext cx="0" cy="0"/>
          <a:chOff x="0" y="0"/>
          <a:chExt cx="0" cy="0"/>
        </a:xfrm>
      </p:grpSpPr>
      <p:sp>
        <p:nvSpPr>
          <p:cNvPr id="72" name="Google Shape;72;p10"/>
          <p:cNvSpPr>
            <a:spLocks noGrp="1"/>
          </p:cNvSpPr>
          <p:nvPr>
            <p:ph type="pic" idx="2"/>
          </p:nvPr>
        </p:nvSpPr>
        <p:spPr>
          <a:xfrm>
            <a:off x="0" y="0"/>
            <a:ext cx="12192000" cy="6858000"/>
          </a:xfrm>
          <a:prstGeom prst="rect">
            <a:avLst/>
          </a:prstGeom>
          <a:noFill/>
          <a:ln>
            <a:noFill/>
          </a:ln>
        </p:spPr>
      </p:sp>
      <p:sp>
        <p:nvSpPr>
          <p:cNvPr id="73" name="Google Shape;73;p10"/>
          <p:cNvSpPr txBox="1">
            <a:spLocks noGrp="1"/>
          </p:cNvSpPr>
          <p:nvPr>
            <p:ph type="title"/>
          </p:nvPr>
        </p:nvSpPr>
        <p:spPr>
          <a:xfrm>
            <a:off x="960000" y="5352600"/>
            <a:ext cx="10272000" cy="763600"/>
          </a:xfrm>
          <a:prstGeom prst="rect">
            <a:avLst/>
          </a:prstGeom>
          <a:solidFill>
            <a:schemeClr val="accent2"/>
          </a:solidFill>
        </p:spPr>
        <p:txBody>
          <a:bodyPr spcFirstLastPara="1" wrap="square" lIns="91425" tIns="91425" rIns="91425" bIns="91425" anchor="t" anchorCtr="0">
            <a:noAutofit/>
          </a:bodyPr>
          <a:lstStyle>
            <a:lvl1pPr lvl="0" algn="ctr" rtl="0">
              <a:spcBef>
                <a:spcPts val="0"/>
              </a:spcBef>
              <a:spcAft>
                <a:spcPts val="0"/>
              </a:spcAft>
              <a:buSzPts val="3000"/>
              <a:buNone/>
              <a:defRPr>
                <a:solidFill>
                  <a:schemeClr val="lt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extLst>
      <p:ext uri="{BB962C8B-B14F-4D97-AF65-F5344CB8AC3E}">
        <p14:creationId xmlns:p14="http://schemas.microsoft.com/office/powerpoint/2010/main" val="523615992"/>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77"/>
        <p:cNvGrpSpPr/>
        <p:nvPr/>
      </p:nvGrpSpPr>
      <p:grpSpPr>
        <a:xfrm>
          <a:off x="0" y="0"/>
          <a:ext cx="0" cy="0"/>
          <a:chOff x="0" y="0"/>
          <a:chExt cx="0" cy="0"/>
        </a:xfrm>
      </p:grpSpPr>
    </p:spTree>
    <p:extLst>
      <p:ext uri="{BB962C8B-B14F-4D97-AF65-F5344CB8AC3E}">
        <p14:creationId xmlns:p14="http://schemas.microsoft.com/office/powerpoint/2010/main" val="4207133106"/>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78"/>
        <p:cNvGrpSpPr/>
        <p:nvPr/>
      </p:nvGrpSpPr>
      <p:grpSpPr>
        <a:xfrm>
          <a:off x="0" y="0"/>
          <a:ext cx="0" cy="0"/>
          <a:chOff x="0" y="0"/>
          <a:chExt cx="0" cy="0"/>
        </a:xfrm>
      </p:grpSpPr>
      <p:sp>
        <p:nvSpPr>
          <p:cNvPr id="79" name="Google Shape;79;p13"/>
          <p:cNvSpPr txBox="1">
            <a:spLocks noGrp="1"/>
          </p:cNvSpPr>
          <p:nvPr>
            <p:ph type="title"/>
          </p:nvPr>
        </p:nvSpPr>
        <p:spPr>
          <a:xfrm>
            <a:off x="960000" y="719333"/>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 name="Google Shape;80;p13"/>
          <p:cNvSpPr txBox="1">
            <a:spLocks noGrp="1"/>
          </p:cNvSpPr>
          <p:nvPr>
            <p:ph type="title" idx="2" hasCustomPrompt="1"/>
          </p:nvPr>
        </p:nvSpPr>
        <p:spPr>
          <a:xfrm>
            <a:off x="960000" y="2154231"/>
            <a:ext cx="979600" cy="975200"/>
          </a:xfrm>
          <a:prstGeom prst="rect">
            <a:avLst/>
          </a:prstGeom>
          <a:solidFill>
            <a:schemeClr val="dk1"/>
          </a:solidFill>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l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1" name="Google Shape;81;p13"/>
          <p:cNvSpPr txBox="1">
            <a:spLocks noGrp="1"/>
          </p:cNvSpPr>
          <p:nvPr>
            <p:ph type="title" idx="3" hasCustomPrompt="1"/>
          </p:nvPr>
        </p:nvSpPr>
        <p:spPr>
          <a:xfrm>
            <a:off x="6096000" y="2154231"/>
            <a:ext cx="979600" cy="975200"/>
          </a:xfrm>
          <a:prstGeom prst="rect">
            <a:avLst/>
          </a:prstGeom>
          <a:solidFill>
            <a:schemeClr val="dk1"/>
          </a:solidFill>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l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2" name="Google Shape;82;p13"/>
          <p:cNvSpPr txBox="1">
            <a:spLocks noGrp="1"/>
          </p:cNvSpPr>
          <p:nvPr>
            <p:ph type="title" idx="4" hasCustomPrompt="1"/>
          </p:nvPr>
        </p:nvSpPr>
        <p:spPr>
          <a:xfrm>
            <a:off x="960000" y="3608048"/>
            <a:ext cx="979600" cy="975200"/>
          </a:xfrm>
          <a:prstGeom prst="rect">
            <a:avLst/>
          </a:prstGeom>
          <a:solidFill>
            <a:schemeClr val="dk1"/>
          </a:solidFill>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l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3" name="Google Shape;83;p13"/>
          <p:cNvSpPr txBox="1">
            <a:spLocks noGrp="1"/>
          </p:cNvSpPr>
          <p:nvPr>
            <p:ph type="title" idx="5" hasCustomPrompt="1"/>
          </p:nvPr>
        </p:nvSpPr>
        <p:spPr>
          <a:xfrm>
            <a:off x="6096000" y="3608048"/>
            <a:ext cx="979600" cy="975200"/>
          </a:xfrm>
          <a:prstGeom prst="rect">
            <a:avLst/>
          </a:prstGeom>
          <a:solidFill>
            <a:schemeClr val="dk1"/>
          </a:solidFill>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l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4" name="Google Shape;84;p13"/>
          <p:cNvSpPr txBox="1">
            <a:spLocks noGrp="1"/>
          </p:cNvSpPr>
          <p:nvPr>
            <p:ph type="title" idx="6" hasCustomPrompt="1"/>
          </p:nvPr>
        </p:nvSpPr>
        <p:spPr>
          <a:xfrm>
            <a:off x="960000" y="5061864"/>
            <a:ext cx="979600" cy="975200"/>
          </a:xfrm>
          <a:prstGeom prst="rect">
            <a:avLst/>
          </a:prstGeom>
          <a:solidFill>
            <a:schemeClr val="dk1"/>
          </a:solidFill>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l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5" name="Google Shape;85;p13"/>
          <p:cNvSpPr txBox="1">
            <a:spLocks noGrp="1"/>
          </p:cNvSpPr>
          <p:nvPr>
            <p:ph type="title" idx="7" hasCustomPrompt="1"/>
          </p:nvPr>
        </p:nvSpPr>
        <p:spPr>
          <a:xfrm>
            <a:off x="6096000" y="5061864"/>
            <a:ext cx="979600" cy="975200"/>
          </a:xfrm>
          <a:prstGeom prst="rect">
            <a:avLst/>
          </a:prstGeom>
          <a:solidFill>
            <a:schemeClr val="dk1"/>
          </a:solidFill>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l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6" name="Google Shape;86;p13"/>
          <p:cNvSpPr txBox="1">
            <a:spLocks noGrp="1"/>
          </p:cNvSpPr>
          <p:nvPr>
            <p:ph type="subTitle" idx="1"/>
          </p:nvPr>
        </p:nvSpPr>
        <p:spPr>
          <a:xfrm>
            <a:off x="2142800" y="2349831"/>
            <a:ext cx="3376000" cy="584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3200" b="1">
                <a:latin typeface="Raleway"/>
                <a:ea typeface="Raleway"/>
                <a:cs typeface="Raleway"/>
                <a:sym typeface="Raleway"/>
              </a:defRPr>
            </a:lvl2pPr>
            <a:lvl3pPr lvl="2" rtl="0">
              <a:lnSpc>
                <a:spcPct val="100000"/>
              </a:lnSpc>
              <a:spcBef>
                <a:spcPts val="0"/>
              </a:spcBef>
              <a:spcAft>
                <a:spcPts val="0"/>
              </a:spcAft>
              <a:buSzPts val="2400"/>
              <a:buFont typeface="Raleway"/>
              <a:buNone/>
              <a:defRPr sz="3200" b="1">
                <a:latin typeface="Raleway"/>
                <a:ea typeface="Raleway"/>
                <a:cs typeface="Raleway"/>
                <a:sym typeface="Raleway"/>
              </a:defRPr>
            </a:lvl3pPr>
            <a:lvl4pPr lvl="3" rtl="0">
              <a:lnSpc>
                <a:spcPct val="100000"/>
              </a:lnSpc>
              <a:spcBef>
                <a:spcPts val="0"/>
              </a:spcBef>
              <a:spcAft>
                <a:spcPts val="0"/>
              </a:spcAft>
              <a:buSzPts val="2400"/>
              <a:buFont typeface="Raleway"/>
              <a:buNone/>
              <a:defRPr sz="3200" b="1">
                <a:latin typeface="Raleway"/>
                <a:ea typeface="Raleway"/>
                <a:cs typeface="Raleway"/>
                <a:sym typeface="Raleway"/>
              </a:defRPr>
            </a:lvl4pPr>
            <a:lvl5pPr lvl="4" rtl="0">
              <a:lnSpc>
                <a:spcPct val="100000"/>
              </a:lnSpc>
              <a:spcBef>
                <a:spcPts val="0"/>
              </a:spcBef>
              <a:spcAft>
                <a:spcPts val="0"/>
              </a:spcAft>
              <a:buSzPts val="2400"/>
              <a:buFont typeface="Raleway"/>
              <a:buNone/>
              <a:defRPr sz="3200" b="1">
                <a:latin typeface="Raleway"/>
                <a:ea typeface="Raleway"/>
                <a:cs typeface="Raleway"/>
                <a:sym typeface="Raleway"/>
              </a:defRPr>
            </a:lvl5pPr>
            <a:lvl6pPr lvl="5" rtl="0">
              <a:lnSpc>
                <a:spcPct val="100000"/>
              </a:lnSpc>
              <a:spcBef>
                <a:spcPts val="0"/>
              </a:spcBef>
              <a:spcAft>
                <a:spcPts val="0"/>
              </a:spcAft>
              <a:buSzPts val="2400"/>
              <a:buFont typeface="Raleway"/>
              <a:buNone/>
              <a:defRPr sz="3200" b="1">
                <a:latin typeface="Raleway"/>
                <a:ea typeface="Raleway"/>
                <a:cs typeface="Raleway"/>
                <a:sym typeface="Raleway"/>
              </a:defRPr>
            </a:lvl6pPr>
            <a:lvl7pPr lvl="6" rtl="0">
              <a:lnSpc>
                <a:spcPct val="100000"/>
              </a:lnSpc>
              <a:spcBef>
                <a:spcPts val="0"/>
              </a:spcBef>
              <a:spcAft>
                <a:spcPts val="0"/>
              </a:spcAft>
              <a:buSzPts val="2400"/>
              <a:buFont typeface="Raleway"/>
              <a:buNone/>
              <a:defRPr sz="3200" b="1">
                <a:latin typeface="Raleway"/>
                <a:ea typeface="Raleway"/>
                <a:cs typeface="Raleway"/>
                <a:sym typeface="Raleway"/>
              </a:defRPr>
            </a:lvl7pPr>
            <a:lvl8pPr lvl="7" rtl="0">
              <a:lnSpc>
                <a:spcPct val="100000"/>
              </a:lnSpc>
              <a:spcBef>
                <a:spcPts val="0"/>
              </a:spcBef>
              <a:spcAft>
                <a:spcPts val="0"/>
              </a:spcAft>
              <a:buSzPts val="2400"/>
              <a:buFont typeface="Raleway"/>
              <a:buNone/>
              <a:defRPr sz="3200" b="1">
                <a:latin typeface="Raleway"/>
                <a:ea typeface="Raleway"/>
                <a:cs typeface="Raleway"/>
                <a:sym typeface="Raleway"/>
              </a:defRPr>
            </a:lvl8pPr>
            <a:lvl9pPr lvl="8"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87" name="Google Shape;87;p13"/>
          <p:cNvSpPr txBox="1">
            <a:spLocks noGrp="1"/>
          </p:cNvSpPr>
          <p:nvPr>
            <p:ph type="subTitle" idx="8"/>
          </p:nvPr>
        </p:nvSpPr>
        <p:spPr>
          <a:xfrm>
            <a:off x="2142800" y="3803648"/>
            <a:ext cx="3376000" cy="584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3200" b="1">
                <a:latin typeface="Raleway"/>
                <a:ea typeface="Raleway"/>
                <a:cs typeface="Raleway"/>
                <a:sym typeface="Raleway"/>
              </a:defRPr>
            </a:lvl2pPr>
            <a:lvl3pPr lvl="2" rtl="0">
              <a:lnSpc>
                <a:spcPct val="100000"/>
              </a:lnSpc>
              <a:spcBef>
                <a:spcPts val="0"/>
              </a:spcBef>
              <a:spcAft>
                <a:spcPts val="0"/>
              </a:spcAft>
              <a:buSzPts val="2400"/>
              <a:buFont typeface="Raleway"/>
              <a:buNone/>
              <a:defRPr sz="3200" b="1">
                <a:latin typeface="Raleway"/>
                <a:ea typeface="Raleway"/>
                <a:cs typeface="Raleway"/>
                <a:sym typeface="Raleway"/>
              </a:defRPr>
            </a:lvl3pPr>
            <a:lvl4pPr lvl="3" rtl="0">
              <a:lnSpc>
                <a:spcPct val="100000"/>
              </a:lnSpc>
              <a:spcBef>
                <a:spcPts val="0"/>
              </a:spcBef>
              <a:spcAft>
                <a:spcPts val="0"/>
              </a:spcAft>
              <a:buSzPts val="2400"/>
              <a:buFont typeface="Raleway"/>
              <a:buNone/>
              <a:defRPr sz="3200" b="1">
                <a:latin typeface="Raleway"/>
                <a:ea typeface="Raleway"/>
                <a:cs typeface="Raleway"/>
                <a:sym typeface="Raleway"/>
              </a:defRPr>
            </a:lvl4pPr>
            <a:lvl5pPr lvl="4" rtl="0">
              <a:lnSpc>
                <a:spcPct val="100000"/>
              </a:lnSpc>
              <a:spcBef>
                <a:spcPts val="0"/>
              </a:spcBef>
              <a:spcAft>
                <a:spcPts val="0"/>
              </a:spcAft>
              <a:buSzPts val="2400"/>
              <a:buFont typeface="Raleway"/>
              <a:buNone/>
              <a:defRPr sz="3200" b="1">
                <a:latin typeface="Raleway"/>
                <a:ea typeface="Raleway"/>
                <a:cs typeface="Raleway"/>
                <a:sym typeface="Raleway"/>
              </a:defRPr>
            </a:lvl5pPr>
            <a:lvl6pPr lvl="5" rtl="0">
              <a:lnSpc>
                <a:spcPct val="100000"/>
              </a:lnSpc>
              <a:spcBef>
                <a:spcPts val="0"/>
              </a:spcBef>
              <a:spcAft>
                <a:spcPts val="0"/>
              </a:spcAft>
              <a:buSzPts val="2400"/>
              <a:buFont typeface="Raleway"/>
              <a:buNone/>
              <a:defRPr sz="3200" b="1">
                <a:latin typeface="Raleway"/>
                <a:ea typeface="Raleway"/>
                <a:cs typeface="Raleway"/>
                <a:sym typeface="Raleway"/>
              </a:defRPr>
            </a:lvl6pPr>
            <a:lvl7pPr lvl="6" rtl="0">
              <a:lnSpc>
                <a:spcPct val="100000"/>
              </a:lnSpc>
              <a:spcBef>
                <a:spcPts val="0"/>
              </a:spcBef>
              <a:spcAft>
                <a:spcPts val="0"/>
              </a:spcAft>
              <a:buSzPts val="2400"/>
              <a:buFont typeface="Raleway"/>
              <a:buNone/>
              <a:defRPr sz="3200" b="1">
                <a:latin typeface="Raleway"/>
                <a:ea typeface="Raleway"/>
                <a:cs typeface="Raleway"/>
                <a:sym typeface="Raleway"/>
              </a:defRPr>
            </a:lvl7pPr>
            <a:lvl8pPr lvl="7" rtl="0">
              <a:lnSpc>
                <a:spcPct val="100000"/>
              </a:lnSpc>
              <a:spcBef>
                <a:spcPts val="0"/>
              </a:spcBef>
              <a:spcAft>
                <a:spcPts val="0"/>
              </a:spcAft>
              <a:buSzPts val="2400"/>
              <a:buFont typeface="Raleway"/>
              <a:buNone/>
              <a:defRPr sz="3200" b="1">
                <a:latin typeface="Raleway"/>
                <a:ea typeface="Raleway"/>
                <a:cs typeface="Raleway"/>
                <a:sym typeface="Raleway"/>
              </a:defRPr>
            </a:lvl8pPr>
            <a:lvl9pPr lvl="8"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88" name="Google Shape;88;p13"/>
          <p:cNvSpPr txBox="1">
            <a:spLocks noGrp="1"/>
          </p:cNvSpPr>
          <p:nvPr>
            <p:ph type="subTitle" idx="9"/>
          </p:nvPr>
        </p:nvSpPr>
        <p:spPr>
          <a:xfrm>
            <a:off x="2142800" y="5257464"/>
            <a:ext cx="3376000" cy="584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3200" b="1">
                <a:latin typeface="Raleway"/>
                <a:ea typeface="Raleway"/>
                <a:cs typeface="Raleway"/>
                <a:sym typeface="Raleway"/>
              </a:defRPr>
            </a:lvl2pPr>
            <a:lvl3pPr lvl="2" rtl="0">
              <a:lnSpc>
                <a:spcPct val="100000"/>
              </a:lnSpc>
              <a:spcBef>
                <a:spcPts val="0"/>
              </a:spcBef>
              <a:spcAft>
                <a:spcPts val="0"/>
              </a:spcAft>
              <a:buSzPts val="2400"/>
              <a:buFont typeface="Raleway"/>
              <a:buNone/>
              <a:defRPr sz="3200" b="1">
                <a:latin typeface="Raleway"/>
                <a:ea typeface="Raleway"/>
                <a:cs typeface="Raleway"/>
                <a:sym typeface="Raleway"/>
              </a:defRPr>
            </a:lvl3pPr>
            <a:lvl4pPr lvl="3" rtl="0">
              <a:lnSpc>
                <a:spcPct val="100000"/>
              </a:lnSpc>
              <a:spcBef>
                <a:spcPts val="0"/>
              </a:spcBef>
              <a:spcAft>
                <a:spcPts val="0"/>
              </a:spcAft>
              <a:buSzPts val="2400"/>
              <a:buFont typeface="Raleway"/>
              <a:buNone/>
              <a:defRPr sz="3200" b="1">
                <a:latin typeface="Raleway"/>
                <a:ea typeface="Raleway"/>
                <a:cs typeface="Raleway"/>
                <a:sym typeface="Raleway"/>
              </a:defRPr>
            </a:lvl4pPr>
            <a:lvl5pPr lvl="4" rtl="0">
              <a:lnSpc>
                <a:spcPct val="100000"/>
              </a:lnSpc>
              <a:spcBef>
                <a:spcPts val="0"/>
              </a:spcBef>
              <a:spcAft>
                <a:spcPts val="0"/>
              </a:spcAft>
              <a:buSzPts val="2400"/>
              <a:buFont typeface="Raleway"/>
              <a:buNone/>
              <a:defRPr sz="3200" b="1">
                <a:latin typeface="Raleway"/>
                <a:ea typeface="Raleway"/>
                <a:cs typeface="Raleway"/>
                <a:sym typeface="Raleway"/>
              </a:defRPr>
            </a:lvl5pPr>
            <a:lvl6pPr lvl="5" rtl="0">
              <a:lnSpc>
                <a:spcPct val="100000"/>
              </a:lnSpc>
              <a:spcBef>
                <a:spcPts val="0"/>
              </a:spcBef>
              <a:spcAft>
                <a:spcPts val="0"/>
              </a:spcAft>
              <a:buSzPts val="2400"/>
              <a:buFont typeface="Raleway"/>
              <a:buNone/>
              <a:defRPr sz="3200" b="1">
                <a:latin typeface="Raleway"/>
                <a:ea typeface="Raleway"/>
                <a:cs typeface="Raleway"/>
                <a:sym typeface="Raleway"/>
              </a:defRPr>
            </a:lvl6pPr>
            <a:lvl7pPr lvl="6" rtl="0">
              <a:lnSpc>
                <a:spcPct val="100000"/>
              </a:lnSpc>
              <a:spcBef>
                <a:spcPts val="0"/>
              </a:spcBef>
              <a:spcAft>
                <a:spcPts val="0"/>
              </a:spcAft>
              <a:buSzPts val="2400"/>
              <a:buFont typeface="Raleway"/>
              <a:buNone/>
              <a:defRPr sz="3200" b="1">
                <a:latin typeface="Raleway"/>
                <a:ea typeface="Raleway"/>
                <a:cs typeface="Raleway"/>
                <a:sym typeface="Raleway"/>
              </a:defRPr>
            </a:lvl7pPr>
            <a:lvl8pPr lvl="7" rtl="0">
              <a:lnSpc>
                <a:spcPct val="100000"/>
              </a:lnSpc>
              <a:spcBef>
                <a:spcPts val="0"/>
              </a:spcBef>
              <a:spcAft>
                <a:spcPts val="0"/>
              </a:spcAft>
              <a:buSzPts val="2400"/>
              <a:buFont typeface="Raleway"/>
              <a:buNone/>
              <a:defRPr sz="3200" b="1">
                <a:latin typeface="Raleway"/>
                <a:ea typeface="Raleway"/>
                <a:cs typeface="Raleway"/>
                <a:sym typeface="Raleway"/>
              </a:defRPr>
            </a:lvl8pPr>
            <a:lvl9pPr lvl="8"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89" name="Google Shape;89;p13"/>
          <p:cNvSpPr txBox="1">
            <a:spLocks noGrp="1"/>
          </p:cNvSpPr>
          <p:nvPr>
            <p:ph type="subTitle" idx="13"/>
          </p:nvPr>
        </p:nvSpPr>
        <p:spPr>
          <a:xfrm>
            <a:off x="7278800" y="2349831"/>
            <a:ext cx="3376000" cy="584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3200" b="1">
                <a:latin typeface="Raleway"/>
                <a:ea typeface="Raleway"/>
                <a:cs typeface="Raleway"/>
                <a:sym typeface="Raleway"/>
              </a:defRPr>
            </a:lvl2pPr>
            <a:lvl3pPr lvl="2" rtl="0">
              <a:lnSpc>
                <a:spcPct val="100000"/>
              </a:lnSpc>
              <a:spcBef>
                <a:spcPts val="0"/>
              </a:spcBef>
              <a:spcAft>
                <a:spcPts val="0"/>
              </a:spcAft>
              <a:buSzPts val="2400"/>
              <a:buFont typeface="Raleway"/>
              <a:buNone/>
              <a:defRPr sz="3200" b="1">
                <a:latin typeface="Raleway"/>
                <a:ea typeface="Raleway"/>
                <a:cs typeface="Raleway"/>
                <a:sym typeface="Raleway"/>
              </a:defRPr>
            </a:lvl3pPr>
            <a:lvl4pPr lvl="3" rtl="0">
              <a:lnSpc>
                <a:spcPct val="100000"/>
              </a:lnSpc>
              <a:spcBef>
                <a:spcPts val="0"/>
              </a:spcBef>
              <a:spcAft>
                <a:spcPts val="0"/>
              </a:spcAft>
              <a:buSzPts val="2400"/>
              <a:buFont typeface="Raleway"/>
              <a:buNone/>
              <a:defRPr sz="3200" b="1">
                <a:latin typeface="Raleway"/>
                <a:ea typeface="Raleway"/>
                <a:cs typeface="Raleway"/>
                <a:sym typeface="Raleway"/>
              </a:defRPr>
            </a:lvl4pPr>
            <a:lvl5pPr lvl="4" rtl="0">
              <a:lnSpc>
                <a:spcPct val="100000"/>
              </a:lnSpc>
              <a:spcBef>
                <a:spcPts val="0"/>
              </a:spcBef>
              <a:spcAft>
                <a:spcPts val="0"/>
              </a:spcAft>
              <a:buSzPts val="2400"/>
              <a:buFont typeface="Raleway"/>
              <a:buNone/>
              <a:defRPr sz="3200" b="1">
                <a:latin typeface="Raleway"/>
                <a:ea typeface="Raleway"/>
                <a:cs typeface="Raleway"/>
                <a:sym typeface="Raleway"/>
              </a:defRPr>
            </a:lvl5pPr>
            <a:lvl6pPr lvl="5" rtl="0">
              <a:lnSpc>
                <a:spcPct val="100000"/>
              </a:lnSpc>
              <a:spcBef>
                <a:spcPts val="0"/>
              </a:spcBef>
              <a:spcAft>
                <a:spcPts val="0"/>
              </a:spcAft>
              <a:buSzPts val="2400"/>
              <a:buFont typeface="Raleway"/>
              <a:buNone/>
              <a:defRPr sz="3200" b="1">
                <a:latin typeface="Raleway"/>
                <a:ea typeface="Raleway"/>
                <a:cs typeface="Raleway"/>
                <a:sym typeface="Raleway"/>
              </a:defRPr>
            </a:lvl6pPr>
            <a:lvl7pPr lvl="6" rtl="0">
              <a:lnSpc>
                <a:spcPct val="100000"/>
              </a:lnSpc>
              <a:spcBef>
                <a:spcPts val="0"/>
              </a:spcBef>
              <a:spcAft>
                <a:spcPts val="0"/>
              </a:spcAft>
              <a:buSzPts val="2400"/>
              <a:buFont typeface="Raleway"/>
              <a:buNone/>
              <a:defRPr sz="3200" b="1">
                <a:latin typeface="Raleway"/>
                <a:ea typeface="Raleway"/>
                <a:cs typeface="Raleway"/>
                <a:sym typeface="Raleway"/>
              </a:defRPr>
            </a:lvl7pPr>
            <a:lvl8pPr lvl="7" rtl="0">
              <a:lnSpc>
                <a:spcPct val="100000"/>
              </a:lnSpc>
              <a:spcBef>
                <a:spcPts val="0"/>
              </a:spcBef>
              <a:spcAft>
                <a:spcPts val="0"/>
              </a:spcAft>
              <a:buSzPts val="2400"/>
              <a:buFont typeface="Raleway"/>
              <a:buNone/>
              <a:defRPr sz="3200" b="1">
                <a:latin typeface="Raleway"/>
                <a:ea typeface="Raleway"/>
                <a:cs typeface="Raleway"/>
                <a:sym typeface="Raleway"/>
              </a:defRPr>
            </a:lvl8pPr>
            <a:lvl9pPr lvl="8"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90" name="Google Shape;90;p13"/>
          <p:cNvSpPr txBox="1">
            <a:spLocks noGrp="1"/>
          </p:cNvSpPr>
          <p:nvPr>
            <p:ph type="subTitle" idx="14"/>
          </p:nvPr>
        </p:nvSpPr>
        <p:spPr>
          <a:xfrm>
            <a:off x="7278800" y="3803648"/>
            <a:ext cx="3376000" cy="584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3200" b="1">
                <a:latin typeface="Raleway"/>
                <a:ea typeface="Raleway"/>
                <a:cs typeface="Raleway"/>
                <a:sym typeface="Raleway"/>
              </a:defRPr>
            </a:lvl2pPr>
            <a:lvl3pPr lvl="2" rtl="0">
              <a:lnSpc>
                <a:spcPct val="100000"/>
              </a:lnSpc>
              <a:spcBef>
                <a:spcPts val="0"/>
              </a:spcBef>
              <a:spcAft>
                <a:spcPts val="0"/>
              </a:spcAft>
              <a:buSzPts val="2400"/>
              <a:buFont typeface="Raleway"/>
              <a:buNone/>
              <a:defRPr sz="3200" b="1">
                <a:latin typeface="Raleway"/>
                <a:ea typeface="Raleway"/>
                <a:cs typeface="Raleway"/>
                <a:sym typeface="Raleway"/>
              </a:defRPr>
            </a:lvl3pPr>
            <a:lvl4pPr lvl="3" rtl="0">
              <a:lnSpc>
                <a:spcPct val="100000"/>
              </a:lnSpc>
              <a:spcBef>
                <a:spcPts val="0"/>
              </a:spcBef>
              <a:spcAft>
                <a:spcPts val="0"/>
              </a:spcAft>
              <a:buSzPts val="2400"/>
              <a:buFont typeface="Raleway"/>
              <a:buNone/>
              <a:defRPr sz="3200" b="1">
                <a:latin typeface="Raleway"/>
                <a:ea typeface="Raleway"/>
                <a:cs typeface="Raleway"/>
                <a:sym typeface="Raleway"/>
              </a:defRPr>
            </a:lvl4pPr>
            <a:lvl5pPr lvl="4" rtl="0">
              <a:lnSpc>
                <a:spcPct val="100000"/>
              </a:lnSpc>
              <a:spcBef>
                <a:spcPts val="0"/>
              </a:spcBef>
              <a:spcAft>
                <a:spcPts val="0"/>
              </a:spcAft>
              <a:buSzPts val="2400"/>
              <a:buFont typeface="Raleway"/>
              <a:buNone/>
              <a:defRPr sz="3200" b="1">
                <a:latin typeface="Raleway"/>
                <a:ea typeface="Raleway"/>
                <a:cs typeface="Raleway"/>
                <a:sym typeface="Raleway"/>
              </a:defRPr>
            </a:lvl5pPr>
            <a:lvl6pPr lvl="5" rtl="0">
              <a:lnSpc>
                <a:spcPct val="100000"/>
              </a:lnSpc>
              <a:spcBef>
                <a:spcPts val="0"/>
              </a:spcBef>
              <a:spcAft>
                <a:spcPts val="0"/>
              </a:spcAft>
              <a:buSzPts val="2400"/>
              <a:buFont typeface="Raleway"/>
              <a:buNone/>
              <a:defRPr sz="3200" b="1">
                <a:latin typeface="Raleway"/>
                <a:ea typeface="Raleway"/>
                <a:cs typeface="Raleway"/>
                <a:sym typeface="Raleway"/>
              </a:defRPr>
            </a:lvl6pPr>
            <a:lvl7pPr lvl="6" rtl="0">
              <a:lnSpc>
                <a:spcPct val="100000"/>
              </a:lnSpc>
              <a:spcBef>
                <a:spcPts val="0"/>
              </a:spcBef>
              <a:spcAft>
                <a:spcPts val="0"/>
              </a:spcAft>
              <a:buSzPts val="2400"/>
              <a:buFont typeface="Raleway"/>
              <a:buNone/>
              <a:defRPr sz="3200" b="1">
                <a:latin typeface="Raleway"/>
                <a:ea typeface="Raleway"/>
                <a:cs typeface="Raleway"/>
                <a:sym typeface="Raleway"/>
              </a:defRPr>
            </a:lvl7pPr>
            <a:lvl8pPr lvl="7" rtl="0">
              <a:lnSpc>
                <a:spcPct val="100000"/>
              </a:lnSpc>
              <a:spcBef>
                <a:spcPts val="0"/>
              </a:spcBef>
              <a:spcAft>
                <a:spcPts val="0"/>
              </a:spcAft>
              <a:buSzPts val="2400"/>
              <a:buFont typeface="Raleway"/>
              <a:buNone/>
              <a:defRPr sz="3200" b="1">
                <a:latin typeface="Raleway"/>
                <a:ea typeface="Raleway"/>
                <a:cs typeface="Raleway"/>
                <a:sym typeface="Raleway"/>
              </a:defRPr>
            </a:lvl8pPr>
            <a:lvl9pPr lvl="8"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91" name="Google Shape;91;p13"/>
          <p:cNvSpPr txBox="1">
            <a:spLocks noGrp="1"/>
          </p:cNvSpPr>
          <p:nvPr>
            <p:ph type="subTitle" idx="15"/>
          </p:nvPr>
        </p:nvSpPr>
        <p:spPr>
          <a:xfrm>
            <a:off x="7278800" y="5257464"/>
            <a:ext cx="3376000" cy="584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3200" b="1">
                <a:latin typeface="Raleway"/>
                <a:ea typeface="Raleway"/>
                <a:cs typeface="Raleway"/>
                <a:sym typeface="Raleway"/>
              </a:defRPr>
            </a:lvl2pPr>
            <a:lvl3pPr lvl="2" rtl="0">
              <a:lnSpc>
                <a:spcPct val="100000"/>
              </a:lnSpc>
              <a:spcBef>
                <a:spcPts val="0"/>
              </a:spcBef>
              <a:spcAft>
                <a:spcPts val="0"/>
              </a:spcAft>
              <a:buSzPts val="2400"/>
              <a:buFont typeface="Raleway"/>
              <a:buNone/>
              <a:defRPr sz="3200" b="1">
                <a:latin typeface="Raleway"/>
                <a:ea typeface="Raleway"/>
                <a:cs typeface="Raleway"/>
                <a:sym typeface="Raleway"/>
              </a:defRPr>
            </a:lvl3pPr>
            <a:lvl4pPr lvl="3" rtl="0">
              <a:lnSpc>
                <a:spcPct val="100000"/>
              </a:lnSpc>
              <a:spcBef>
                <a:spcPts val="0"/>
              </a:spcBef>
              <a:spcAft>
                <a:spcPts val="0"/>
              </a:spcAft>
              <a:buSzPts val="2400"/>
              <a:buFont typeface="Raleway"/>
              <a:buNone/>
              <a:defRPr sz="3200" b="1">
                <a:latin typeface="Raleway"/>
                <a:ea typeface="Raleway"/>
                <a:cs typeface="Raleway"/>
                <a:sym typeface="Raleway"/>
              </a:defRPr>
            </a:lvl4pPr>
            <a:lvl5pPr lvl="4" rtl="0">
              <a:lnSpc>
                <a:spcPct val="100000"/>
              </a:lnSpc>
              <a:spcBef>
                <a:spcPts val="0"/>
              </a:spcBef>
              <a:spcAft>
                <a:spcPts val="0"/>
              </a:spcAft>
              <a:buSzPts val="2400"/>
              <a:buFont typeface="Raleway"/>
              <a:buNone/>
              <a:defRPr sz="3200" b="1">
                <a:latin typeface="Raleway"/>
                <a:ea typeface="Raleway"/>
                <a:cs typeface="Raleway"/>
                <a:sym typeface="Raleway"/>
              </a:defRPr>
            </a:lvl5pPr>
            <a:lvl6pPr lvl="5" rtl="0">
              <a:lnSpc>
                <a:spcPct val="100000"/>
              </a:lnSpc>
              <a:spcBef>
                <a:spcPts val="0"/>
              </a:spcBef>
              <a:spcAft>
                <a:spcPts val="0"/>
              </a:spcAft>
              <a:buSzPts val="2400"/>
              <a:buFont typeface="Raleway"/>
              <a:buNone/>
              <a:defRPr sz="3200" b="1">
                <a:latin typeface="Raleway"/>
                <a:ea typeface="Raleway"/>
                <a:cs typeface="Raleway"/>
                <a:sym typeface="Raleway"/>
              </a:defRPr>
            </a:lvl6pPr>
            <a:lvl7pPr lvl="6" rtl="0">
              <a:lnSpc>
                <a:spcPct val="100000"/>
              </a:lnSpc>
              <a:spcBef>
                <a:spcPts val="0"/>
              </a:spcBef>
              <a:spcAft>
                <a:spcPts val="0"/>
              </a:spcAft>
              <a:buSzPts val="2400"/>
              <a:buFont typeface="Raleway"/>
              <a:buNone/>
              <a:defRPr sz="3200" b="1">
                <a:latin typeface="Raleway"/>
                <a:ea typeface="Raleway"/>
                <a:cs typeface="Raleway"/>
                <a:sym typeface="Raleway"/>
              </a:defRPr>
            </a:lvl7pPr>
            <a:lvl8pPr lvl="7" rtl="0">
              <a:lnSpc>
                <a:spcPct val="100000"/>
              </a:lnSpc>
              <a:spcBef>
                <a:spcPts val="0"/>
              </a:spcBef>
              <a:spcAft>
                <a:spcPts val="0"/>
              </a:spcAft>
              <a:buSzPts val="2400"/>
              <a:buFont typeface="Raleway"/>
              <a:buNone/>
              <a:defRPr sz="3200" b="1">
                <a:latin typeface="Raleway"/>
                <a:ea typeface="Raleway"/>
                <a:cs typeface="Raleway"/>
                <a:sym typeface="Raleway"/>
              </a:defRPr>
            </a:lvl8pPr>
            <a:lvl9pPr lvl="8"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grpSp>
        <p:nvGrpSpPr>
          <p:cNvPr id="92" name="Google Shape;92;p13"/>
          <p:cNvGrpSpPr/>
          <p:nvPr/>
        </p:nvGrpSpPr>
        <p:grpSpPr>
          <a:xfrm>
            <a:off x="11232000" y="-5500"/>
            <a:ext cx="960400" cy="6858133"/>
            <a:chOff x="8424000" y="-4125"/>
            <a:chExt cx="720300" cy="5143600"/>
          </a:xfrm>
        </p:grpSpPr>
        <p:grpSp>
          <p:nvGrpSpPr>
            <p:cNvPr id="93" name="Google Shape;93;p13"/>
            <p:cNvGrpSpPr/>
            <p:nvPr/>
          </p:nvGrpSpPr>
          <p:grpSpPr>
            <a:xfrm>
              <a:off x="8584500" y="-4125"/>
              <a:ext cx="559800" cy="5143600"/>
              <a:chOff x="8584500" y="-4125"/>
              <a:chExt cx="559800" cy="5143600"/>
            </a:xfrm>
          </p:grpSpPr>
          <p:sp>
            <p:nvSpPr>
              <p:cNvPr id="94" name="Google Shape;94;p13"/>
              <p:cNvSpPr/>
              <p:nvPr/>
            </p:nvSpPr>
            <p:spPr>
              <a:xfrm>
                <a:off x="8584500" y="-4125"/>
                <a:ext cx="559800" cy="1714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95" name="Google Shape;95;p13"/>
              <p:cNvSpPr/>
              <p:nvPr/>
            </p:nvSpPr>
            <p:spPr>
              <a:xfrm>
                <a:off x="8584500" y="1710575"/>
                <a:ext cx="559800" cy="17145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96" name="Google Shape;96;p13"/>
              <p:cNvSpPr/>
              <p:nvPr/>
            </p:nvSpPr>
            <p:spPr>
              <a:xfrm>
                <a:off x="8584500" y="3424975"/>
                <a:ext cx="559800" cy="1714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97" name="Google Shape;97;p13"/>
            <p:cNvSpPr/>
            <p:nvPr/>
          </p:nvSpPr>
          <p:spPr>
            <a:xfrm rot="5400000">
              <a:off x="5934900" y="2489132"/>
              <a:ext cx="5138700" cy="1605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98" name="Google Shape;98;p13"/>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4022794325"/>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119"/>
        <p:cNvGrpSpPr/>
        <p:nvPr/>
      </p:nvGrpSpPr>
      <p:grpSpPr>
        <a:xfrm>
          <a:off x="0" y="0"/>
          <a:ext cx="0" cy="0"/>
          <a:chOff x="0" y="0"/>
          <a:chExt cx="0" cy="0"/>
        </a:xfrm>
      </p:grpSpPr>
      <p:sp>
        <p:nvSpPr>
          <p:cNvPr id="120" name="Google Shape;120;p16"/>
          <p:cNvSpPr txBox="1">
            <a:spLocks noGrp="1"/>
          </p:cNvSpPr>
          <p:nvPr>
            <p:ph type="title"/>
          </p:nvPr>
        </p:nvSpPr>
        <p:spPr>
          <a:xfrm>
            <a:off x="950967" y="719339"/>
            <a:ext cx="55940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1" name="Google Shape;121;p16"/>
          <p:cNvSpPr txBox="1">
            <a:spLocks noGrp="1"/>
          </p:cNvSpPr>
          <p:nvPr>
            <p:ph type="body" idx="1"/>
          </p:nvPr>
        </p:nvSpPr>
        <p:spPr>
          <a:xfrm>
            <a:off x="950967" y="1650205"/>
            <a:ext cx="5594000" cy="4007600"/>
          </a:xfrm>
          <a:prstGeom prst="rect">
            <a:avLst/>
          </a:prstGeom>
        </p:spPr>
        <p:txBody>
          <a:bodyPr spcFirstLastPara="1" wrap="square" lIns="91425" tIns="91425" rIns="91425" bIns="91425" anchor="t" anchorCtr="0">
            <a:noAutofit/>
          </a:bodyPr>
          <a:lstStyle>
            <a:lvl1pPr marL="609585" lvl="0" indent="-406390" rtl="0">
              <a:lnSpc>
                <a:spcPct val="100000"/>
              </a:lnSpc>
              <a:spcBef>
                <a:spcPts val="0"/>
              </a:spcBef>
              <a:spcAft>
                <a:spcPts val="0"/>
              </a:spcAft>
              <a:buSzPts val="1200"/>
              <a:buFont typeface="Raleway Light"/>
              <a:buChar char="●"/>
              <a:defRPr/>
            </a:lvl1pPr>
            <a:lvl2pPr marL="1219170" lvl="1" indent="-406390" rtl="0">
              <a:lnSpc>
                <a:spcPct val="100000"/>
              </a:lnSpc>
              <a:spcBef>
                <a:spcPts val="0"/>
              </a:spcBef>
              <a:spcAft>
                <a:spcPts val="0"/>
              </a:spcAft>
              <a:buSzPts val="1200"/>
              <a:buFont typeface="Nunito Light"/>
              <a:buChar char="○"/>
              <a:defRPr/>
            </a:lvl2pPr>
            <a:lvl3pPr marL="1828754" lvl="2" indent="-406390" rtl="0">
              <a:lnSpc>
                <a:spcPct val="100000"/>
              </a:lnSpc>
              <a:spcBef>
                <a:spcPts val="0"/>
              </a:spcBef>
              <a:spcAft>
                <a:spcPts val="0"/>
              </a:spcAft>
              <a:buSzPts val="1200"/>
              <a:buFont typeface="Nunito Light"/>
              <a:buChar char="■"/>
              <a:defRPr/>
            </a:lvl3pPr>
            <a:lvl4pPr marL="2438339" lvl="3" indent="-406390" rtl="0">
              <a:lnSpc>
                <a:spcPct val="100000"/>
              </a:lnSpc>
              <a:spcBef>
                <a:spcPts val="0"/>
              </a:spcBef>
              <a:spcAft>
                <a:spcPts val="0"/>
              </a:spcAft>
              <a:buSzPts val="1200"/>
              <a:buFont typeface="Nunito Light"/>
              <a:buChar char="●"/>
              <a:defRPr/>
            </a:lvl4pPr>
            <a:lvl5pPr marL="3047924" lvl="4" indent="-406390" rtl="0">
              <a:lnSpc>
                <a:spcPct val="100000"/>
              </a:lnSpc>
              <a:spcBef>
                <a:spcPts val="0"/>
              </a:spcBef>
              <a:spcAft>
                <a:spcPts val="0"/>
              </a:spcAft>
              <a:buSzPts val="1200"/>
              <a:buFont typeface="Nunito Light"/>
              <a:buChar char="○"/>
              <a:defRPr/>
            </a:lvl5pPr>
            <a:lvl6pPr marL="3657509" lvl="5" indent="-406390" rtl="0">
              <a:lnSpc>
                <a:spcPct val="100000"/>
              </a:lnSpc>
              <a:spcBef>
                <a:spcPts val="0"/>
              </a:spcBef>
              <a:spcAft>
                <a:spcPts val="0"/>
              </a:spcAft>
              <a:buSzPts val="1200"/>
              <a:buFont typeface="Nunito Light"/>
              <a:buChar char="■"/>
              <a:defRPr/>
            </a:lvl6pPr>
            <a:lvl7pPr marL="4267093" lvl="6" indent="-406390" rtl="0">
              <a:lnSpc>
                <a:spcPct val="100000"/>
              </a:lnSpc>
              <a:spcBef>
                <a:spcPts val="0"/>
              </a:spcBef>
              <a:spcAft>
                <a:spcPts val="0"/>
              </a:spcAft>
              <a:buSzPts val="1200"/>
              <a:buFont typeface="Nunito Light"/>
              <a:buChar char="●"/>
              <a:defRPr/>
            </a:lvl7pPr>
            <a:lvl8pPr marL="4876678" lvl="7" indent="-406390" rtl="0">
              <a:lnSpc>
                <a:spcPct val="100000"/>
              </a:lnSpc>
              <a:spcBef>
                <a:spcPts val="0"/>
              </a:spcBef>
              <a:spcAft>
                <a:spcPts val="0"/>
              </a:spcAft>
              <a:buSzPts val="1200"/>
              <a:buFont typeface="Nunito Light"/>
              <a:buChar char="○"/>
              <a:defRPr/>
            </a:lvl8pPr>
            <a:lvl9pPr marL="5486263" lvl="8" indent="-406390" rtl="0">
              <a:lnSpc>
                <a:spcPct val="100000"/>
              </a:lnSpc>
              <a:spcBef>
                <a:spcPts val="0"/>
              </a:spcBef>
              <a:spcAft>
                <a:spcPts val="0"/>
              </a:spcAft>
              <a:buSzPts val="1200"/>
              <a:buFont typeface="Nunito Light"/>
              <a:buChar char="■"/>
              <a:defRPr/>
            </a:lvl9pPr>
          </a:lstStyle>
          <a:p>
            <a:endParaRPr/>
          </a:p>
        </p:txBody>
      </p:sp>
      <p:grpSp>
        <p:nvGrpSpPr>
          <p:cNvPr id="122" name="Google Shape;122;p16"/>
          <p:cNvGrpSpPr/>
          <p:nvPr/>
        </p:nvGrpSpPr>
        <p:grpSpPr>
          <a:xfrm>
            <a:off x="0" y="6216000"/>
            <a:ext cx="12192000" cy="642000"/>
            <a:chOff x="0" y="4662000"/>
            <a:chExt cx="9144000" cy="481500"/>
          </a:xfrm>
        </p:grpSpPr>
        <p:sp>
          <p:nvSpPr>
            <p:cNvPr id="123" name="Google Shape;123;p16"/>
            <p:cNvSpPr/>
            <p:nvPr/>
          </p:nvSpPr>
          <p:spPr>
            <a:xfrm>
              <a:off x="0" y="4983000"/>
              <a:ext cx="9144000" cy="160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24" name="Google Shape;124;p16"/>
            <p:cNvSpPr/>
            <p:nvPr/>
          </p:nvSpPr>
          <p:spPr>
            <a:xfrm>
              <a:off x="0" y="4822500"/>
              <a:ext cx="9144000" cy="1605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25" name="Google Shape;125;p16"/>
            <p:cNvSpPr/>
            <p:nvPr/>
          </p:nvSpPr>
          <p:spPr>
            <a:xfrm>
              <a:off x="0" y="4662000"/>
              <a:ext cx="9144000" cy="160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126" name="Google Shape;126;p16"/>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637182712"/>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Title and text">
  <p:cSld name="1_Title and text">
    <p:spTree>
      <p:nvGrpSpPr>
        <p:cNvPr id="1" name="Shape 252"/>
        <p:cNvGrpSpPr/>
        <p:nvPr/>
      </p:nvGrpSpPr>
      <p:grpSpPr>
        <a:xfrm>
          <a:off x="0" y="0"/>
          <a:ext cx="0" cy="0"/>
          <a:chOff x="0" y="0"/>
          <a:chExt cx="0" cy="0"/>
        </a:xfrm>
      </p:grpSpPr>
      <p:sp>
        <p:nvSpPr>
          <p:cNvPr id="253" name="Google Shape;253;p28"/>
          <p:cNvSpPr txBox="1">
            <a:spLocks noGrp="1"/>
          </p:cNvSpPr>
          <p:nvPr>
            <p:ph type="title"/>
          </p:nvPr>
        </p:nvSpPr>
        <p:spPr>
          <a:xfrm>
            <a:off x="950967" y="983800"/>
            <a:ext cx="6193600" cy="1791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254" name="Google Shape;254;p28"/>
          <p:cNvSpPr txBox="1">
            <a:spLocks noGrp="1"/>
          </p:cNvSpPr>
          <p:nvPr>
            <p:ph type="subTitle" idx="1"/>
          </p:nvPr>
        </p:nvSpPr>
        <p:spPr>
          <a:xfrm>
            <a:off x="950967" y="2854767"/>
            <a:ext cx="6193600" cy="30644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200"/>
              <a:buFont typeface="Open Sans"/>
              <a:buAutoNum type="arabicPeriod"/>
              <a:defRPr/>
            </a:lvl1pPr>
            <a:lvl2pPr lvl="1" algn="ctr">
              <a:lnSpc>
                <a:spcPct val="100000"/>
              </a:lnSpc>
              <a:spcBef>
                <a:spcPts val="1333"/>
              </a:spcBef>
              <a:spcAft>
                <a:spcPts val="0"/>
              </a:spcAft>
              <a:buClr>
                <a:srgbClr val="E76A28"/>
              </a:buClr>
              <a:buSzPts val="1200"/>
              <a:buFont typeface="Nunito Light"/>
              <a:buAutoNum type="alphaLcPeriod"/>
              <a:defRPr/>
            </a:lvl2pPr>
            <a:lvl3pPr lvl="2" algn="ctr">
              <a:lnSpc>
                <a:spcPct val="100000"/>
              </a:lnSpc>
              <a:spcBef>
                <a:spcPts val="0"/>
              </a:spcBef>
              <a:spcAft>
                <a:spcPts val="0"/>
              </a:spcAft>
              <a:buClr>
                <a:srgbClr val="E76A28"/>
              </a:buClr>
              <a:buSzPts val="1200"/>
              <a:buFont typeface="Nunito Light"/>
              <a:buAutoNum type="romanLcPeriod"/>
              <a:defRPr/>
            </a:lvl3pPr>
            <a:lvl4pPr lvl="3" algn="ctr">
              <a:lnSpc>
                <a:spcPct val="100000"/>
              </a:lnSpc>
              <a:spcBef>
                <a:spcPts val="0"/>
              </a:spcBef>
              <a:spcAft>
                <a:spcPts val="0"/>
              </a:spcAft>
              <a:buClr>
                <a:srgbClr val="E76A28"/>
              </a:buClr>
              <a:buSzPts val="1200"/>
              <a:buFont typeface="Nunito Light"/>
              <a:buAutoNum type="arabicPeriod"/>
              <a:defRPr/>
            </a:lvl4pPr>
            <a:lvl5pPr lvl="4" algn="ctr">
              <a:lnSpc>
                <a:spcPct val="100000"/>
              </a:lnSpc>
              <a:spcBef>
                <a:spcPts val="0"/>
              </a:spcBef>
              <a:spcAft>
                <a:spcPts val="0"/>
              </a:spcAft>
              <a:buClr>
                <a:srgbClr val="E76A28"/>
              </a:buClr>
              <a:buSzPts val="1200"/>
              <a:buFont typeface="Nunito Light"/>
              <a:buAutoNum type="alphaLcPeriod"/>
              <a:defRPr/>
            </a:lvl5pPr>
            <a:lvl6pPr lvl="5" algn="ctr">
              <a:lnSpc>
                <a:spcPct val="100000"/>
              </a:lnSpc>
              <a:spcBef>
                <a:spcPts val="0"/>
              </a:spcBef>
              <a:spcAft>
                <a:spcPts val="0"/>
              </a:spcAft>
              <a:buClr>
                <a:srgbClr val="999999"/>
              </a:buClr>
              <a:buSzPts val="1200"/>
              <a:buFont typeface="Nunito Light"/>
              <a:buAutoNum type="romanLcPeriod"/>
              <a:defRPr/>
            </a:lvl6pPr>
            <a:lvl7pPr lvl="6" algn="ctr">
              <a:lnSpc>
                <a:spcPct val="100000"/>
              </a:lnSpc>
              <a:spcBef>
                <a:spcPts val="0"/>
              </a:spcBef>
              <a:spcAft>
                <a:spcPts val="0"/>
              </a:spcAft>
              <a:buClr>
                <a:srgbClr val="999999"/>
              </a:buClr>
              <a:buSzPts val="1200"/>
              <a:buFont typeface="Nunito Light"/>
              <a:buAutoNum type="arabicPeriod"/>
              <a:defRPr/>
            </a:lvl7pPr>
            <a:lvl8pPr lvl="7" algn="ctr">
              <a:lnSpc>
                <a:spcPct val="100000"/>
              </a:lnSpc>
              <a:spcBef>
                <a:spcPts val="0"/>
              </a:spcBef>
              <a:spcAft>
                <a:spcPts val="0"/>
              </a:spcAft>
              <a:buClr>
                <a:srgbClr val="999999"/>
              </a:buClr>
              <a:buSzPts val="1200"/>
              <a:buFont typeface="Nunito Light"/>
              <a:buAutoNum type="alphaLcPeriod"/>
              <a:defRPr/>
            </a:lvl8pPr>
            <a:lvl9pPr lvl="8" algn="ctr">
              <a:lnSpc>
                <a:spcPct val="100000"/>
              </a:lnSpc>
              <a:spcBef>
                <a:spcPts val="0"/>
              </a:spcBef>
              <a:spcAft>
                <a:spcPts val="0"/>
              </a:spcAft>
              <a:buClr>
                <a:srgbClr val="999999"/>
              </a:buClr>
              <a:buSzPts val="1200"/>
              <a:buFont typeface="Nunito Light"/>
              <a:buAutoNum type="romanLcPeriod"/>
              <a:defRPr/>
            </a:lvl9pPr>
          </a:lstStyle>
          <a:p>
            <a:endParaRPr/>
          </a:p>
        </p:txBody>
      </p:sp>
      <p:sp>
        <p:nvSpPr>
          <p:cNvPr id="255" name="Google Shape;255;p28"/>
          <p:cNvSpPr>
            <a:spLocks noGrp="1"/>
          </p:cNvSpPr>
          <p:nvPr>
            <p:ph type="pic" idx="2"/>
          </p:nvPr>
        </p:nvSpPr>
        <p:spPr>
          <a:xfrm>
            <a:off x="7306433" y="719333"/>
            <a:ext cx="3934400" cy="5419200"/>
          </a:xfrm>
          <a:prstGeom prst="rect">
            <a:avLst/>
          </a:prstGeom>
          <a:noFill/>
          <a:ln>
            <a:noFill/>
          </a:ln>
        </p:spPr>
      </p:sp>
      <p:grpSp>
        <p:nvGrpSpPr>
          <p:cNvPr id="256" name="Google Shape;256;p28"/>
          <p:cNvGrpSpPr/>
          <p:nvPr/>
        </p:nvGrpSpPr>
        <p:grpSpPr>
          <a:xfrm>
            <a:off x="10290233" y="4572400"/>
            <a:ext cx="1901600" cy="2285600"/>
            <a:chOff x="7717675" y="3429300"/>
            <a:chExt cx="1426200" cy="1714200"/>
          </a:xfrm>
        </p:grpSpPr>
        <p:sp>
          <p:nvSpPr>
            <p:cNvPr id="257" name="Google Shape;257;p28"/>
            <p:cNvSpPr/>
            <p:nvPr/>
          </p:nvSpPr>
          <p:spPr>
            <a:xfrm>
              <a:off x="8430775" y="4286400"/>
              <a:ext cx="713100" cy="8571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58" name="Google Shape;258;p28"/>
            <p:cNvSpPr/>
            <p:nvPr/>
          </p:nvSpPr>
          <p:spPr>
            <a:xfrm>
              <a:off x="8430775" y="3429300"/>
              <a:ext cx="7131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59" name="Google Shape;259;p28"/>
            <p:cNvSpPr/>
            <p:nvPr/>
          </p:nvSpPr>
          <p:spPr>
            <a:xfrm>
              <a:off x="7717675" y="4286400"/>
              <a:ext cx="7131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260" name="Google Shape;260;p28"/>
          <p:cNvSpPr/>
          <p:nvPr/>
        </p:nvSpPr>
        <p:spPr>
          <a:xfrm>
            <a:off x="950967" y="7193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3608802591"/>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265"/>
        <p:cNvGrpSpPr/>
        <p:nvPr/>
      </p:nvGrpSpPr>
      <p:grpSpPr>
        <a:xfrm>
          <a:off x="0" y="0"/>
          <a:ext cx="0" cy="0"/>
          <a:chOff x="0" y="0"/>
          <a:chExt cx="0" cy="0"/>
        </a:xfrm>
      </p:grpSpPr>
      <p:grpSp>
        <p:nvGrpSpPr>
          <p:cNvPr id="266" name="Google Shape;266;p30"/>
          <p:cNvGrpSpPr/>
          <p:nvPr/>
        </p:nvGrpSpPr>
        <p:grpSpPr>
          <a:xfrm>
            <a:off x="446" y="2867"/>
            <a:ext cx="951067" cy="6852300"/>
            <a:chOff x="7468800" y="0"/>
            <a:chExt cx="1675200" cy="5139225"/>
          </a:xfrm>
        </p:grpSpPr>
        <p:sp>
          <p:nvSpPr>
            <p:cNvPr id="267" name="Google Shape;267;p30"/>
            <p:cNvSpPr/>
            <p:nvPr/>
          </p:nvSpPr>
          <p:spPr>
            <a:xfrm>
              <a:off x="7468800" y="3464996"/>
              <a:ext cx="1675200" cy="816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68" name="Google Shape;268;p30"/>
            <p:cNvSpPr/>
            <p:nvPr/>
          </p:nvSpPr>
          <p:spPr>
            <a:xfrm>
              <a:off x="7468800" y="4282125"/>
              <a:ext cx="16752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69" name="Google Shape;269;p30"/>
            <p:cNvSpPr/>
            <p:nvPr/>
          </p:nvSpPr>
          <p:spPr>
            <a:xfrm>
              <a:off x="7468800" y="2487375"/>
              <a:ext cx="1675200" cy="1605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70" name="Google Shape;270;p30"/>
            <p:cNvSpPr/>
            <p:nvPr/>
          </p:nvSpPr>
          <p:spPr>
            <a:xfrm>
              <a:off x="7468800" y="2647875"/>
              <a:ext cx="1675200" cy="8169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71" name="Google Shape;271;p30"/>
            <p:cNvSpPr/>
            <p:nvPr/>
          </p:nvSpPr>
          <p:spPr>
            <a:xfrm rot="10800000" flipH="1">
              <a:off x="7468800" y="857329"/>
              <a:ext cx="1675200" cy="816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72" name="Google Shape;272;p30"/>
            <p:cNvSpPr/>
            <p:nvPr/>
          </p:nvSpPr>
          <p:spPr>
            <a:xfrm rot="10800000" flipH="1">
              <a:off x="7468800" y="0"/>
              <a:ext cx="16752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73" name="Google Shape;273;p30"/>
            <p:cNvSpPr/>
            <p:nvPr/>
          </p:nvSpPr>
          <p:spPr>
            <a:xfrm rot="10800000" flipH="1">
              <a:off x="7468800" y="1674450"/>
              <a:ext cx="1675200" cy="8169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Tree>
    <p:extLst>
      <p:ext uri="{BB962C8B-B14F-4D97-AF65-F5344CB8AC3E}">
        <p14:creationId xmlns:p14="http://schemas.microsoft.com/office/powerpoint/2010/main" val="2466651783"/>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274"/>
        <p:cNvGrpSpPr/>
        <p:nvPr/>
      </p:nvGrpSpPr>
      <p:grpSpPr>
        <a:xfrm>
          <a:off x="0" y="0"/>
          <a:ext cx="0" cy="0"/>
          <a:chOff x="0" y="0"/>
          <a:chExt cx="0" cy="0"/>
        </a:xfrm>
      </p:grpSpPr>
      <p:grpSp>
        <p:nvGrpSpPr>
          <p:cNvPr id="275" name="Google Shape;275;p31"/>
          <p:cNvGrpSpPr/>
          <p:nvPr/>
        </p:nvGrpSpPr>
        <p:grpSpPr>
          <a:xfrm>
            <a:off x="1" y="0"/>
            <a:ext cx="12191833" cy="6858000"/>
            <a:chOff x="0" y="0"/>
            <a:chExt cx="9143875" cy="5143500"/>
          </a:xfrm>
        </p:grpSpPr>
        <p:sp>
          <p:nvSpPr>
            <p:cNvPr id="276" name="Google Shape;276;p31"/>
            <p:cNvSpPr/>
            <p:nvPr/>
          </p:nvSpPr>
          <p:spPr>
            <a:xfrm rot="10800000" flipH="1">
              <a:off x="0" y="4286400"/>
              <a:ext cx="7131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77" name="Google Shape;277;p31"/>
            <p:cNvSpPr/>
            <p:nvPr/>
          </p:nvSpPr>
          <p:spPr>
            <a:xfrm rot="10800000" flipH="1">
              <a:off x="0" y="3429300"/>
              <a:ext cx="7131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78" name="Google Shape;278;p31"/>
            <p:cNvSpPr/>
            <p:nvPr/>
          </p:nvSpPr>
          <p:spPr>
            <a:xfrm rot="10800000" flipH="1">
              <a:off x="8430775" y="0"/>
              <a:ext cx="713100" cy="8571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79" name="Google Shape;279;p31"/>
            <p:cNvSpPr/>
            <p:nvPr/>
          </p:nvSpPr>
          <p:spPr>
            <a:xfrm rot="10800000" flipH="1">
              <a:off x="8430775" y="857100"/>
              <a:ext cx="7131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80" name="Google Shape;280;p31"/>
            <p:cNvSpPr/>
            <p:nvPr/>
          </p:nvSpPr>
          <p:spPr>
            <a:xfrm>
              <a:off x="8430775" y="1714200"/>
              <a:ext cx="713100" cy="1605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281" name="Google Shape;281;p31"/>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4240071911"/>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6"/>
        <p:cNvGrpSpPr/>
        <p:nvPr/>
      </p:nvGrpSpPr>
      <p:grpSpPr>
        <a:xfrm>
          <a:off x="0" y="0"/>
          <a:ext cx="0" cy="0"/>
          <a:chOff x="0" y="0"/>
          <a:chExt cx="0" cy="0"/>
        </a:xfrm>
      </p:grpSpPr>
      <p:sp>
        <p:nvSpPr>
          <p:cNvPr id="27" name="Google Shape;27;p5"/>
          <p:cNvSpPr txBox="1">
            <a:spLocks noGrp="1"/>
          </p:cNvSpPr>
          <p:nvPr>
            <p:ph type="title"/>
          </p:nvPr>
        </p:nvSpPr>
        <p:spPr>
          <a:xfrm>
            <a:off x="960000" y="719333"/>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8" name="Google Shape;28;p5"/>
          <p:cNvSpPr txBox="1">
            <a:spLocks noGrp="1"/>
          </p:cNvSpPr>
          <p:nvPr>
            <p:ph type="subTitle" idx="1"/>
          </p:nvPr>
        </p:nvSpPr>
        <p:spPr>
          <a:xfrm>
            <a:off x="2170967" y="4373233"/>
            <a:ext cx="8356800" cy="93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9" name="Google Shape;29;p5"/>
          <p:cNvSpPr txBox="1">
            <a:spLocks noGrp="1"/>
          </p:cNvSpPr>
          <p:nvPr>
            <p:ph type="subTitle" idx="2"/>
          </p:nvPr>
        </p:nvSpPr>
        <p:spPr>
          <a:xfrm>
            <a:off x="2170967" y="2460399"/>
            <a:ext cx="8356800" cy="93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0" name="Google Shape;30;p5"/>
          <p:cNvSpPr txBox="1">
            <a:spLocks noGrp="1"/>
          </p:cNvSpPr>
          <p:nvPr>
            <p:ph type="subTitle" idx="3"/>
          </p:nvPr>
        </p:nvSpPr>
        <p:spPr>
          <a:xfrm>
            <a:off x="2170967" y="2117567"/>
            <a:ext cx="8356800" cy="473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31" name="Google Shape;31;p5"/>
          <p:cNvSpPr txBox="1">
            <a:spLocks noGrp="1"/>
          </p:cNvSpPr>
          <p:nvPr>
            <p:ph type="subTitle" idx="4"/>
          </p:nvPr>
        </p:nvSpPr>
        <p:spPr>
          <a:xfrm>
            <a:off x="2170967" y="4030467"/>
            <a:ext cx="8356800" cy="473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grpSp>
        <p:nvGrpSpPr>
          <p:cNvPr id="32" name="Google Shape;32;p5"/>
          <p:cNvGrpSpPr/>
          <p:nvPr/>
        </p:nvGrpSpPr>
        <p:grpSpPr>
          <a:xfrm>
            <a:off x="0" y="6215985"/>
            <a:ext cx="12192000" cy="642017"/>
            <a:chOff x="0" y="4661988"/>
            <a:chExt cx="9144000" cy="481513"/>
          </a:xfrm>
        </p:grpSpPr>
        <p:sp>
          <p:nvSpPr>
            <p:cNvPr id="33" name="Google Shape;33;p5"/>
            <p:cNvSpPr/>
            <p:nvPr/>
          </p:nvSpPr>
          <p:spPr>
            <a:xfrm>
              <a:off x="0" y="4983000"/>
              <a:ext cx="9144000" cy="160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34" name="Google Shape;34;p5"/>
            <p:cNvSpPr/>
            <p:nvPr/>
          </p:nvSpPr>
          <p:spPr>
            <a:xfrm>
              <a:off x="0" y="4822500"/>
              <a:ext cx="9144000" cy="1605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35" name="Google Shape;35;p5"/>
            <p:cNvSpPr/>
            <p:nvPr/>
          </p:nvSpPr>
          <p:spPr>
            <a:xfrm>
              <a:off x="0" y="4661988"/>
              <a:ext cx="9144000" cy="160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36" name="Google Shape;36;p5"/>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857141529"/>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37"/>
        <p:cNvGrpSpPr/>
        <p:nvPr/>
      </p:nvGrpSpPr>
      <p:grpSpPr>
        <a:xfrm>
          <a:off x="0" y="0"/>
          <a:ext cx="0" cy="0"/>
          <a:chOff x="0" y="0"/>
          <a:chExt cx="0" cy="0"/>
        </a:xfrm>
      </p:grpSpPr>
      <p:sp>
        <p:nvSpPr>
          <p:cNvPr id="38" name="Google Shape;38;p6"/>
          <p:cNvSpPr txBox="1">
            <a:spLocks noGrp="1"/>
          </p:cNvSpPr>
          <p:nvPr>
            <p:ph type="title"/>
          </p:nvPr>
        </p:nvSpPr>
        <p:spPr>
          <a:xfrm>
            <a:off x="960000" y="719333"/>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39" name="Google Shape;39;p6"/>
          <p:cNvGrpSpPr/>
          <p:nvPr/>
        </p:nvGrpSpPr>
        <p:grpSpPr>
          <a:xfrm>
            <a:off x="1" y="4572400"/>
            <a:ext cx="12188633" cy="2285600"/>
            <a:chOff x="0" y="3429300"/>
            <a:chExt cx="9141475" cy="1714200"/>
          </a:xfrm>
        </p:grpSpPr>
        <p:sp>
          <p:nvSpPr>
            <p:cNvPr id="40" name="Google Shape;40;p6"/>
            <p:cNvSpPr/>
            <p:nvPr/>
          </p:nvSpPr>
          <p:spPr>
            <a:xfrm rot="10800000" flipH="1">
              <a:off x="0" y="4286400"/>
              <a:ext cx="7107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41" name="Google Shape;41;p6"/>
            <p:cNvSpPr/>
            <p:nvPr/>
          </p:nvSpPr>
          <p:spPr>
            <a:xfrm rot="10800000" flipH="1">
              <a:off x="0" y="3429300"/>
              <a:ext cx="7107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42" name="Google Shape;42;p6"/>
            <p:cNvSpPr/>
            <p:nvPr/>
          </p:nvSpPr>
          <p:spPr>
            <a:xfrm rot="10800000" flipH="1">
              <a:off x="8430775" y="4286400"/>
              <a:ext cx="7107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43" name="Google Shape;43;p6"/>
            <p:cNvSpPr/>
            <p:nvPr/>
          </p:nvSpPr>
          <p:spPr>
            <a:xfrm>
              <a:off x="8430775" y="4125900"/>
              <a:ext cx="710700" cy="1605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44" name="Google Shape;44;p6"/>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2873160571"/>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135"/>
        <p:cNvGrpSpPr/>
        <p:nvPr/>
      </p:nvGrpSpPr>
      <p:grpSpPr>
        <a:xfrm>
          <a:off x="0" y="0"/>
          <a:ext cx="0" cy="0"/>
          <a:chOff x="0" y="0"/>
          <a:chExt cx="0" cy="0"/>
        </a:xfrm>
      </p:grpSpPr>
      <p:sp>
        <p:nvSpPr>
          <p:cNvPr id="136" name="Google Shape;136;p18"/>
          <p:cNvSpPr txBox="1">
            <a:spLocks noGrp="1"/>
          </p:cNvSpPr>
          <p:nvPr>
            <p:ph type="title"/>
          </p:nvPr>
        </p:nvSpPr>
        <p:spPr>
          <a:xfrm>
            <a:off x="960000" y="719333"/>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7" name="Google Shape;137;p18"/>
          <p:cNvSpPr txBox="1">
            <a:spLocks noGrp="1"/>
          </p:cNvSpPr>
          <p:nvPr>
            <p:ph type="subTitle" idx="1"/>
          </p:nvPr>
        </p:nvSpPr>
        <p:spPr>
          <a:xfrm>
            <a:off x="950967" y="3713867"/>
            <a:ext cx="3159600" cy="242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8" name="Google Shape;138;p18"/>
          <p:cNvSpPr txBox="1">
            <a:spLocks noGrp="1"/>
          </p:cNvSpPr>
          <p:nvPr>
            <p:ph type="subTitle" idx="2"/>
          </p:nvPr>
        </p:nvSpPr>
        <p:spPr>
          <a:xfrm>
            <a:off x="4308481" y="3713867"/>
            <a:ext cx="3159600" cy="242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9" name="Google Shape;139;p18"/>
          <p:cNvSpPr txBox="1">
            <a:spLocks noGrp="1"/>
          </p:cNvSpPr>
          <p:nvPr>
            <p:ph type="subTitle" idx="3"/>
          </p:nvPr>
        </p:nvSpPr>
        <p:spPr>
          <a:xfrm>
            <a:off x="7665995" y="3713867"/>
            <a:ext cx="3159600" cy="242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0" name="Google Shape;140;p18"/>
          <p:cNvSpPr txBox="1">
            <a:spLocks noGrp="1"/>
          </p:cNvSpPr>
          <p:nvPr>
            <p:ph type="subTitle" idx="4"/>
          </p:nvPr>
        </p:nvSpPr>
        <p:spPr>
          <a:xfrm>
            <a:off x="950967" y="2936167"/>
            <a:ext cx="3159600" cy="944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141" name="Google Shape;141;p18"/>
          <p:cNvSpPr txBox="1">
            <a:spLocks noGrp="1"/>
          </p:cNvSpPr>
          <p:nvPr>
            <p:ph type="subTitle" idx="5"/>
          </p:nvPr>
        </p:nvSpPr>
        <p:spPr>
          <a:xfrm>
            <a:off x="4308476" y="2936167"/>
            <a:ext cx="3159600" cy="944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142" name="Google Shape;142;p18"/>
          <p:cNvSpPr txBox="1">
            <a:spLocks noGrp="1"/>
          </p:cNvSpPr>
          <p:nvPr>
            <p:ph type="subTitle" idx="6"/>
          </p:nvPr>
        </p:nvSpPr>
        <p:spPr>
          <a:xfrm>
            <a:off x="7665984" y="2936167"/>
            <a:ext cx="3159600" cy="944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grpSp>
        <p:nvGrpSpPr>
          <p:cNvPr id="143" name="Google Shape;143;p18"/>
          <p:cNvGrpSpPr/>
          <p:nvPr/>
        </p:nvGrpSpPr>
        <p:grpSpPr>
          <a:xfrm>
            <a:off x="11727900" y="3215600"/>
            <a:ext cx="486000" cy="3642400"/>
            <a:chOff x="8795925" y="2411700"/>
            <a:chExt cx="364500" cy="2731800"/>
          </a:xfrm>
        </p:grpSpPr>
        <p:sp>
          <p:nvSpPr>
            <p:cNvPr id="144" name="Google Shape;144;p18"/>
            <p:cNvSpPr/>
            <p:nvPr/>
          </p:nvSpPr>
          <p:spPr>
            <a:xfrm rot="10800000" flipH="1">
              <a:off x="8795925" y="4286400"/>
              <a:ext cx="3645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45" name="Google Shape;145;p18"/>
            <p:cNvSpPr/>
            <p:nvPr/>
          </p:nvSpPr>
          <p:spPr>
            <a:xfrm rot="10800000" flipH="1">
              <a:off x="8795925" y="3429300"/>
              <a:ext cx="364500" cy="8571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46" name="Google Shape;146;p18"/>
            <p:cNvSpPr/>
            <p:nvPr/>
          </p:nvSpPr>
          <p:spPr>
            <a:xfrm rot="10800000" flipH="1">
              <a:off x="8795925" y="2572200"/>
              <a:ext cx="3645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47" name="Google Shape;147;p18"/>
            <p:cNvSpPr/>
            <p:nvPr/>
          </p:nvSpPr>
          <p:spPr>
            <a:xfrm>
              <a:off x="8795925" y="2411700"/>
              <a:ext cx="364500" cy="1605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148" name="Google Shape;148;p18"/>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2863412764"/>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167"/>
        <p:cNvGrpSpPr/>
        <p:nvPr/>
      </p:nvGrpSpPr>
      <p:grpSpPr>
        <a:xfrm>
          <a:off x="0" y="0"/>
          <a:ext cx="0" cy="0"/>
          <a:chOff x="0" y="0"/>
          <a:chExt cx="0" cy="0"/>
        </a:xfrm>
      </p:grpSpPr>
      <p:sp>
        <p:nvSpPr>
          <p:cNvPr id="168" name="Google Shape;168;p20"/>
          <p:cNvSpPr txBox="1">
            <a:spLocks noGrp="1"/>
          </p:cNvSpPr>
          <p:nvPr>
            <p:ph type="title"/>
          </p:nvPr>
        </p:nvSpPr>
        <p:spPr>
          <a:xfrm>
            <a:off x="960000" y="719333"/>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9" name="Google Shape;169;p20"/>
          <p:cNvSpPr txBox="1">
            <a:spLocks noGrp="1"/>
          </p:cNvSpPr>
          <p:nvPr>
            <p:ph type="subTitle" idx="1"/>
          </p:nvPr>
        </p:nvSpPr>
        <p:spPr>
          <a:xfrm>
            <a:off x="950800" y="2077013"/>
            <a:ext cx="2978000" cy="155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0" name="Google Shape;170;p20"/>
          <p:cNvSpPr txBox="1">
            <a:spLocks noGrp="1"/>
          </p:cNvSpPr>
          <p:nvPr>
            <p:ph type="subTitle" idx="2"/>
          </p:nvPr>
        </p:nvSpPr>
        <p:spPr>
          <a:xfrm>
            <a:off x="4607000" y="2077013"/>
            <a:ext cx="2978000" cy="155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1" name="Google Shape;171;p20"/>
          <p:cNvSpPr txBox="1">
            <a:spLocks noGrp="1"/>
          </p:cNvSpPr>
          <p:nvPr>
            <p:ph type="subTitle" idx="3"/>
          </p:nvPr>
        </p:nvSpPr>
        <p:spPr>
          <a:xfrm>
            <a:off x="950800" y="4384067"/>
            <a:ext cx="2978000" cy="155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2" name="Google Shape;172;p20"/>
          <p:cNvSpPr txBox="1">
            <a:spLocks noGrp="1"/>
          </p:cNvSpPr>
          <p:nvPr>
            <p:ph type="subTitle" idx="4"/>
          </p:nvPr>
        </p:nvSpPr>
        <p:spPr>
          <a:xfrm>
            <a:off x="4607000" y="4384067"/>
            <a:ext cx="2978000" cy="155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3" name="Google Shape;173;p20"/>
          <p:cNvSpPr txBox="1">
            <a:spLocks noGrp="1"/>
          </p:cNvSpPr>
          <p:nvPr>
            <p:ph type="subTitle" idx="5"/>
          </p:nvPr>
        </p:nvSpPr>
        <p:spPr>
          <a:xfrm>
            <a:off x="8263200" y="2077013"/>
            <a:ext cx="2978000" cy="155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4" name="Google Shape;174;p20"/>
          <p:cNvSpPr txBox="1">
            <a:spLocks noGrp="1"/>
          </p:cNvSpPr>
          <p:nvPr>
            <p:ph type="subTitle" idx="6"/>
          </p:nvPr>
        </p:nvSpPr>
        <p:spPr>
          <a:xfrm>
            <a:off x="8263200" y="4384067"/>
            <a:ext cx="2978000" cy="155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5" name="Google Shape;175;p20"/>
          <p:cNvSpPr txBox="1">
            <a:spLocks noGrp="1"/>
          </p:cNvSpPr>
          <p:nvPr>
            <p:ph type="subTitle" idx="7"/>
          </p:nvPr>
        </p:nvSpPr>
        <p:spPr>
          <a:xfrm>
            <a:off x="950800" y="1742816"/>
            <a:ext cx="2978000" cy="502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176" name="Google Shape;176;p20"/>
          <p:cNvSpPr txBox="1">
            <a:spLocks noGrp="1"/>
          </p:cNvSpPr>
          <p:nvPr>
            <p:ph type="subTitle" idx="8"/>
          </p:nvPr>
        </p:nvSpPr>
        <p:spPr>
          <a:xfrm>
            <a:off x="4610200" y="1742816"/>
            <a:ext cx="2974800" cy="502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177" name="Google Shape;177;p20"/>
          <p:cNvSpPr txBox="1">
            <a:spLocks noGrp="1"/>
          </p:cNvSpPr>
          <p:nvPr>
            <p:ph type="subTitle" idx="9"/>
          </p:nvPr>
        </p:nvSpPr>
        <p:spPr>
          <a:xfrm>
            <a:off x="8266400" y="1742816"/>
            <a:ext cx="2974800" cy="502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178" name="Google Shape;178;p20"/>
          <p:cNvSpPr txBox="1">
            <a:spLocks noGrp="1"/>
          </p:cNvSpPr>
          <p:nvPr>
            <p:ph type="subTitle" idx="13"/>
          </p:nvPr>
        </p:nvSpPr>
        <p:spPr>
          <a:xfrm>
            <a:off x="950800" y="4045584"/>
            <a:ext cx="2978000" cy="502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179" name="Google Shape;179;p20"/>
          <p:cNvSpPr txBox="1">
            <a:spLocks noGrp="1"/>
          </p:cNvSpPr>
          <p:nvPr>
            <p:ph type="subTitle" idx="14"/>
          </p:nvPr>
        </p:nvSpPr>
        <p:spPr>
          <a:xfrm>
            <a:off x="4610200" y="4045591"/>
            <a:ext cx="2974800" cy="502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sp>
        <p:nvSpPr>
          <p:cNvPr id="180" name="Google Shape;180;p20"/>
          <p:cNvSpPr txBox="1">
            <a:spLocks noGrp="1"/>
          </p:cNvSpPr>
          <p:nvPr>
            <p:ph type="subTitle" idx="15"/>
          </p:nvPr>
        </p:nvSpPr>
        <p:spPr>
          <a:xfrm>
            <a:off x="8266400" y="4045591"/>
            <a:ext cx="2974800" cy="502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4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32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32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32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32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32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32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32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3200" b="1">
                <a:latin typeface="Raleway"/>
                <a:ea typeface="Raleway"/>
                <a:cs typeface="Raleway"/>
                <a:sym typeface="Raleway"/>
              </a:defRPr>
            </a:lvl9pPr>
          </a:lstStyle>
          <a:p>
            <a:endParaRPr/>
          </a:p>
        </p:txBody>
      </p:sp>
      <p:grpSp>
        <p:nvGrpSpPr>
          <p:cNvPr id="181" name="Google Shape;181;p20"/>
          <p:cNvGrpSpPr/>
          <p:nvPr/>
        </p:nvGrpSpPr>
        <p:grpSpPr>
          <a:xfrm>
            <a:off x="0" y="6215985"/>
            <a:ext cx="12192000" cy="642017"/>
            <a:chOff x="0" y="4661988"/>
            <a:chExt cx="9144000" cy="481513"/>
          </a:xfrm>
        </p:grpSpPr>
        <p:sp>
          <p:nvSpPr>
            <p:cNvPr id="182" name="Google Shape;182;p20"/>
            <p:cNvSpPr/>
            <p:nvPr/>
          </p:nvSpPr>
          <p:spPr>
            <a:xfrm>
              <a:off x="0" y="4983000"/>
              <a:ext cx="9144000" cy="160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83" name="Google Shape;183;p20"/>
            <p:cNvSpPr/>
            <p:nvPr/>
          </p:nvSpPr>
          <p:spPr>
            <a:xfrm>
              <a:off x="0" y="4822500"/>
              <a:ext cx="9144000" cy="1605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184" name="Google Shape;184;p20"/>
            <p:cNvSpPr/>
            <p:nvPr/>
          </p:nvSpPr>
          <p:spPr>
            <a:xfrm>
              <a:off x="0" y="4661988"/>
              <a:ext cx="9144000" cy="160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185" name="Google Shape;185;p20"/>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3337052422"/>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206"/>
        <p:cNvGrpSpPr/>
        <p:nvPr/>
      </p:nvGrpSpPr>
      <p:grpSpPr>
        <a:xfrm>
          <a:off x="0" y="0"/>
          <a:ext cx="0" cy="0"/>
          <a:chOff x="0" y="0"/>
          <a:chExt cx="0" cy="0"/>
        </a:xfrm>
      </p:grpSpPr>
      <p:sp>
        <p:nvSpPr>
          <p:cNvPr id="207" name="Google Shape;207;p23"/>
          <p:cNvSpPr txBox="1">
            <a:spLocks noGrp="1"/>
          </p:cNvSpPr>
          <p:nvPr>
            <p:ph type="title"/>
          </p:nvPr>
        </p:nvSpPr>
        <p:spPr>
          <a:xfrm>
            <a:off x="960000" y="719333"/>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08" name="Google Shape;208;p23"/>
          <p:cNvGrpSpPr/>
          <p:nvPr/>
        </p:nvGrpSpPr>
        <p:grpSpPr>
          <a:xfrm>
            <a:off x="-133" y="4572400"/>
            <a:ext cx="1911100" cy="2285600"/>
            <a:chOff x="-100" y="3429300"/>
            <a:chExt cx="1433325" cy="1714200"/>
          </a:xfrm>
        </p:grpSpPr>
        <p:sp>
          <p:nvSpPr>
            <p:cNvPr id="209" name="Google Shape;209;p23"/>
            <p:cNvSpPr/>
            <p:nvPr/>
          </p:nvSpPr>
          <p:spPr>
            <a:xfrm>
              <a:off x="720125" y="4286400"/>
              <a:ext cx="7131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10" name="Google Shape;210;p23"/>
            <p:cNvSpPr/>
            <p:nvPr/>
          </p:nvSpPr>
          <p:spPr>
            <a:xfrm>
              <a:off x="-100" y="4286400"/>
              <a:ext cx="713100" cy="8571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11" name="Google Shape;211;p23"/>
            <p:cNvSpPr/>
            <p:nvPr/>
          </p:nvSpPr>
          <p:spPr>
            <a:xfrm>
              <a:off x="-100" y="3429300"/>
              <a:ext cx="7131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212" name="Google Shape;212;p23"/>
          <p:cNvSpPr/>
          <p:nvPr/>
        </p:nvSpPr>
        <p:spPr>
          <a:xfrm>
            <a:off x="9506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162163181"/>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213"/>
        <p:cNvGrpSpPr/>
        <p:nvPr/>
      </p:nvGrpSpPr>
      <p:grpSpPr>
        <a:xfrm>
          <a:off x="0" y="0"/>
          <a:ext cx="0" cy="0"/>
          <a:chOff x="0" y="0"/>
          <a:chExt cx="0" cy="0"/>
        </a:xfrm>
      </p:grpSpPr>
      <p:sp>
        <p:nvSpPr>
          <p:cNvPr id="214" name="Google Shape;214;p24"/>
          <p:cNvSpPr txBox="1">
            <a:spLocks noGrp="1"/>
          </p:cNvSpPr>
          <p:nvPr>
            <p:ph type="title"/>
          </p:nvPr>
        </p:nvSpPr>
        <p:spPr>
          <a:xfrm>
            <a:off x="960000" y="719333"/>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15" name="Google Shape;215;p24"/>
          <p:cNvGrpSpPr/>
          <p:nvPr/>
        </p:nvGrpSpPr>
        <p:grpSpPr>
          <a:xfrm>
            <a:off x="0" y="0"/>
            <a:ext cx="12192000" cy="6880200"/>
            <a:chOff x="0" y="0"/>
            <a:chExt cx="9144000" cy="5160150"/>
          </a:xfrm>
        </p:grpSpPr>
        <p:grpSp>
          <p:nvGrpSpPr>
            <p:cNvPr id="216" name="Google Shape;216;p24"/>
            <p:cNvGrpSpPr/>
            <p:nvPr/>
          </p:nvGrpSpPr>
          <p:grpSpPr>
            <a:xfrm>
              <a:off x="0" y="3445950"/>
              <a:ext cx="568500" cy="1714200"/>
              <a:chOff x="0" y="3445950"/>
              <a:chExt cx="568500" cy="1714200"/>
            </a:xfrm>
          </p:grpSpPr>
          <p:sp>
            <p:nvSpPr>
              <p:cNvPr id="217" name="Google Shape;217;p24"/>
              <p:cNvSpPr/>
              <p:nvPr/>
            </p:nvSpPr>
            <p:spPr>
              <a:xfrm rot="10800000" flipH="1">
                <a:off x="0" y="4303050"/>
                <a:ext cx="568500" cy="8571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18" name="Google Shape;218;p24"/>
              <p:cNvSpPr/>
              <p:nvPr/>
            </p:nvSpPr>
            <p:spPr>
              <a:xfrm rot="10800000" flipH="1">
                <a:off x="0" y="3445950"/>
                <a:ext cx="5685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grpSp>
          <p:nvGrpSpPr>
            <p:cNvPr id="219" name="Google Shape;219;p24"/>
            <p:cNvGrpSpPr/>
            <p:nvPr/>
          </p:nvGrpSpPr>
          <p:grpSpPr>
            <a:xfrm>
              <a:off x="8575500" y="0"/>
              <a:ext cx="568500" cy="5160150"/>
              <a:chOff x="8575500" y="0"/>
              <a:chExt cx="568500" cy="5160150"/>
            </a:xfrm>
          </p:grpSpPr>
          <p:sp>
            <p:nvSpPr>
              <p:cNvPr id="220" name="Google Shape;220;p24"/>
              <p:cNvSpPr/>
              <p:nvPr/>
            </p:nvSpPr>
            <p:spPr>
              <a:xfrm rot="10800000" flipH="1">
                <a:off x="8575500" y="4303050"/>
                <a:ext cx="568500" cy="8571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21" name="Google Shape;221;p24"/>
              <p:cNvSpPr/>
              <p:nvPr/>
            </p:nvSpPr>
            <p:spPr>
              <a:xfrm rot="10800000" flipH="1">
                <a:off x="8575500" y="3445950"/>
                <a:ext cx="5685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22" name="Google Shape;222;p24"/>
              <p:cNvSpPr/>
              <p:nvPr/>
            </p:nvSpPr>
            <p:spPr>
              <a:xfrm rot="10800000" flipH="1">
                <a:off x="8575500" y="0"/>
                <a:ext cx="5685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grpSp>
      <p:sp>
        <p:nvSpPr>
          <p:cNvPr id="223" name="Google Shape;223;p24"/>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31695800"/>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Title only 6">
  <p:cSld name="Title only 6">
    <p:spTree>
      <p:nvGrpSpPr>
        <p:cNvPr id="1" name="Shape 242"/>
        <p:cNvGrpSpPr/>
        <p:nvPr/>
      </p:nvGrpSpPr>
      <p:grpSpPr>
        <a:xfrm>
          <a:off x="0" y="0"/>
          <a:ext cx="0" cy="0"/>
          <a:chOff x="0" y="0"/>
          <a:chExt cx="0" cy="0"/>
        </a:xfrm>
      </p:grpSpPr>
      <p:sp>
        <p:nvSpPr>
          <p:cNvPr id="243" name="Google Shape;243;p27"/>
          <p:cNvSpPr txBox="1">
            <a:spLocks noGrp="1"/>
          </p:cNvSpPr>
          <p:nvPr>
            <p:ph type="title"/>
          </p:nvPr>
        </p:nvSpPr>
        <p:spPr>
          <a:xfrm>
            <a:off x="960000" y="719333"/>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44" name="Google Shape;244;p27"/>
          <p:cNvGrpSpPr/>
          <p:nvPr/>
        </p:nvGrpSpPr>
        <p:grpSpPr>
          <a:xfrm>
            <a:off x="0" y="4367834"/>
            <a:ext cx="12192000" cy="2485233"/>
            <a:chOff x="0" y="3275875"/>
            <a:chExt cx="9144000" cy="1863925"/>
          </a:xfrm>
        </p:grpSpPr>
        <p:sp>
          <p:nvSpPr>
            <p:cNvPr id="245" name="Google Shape;245;p27"/>
            <p:cNvSpPr/>
            <p:nvPr/>
          </p:nvSpPr>
          <p:spPr>
            <a:xfrm rot="10800000" flipH="1">
              <a:off x="0" y="4282700"/>
              <a:ext cx="708300" cy="85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nvGrpSpPr>
            <p:cNvPr id="246" name="Google Shape;246;p27"/>
            <p:cNvGrpSpPr/>
            <p:nvPr/>
          </p:nvGrpSpPr>
          <p:grpSpPr>
            <a:xfrm>
              <a:off x="8435700" y="3275875"/>
              <a:ext cx="708300" cy="1863925"/>
              <a:chOff x="8435700" y="3275875"/>
              <a:chExt cx="708300" cy="1863925"/>
            </a:xfrm>
          </p:grpSpPr>
          <p:sp>
            <p:nvSpPr>
              <p:cNvPr id="247" name="Google Shape;247;p27"/>
              <p:cNvSpPr/>
              <p:nvPr/>
            </p:nvSpPr>
            <p:spPr>
              <a:xfrm>
                <a:off x="8435700" y="3275875"/>
                <a:ext cx="708300" cy="1605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48" name="Google Shape;248;p27"/>
              <p:cNvSpPr/>
              <p:nvPr/>
            </p:nvSpPr>
            <p:spPr>
              <a:xfrm rot="10800000" flipH="1">
                <a:off x="8435700" y="4282700"/>
                <a:ext cx="708300" cy="8571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
            <p:nvSpPr>
              <p:cNvPr id="249" name="Google Shape;249;p27"/>
              <p:cNvSpPr/>
              <p:nvPr/>
            </p:nvSpPr>
            <p:spPr>
              <a:xfrm rot="10800000" flipH="1">
                <a:off x="8435700" y="3436375"/>
                <a:ext cx="708300" cy="8571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250" name="Google Shape;250;p27"/>
            <p:cNvSpPr/>
            <p:nvPr/>
          </p:nvSpPr>
          <p:spPr>
            <a:xfrm>
              <a:off x="0" y="4132975"/>
              <a:ext cx="708300" cy="1605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grpSp>
      <p:sp>
        <p:nvSpPr>
          <p:cNvPr id="251" name="Google Shape;251;p27"/>
          <p:cNvSpPr/>
          <p:nvPr/>
        </p:nvSpPr>
        <p:spPr>
          <a:xfrm>
            <a:off x="950967" y="366217"/>
            <a:ext cx="1933200" cy="214000"/>
          </a:xfrm>
          <a:prstGeom prst="rect">
            <a:avLst/>
          </a:prstGeom>
          <a:solidFill>
            <a:schemeClr val="dk2"/>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latin typeface="Open Sans"/>
              <a:ea typeface="Open Sans"/>
              <a:cs typeface="Open Sans"/>
              <a:sym typeface="Open Sans"/>
            </a:endParaRPr>
          </a:p>
        </p:txBody>
      </p:sp>
    </p:spTree>
    <p:extLst>
      <p:ext uri="{BB962C8B-B14F-4D97-AF65-F5344CB8AC3E}">
        <p14:creationId xmlns:p14="http://schemas.microsoft.com/office/powerpoint/2010/main" val="2050102023"/>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362541556"/>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808339490"/>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483486938"/>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804326893"/>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932519516"/>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774388342"/>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921847674"/>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782564760"/>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545312709"/>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724234942"/>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10024091"/>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036418054"/>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582847545"/>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3527957546"/>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019395956"/>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7578960"/>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108311590"/>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746709971"/>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023385440"/>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789175338"/>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642517643"/>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927810136"/>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426466966"/>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116964640"/>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607567696"/>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901058562"/>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3371264153"/>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045115296"/>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1_Title Only">
    <p:bg>
      <p:bgPr>
        <a:gradFill>
          <a:gsLst>
            <a:gs pos="55000">
              <a:srgbClr val="1164AF"/>
            </a:gs>
            <a:gs pos="0">
              <a:srgbClr val="1267AE"/>
            </a:gs>
            <a:gs pos="100000">
              <a:srgbClr val="0A4474"/>
            </a:gs>
          </a:gsLst>
          <a:path path="circle">
            <a:fillToRect l="50000" t="50000" r="50000" b="50000"/>
          </a:path>
        </a:gra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74465612"/>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332280780"/>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987097415"/>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1223005422"/>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854513057"/>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505008268"/>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773156521"/>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332312668"/>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395223923"/>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104212027"/>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602805091"/>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815340719"/>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531709539"/>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783061530"/>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266189668"/>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74334353"/>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2350204912"/>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852964414"/>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317209875"/>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677457467"/>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1214468091"/>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93086305"/>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439052017"/>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52627752"/>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648167175"/>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621325745"/>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766142302"/>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707880603"/>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185114315"/>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778625319"/>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536717488"/>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348315169"/>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944504695"/>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3227535719"/>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878372745"/>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973752911"/>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091977052"/>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01064745"/>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900105290"/>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824148116"/>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009758174"/>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698834233"/>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305264111"/>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144101494"/>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325812078"/>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33095262"/>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254506208"/>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34357603"/>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960347065"/>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685553044"/>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546797689"/>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832936649"/>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975439056"/>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551372802"/>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576672117"/>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812709221"/>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299608749"/>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904989293"/>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152990999"/>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3887117"/>
            <a:ext cx="10363200" cy="610820"/>
          </a:xfrm>
        </p:spPr>
        <p:txBody>
          <a:bodyPr/>
          <a:lstStyle>
            <a:lvl1pPr algn="ctr">
              <a:defRPr lang="en-US" sz="4000"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4399020"/>
            <a:ext cx="8534401" cy="764440"/>
          </a:xfrm>
        </p:spPr>
        <p:txBody>
          <a:bodyPr>
            <a:normAutofit/>
          </a:bodyPr>
          <a:lstStyle>
            <a:lvl1pPr marL="0" indent="0" algn="ctr">
              <a:buNone/>
              <a:defRPr lang="en-US" sz="2400" kern="1200" smtClean="0">
                <a:solidFill>
                  <a:schemeClr val="tx1">
                    <a:lumMod val="65000"/>
                    <a:lumOff val="35000"/>
                  </a:schemeClr>
                </a:solidFill>
                <a:latin typeface="+mj-lt"/>
                <a:ea typeface="+mj-ea"/>
                <a:cs typeface="+mj-cs"/>
              </a:defRPr>
            </a:lvl1pPr>
            <a:lvl2pPr marL="609468" indent="0" algn="ctr">
              <a:buNone/>
              <a:defRPr>
                <a:solidFill>
                  <a:schemeClr val="tx1">
                    <a:tint val="75000"/>
                  </a:schemeClr>
                </a:solidFill>
              </a:defRPr>
            </a:lvl2pPr>
            <a:lvl3pPr marL="1218936" indent="0" algn="ctr">
              <a:buNone/>
              <a:defRPr>
                <a:solidFill>
                  <a:schemeClr val="tx1">
                    <a:tint val="75000"/>
                  </a:schemeClr>
                </a:solidFill>
              </a:defRPr>
            </a:lvl3pPr>
            <a:lvl4pPr marL="1828404" indent="0" algn="ctr">
              <a:buNone/>
              <a:defRPr>
                <a:solidFill>
                  <a:schemeClr val="tx1">
                    <a:tint val="75000"/>
                  </a:schemeClr>
                </a:solidFill>
              </a:defRPr>
            </a:lvl4pPr>
            <a:lvl5pPr marL="2437872" indent="0" algn="ctr">
              <a:buNone/>
              <a:defRPr>
                <a:solidFill>
                  <a:schemeClr val="tx1">
                    <a:tint val="75000"/>
                  </a:schemeClr>
                </a:solidFill>
              </a:defRPr>
            </a:lvl5pPr>
            <a:lvl6pPr marL="3047340" indent="0" algn="ctr">
              <a:buNone/>
              <a:defRPr>
                <a:solidFill>
                  <a:schemeClr val="tx1">
                    <a:tint val="75000"/>
                  </a:schemeClr>
                </a:solidFill>
              </a:defRPr>
            </a:lvl6pPr>
            <a:lvl7pPr marL="3656808" indent="0" algn="ctr">
              <a:buNone/>
              <a:defRPr>
                <a:solidFill>
                  <a:schemeClr val="tx1">
                    <a:tint val="75000"/>
                  </a:schemeClr>
                </a:solidFill>
              </a:defRPr>
            </a:lvl7pPr>
            <a:lvl8pPr marL="4266275" indent="0" algn="ctr">
              <a:buNone/>
              <a:defRPr>
                <a:solidFill>
                  <a:schemeClr val="tx1">
                    <a:tint val="75000"/>
                  </a:schemeClr>
                </a:solidFill>
              </a:defRPr>
            </a:lvl8pPr>
            <a:lvl9pPr marL="487574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578D6DB-6798-42D2-B9AD-FC6F1C72FC30}"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EDE275-BE14-4364-AEA2-5F5667C0FD49}" type="slidenum">
              <a:rPr lang="en-US" smtClean="0"/>
              <a:pPr/>
              <a:t>‹#›</a:t>
            </a:fld>
            <a:endParaRPr lang="en-US"/>
          </a:p>
        </p:txBody>
      </p:sp>
    </p:spTree>
    <p:extLst>
      <p:ext uri="{BB962C8B-B14F-4D97-AF65-F5344CB8AC3E}">
        <p14:creationId xmlns:p14="http://schemas.microsoft.com/office/powerpoint/2010/main" val="1090791681"/>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687591029"/>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930784674"/>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700">
                <a:solidFill>
                  <a:schemeClr val="tx1">
                    <a:tint val="75000"/>
                  </a:schemeClr>
                </a:solidFill>
              </a:defRPr>
            </a:lvl1pPr>
            <a:lvl2pPr marL="609493" indent="0">
              <a:buNone/>
              <a:defRPr sz="2400">
                <a:solidFill>
                  <a:schemeClr val="tx1">
                    <a:tint val="75000"/>
                  </a:schemeClr>
                </a:solidFill>
              </a:defRPr>
            </a:lvl2pPr>
            <a:lvl3pPr marL="1218987" indent="0">
              <a:buNone/>
              <a:defRPr sz="2100">
                <a:solidFill>
                  <a:schemeClr val="tx1">
                    <a:tint val="75000"/>
                  </a:schemeClr>
                </a:solidFill>
              </a:defRPr>
            </a:lvl3pPr>
            <a:lvl4pPr marL="1828480" indent="0">
              <a:buNone/>
              <a:defRPr sz="1900">
                <a:solidFill>
                  <a:schemeClr val="tx1">
                    <a:tint val="75000"/>
                  </a:schemeClr>
                </a:solidFill>
              </a:defRPr>
            </a:lvl4pPr>
            <a:lvl5pPr marL="2437973" indent="0">
              <a:buNone/>
              <a:defRPr sz="1900">
                <a:solidFill>
                  <a:schemeClr val="tx1">
                    <a:tint val="75000"/>
                  </a:schemeClr>
                </a:solidFill>
              </a:defRPr>
            </a:lvl5pPr>
            <a:lvl6pPr marL="3047467" indent="0">
              <a:buNone/>
              <a:defRPr sz="1900">
                <a:solidFill>
                  <a:schemeClr val="tx1">
                    <a:tint val="75000"/>
                  </a:schemeClr>
                </a:solidFill>
              </a:defRPr>
            </a:lvl6pPr>
            <a:lvl7pPr marL="3656960" indent="0">
              <a:buNone/>
              <a:defRPr sz="1900">
                <a:solidFill>
                  <a:schemeClr val="tx1">
                    <a:tint val="75000"/>
                  </a:schemeClr>
                </a:solidFill>
              </a:defRPr>
            </a:lvl7pPr>
            <a:lvl8pPr marL="4266453" indent="0">
              <a:buNone/>
              <a:defRPr sz="1900">
                <a:solidFill>
                  <a:schemeClr val="tx1">
                    <a:tint val="75000"/>
                  </a:schemeClr>
                </a:solidFill>
              </a:defRPr>
            </a:lvl8pPr>
            <a:lvl9pPr marL="4875947" indent="0">
              <a:buNone/>
              <a:defRPr sz="19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349620649"/>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00"/>
            </a:lvl1pPr>
            <a:lvl2pPr>
              <a:defRPr sz="32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268131066"/>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4"/>
            <a:ext cx="5389033" cy="639763"/>
          </a:xfrm>
        </p:spPr>
        <p:txBody>
          <a:bodyPr anchor="b"/>
          <a:lstStyle>
            <a:lvl1pPr marL="0" indent="0">
              <a:buNone/>
              <a:defRPr sz="3200" b="1"/>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700"/>
            </a:lvl2pPr>
            <a:lvl3pPr>
              <a:defRPr sz="2400"/>
            </a:lvl3pPr>
            <a:lvl4pPr>
              <a:defRPr sz="2100"/>
            </a:lvl4pPr>
            <a:lvl5pPr>
              <a:defRPr sz="2100"/>
            </a:lvl5pPr>
            <a:lvl6pPr>
              <a:defRPr sz="2100"/>
            </a:lvl6pPr>
            <a:lvl7pPr>
              <a:defRPr sz="2100"/>
            </a:lvl7pPr>
            <a:lvl8pPr>
              <a:defRPr sz="2100"/>
            </a:lvl8pPr>
            <a:lvl9pPr>
              <a:defRPr sz="2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25404F2-BE9A-4460-8815-8F645183555F}" type="datetimeFigureOut">
              <a:rPr lang="en-US" smtClean="0"/>
              <a:pPr/>
              <a:t>5/4/2025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212550857"/>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590138599"/>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pPr/>
              <a:t>5/4/2025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545845780"/>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1"/>
          </a:xfrm>
        </p:spPr>
        <p:txBody>
          <a:bodyPr anchor="b"/>
          <a:lstStyle>
            <a:lvl1pPr algn="l">
              <a:defRPr sz="2700"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300"/>
            </a:lvl1pPr>
            <a:lvl2pPr>
              <a:defRPr sz="3700"/>
            </a:lvl2pPr>
            <a:lvl3pPr>
              <a:defRPr sz="32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3224705622"/>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1"/>
            <a:ext cx="7315200" cy="566739"/>
          </a:xfrm>
        </p:spPr>
        <p:txBody>
          <a:bodyPr anchor="b"/>
          <a:lstStyle>
            <a:lvl1pPr algn="l">
              <a:defRPr sz="27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300"/>
            </a:lvl1pPr>
            <a:lvl2pPr marL="609493" indent="0">
              <a:buNone/>
              <a:defRPr sz="3700"/>
            </a:lvl2pPr>
            <a:lvl3pPr marL="1218987" indent="0">
              <a:buNone/>
              <a:defRPr sz="3200"/>
            </a:lvl3pPr>
            <a:lvl4pPr marL="1828480" indent="0">
              <a:buNone/>
              <a:defRPr sz="2700"/>
            </a:lvl4pPr>
            <a:lvl5pPr marL="2437973" indent="0">
              <a:buNone/>
              <a:defRPr sz="2700"/>
            </a:lvl5pPr>
            <a:lvl6pPr marL="3047467" indent="0">
              <a:buNone/>
              <a:defRPr sz="2700"/>
            </a:lvl6pPr>
            <a:lvl7pPr marL="3656960" indent="0">
              <a:buNone/>
              <a:defRPr sz="2700"/>
            </a:lvl7pPr>
            <a:lvl8pPr marL="4266453" indent="0">
              <a:buNone/>
              <a:defRPr sz="2700"/>
            </a:lvl8pPr>
            <a:lvl9pPr marL="4875947" indent="0">
              <a:buNone/>
              <a:defRPr sz="2700"/>
            </a:lvl9pPr>
          </a:lstStyle>
          <a:p>
            <a:endParaRPr lang="en-US"/>
          </a:p>
        </p:txBody>
      </p:sp>
      <p:sp>
        <p:nvSpPr>
          <p:cNvPr id="4" name="Text Placeholder 3"/>
          <p:cNvSpPr>
            <a:spLocks noGrp="1"/>
          </p:cNvSpPr>
          <p:nvPr>
            <p:ph type="body" sz="half" idx="2"/>
          </p:nvPr>
        </p:nvSpPr>
        <p:spPr>
          <a:xfrm>
            <a:off x="2389718" y="5367339"/>
            <a:ext cx="7315200" cy="804863"/>
          </a:xfrm>
        </p:spPr>
        <p:txBody>
          <a:bodyPr/>
          <a:lstStyle>
            <a:lvl1pPr marL="0" indent="0">
              <a:buNone/>
              <a:defRPr sz="1900"/>
            </a:lvl1pPr>
            <a:lvl2pPr marL="609493" indent="0">
              <a:buNone/>
              <a:defRPr sz="1600"/>
            </a:lvl2pPr>
            <a:lvl3pPr marL="1218987" indent="0">
              <a:buNone/>
              <a:defRPr sz="1300"/>
            </a:lvl3pPr>
            <a:lvl4pPr marL="1828480" indent="0">
              <a:buNone/>
              <a:defRPr sz="1200"/>
            </a:lvl4pPr>
            <a:lvl5pPr marL="2437973" indent="0">
              <a:buNone/>
              <a:defRPr sz="1200"/>
            </a:lvl5pPr>
            <a:lvl6pPr marL="3047467" indent="0">
              <a:buNone/>
              <a:defRPr sz="1200"/>
            </a:lvl6pPr>
            <a:lvl7pPr marL="3656960" indent="0">
              <a:buNone/>
              <a:defRPr sz="1200"/>
            </a:lvl7pPr>
            <a:lvl8pPr marL="4266453" indent="0">
              <a:buNone/>
              <a:defRPr sz="1200"/>
            </a:lvl8pPr>
            <a:lvl9pPr marL="4875947"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425404F2-BE9A-4460-8815-8F645183555F}" type="datetimeFigureOut">
              <a:rPr lang="en-US" smtClean="0"/>
              <a:pPr/>
              <a:t>5/4/2025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038998061"/>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123734206"/>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25404F2-BE9A-4460-8815-8F645183555F}" type="datetimeFigureOut">
              <a:rPr lang="en-US" smtClean="0"/>
              <a:pPr/>
              <a:t>5/4/2025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429701371"/>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5/4/2025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32612931"/>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type="titleOnly" preserve="1">
  <p:cSld name="Title Only">
    <p:bg>
      <p:bgPr>
        <a:solidFill>
          <a:schemeClr val="bg1">
            <a:lumMod val="95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38200" y="106331"/>
            <a:ext cx="11353800" cy="739056"/>
          </a:xfrm>
        </p:spPr>
        <p:txBody>
          <a:bodyPr>
            <a:normAutofit/>
          </a:bodyPr>
          <a:lstStyle>
            <a:lvl1pPr>
              <a:defRPr sz="3600"/>
            </a:lvl1pPr>
          </a:lstStyle>
          <a:p>
            <a:r>
              <a:rPr lang="en-US" dirty="0"/>
              <a:t>Click to edit Master title style</a:t>
            </a:r>
          </a:p>
        </p:txBody>
      </p:sp>
    </p:spTree>
    <p:extLst>
      <p:ext uri="{BB962C8B-B14F-4D97-AF65-F5344CB8AC3E}">
        <p14:creationId xmlns:p14="http://schemas.microsoft.com/office/powerpoint/2010/main" val="1010291398"/>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titleOnly" preserve="1">
  <p:cSld name="Title Only">
    <p:bg>
      <p:bgPr>
        <a:solidFill>
          <a:schemeClr val="bg1">
            <a:lumMod val="95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38200" y="163481"/>
            <a:ext cx="11353800" cy="739056"/>
          </a:xfrm>
        </p:spPr>
        <p:txBody>
          <a:bodyPr>
            <a:normAutofit/>
          </a:bodyPr>
          <a:lstStyle>
            <a:lvl1pPr>
              <a:defRPr sz="3600"/>
            </a:lvl1pPr>
          </a:lstStyle>
          <a:p>
            <a:r>
              <a:rPr lang="en-US" dirty="0"/>
              <a:t>Click to edit Master title style</a:t>
            </a:r>
          </a:p>
        </p:txBody>
      </p:sp>
    </p:spTree>
    <p:extLst>
      <p:ext uri="{BB962C8B-B14F-4D97-AF65-F5344CB8AC3E}">
        <p14:creationId xmlns:p14="http://schemas.microsoft.com/office/powerpoint/2010/main" val="56635438"/>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type="titleOnly" preserve="1">
  <p:cSld name="Title Only">
    <p:bg>
      <p:bgPr>
        <a:gradFill>
          <a:gsLst>
            <a:gs pos="0">
              <a:srgbClr val="EFEDEE"/>
            </a:gs>
            <a:gs pos="53000">
              <a:srgbClr val="F1EFF0"/>
            </a:gs>
            <a:gs pos="77000">
              <a:srgbClr val="EFEDEE"/>
            </a:gs>
            <a:gs pos="100000">
              <a:srgbClr val="EFEBEC"/>
            </a:gs>
          </a:gsLst>
          <a:lin ang="5400000" scaled="1"/>
        </a:gra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38200" y="106331"/>
            <a:ext cx="11353800" cy="739056"/>
          </a:xfrm>
        </p:spPr>
        <p:txBody>
          <a:bodyPr>
            <a:normAutofit/>
          </a:bodyPr>
          <a:lstStyle>
            <a:lvl1pPr>
              <a:defRPr sz="3600"/>
            </a:lvl1pPr>
          </a:lstStyle>
          <a:p>
            <a:r>
              <a:rPr lang="en-US" dirty="0"/>
              <a:t>Click to edit Master title style</a:t>
            </a:r>
          </a:p>
        </p:txBody>
      </p:sp>
    </p:spTree>
    <p:extLst>
      <p:ext uri="{BB962C8B-B14F-4D97-AF65-F5344CB8AC3E}">
        <p14:creationId xmlns:p14="http://schemas.microsoft.com/office/powerpoint/2010/main" val="4020575660"/>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titleOnly" preserve="1">
  <p:cSld name="1_Title Only">
    <p:bg>
      <p:bgPr>
        <a:gradFill>
          <a:gsLst>
            <a:gs pos="0">
              <a:srgbClr val="EFEDEE"/>
            </a:gs>
            <a:gs pos="53000">
              <a:srgbClr val="F1EFF0"/>
            </a:gs>
            <a:gs pos="77000">
              <a:srgbClr val="EFEDEE"/>
            </a:gs>
            <a:gs pos="100000">
              <a:srgbClr val="EFEBEC"/>
            </a:gs>
          </a:gsLst>
          <a:lin ang="5400000" scaled="1"/>
        </a:gra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38200" y="106331"/>
            <a:ext cx="11353800" cy="739056"/>
          </a:xfrm>
        </p:spPr>
        <p:txBody>
          <a:bodyPr>
            <a:normAutofit/>
          </a:bodyPr>
          <a:lstStyle>
            <a:lvl1pPr>
              <a:defRPr sz="3600"/>
            </a:lvl1pPr>
          </a:lstStyle>
          <a:p>
            <a:r>
              <a:rPr lang="en-US" dirty="0"/>
              <a:t>Click to edit Master title style</a:t>
            </a:r>
          </a:p>
        </p:txBody>
      </p:sp>
    </p:spTree>
    <p:extLst>
      <p:ext uri="{BB962C8B-B14F-4D97-AF65-F5344CB8AC3E}">
        <p14:creationId xmlns:p14="http://schemas.microsoft.com/office/powerpoint/2010/main" val="3488530981"/>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type="titleOnly" preserve="1">
  <p:cSld name="2_Title Only">
    <p:bg>
      <p:bgPr>
        <a:gradFill>
          <a:gsLst>
            <a:gs pos="0">
              <a:srgbClr val="EFEDEE"/>
            </a:gs>
            <a:gs pos="53000">
              <a:srgbClr val="F1EFF0"/>
            </a:gs>
            <a:gs pos="77000">
              <a:srgbClr val="EFEDEE"/>
            </a:gs>
            <a:gs pos="100000">
              <a:srgbClr val="EFEBEC"/>
            </a:gs>
          </a:gsLst>
          <a:lin ang="5400000" scaled="1"/>
        </a:gra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38200" y="106331"/>
            <a:ext cx="10515600" cy="739056"/>
          </a:xfrm>
        </p:spPr>
        <p:txBody>
          <a:bodyPr>
            <a:normAutofit/>
          </a:bodyPr>
          <a:lstStyle>
            <a:lvl1pPr>
              <a:defRPr sz="3600"/>
            </a:lvl1pPr>
          </a:lstStyle>
          <a:p>
            <a:r>
              <a:rPr lang="en-US" dirty="0"/>
              <a:t>Click to edit Master title style</a:t>
            </a:r>
          </a:p>
        </p:txBody>
      </p:sp>
    </p:spTree>
    <p:extLst>
      <p:ext uri="{BB962C8B-B14F-4D97-AF65-F5344CB8AC3E}">
        <p14:creationId xmlns:p14="http://schemas.microsoft.com/office/powerpoint/2010/main" val="485323238"/>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Only" preserve="1">
  <p:cSld name="3_Title Only">
    <p:bg>
      <p:bgPr>
        <a:gradFill>
          <a:gsLst>
            <a:gs pos="0">
              <a:srgbClr val="EFEDEE"/>
            </a:gs>
            <a:gs pos="53000">
              <a:srgbClr val="F1EFF0"/>
            </a:gs>
            <a:gs pos="77000">
              <a:srgbClr val="EFEDEE"/>
            </a:gs>
            <a:gs pos="100000">
              <a:srgbClr val="EFEBEC"/>
            </a:gs>
          </a:gsLst>
          <a:lin ang="5400000" scaled="1"/>
        </a:gra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38200" y="106331"/>
            <a:ext cx="11353800" cy="739056"/>
          </a:xfrm>
        </p:spPr>
        <p:txBody>
          <a:bodyPr>
            <a:normAutofit/>
          </a:bodyPr>
          <a:lstStyle>
            <a:lvl1pPr>
              <a:defRPr sz="3600"/>
            </a:lvl1pPr>
          </a:lstStyle>
          <a:p>
            <a:r>
              <a:rPr lang="en-US" dirty="0"/>
              <a:t>Click to edit Master title style</a:t>
            </a:r>
          </a:p>
        </p:txBody>
      </p:sp>
      <p:pic>
        <p:nvPicPr>
          <p:cNvPr id="5" name="Picture 4">
            <a:extLst>
              <a:ext uri="{FF2B5EF4-FFF2-40B4-BE49-F238E27FC236}">
                <a16:creationId xmlns:a16="http://schemas.microsoft.com/office/drawing/2014/main" id="{7180DD64-6AC6-41B8-826F-6BE55763C657}"/>
              </a:ext>
            </a:extLst>
          </p:cNvPr>
          <p:cNvPicPr>
            <a:picLocks noChangeAspect="1"/>
          </p:cNvPicPr>
          <p:nvPr userDrawn="1"/>
        </p:nvPicPr>
        <p:blipFill>
          <a:blip r:embed="rId2"/>
          <a:stretch>
            <a:fillRect/>
          </a:stretch>
        </p:blipFill>
        <p:spPr>
          <a:xfrm>
            <a:off x="14241939" y="424090"/>
            <a:ext cx="533400" cy="657225"/>
          </a:xfrm>
          <a:prstGeom prst="rect">
            <a:avLst/>
          </a:prstGeom>
        </p:spPr>
      </p:pic>
    </p:spTree>
    <p:extLst>
      <p:ext uri="{BB962C8B-B14F-4D97-AF65-F5344CB8AC3E}">
        <p14:creationId xmlns:p14="http://schemas.microsoft.com/office/powerpoint/2010/main" val="111440111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3.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slideLayout" Target="../slideLayouts/slideLayout47.xml"/><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slideLayout" Target="../slideLayouts/slideLayout46.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 Id="rId14"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2" Type="http://schemas.openxmlformats.org/officeDocument/2006/relationships/slideLayout" Target="../slideLayouts/slideLayout49.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0" Type="http://schemas.openxmlformats.org/officeDocument/2006/relationships/slideLayout" Target="../slideLayouts/slideLayout57.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8.xml"/><Relationship Id="rId13" Type="http://schemas.openxmlformats.org/officeDocument/2006/relationships/slideLayout" Target="../slideLayouts/slideLayout73.xml"/><Relationship Id="rId3" Type="http://schemas.openxmlformats.org/officeDocument/2006/relationships/slideLayout" Target="../slideLayouts/slideLayout63.xml"/><Relationship Id="rId7" Type="http://schemas.openxmlformats.org/officeDocument/2006/relationships/slideLayout" Target="../slideLayouts/slideLayout67.xml"/><Relationship Id="rId12" Type="http://schemas.openxmlformats.org/officeDocument/2006/relationships/slideLayout" Target="../slideLayouts/slideLayout72.xml"/><Relationship Id="rId2" Type="http://schemas.openxmlformats.org/officeDocument/2006/relationships/slideLayout" Target="../slideLayouts/slideLayout62.xml"/><Relationship Id="rId1" Type="http://schemas.openxmlformats.org/officeDocument/2006/relationships/slideLayout" Target="../slideLayouts/slideLayout61.xml"/><Relationship Id="rId6" Type="http://schemas.openxmlformats.org/officeDocument/2006/relationships/slideLayout" Target="../slideLayouts/slideLayout66.xml"/><Relationship Id="rId11" Type="http://schemas.openxmlformats.org/officeDocument/2006/relationships/slideLayout" Target="../slideLayouts/slideLayout71.xml"/><Relationship Id="rId5" Type="http://schemas.openxmlformats.org/officeDocument/2006/relationships/slideLayout" Target="../slideLayouts/slideLayout65.xml"/><Relationship Id="rId10" Type="http://schemas.openxmlformats.org/officeDocument/2006/relationships/slideLayout" Target="../slideLayouts/slideLayout70.xml"/><Relationship Id="rId4" Type="http://schemas.openxmlformats.org/officeDocument/2006/relationships/slideLayout" Target="../slideLayouts/slideLayout64.xml"/><Relationship Id="rId9" Type="http://schemas.openxmlformats.org/officeDocument/2006/relationships/slideLayout" Target="../slideLayouts/slideLayout69.xml"/><Relationship Id="rId14"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81.xml"/><Relationship Id="rId13" Type="http://schemas.openxmlformats.org/officeDocument/2006/relationships/slideLayout" Target="../slideLayouts/slideLayout86.xml"/><Relationship Id="rId3" Type="http://schemas.openxmlformats.org/officeDocument/2006/relationships/slideLayout" Target="../slideLayouts/slideLayout76.xml"/><Relationship Id="rId7" Type="http://schemas.openxmlformats.org/officeDocument/2006/relationships/slideLayout" Target="../slideLayouts/slideLayout80.xml"/><Relationship Id="rId12" Type="http://schemas.openxmlformats.org/officeDocument/2006/relationships/slideLayout" Target="../slideLayouts/slideLayout85.xml"/><Relationship Id="rId2" Type="http://schemas.openxmlformats.org/officeDocument/2006/relationships/slideLayout" Target="../slideLayouts/slideLayout75.xml"/><Relationship Id="rId16" Type="http://schemas.openxmlformats.org/officeDocument/2006/relationships/theme" Target="../theme/theme7.xml"/><Relationship Id="rId1" Type="http://schemas.openxmlformats.org/officeDocument/2006/relationships/slideLayout" Target="../slideLayouts/slideLayout74.xml"/><Relationship Id="rId6" Type="http://schemas.openxmlformats.org/officeDocument/2006/relationships/slideLayout" Target="../slideLayouts/slideLayout79.xml"/><Relationship Id="rId11" Type="http://schemas.openxmlformats.org/officeDocument/2006/relationships/slideLayout" Target="../slideLayouts/slideLayout84.xml"/><Relationship Id="rId5" Type="http://schemas.openxmlformats.org/officeDocument/2006/relationships/slideLayout" Target="../slideLayouts/slideLayout78.xml"/><Relationship Id="rId15" Type="http://schemas.openxmlformats.org/officeDocument/2006/relationships/slideLayout" Target="../slideLayouts/slideLayout88.xml"/><Relationship Id="rId10" Type="http://schemas.openxmlformats.org/officeDocument/2006/relationships/slideLayout" Target="../slideLayouts/slideLayout83.xml"/><Relationship Id="rId4" Type="http://schemas.openxmlformats.org/officeDocument/2006/relationships/slideLayout" Target="../slideLayouts/slideLayout77.xml"/><Relationship Id="rId9" Type="http://schemas.openxmlformats.org/officeDocument/2006/relationships/slideLayout" Target="../slideLayouts/slideLayout82.xml"/><Relationship Id="rId14" Type="http://schemas.openxmlformats.org/officeDocument/2006/relationships/slideLayout" Target="../slideLayouts/slideLayout8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slideLayout" Target="../slideLayouts/slideLayout101.xml"/><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theme" Target="../theme/theme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slideLayout" Target="../slideLayouts/slideLayout114.xml"/><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slideLayout" Target="../slideLayouts/slideLayout113.xml"/><Relationship Id="rId2" Type="http://schemas.openxmlformats.org/officeDocument/2006/relationships/slideLayout" Target="../slideLayouts/slideLayout103.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0" Type="http://schemas.openxmlformats.org/officeDocument/2006/relationships/slideLayout" Target="../slideLayouts/slideLayout111.xml"/><Relationship Id="rId4" Type="http://schemas.openxmlformats.org/officeDocument/2006/relationships/slideLayout" Target="../slideLayouts/slideLayout105.xml"/><Relationship Id="rId9" Type="http://schemas.openxmlformats.org/officeDocument/2006/relationships/slideLayout" Target="../slideLayouts/slideLayout110.xml"/><Relationship Id="rId14" Type="http://schemas.openxmlformats.org/officeDocument/2006/relationships/theme" Target="../theme/theme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22.xml"/><Relationship Id="rId13" Type="http://schemas.openxmlformats.org/officeDocument/2006/relationships/slideLayout" Target="../slideLayouts/slideLayout127.xml"/><Relationship Id="rId3" Type="http://schemas.openxmlformats.org/officeDocument/2006/relationships/slideLayout" Target="../slideLayouts/slideLayout117.xml"/><Relationship Id="rId7" Type="http://schemas.openxmlformats.org/officeDocument/2006/relationships/slideLayout" Target="../slideLayouts/slideLayout121.xml"/><Relationship Id="rId12" Type="http://schemas.openxmlformats.org/officeDocument/2006/relationships/slideLayout" Target="../slideLayouts/slideLayout126.xml"/><Relationship Id="rId2" Type="http://schemas.openxmlformats.org/officeDocument/2006/relationships/slideLayout" Target="../slideLayouts/slideLayout116.xml"/><Relationship Id="rId1" Type="http://schemas.openxmlformats.org/officeDocument/2006/relationships/slideLayout" Target="../slideLayouts/slideLayout115.xml"/><Relationship Id="rId6" Type="http://schemas.openxmlformats.org/officeDocument/2006/relationships/slideLayout" Target="../slideLayouts/slideLayout120.xml"/><Relationship Id="rId11" Type="http://schemas.openxmlformats.org/officeDocument/2006/relationships/slideLayout" Target="../slideLayouts/slideLayout125.xml"/><Relationship Id="rId5" Type="http://schemas.openxmlformats.org/officeDocument/2006/relationships/slideLayout" Target="../slideLayouts/slideLayout119.xml"/><Relationship Id="rId15" Type="http://schemas.openxmlformats.org/officeDocument/2006/relationships/theme" Target="../theme/theme10.xml"/><Relationship Id="rId10" Type="http://schemas.openxmlformats.org/officeDocument/2006/relationships/slideLayout" Target="../slideLayouts/slideLayout124.xml"/><Relationship Id="rId4" Type="http://schemas.openxmlformats.org/officeDocument/2006/relationships/slideLayout" Target="../slideLayouts/slideLayout118.xml"/><Relationship Id="rId9" Type="http://schemas.openxmlformats.org/officeDocument/2006/relationships/slideLayout" Target="../slideLayouts/slideLayout123.xml"/><Relationship Id="rId14" Type="http://schemas.openxmlformats.org/officeDocument/2006/relationships/slideLayout" Target="../slideLayouts/slideLayout128.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36.xml"/><Relationship Id="rId13" Type="http://schemas.openxmlformats.org/officeDocument/2006/relationships/slideLayout" Target="../slideLayouts/slideLayout141.xml"/><Relationship Id="rId3" Type="http://schemas.openxmlformats.org/officeDocument/2006/relationships/slideLayout" Target="../slideLayouts/slideLayout131.xml"/><Relationship Id="rId7" Type="http://schemas.openxmlformats.org/officeDocument/2006/relationships/slideLayout" Target="../slideLayouts/slideLayout135.xml"/><Relationship Id="rId12" Type="http://schemas.openxmlformats.org/officeDocument/2006/relationships/slideLayout" Target="../slideLayouts/slideLayout140.xml"/><Relationship Id="rId2" Type="http://schemas.openxmlformats.org/officeDocument/2006/relationships/slideLayout" Target="../slideLayouts/slideLayout130.xml"/><Relationship Id="rId16" Type="http://schemas.openxmlformats.org/officeDocument/2006/relationships/theme" Target="../theme/theme11.xml"/><Relationship Id="rId1" Type="http://schemas.openxmlformats.org/officeDocument/2006/relationships/slideLayout" Target="../slideLayouts/slideLayout129.xml"/><Relationship Id="rId6" Type="http://schemas.openxmlformats.org/officeDocument/2006/relationships/slideLayout" Target="../slideLayouts/slideLayout134.xml"/><Relationship Id="rId11" Type="http://schemas.openxmlformats.org/officeDocument/2006/relationships/slideLayout" Target="../slideLayouts/slideLayout139.xml"/><Relationship Id="rId5" Type="http://schemas.openxmlformats.org/officeDocument/2006/relationships/slideLayout" Target="../slideLayouts/slideLayout133.xml"/><Relationship Id="rId15" Type="http://schemas.openxmlformats.org/officeDocument/2006/relationships/slideLayout" Target="../slideLayouts/slideLayout143.xml"/><Relationship Id="rId10" Type="http://schemas.openxmlformats.org/officeDocument/2006/relationships/slideLayout" Target="../slideLayouts/slideLayout138.xml"/><Relationship Id="rId4" Type="http://schemas.openxmlformats.org/officeDocument/2006/relationships/slideLayout" Target="../slideLayouts/slideLayout132.xml"/><Relationship Id="rId9" Type="http://schemas.openxmlformats.org/officeDocument/2006/relationships/slideLayout" Target="../slideLayouts/slideLayout137.xml"/><Relationship Id="rId14" Type="http://schemas.openxmlformats.org/officeDocument/2006/relationships/slideLayout" Target="../slideLayouts/slideLayout14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51.xml"/><Relationship Id="rId13" Type="http://schemas.openxmlformats.org/officeDocument/2006/relationships/slideLayout" Target="../slideLayouts/slideLayout156.xml"/><Relationship Id="rId18" Type="http://schemas.openxmlformats.org/officeDocument/2006/relationships/slideLayout" Target="../slideLayouts/slideLayout161.xml"/><Relationship Id="rId3" Type="http://schemas.openxmlformats.org/officeDocument/2006/relationships/slideLayout" Target="../slideLayouts/slideLayout146.xml"/><Relationship Id="rId21" Type="http://schemas.openxmlformats.org/officeDocument/2006/relationships/slideLayout" Target="../slideLayouts/slideLayout164.xml"/><Relationship Id="rId7" Type="http://schemas.openxmlformats.org/officeDocument/2006/relationships/slideLayout" Target="../slideLayouts/slideLayout150.xml"/><Relationship Id="rId12" Type="http://schemas.openxmlformats.org/officeDocument/2006/relationships/slideLayout" Target="../slideLayouts/slideLayout155.xml"/><Relationship Id="rId17" Type="http://schemas.openxmlformats.org/officeDocument/2006/relationships/slideLayout" Target="../slideLayouts/slideLayout160.xml"/><Relationship Id="rId2" Type="http://schemas.openxmlformats.org/officeDocument/2006/relationships/slideLayout" Target="../slideLayouts/slideLayout145.xml"/><Relationship Id="rId16" Type="http://schemas.openxmlformats.org/officeDocument/2006/relationships/slideLayout" Target="../slideLayouts/slideLayout159.xml"/><Relationship Id="rId20" Type="http://schemas.openxmlformats.org/officeDocument/2006/relationships/slideLayout" Target="../slideLayouts/slideLayout163.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24" Type="http://schemas.openxmlformats.org/officeDocument/2006/relationships/theme" Target="../theme/theme12.xml"/><Relationship Id="rId5" Type="http://schemas.openxmlformats.org/officeDocument/2006/relationships/slideLayout" Target="../slideLayouts/slideLayout148.xml"/><Relationship Id="rId15" Type="http://schemas.openxmlformats.org/officeDocument/2006/relationships/slideLayout" Target="../slideLayouts/slideLayout158.xml"/><Relationship Id="rId23" Type="http://schemas.openxmlformats.org/officeDocument/2006/relationships/slideLayout" Target="../slideLayouts/slideLayout166.xml"/><Relationship Id="rId10" Type="http://schemas.openxmlformats.org/officeDocument/2006/relationships/slideLayout" Target="../slideLayouts/slideLayout153.xml"/><Relationship Id="rId19" Type="http://schemas.openxmlformats.org/officeDocument/2006/relationships/slideLayout" Target="../slideLayouts/slideLayout162.xml"/><Relationship Id="rId4" Type="http://schemas.openxmlformats.org/officeDocument/2006/relationships/slideLayout" Target="../slideLayouts/slideLayout147.xml"/><Relationship Id="rId9" Type="http://schemas.openxmlformats.org/officeDocument/2006/relationships/slideLayout" Target="../slideLayouts/slideLayout152.xml"/><Relationship Id="rId14" Type="http://schemas.openxmlformats.org/officeDocument/2006/relationships/slideLayout" Target="../slideLayouts/slideLayout157.xml"/><Relationship Id="rId22" Type="http://schemas.openxmlformats.org/officeDocument/2006/relationships/slideLayout" Target="../slideLayouts/slideLayout165.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74.xml"/><Relationship Id="rId13" Type="http://schemas.openxmlformats.org/officeDocument/2006/relationships/slideLayout" Target="../slideLayouts/slideLayout179.xml"/><Relationship Id="rId18" Type="http://schemas.openxmlformats.org/officeDocument/2006/relationships/slideLayout" Target="../slideLayouts/slideLayout184.xml"/><Relationship Id="rId3" Type="http://schemas.openxmlformats.org/officeDocument/2006/relationships/slideLayout" Target="../slideLayouts/slideLayout169.xml"/><Relationship Id="rId21" Type="http://schemas.openxmlformats.org/officeDocument/2006/relationships/slideLayout" Target="../slideLayouts/slideLayout187.xml"/><Relationship Id="rId7" Type="http://schemas.openxmlformats.org/officeDocument/2006/relationships/slideLayout" Target="../slideLayouts/slideLayout173.xml"/><Relationship Id="rId12" Type="http://schemas.openxmlformats.org/officeDocument/2006/relationships/slideLayout" Target="../slideLayouts/slideLayout178.xml"/><Relationship Id="rId17" Type="http://schemas.openxmlformats.org/officeDocument/2006/relationships/slideLayout" Target="../slideLayouts/slideLayout183.xml"/><Relationship Id="rId2" Type="http://schemas.openxmlformats.org/officeDocument/2006/relationships/slideLayout" Target="../slideLayouts/slideLayout168.xml"/><Relationship Id="rId16" Type="http://schemas.openxmlformats.org/officeDocument/2006/relationships/slideLayout" Target="../slideLayouts/slideLayout182.xml"/><Relationship Id="rId20" Type="http://schemas.openxmlformats.org/officeDocument/2006/relationships/slideLayout" Target="../slideLayouts/slideLayout186.xml"/><Relationship Id="rId1" Type="http://schemas.openxmlformats.org/officeDocument/2006/relationships/slideLayout" Target="../slideLayouts/slideLayout167.xml"/><Relationship Id="rId6" Type="http://schemas.openxmlformats.org/officeDocument/2006/relationships/slideLayout" Target="../slideLayouts/slideLayout172.xml"/><Relationship Id="rId11" Type="http://schemas.openxmlformats.org/officeDocument/2006/relationships/slideLayout" Target="../slideLayouts/slideLayout177.xml"/><Relationship Id="rId5" Type="http://schemas.openxmlformats.org/officeDocument/2006/relationships/slideLayout" Target="../slideLayouts/slideLayout171.xml"/><Relationship Id="rId15" Type="http://schemas.openxmlformats.org/officeDocument/2006/relationships/slideLayout" Target="../slideLayouts/slideLayout181.xml"/><Relationship Id="rId23" Type="http://schemas.openxmlformats.org/officeDocument/2006/relationships/theme" Target="../theme/theme13.xml"/><Relationship Id="rId10" Type="http://schemas.openxmlformats.org/officeDocument/2006/relationships/slideLayout" Target="../slideLayouts/slideLayout176.xml"/><Relationship Id="rId19" Type="http://schemas.openxmlformats.org/officeDocument/2006/relationships/slideLayout" Target="../slideLayouts/slideLayout185.xml"/><Relationship Id="rId4" Type="http://schemas.openxmlformats.org/officeDocument/2006/relationships/slideLayout" Target="../slideLayouts/slideLayout170.xml"/><Relationship Id="rId9" Type="http://schemas.openxmlformats.org/officeDocument/2006/relationships/slideLayout" Target="../slideLayouts/slideLayout175.xml"/><Relationship Id="rId14" Type="http://schemas.openxmlformats.org/officeDocument/2006/relationships/slideLayout" Target="../slideLayouts/slideLayout180.xml"/><Relationship Id="rId22" Type="http://schemas.openxmlformats.org/officeDocument/2006/relationships/slideLayout" Target="../slideLayouts/slideLayout188.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96.xml"/><Relationship Id="rId13" Type="http://schemas.openxmlformats.org/officeDocument/2006/relationships/slideLayout" Target="../slideLayouts/slideLayout201.xml"/><Relationship Id="rId18" Type="http://schemas.openxmlformats.org/officeDocument/2006/relationships/slideLayout" Target="../slideLayouts/slideLayout206.xml"/><Relationship Id="rId3" Type="http://schemas.openxmlformats.org/officeDocument/2006/relationships/slideLayout" Target="../slideLayouts/slideLayout191.xml"/><Relationship Id="rId21" Type="http://schemas.openxmlformats.org/officeDocument/2006/relationships/slideLayout" Target="../slideLayouts/slideLayout209.xml"/><Relationship Id="rId7" Type="http://schemas.openxmlformats.org/officeDocument/2006/relationships/slideLayout" Target="../slideLayouts/slideLayout195.xml"/><Relationship Id="rId12" Type="http://schemas.openxmlformats.org/officeDocument/2006/relationships/slideLayout" Target="../slideLayouts/slideLayout200.xml"/><Relationship Id="rId17" Type="http://schemas.openxmlformats.org/officeDocument/2006/relationships/slideLayout" Target="../slideLayouts/slideLayout205.xml"/><Relationship Id="rId2" Type="http://schemas.openxmlformats.org/officeDocument/2006/relationships/slideLayout" Target="../slideLayouts/slideLayout190.xml"/><Relationship Id="rId16" Type="http://schemas.openxmlformats.org/officeDocument/2006/relationships/slideLayout" Target="../slideLayouts/slideLayout204.xml"/><Relationship Id="rId20" Type="http://schemas.openxmlformats.org/officeDocument/2006/relationships/slideLayout" Target="../slideLayouts/slideLayout208.xml"/><Relationship Id="rId1" Type="http://schemas.openxmlformats.org/officeDocument/2006/relationships/slideLayout" Target="../slideLayouts/slideLayout189.xml"/><Relationship Id="rId6" Type="http://schemas.openxmlformats.org/officeDocument/2006/relationships/slideLayout" Target="../slideLayouts/slideLayout194.xml"/><Relationship Id="rId11" Type="http://schemas.openxmlformats.org/officeDocument/2006/relationships/slideLayout" Target="../slideLayouts/slideLayout199.xml"/><Relationship Id="rId5" Type="http://schemas.openxmlformats.org/officeDocument/2006/relationships/slideLayout" Target="../slideLayouts/slideLayout193.xml"/><Relationship Id="rId15" Type="http://schemas.openxmlformats.org/officeDocument/2006/relationships/slideLayout" Target="../slideLayouts/slideLayout203.xml"/><Relationship Id="rId10" Type="http://schemas.openxmlformats.org/officeDocument/2006/relationships/slideLayout" Target="../slideLayouts/slideLayout198.xml"/><Relationship Id="rId19" Type="http://schemas.openxmlformats.org/officeDocument/2006/relationships/slideLayout" Target="../slideLayouts/slideLayout207.xml"/><Relationship Id="rId4" Type="http://schemas.openxmlformats.org/officeDocument/2006/relationships/slideLayout" Target="../slideLayouts/slideLayout192.xml"/><Relationship Id="rId9" Type="http://schemas.openxmlformats.org/officeDocument/2006/relationships/slideLayout" Target="../slideLayouts/slideLayout197.xml"/><Relationship Id="rId14" Type="http://schemas.openxmlformats.org/officeDocument/2006/relationships/slideLayout" Target="../slideLayouts/slideLayout202.xml"/><Relationship Id="rId22" Type="http://schemas.openxmlformats.org/officeDocument/2006/relationships/theme" Target="../theme/theme1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17.xml"/><Relationship Id="rId3" Type="http://schemas.openxmlformats.org/officeDocument/2006/relationships/slideLayout" Target="../slideLayouts/slideLayout212.xml"/><Relationship Id="rId7" Type="http://schemas.openxmlformats.org/officeDocument/2006/relationships/slideLayout" Target="../slideLayouts/slideLayout216.xml"/><Relationship Id="rId2" Type="http://schemas.openxmlformats.org/officeDocument/2006/relationships/slideLayout" Target="../slideLayouts/slideLayout211.xml"/><Relationship Id="rId1" Type="http://schemas.openxmlformats.org/officeDocument/2006/relationships/slideLayout" Target="../slideLayouts/slideLayout210.xml"/><Relationship Id="rId6" Type="http://schemas.openxmlformats.org/officeDocument/2006/relationships/slideLayout" Target="../slideLayouts/slideLayout215.xml"/><Relationship Id="rId11" Type="http://schemas.openxmlformats.org/officeDocument/2006/relationships/theme" Target="../theme/theme15.xml"/><Relationship Id="rId5" Type="http://schemas.openxmlformats.org/officeDocument/2006/relationships/slideLayout" Target="../slideLayouts/slideLayout214.xml"/><Relationship Id="rId10" Type="http://schemas.openxmlformats.org/officeDocument/2006/relationships/slideLayout" Target="../slideLayouts/slideLayout219.xml"/><Relationship Id="rId4" Type="http://schemas.openxmlformats.org/officeDocument/2006/relationships/slideLayout" Target="../slideLayouts/slideLayout213.xml"/><Relationship Id="rId9" Type="http://schemas.openxmlformats.org/officeDocument/2006/relationships/slideLayout" Target="../slideLayouts/slideLayout218.xml"/></Relationships>
</file>

<file path=ppt/slideMasters/_rels/slideMaster16.xml.rels><?xml version="1.0" encoding="UTF-8" standalone="yes"?>
<Relationships xmlns="http://schemas.openxmlformats.org/package/2006/relationships"><Relationship Id="rId3" Type="http://schemas.openxmlformats.org/officeDocument/2006/relationships/slideLayout" Target="../slideLayouts/slideLayout222.xml"/><Relationship Id="rId7" Type="http://schemas.openxmlformats.org/officeDocument/2006/relationships/image" Target="../media/image1.png"/><Relationship Id="rId2" Type="http://schemas.openxmlformats.org/officeDocument/2006/relationships/slideLayout" Target="../slideLayouts/slideLayout221.xml"/><Relationship Id="rId1" Type="http://schemas.openxmlformats.org/officeDocument/2006/relationships/slideLayout" Target="../slideLayouts/slideLayout220.xml"/><Relationship Id="rId6" Type="http://schemas.openxmlformats.org/officeDocument/2006/relationships/theme" Target="../theme/theme16.xml"/><Relationship Id="rId5" Type="http://schemas.openxmlformats.org/officeDocument/2006/relationships/slideLayout" Target="../slideLayouts/slideLayout224.xml"/><Relationship Id="rId4" Type="http://schemas.openxmlformats.org/officeDocument/2006/relationships/slideLayout" Target="../slideLayouts/slideLayout223.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32.xml"/><Relationship Id="rId3" Type="http://schemas.openxmlformats.org/officeDocument/2006/relationships/slideLayout" Target="../slideLayouts/slideLayout227.xml"/><Relationship Id="rId7" Type="http://schemas.openxmlformats.org/officeDocument/2006/relationships/slideLayout" Target="../slideLayouts/slideLayout231.xml"/><Relationship Id="rId12" Type="http://schemas.openxmlformats.org/officeDocument/2006/relationships/theme" Target="../theme/theme17.xml"/><Relationship Id="rId2" Type="http://schemas.openxmlformats.org/officeDocument/2006/relationships/slideLayout" Target="../slideLayouts/slideLayout226.xml"/><Relationship Id="rId1" Type="http://schemas.openxmlformats.org/officeDocument/2006/relationships/slideLayout" Target="../slideLayouts/slideLayout225.xml"/><Relationship Id="rId6" Type="http://schemas.openxmlformats.org/officeDocument/2006/relationships/slideLayout" Target="../slideLayouts/slideLayout230.xml"/><Relationship Id="rId11" Type="http://schemas.openxmlformats.org/officeDocument/2006/relationships/slideLayout" Target="../slideLayouts/slideLayout235.xml"/><Relationship Id="rId5" Type="http://schemas.openxmlformats.org/officeDocument/2006/relationships/slideLayout" Target="../slideLayouts/slideLayout229.xml"/><Relationship Id="rId10" Type="http://schemas.openxmlformats.org/officeDocument/2006/relationships/slideLayout" Target="../slideLayouts/slideLayout234.xml"/><Relationship Id="rId4" Type="http://schemas.openxmlformats.org/officeDocument/2006/relationships/slideLayout" Target="../slideLayouts/slideLayout228.xml"/><Relationship Id="rId9" Type="http://schemas.openxmlformats.org/officeDocument/2006/relationships/slideLayout" Target="../slideLayouts/slideLayout233.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43.xml"/><Relationship Id="rId3" Type="http://schemas.openxmlformats.org/officeDocument/2006/relationships/slideLayout" Target="../slideLayouts/slideLayout238.xml"/><Relationship Id="rId7" Type="http://schemas.openxmlformats.org/officeDocument/2006/relationships/slideLayout" Target="../slideLayouts/slideLayout242.xml"/><Relationship Id="rId12" Type="http://schemas.openxmlformats.org/officeDocument/2006/relationships/theme" Target="../theme/theme18.xml"/><Relationship Id="rId2" Type="http://schemas.openxmlformats.org/officeDocument/2006/relationships/slideLayout" Target="../slideLayouts/slideLayout237.xml"/><Relationship Id="rId1" Type="http://schemas.openxmlformats.org/officeDocument/2006/relationships/slideLayout" Target="../slideLayouts/slideLayout236.xml"/><Relationship Id="rId6" Type="http://schemas.openxmlformats.org/officeDocument/2006/relationships/slideLayout" Target="../slideLayouts/slideLayout241.xml"/><Relationship Id="rId11" Type="http://schemas.openxmlformats.org/officeDocument/2006/relationships/slideLayout" Target="../slideLayouts/slideLayout246.xml"/><Relationship Id="rId5" Type="http://schemas.openxmlformats.org/officeDocument/2006/relationships/slideLayout" Target="../slideLayouts/slideLayout240.xml"/><Relationship Id="rId10" Type="http://schemas.openxmlformats.org/officeDocument/2006/relationships/slideLayout" Target="../slideLayouts/slideLayout245.xml"/><Relationship Id="rId4" Type="http://schemas.openxmlformats.org/officeDocument/2006/relationships/slideLayout" Target="../slideLayouts/slideLayout239.xml"/><Relationship Id="rId9" Type="http://schemas.openxmlformats.org/officeDocument/2006/relationships/slideLayout" Target="../slideLayouts/slideLayout244.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54.xml"/><Relationship Id="rId3" Type="http://schemas.openxmlformats.org/officeDocument/2006/relationships/slideLayout" Target="../slideLayouts/slideLayout249.xml"/><Relationship Id="rId7" Type="http://schemas.openxmlformats.org/officeDocument/2006/relationships/slideLayout" Target="../slideLayouts/slideLayout253.xml"/><Relationship Id="rId12" Type="http://schemas.openxmlformats.org/officeDocument/2006/relationships/theme" Target="../theme/theme19.xml"/><Relationship Id="rId2" Type="http://schemas.openxmlformats.org/officeDocument/2006/relationships/slideLayout" Target="../slideLayouts/slideLayout248.xml"/><Relationship Id="rId1" Type="http://schemas.openxmlformats.org/officeDocument/2006/relationships/slideLayout" Target="../slideLayouts/slideLayout247.xml"/><Relationship Id="rId6" Type="http://schemas.openxmlformats.org/officeDocument/2006/relationships/slideLayout" Target="../slideLayouts/slideLayout252.xml"/><Relationship Id="rId11" Type="http://schemas.openxmlformats.org/officeDocument/2006/relationships/slideLayout" Target="../slideLayouts/slideLayout257.xml"/><Relationship Id="rId5" Type="http://schemas.openxmlformats.org/officeDocument/2006/relationships/slideLayout" Target="../slideLayouts/slideLayout251.xml"/><Relationship Id="rId10" Type="http://schemas.openxmlformats.org/officeDocument/2006/relationships/slideLayout" Target="../slideLayouts/slideLayout256.xml"/><Relationship Id="rId4" Type="http://schemas.openxmlformats.org/officeDocument/2006/relationships/slideLayout" Target="../slideLayouts/slideLayout250.xml"/><Relationship Id="rId9" Type="http://schemas.openxmlformats.org/officeDocument/2006/relationships/slideLayout" Target="../slideLayouts/slideLayout255.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65.xml"/><Relationship Id="rId3" Type="http://schemas.openxmlformats.org/officeDocument/2006/relationships/slideLayout" Target="../slideLayouts/slideLayout260.xml"/><Relationship Id="rId7" Type="http://schemas.openxmlformats.org/officeDocument/2006/relationships/slideLayout" Target="../slideLayouts/slideLayout264.xml"/><Relationship Id="rId12" Type="http://schemas.openxmlformats.org/officeDocument/2006/relationships/theme" Target="../theme/theme20.xml"/><Relationship Id="rId2" Type="http://schemas.openxmlformats.org/officeDocument/2006/relationships/slideLayout" Target="../slideLayouts/slideLayout259.xml"/><Relationship Id="rId1" Type="http://schemas.openxmlformats.org/officeDocument/2006/relationships/slideLayout" Target="../slideLayouts/slideLayout258.xml"/><Relationship Id="rId6" Type="http://schemas.openxmlformats.org/officeDocument/2006/relationships/slideLayout" Target="../slideLayouts/slideLayout263.xml"/><Relationship Id="rId11" Type="http://schemas.openxmlformats.org/officeDocument/2006/relationships/slideLayout" Target="../slideLayouts/slideLayout268.xml"/><Relationship Id="rId5" Type="http://schemas.openxmlformats.org/officeDocument/2006/relationships/slideLayout" Target="../slideLayouts/slideLayout262.xml"/><Relationship Id="rId10" Type="http://schemas.openxmlformats.org/officeDocument/2006/relationships/slideLayout" Target="../slideLayouts/slideLayout267.xml"/><Relationship Id="rId4" Type="http://schemas.openxmlformats.org/officeDocument/2006/relationships/slideLayout" Target="../slideLayouts/slideLayout261.xml"/><Relationship Id="rId9" Type="http://schemas.openxmlformats.org/officeDocument/2006/relationships/slideLayout" Target="../slideLayouts/slideLayout266.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76.xml"/><Relationship Id="rId13" Type="http://schemas.openxmlformats.org/officeDocument/2006/relationships/slideLayout" Target="../slideLayouts/slideLayout281.xml"/><Relationship Id="rId18" Type="http://schemas.openxmlformats.org/officeDocument/2006/relationships/slideLayout" Target="../slideLayouts/slideLayout286.xml"/><Relationship Id="rId3" Type="http://schemas.openxmlformats.org/officeDocument/2006/relationships/slideLayout" Target="../slideLayouts/slideLayout271.xml"/><Relationship Id="rId21" Type="http://schemas.openxmlformats.org/officeDocument/2006/relationships/theme" Target="../theme/theme21.xml"/><Relationship Id="rId7" Type="http://schemas.openxmlformats.org/officeDocument/2006/relationships/slideLayout" Target="../slideLayouts/slideLayout275.xml"/><Relationship Id="rId12" Type="http://schemas.openxmlformats.org/officeDocument/2006/relationships/slideLayout" Target="../slideLayouts/slideLayout280.xml"/><Relationship Id="rId17" Type="http://schemas.openxmlformats.org/officeDocument/2006/relationships/slideLayout" Target="../slideLayouts/slideLayout285.xml"/><Relationship Id="rId2" Type="http://schemas.openxmlformats.org/officeDocument/2006/relationships/slideLayout" Target="../slideLayouts/slideLayout270.xml"/><Relationship Id="rId16" Type="http://schemas.openxmlformats.org/officeDocument/2006/relationships/slideLayout" Target="../slideLayouts/slideLayout284.xml"/><Relationship Id="rId20" Type="http://schemas.openxmlformats.org/officeDocument/2006/relationships/slideLayout" Target="../slideLayouts/slideLayout288.xml"/><Relationship Id="rId1" Type="http://schemas.openxmlformats.org/officeDocument/2006/relationships/slideLayout" Target="../slideLayouts/slideLayout269.xml"/><Relationship Id="rId6" Type="http://schemas.openxmlformats.org/officeDocument/2006/relationships/slideLayout" Target="../slideLayouts/slideLayout274.xml"/><Relationship Id="rId11" Type="http://schemas.openxmlformats.org/officeDocument/2006/relationships/slideLayout" Target="../slideLayouts/slideLayout279.xml"/><Relationship Id="rId5" Type="http://schemas.openxmlformats.org/officeDocument/2006/relationships/slideLayout" Target="../slideLayouts/slideLayout273.xml"/><Relationship Id="rId15" Type="http://schemas.openxmlformats.org/officeDocument/2006/relationships/slideLayout" Target="../slideLayouts/slideLayout283.xml"/><Relationship Id="rId10" Type="http://schemas.openxmlformats.org/officeDocument/2006/relationships/slideLayout" Target="../slideLayouts/slideLayout278.xml"/><Relationship Id="rId19" Type="http://schemas.openxmlformats.org/officeDocument/2006/relationships/slideLayout" Target="../slideLayouts/slideLayout287.xml"/><Relationship Id="rId4" Type="http://schemas.openxmlformats.org/officeDocument/2006/relationships/slideLayout" Target="../slideLayouts/slideLayout272.xml"/><Relationship Id="rId9" Type="http://schemas.openxmlformats.org/officeDocument/2006/relationships/slideLayout" Target="../slideLayouts/slideLayout277.xml"/><Relationship Id="rId14" Type="http://schemas.openxmlformats.org/officeDocument/2006/relationships/slideLayout" Target="../slideLayouts/slideLayout282.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96.xml"/><Relationship Id="rId13" Type="http://schemas.openxmlformats.org/officeDocument/2006/relationships/slideLayout" Target="../slideLayouts/slideLayout301.xml"/><Relationship Id="rId3" Type="http://schemas.openxmlformats.org/officeDocument/2006/relationships/slideLayout" Target="../slideLayouts/slideLayout291.xml"/><Relationship Id="rId7" Type="http://schemas.openxmlformats.org/officeDocument/2006/relationships/slideLayout" Target="../slideLayouts/slideLayout295.xml"/><Relationship Id="rId12" Type="http://schemas.openxmlformats.org/officeDocument/2006/relationships/slideLayout" Target="../slideLayouts/slideLayout300.xml"/><Relationship Id="rId2" Type="http://schemas.openxmlformats.org/officeDocument/2006/relationships/slideLayout" Target="../slideLayouts/slideLayout290.xml"/><Relationship Id="rId1" Type="http://schemas.openxmlformats.org/officeDocument/2006/relationships/slideLayout" Target="../slideLayouts/slideLayout289.xml"/><Relationship Id="rId6" Type="http://schemas.openxmlformats.org/officeDocument/2006/relationships/slideLayout" Target="../slideLayouts/slideLayout294.xml"/><Relationship Id="rId11" Type="http://schemas.openxmlformats.org/officeDocument/2006/relationships/slideLayout" Target="../slideLayouts/slideLayout299.xml"/><Relationship Id="rId5" Type="http://schemas.openxmlformats.org/officeDocument/2006/relationships/slideLayout" Target="../slideLayouts/slideLayout293.xml"/><Relationship Id="rId10" Type="http://schemas.openxmlformats.org/officeDocument/2006/relationships/slideLayout" Target="../slideLayouts/slideLayout298.xml"/><Relationship Id="rId4" Type="http://schemas.openxmlformats.org/officeDocument/2006/relationships/slideLayout" Target="../slideLayouts/slideLayout292.xml"/><Relationship Id="rId9" Type="http://schemas.openxmlformats.org/officeDocument/2006/relationships/slideLayout" Target="../slideLayouts/slideLayout297.xml"/><Relationship Id="rId14" Type="http://schemas.openxmlformats.org/officeDocument/2006/relationships/theme" Target="../theme/theme2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09.xml"/><Relationship Id="rId13" Type="http://schemas.openxmlformats.org/officeDocument/2006/relationships/slideLayout" Target="../slideLayouts/slideLayout314.xml"/><Relationship Id="rId3" Type="http://schemas.openxmlformats.org/officeDocument/2006/relationships/slideLayout" Target="../slideLayouts/slideLayout304.xml"/><Relationship Id="rId7" Type="http://schemas.openxmlformats.org/officeDocument/2006/relationships/slideLayout" Target="../slideLayouts/slideLayout308.xml"/><Relationship Id="rId12" Type="http://schemas.openxmlformats.org/officeDocument/2006/relationships/slideLayout" Target="../slideLayouts/slideLayout313.xml"/><Relationship Id="rId2" Type="http://schemas.openxmlformats.org/officeDocument/2006/relationships/slideLayout" Target="../slideLayouts/slideLayout303.xml"/><Relationship Id="rId1" Type="http://schemas.openxmlformats.org/officeDocument/2006/relationships/slideLayout" Target="../slideLayouts/slideLayout302.xml"/><Relationship Id="rId6" Type="http://schemas.openxmlformats.org/officeDocument/2006/relationships/slideLayout" Target="../slideLayouts/slideLayout307.xml"/><Relationship Id="rId11" Type="http://schemas.openxmlformats.org/officeDocument/2006/relationships/slideLayout" Target="../slideLayouts/slideLayout312.xml"/><Relationship Id="rId5" Type="http://schemas.openxmlformats.org/officeDocument/2006/relationships/slideLayout" Target="../slideLayouts/slideLayout306.xml"/><Relationship Id="rId10" Type="http://schemas.openxmlformats.org/officeDocument/2006/relationships/slideLayout" Target="../slideLayouts/slideLayout311.xml"/><Relationship Id="rId4" Type="http://schemas.openxmlformats.org/officeDocument/2006/relationships/slideLayout" Target="../slideLayouts/slideLayout305.xml"/><Relationship Id="rId9" Type="http://schemas.openxmlformats.org/officeDocument/2006/relationships/slideLayout" Target="../slideLayouts/slideLayout310.xml"/><Relationship Id="rId14" Type="http://schemas.openxmlformats.org/officeDocument/2006/relationships/theme" Target="../theme/theme23.xml"/></Relationships>
</file>

<file path=ppt/slideMasters/_rels/slideMaster24.xml.rels><?xml version="1.0" encoding="UTF-8" standalone="yes"?>
<Relationships xmlns="http://schemas.openxmlformats.org/package/2006/relationships"><Relationship Id="rId3" Type="http://schemas.openxmlformats.org/officeDocument/2006/relationships/slideLayout" Target="../slideLayouts/slideLayout317.xml"/><Relationship Id="rId2" Type="http://schemas.openxmlformats.org/officeDocument/2006/relationships/slideLayout" Target="../slideLayouts/slideLayout316.xml"/><Relationship Id="rId1" Type="http://schemas.openxmlformats.org/officeDocument/2006/relationships/slideLayout" Target="../slideLayouts/slideLayout315.xml"/><Relationship Id="rId6" Type="http://schemas.openxmlformats.org/officeDocument/2006/relationships/theme" Target="../theme/theme24.xml"/><Relationship Id="rId5" Type="http://schemas.openxmlformats.org/officeDocument/2006/relationships/slideLayout" Target="../slideLayouts/slideLayout319.xml"/><Relationship Id="rId4" Type="http://schemas.openxmlformats.org/officeDocument/2006/relationships/slideLayout" Target="../slideLayouts/slideLayout318.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27.xml"/><Relationship Id="rId13" Type="http://schemas.openxmlformats.org/officeDocument/2006/relationships/slideLayout" Target="../slideLayouts/slideLayout332.xml"/><Relationship Id="rId3" Type="http://schemas.openxmlformats.org/officeDocument/2006/relationships/slideLayout" Target="../slideLayouts/slideLayout322.xml"/><Relationship Id="rId7" Type="http://schemas.openxmlformats.org/officeDocument/2006/relationships/slideLayout" Target="../slideLayouts/slideLayout326.xml"/><Relationship Id="rId12" Type="http://schemas.openxmlformats.org/officeDocument/2006/relationships/slideLayout" Target="../slideLayouts/slideLayout331.xml"/><Relationship Id="rId2" Type="http://schemas.openxmlformats.org/officeDocument/2006/relationships/slideLayout" Target="../slideLayouts/slideLayout321.xml"/><Relationship Id="rId1" Type="http://schemas.openxmlformats.org/officeDocument/2006/relationships/slideLayout" Target="../slideLayouts/slideLayout320.xml"/><Relationship Id="rId6" Type="http://schemas.openxmlformats.org/officeDocument/2006/relationships/slideLayout" Target="../slideLayouts/slideLayout325.xml"/><Relationship Id="rId11" Type="http://schemas.openxmlformats.org/officeDocument/2006/relationships/slideLayout" Target="../slideLayouts/slideLayout330.xml"/><Relationship Id="rId5" Type="http://schemas.openxmlformats.org/officeDocument/2006/relationships/slideLayout" Target="../slideLayouts/slideLayout324.xml"/><Relationship Id="rId10" Type="http://schemas.openxmlformats.org/officeDocument/2006/relationships/slideLayout" Target="../slideLayouts/slideLayout329.xml"/><Relationship Id="rId4" Type="http://schemas.openxmlformats.org/officeDocument/2006/relationships/slideLayout" Target="../slideLayouts/slideLayout323.xml"/><Relationship Id="rId9" Type="http://schemas.openxmlformats.org/officeDocument/2006/relationships/slideLayout" Target="../slideLayouts/slideLayout328.xml"/><Relationship Id="rId14" Type="http://schemas.openxmlformats.org/officeDocument/2006/relationships/theme" Target="../theme/theme25.xml"/></Relationships>
</file>

<file path=ppt/slideMasters/_rels/slideMaster26.xml.rels><?xml version="1.0" encoding="UTF-8" standalone="yes"?>
<Relationships xmlns="http://schemas.openxmlformats.org/package/2006/relationships"><Relationship Id="rId3" Type="http://schemas.openxmlformats.org/officeDocument/2006/relationships/slideLayout" Target="../slideLayouts/slideLayout335.xml"/><Relationship Id="rId2" Type="http://schemas.openxmlformats.org/officeDocument/2006/relationships/slideLayout" Target="../slideLayouts/slideLayout334.xml"/><Relationship Id="rId1" Type="http://schemas.openxmlformats.org/officeDocument/2006/relationships/slideLayout" Target="../slideLayouts/slideLayout333.xml"/><Relationship Id="rId5" Type="http://schemas.openxmlformats.org/officeDocument/2006/relationships/theme" Target="../theme/theme26.xml"/><Relationship Id="rId4" Type="http://schemas.openxmlformats.org/officeDocument/2006/relationships/slideLayout" Target="../slideLayouts/slideLayout336.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44.xml"/><Relationship Id="rId13" Type="http://schemas.openxmlformats.org/officeDocument/2006/relationships/slideLayout" Target="../slideLayouts/slideLayout349.xml"/><Relationship Id="rId3" Type="http://schemas.openxmlformats.org/officeDocument/2006/relationships/slideLayout" Target="../slideLayouts/slideLayout339.xml"/><Relationship Id="rId7" Type="http://schemas.openxmlformats.org/officeDocument/2006/relationships/slideLayout" Target="../slideLayouts/slideLayout343.xml"/><Relationship Id="rId12" Type="http://schemas.openxmlformats.org/officeDocument/2006/relationships/slideLayout" Target="../slideLayouts/slideLayout348.xml"/><Relationship Id="rId2" Type="http://schemas.openxmlformats.org/officeDocument/2006/relationships/slideLayout" Target="../slideLayouts/slideLayout338.xml"/><Relationship Id="rId1" Type="http://schemas.openxmlformats.org/officeDocument/2006/relationships/slideLayout" Target="../slideLayouts/slideLayout337.xml"/><Relationship Id="rId6" Type="http://schemas.openxmlformats.org/officeDocument/2006/relationships/slideLayout" Target="../slideLayouts/slideLayout342.xml"/><Relationship Id="rId11" Type="http://schemas.openxmlformats.org/officeDocument/2006/relationships/slideLayout" Target="../slideLayouts/slideLayout347.xml"/><Relationship Id="rId5" Type="http://schemas.openxmlformats.org/officeDocument/2006/relationships/slideLayout" Target="../slideLayouts/slideLayout341.xml"/><Relationship Id="rId10" Type="http://schemas.openxmlformats.org/officeDocument/2006/relationships/slideLayout" Target="../slideLayouts/slideLayout346.xml"/><Relationship Id="rId4" Type="http://schemas.openxmlformats.org/officeDocument/2006/relationships/slideLayout" Target="../slideLayouts/slideLayout340.xml"/><Relationship Id="rId9" Type="http://schemas.openxmlformats.org/officeDocument/2006/relationships/slideLayout" Target="../slideLayouts/slideLayout345.xml"/><Relationship Id="rId14" Type="http://schemas.openxmlformats.org/officeDocument/2006/relationships/theme" Target="../theme/theme27.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57.xml"/><Relationship Id="rId13" Type="http://schemas.openxmlformats.org/officeDocument/2006/relationships/slideLayout" Target="../slideLayouts/slideLayout362.xml"/><Relationship Id="rId3" Type="http://schemas.openxmlformats.org/officeDocument/2006/relationships/slideLayout" Target="../slideLayouts/slideLayout352.xml"/><Relationship Id="rId7" Type="http://schemas.openxmlformats.org/officeDocument/2006/relationships/slideLayout" Target="../slideLayouts/slideLayout356.xml"/><Relationship Id="rId12" Type="http://schemas.openxmlformats.org/officeDocument/2006/relationships/slideLayout" Target="../slideLayouts/slideLayout361.xml"/><Relationship Id="rId2" Type="http://schemas.openxmlformats.org/officeDocument/2006/relationships/slideLayout" Target="../slideLayouts/slideLayout351.xml"/><Relationship Id="rId1" Type="http://schemas.openxmlformats.org/officeDocument/2006/relationships/slideLayout" Target="../slideLayouts/slideLayout350.xml"/><Relationship Id="rId6" Type="http://schemas.openxmlformats.org/officeDocument/2006/relationships/slideLayout" Target="../slideLayouts/slideLayout355.xml"/><Relationship Id="rId11" Type="http://schemas.openxmlformats.org/officeDocument/2006/relationships/slideLayout" Target="../slideLayouts/slideLayout360.xml"/><Relationship Id="rId5" Type="http://schemas.openxmlformats.org/officeDocument/2006/relationships/slideLayout" Target="../slideLayouts/slideLayout354.xml"/><Relationship Id="rId10" Type="http://schemas.openxmlformats.org/officeDocument/2006/relationships/slideLayout" Target="../slideLayouts/slideLayout359.xml"/><Relationship Id="rId4" Type="http://schemas.openxmlformats.org/officeDocument/2006/relationships/slideLayout" Target="../slideLayouts/slideLayout353.xml"/><Relationship Id="rId9" Type="http://schemas.openxmlformats.org/officeDocument/2006/relationships/slideLayout" Target="../slideLayouts/slideLayout358.xml"/><Relationship Id="rId14" Type="http://schemas.openxmlformats.org/officeDocument/2006/relationships/theme" Target="../theme/theme28.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70.xml"/><Relationship Id="rId13" Type="http://schemas.openxmlformats.org/officeDocument/2006/relationships/slideLayout" Target="../slideLayouts/slideLayout375.xml"/><Relationship Id="rId3" Type="http://schemas.openxmlformats.org/officeDocument/2006/relationships/slideLayout" Target="../slideLayouts/slideLayout365.xml"/><Relationship Id="rId7" Type="http://schemas.openxmlformats.org/officeDocument/2006/relationships/slideLayout" Target="../slideLayouts/slideLayout369.xml"/><Relationship Id="rId12" Type="http://schemas.openxmlformats.org/officeDocument/2006/relationships/slideLayout" Target="../slideLayouts/slideLayout374.xml"/><Relationship Id="rId2" Type="http://schemas.openxmlformats.org/officeDocument/2006/relationships/slideLayout" Target="../slideLayouts/slideLayout364.xml"/><Relationship Id="rId1" Type="http://schemas.openxmlformats.org/officeDocument/2006/relationships/slideLayout" Target="../slideLayouts/slideLayout363.xml"/><Relationship Id="rId6" Type="http://schemas.openxmlformats.org/officeDocument/2006/relationships/slideLayout" Target="../slideLayouts/slideLayout368.xml"/><Relationship Id="rId11" Type="http://schemas.openxmlformats.org/officeDocument/2006/relationships/slideLayout" Target="../slideLayouts/slideLayout373.xml"/><Relationship Id="rId5" Type="http://schemas.openxmlformats.org/officeDocument/2006/relationships/slideLayout" Target="../slideLayouts/slideLayout367.xml"/><Relationship Id="rId10" Type="http://schemas.openxmlformats.org/officeDocument/2006/relationships/slideLayout" Target="../slideLayouts/slideLayout372.xml"/><Relationship Id="rId4" Type="http://schemas.openxmlformats.org/officeDocument/2006/relationships/slideLayout" Target="../slideLayouts/slideLayout366.xml"/><Relationship Id="rId9" Type="http://schemas.openxmlformats.org/officeDocument/2006/relationships/slideLayout" Target="../slideLayouts/slideLayout371.xml"/><Relationship Id="rId14" Type="http://schemas.openxmlformats.org/officeDocument/2006/relationships/theme" Target="../theme/theme29.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83.xml"/><Relationship Id="rId13" Type="http://schemas.openxmlformats.org/officeDocument/2006/relationships/slideLayout" Target="../slideLayouts/slideLayout388.xml"/><Relationship Id="rId3" Type="http://schemas.openxmlformats.org/officeDocument/2006/relationships/slideLayout" Target="../slideLayouts/slideLayout378.xml"/><Relationship Id="rId7" Type="http://schemas.openxmlformats.org/officeDocument/2006/relationships/slideLayout" Target="../slideLayouts/slideLayout382.xml"/><Relationship Id="rId12" Type="http://schemas.openxmlformats.org/officeDocument/2006/relationships/slideLayout" Target="../slideLayouts/slideLayout387.xml"/><Relationship Id="rId2" Type="http://schemas.openxmlformats.org/officeDocument/2006/relationships/slideLayout" Target="../slideLayouts/slideLayout377.xml"/><Relationship Id="rId1" Type="http://schemas.openxmlformats.org/officeDocument/2006/relationships/slideLayout" Target="../slideLayouts/slideLayout376.xml"/><Relationship Id="rId6" Type="http://schemas.openxmlformats.org/officeDocument/2006/relationships/slideLayout" Target="../slideLayouts/slideLayout381.xml"/><Relationship Id="rId11" Type="http://schemas.openxmlformats.org/officeDocument/2006/relationships/slideLayout" Target="../slideLayouts/slideLayout386.xml"/><Relationship Id="rId5" Type="http://schemas.openxmlformats.org/officeDocument/2006/relationships/slideLayout" Target="../slideLayouts/slideLayout380.xml"/><Relationship Id="rId10" Type="http://schemas.openxmlformats.org/officeDocument/2006/relationships/slideLayout" Target="../slideLayouts/slideLayout385.xml"/><Relationship Id="rId4" Type="http://schemas.openxmlformats.org/officeDocument/2006/relationships/slideLayout" Target="../slideLayouts/slideLayout379.xml"/><Relationship Id="rId9" Type="http://schemas.openxmlformats.org/officeDocument/2006/relationships/slideLayout" Target="../slideLayouts/slideLayout384.xml"/><Relationship Id="rId14" Type="http://schemas.openxmlformats.org/officeDocument/2006/relationships/theme" Target="../theme/theme30.xml"/></Relationships>
</file>

<file path=ppt/slideMasters/_rels/slideMaster31.xml.rels><?xml version="1.0" encoding="UTF-8" standalone="yes"?>
<Relationships xmlns="http://schemas.openxmlformats.org/package/2006/relationships"><Relationship Id="rId2" Type="http://schemas.openxmlformats.org/officeDocument/2006/relationships/theme" Target="../theme/theme31.xml"/><Relationship Id="rId1" Type="http://schemas.openxmlformats.org/officeDocument/2006/relationships/slideLayout" Target="../slideLayouts/slideLayout389.xml"/></Relationships>
</file>

<file path=ppt/slideMasters/_rels/slideMaster32.xml.rels><?xml version="1.0" encoding="UTF-8" standalone="yes"?>
<Relationships xmlns="http://schemas.openxmlformats.org/package/2006/relationships"><Relationship Id="rId2" Type="http://schemas.openxmlformats.org/officeDocument/2006/relationships/theme" Target="../theme/theme32.xml"/><Relationship Id="rId1" Type="http://schemas.openxmlformats.org/officeDocument/2006/relationships/slideLayout" Target="../slideLayouts/slideLayout390.xml"/></Relationships>
</file>

<file path=ppt/slideMasters/_rels/slideMaster33.xml.rels><?xml version="1.0" encoding="UTF-8" standalone="yes"?>
<Relationships xmlns="http://schemas.openxmlformats.org/package/2006/relationships"><Relationship Id="rId3" Type="http://schemas.openxmlformats.org/officeDocument/2006/relationships/slideLayout" Target="../slideLayouts/slideLayout393.xml"/><Relationship Id="rId2" Type="http://schemas.openxmlformats.org/officeDocument/2006/relationships/slideLayout" Target="../slideLayouts/slideLayout392.xml"/><Relationship Id="rId1" Type="http://schemas.openxmlformats.org/officeDocument/2006/relationships/slideLayout" Target="../slideLayouts/slideLayout391.xml"/><Relationship Id="rId5" Type="http://schemas.openxmlformats.org/officeDocument/2006/relationships/theme" Target="../theme/theme33.xml"/><Relationship Id="rId4" Type="http://schemas.openxmlformats.org/officeDocument/2006/relationships/slideLayout" Target="../slideLayouts/slideLayout39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C180070-0366-42D3-8F94-1EC3607D7BC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46E45E1E-BC0E-4C3C-85EB-272E5E72FEB9}"/>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F9D2D82-0212-4421-B426-9A70ABDA94D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F33CA11-656F-4FB2-93FB-89E34777F27A}" type="datetimeFigureOut">
              <a:rPr lang="en-US" smtClean="0"/>
              <a:t>5/4/2025</a:t>
            </a:fld>
            <a:endParaRPr lang="en-US"/>
          </a:p>
        </p:txBody>
      </p:sp>
      <p:sp>
        <p:nvSpPr>
          <p:cNvPr id="5" name="Footer Placeholder 4">
            <a:extLst>
              <a:ext uri="{FF2B5EF4-FFF2-40B4-BE49-F238E27FC236}">
                <a16:creationId xmlns:a16="http://schemas.microsoft.com/office/drawing/2014/main" id="{3E7D5838-CE2F-4F61-9B85-C3D1EB07BD0E}"/>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06E18B42-7FCB-4A5E-A02A-AC64FA6BD417}"/>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B994777-F16A-46E2-8BE6-DC03DDF0AE25}" type="slidenum">
              <a:rPr lang="en-US" smtClean="0"/>
              <a:t>‹#›</a:t>
            </a:fld>
            <a:endParaRPr lang="en-US"/>
          </a:p>
        </p:txBody>
      </p:sp>
    </p:spTree>
    <p:extLst>
      <p:ext uri="{BB962C8B-B14F-4D97-AF65-F5344CB8AC3E}">
        <p14:creationId xmlns:p14="http://schemas.microsoft.com/office/powerpoint/2010/main" val="109106729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47033" y="715533"/>
            <a:ext cx="10298000" cy="641600"/>
          </a:xfrm>
          <a:prstGeom prst="rect">
            <a:avLst/>
          </a:prstGeom>
          <a:noFill/>
          <a:ln>
            <a:noFill/>
          </a:ln>
        </p:spPr>
        <p:txBody>
          <a:bodyPr spcFirstLastPara="1" wrap="square" lIns="91425" tIns="91425" rIns="91425" bIns="91425" anchor="ctr" anchorCtr="0">
            <a:noAutofit/>
          </a:bodyPr>
          <a:lstStyle>
            <a:lvl1pPr lvl="0">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1pPr>
            <a:lvl2pPr lvl="1">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2pPr>
            <a:lvl3pPr lvl="2">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3pPr>
            <a:lvl4pPr lvl="3">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4pPr>
            <a:lvl5pPr lvl="4">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5pPr>
            <a:lvl6pPr lvl="5">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6pPr>
            <a:lvl7pPr lvl="6">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7pPr>
            <a:lvl8pPr lvl="7">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8pPr>
            <a:lvl9pPr lvl="8">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9pPr>
          </a:lstStyle>
          <a:p>
            <a:endParaRPr/>
          </a:p>
        </p:txBody>
      </p:sp>
      <p:sp>
        <p:nvSpPr>
          <p:cNvPr id="7" name="Google Shape;7;p1"/>
          <p:cNvSpPr txBox="1">
            <a:spLocks noGrp="1"/>
          </p:cNvSpPr>
          <p:nvPr>
            <p:ph type="body" idx="1"/>
          </p:nvPr>
        </p:nvSpPr>
        <p:spPr>
          <a:xfrm>
            <a:off x="947033" y="1536633"/>
            <a:ext cx="10298000" cy="46060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marL="914400" lvl="1"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15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extLst>
      <p:ext uri="{BB962C8B-B14F-4D97-AF65-F5344CB8AC3E}">
        <p14:creationId xmlns:p14="http://schemas.microsoft.com/office/powerpoint/2010/main" val="3432212109"/>
      </p:ext>
    </p:extLst>
  </p:cSld>
  <p:clrMap bg1="lt1" tx1="dk1" bg2="dk2" tx2="lt2" accent1="accent1" accent2="accent2" accent3="accent3" accent4="accent4" accent5="accent5" accent6="accent6" hlink="hlink" folHlink="folHlink"/>
  <p:sldLayoutIdLst>
    <p:sldLayoutId id="2147483677" r:id="rId1"/>
    <p:sldLayoutId id="2147483678" r:id="rId2"/>
    <p:sldLayoutId id="2147483679" r:id="rId3"/>
    <p:sldLayoutId id="2147483680" r:id="rId4"/>
    <p:sldLayoutId id="2147483681" r:id="rId5"/>
    <p:sldLayoutId id="2147483682" r:id="rId6"/>
    <p:sldLayoutId id="2147483683" r:id="rId7"/>
    <p:sldLayoutId id="2147483684" r:id="rId8"/>
    <p:sldLayoutId id="2147483685" r:id="rId9"/>
    <p:sldLayoutId id="2147483686" r:id="rId10"/>
    <p:sldLayoutId id="214748368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3400" y="548633"/>
            <a:ext cx="10985200" cy="748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2400"/>
              <a:buFont typeface="Montserrat"/>
              <a:buNone/>
              <a:defRPr sz="2400" b="1">
                <a:solidFill>
                  <a:schemeClr val="dk1"/>
                </a:solidFill>
                <a:latin typeface="Montserrat"/>
                <a:ea typeface="Montserrat"/>
                <a:cs typeface="Montserrat"/>
                <a:sym typeface="Montserrat"/>
              </a:defRPr>
            </a:lvl1pPr>
            <a:lvl2pPr lvl="1" algn="ctr" rtl="0">
              <a:spcBef>
                <a:spcPts val="0"/>
              </a:spcBef>
              <a:spcAft>
                <a:spcPts val="0"/>
              </a:spcAft>
              <a:buClr>
                <a:schemeClr val="dk1"/>
              </a:buClr>
              <a:buSzPts val="2400"/>
              <a:buFont typeface="Montserrat"/>
              <a:buNone/>
              <a:defRPr sz="2400" b="1">
                <a:solidFill>
                  <a:schemeClr val="dk1"/>
                </a:solidFill>
                <a:latin typeface="Montserrat"/>
                <a:ea typeface="Montserrat"/>
                <a:cs typeface="Montserrat"/>
                <a:sym typeface="Montserrat"/>
              </a:defRPr>
            </a:lvl2pPr>
            <a:lvl3pPr lvl="2" algn="ctr" rtl="0">
              <a:spcBef>
                <a:spcPts val="0"/>
              </a:spcBef>
              <a:spcAft>
                <a:spcPts val="0"/>
              </a:spcAft>
              <a:buClr>
                <a:schemeClr val="dk1"/>
              </a:buClr>
              <a:buSzPts val="2400"/>
              <a:buFont typeface="Montserrat"/>
              <a:buNone/>
              <a:defRPr sz="2400" b="1">
                <a:solidFill>
                  <a:schemeClr val="dk1"/>
                </a:solidFill>
                <a:latin typeface="Montserrat"/>
                <a:ea typeface="Montserrat"/>
                <a:cs typeface="Montserrat"/>
                <a:sym typeface="Montserrat"/>
              </a:defRPr>
            </a:lvl3pPr>
            <a:lvl4pPr lvl="3" algn="ctr" rtl="0">
              <a:spcBef>
                <a:spcPts val="0"/>
              </a:spcBef>
              <a:spcAft>
                <a:spcPts val="0"/>
              </a:spcAft>
              <a:buClr>
                <a:schemeClr val="dk1"/>
              </a:buClr>
              <a:buSzPts val="2400"/>
              <a:buFont typeface="Montserrat"/>
              <a:buNone/>
              <a:defRPr sz="2400" b="1">
                <a:solidFill>
                  <a:schemeClr val="dk1"/>
                </a:solidFill>
                <a:latin typeface="Montserrat"/>
                <a:ea typeface="Montserrat"/>
                <a:cs typeface="Montserrat"/>
                <a:sym typeface="Montserrat"/>
              </a:defRPr>
            </a:lvl4pPr>
            <a:lvl5pPr lvl="4" algn="ctr" rtl="0">
              <a:spcBef>
                <a:spcPts val="0"/>
              </a:spcBef>
              <a:spcAft>
                <a:spcPts val="0"/>
              </a:spcAft>
              <a:buClr>
                <a:schemeClr val="dk1"/>
              </a:buClr>
              <a:buSzPts val="2400"/>
              <a:buFont typeface="Montserrat"/>
              <a:buNone/>
              <a:defRPr sz="2400" b="1">
                <a:solidFill>
                  <a:schemeClr val="dk1"/>
                </a:solidFill>
                <a:latin typeface="Montserrat"/>
                <a:ea typeface="Montserrat"/>
                <a:cs typeface="Montserrat"/>
                <a:sym typeface="Montserrat"/>
              </a:defRPr>
            </a:lvl5pPr>
            <a:lvl6pPr lvl="5" algn="ctr" rtl="0">
              <a:spcBef>
                <a:spcPts val="0"/>
              </a:spcBef>
              <a:spcAft>
                <a:spcPts val="0"/>
              </a:spcAft>
              <a:buClr>
                <a:schemeClr val="dk1"/>
              </a:buClr>
              <a:buSzPts val="2400"/>
              <a:buFont typeface="Montserrat"/>
              <a:buNone/>
              <a:defRPr sz="2400" b="1">
                <a:solidFill>
                  <a:schemeClr val="dk1"/>
                </a:solidFill>
                <a:latin typeface="Montserrat"/>
                <a:ea typeface="Montserrat"/>
                <a:cs typeface="Montserrat"/>
                <a:sym typeface="Montserrat"/>
              </a:defRPr>
            </a:lvl6pPr>
            <a:lvl7pPr lvl="6" algn="ctr" rtl="0">
              <a:spcBef>
                <a:spcPts val="0"/>
              </a:spcBef>
              <a:spcAft>
                <a:spcPts val="0"/>
              </a:spcAft>
              <a:buClr>
                <a:schemeClr val="dk1"/>
              </a:buClr>
              <a:buSzPts val="2400"/>
              <a:buFont typeface="Montserrat"/>
              <a:buNone/>
              <a:defRPr sz="2400" b="1">
                <a:solidFill>
                  <a:schemeClr val="dk1"/>
                </a:solidFill>
                <a:latin typeface="Montserrat"/>
                <a:ea typeface="Montserrat"/>
                <a:cs typeface="Montserrat"/>
                <a:sym typeface="Montserrat"/>
              </a:defRPr>
            </a:lvl7pPr>
            <a:lvl8pPr lvl="7" algn="ctr" rtl="0">
              <a:spcBef>
                <a:spcPts val="0"/>
              </a:spcBef>
              <a:spcAft>
                <a:spcPts val="0"/>
              </a:spcAft>
              <a:buClr>
                <a:schemeClr val="dk1"/>
              </a:buClr>
              <a:buSzPts val="2400"/>
              <a:buFont typeface="Montserrat"/>
              <a:buNone/>
              <a:defRPr sz="2400" b="1">
                <a:solidFill>
                  <a:schemeClr val="dk1"/>
                </a:solidFill>
                <a:latin typeface="Montserrat"/>
                <a:ea typeface="Montserrat"/>
                <a:cs typeface="Montserrat"/>
                <a:sym typeface="Montserrat"/>
              </a:defRPr>
            </a:lvl8pPr>
            <a:lvl9pPr lvl="8" algn="ctr" rtl="0">
              <a:spcBef>
                <a:spcPts val="0"/>
              </a:spcBef>
              <a:spcAft>
                <a:spcPts val="0"/>
              </a:spcAft>
              <a:buClr>
                <a:schemeClr val="dk1"/>
              </a:buClr>
              <a:buSzPts val="2400"/>
              <a:buFont typeface="Montserrat"/>
              <a:buNone/>
              <a:defRPr sz="2400" b="1">
                <a:solidFill>
                  <a:schemeClr val="dk1"/>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953467" y="1462133"/>
            <a:ext cx="10284800" cy="4682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Montserrat Medium"/>
              <a:buChar char="●"/>
              <a:defRPr sz="1200">
                <a:solidFill>
                  <a:schemeClr val="dk1"/>
                </a:solidFill>
                <a:latin typeface="Montserrat Medium"/>
                <a:ea typeface="Montserrat Medium"/>
                <a:cs typeface="Montserrat Medium"/>
                <a:sym typeface="Montserrat Medium"/>
              </a:defRPr>
            </a:lvl1pPr>
            <a:lvl2pPr marL="914400" lvl="1" indent="-304800">
              <a:lnSpc>
                <a:spcPct val="100000"/>
              </a:lnSpc>
              <a:spcBef>
                <a:spcPts val="0"/>
              </a:spcBef>
              <a:spcAft>
                <a:spcPts val="0"/>
              </a:spcAft>
              <a:buClr>
                <a:schemeClr val="dk1"/>
              </a:buClr>
              <a:buSzPts val="1200"/>
              <a:buFont typeface="Montserrat Medium"/>
              <a:buChar char="○"/>
              <a:defRPr sz="1200">
                <a:solidFill>
                  <a:schemeClr val="dk1"/>
                </a:solidFill>
                <a:latin typeface="Montserrat Medium"/>
                <a:ea typeface="Montserrat Medium"/>
                <a:cs typeface="Montserrat Medium"/>
                <a:sym typeface="Montserrat Medium"/>
              </a:defRPr>
            </a:lvl2pPr>
            <a:lvl3pPr marL="1371600" lvl="2" indent="-304800">
              <a:lnSpc>
                <a:spcPct val="100000"/>
              </a:lnSpc>
              <a:spcBef>
                <a:spcPts val="0"/>
              </a:spcBef>
              <a:spcAft>
                <a:spcPts val="0"/>
              </a:spcAft>
              <a:buClr>
                <a:schemeClr val="dk1"/>
              </a:buClr>
              <a:buSzPts val="1200"/>
              <a:buFont typeface="Montserrat Medium"/>
              <a:buChar char="■"/>
              <a:defRPr sz="1200">
                <a:solidFill>
                  <a:schemeClr val="dk1"/>
                </a:solidFill>
                <a:latin typeface="Montserrat Medium"/>
                <a:ea typeface="Montserrat Medium"/>
                <a:cs typeface="Montserrat Medium"/>
                <a:sym typeface="Montserrat Medium"/>
              </a:defRPr>
            </a:lvl3pPr>
            <a:lvl4pPr marL="1828800" lvl="3" indent="-304800">
              <a:lnSpc>
                <a:spcPct val="100000"/>
              </a:lnSpc>
              <a:spcBef>
                <a:spcPts val="0"/>
              </a:spcBef>
              <a:spcAft>
                <a:spcPts val="0"/>
              </a:spcAft>
              <a:buClr>
                <a:schemeClr val="dk1"/>
              </a:buClr>
              <a:buSzPts val="1200"/>
              <a:buFont typeface="Montserrat Medium"/>
              <a:buChar char="●"/>
              <a:defRPr sz="1200">
                <a:solidFill>
                  <a:schemeClr val="dk1"/>
                </a:solidFill>
                <a:latin typeface="Montserrat Medium"/>
                <a:ea typeface="Montserrat Medium"/>
                <a:cs typeface="Montserrat Medium"/>
                <a:sym typeface="Montserrat Medium"/>
              </a:defRPr>
            </a:lvl4pPr>
            <a:lvl5pPr marL="2286000" lvl="4" indent="-304800">
              <a:lnSpc>
                <a:spcPct val="100000"/>
              </a:lnSpc>
              <a:spcBef>
                <a:spcPts val="0"/>
              </a:spcBef>
              <a:spcAft>
                <a:spcPts val="0"/>
              </a:spcAft>
              <a:buClr>
                <a:schemeClr val="dk1"/>
              </a:buClr>
              <a:buSzPts val="1200"/>
              <a:buFont typeface="Montserrat Medium"/>
              <a:buChar char="○"/>
              <a:defRPr sz="1200">
                <a:solidFill>
                  <a:schemeClr val="dk1"/>
                </a:solidFill>
                <a:latin typeface="Montserrat Medium"/>
                <a:ea typeface="Montserrat Medium"/>
                <a:cs typeface="Montserrat Medium"/>
                <a:sym typeface="Montserrat Medium"/>
              </a:defRPr>
            </a:lvl5pPr>
            <a:lvl6pPr marL="2743200" lvl="5" indent="-304800">
              <a:lnSpc>
                <a:spcPct val="100000"/>
              </a:lnSpc>
              <a:spcBef>
                <a:spcPts val="0"/>
              </a:spcBef>
              <a:spcAft>
                <a:spcPts val="0"/>
              </a:spcAft>
              <a:buClr>
                <a:schemeClr val="dk1"/>
              </a:buClr>
              <a:buSzPts val="1200"/>
              <a:buFont typeface="Montserrat Medium"/>
              <a:buChar char="■"/>
              <a:defRPr sz="1200">
                <a:solidFill>
                  <a:schemeClr val="dk1"/>
                </a:solidFill>
                <a:latin typeface="Montserrat Medium"/>
                <a:ea typeface="Montserrat Medium"/>
                <a:cs typeface="Montserrat Medium"/>
                <a:sym typeface="Montserrat Medium"/>
              </a:defRPr>
            </a:lvl6pPr>
            <a:lvl7pPr marL="3200400" lvl="6" indent="-304800">
              <a:lnSpc>
                <a:spcPct val="100000"/>
              </a:lnSpc>
              <a:spcBef>
                <a:spcPts val="0"/>
              </a:spcBef>
              <a:spcAft>
                <a:spcPts val="0"/>
              </a:spcAft>
              <a:buClr>
                <a:schemeClr val="dk1"/>
              </a:buClr>
              <a:buSzPts val="1200"/>
              <a:buFont typeface="Montserrat Medium"/>
              <a:buChar char="●"/>
              <a:defRPr sz="1200">
                <a:solidFill>
                  <a:schemeClr val="dk1"/>
                </a:solidFill>
                <a:latin typeface="Montserrat Medium"/>
                <a:ea typeface="Montserrat Medium"/>
                <a:cs typeface="Montserrat Medium"/>
                <a:sym typeface="Montserrat Medium"/>
              </a:defRPr>
            </a:lvl7pPr>
            <a:lvl8pPr marL="3657600" lvl="7" indent="-304800">
              <a:lnSpc>
                <a:spcPct val="100000"/>
              </a:lnSpc>
              <a:spcBef>
                <a:spcPts val="0"/>
              </a:spcBef>
              <a:spcAft>
                <a:spcPts val="0"/>
              </a:spcAft>
              <a:buClr>
                <a:schemeClr val="dk1"/>
              </a:buClr>
              <a:buSzPts val="1200"/>
              <a:buFont typeface="Montserrat Medium"/>
              <a:buChar char="○"/>
              <a:defRPr sz="1200">
                <a:solidFill>
                  <a:schemeClr val="dk1"/>
                </a:solidFill>
                <a:latin typeface="Montserrat Medium"/>
                <a:ea typeface="Montserrat Medium"/>
                <a:cs typeface="Montserrat Medium"/>
                <a:sym typeface="Montserrat Medium"/>
              </a:defRPr>
            </a:lvl8pPr>
            <a:lvl9pPr marL="4114800" lvl="8" indent="-304800">
              <a:lnSpc>
                <a:spcPct val="100000"/>
              </a:lnSpc>
              <a:spcBef>
                <a:spcPts val="0"/>
              </a:spcBef>
              <a:spcAft>
                <a:spcPts val="0"/>
              </a:spcAft>
              <a:buClr>
                <a:schemeClr val="dk1"/>
              </a:buClr>
              <a:buSzPts val="1200"/>
              <a:buFont typeface="Montserrat Medium"/>
              <a:buChar char="■"/>
              <a:defRPr sz="1200">
                <a:solidFill>
                  <a:schemeClr val="dk1"/>
                </a:solidFill>
                <a:latin typeface="Montserrat Medium"/>
                <a:ea typeface="Montserrat Medium"/>
                <a:cs typeface="Montserrat Medium"/>
                <a:sym typeface="Montserrat Medium"/>
              </a:defRPr>
            </a:lvl9pPr>
          </a:lstStyle>
          <a:p>
            <a:endParaRPr/>
          </a:p>
        </p:txBody>
      </p:sp>
    </p:spTree>
    <p:extLst>
      <p:ext uri="{BB962C8B-B14F-4D97-AF65-F5344CB8AC3E}">
        <p14:creationId xmlns:p14="http://schemas.microsoft.com/office/powerpoint/2010/main" val="4119731183"/>
      </p:ext>
    </p:extLst>
  </p:cSld>
  <p:clrMap bg1="lt1" tx1="dk1" bg2="dk2" tx2="lt2" accent1="accent1" accent2="accent2" accent3="accent3" accent4="accent4" accent5="accent5" accent6="accent6" hlink="hlink" folHlink="folHlink"/>
  <p:sldLayoutIdLst>
    <p:sldLayoutId id="2147483689" r:id="rId1"/>
    <p:sldLayoutId id="2147483690" r:id="rId2"/>
    <p:sldLayoutId id="2147483691" r:id="rId3"/>
    <p:sldLayoutId id="2147483692" r:id="rId4"/>
    <p:sldLayoutId id="2147483693" r:id="rId5"/>
    <p:sldLayoutId id="2147483694" r:id="rId6"/>
    <p:sldLayoutId id="2147483695" r:id="rId7"/>
    <p:sldLayoutId id="2147483696" r:id="rId8"/>
    <p:sldLayoutId id="2147483697" r:id="rId9"/>
    <p:sldLayoutId id="2147483698" r:id="rId10"/>
    <p:sldLayoutId id="2147483699"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40"/>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6"/>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393312868"/>
      </p:ext>
    </p:extLst>
  </p:cSld>
  <p:clrMap bg1="lt1" tx1="dk1" bg2="lt2" tx2="dk2" accent1="accent1" accent2="accent2" accent3="accent3" accent4="accent4" accent5="accent5" accent6="accent6" hlink="hlink" folHlink="folHlink"/>
  <p:sldLayoutIdLst>
    <p:sldLayoutId id="2147483701" r:id="rId1"/>
    <p:sldLayoutId id="2147483702" r:id="rId2"/>
    <p:sldLayoutId id="2147483703" r:id="rId3"/>
    <p:sldLayoutId id="2147483704" r:id="rId4"/>
    <p:sldLayoutId id="2147483705" r:id="rId5"/>
    <p:sldLayoutId id="2147483706" r:id="rId6"/>
    <p:sldLayoutId id="2147483707" r:id="rId7"/>
    <p:sldLayoutId id="2147483708" r:id="rId8"/>
    <p:sldLayoutId id="2147483709" r:id="rId9"/>
    <p:sldLayoutId id="2147483710" r:id="rId10"/>
    <p:sldLayoutId id="2147483711" r:id="rId11"/>
    <p:sldLayoutId id="2147483712" r:id="rId12"/>
    <p:sldLayoutId id="2147483713"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3037967925"/>
      </p:ext>
    </p:extLst>
  </p:cSld>
  <p:clrMap bg1="lt1" tx1="dk1" bg2="lt2" tx2="dk2" accent1="accent1" accent2="accent2" accent3="accent3" accent4="accent4" accent5="accent5" accent6="accent6" hlink="hlink" folHlink="folHlink"/>
  <p:sldLayoutIdLst>
    <p:sldLayoutId id="2147483760" r:id="rId1"/>
    <p:sldLayoutId id="2147483761" r:id="rId2"/>
    <p:sldLayoutId id="2147483762" r:id="rId3"/>
    <p:sldLayoutId id="2147483763" r:id="rId4"/>
    <p:sldLayoutId id="2147483764" r:id="rId5"/>
    <p:sldLayoutId id="2147483765" r:id="rId6"/>
    <p:sldLayoutId id="2147483766" r:id="rId7"/>
    <p:sldLayoutId id="2147483767" r:id="rId8"/>
    <p:sldLayoutId id="2147483768" r:id="rId9"/>
    <p:sldLayoutId id="2147483769" r:id="rId10"/>
    <p:sldLayoutId id="2147483770" r:id="rId11"/>
    <p:sldLayoutId id="2147483771" r:id="rId12"/>
    <p:sldLayoutId id="2147483772"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778447819"/>
      </p:ext>
    </p:extLst>
  </p:cSld>
  <p:clrMap bg1="lt1" tx1="dk1" bg2="lt2" tx2="dk2" accent1="accent1" accent2="accent2" accent3="accent3" accent4="accent4" accent5="accent5" accent6="accent6" hlink="hlink" folHlink="folHlink"/>
  <p:sldLayoutIdLst>
    <p:sldLayoutId id="2147483774" r:id="rId1"/>
    <p:sldLayoutId id="2147483775" r:id="rId2"/>
    <p:sldLayoutId id="2147483776" r:id="rId3"/>
    <p:sldLayoutId id="2147483777" r:id="rId4"/>
    <p:sldLayoutId id="2147483778" r:id="rId5"/>
    <p:sldLayoutId id="2147483779" r:id="rId6"/>
    <p:sldLayoutId id="2147483780" r:id="rId7"/>
    <p:sldLayoutId id="2147483781" r:id="rId8"/>
    <p:sldLayoutId id="2147483782" r:id="rId9"/>
    <p:sldLayoutId id="2147483783" r:id="rId10"/>
    <p:sldLayoutId id="2147483784" r:id="rId11"/>
    <p:sldLayoutId id="2147483785" r:id="rId12"/>
    <p:sldLayoutId id="2147483786"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gradFill>
          <a:gsLst>
            <a:gs pos="81000">
              <a:srgbClr val="EEEEEE"/>
            </a:gs>
            <a:gs pos="0">
              <a:schemeClr val="bg1"/>
            </a:gs>
            <a:gs pos="100000">
              <a:schemeClr val="bg1">
                <a:lumMod val="85000"/>
              </a:schemeClr>
            </a:gs>
          </a:gsLst>
          <a:path path="circle">
            <a:fillToRect l="50000" t="50000" r="50000" b="50000"/>
          </a:path>
        </a:gra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121899" tIns="60949" rIns="121899"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121899" tIns="60949" rIns="121899"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121899" tIns="60949" rIns="121899" bIns="60949" rtlCol="0" anchor="ctr"/>
          <a:lstStyle>
            <a:lvl1pPr algn="l">
              <a:defRPr sz="1600">
                <a:solidFill>
                  <a:schemeClr val="tx1">
                    <a:tint val="75000"/>
                  </a:schemeClr>
                </a:solidFill>
                <a:latin typeface="Segoe UI" panose="020B0502040204020203" pitchFamily="34" charset="0"/>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121899" tIns="60949" rIns="121899" bIns="60949" rtlCol="0" anchor="ctr"/>
          <a:lstStyle>
            <a:lvl1pPr algn="ctr">
              <a:defRPr sz="1600">
                <a:solidFill>
                  <a:schemeClr val="tx1">
                    <a:tint val="75000"/>
                  </a:schemeClr>
                </a:solidFill>
                <a:latin typeface="Segoe UI" panose="020B0502040204020203" pitchFamily="34" charset="0"/>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121899" tIns="60949" rIns="121899" bIns="60949" rtlCol="0" anchor="ctr"/>
          <a:lstStyle>
            <a:lvl1pPr algn="r">
              <a:defRPr sz="1600">
                <a:solidFill>
                  <a:schemeClr val="tx1">
                    <a:tint val="75000"/>
                  </a:schemeClr>
                </a:solidFill>
                <a:latin typeface="Segoe UI" panose="020B0502040204020203" pitchFamily="34" charset="0"/>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980345509"/>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40" r:id="rId8"/>
    <p:sldLayoutId id="2147483841" r:id="rId9"/>
    <p:sldLayoutId id="2147483842" r:id="rId10"/>
    <p:sldLayoutId id="2147483843" r:id="rId11"/>
    <p:sldLayoutId id="2147483844" r:id="rId12"/>
    <p:sldLayoutId id="2147483849" r:id="rId13"/>
    <p:sldLayoutId id="2147483850" r:id="rId14"/>
    <p:sldLayoutId id="2147483851" r:id="rId15"/>
  </p:sldLayoutIdLst>
  <p:txStyles>
    <p:titleStyle>
      <a:lvl1pPr algn="l" defTabSz="1218987" rtl="0" eaLnBrk="1" latinLnBrk="0" hangingPunct="1">
        <a:spcBef>
          <a:spcPct val="0"/>
        </a:spcBef>
        <a:buNone/>
        <a:defRPr sz="3600" kern="1200">
          <a:solidFill>
            <a:schemeClr val="tx1"/>
          </a:solidFill>
          <a:latin typeface="Segoe UI" panose="020B0502040204020203" pitchFamily="34" charset="0"/>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Segoe UI" panose="020B0502040204020203" pitchFamily="34" charset="0"/>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Segoe UI" panose="020B0502040204020203" pitchFamily="34" charset="0"/>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Segoe UI" panose="020B0502040204020203" pitchFamily="34" charset="0"/>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Segoe UI" panose="020B0502040204020203" pitchFamily="34" charset="0"/>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Segoe UI" panose="020B0502040204020203" pitchFamily="34" charset="0"/>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2128232186"/>
      </p:ext>
    </p:extLst>
  </p:cSld>
  <p:clrMap bg1="lt1" tx1="dk1" bg2="lt2" tx2="dk2" accent1="accent1" accent2="accent2" accent3="accent3" accent4="accent4" accent5="accent5" accent6="accent6" hlink="hlink" folHlink="folHlink"/>
  <p:sldLayoutIdLst>
    <p:sldLayoutId id="2147483895" r:id="rId1"/>
    <p:sldLayoutId id="2147483896" r:id="rId2"/>
    <p:sldLayoutId id="2147483897" r:id="rId3"/>
    <p:sldLayoutId id="2147483898" r:id="rId4"/>
    <p:sldLayoutId id="2147483899" r:id="rId5"/>
    <p:sldLayoutId id="2147483900" r:id="rId6"/>
    <p:sldLayoutId id="2147483901" r:id="rId7"/>
    <p:sldLayoutId id="2147483902" r:id="rId8"/>
    <p:sldLayoutId id="2147483903" r:id="rId9"/>
    <p:sldLayoutId id="2147483904" r:id="rId10"/>
    <p:sldLayoutId id="2147483905" r:id="rId11"/>
    <p:sldLayoutId id="2147483906" r:id="rId12"/>
    <p:sldLayoutId id="2147483907"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3710164592"/>
      </p:ext>
    </p:extLst>
  </p:cSld>
  <p:clrMap bg1="lt1" tx1="dk1" bg2="lt2" tx2="dk2" accent1="accent1" accent2="accent2" accent3="accent3" accent4="accent4" accent5="accent5" accent6="accent6" hlink="hlink" folHlink="folHlink"/>
  <p:sldLayoutIdLst>
    <p:sldLayoutId id="2147483923" r:id="rId1"/>
    <p:sldLayoutId id="2147483924" r:id="rId2"/>
    <p:sldLayoutId id="2147483925" r:id="rId3"/>
    <p:sldLayoutId id="2147483926" r:id="rId4"/>
    <p:sldLayoutId id="2147483927" r:id="rId5"/>
    <p:sldLayoutId id="2147483928" r:id="rId6"/>
    <p:sldLayoutId id="2147483929" r:id="rId7"/>
    <p:sldLayoutId id="2147483930" r:id="rId8"/>
    <p:sldLayoutId id="2147483931" r:id="rId9"/>
    <p:sldLayoutId id="2147483932" r:id="rId10"/>
    <p:sldLayoutId id="2147483933" r:id="rId11"/>
    <p:sldLayoutId id="2147483934" r:id="rId12"/>
    <p:sldLayoutId id="2147483935"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0" cy="711081"/>
          </a:xfrm>
          <a:prstGeom prst="rect">
            <a:avLst/>
          </a:prstGeom>
        </p:spPr>
        <p:txBody>
          <a:bodyPr vert="horz" lIns="91436" tIns="45718" rIns="91436" bIns="45718"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0" cy="4987739"/>
          </a:xfrm>
          <a:prstGeom prst="rect">
            <a:avLst/>
          </a:prstGeom>
        </p:spPr>
        <p:txBody>
          <a:bodyPr vert="horz" lIns="91436" tIns="45718" rIns="91436" bIns="45718"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91436" tIns="45718" rIns="91436" bIns="45718" rtlCol="0" anchor="ctr"/>
          <a:lstStyle>
            <a:lvl1pPr algn="l">
              <a:defRPr sz="1600">
                <a:solidFill>
                  <a:schemeClr val="tx1">
                    <a:tint val="75000"/>
                  </a:schemeClr>
                </a:solidFill>
              </a:defRPr>
            </a:lvl1pPr>
          </a:lstStyle>
          <a:p>
            <a:fld id="{FD1176A7-B091-469C-82C8-89C693043C40}" type="datetimeFigureOut">
              <a:rPr lang="en-US" smtClean="0"/>
              <a:pPr/>
              <a:t>5/4/2025</a:t>
            </a:fld>
            <a:endParaRPr lang="en-US"/>
          </a:p>
        </p:txBody>
      </p:sp>
      <p:sp>
        <p:nvSpPr>
          <p:cNvPr id="5" name="Footer Placeholder 4"/>
          <p:cNvSpPr>
            <a:spLocks noGrp="1"/>
          </p:cNvSpPr>
          <p:nvPr>
            <p:ph type="ftr" sz="quarter" idx="3"/>
          </p:nvPr>
        </p:nvSpPr>
        <p:spPr>
          <a:xfrm>
            <a:off x="4165600" y="6356352"/>
            <a:ext cx="3860800" cy="365125"/>
          </a:xfrm>
          <a:prstGeom prst="rect">
            <a:avLst/>
          </a:prstGeom>
        </p:spPr>
        <p:txBody>
          <a:bodyPr vert="horz" lIns="91436" tIns="45718" rIns="91436" bIns="45718"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91436" tIns="45718" rIns="91436" bIns="45718" rtlCol="0" anchor="ctr"/>
          <a:lstStyle>
            <a:lvl1pPr algn="r">
              <a:defRPr sz="1600">
                <a:solidFill>
                  <a:schemeClr val="tx1">
                    <a:tint val="75000"/>
                  </a:schemeClr>
                </a:solidFill>
              </a:defRPr>
            </a:lvl1pPr>
          </a:lstStyle>
          <a:p>
            <a:fld id="{5939B1FA-81F2-4940-9AF3-5EAFB5D6669B}" type="slidenum">
              <a:rPr lang="en-US" smtClean="0"/>
              <a:pPr/>
              <a:t>‹#›</a:t>
            </a:fld>
            <a:endParaRPr lang="en-US"/>
          </a:p>
        </p:txBody>
      </p:sp>
    </p:spTree>
    <p:extLst>
      <p:ext uri="{BB962C8B-B14F-4D97-AF65-F5344CB8AC3E}">
        <p14:creationId xmlns:p14="http://schemas.microsoft.com/office/powerpoint/2010/main" val="428419438"/>
      </p:ext>
    </p:extLst>
  </p:cSld>
  <p:clrMap bg1="lt1" tx1="dk1" bg2="lt2" tx2="dk2" accent1="accent1" accent2="accent2" accent3="accent3" accent4="accent4" accent5="accent5" accent6="accent6" hlink="hlink" folHlink="folHlink"/>
  <p:sldLayoutIdLst>
    <p:sldLayoutId id="2147483951" r:id="rId1"/>
    <p:sldLayoutId id="2147483952" r:id="rId2"/>
    <p:sldLayoutId id="2147483953" r:id="rId3"/>
    <p:sldLayoutId id="2147483954" r:id="rId4"/>
    <p:sldLayoutId id="2147483955" r:id="rId5"/>
    <p:sldLayoutId id="2147483956" r:id="rId6"/>
    <p:sldLayoutId id="2147483957" r:id="rId7"/>
    <p:sldLayoutId id="2147483958" r:id="rId8"/>
    <p:sldLayoutId id="2147483959" r:id="rId9"/>
    <p:sldLayoutId id="2147483960" r:id="rId10"/>
    <p:sldLayoutId id="2147483961" r:id="rId11"/>
    <p:sldLayoutId id="2147483962" r:id="rId12"/>
    <p:sldLayoutId id="2147483963" r:id="rId13"/>
    <p:sldLayoutId id="2147483964" r:id="rId14"/>
  </p:sldLayoutIdLst>
  <p:txStyles>
    <p:titleStyle>
      <a:lvl1pPr algn="l" defTabSz="1219119" rtl="0" eaLnBrk="1" latinLnBrk="0" hangingPunct="1">
        <a:spcBef>
          <a:spcPct val="0"/>
        </a:spcBef>
        <a:buNone/>
        <a:defRPr sz="3200" kern="1200">
          <a:solidFill>
            <a:schemeClr val="tx1">
              <a:lumMod val="65000"/>
              <a:lumOff val="35000"/>
            </a:schemeClr>
          </a:solidFill>
          <a:latin typeface="+mj-lt"/>
          <a:ea typeface="+mj-ea"/>
          <a:cs typeface="+mj-cs"/>
        </a:defRPr>
      </a:lvl1pPr>
    </p:titleStyle>
    <p:bodyStyle>
      <a:lvl1pPr marL="457170" indent="-457170" algn="l" defTabSz="1219119"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534" indent="-380974" algn="l" defTabSz="1219119"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898" indent="-304780" algn="l" defTabSz="1219119"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459" indent="-304780" algn="l" defTabSz="1219119"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3017" indent="-304780" algn="l" defTabSz="1219119"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57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13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695"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254"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19" rtl="0" eaLnBrk="1" latinLnBrk="0" hangingPunct="1">
        <a:defRPr sz="2400" kern="1200">
          <a:solidFill>
            <a:schemeClr val="tx1"/>
          </a:solidFill>
          <a:latin typeface="+mn-lt"/>
          <a:ea typeface="+mn-ea"/>
          <a:cs typeface="+mn-cs"/>
        </a:defRPr>
      </a:lvl1pPr>
      <a:lvl2pPr marL="609559" algn="l" defTabSz="1219119" rtl="0" eaLnBrk="1" latinLnBrk="0" hangingPunct="1">
        <a:defRPr sz="2400" kern="1200">
          <a:solidFill>
            <a:schemeClr val="tx1"/>
          </a:solidFill>
          <a:latin typeface="+mn-lt"/>
          <a:ea typeface="+mn-ea"/>
          <a:cs typeface="+mn-cs"/>
        </a:defRPr>
      </a:lvl2pPr>
      <a:lvl3pPr marL="1219119" algn="l" defTabSz="1219119" rtl="0" eaLnBrk="1" latinLnBrk="0" hangingPunct="1">
        <a:defRPr sz="2400" kern="1200">
          <a:solidFill>
            <a:schemeClr val="tx1"/>
          </a:solidFill>
          <a:latin typeface="+mn-lt"/>
          <a:ea typeface="+mn-ea"/>
          <a:cs typeface="+mn-cs"/>
        </a:defRPr>
      </a:lvl3pPr>
      <a:lvl4pPr marL="1828678" algn="l" defTabSz="1219119" rtl="0" eaLnBrk="1" latinLnBrk="0" hangingPunct="1">
        <a:defRPr sz="2400" kern="1200">
          <a:solidFill>
            <a:schemeClr val="tx1"/>
          </a:solidFill>
          <a:latin typeface="+mn-lt"/>
          <a:ea typeface="+mn-ea"/>
          <a:cs typeface="+mn-cs"/>
        </a:defRPr>
      </a:lvl4pPr>
      <a:lvl5pPr marL="2438238" algn="l" defTabSz="1219119" rtl="0" eaLnBrk="1" latinLnBrk="0" hangingPunct="1">
        <a:defRPr sz="2400" kern="1200">
          <a:solidFill>
            <a:schemeClr val="tx1"/>
          </a:solidFill>
          <a:latin typeface="+mn-lt"/>
          <a:ea typeface="+mn-ea"/>
          <a:cs typeface="+mn-cs"/>
        </a:defRPr>
      </a:lvl5pPr>
      <a:lvl6pPr marL="3047797" algn="l" defTabSz="1219119" rtl="0" eaLnBrk="1" latinLnBrk="0" hangingPunct="1">
        <a:defRPr sz="2400" kern="1200">
          <a:solidFill>
            <a:schemeClr val="tx1"/>
          </a:solidFill>
          <a:latin typeface="+mn-lt"/>
          <a:ea typeface="+mn-ea"/>
          <a:cs typeface="+mn-cs"/>
        </a:defRPr>
      </a:lvl6pPr>
      <a:lvl7pPr marL="3657357" algn="l" defTabSz="1219119" rtl="0" eaLnBrk="1" latinLnBrk="0" hangingPunct="1">
        <a:defRPr sz="2400" kern="1200">
          <a:solidFill>
            <a:schemeClr val="tx1"/>
          </a:solidFill>
          <a:latin typeface="+mn-lt"/>
          <a:ea typeface="+mn-ea"/>
          <a:cs typeface="+mn-cs"/>
        </a:defRPr>
      </a:lvl7pPr>
      <a:lvl8pPr marL="4266915" algn="l" defTabSz="1219119" rtl="0" eaLnBrk="1" latinLnBrk="0" hangingPunct="1">
        <a:defRPr sz="2400" kern="1200">
          <a:solidFill>
            <a:schemeClr val="tx1"/>
          </a:solidFill>
          <a:latin typeface="+mn-lt"/>
          <a:ea typeface="+mn-ea"/>
          <a:cs typeface="+mn-cs"/>
        </a:defRPr>
      </a:lvl8pPr>
      <a:lvl9pPr marL="4876475" algn="l" defTabSz="1219119" rtl="0" eaLnBrk="1" latinLnBrk="0"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0" cy="711081"/>
          </a:xfrm>
          <a:prstGeom prst="rect">
            <a:avLst/>
          </a:prstGeom>
        </p:spPr>
        <p:txBody>
          <a:bodyPr vert="horz" lIns="91436" tIns="45718" rIns="91436" bIns="45718"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0" cy="4987739"/>
          </a:xfrm>
          <a:prstGeom prst="rect">
            <a:avLst/>
          </a:prstGeom>
        </p:spPr>
        <p:txBody>
          <a:bodyPr vert="horz" lIns="91436" tIns="45718" rIns="91436" bIns="45718"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91436" tIns="45718" rIns="91436" bIns="45718" rtlCol="0" anchor="ctr"/>
          <a:lstStyle>
            <a:lvl1pPr algn="l">
              <a:defRPr sz="1600">
                <a:solidFill>
                  <a:schemeClr val="tx1">
                    <a:tint val="75000"/>
                  </a:schemeClr>
                </a:solidFill>
                <a:latin typeface="Segoe UI" panose="020B0502040204020203" pitchFamily="34" charset="0"/>
                <a:cs typeface="Segoe UI" panose="020B0502040204020203" pitchFamily="34" charset="0"/>
              </a:defRPr>
            </a:lvl1pPr>
          </a:lstStyle>
          <a:p>
            <a:fld id="{FD1176A7-B091-469C-82C8-89C693043C40}" type="datetimeFigureOut">
              <a:rPr lang="en-US" smtClean="0"/>
              <a:pPr/>
              <a:t>5/4/2025</a:t>
            </a:fld>
            <a:endParaRPr lang="en-US"/>
          </a:p>
        </p:txBody>
      </p:sp>
      <p:sp>
        <p:nvSpPr>
          <p:cNvPr id="5" name="Footer Placeholder 4"/>
          <p:cNvSpPr>
            <a:spLocks noGrp="1"/>
          </p:cNvSpPr>
          <p:nvPr>
            <p:ph type="ftr" sz="quarter" idx="3"/>
          </p:nvPr>
        </p:nvSpPr>
        <p:spPr>
          <a:xfrm>
            <a:off x="4165600" y="6356352"/>
            <a:ext cx="3860800" cy="365125"/>
          </a:xfrm>
          <a:prstGeom prst="rect">
            <a:avLst/>
          </a:prstGeom>
        </p:spPr>
        <p:txBody>
          <a:bodyPr vert="horz" lIns="91436" tIns="45718" rIns="91436" bIns="45718" rtlCol="0" anchor="ctr"/>
          <a:lstStyle>
            <a:lvl1pPr algn="ctr">
              <a:defRPr sz="1600">
                <a:solidFill>
                  <a:schemeClr val="tx1">
                    <a:tint val="75000"/>
                  </a:schemeClr>
                </a:solidFill>
                <a:latin typeface="Segoe UI" panose="020B0502040204020203" pitchFamily="34" charset="0"/>
                <a:cs typeface="Segoe UI" panose="020B0502040204020203" pitchFamily="34" charset="0"/>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91436" tIns="45718" rIns="91436" bIns="45718" rtlCol="0" anchor="ctr"/>
          <a:lstStyle>
            <a:lvl1pPr algn="r">
              <a:defRPr sz="1600">
                <a:solidFill>
                  <a:schemeClr val="tx1">
                    <a:tint val="75000"/>
                  </a:schemeClr>
                </a:solidFill>
                <a:latin typeface="Segoe UI" panose="020B0502040204020203" pitchFamily="34" charset="0"/>
                <a:cs typeface="Segoe UI" panose="020B0502040204020203" pitchFamily="34" charset="0"/>
              </a:defRPr>
            </a:lvl1pPr>
          </a:lstStyle>
          <a:p>
            <a:fld id="{5939B1FA-81F2-4940-9AF3-5EAFB5D6669B}" type="slidenum">
              <a:rPr lang="en-US" smtClean="0"/>
              <a:pPr/>
              <a:t>‹#›</a:t>
            </a:fld>
            <a:endParaRPr lang="en-US"/>
          </a:p>
        </p:txBody>
      </p:sp>
    </p:spTree>
    <p:extLst>
      <p:ext uri="{BB962C8B-B14F-4D97-AF65-F5344CB8AC3E}">
        <p14:creationId xmlns:p14="http://schemas.microsoft.com/office/powerpoint/2010/main" val="2066053067"/>
      </p:ext>
    </p:extLst>
  </p:cSld>
  <p:clrMap bg1="lt1" tx1="dk1" bg2="lt2" tx2="dk2" accent1="accent1" accent2="accent2" accent3="accent3" accent4="accent4" accent5="accent5" accent6="accent6" hlink="hlink" folHlink="folHlink"/>
  <p:sldLayoutIdLst>
    <p:sldLayoutId id="2147483966" r:id="rId1"/>
    <p:sldLayoutId id="2147483967" r:id="rId2"/>
    <p:sldLayoutId id="2147483968" r:id="rId3"/>
    <p:sldLayoutId id="2147483969" r:id="rId4"/>
    <p:sldLayoutId id="2147483970" r:id="rId5"/>
    <p:sldLayoutId id="2147483971" r:id="rId6"/>
    <p:sldLayoutId id="2147483972" r:id="rId7"/>
    <p:sldLayoutId id="2147483973" r:id="rId8"/>
    <p:sldLayoutId id="2147483974" r:id="rId9"/>
    <p:sldLayoutId id="2147483975" r:id="rId10"/>
    <p:sldLayoutId id="2147483976" r:id="rId11"/>
    <p:sldLayoutId id="2147483977" r:id="rId12"/>
    <p:sldLayoutId id="2147483978" r:id="rId13"/>
    <p:sldLayoutId id="2147483979" r:id="rId14"/>
    <p:sldLayoutId id="2147483980" r:id="rId15"/>
  </p:sldLayoutIdLst>
  <p:txStyles>
    <p:titleStyle>
      <a:lvl1pPr algn="l" defTabSz="1219119" rtl="0" eaLnBrk="1" latinLnBrk="0" hangingPunct="1">
        <a:spcBef>
          <a:spcPct val="0"/>
        </a:spcBef>
        <a:buNone/>
        <a:defRPr sz="3200" kern="1200">
          <a:solidFill>
            <a:schemeClr val="tx1">
              <a:lumMod val="65000"/>
              <a:lumOff val="35000"/>
            </a:schemeClr>
          </a:solidFill>
          <a:latin typeface="+mj-lt"/>
          <a:ea typeface="+mj-ea"/>
          <a:cs typeface="Segoe UI" panose="020B0502040204020203" pitchFamily="34" charset="0"/>
        </a:defRPr>
      </a:lvl1pPr>
    </p:titleStyle>
    <p:bodyStyle>
      <a:lvl1pPr marL="457170" indent="-457170" algn="l" defTabSz="1219119" rtl="0" eaLnBrk="1" latinLnBrk="0" hangingPunct="1">
        <a:spcBef>
          <a:spcPct val="20000"/>
        </a:spcBef>
        <a:buFont typeface="Arial" pitchFamily="34" charset="0"/>
        <a:buChar char="•"/>
        <a:defRPr sz="3600" kern="1200">
          <a:solidFill>
            <a:schemeClr val="tx1"/>
          </a:solidFill>
          <a:latin typeface="Segoe UI" panose="020B0502040204020203" pitchFamily="34" charset="0"/>
          <a:ea typeface="+mn-ea"/>
          <a:cs typeface="Segoe UI" panose="020B0502040204020203" pitchFamily="34" charset="0"/>
        </a:defRPr>
      </a:lvl1pPr>
      <a:lvl2pPr marL="990534" indent="-380974" algn="l" defTabSz="1219119" rtl="0" eaLnBrk="1" latinLnBrk="0" hangingPunct="1">
        <a:spcBef>
          <a:spcPct val="20000"/>
        </a:spcBef>
        <a:buFont typeface="Arial" pitchFamily="34" charset="0"/>
        <a:buChar char="–"/>
        <a:defRPr sz="3200" kern="1200">
          <a:solidFill>
            <a:schemeClr val="tx1"/>
          </a:solidFill>
          <a:latin typeface="Segoe UI" panose="020B0502040204020203" pitchFamily="34" charset="0"/>
          <a:ea typeface="+mn-ea"/>
          <a:cs typeface="Segoe UI" panose="020B0502040204020203" pitchFamily="34" charset="0"/>
        </a:defRPr>
      </a:lvl2pPr>
      <a:lvl3pPr marL="1523898" indent="-304780" algn="l" defTabSz="1219119" rtl="0" eaLnBrk="1" latinLnBrk="0" hangingPunct="1">
        <a:spcBef>
          <a:spcPct val="20000"/>
        </a:spcBef>
        <a:buFont typeface="Arial" pitchFamily="34" charset="0"/>
        <a:buChar char="•"/>
        <a:defRPr sz="2400" kern="1200">
          <a:solidFill>
            <a:schemeClr val="tx1"/>
          </a:solidFill>
          <a:latin typeface="Segoe UI" panose="020B0502040204020203" pitchFamily="34" charset="0"/>
          <a:ea typeface="+mn-ea"/>
          <a:cs typeface="Segoe UI" panose="020B0502040204020203" pitchFamily="34" charset="0"/>
        </a:defRPr>
      </a:lvl3pPr>
      <a:lvl4pPr marL="2133459" indent="-304780" algn="l" defTabSz="1219119" rtl="0" eaLnBrk="1" latinLnBrk="0" hangingPunct="1">
        <a:spcBef>
          <a:spcPct val="20000"/>
        </a:spcBef>
        <a:buFont typeface="Arial" pitchFamily="34" charset="0"/>
        <a:buChar char="–"/>
        <a:defRPr sz="2000" kern="1200">
          <a:solidFill>
            <a:schemeClr val="tx1"/>
          </a:solidFill>
          <a:latin typeface="Segoe UI" panose="020B0502040204020203" pitchFamily="34" charset="0"/>
          <a:ea typeface="+mn-ea"/>
          <a:cs typeface="Segoe UI" panose="020B0502040204020203" pitchFamily="34" charset="0"/>
        </a:defRPr>
      </a:lvl4pPr>
      <a:lvl5pPr marL="2743017" indent="-304780" algn="l" defTabSz="1219119" rtl="0" eaLnBrk="1" latinLnBrk="0" hangingPunct="1">
        <a:spcBef>
          <a:spcPct val="20000"/>
        </a:spcBef>
        <a:buFont typeface="Arial" pitchFamily="34" charset="0"/>
        <a:buChar char="»"/>
        <a:defRPr sz="2000" kern="1200">
          <a:solidFill>
            <a:schemeClr val="tx1"/>
          </a:solidFill>
          <a:latin typeface="Segoe UI" panose="020B0502040204020203" pitchFamily="34" charset="0"/>
          <a:ea typeface="+mn-ea"/>
          <a:cs typeface="Segoe UI" panose="020B0502040204020203" pitchFamily="34" charset="0"/>
        </a:defRPr>
      </a:lvl5pPr>
      <a:lvl6pPr marL="335257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13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695"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254"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19" rtl="0" eaLnBrk="1" latinLnBrk="0" hangingPunct="1">
        <a:defRPr sz="2400" kern="1200">
          <a:solidFill>
            <a:schemeClr val="tx1"/>
          </a:solidFill>
          <a:latin typeface="+mn-lt"/>
          <a:ea typeface="+mn-ea"/>
          <a:cs typeface="+mn-cs"/>
        </a:defRPr>
      </a:lvl1pPr>
      <a:lvl2pPr marL="609559" algn="l" defTabSz="1219119" rtl="0" eaLnBrk="1" latinLnBrk="0" hangingPunct="1">
        <a:defRPr sz="2400" kern="1200">
          <a:solidFill>
            <a:schemeClr val="tx1"/>
          </a:solidFill>
          <a:latin typeface="+mn-lt"/>
          <a:ea typeface="+mn-ea"/>
          <a:cs typeface="+mn-cs"/>
        </a:defRPr>
      </a:lvl2pPr>
      <a:lvl3pPr marL="1219119" algn="l" defTabSz="1219119" rtl="0" eaLnBrk="1" latinLnBrk="0" hangingPunct="1">
        <a:defRPr sz="2400" kern="1200">
          <a:solidFill>
            <a:schemeClr val="tx1"/>
          </a:solidFill>
          <a:latin typeface="+mn-lt"/>
          <a:ea typeface="+mn-ea"/>
          <a:cs typeface="+mn-cs"/>
        </a:defRPr>
      </a:lvl3pPr>
      <a:lvl4pPr marL="1828678" algn="l" defTabSz="1219119" rtl="0" eaLnBrk="1" latinLnBrk="0" hangingPunct="1">
        <a:defRPr sz="2400" kern="1200">
          <a:solidFill>
            <a:schemeClr val="tx1"/>
          </a:solidFill>
          <a:latin typeface="+mn-lt"/>
          <a:ea typeface="+mn-ea"/>
          <a:cs typeface="+mn-cs"/>
        </a:defRPr>
      </a:lvl4pPr>
      <a:lvl5pPr marL="2438238" algn="l" defTabSz="1219119" rtl="0" eaLnBrk="1" latinLnBrk="0" hangingPunct="1">
        <a:defRPr sz="2400" kern="1200">
          <a:solidFill>
            <a:schemeClr val="tx1"/>
          </a:solidFill>
          <a:latin typeface="+mn-lt"/>
          <a:ea typeface="+mn-ea"/>
          <a:cs typeface="+mn-cs"/>
        </a:defRPr>
      </a:lvl5pPr>
      <a:lvl6pPr marL="3047797" algn="l" defTabSz="1219119" rtl="0" eaLnBrk="1" latinLnBrk="0" hangingPunct="1">
        <a:defRPr sz="2400" kern="1200">
          <a:solidFill>
            <a:schemeClr val="tx1"/>
          </a:solidFill>
          <a:latin typeface="+mn-lt"/>
          <a:ea typeface="+mn-ea"/>
          <a:cs typeface="+mn-cs"/>
        </a:defRPr>
      </a:lvl6pPr>
      <a:lvl7pPr marL="3657357" algn="l" defTabSz="1219119" rtl="0" eaLnBrk="1" latinLnBrk="0" hangingPunct="1">
        <a:defRPr sz="2400" kern="1200">
          <a:solidFill>
            <a:schemeClr val="tx1"/>
          </a:solidFill>
          <a:latin typeface="+mn-lt"/>
          <a:ea typeface="+mn-ea"/>
          <a:cs typeface="+mn-cs"/>
        </a:defRPr>
      </a:lvl7pPr>
      <a:lvl8pPr marL="4266915" algn="l" defTabSz="1219119" rtl="0" eaLnBrk="1" latinLnBrk="0" hangingPunct="1">
        <a:defRPr sz="2400" kern="1200">
          <a:solidFill>
            <a:schemeClr val="tx1"/>
          </a:solidFill>
          <a:latin typeface="+mn-lt"/>
          <a:ea typeface="+mn-ea"/>
          <a:cs typeface="+mn-cs"/>
        </a:defRPr>
      </a:lvl8pPr>
      <a:lvl9pPr marL="4876475" algn="l" defTabSz="1219119" rtl="0" eaLnBrk="1" latinLnBrk="0"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0" cy="711081"/>
          </a:xfrm>
          <a:prstGeom prst="rect">
            <a:avLst/>
          </a:prstGeom>
        </p:spPr>
        <p:txBody>
          <a:bodyPr vert="horz" lIns="91436" tIns="45718" rIns="91436" bIns="45718"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0" cy="4987739"/>
          </a:xfrm>
          <a:prstGeom prst="rect">
            <a:avLst/>
          </a:prstGeom>
        </p:spPr>
        <p:txBody>
          <a:bodyPr vert="horz" lIns="91436" tIns="45718" rIns="91436" bIns="45718"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91436" tIns="45718" rIns="91436" bIns="45718" rtlCol="0" anchor="ctr"/>
          <a:lstStyle>
            <a:lvl1pPr algn="l">
              <a:defRPr sz="1600">
                <a:solidFill>
                  <a:schemeClr val="tx1">
                    <a:tint val="75000"/>
                  </a:schemeClr>
                </a:solidFill>
              </a:defRPr>
            </a:lvl1pPr>
          </a:lstStyle>
          <a:p>
            <a:fld id="{FD1176A7-B091-469C-82C8-89C693043C40}" type="datetimeFigureOut">
              <a:rPr lang="en-US" smtClean="0"/>
              <a:pPr/>
              <a:t>5/4/2025</a:t>
            </a:fld>
            <a:endParaRPr lang="en-US"/>
          </a:p>
        </p:txBody>
      </p:sp>
      <p:sp>
        <p:nvSpPr>
          <p:cNvPr id="5" name="Footer Placeholder 4"/>
          <p:cNvSpPr>
            <a:spLocks noGrp="1"/>
          </p:cNvSpPr>
          <p:nvPr>
            <p:ph type="ftr" sz="quarter" idx="3"/>
          </p:nvPr>
        </p:nvSpPr>
        <p:spPr>
          <a:xfrm>
            <a:off x="4165600" y="6356352"/>
            <a:ext cx="3860800" cy="365125"/>
          </a:xfrm>
          <a:prstGeom prst="rect">
            <a:avLst/>
          </a:prstGeom>
        </p:spPr>
        <p:txBody>
          <a:bodyPr vert="horz" lIns="91436" tIns="45718" rIns="91436" bIns="45718"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91436" tIns="45718" rIns="91436" bIns="45718" rtlCol="0" anchor="ctr"/>
          <a:lstStyle>
            <a:lvl1pPr algn="r">
              <a:defRPr sz="1600">
                <a:solidFill>
                  <a:schemeClr val="tx1">
                    <a:tint val="75000"/>
                  </a:schemeClr>
                </a:solidFill>
              </a:defRPr>
            </a:lvl1pPr>
          </a:lstStyle>
          <a:p>
            <a:fld id="{5939B1FA-81F2-4940-9AF3-5EAFB5D6669B}" type="slidenum">
              <a:rPr lang="en-US" smtClean="0"/>
              <a:pPr/>
              <a:t>‹#›</a:t>
            </a:fld>
            <a:endParaRPr lang="en-US"/>
          </a:p>
        </p:txBody>
      </p:sp>
    </p:spTree>
    <p:extLst>
      <p:ext uri="{BB962C8B-B14F-4D97-AF65-F5344CB8AC3E}">
        <p14:creationId xmlns:p14="http://schemas.microsoft.com/office/powerpoint/2010/main" val="289884958"/>
      </p:ext>
    </p:extLst>
  </p:cSld>
  <p:clrMap bg1="lt1" tx1="dk1" bg2="lt2" tx2="dk2" accent1="accent1" accent2="accent2" accent3="accent3" accent4="accent4" accent5="accent5" accent6="accent6" hlink="hlink" folHlink="folHlink"/>
  <p:sldLayoutIdLst>
    <p:sldLayoutId id="2147483982" r:id="rId1"/>
    <p:sldLayoutId id="2147483983" r:id="rId2"/>
    <p:sldLayoutId id="2147483984" r:id="rId3"/>
    <p:sldLayoutId id="2147483985" r:id="rId4"/>
    <p:sldLayoutId id="2147483986" r:id="rId5"/>
    <p:sldLayoutId id="2147483987" r:id="rId6"/>
    <p:sldLayoutId id="2147483988" r:id="rId7"/>
    <p:sldLayoutId id="2147483989" r:id="rId8"/>
    <p:sldLayoutId id="2147483990" r:id="rId9"/>
    <p:sldLayoutId id="2147483991" r:id="rId10"/>
    <p:sldLayoutId id="2147483992" r:id="rId11"/>
    <p:sldLayoutId id="2147483993" r:id="rId12"/>
    <p:sldLayoutId id="2147483994" r:id="rId13"/>
    <p:sldLayoutId id="2147483995" r:id="rId14"/>
    <p:sldLayoutId id="2147483996" r:id="rId15"/>
    <p:sldLayoutId id="2147483997" r:id="rId16"/>
    <p:sldLayoutId id="2147483998" r:id="rId17"/>
    <p:sldLayoutId id="2147483999" r:id="rId18"/>
    <p:sldLayoutId id="2147484000" r:id="rId19"/>
    <p:sldLayoutId id="2147484001" r:id="rId20"/>
    <p:sldLayoutId id="2147484002" r:id="rId21"/>
    <p:sldLayoutId id="2147484003" r:id="rId22"/>
    <p:sldLayoutId id="2147484004" r:id="rId23"/>
  </p:sldLayoutIdLst>
  <p:txStyles>
    <p:titleStyle>
      <a:lvl1pPr algn="l" defTabSz="1219119" rtl="0" eaLnBrk="1" latinLnBrk="0" hangingPunct="1">
        <a:spcBef>
          <a:spcPct val="0"/>
        </a:spcBef>
        <a:buNone/>
        <a:defRPr sz="3200" kern="1200">
          <a:solidFill>
            <a:schemeClr val="tx1">
              <a:lumMod val="65000"/>
              <a:lumOff val="35000"/>
            </a:schemeClr>
          </a:solidFill>
          <a:latin typeface="+mj-lt"/>
          <a:ea typeface="+mj-ea"/>
          <a:cs typeface="+mj-cs"/>
        </a:defRPr>
      </a:lvl1pPr>
    </p:titleStyle>
    <p:bodyStyle>
      <a:lvl1pPr marL="457170" indent="-457170" algn="l" defTabSz="1219119"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534" indent="-380974" algn="l" defTabSz="1219119"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898" indent="-304780" algn="l" defTabSz="1219119"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459" indent="-304780" algn="l" defTabSz="1219119"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3017" indent="-304780" algn="l" defTabSz="1219119"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57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13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695"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254"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19" rtl="0" eaLnBrk="1" latinLnBrk="0" hangingPunct="1">
        <a:defRPr sz="2400" kern="1200">
          <a:solidFill>
            <a:schemeClr val="tx1"/>
          </a:solidFill>
          <a:latin typeface="+mn-lt"/>
          <a:ea typeface="+mn-ea"/>
          <a:cs typeface="+mn-cs"/>
        </a:defRPr>
      </a:lvl1pPr>
      <a:lvl2pPr marL="609559" algn="l" defTabSz="1219119" rtl="0" eaLnBrk="1" latinLnBrk="0" hangingPunct="1">
        <a:defRPr sz="2400" kern="1200">
          <a:solidFill>
            <a:schemeClr val="tx1"/>
          </a:solidFill>
          <a:latin typeface="+mn-lt"/>
          <a:ea typeface="+mn-ea"/>
          <a:cs typeface="+mn-cs"/>
        </a:defRPr>
      </a:lvl2pPr>
      <a:lvl3pPr marL="1219119" algn="l" defTabSz="1219119" rtl="0" eaLnBrk="1" latinLnBrk="0" hangingPunct="1">
        <a:defRPr sz="2400" kern="1200">
          <a:solidFill>
            <a:schemeClr val="tx1"/>
          </a:solidFill>
          <a:latin typeface="+mn-lt"/>
          <a:ea typeface="+mn-ea"/>
          <a:cs typeface="+mn-cs"/>
        </a:defRPr>
      </a:lvl3pPr>
      <a:lvl4pPr marL="1828678" algn="l" defTabSz="1219119" rtl="0" eaLnBrk="1" latinLnBrk="0" hangingPunct="1">
        <a:defRPr sz="2400" kern="1200">
          <a:solidFill>
            <a:schemeClr val="tx1"/>
          </a:solidFill>
          <a:latin typeface="+mn-lt"/>
          <a:ea typeface="+mn-ea"/>
          <a:cs typeface="+mn-cs"/>
        </a:defRPr>
      </a:lvl4pPr>
      <a:lvl5pPr marL="2438238" algn="l" defTabSz="1219119" rtl="0" eaLnBrk="1" latinLnBrk="0" hangingPunct="1">
        <a:defRPr sz="2400" kern="1200">
          <a:solidFill>
            <a:schemeClr val="tx1"/>
          </a:solidFill>
          <a:latin typeface="+mn-lt"/>
          <a:ea typeface="+mn-ea"/>
          <a:cs typeface="+mn-cs"/>
        </a:defRPr>
      </a:lvl5pPr>
      <a:lvl6pPr marL="3047797" algn="l" defTabSz="1219119" rtl="0" eaLnBrk="1" latinLnBrk="0" hangingPunct="1">
        <a:defRPr sz="2400" kern="1200">
          <a:solidFill>
            <a:schemeClr val="tx1"/>
          </a:solidFill>
          <a:latin typeface="+mn-lt"/>
          <a:ea typeface="+mn-ea"/>
          <a:cs typeface="+mn-cs"/>
        </a:defRPr>
      </a:lvl6pPr>
      <a:lvl7pPr marL="3657357" algn="l" defTabSz="1219119" rtl="0" eaLnBrk="1" latinLnBrk="0" hangingPunct="1">
        <a:defRPr sz="2400" kern="1200">
          <a:solidFill>
            <a:schemeClr val="tx1"/>
          </a:solidFill>
          <a:latin typeface="+mn-lt"/>
          <a:ea typeface="+mn-ea"/>
          <a:cs typeface="+mn-cs"/>
        </a:defRPr>
      </a:lvl7pPr>
      <a:lvl8pPr marL="4266915" algn="l" defTabSz="1219119" rtl="0" eaLnBrk="1" latinLnBrk="0" hangingPunct="1">
        <a:defRPr sz="2400" kern="1200">
          <a:solidFill>
            <a:schemeClr val="tx1"/>
          </a:solidFill>
          <a:latin typeface="+mn-lt"/>
          <a:ea typeface="+mn-ea"/>
          <a:cs typeface="+mn-cs"/>
        </a:defRPr>
      </a:lvl8pPr>
      <a:lvl9pPr marL="4876475" algn="l" defTabSz="1219119" rtl="0" eaLnBrk="1" latinLnBrk="0"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0" cy="711081"/>
          </a:xfrm>
          <a:prstGeom prst="rect">
            <a:avLst/>
          </a:prstGeom>
        </p:spPr>
        <p:txBody>
          <a:bodyPr vert="horz" lIns="91436" tIns="45718" rIns="91436" bIns="45718" rtlCol="0" anchor="ctr">
            <a:noAutofit/>
          </a:bodyPr>
          <a:lstStyle/>
          <a:p>
            <a:r>
              <a:rPr lang="en-US"/>
              <a:t>Click to edit Master title style</a:t>
            </a:r>
          </a:p>
        </p:txBody>
      </p:sp>
      <p:sp>
        <p:nvSpPr>
          <p:cNvPr id="3" name="Text Placeholder 2"/>
          <p:cNvSpPr>
            <a:spLocks noGrp="1"/>
          </p:cNvSpPr>
          <p:nvPr>
            <p:ph type="body" idx="1"/>
          </p:nvPr>
        </p:nvSpPr>
        <p:spPr>
          <a:xfrm>
            <a:off x="609600" y="1138425"/>
            <a:ext cx="10972800" cy="4987739"/>
          </a:xfrm>
          <a:prstGeom prst="rect">
            <a:avLst/>
          </a:prstGeom>
        </p:spPr>
        <p:txBody>
          <a:bodyPr vert="horz" lIns="91436" tIns="45718" rIns="91436" bIns="45718"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91436" tIns="45718" rIns="91436" bIns="45718" rtlCol="0" anchor="ctr"/>
          <a:lstStyle>
            <a:lvl1pPr algn="l">
              <a:defRPr sz="1600">
                <a:solidFill>
                  <a:schemeClr val="tx1">
                    <a:tint val="75000"/>
                  </a:schemeClr>
                </a:solidFill>
              </a:defRPr>
            </a:lvl1pPr>
          </a:lstStyle>
          <a:p>
            <a:fld id="{FD1176A7-B091-469C-82C8-89C693043C40}" type="datetimeFigureOut">
              <a:rPr lang="en-US" smtClean="0"/>
              <a:pPr/>
              <a:t>5/4/2025</a:t>
            </a:fld>
            <a:endParaRPr lang="en-US"/>
          </a:p>
        </p:txBody>
      </p:sp>
      <p:sp>
        <p:nvSpPr>
          <p:cNvPr id="5" name="Footer Placeholder 4"/>
          <p:cNvSpPr>
            <a:spLocks noGrp="1"/>
          </p:cNvSpPr>
          <p:nvPr>
            <p:ph type="ftr" sz="quarter" idx="3"/>
          </p:nvPr>
        </p:nvSpPr>
        <p:spPr>
          <a:xfrm>
            <a:off x="4165600" y="6356352"/>
            <a:ext cx="3860800" cy="365125"/>
          </a:xfrm>
          <a:prstGeom prst="rect">
            <a:avLst/>
          </a:prstGeom>
        </p:spPr>
        <p:txBody>
          <a:bodyPr vert="horz" lIns="91436" tIns="45718" rIns="91436" bIns="45718"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91436" tIns="45718" rIns="91436" bIns="45718" rtlCol="0" anchor="ctr"/>
          <a:lstStyle>
            <a:lvl1pPr algn="r">
              <a:defRPr sz="1600">
                <a:solidFill>
                  <a:schemeClr val="tx1">
                    <a:tint val="75000"/>
                  </a:schemeClr>
                </a:solidFill>
              </a:defRPr>
            </a:lvl1pPr>
          </a:lstStyle>
          <a:p>
            <a:fld id="{5939B1FA-81F2-4940-9AF3-5EAFB5D6669B}" type="slidenum">
              <a:rPr lang="en-US" smtClean="0"/>
              <a:pPr/>
              <a:t>‹#›</a:t>
            </a:fld>
            <a:endParaRPr lang="en-US"/>
          </a:p>
        </p:txBody>
      </p:sp>
    </p:spTree>
    <p:extLst>
      <p:ext uri="{BB962C8B-B14F-4D97-AF65-F5344CB8AC3E}">
        <p14:creationId xmlns:p14="http://schemas.microsoft.com/office/powerpoint/2010/main" val="3902396359"/>
      </p:ext>
    </p:extLst>
  </p:cSld>
  <p:clrMap bg1="lt1" tx1="dk1" bg2="lt2" tx2="dk2" accent1="accent1" accent2="accent2" accent3="accent3" accent4="accent4" accent5="accent5" accent6="accent6" hlink="hlink" folHlink="folHlink"/>
  <p:sldLayoutIdLst>
    <p:sldLayoutId id="2147484006" r:id="rId1"/>
    <p:sldLayoutId id="2147484007" r:id="rId2"/>
    <p:sldLayoutId id="2147484008" r:id="rId3"/>
    <p:sldLayoutId id="2147484009" r:id="rId4"/>
    <p:sldLayoutId id="2147484010" r:id="rId5"/>
    <p:sldLayoutId id="2147484011" r:id="rId6"/>
    <p:sldLayoutId id="2147484012" r:id="rId7"/>
    <p:sldLayoutId id="2147484013" r:id="rId8"/>
    <p:sldLayoutId id="2147484014" r:id="rId9"/>
    <p:sldLayoutId id="2147484015" r:id="rId10"/>
    <p:sldLayoutId id="2147484016" r:id="rId11"/>
    <p:sldLayoutId id="2147484017" r:id="rId12"/>
    <p:sldLayoutId id="2147484018" r:id="rId13"/>
    <p:sldLayoutId id="2147484019" r:id="rId14"/>
    <p:sldLayoutId id="2147484020" r:id="rId15"/>
    <p:sldLayoutId id="2147484021" r:id="rId16"/>
    <p:sldLayoutId id="2147484022" r:id="rId17"/>
    <p:sldLayoutId id="2147484023" r:id="rId18"/>
    <p:sldLayoutId id="2147484024" r:id="rId19"/>
    <p:sldLayoutId id="2147484025" r:id="rId20"/>
    <p:sldLayoutId id="2147484026" r:id="rId21"/>
    <p:sldLayoutId id="2147484027" r:id="rId22"/>
  </p:sldLayoutIdLst>
  <p:txStyles>
    <p:titleStyle>
      <a:lvl1pPr algn="l" defTabSz="1219119" rtl="0" eaLnBrk="1" latinLnBrk="0" hangingPunct="1">
        <a:spcBef>
          <a:spcPct val="0"/>
        </a:spcBef>
        <a:buNone/>
        <a:defRPr sz="4800" b="0" kern="1200">
          <a:solidFill>
            <a:schemeClr val="tx1">
              <a:lumMod val="75000"/>
              <a:lumOff val="25000"/>
            </a:schemeClr>
          </a:solidFill>
          <a:latin typeface="+mj-lt"/>
          <a:ea typeface="+mj-ea"/>
          <a:cs typeface="Segoe UI" panose="020B0502040204020203" pitchFamily="34" charset="0"/>
        </a:defRPr>
      </a:lvl1pPr>
    </p:titleStyle>
    <p:bodyStyle>
      <a:lvl1pPr marL="457170" indent="-457170" algn="l" defTabSz="1219119" rtl="0" eaLnBrk="1" latinLnBrk="0" hangingPunct="1">
        <a:spcBef>
          <a:spcPct val="20000"/>
        </a:spcBef>
        <a:buFont typeface="Arial" pitchFamily="34" charset="0"/>
        <a:buChar char="•"/>
        <a:defRPr sz="3600" kern="1200">
          <a:solidFill>
            <a:schemeClr val="tx1">
              <a:lumMod val="75000"/>
              <a:lumOff val="25000"/>
            </a:schemeClr>
          </a:solidFill>
          <a:latin typeface="Segoe UI" panose="020B0502040204020203" pitchFamily="34" charset="0"/>
          <a:ea typeface="+mn-ea"/>
          <a:cs typeface="Segoe UI" panose="020B0502040204020203" pitchFamily="34" charset="0"/>
        </a:defRPr>
      </a:lvl1pPr>
      <a:lvl2pPr marL="990534" indent="-380974" algn="l" defTabSz="1219119" rtl="0" eaLnBrk="1" latinLnBrk="0" hangingPunct="1">
        <a:spcBef>
          <a:spcPct val="20000"/>
        </a:spcBef>
        <a:buFont typeface="Arial" pitchFamily="34" charset="0"/>
        <a:buChar char="–"/>
        <a:defRPr sz="3200" kern="1200">
          <a:solidFill>
            <a:schemeClr val="tx1">
              <a:lumMod val="75000"/>
              <a:lumOff val="25000"/>
            </a:schemeClr>
          </a:solidFill>
          <a:latin typeface="Segoe UI" panose="020B0502040204020203" pitchFamily="34" charset="0"/>
          <a:ea typeface="+mn-ea"/>
          <a:cs typeface="Segoe UI" panose="020B0502040204020203" pitchFamily="34" charset="0"/>
        </a:defRPr>
      </a:lvl2pPr>
      <a:lvl3pPr marL="1523898" indent="-304780" algn="l" defTabSz="1219119" rtl="0" eaLnBrk="1" latinLnBrk="0" hangingPunct="1">
        <a:spcBef>
          <a:spcPct val="20000"/>
        </a:spcBef>
        <a:buFont typeface="Arial" pitchFamily="34" charset="0"/>
        <a:buChar char="•"/>
        <a:defRPr sz="2400" kern="1200">
          <a:solidFill>
            <a:schemeClr val="tx1">
              <a:lumMod val="75000"/>
              <a:lumOff val="25000"/>
            </a:schemeClr>
          </a:solidFill>
          <a:latin typeface="Segoe UI" panose="020B0502040204020203" pitchFamily="34" charset="0"/>
          <a:ea typeface="+mn-ea"/>
          <a:cs typeface="Segoe UI" panose="020B0502040204020203" pitchFamily="34" charset="0"/>
        </a:defRPr>
      </a:lvl3pPr>
      <a:lvl4pPr marL="2133459" indent="-304780" algn="l" defTabSz="1219119" rtl="0" eaLnBrk="1" latinLnBrk="0" hangingPunct="1">
        <a:spcBef>
          <a:spcPct val="20000"/>
        </a:spcBef>
        <a:buFont typeface="Arial" pitchFamily="34" charset="0"/>
        <a:buChar char="–"/>
        <a:defRPr sz="2000" kern="1200">
          <a:solidFill>
            <a:schemeClr val="tx1">
              <a:lumMod val="75000"/>
              <a:lumOff val="25000"/>
            </a:schemeClr>
          </a:solidFill>
          <a:latin typeface="Segoe UI" panose="020B0502040204020203" pitchFamily="34" charset="0"/>
          <a:ea typeface="+mn-ea"/>
          <a:cs typeface="Segoe UI" panose="020B0502040204020203" pitchFamily="34" charset="0"/>
        </a:defRPr>
      </a:lvl4pPr>
      <a:lvl5pPr marL="2743017" indent="-304780" algn="l" defTabSz="1219119" rtl="0" eaLnBrk="1" latinLnBrk="0" hangingPunct="1">
        <a:spcBef>
          <a:spcPct val="20000"/>
        </a:spcBef>
        <a:buFont typeface="Arial" pitchFamily="34" charset="0"/>
        <a:buChar char="»"/>
        <a:defRPr sz="2000" kern="1200">
          <a:solidFill>
            <a:schemeClr val="tx1">
              <a:lumMod val="75000"/>
              <a:lumOff val="25000"/>
            </a:schemeClr>
          </a:solidFill>
          <a:latin typeface="Segoe UI" panose="020B0502040204020203" pitchFamily="34" charset="0"/>
          <a:ea typeface="+mn-ea"/>
          <a:cs typeface="Segoe UI" panose="020B0502040204020203" pitchFamily="34" charset="0"/>
        </a:defRPr>
      </a:lvl5pPr>
      <a:lvl6pPr marL="335257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13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695"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254"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19" rtl="0" eaLnBrk="1" latinLnBrk="0" hangingPunct="1">
        <a:defRPr sz="2400" kern="1200">
          <a:solidFill>
            <a:schemeClr val="tx1"/>
          </a:solidFill>
          <a:latin typeface="+mn-lt"/>
          <a:ea typeface="+mn-ea"/>
          <a:cs typeface="+mn-cs"/>
        </a:defRPr>
      </a:lvl1pPr>
      <a:lvl2pPr marL="609559" algn="l" defTabSz="1219119" rtl="0" eaLnBrk="1" latinLnBrk="0" hangingPunct="1">
        <a:defRPr sz="2400" kern="1200">
          <a:solidFill>
            <a:schemeClr val="tx1"/>
          </a:solidFill>
          <a:latin typeface="+mn-lt"/>
          <a:ea typeface="+mn-ea"/>
          <a:cs typeface="+mn-cs"/>
        </a:defRPr>
      </a:lvl2pPr>
      <a:lvl3pPr marL="1219119" algn="l" defTabSz="1219119" rtl="0" eaLnBrk="1" latinLnBrk="0" hangingPunct="1">
        <a:defRPr sz="2400" kern="1200">
          <a:solidFill>
            <a:schemeClr val="tx1"/>
          </a:solidFill>
          <a:latin typeface="+mn-lt"/>
          <a:ea typeface="+mn-ea"/>
          <a:cs typeface="+mn-cs"/>
        </a:defRPr>
      </a:lvl3pPr>
      <a:lvl4pPr marL="1828678" algn="l" defTabSz="1219119" rtl="0" eaLnBrk="1" latinLnBrk="0" hangingPunct="1">
        <a:defRPr sz="2400" kern="1200">
          <a:solidFill>
            <a:schemeClr val="tx1"/>
          </a:solidFill>
          <a:latin typeface="+mn-lt"/>
          <a:ea typeface="+mn-ea"/>
          <a:cs typeface="+mn-cs"/>
        </a:defRPr>
      </a:lvl4pPr>
      <a:lvl5pPr marL="2438238" algn="l" defTabSz="1219119" rtl="0" eaLnBrk="1" latinLnBrk="0" hangingPunct="1">
        <a:defRPr sz="2400" kern="1200">
          <a:solidFill>
            <a:schemeClr val="tx1"/>
          </a:solidFill>
          <a:latin typeface="+mn-lt"/>
          <a:ea typeface="+mn-ea"/>
          <a:cs typeface="+mn-cs"/>
        </a:defRPr>
      </a:lvl5pPr>
      <a:lvl6pPr marL="3047797" algn="l" defTabSz="1219119" rtl="0" eaLnBrk="1" latinLnBrk="0" hangingPunct="1">
        <a:defRPr sz="2400" kern="1200">
          <a:solidFill>
            <a:schemeClr val="tx1"/>
          </a:solidFill>
          <a:latin typeface="+mn-lt"/>
          <a:ea typeface="+mn-ea"/>
          <a:cs typeface="+mn-cs"/>
        </a:defRPr>
      </a:lvl6pPr>
      <a:lvl7pPr marL="3657357" algn="l" defTabSz="1219119" rtl="0" eaLnBrk="1" latinLnBrk="0" hangingPunct="1">
        <a:defRPr sz="2400" kern="1200">
          <a:solidFill>
            <a:schemeClr val="tx1"/>
          </a:solidFill>
          <a:latin typeface="+mn-lt"/>
          <a:ea typeface="+mn-ea"/>
          <a:cs typeface="+mn-cs"/>
        </a:defRPr>
      </a:lvl7pPr>
      <a:lvl8pPr marL="4266915" algn="l" defTabSz="1219119" rtl="0" eaLnBrk="1" latinLnBrk="0" hangingPunct="1">
        <a:defRPr sz="2400" kern="1200">
          <a:solidFill>
            <a:schemeClr val="tx1"/>
          </a:solidFill>
          <a:latin typeface="+mn-lt"/>
          <a:ea typeface="+mn-ea"/>
          <a:cs typeface="+mn-cs"/>
        </a:defRPr>
      </a:lvl8pPr>
      <a:lvl9pPr marL="4876475" algn="l" defTabSz="1219119" rtl="0" eaLnBrk="1" latinLnBrk="0" hangingPunct="1">
        <a:defRPr sz="24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100000">
              <a:srgbClr val="EEEEEE"/>
            </a:gs>
            <a:gs pos="67000">
              <a:schemeClr val="bg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0" cy="711081"/>
          </a:xfrm>
          <a:prstGeom prst="rect">
            <a:avLst/>
          </a:prstGeom>
        </p:spPr>
        <p:txBody>
          <a:bodyPr vert="horz" lIns="91436" tIns="45718" rIns="91436" bIns="45718"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0" cy="4987739"/>
          </a:xfrm>
          <a:prstGeom prst="rect">
            <a:avLst/>
          </a:prstGeom>
        </p:spPr>
        <p:txBody>
          <a:bodyPr vert="horz" lIns="91436" tIns="45718" rIns="91436" bIns="45718"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91436" tIns="45718" rIns="91436" bIns="45718" rtlCol="0" anchor="ctr"/>
          <a:lstStyle>
            <a:lvl1pPr algn="l">
              <a:defRPr sz="1600">
                <a:solidFill>
                  <a:schemeClr val="tx1">
                    <a:tint val="75000"/>
                  </a:schemeClr>
                </a:solidFill>
              </a:defRPr>
            </a:lvl1pPr>
          </a:lstStyle>
          <a:p>
            <a:fld id="{FD1176A7-B091-469C-82C8-89C693043C40}" type="datetimeFigureOut">
              <a:rPr lang="en-US" smtClean="0"/>
              <a:pPr/>
              <a:t>5/4/2025</a:t>
            </a:fld>
            <a:endParaRPr lang="en-US"/>
          </a:p>
        </p:txBody>
      </p:sp>
      <p:sp>
        <p:nvSpPr>
          <p:cNvPr id="5" name="Footer Placeholder 4"/>
          <p:cNvSpPr>
            <a:spLocks noGrp="1"/>
          </p:cNvSpPr>
          <p:nvPr>
            <p:ph type="ftr" sz="quarter" idx="3"/>
          </p:nvPr>
        </p:nvSpPr>
        <p:spPr>
          <a:xfrm>
            <a:off x="4165600" y="6356352"/>
            <a:ext cx="3860800" cy="365125"/>
          </a:xfrm>
          <a:prstGeom prst="rect">
            <a:avLst/>
          </a:prstGeom>
        </p:spPr>
        <p:txBody>
          <a:bodyPr vert="horz" lIns="91436" tIns="45718" rIns="91436" bIns="45718"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91436" tIns="45718" rIns="91436" bIns="45718" rtlCol="0" anchor="ctr"/>
          <a:lstStyle>
            <a:lvl1pPr algn="r">
              <a:defRPr sz="1600">
                <a:solidFill>
                  <a:schemeClr val="tx1">
                    <a:tint val="75000"/>
                  </a:schemeClr>
                </a:solidFill>
              </a:defRPr>
            </a:lvl1pPr>
          </a:lstStyle>
          <a:p>
            <a:fld id="{5939B1FA-81F2-4940-9AF3-5EAFB5D6669B}" type="slidenum">
              <a:rPr lang="en-US" smtClean="0"/>
              <a:pPr/>
              <a:t>‹#›</a:t>
            </a:fld>
            <a:endParaRPr lang="en-US"/>
          </a:p>
        </p:txBody>
      </p:sp>
    </p:spTree>
    <p:extLst>
      <p:ext uri="{BB962C8B-B14F-4D97-AF65-F5344CB8AC3E}">
        <p14:creationId xmlns:p14="http://schemas.microsoft.com/office/powerpoint/2010/main" val="3267860953"/>
      </p:ext>
    </p:extLst>
  </p:cSld>
  <p:clrMap bg1="lt1" tx1="dk1" bg2="lt2" tx2="dk2" accent1="accent1" accent2="accent2" accent3="accent3" accent4="accent4" accent5="accent5" accent6="accent6" hlink="hlink" folHlink="folHlink"/>
  <p:sldLayoutIdLst>
    <p:sldLayoutId id="2147484029" r:id="rId1"/>
    <p:sldLayoutId id="2147484030" r:id="rId2"/>
    <p:sldLayoutId id="2147484031" r:id="rId3"/>
    <p:sldLayoutId id="2147484032" r:id="rId4"/>
    <p:sldLayoutId id="2147484033" r:id="rId5"/>
    <p:sldLayoutId id="2147484034" r:id="rId6"/>
    <p:sldLayoutId id="2147484035" r:id="rId7"/>
    <p:sldLayoutId id="2147484036" r:id="rId8"/>
    <p:sldLayoutId id="2147484037" r:id="rId9"/>
    <p:sldLayoutId id="2147484038" r:id="rId10"/>
    <p:sldLayoutId id="2147484039" r:id="rId11"/>
    <p:sldLayoutId id="2147484040" r:id="rId12"/>
    <p:sldLayoutId id="2147484041" r:id="rId13"/>
    <p:sldLayoutId id="2147484042" r:id="rId14"/>
    <p:sldLayoutId id="2147484043" r:id="rId15"/>
    <p:sldLayoutId id="2147484044" r:id="rId16"/>
    <p:sldLayoutId id="2147484045" r:id="rId17"/>
    <p:sldLayoutId id="2147484046" r:id="rId18"/>
    <p:sldLayoutId id="2147484047" r:id="rId19"/>
    <p:sldLayoutId id="2147484048" r:id="rId20"/>
    <p:sldLayoutId id="2147484049" r:id="rId21"/>
  </p:sldLayoutIdLst>
  <p:txStyles>
    <p:titleStyle>
      <a:lvl1pPr algn="l" defTabSz="1219119" rtl="0" eaLnBrk="1" latinLnBrk="0" hangingPunct="1">
        <a:spcBef>
          <a:spcPct val="0"/>
        </a:spcBef>
        <a:buNone/>
        <a:defRPr sz="3200" kern="1200">
          <a:solidFill>
            <a:schemeClr val="tx1">
              <a:lumMod val="65000"/>
              <a:lumOff val="35000"/>
            </a:schemeClr>
          </a:solidFill>
          <a:latin typeface="+mj-lt"/>
          <a:ea typeface="+mj-ea"/>
          <a:cs typeface="+mj-cs"/>
        </a:defRPr>
      </a:lvl1pPr>
    </p:titleStyle>
    <p:bodyStyle>
      <a:lvl1pPr marL="457170" indent="-457170" algn="l" defTabSz="1219119"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534" indent="-380974" algn="l" defTabSz="1219119"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898" indent="-304780" algn="l" defTabSz="1219119"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459" indent="-304780" algn="l" defTabSz="1219119"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3017" indent="-304780" algn="l" defTabSz="1219119"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57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136"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695"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254" indent="-304780" algn="l" defTabSz="121911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19" rtl="0" eaLnBrk="1" latinLnBrk="0" hangingPunct="1">
        <a:defRPr sz="2400" kern="1200">
          <a:solidFill>
            <a:schemeClr val="tx1"/>
          </a:solidFill>
          <a:latin typeface="+mn-lt"/>
          <a:ea typeface="+mn-ea"/>
          <a:cs typeface="+mn-cs"/>
        </a:defRPr>
      </a:lvl1pPr>
      <a:lvl2pPr marL="609559" algn="l" defTabSz="1219119" rtl="0" eaLnBrk="1" latinLnBrk="0" hangingPunct="1">
        <a:defRPr sz="2400" kern="1200">
          <a:solidFill>
            <a:schemeClr val="tx1"/>
          </a:solidFill>
          <a:latin typeface="+mn-lt"/>
          <a:ea typeface="+mn-ea"/>
          <a:cs typeface="+mn-cs"/>
        </a:defRPr>
      </a:lvl2pPr>
      <a:lvl3pPr marL="1219119" algn="l" defTabSz="1219119" rtl="0" eaLnBrk="1" latinLnBrk="0" hangingPunct="1">
        <a:defRPr sz="2400" kern="1200">
          <a:solidFill>
            <a:schemeClr val="tx1"/>
          </a:solidFill>
          <a:latin typeface="+mn-lt"/>
          <a:ea typeface="+mn-ea"/>
          <a:cs typeface="+mn-cs"/>
        </a:defRPr>
      </a:lvl3pPr>
      <a:lvl4pPr marL="1828678" algn="l" defTabSz="1219119" rtl="0" eaLnBrk="1" latinLnBrk="0" hangingPunct="1">
        <a:defRPr sz="2400" kern="1200">
          <a:solidFill>
            <a:schemeClr val="tx1"/>
          </a:solidFill>
          <a:latin typeface="+mn-lt"/>
          <a:ea typeface="+mn-ea"/>
          <a:cs typeface="+mn-cs"/>
        </a:defRPr>
      </a:lvl4pPr>
      <a:lvl5pPr marL="2438238" algn="l" defTabSz="1219119" rtl="0" eaLnBrk="1" latinLnBrk="0" hangingPunct="1">
        <a:defRPr sz="2400" kern="1200">
          <a:solidFill>
            <a:schemeClr val="tx1"/>
          </a:solidFill>
          <a:latin typeface="+mn-lt"/>
          <a:ea typeface="+mn-ea"/>
          <a:cs typeface="+mn-cs"/>
        </a:defRPr>
      </a:lvl5pPr>
      <a:lvl6pPr marL="3047797" algn="l" defTabSz="1219119" rtl="0" eaLnBrk="1" latinLnBrk="0" hangingPunct="1">
        <a:defRPr sz="2400" kern="1200">
          <a:solidFill>
            <a:schemeClr val="tx1"/>
          </a:solidFill>
          <a:latin typeface="+mn-lt"/>
          <a:ea typeface="+mn-ea"/>
          <a:cs typeface="+mn-cs"/>
        </a:defRPr>
      </a:lvl6pPr>
      <a:lvl7pPr marL="3657357" algn="l" defTabSz="1219119" rtl="0" eaLnBrk="1" latinLnBrk="0" hangingPunct="1">
        <a:defRPr sz="2400" kern="1200">
          <a:solidFill>
            <a:schemeClr val="tx1"/>
          </a:solidFill>
          <a:latin typeface="+mn-lt"/>
          <a:ea typeface="+mn-ea"/>
          <a:cs typeface="+mn-cs"/>
        </a:defRPr>
      </a:lvl7pPr>
      <a:lvl8pPr marL="4266915" algn="l" defTabSz="1219119" rtl="0" eaLnBrk="1" latinLnBrk="0" hangingPunct="1">
        <a:defRPr sz="2400" kern="1200">
          <a:solidFill>
            <a:schemeClr val="tx1"/>
          </a:solidFill>
          <a:latin typeface="+mn-lt"/>
          <a:ea typeface="+mn-ea"/>
          <a:cs typeface="+mn-cs"/>
        </a:defRPr>
      </a:lvl8pPr>
      <a:lvl9pPr marL="4876475" algn="l" defTabSz="1219119" rtl="0" eaLnBrk="1" latinLnBrk="0" hangingPunct="1">
        <a:defRPr sz="24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121899" tIns="60949" rIns="121899"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3987091303"/>
      </p:ext>
    </p:extLst>
  </p:cSld>
  <p:clrMap bg1="lt1" tx1="dk1" bg2="lt2" tx2="dk2" accent1="accent1" accent2="accent2" accent3="accent3" accent4="accent4" accent5="accent5" accent6="accent6" hlink="hlink" folHlink="folHlink"/>
  <p:sldLayoutIdLst>
    <p:sldLayoutId id="2147484052" r:id="rId1"/>
    <p:sldLayoutId id="2147484053" r:id="rId2"/>
    <p:sldLayoutId id="2147484054" r:id="rId3"/>
    <p:sldLayoutId id="2147484055" r:id="rId4"/>
    <p:sldLayoutId id="2147484056" r:id="rId5"/>
    <p:sldLayoutId id="2147484057" r:id="rId6"/>
    <p:sldLayoutId id="2147484058" r:id="rId7"/>
    <p:sldLayoutId id="2147484059" r:id="rId8"/>
    <p:sldLayoutId id="2147484060" r:id="rId9"/>
    <p:sldLayoutId id="2147484061" r:id="rId10"/>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7" cstate="print"/>
          <a:stretch>
            <a:fillRect/>
          </a:stretch>
        </p:blipFill>
        <p:spPr>
          <a:xfrm>
            <a:off x="1" y="0"/>
            <a:ext cx="12191999" cy="6857274"/>
          </a:xfrm>
          <a:prstGeom prst="rect">
            <a:avLst/>
          </a:prstGeom>
        </p:spPr>
      </p:pic>
      <p:sp>
        <p:nvSpPr>
          <p:cNvPr id="2" name="Holder 2"/>
          <p:cNvSpPr>
            <a:spLocks noGrp="1"/>
          </p:cNvSpPr>
          <p:nvPr>
            <p:ph type="title"/>
          </p:nvPr>
        </p:nvSpPr>
        <p:spPr>
          <a:xfrm>
            <a:off x="609600" y="274320"/>
            <a:ext cx="10972800" cy="276999"/>
          </a:xfrm>
          <a:prstGeom prst="rect">
            <a:avLst/>
          </a:prstGeom>
        </p:spPr>
        <p:txBody>
          <a:bodyPr wrap="square" lIns="0" tIns="0" rIns="0" bIns="0">
            <a:spAutoFit/>
          </a:bodyPr>
          <a:lstStyle>
            <a:lvl1pPr>
              <a:defRPr/>
            </a:lvl1pPr>
          </a:lstStyle>
          <a:p>
            <a:endParaRPr/>
          </a:p>
        </p:txBody>
      </p:sp>
      <p:sp>
        <p:nvSpPr>
          <p:cNvPr id="3" name="Holder 3"/>
          <p:cNvSpPr>
            <a:spLocks noGrp="1"/>
          </p:cNvSpPr>
          <p:nvPr>
            <p:ph type="body" idx="1"/>
          </p:nvPr>
        </p:nvSpPr>
        <p:spPr>
          <a:xfrm>
            <a:off x="609600" y="1577340"/>
            <a:ext cx="1097280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4145280" y="6377940"/>
            <a:ext cx="3901440"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609600" y="6377940"/>
            <a:ext cx="2804160"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5/4/2025</a:t>
            </a:fld>
            <a:endParaRPr lang="en-US"/>
          </a:p>
        </p:txBody>
      </p:sp>
      <p:sp>
        <p:nvSpPr>
          <p:cNvPr id="6" name="Holder 6"/>
          <p:cNvSpPr>
            <a:spLocks noGrp="1"/>
          </p:cNvSpPr>
          <p:nvPr>
            <p:ph type="sldNum" sz="quarter" idx="7"/>
          </p:nvPr>
        </p:nvSpPr>
        <p:spPr>
          <a:xfrm>
            <a:off x="8778241" y="6377940"/>
            <a:ext cx="2804160" cy="276999"/>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691704817"/>
      </p:ext>
    </p:extLst>
  </p:cSld>
  <p:clrMap bg1="lt1" tx1="dk1" bg2="lt2" tx2="dk2" accent1="accent1" accent2="accent2" accent3="accent3" accent4="accent4" accent5="accent5" accent6="accent6" hlink="hlink" folHlink="folHlink"/>
  <p:sldLayoutIdLst>
    <p:sldLayoutId id="2147484065" r:id="rId1"/>
    <p:sldLayoutId id="2147484066" r:id="rId2"/>
    <p:sldLayoutId id="2147484067" r:id="rId3"/>
    <p:sldLayoutId id="2147484068" r:id="rId4"/>
    <p:sldLayoutId id="2147484069" r:id="rId5"/>
  </p:sldLayoutIdLst>
  <p:txStyles>
    <p:titleStyle>
      <a:lvl1pPr>
        <a:defRPr>
          <a:latin typeface="+mj-lt"/>
          <a:ea typeface="+mj-ea"/>
          <a:cs typeface="+mj-cs"/>
        </a:defRPr>
      </a:lvl1pPr>
    </p:titleStyle>
    <p:bodyStyle>
      <a:lvl1pPr marL="0">
        <a:defRPr>
          <a:latin typeface="+mn-lt"/>
          <a:ea typeface="+mn-ea"/>
          <a:cs typeface="+mn-cs"/>
        </a:defRPr>
      </a:lvl1pPr>
      <a:lvl2pPr marL="247757">
        <a:defRPr>
          <a:latin typeface="+mn-lt"/>
          <a:ea typeface="+mn-ea"/>
          <a:cs typeface="+mn-cs"/>
        </a:defRPr>
      </a:lvl2pPr>
      <a:lvl3pPr marL="495513">
        <a:defRPr>
          <a:latin typeface="+mn-lt"/>
          <a:ea typeface="+mn-ea"/>
          <a:cs typeface="+mn-cs"/>
        </a:defRPr>
      </a:lvl3pPr>
      <a:lvl4pPr marL="743270">
        <a:defRPr>
          <a:latin typeface="+mn-lt"/>
          <a:ea typeface="+mn-ea"/>
          <a:cs typeface="+mn-cs"/>
        </a:defRPr>
      </a:lvl4pPr>
      <a:lvl5pPr marL="991027">
        <a:defRPr>
          <a:latin typeface="+mn-lt"/>
          <a:ea typeface="+mn-ea"/>
          <a:cs typeface="+mn-cs"/>
        </a:defRPr>
      </a:lvl5pPr>
      <a:lvl6pPr marL="1238783">
        <a:defRPr>
          <a:latin typeface="+mn-lt"/>
          <a:ea typeface="+mn-ea"/>
          <a:cs typeface="+mn-cs"/>
        </a:defRPr>
      </a:lvl6pPr>
      <a:lvl7pPr marL="1486540">
        <a:defRPr>
          <a:latin typeface="+mn-lt"/>
          <a:ea typeface="+mn-ea"/>
          <a:cs typeface="+mn-cs"/>
        </a:defRPr>
      </a:lvl7pPr>
      <a:lvl8pPr marL="1734297">
        <a:defRPr>
          <a:latin typeface="+mn-lt"/>
          <a:ea typeface="+mn-ea"/>
          <a:cs typeface="+mn-cs"/>
        </a:defRPr>
      </a:lvl8pPr>
      <a:lvl9pPr marL="1982053">
        <a:defRPr>
          <a:latin typeface="+mn-lt"/>
          <a:ea typeface="+mn-ea"/>
          <a:cs typeface="+mn-cs"/>
        </a:defRPr>
      </a:lvl9pPr>
    </p:bodyStyle>
    <p:otherStyle>
      <a:lvl1pPr marL="0">
        <a:defRPr>
          <a:latin typeface="+mn-lt"/>
          <a:ea typeface="+mn-ea"/>
          <a:cs typeface="+mn-cs"/>
        </a:defRPr>
      </a:lvl1pPr>
      <a:lvl2pPr marL="247757">
        <a:defRPr>
          <a:latin typeface="+mn-lt"/>
          <a:ea typeface="+mn-ea"/>
          <a:cs typeface="+mn-cs"/>
        </a:defRPr>
      </a:lvl2pPr>
      <a:lvl3pPr marL="495513">
        <a:defRPr>
          <a:latin typeface="+mn-lt"/>
          <a:ea typeface="+mn-ea"/>
          <a:cs typeface="+mn-cs"/>
        </a:defRPr>
      </a:lvl3pPr>
      <a:lvl4pPr marL="743270">
        <a:defRPr>
          <a:latin typeface="+mn-lt"/>
          <a:ea typeface="+mn-ea"/>
          <a:cs typeface="+mn-cs"/>
        </a:defRPr>
      </a:lvl4pPr>
      <a:lvl5pPr marL="991027">
        <a:defRPr>
          <a:latin typeface="+mn-lt"/>
          <a:ea typeface="+mn-ea"/>
          <a:cs typeface="+mn-cs"/>
        </a:defRPr>
      </a:lvl5pPr>
      <a:lvl6pPr marL="1238783">
        <a:defRPr>
          <a:latin typeface="+mn-lt"/>
          <a:ea typeface="+mn-ea"/>
          <a:cs typeface="+mn-cs"/>
        </a:defRPr>
      </a:lvl6pPr>
      <a:lvl7pPr marL="1486540">
        <a:defRPr>
          <a:latin typeface="+mn-lt"/>
          <a:ea typeface="+mn-ea"/>
          <a:cs typeface="+mn-cs"/>
        </a:defRPr>
      </a:lvl7pPr>
      <a:lvl8pPr marL="1734297">
        <a:defRPr>
          <a:latin typeface="+mn-lt"/>
          <a:ea typeface="+mn-ea"/>
          <a:cs typeface="+mn-cs"/>
        </a:defRPr>
      </a:lvl8pPr>
      <a:lvl9pPr marL="1982053">
        <a:defRPr>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9CCA31D-B4F4-832C-54A8-453E3B9BCF8D}"/>
              </a:ext>
            </a:extLst>
          </p:cNvPr>
          <p:cNvSpPr>
            <a:spLocks noGrp="1"/>
          </p:cNvSpPr>
          <p:nvPr>
            <p:ph type="title"/>
          </p:nvPr>
        </p:nvSpPr>
        <p:spPr>
          <a:xfrm>
            <a:off x="476250" y="365125"/>
            <a:ext cx="11239500" cy="968375"/>
          </a:xfrm>
          <a:prstGeom prst="rect">
            <a:avLst/>
          </a:prstGeom>
        </p:spPr>
        <p:txBody>
          <a:bodyPr vert="horz" lIns="91440" tIns="45720" rIns="91440" bIns="45720" rtlCol="0" anchor="ctr">
            <a:normAutofit/>
          </a:bodyPr>
          <a:lstStyle/>
          <a:p>
            <a:r>
              <a:rPr lang="en-US"/>
              <a:t>Click to edit Master title style</a:t>
            </a:r>
            <a:endParaRPr lang="en-ID"/>
          </a:p>
        </p:txBody>
      </p:sp>
      <p:sp>
        <p:nvSpPr>
          <p:cNvPr id="3" name="Text Placeholder 2">
            <a:extLst>
              <a:ext uri="{FF2B5EF4-FFF2-40B4-BE49-F238E27FC236}">
                <a16:creationId xmlns:a16="http://schemas.microsoft.com/office/drawing/2014/main" id="{AE90FDAB-0D38-EB7D-2F07-E84BEA8642B2}"/>
              </a:ext>
            </a:extLst>
          </p:cNvPr>
          <p:cNvSpPr>
            <a:spLocks noGrp="1"/>
          </p:cNvSpPr>
          <p:nvPr>
            <p:ph type="body" idx="1"/>
          </p:nvPr>
        </p:nvSpPr>
        <p:spPr>
          <a:xfrm>
            <a:off x="476250" y="1543050"/>
            <a:ext cx="11239500" cy="463391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6" name="Slide Number Placeholder 5">
            <a:extLst>
              <a:ext uri="{FF2B5EF4-FFF2-40B4-BE49-F238E27FC236}">
                <a16:creationId xmlns:a16="http://schemas.microsoft.com/office/drawing/2014/main" id="{6B8A246F-B955-3411-0D72-4DBD64E8E1A7}"/>
              </a:ext>
            </a:extLst>
          </p:cNvPr>
          <p:cNvSpPr>
            <a:spLocks noGrp="1"/>
          </p:cNvSpPr>
          <p:nvPr>
            <p:ph type="sldNum" sz="quarter" idx="4"/>
          </p:nvPr>
        </p:nvSpPr>
        <p:spPr>
          <a:xfrm>
            <a:off x="897255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AE46DCC-51DB-417A-A22D-8B99855500CB}" type="slidenum">
              <a:rPr lang="en-ID" smtClean="0"/>
              <a:t>‹#›</a:t>
            </a:fld>
            <a:endParaRPr lang="en-ID"/>
          </a:p>
        </p:txBody>
      </p:sp>
    </p:spTree>
    <p:extLst>
      <p:ext uri="{BB962C8B-B14F-4D97-AF65-F5344CB8AC3E}">
        <p14:creationId xmlns:p14="http://schemas.microsoft.com/office/powerpoint/2010/main" val="1293243113"/>
      </p:ext>
    </p:extLst>
  </p:cSld>
  <p:clrMap bg1="lt1" tx1="dk1" bg2="lt2" tx2="dk2" accent1="accent1" accent2="accent2" accent3="accent3" accent4="accent4" accent5="accent5" accent6="accent6" hlink="hlink" folHlink="folHlink"/>
  <p:sldLayoutIdLst>
    <p:sldLayoutId id="2147484071" r:id="rId1"/>
    <p:sldLayoutId id="2147484072" r:id="rId2"/>
    <p:sldLayoutId id="2147484073" r:id="rId3"/>
    <p:sldLayoutId id="2147484074" r:id="rId4"/>
    <p:sldLayoutId id="2147484075" r:id="rId5"/>
    <p:sldLayoutId id="2147484076" r:id="rId6"/>
    <p:sldLayoutId id="2147484077" r:id="rId7"/>
    <p:sldLayoutId id="2147484078" r:id="rId8"/>
    <p:sldLayoutId id="2147484079" r:id="rId9"/>
    <p:sldLayoutId id="2147484080" r:id="rId10"/>
    <p:sldLayoutId id="2147484081" r:id="rId11"/>
  </p:sldLayoutIdLst>
  <p:txStyles>
    <p:titleStyle>
      <a:lvl1pPr algn="l" defTabSz="914400" rtl="0" eaLnBrk="1" latinLnBrk="0" hangingPunct="1">
        <a:lnSpc>
          <a:spcPct val="90000"/>
        </a:lnSpc>
        <a:spcBef>
          <a:spcPct val="0"/>
        </a:spcBef>
        <a:buNone/>
        <a:defRPr sz="4400" b="1" kern="1200">
          <a:solidFill>
            <a:schemeClr val="tx1"/>
          </a:solidFill>
          <a:latin typeface="+mn-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C41AAB1-7E2C-4821-984F-B3CA3B9114E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0F43016D-F1CF-4776-9EF1-E29CEA09CEB7}"/>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DEF2DD8-0C73-4E95-AC36-D9A80BD70FE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0B399E3-31DF-49D3-B858-F8F109171C56}" type="datetimeFigureOut">
              <a:rPr lang="en-US" smtClean="0"/>
              <a:t>5/4/2025</a:t>
            </a:fld>
            <a:endParaRPr lang="en-US"/>
          </a:p>
        </p:txBody>
      </p:sp>
      <p:sp>
        <p:nvSpPr>
          <p:cNvPr id="5" name="Footer Placeholder 4">
            <a:extLst>
              <a:ext uri="{FF2B5EF4-FFF2-40B4-BE49-F238E27FC236}">
                <a16:creationId xmlns:a16="http://schemas.microsoft.com/office/drawing/2014/main" id="{FFB6B00C-E50D-438A-83E0-1076C7BFCB2E}"/>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05CB4E80-9AAC-4162-B8FB-CA227EC1F6F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794E2DD-4F38-4D2A-97E5-5D7467AA1DEC}" type="slidenum">
              <a:rPr lang="en-US" smtClean="0"/>
              <a:t>‹#›</a:t>
            </a:fld>
            <a:endParaRPr lang="en-US"/>
          </a:p>
        </p:txBody>
      </p:sp>
    </p:spTree>
    <p:extLst>
      <p:ext uri="{BB962C8B-B14F-4D97-AF65-F5344CB8AC3E}">
        <p14:creationId xmlns:p14="http://schemas.microsoft.com/office/powerpoint/2010/main" val="647589143"/>
      </p:ext>
    </p:extLst>
  </p:cSld>
  <p:clrMap bg1="lt1" tx1="dk1" bg2="lt2" tx2="dk2" accent1="accent1" accent2="accent2" accent3="accent3" accent4="accent4" accent5="accent5" accent6="accent6" hlink="hlink" folHlink="folHlink"/>
  <p:sldLayoutIdLst>
    <p:sldLayoutId id="2147484083" r:id="rId1"/>
    <p:sldLayoutId id="2147484084" r:id="rId2"/>
    <p:sldLayoutId id="2147484085" r:id="rId3"/>
    <p:sldLayoutId id="2147484086" r:id="rId4"/>
    <p:sldLayoutId id="2147484087" r:id="rId5"/>
    <p:sldLayoutId id="2147484088" r:id="rId6"/>
    <p:sldLayoutId id="2147484089" r:id="rId7"/>
    <p:sldLayoutId id="2147484090" r:id="rId8"/>
    <p:sldLayoutId id="2147484091" r:id="rId9"/>
    <p:sldLayoutId id="2147484092" r:id="rId10"/>
    <p:sldLayoutId id="214748409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69673116-EE46-49BA-AF9B-CA43FFA1424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08DCCFC0-B77B-44C8-A097-50FD5B1E6D9F}"/>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3C6219E-49F0-4E39-A5A1-E39D165F64F2}"/>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FC24056-FCF2-42B5-B363-49EAD26F8DCA}" type="datetimeFigureOut">
              <a:rPr lang="en-US" smtClean="0"/>
              <a:t>5/4/2025</a:t>
            </a:fld>
            <a:endParaRPr lang="en-US"/>
          </a:p>
        </p:txBody>
      </p:sp>
      <p:sp>
        <p:nvSpPr>
          <p:cNvPr id="5" name="Footer Placeholder 4">
            <a:extLst>
              <a:ext uri="{FF2B5EF4-FFF2-40B4-BE49-F238E27FC236}">
                <a16:creationId xmlns:a16="http://schemas.microsoft.com/office/drawing/2014/main" id="{3E64ACBE-0631-4B94-AC44-AFCA522D6947}"/>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523D36C1-B418-4475-AD06-D82B8698710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104C915-17D6-486A-86EC-048CBE10C825}" type="slidenum">
              <a:rPr lang="en-US" smtClean="0"/>
              <a:t>‹#›</a:t>
            </a:fld>
            <a:endParaRPr lang="en-US"/>
          </a:p>
        </p:txBody>
      </p:sp>
    </p:spTree>
    <p:extLst>
      <p:ext uri="{BB962C8B-B14F-4D97-AF65-F5344CB8AC3E}">
        <p14:creationId xmlns:p14="http://schemas.microsoft.com/office/powerpoint/2010/main" val="3798338948"/>
      </p:ext>
    </p:extLst>
  </p:cSld>
  <p:clrMap bg1="lt1" tx1="dk1" bg2="lt2" tx2="dk2" accent1="accent1" accent2="accent2" accent3="accent3" accent4="accent4" accent5="accent5" accent6="accent6" hlink="hlink" folHlink="folHlink"/>
  <p:sldLayoutIdLst>
    <p:sldLayoutId id="2147484095" r:id="rId1"/>
    <p:sldLayoutId id="2147484096" r:id="rId2"/>
    <p:sldLayoutId id="2147484097" r:id="rId3"/>
    <p:sldLayoutId id="2147484098" r:id="rId4"/>
    <p:sldLayoutId id="2147484099" r:id="rId5"/>
    <p:sldLayoutId id="2147484100" r:id="rId6"/>
    <p:sldLayoutId id="2147484101" r:id="rId7"/>
    <p:sldLayoutId id="2147484102" r:id="rId8"/>
    <p:sldLayoutId id="2147484103" r:id="rId9"/>
    <p:sldLayoutId id="2147484104" r:id="rId10"/>
    <p:sldLayoutId id="214748410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83EDC94-7668-44E5-B048-83B563401CD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E175CAD0-0975-42BF-897A-241E1EEE23D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760AB3C-9A47-4062-B791-978270FA8EC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4D04C58-FA62-45F4-A96E-40C49D52AEA5}" type="datetimeFigureOut">
              <a:rPr lang="en-US" smtClean="0"/>
              <a:t>5/4/2025</a:t>
            </a:fld>
            <a:endParaRPr lang="en-US"/>
          </a:p>
        </p:txBody>
      </p:sp>
      <p:sp>
        <p:nvSpPr>
          <p:cNvPr id="5" name="Footer Placeholder 4">
            <a:extLst>
              <a:ext uri="{FF2B5EF4-FFF2-40B4-BE49-F238E27FC236}">
                <a16:creationId xmlns:a16="http://schemas.microsoft.com/office/drawing/2014/main" id="{8AD237D5-379D-4047-B911-4FE50AA4938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0FBDF3A8-5F07-4A96-AD0D-71AF8CE7890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7419944-944D-4CCD-B088-42500AB2AC95}" type="slidenum">
              <a:rPr lang="en-US" smtClean="0"/>
              <a:t>‹#›</a:t>
            </a:fld>
            <a:endParaRPr lang="en-US"/>
          </a:p>
        </p:txBody>
      </p:sp>
    </p:spTree>
    <p:extLst>
      <p:ext uri="{BB962C8B-B14F-4D97-AF65-F5344CB8AC3E}">
        <p14:creationId xmlns:p14="http://schemas.microsoft.com/office/powerpoint/2010/main" val="3329035938"/>
      </p:ext>
    </p:extLst>
  </p:cSld>
  <p:clrMap bg1="lt1" tx1="dk1" bg2="lt2" tx2="dk2" accent1="accent1" accent2="accent2" accent3="accent3" accent4="accent4" accent5="accent5" accent6="accent6" hlink="hlink" folHlink="folHlink"/>
  <p:sldLayoutIdLst>
    <p:sldLayoutId id="2147484119" r:id="rId1"/>
    <p:sldLayoutId id="2147484120" r:id="rId2"/>
    <p:sldLayoutId id="2147484121" r:id="rId3"/>
    <p:sldLayoutId id="2147484122" r:id="rId4"/>
    <p:sldLayoutId id="2147484123" r:id="rId5"/>
    <p:sldLayoutId id="2147484124" r:id="rId6"/>
    <p:sldLayoutId id="2147484125" r:id="rId7"/>
    <p:sldLayoutId id="2147484126" r:id="rId8"/>
    <p:sldLayoutId id="2147484127" r:id="rId9"/>
    <p:sldLayoutId id="2147484128" r:id="rId10"/>
    <p:sldLayoutId id="214748412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967" y="593367"/>
            <a:ext cx="102900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1pPr>
            <a:lvl2pPr lvl="1"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2pPr>
            <a:lvl3pPr lvl="2"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3pPr>
            <a:lvl4pPr lvl="3"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4pPr>
            <a:lvl5pPr lvl="4"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5pPr>
            <a:lvl6pPr lvl="5"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6pPr>
            <a:lvl7pPr lvl="6"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7pPr>
            <a:lvl8pPr lvl="7"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8pPr>
            <a:lvl9pPr lvl="8"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9pPr>
          </a:lstStyle>
          <a:p>
            <a:endParaRPr/>
          </a:p>
        </p:txBody>
      </p:sp>
      <p:sp>
        <p:nvSpPr>
          <p:cNvPr id="7" name="Google Shape;7;p1"/>
          <p:cNvSpPr txBox="1">
            <a:spLocks noGrp="1"/>
          </p:cNvSpPr>
          <p:nvPr>
            <p:ph type="body" idx="1"/>
          </p:nvPr>
        </p:nvSpPr>
        <p:spPr>
          <a:xfrm>
            <a:off x="950967" y="1536633"/>
            <a:ext cx="10290000" cy="45552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1pPr>
            <a:lvl2pPr marL="914400" lvl="1" indent="-30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2pPr>
            <a:lvl3pPr marL="1371600" lvl="2" indent="-30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3pPr>
            <a:lvl4pPr marL="1828800" lvl="3" indent="-30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4pPr>
            <a:lvl5pPr marL="2286000" lvl="4" indent="-30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5pPr>
            <a:lvl6pPr marL="2743200" lvl="5" indent="-30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6pPr>
            <a:lvl7pPr marL="3200400" lvl="6" indent="-30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7pPr>
            <a:lvl8pPr marL="3657600" lvl="7" indent="-30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8pPr>
            <a:lvl9pPr marL="4114800" lvl="8" indent="-30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9pPr>
          </a:lstStyle>
          <a:p>
            <a:endParaRPr/>
          </a:p>
        </p:txBody>
      </p:sp>
    </p:spTree>
    <p:extLst>
      <p:ext uri="{BB962C8B-B14F-4D97-AF65-F5344CB8AC3E}">
        <p14:creationId xmlns:p14="http://schemas.microsoft.com/office/powerpoint/2010/main" val="1379347974"/>
      </p:ext>
    </p:extLst>
  </p:cSld>
  <p:clrMap bg1="lt1" tx1="dk1" bg2="dk2" tx2="lt2" accent1="accent1" accent2="accent2" accent3="accent3" accent4="accent4" accent5="accent5" accent6="accent6" hlink="hlink" folHlink="folHlink"/>
  <p:sldLayoutIdLst>
    <p:sldLayoutId id="2147484131" r:id="rId1"/>
    <p:sldLayoutId id="2147484132" r:id="rId2"/>
    <p:sldLayoutId id="2147484133" r:id="rId3"/>
    <p:sldLayoutId id="2147484136" r:id="rId4"/>
    <p:sldLayoutId id="2147484137" r:id="rId5"/>
    <p:sldLayoutId id="2147484138" r:id="rId6"/>
    <p:sldLayoutId id="2147484139" r:id="rId7"/>
    <p:sldLayoutId id="2147484141" r:id="rId8"/>
    <p:sldLayoutId id="2147484142" r:id="rId9"/>
    <p:sldLayoutId id="2147484145" r:id="rId10"/>
    <p:sldLayoutId id="2147484157" r:id="rId11"/>
    <p:sldLayoutId id="2147484159" r:id="rId12"/>
    <p:sldLayoutId id="2147484160" r:id="rId13"/>
    <p:sldLayoutId id="2147484260" r:id="rId14"/>
    <p:sldLayoutId id="2147484261" r:id="rId15"/>
    <p:sldLayoutId id="2147484269" r:id="rId16"/>
    <p:sldLayoutId id="2147484270" r:id="rId17"/>
    <p:sldLayoutId id="2147484272" r:id="rId18"/>
    <p:sldLayoutId id="2147484273" r:id="rId19"/>
    <p:sldLayoutId id="2147484276" r:id="rId2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1401365647"/>
      </p:ext>
    </p:extLst>
  </p:cSld>
  <p:clrMap bg1="lt1" tx1="dk1" bg2="lt2" tx2="dk2" accent1="accent1" accent2="accent2" accent3="accent3" accent4="accent4" accent5="accent5" accent6="accent6" hlink="hlink" folHlink="folHlink"/>
  <p:sldLayoutIdLst>
    <p:sldLayoutId id="2147484162" r:id="rId1"/>
    <p:sldLayoutId id="2147484163" r:id="rId2"/>
    <p:sldLayoutId id="2147484164" r:id="rId3"/>
    <p:sldLayoutId id="2147484165" r:id="rId4"/>
    <p:sldLayoutId id="2147484166" r:id="rId5"/>
    <p:sldLayoutId id="2147484167" r:id="rId6"/>
    <p:sldLayoutId id="2147484168" r:id="rId7"/>
    <p:sldLayoutId id="2147484169" r:id="rId8"/>
    <p:sldLayoutId id="2147484170" r:id="rId9"/>
    <p:sldLayoutId id="2147484171" r:id="rId10"/>
    <p:sldLayoutId id="2147484172" r:id="rId11"/>
    <p:sldLayoutId id="2147484173" r:id="rId12"/>
    <p:sldLayoutId id="2147484174"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121899" tIns="60949" rIns="121899"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121899" tIns="60949" rIns="121899"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121899" tIns="60949" rIns="121899"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121899" tIns="60949" rIns="121899"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121899" tIns="60949" rIns="121899"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705164618"/>
      </p:ext>
    </p:extLst>
  </p:cSld>
  <p:clrMap bg1="lt1" tx1="dk1" bg2="lt2" tx2="dk2" accent1="accent1" accent2="accent2" accent3="accent3" accent4="accent4" accent5="accent5" accent6="accent6" hlink="hlink" folHlink="folHlink"/>
  <p:sldLayoutIdLst>
    <p:sldLayoutId id="2147484176" r:id="rId1"/>
    <p:sldLayoutId id="2147484177" r:id="rId2"/>
    <p:sldLayoutId id="2147484178" r:id="rId3"/>
    <p:sldLayoutId id="2147484179" r:id="rId4"/>
    <p:sldLayoutId id="2147484180" r:id="rId5"/>
    <p:sldLayoutId id="2147484181" r:id="rId6"/>
    <p:sldLayoutId id="2147484182" r:id="rId7"/>
    <p:sldLayoutId id="2147484183" r:id="rId8"/>
    <p:sldLayoutId id="2147484184" r:id="rId9"/>
    <p:sldLayoutId id="2147484185" r:id="rId10"/>
    <p:sldLayoutId id="2147484186" r:id="rId11"/>
    <p:sldLayoutId id="2147484187" r:id="rId12"/>
    <p:sldLayoutId id="2147484188"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0" rIns="0" bIns="0" rtlCol="0" anchor="ctr">
            <a:no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0" rIns="0" bIns="0" rtlCol="0" anchor="ctr">
            <a:noAutofit/>
          </a:bodyP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121899" tIns="60949" rIns="121899"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0" rIns="0" bIns="0" rtlCol="0" anchor="ctr">
            <a:noAutofit/>
          </a:bodyP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1612322282"/>
      </p:ext>
    </p:extLst>
  </p:cSld>
  <p:clrMap bg1="lt1" tx1="dk1" bg2="lt2" tx2="dk2" accent1="accent1" accent2="accent2" accent3="accent3" accent4="accent4" accent5="accent5" accent6="accent6" hlink="hlink" folHlink="folHlink"/>
  <p:sldLayoutIdLst>
    <p:sldLayoutId id="2147484190" r:id="rId1"/>
    <p:sldLayoutId id="2147484191" r:id="rId2"/>
    <p:sldLayoutId id="2147484192" r:id="rId3"/>
    <p:sldLayoutId id="2147484193" r:id="rId4"/>
    <p:sldLayoutId id="2147484194" r:id="rId5"/>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536431766"/>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 id="2147484207" r:id="rId12"/>
    <p:sldLayoutId id="2147484208"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969791692"/>
      </p:ext>
    </p:extLst>
  </p:cSld>
  <p:clrMap bg1="lt1" tx1="dk1" bg2="lt2" tx2="dk2" accent1="accent1" accent2="accent2" accent3="accent3" accent4="accent4" accent5="accent5" accent6="accent6" hlink="hlink" folHlink="folHlink"/>
  <p:sldLayoutIdLst>
    <p:sldLayoutId id="2147484210" r:id="rId1"/>
    <p:sldLayoutId id="2147484211" r:id="rId2"/>
    <p:sldLayoutId id="2147484212" r:id="rId3"/>
    <p:sldLayoutId id="2147484213" r:id="rId4"/>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2127516175"/>
      </p:ext>
    </p:extLst>
  </p:cSld>
  <p:clrMap bg1="lt1" tx1="dk1" bg2="lt2" tx2="dk2" accent1="accent1" accent2="accent2" accent3="accent3" accent4="accent4" accent5="accent5" accent6="accent6" hlink="hlink" folHlink="folHlink"/>
  <p:sldLayoutIdLst>
    <p:sldLayoutId id="2147484215" r:id="rId1"/>
    <p:sldLayoutId id="2147484216" r:id="rId2"/>
    <p:sldLayoutId id="2147484217" r:id="rId3"/>
    <p:sldLayoutId id="2147484218" r:id="rId4"/>
    <p:sldLayoutId id="2147484219" r:id="rId5"/>
    <p:sldLayoutId id="2147484220" r:id="rId6"/>
    <p:sldLayoutId id="2147484221" r:id="rId7"/>
    <p:sldLayoutId id="2147484222" r:id="rId8"/>
    <p:sldLayoutId id="2147484223" r:id="rId9"/>
    <p:sldLayoutId id="2147484224" r:id="rId10"/>
    <p:sldLayoutId id="2147484225" r:id="rId11"/>
    <p:sldLayoutId id="2147484226" r:id="rId12"/>
    <p:sldLayoutId id="2147484227"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1301774707"/>
      </p:ext>
    </p:extLst>
  </p:cSld>
  <p:clrMap bg1="lt1" tx1="dk1" bg2="lt2" tx2="dk2" accent1="accent1" accent2="accent2" accent3="accent3" accent4="accent4" accent5="accent5" accent6="accent6" hlink="hlink" folHlink="folHlink"/>
  <p:sldLayoutIdLst>
    <p:sldLayoutId id="2147484229" r:id="rId1"/>
    <p:sldLayoutId id="2147484230" r:id="rId2"/>
    <p:sldLayoutId id="2147484231" r:id="rId3"/>
    <p:sldLayoutId id="2147484232" r:id="rId4"/>
    <p:sldLayoutId id="2147484233" r:id="rId5"/>
    <p:sldLayoutId id="2147484234" r:id="rId6"/>
    <p:sldLayoutId id="2147484235" r:id="rId7"/>
    <p:sldLayoutId id="2147484236" r:id="rId8"/>
    <p:sldLayoutId id="2147484237" r:id="rId9"/>
    <p:sldLayoutId id="2147484238" r:id="rId10"/>
    <p:sldLayoutId id="2147484239" r:id="rId11"/>
    <p:sldLayoutId id="2147484240" r:id="rId12"/>
    <p:sldLayoutId id="2147484241"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1994799763"/>
      </p:ext>
    </p:extLst>
  </p:cSld>
  <p:clrMap bg1="lt1" tx1="dk1" bg2="lt2" tx2="dk2" accent1="accent1" accent2="accent2" accent3="accent3" accent4="accent4" accent5="accent5" accent6="accent6" hlink="hlink" folHlink="folHlink"/>
  <p:sldLayoutIdLst>
    <p:sldLayoutId id="2147484243" r:id="rId1"/>
    <p:sldLayoutId id="2147484244" r:id="rId2"/>
    <p:sldLayoutId id="2147484245" r:id="rId3"/>
    <p:sldLayoutId id="2147484246" r:id="rId4"/>
    <p:sldLayoutId id="2147484247" r:id="rId5"/>
    <p:sldLayoutId id="2147484248" r:id="rId6"/>
    <p:sldLayoutId id="2147484249" r:id="rId7"/>
    <p:sldLayoutId id="2147484250" r:id="rId8"/>
    <p:sldLayoutId id="2147484251" r:id="rId9"/>
    <p:sldLayoutId id="2147484252" r:id="rId10"/>
    <p:sldLayoutId id="2147484253" r:id="rId11"/>
    <p:sldLayoutId id="2147484254" r:id="rId12"/>
    <p:sldLayoutId id="2147484255"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1" cy="711081"/>
          </a:xfrm>
          <a:prstGeom prst="rect">
            <a:avLst/>
          </a:prstGeom>
        </p:spPr>
        <p:txBody>
          <a:bodyPr vert="horz" lIns="0" tIns="60949" rIns="0"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1" cy="4987739"/>
          </a:xfrm>
          <a:prstGeom prst="rect">
            <a:avLst/>
          </a:prstGeom>
        </p:spPr>
        <p:txBody>
          <a:bodyPr vert="horz" lIns="0" tIns="60949" rIns="0"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0" tIns="60949" rIns="0" bIns="60949" rtlCol="0" anchor="ctr"/>
          <a:lstStyle>
            <a:lvl1pPr algn="l">
              <a:defRPr sz="1600">
                <a:solidFill>
                  <a:schemeClr val="tx1">
                    <a:tint val="75000"/>
                  </a:schemeClr>
                </a:solidFill>
              </a:defRPr>
            </a:lvl1pPr>
          </a:lstStyle>
          <a:p>
            <a:fld id="{425404F2-BE9A-4460-8815-8F645183555F}" type="datetimeFigureOut">
              <a:rPr lang="en-US" smtClean="0"/>
              <a:pPr/>
              <a:t>5/4/2025</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0" tIns="60949" rIns="0"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0" tIns="60949" rIns="0"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4289034383"/>
      </p:ext>
    </p:extLst>
  </p:cSld>
  <p:clrMap bg1="lt1" tx1="dk1" bg2="lt2" tx2="dk2" accent1="accent1" accent2="accent2" accent3="accent3" accent4="accent4" accent5="accent5" accent6="accent6" hlink="hlink" folHlink="folHlink"/>
  <p:sldLayoutIdLst>
    <p:sldLayoutId id="2147484281" r:id="rId1"/>
    <p:sldLayoutId id="2147484282" r:id="rId2"/>
    <p:sldLayoutId id="2147484283" r:id="rId3"/>
    <p:sldLayoutId id="2147484284" r:id="rId4"/>
    <p:sldLayoutId id="2147484285" r:id="rId5"/>
    <p:sldLayoutId id="2147484286" r:id="rId6"/>
    <p:sldLayoutId id="2147484287" r:id="rId7"/>
    <p:sldLayoutId id="2147484288" r:id="rId8"/>
    <p:sldLayoutId id="2147484289" r:id="rId9"/>
    <p:sldLayoutId id="2147484290" r:id="rId10"/>
    <p:sldLayoutId id="2147484291" r:id="rId11"/>
    <p:sldLayoutId id="2147484292" r:id="rId12"/>
    <p:sldLayoutId id="2147484293" r:id="rId13"/>
  </p:sldLayoutIdLst>
  <p:txStyles>
    <p:titleStyle>
      <a:lvl1pPr algn="l" defTabSz="1218987" rtl="0" eaLnBrk="1" latinLnBrk="0" hangingPunct="1">
        <a:spcBef>
          <a:spcPct val="0"/>
        </a:spcBef>
        <a:buNone/>
        <a:defRPr sz="3600" kern="1200">
          <a:solidFill>
            <a:schemeClr val="tx1"/>
          </a:solidFill>
          <a:latin typeface="+mj-lt"/>
          <a:ea typeface="+mj-ea"/>
          <a:cs typeface="+mj-cs"/>
        </a:defRPr>
      </a:lvl1pPr>
    </p:titleStyle>
    <p:bodyStyle>
      <a:lvl1pPr marL="457120" indent="-457120" algn="l" defTabSz="1218987" rtl="0" eaLnBrk="1" latinLnBrk="0" hangingPunct="1">
        <a:spcBef>
          <a:spcPct val="20000"/>
        </a:spcBef>
        <a:buFont typeface="Arial" pitchFamily="34" charset="0"/>
        <a:buChar char="•"/>
        <a:defRPr sz="3600" kern="1200">
          <a:solidFill>
            <a:schemeClr val="tx1"/>
          </a:solidFill>
          <a:latin typeface="+mj-lt"/>
          <a:ea typeface="+mn-ea"/>
          <a:cs typeface="+mn-cs"/>
        </a:defRPr>
      </a:lvl1pPr>
      <a:lvl2pPr marL="990427" indent="-380933" algn="l" defTabSz="1218987" rtl="0" eaLnBrk="1" latinLnBrk="0" hangingPunct="1">
        <a:spcBef>
          <a:spcPct val="20000"/>
        </a:spcBef>
        <a:buFont typeface="Arial" pitchFamily="34" charset="0"/>
        <a:buChar char="–"/>
        <a:defRPr sz="3200" kern="1200">
          <a:solidFill>
            <a:schemeClr val="tx1"/>
          </a:solidFill>
          <a:latin typeface="+mj-lt"/>
          <a:ea typeface="+mn-ea"/>
          <a:cs typeface="+mn-cs"/>
        </a:defRPr>
      </a:lvl2pPr>
      <a:lvl3pPr marL="1523733" indent="-304747" algn="l" defTabSz="1218987" rtl="0" eaLnBrk="1" latinLnBrk="0" hangingPunct="1">
        <a:spcBef>
          <a:spcPct val="20000"/>
        </a:spcBef>
        <a:buFont typeface="Arial" pitchFamily="34" charset="0"/>
        <a:buChar char="•"/>
        <a:defRPr sz="2400" kern="1200">
          <a:solidFill>
            <a:schemeClr val="tx1"/>
          </a:solidFill>
          <a:latin typeface="+mj-lt"/>
          <a:ea typeface="+mn-ea"/>
          <a:cs typeface="+mn-cs"/>
        </a:defRPr>
      </a:lvl3pPr>
      <a:lvl4pPr marL="2133227"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720" indent="-304747" algn="l" defTabSz="1218987"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lumMod val="95000"/>
          </a:schemeClr>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106332"/>
            <a:ext cx="10515600" cy="739056"/>
          </a:xfrm>
          <a:prstGeom prst="rect">
            <a:avLst/>
          </a:prstGeom>
        </p:spPr>
        <p:txBody>
          <a:bodyPr rIns="0">
            <a:normAutofit/>
          </a:bodyPr>
          <a:lstStyle/>
          <a:p>
            <a:pPr marL="0" lvl="0"/>
            <a:r>
              <a:rPr lang="en-US"/>
              <a:t>Click to edit Master title style</a:t>
            </a:r>
          </a:p>
        </p:txBody>
      </p:sp>
      <p:sp>
        <p:nvSpPr>
          <p:cNvPr id="3" name="Text Placeholder 2"/>
          <p:cNvSpPr>
            <a:spLocks noGrp="1"/>
          </p:cNvSpPr>
          <p:nvPr>
            <p:ph type="body" idx="1"/>
          </p:nvPr>
        </p:nvSpPr>
        <p:spPr>
          <a:xfrm>
            <a:off x="838200" y="1219200"/>
            <a:ext cx="10515600" cy="49577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657580337"/>
      </p:ext>
    </p:extLst>
  </p:cSld>
  <p:clrMap bg1="lt1" tx1="dk1" bg2="lt2" tx2="dk2" accent1="accent1" accent2="accent2" accent3="accent3" accent4="accent4" accent5="accent5" accent6="accent6" hlink="hlink" folHlink="folHlink"/>
  <p:sldLayoutIdLst>
    <p:sldLayoutId id="2147484295" r:id="rId1"/>
  </p:sldLayoutIdLst>
  <p:txStyles>
    <p:titleStyle>
      <a:lvl1pPr algn="l" defTabSz="914400" rtl="0" eaLnBrk="1" latinLnBrk="0" hangingPunct="1">
        <a:lnSpc>
          <a:spcPct val="90000"/>
        </a:lnSpc>
        <a:spcBef>
          <a:spcPct val="0"/>
        </a:spcBef>
        <a:buNone/>
        <a:defRPr lang="en-US" sz="3600" b="1" kern="1200">
          <a:solidFill>
            <a:schemeClr val="tx1"/>
          </a:solidFill>
          <a:latin typeface="Helvetica" panose="020B0500000000000000"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lumMod val="95000"/>
          </a:schemeClr>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163482"/>
            <a:ext cx="10515600" cy="739056"/>
          </a:xfrm>
          <a:prstGeom prst="rect">
            <a:avLst/>
          </a:prstGeom>
        </p:spPr>
        <p:txBody>
          <a:bodyPr rIns="0">
            <a:normAutofit/>
          </a:bodyPr>
          <a:lstStyle/>
          <a:p>
            <a:pPr marL="0" lvl="0"/>
            <a:r>
              <a:rPr lang="en-US"/>
              <a:t>Click to edit Master title style</a:t>
            </a:r>
          </a:p>
        </p:txBody>
      </p:sp>
      <p:sp>
        <p:nvSpPr>
          <p:cNvPr id="3" name="Text Placeholder 2"/>
          <p:cNvSpPr>
            <a:spLocks noGrp="1"/>
          </p:cNvSpPr>
          <p:nvPr>
            <p:ph type="body" idx="1"/>
          </p:nvPr>
        </p:nvSpPr>
        <p:spPr>
          <a:xfrm>
            <a:off x="838200" y="1219200"/>
            <a:ext cx="10515600" cy="49577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644195291"/>
      </p:ext>
    </p:extLst>
  </p:cSld>
  <p:clrMap bg1="lt1" tx1="dk1" bg2="lt2" tx2="dk2" accent1="accent1" accent2="accent2" accent3="accent3" accent4="accent4" accent5="accent5" accent6="accent6" hlink="hlink" folHlink="folHlink"/>
  <p:sldLayoutIdLst>
    <p:sldLayoutId id="2147484297" r:id="rId1"/>
  </p:sldLayoutIdLst>
  <p:txStyles>
    <p:titleStyle>
      <a:lvl1pPr algn="l" defTabSz="914400" rtl="0" eaLnBrk="1" latinLnBrk="0" hangingPunct="1">
        <a:lnSpc>
          <a:spcPct val="90000"/>
        </a:lnSpc>
        <a:spcBef>
          <a:spcPct val="0"/>
        </a:spcBef>
        <a:buNone/>
        <a:defRPr lang="en-US" sz="3600" b="1" kern="1200">
          <a:solidFill>
            <a:schemeClr val="tx1"/>
          </a:solidFill>
          <a:latin typeface="Helvetica" panose="020B0500000000000000"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gradFill>
          <a:gsLst>
            <a:gs pos="0">
              <a:srgbClr val="EFEDEE"/>
            </a:gs>
            <a:gs pos="53000">
              <a:srgbClr val="F1EFF0"/>
            </a:gs>
            <a:gs pos="77000">
              <a:srgbClr val="EFEDEE"/>
            </a:gs>
            <a:gs pos="100000">
              <a:srgbClr val="EFEBEC"/>
            </a:gs>
          </a:gsLst>
          <a:lin ang="5400000" scaled="1"/>
        </a:gra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106332"/>
            <a:ext cx="10515600" cy="739056"/>
          </a:xfrm>
          <a:prstGeom prst="rect">
            <a:avLst/>
          </a:prstGeom>
        </p:spPr>
        <p:txBody>
          <a:bodyPr rIns="0">
            <a:normAutofit/>
          </a:bodyPr>
          <a:lstStyle/>
          <a:p>
            <a:pPr marL="0" lvl="0"/>
            <a:r>
              <a:rPr lang="en-US"/>
              <a:t>Click to edit Master title style</a:t>
            </a:r>
          </a:p>
        </p:txBody>
      </p:sp>
      <p:sp>
        <p:nvSpPr>
          <p:cNvPr id="3" name="Text Placeholder 2"/>
          <p:cNvSpPr>
            <a:spLocks noGrp="1"/>
          </p:cNvSpPr>
          <p:nvPr>
            <p:ph type="body" idx="1"/>
          </p:nvPr>
        </p:nvSpPr>
        <p:spPr>
          <a:xfrm>
            <a:off x="838200" y="1219200"/>
            <a:ext cx="10515600" cy="49577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77944999"/>
      </p:ext>
    </p:extLst>
  </p:cSld>
  <p:clrMap bg1="lt1" tx1="dk1" bg2="lt2" tx2="dk2" accent1="accent1" accent2="accent2" accent3="accent3" accent4="accent4" accent5="accent5" accent6="accent6" hlink="hlink" folHlink="folHlink"/>
  <p:sldLayoutIdLst>
    <p:sldLayoutId id="2147484299" r:id="rId1"/>
    <p:sldLayoutId id="2147484301" r:id="rId2"/>
    <p:sldLayoutId id="2147484303" r:id="rId3"/>
    <p:sldLayoutId id="2147484305" r:id="rId4"/>
  </p:sldLayoutIdLst>
  <p:txStyles>
    <p:titleStyle>
      <a:lvl1pPr algn="l" defTabSz="914400" rtl="0" eaLnBrk="1" latinLnBrk="0" hangingPunct="1">
        <a:lnSpc>
          <a:spcPct val="90000"/>
        </a:lnSpc>
        <a:spcBef>
          <a:spcPct val="0"/>
        </a:spcBef>
        <a:buNone/>
        <a:defRPr lang="en-US" sz="3600" b="1" kern="1200">
          <a:solidFill>
            <a:schemeClr val="tx1"/>
          </a:solidFill>
          <a:latin typeface="Helvetica" panose="020B0500000000000000"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24.xml"/><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8" Type="http://schemas.openxmlformats.org/officeDocument/2006/relationships/image" Target="../media/image11.svg"/><Relationship Id="rId13" Type="http://schemas.openxmlformats.org/officeDocument/2006/relationships/image" Target="../media/image16.png"/><Relationship Id="rId18" Type="http://schemas.openxmlformats.org/officeDocument/2006/relationships/image" Target="../media/image21.svg"/><Relationship Id="rId3" Type="http://schemas.openxmlformats.org/officeDocument/2006/relationships/image" Target="../media/image6.png"/><Relationship Id="rId21" Type="http://schemas.openxmlformats.org/officeDocument/2006/relationships/image" Target="../media/image24.png"/><Relationship Id="rId7" Type="http://schemas.openxmlformats.org/officeDocument/2006/relationships/image" Target="../media/image10.png"/><Relationship Id="rId12" Type="http://schemas.openxmlformats.org/officeDocument/2006/relationships/image" Target="../media/image15.svg"/><Relationship Id="rId17" Type="http://schemas.openxmlformats.org/officeDocument/2006/relationships/image" Target="../media/image20.png"/><Relationship Id="rId2" Type="http://schemas.openxmlformats.org/officeDocument/2006/relationships/notesSlide" Target="../notesSlides/notesSlide2.xml"/><Relationship Id="rId16" Type="http://schemas.openxmlformats.org/officeDocument/2006/relationships/image" Target="../media/image19.svg"/><Relationship Id="rId20" Type="http://schemas.openxmlformats.org/officeDocument/2006/relationships/image" Target="../media/image23.svg"/><Relationship Id="rId1" Type="http://schemas.openxmlformats.org/officeDocument/2006/relationships/slideLayout" Target="../slideLayouts/slideLayout6.xml"/><Relationship Id="rId6" Type="http://schemas.openxmlformats.org/officeDocument/2006/relationships/image" Target="../media/image9.sv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18.png"/><Relationship Id="rId10" Type="http://schemas.openxmlformats.org/officeDocument/2006/relationships/image" Target="../media/image13.svg"/><Relationship Id="rId19" Type="http://schemas.openxmlformats.org/officeDocument/2006/relationships/image" Target="../media/image22.png"/><Relationship Id="rId4" Type="http://schemas.openxmlformats.org/officeDocument/2006/relationships/image" Target="../media/image7.svg"/><Relationship Id="rId9" Type="http://schemas.openxmlformats.org/officeDocument/2006/relationships/image" Target="../media/image12.png"/><Relationship Id="rId14" Type="http://schemas.openxmlformats.org/officeDocument/2006/relationships/image" Target="../media/image17.svg"/><Relationship Id="rId22" Type="http://schemas.openxmlformats.org/officeDocument/2006/relationships/image" Target="../media/image25.sv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4.xml"/><Relationship Id="rId1" Type="http://schemas.openxmlformats.org/officeDocument/2006/relationships/slideLayout" Target="../slideLayouts/slideLayout109.xml"/><Relationship Id="rId6" Type="http://schemas.openxmlformats.org/officeDocument/2006/relationships/chart" Target="../charts/chart4.xml"/><Relationship Id="rId5" Type="http://schemas.openxmlformats.org/officeDocument/2006/relationships/chart" Target="../charts/chart3.xml"/><Relationship Id="rId4" Type="http://schemas.openxmlformats.org/officeDocument/2006/relationships/chart" Target="../charts/char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53.xml"/></Relationships>
</file>

<file path=ppt/slides/_rels/slide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253.xml"/><Relationship Id="rId6" Type="http://schemas.openxmlformats.org/officeDocument/2006/relationships/image" Target="../media/image30.png"/><Relationship Id="rId5" Type="http://schemas.openxmlformats.org/officeDocument/2006/relationships/image" Target="../media/image29.jpeg"/><Relationship Id="rId4" Type="http://schemas.openxmlformats.org/officeDocument/2006/relationships/image" Target="../media/image28.pn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86.xml"/></Relationships>
</file>

<file path=ppt/slides/_rels/slide10.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6.xml"/><Relationship Id="rId1" Type="http://schemas.openxmlformats.org/officeDocument/2006/relationships/slideLayout" Target="../slideLayouts/slideLayout288.xml"/><Relationship Id="rId5" Type="http://schemas.openxmlformats.org/officeDocument/2006/relationships/image" Target="../media/image31.png"/><Relationship Id="rId4" Type="http://schemas.openxmlformats.org/officeDocument/2006/relationships/hyperlink" Target="https://docs.google.com/spreadsheets/d/1RQbUcYYLzIpyDi-f1cWdFkG0rhp2fhItrFcDkf4kDco/copy#gid=1848306791" TargetMode="External"/></Relationships>
</file>

<file path=ppt/slides/_rels/slide11.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7.xml"/><Relationship Id="rId1" Type="http://schemas.openxmlformats.org/officeDocument/2006/relationships/slideLayout" Target="../slideLayouts/slideLayout283.xml"/><Relationship Id="rId5" Type="http://schemas.openxmlformats.org/officeDocument/2006/relationships/image" Target="../media/image32.png"/><Relationship Id="rId4" Type="http://schemas.openxmlformats.org/officeDocument/2006/relationships/hyperlink" Target="https://docs.google.com/spreadsheets/d/1RQbUcYYLzIpyDi-f1cWdFkG0rhp2fhItrFcDkf4kDco/copy#gid=67400412" TargetMode="External"/></Relationships>
</file>

<file path=ppt/slides/_rels/slide12.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8.xml"/><Relationship Id="rId1" Type="http://schemas.openxmlformats.org/officeDocument/2006/relationships/slideLayout" Target="../slideLayouts/slideLayout287.xml"/><Relationship Id="rId5" Type="http://schemas.openxmlformats.org/officeDocument/2006/relationships/image" Target="../media/image33.png"/><Relationship Id="rId4" Type="http://schemas.openxmlformats.org/officeDocument/2006/relationships/hyperlink" Target="https://docs.google.com/spreadsheets/d/1RQbUcYYLzIpyDi-f1cWdFkG0rhp2fhItrFcDkf4kDco/copy#gid=0" TargetMode="Externa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0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0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08.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34.xml"/></Relationships>
</file>

<file path=ppt/slides/_rels/slide26.xml.rels><?xml version="1.0" encoding="UTF-8" standalone="yes"?>
<Relationships xmlns="http://schemas.openxmlformats.org/package/2006/relationships"><Relationship Id="rId8" Type="http://schemas.openxmlformats.org/officeDocument/2006/relationships/image" Target="../media/image39.svg"/><Relationship Id="rId3" Type="http://schemas.openxmlformats.org/officeDocument/2006/relationships/image" Target="../media/image34.png"/><Relationship Id="rId7" Type="http://schemas.openxmlformats.org/officeDocument/2006/relationships/image" Target="../media/image38.png"/><Relationship Id="rId2" Type="http://schemas.openxmlformats.org/officeDocument/2006/relationships/notesSlide" Target="../notesSlides/notesSlide11.xml"/><Relationship Id="rId1" Type="http://schemas.openxmlformats.org/officeDocument/2006/relationships/slideLayout" Target="../slideLayouts/slideLayout54.xml"/><Relationship Id="rId6" Type="http://schemas.openxmlformats.org/officeDocument/2006/relationships/image" Target="../media/image37.svg"/><Relationship Id="rId5" Type="http://schemas.openxmlformats.org/officeDocument/2006/relationships/image" Target="../media/image36.png"/><Relationship Id="rId10" Type="http://schemas.openxmlformats.org/officeDocument/2006/relationships/image" Target="../media/image41.svg"/><Relationship Id="rId4" Type="http://schemas.openxmlformats.org/officeDocument/2006/relationships/image" Target="../media/image35.svg"/><Relationship Id="rId9" Type="http://schemas.openxmlformats.org/officeDocument/2006/relationships/image" Target="../media/image40.png"/></Relationships>
</file>

<file path=ppt/slides/_rels/slide27.xml.rels><?xml version="1.0" encoding="UTF-8" standalone="yes"?>
<Relationships xmlns="http://schemas.openxmlformats.org/package/2006/relationships"><Relationship Id="rId3" Type="http://schemas.openxmlformats.org/officeDocument/2006/relationships/image" Target="../media/image37.svg"/><Relationship Id="rId2" Type="http://schemas.openxmlformats.org/officeDocument/2006/relationships/image" Target="../media/image36.png"/><Relationship Id="rId1" Type="http://schemas.openxmlformats.org/officeDocument/2006/relationships/slideLayout" Target="../slideLayouts/slideLayout54.xml"/></Relationships>
</file>

<file path=ppt/slides/_rels/slide28.xml.rels><?xml version="1.0" encoding="UTF-8" standalone="yes"?>
<Relationships xmlns="http://schemas.openxmlformats.org/package/2006/relationships"><Relationship Id="rId3" Type="http://schemas.openxmlformats.org/officeDocument/2006/relationships/image" Target="../media/image35.svg"/><Relationship Id="rId2" Type="http://schemas.openxmlformats.org/officeDocument/2006/relationships/image" Target="../media/image34.png"/><Relationship Id="rId1" Type="http://schemas.openxmlformats.org/officeDocument/2006/relationships/slideLayout" Target="../slideLayouts/slideLayout54.xml"/></Relationships>
</file>

<file path=ppt/slides/_rels/slide29.xml.rels><?xml version="1.0" encoding="UTF-8" standalone="yes"?>
<Relationships xmlns="http://schemas.openxmlformats.org/package/2006/relationships"><Relationship Id="rId3" Type="http://schemas.openxmlformats.org/officeDocument/2006/relationships/image" Target="../media/image41.svg"/><Relationship Id="rId2" Type="http://schemas.openxmlformats.org/officeDocument/2006/relationships/image" Target="../media/image40.png"/><Relationship Id="rId1" Type="http://schemas.openxmlformats.org/officeDocument/2006/relationships/slideLayout" Target="../slideLayouts/slideLayout54.xml"/></Relationships>
</file>

<file path=ppt/slides/_rels/slide30.xml.rels><?xml version="1.0" encoding="UTF-8" standalone="yes"?>
<Relationships xmlns="http://schemas.openxmlformats.org/package/2006/relationships"><Relationship Id="rId3" Type="http://schemas.openxmlformats.org/officeDocument/2006/relationships/image" Target="../media/image39.svg"/><Relationship Id="rId2" Type="http://schemas.openxmlformats.org/officeDocument/2006/relationships/image" Target="../media/image38.png"/><Relationship Id="rId1" Type="http://schemas.openxmlformats.org/officeDocument/2006/relationships/slideLayout" Target="../slideLayouts/slideLayout54.xml"/></Relationships>
</file>

<file path=ppt/slides/_rels/slide31.xml.rels><?xml version="1.0" encoding="UTF-8" standalone="yes"?>
<Relationships xmlns="http://schemas.openxmlformats.org/package/2006/relationships"><Relationship Id="rId3" Type="http://schemas.openxmlformats.org/officeDocument/2006/relationships/image" Target="../media/image43.svg"/><Relationship Id="rId7" Type="http://schemas.openxmlformats.org/officeDocument/2006/relationships/image" Target="../media/image47.svg"/><Relationship Id="rId2" Type="http://schemas.openxmlformats.org/officeDocument/2006/relationships/image" Target="../media/image42.png"/><Relationship Id="rId1" Type="http://schemas.openxmlformats.org/officeDocument/2006/relationships/slideLayout" Target="../slideLayouts/slideLayout137.xml"/><Relationship Id="rId6" Type="http://schemas.openxmlformats.org/officeDocument/2006/relationships/image" Target="../media/image46.png"/><Relationship Id="rId5" Type="http://schemas.openxmlformats.org/officeDocument/2006/relationships/image" Target="../media/image45.svg"/><Relationship Id="rId4" Type="http://schemas.openxmlformats.org/officeDocument/2006/relationships/image" Target="../media/image44.png"/></Relationships>
</file>

<file path=ppt/slides/_rels/slide32.xml.rels><?xml version="1.0" encoding="UTF-8" standalone="yes"?>
<Relationships xmlns="http://schemas.openxmlformats.org/package/2006/relationships"><Relationship Id="rId3" Type="http://schemas.openxmlformats.org/officeDocument/2006/relationships/image" Target="../media/image43.svg"/><Relationship Id="rId7" Type="http://schemas.openxmlformats.org/officeDocument/2006/relationships/image" Target="../media/image47.svg"/><Relationship Id="rId2" Type="http://schemas.openxmlformats.org/officeDocument/2006/relationships/image" Target="../media/image42.png"/><Relationship Id="rId1" Type="http://schemas.openxmlformats.org/officeDocument/2006/relationships/slideLayout" Target="../slideLayouts/slideLayout136.xml"/><Relationship Id="rId6" Type="http://schemas.openxmlformats.org/officeDocument/2006/relationships/image" Target="../media/image46.png"/><Relationship Id="rId5" Type="http://schemas.openxmlformats.org/officeDocument/2006/relationships/image" Target="../media/image45.svg"/><Relationship Id="rId4" Type="http://schemas.openxmlformats.org/officeDocument/2006/relationships/image" Target="../media/image44.png"/></Relationships>
</file>

<file path=ppt/slides/_rels/slide33.xml.rels><?xml version="1.0" encoding="UTF-8" standalone="yes"?>
<Relationships xmlns="http://schemas.openxmlformats.org/package/2006/relationships"><Relationship Id="rId8" Type="http://schemas.openxmlformats.org/officeDocument/2006/relationships/image" Target="../media/image53.svg"/><Relationship Id="rId3" Type="http://schemas.openxmlformats.org/officeDocument/2006/relationships/image" Target="../media/image48.png"/><Relationship Id="rId7" Type="http://schemas.openxmlformats.org/officeDocument/2006/relationships/image" Target="../media/image52.png"/><Relationship Id="rId12" Type="http://schemas.openxmlformats.org/officeDocument/2006/relationships/image" Target="../media/image57.svg"/><Relationship Id="rId2" Type="http://schemas.openxmlformats.org/officeDocument/2006/relationships/notesSlide" Target="../notesSlides/notesSlide12.xml"/><Relationship Id="rId1" Type="http://schemas.openxmlformats.org/officeDocument/2006/relationships/slideLayout" Target="../slideLayouts/slideLayout136.xml"/><Relationship Id="rId6" Type="http://schemas.openxmlformats.org/officeDocument/2006/relationships/image" Target="../media/image51.svg"/><Relationship Id="rId11" Type="http://schemas.openxmlformats.org/officeDocument/2006/relationships/image" Target="../media/image56.png"/><Relationship Id="rId5" Type="http://schemas.openxmlformats.org/officeDocument/2006/relationships/image" Target="../media/image50.png"/><Relationship Id="rId10" Type="http://schemas.openxmlformats.org/officeDocument/2006/relationships/image" Target="../media/image55.svg"/><Relationship Id="rId4" Type="http://schemas.openxmlformats.org/officeDocument/2006/relationships/image" Target="../media/image49.svg"/><Relationship Id="rId9" Type="http://schemas.openxmlformats.org/officeDocument/2006/relationships/image" Target="../media/image54.png"/></Relationships>
</file>

<file path=ppt/slides/_rels/slide34.xml.rels><?xml version="1.0" encoding="UTF-8" standalone="yes"?>
<Relationships xmlns="http://schemas.openxmlformats.org/package/2006/relationships"><Relationship Id="rId8" Type="http://schemas.openxmlformats.org/officeDocument/2006/relationships/image" Target="../media/image64.png"/><Relationship Id="rId3" Type="http://schemas.openxmlformats.org/officeDocument/2006/relationships/image" Target="../media/image59.svg"/><Relationship Id="rId7" Type="http://schemas.openxmlformats.org/officeDocument/2006/relationships/image" Target="../media/image63.svg"/><Relationship Id="rId2" Type="http://schemas.openxmlformats.org/officeDocument/2006/relationships/image" Target="../media/image58.png"/><Relationship Id="rId1" Type="http://schemas.openxmlformats.org/officeDocument/2006/relationships/slideLayout" Target="../slideLayouts/slideLayout151.xml"/><Relationship Id="rId6" Type="http://schemas.openxmlformats.org/officeDocument/2006/relationships/image" Target="../media/image62.png"/><Relationship Id="rId5" Type="http://schemas.openxmlformats.org/officeDocument/2006/relationships/image" Target="../media/image61.svg"/><Relationship Id="rId4" Type="http://schemas.openxmlformats.org/officeDocument/2006/relationships/image" Target="../media/image60.png"/><Relationship Id="rId9" Type="http://schemas.openxmlformats.org/officeDocument/2006/relationships/image" Target="../media/image65.svg"/></Relationships>
</file>

<file path=ppt/slides/_rels/slide35.xml.rels><?xml version="1.0" encoding="UTF-8" standalone="yes"?>
<Relationships xmlns="http://schemas.openxmlformats.org/package/2006/relationships"><Relationship Id="rId8" Type="http://schemas.openxmlformats.org/officeDocument/2006/relationships/image" Target="../media/image64.png"/><Relationship Id="rId3" Type="http://schemas.openxmlformats.org/officeDocument/2006/relationships/image" Target="../media/image66.svg"/><Relationship Id="rId7" Type="http://schemas.openxmlformats.org/officeDocument/2006/relationships/image" Target="../media/image68.svg"/><Relationship Id="rId2" Type="http://schemas.openxmlformats.org/officeDocument/2006/relationships/image" Target="../media/image58.png"/><Relationship Id="rId1" Type="http://schemas.openxmlformats.org/officeDocument/2006/relationships/slideLayout" Target="../slideLayouts/slideLayout151.xml"/><Relationship Id="rId6" Type="http://schemas.openxmlformats.org/officeDocument/2006/relationships/image" Target="../media/image62.png"/><Relationship Id="rId5" Type="http://schemas.openxmlformats.org/officeDocument/2006/relationships/image" Target="../media/image67.svg"/><Relationship Id="rId4" Type="http://schemas.openxmlformats.org/officeDocument/2006/relationships/image" Target="../media/image60.png"/><Relationship Id="rId9" Type="http://schemas.openxmlformats.org/officeDocument/2006/relationships/image" Target="../media/image69.sv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40.xml.rels><?xml version="1.0" encoding="UTF-8" standalone="yes"?>
<Relationships xmlns="http://schemas.openxmlformats.org/package/2006/relationships"><Relationship Id="rId8" Type="http://schemas.openxmlformats.org/officeDocument/2006/relationships/image" Target="../media/image76.png"/><Relationship Id="rId13" Type="http://schemas.openxmlformats.org/officeDocument/2006/relationships/image" Target="../media/image81.svg"/><Relationship Id="rId3" Type="http://schemas.openxmlformats.org/officeDocument/2006/relationships/image" Target="../media/image71.svg"/><Relationship Id="rId7" Type="http://schemas.openxmlformats.org/officeDocument/2006/relationships/image" Target="../media/image75.svg"/><Relationship Id="rId12" Type="http://schemas.openxmlformats.org/officeDocument/2006/relationships/image" Target="../media/image80.png"/><Relationship Id="rId17" Type="http://schemas.openxmlformats.org/officeDocument/2006/relationships/image" Target="../media/image85.svg"/><Relationship Id="rId2" Type="http://schemas.openxmlformats.org/officeDocument/2006/relationships/image" Target="../media/image70.png"/><Relationship Id="rId16" Type="http://schemas.openxmlformats.org/officeDocument/2006/relationships/image" Target="../media/image84.png"/><Relationship Id="rId1" Type="http://schemas.openxmlformats.org/officeDocument/2006/relationships/slideLayout" Target="../slideLayouts/slideLayout80.xml"/><Relationship Id="rId6" Type="http://schemas.openxmlformats.org/officeDocument/2006/relationships/image" Target="../media/image74.png"/><Relationship Id="rId11" Type="http://schemas.openxmlformats.org/officeDocument/2006/relationships/image" Target="../media/image79.svg"/><Relationship Id="rId5" Type="http://schemas.openxmlformats.org/officeDocument/2006/relationships/image" Target="../media/image73.svg"/><Relationship Id="rId15" Type="http://schemas.openxmlformats.org/officeDocument/2006/relationships/image" Target="../media/image83.svg"/><Relationship Id="rId10" Type="http://schemas.openxmlformats.org/officeDocument/2006/relationships/image" Target="../media/image78.png"/><Relationship Id="rId4" Type="http://schemas.openxmlformats.org/officeDocument/2006/relationships/image" Target="../media/image72.png"/><Relationship Id="rId9" Type="http://schemas.openxmlformats.org/officeDocument/2006/relationships/image" Target="../media/image77.svg"/><Relationship Id="rId14" Type="http://schemas.openxmlformats.org/officeDocument/2006/relationships/image" Target="../media/image82.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45.xml.rels><?xml version="1.0" encoding="UTF-8" standalone="yes"?>
<Relationships xmlns="http://schemas.openxmlformats.org/package/2006/relationships"><Relationship Id="rId8" Type="http://schemas.openxmlformats.org/officeDocument/2006/relationships/image" Target="../media/image92.png"/><Relationship Id="rId3" Type="http://schemas.openxmlformats.org/officeDocument/2006/relationships/image" Target="../media/image87.svg"/><Relationship Id="rId7" Type="http://schemas.openxmlformats.org/officeDocument/2006/relationships/image" Target="../media/image91.svg"/><Relationship Id="rId2" Type="http://schemas.openxmlformats.org/officeDocument/2006/relationships/image" Target="../media/image86.png"/><Relationship Id="rId1" Type="http://schemas.openxmlformats.org/officeDocument/2006/relationships/slideLayout" Target="../slideLayouts/slideLayout67.xml"/><Relationship Id="rId6" Type="http://schemas.openxmlformats.org/officeDocument/2006/relationships/image" Target="../media/image90.png"/><Relationship Id="rId5" Type="http://schemas.openxmlformats.org/officeDocument/2006/relationships/image" Target="../media/image89.svg"/><Relationship Id="rId4" Type="http://schemas.openxmlformats.org/officeDocument/2006/relationships/image" Target="../media/image88.png"/><Relationship Id="rId9" Type="http://schemas.openxmlformats.org/officeDocument/2006/relationships/image" Target="../media/image93.svg"/></Relationships>
</file>

<file path=ppt/slides/_rels/slide46.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image" Target="../media/image89.svg"/><Relationship Id="rId7" Type="http://schemas.openxmlformats.org/officeDocument/2006/relationships/image" Target="../media/image97.svg"/><Relationship Id="rId2" Type="http://schemas.openxmlformats.org/officeDocument/2006/relationships/image" Target="../media/image88.png"/><Relationship Id="rId1" Type="http://schemas.openxmlformats.org/officeDocument/2006/relationships/slideLayout" Target="../slideLayouts/slideLayout67.xml"/><Relationship Id="rId6" Type="http://schemas.openxmlformats.org/officeDocument/2006/relationships/image" Target="../media/image96.png"/><Relationship Id="rId5" Type="http://schemas.openxmlformats.org/officeDocument/2006/relationships/image" Target="../media/image95.svg"/><Relationship Id="rId4" Type="http://schemas.openxmlformats.org/officeDocument/2006/relationships/image" Target="../media/image94.png"/><Relationship Id="rId9" Type="http://schemas.openxmlformats.org/officeDocument/2006/relationships/image" Target="../media/image99.svg"/></Relationships>
</file>

<file path=ppt/slides/_rels/slide47.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image" Target="../media/image101.svg"/><Relationship Id="rId7" Type="http://schemas.openxmlformats.org/officeDocument/2006/relationships/image" Target="../media/image97.svg"/><Relationship Id="rId2" Type="http://schemas.openxmlformats.org/officeDocument/2006/relationships/image" Target="../media/image100.png"/><Relationship Id="rId1" Type="http://schemas.openxmlformats.org/officeDocument/2006/relationships/slideLayout" Target="../slideLayouts/slideLayout67.xml"/><Relationship Id="rId6" Type="http://schemas.openxmlformats.org/officeDocument/2006/relationships/image" Target="../media/image96.png"/><Relationship Id="rId5" Type="http://schemas.openxmlformats.org/officeDocument/2006/relationships/image" Target="../media/image91.svg"/><Relationship Id="rId4" Type="http://schemas.openxmlformats.org/officeDocument/2006/relationships/image" Target="../media/image90.png"/><Relationship Id="rId9" Type="http://schemas.openxmlformats.org/officeDocument/2006/relationships/image" Target="../media/image99.svg"/></Relationships>
</file>

<file path=ppt/slides/_rels/slide48.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image" Target="../media/image101.svg"/><Relationship Id="rId7" Type="http://schemas.openxmlformats.org/officeDocument/2006/relationships/image" Target="../media/image93.svg"/><Relationship Id="rId2" Type="http://schemas.openxmlformats.org/officeDocument/2006/relationships/image" Target="../media/image100.png"/><Relationship Id="rId1" Type="http://schemas.openxmlformats.org/officeDocument/2006/relationships/slideLayout" Target="../slideLayouts/slideLayout67.xml"/><Relationship Id="rId6" Type="http://schemas.openxmlformats.org/officeDocument/2006/relationships/image" Target="../media/image92.png"/><Relationship Id="rId5" Type="http://schemas.openxmlformats.org/officeDocument/2006/relationships/image" Target="../media/image95.svg"/><Relationship Id="rId4" Type="http://schemas.openxmlformats.org/officeDocument/2006/relationships/image" Target="../media/image94.png"/><Relationship Id="rId9" Type="http://schemas.openxmlformats.org/officeDocument/2006/relationships/image" Target="../media/image99.svg"/></Relationships>
</file>

<file path=ppt/slides/_rels/slide49.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image" Target="../media/image101.svg"/><Relationship Id="rId7" Type="http://schemas.openxmlformats.org/officeDocument/2006/relationships/image" Target="../media/image97.svg"/><Relationship Id="rId2" Type="http://schemas.openxmlformats.org/officeDocument/2006/relationships/image" Target="../media/image100.png"/><Relationship Id="rId1" Type="http://schemas.openxmlformats.org/officeDocument/2006/relationships/slideLayout" Target="../slideLayouts/slideLayout67.xml"/><Relationship Id="rId6" Type="http://schemas.openxmlformats.org/officeDocument/2006/relationships/image" Target="../media/image96.png"/><Relationship Id="rId5" Type="http://schemas.openxmlformats.org/officeDocument/2006/relationships/image" Target="../media/image95.svg"/><Relationship Id="rId4" Type="http://schemas.openxmlformats.org/officeDocument/2006/relationships/image" Target="../media/image94.png"/><Relationship Id="rId9" Type="http://schemas.openxmlformats.org/officeDocument/2006/relationships/image" Target="../media/image99.svg"/></Relationships>
</file>

<file path=ppt/slides/_rels/slide50.xml.rels><?xml version="1.0" encoding="UTF-8" standalone="yes"?>
<Relationships xmlns="http://schemas.openxmlformats.org/package/2006/relationships"><Relationship Id="rId3" Type="http://schemas.openxmlformats.org/officeDocument/2006/relationships/image" Target="../media/image103.svg"/><Relationship Id="rId2" Type="http://schemas.openxmlformats.org/officeDocument/2006/relationships/image" Target="../media/image102.png"/><Relationship Id="rId1" Type="http://schemas.openxmlformats.org/officeDocument/2006/relationships/slideLayout" Target="../slideLayouts/slideLayout226.xml"/><Relationship Id="rId5" Type="http://schemas.openxmlformats.org/officeDocument/2006/relationships/image" Target="../media/image105.svg"/><Relationship Id="rId4" Type="http://schemas.openxmlformats.org/officeDocument/2006/relationships/image" Target="../media/image104.png"/></Relationships>
</file>

<file path=ppt/slides/_rels/slide5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notesSlide" Target="../notesSlides/notesSlide13.xml"/><Relationship Id="rId1" Type="http://schemas.openxmlformats.org/officeDocument/2006/relationships/slideLayout" Target="../slideLayouts/slideLayout392.xml"/><Relationship Id="rId6" Type="http://schemas.openxmlformats.org/officeDocument/2006/relationships/image" Target="../media/image109.svg"/><Relationship Id="rId5" Type="http://schemas.openxmlformats.org/officeDocument/2006/relationships/image" Target="../media/image108.png"/><Relationship Id="rId4" Type="http://schemas.openxmlformats.org/officeDocument/2006/relationships/image" Target="../media/image107.svg"/></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91.xml"/></Relationships>
</file>

<file path=ppt/slides/_rels/slide53.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15.xml"/><Relationship Id="rId1" Type="http://schemas.openxmlformats.org/officeDocument/2006/relationships/slideLayout" Target="../slideLayouts/slideLayout391.xml"/><Relationship Id="rId6" Type="http://schemas.openxmlformats.org/officeDocument/2006/relationships/image" Target="../media/image113.svg"/><Relationship Id="rId5" Type="http://schemas.openxmlformats.org/officeDocument/2006/relationships/image" Target="../media/image112.png"/><Relationship Id="rId4" Type="http://schemas.openxmlformats.org/officeDocument/2006/relationships/image" Target="../media/image111.svg"/></Relationships>
</file>

<file path=ppt/slides/_rels/slide54.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16.xml"/><Relationship Id="rId1" Type="http://schemas.openxmlformats.org/officeDocument/2006/relationships/slideLayout" Target="../slideLayouts/slideLayout391.xml"/><Relationship Id="rId6" Type="http://schemas.openxmlformats.org/officeDocument/2006/relationships/image" Target="../media/image117.svg"/><Relationship Id="rId5" Type="http://schemas.openxmlformats.org/officeDocument/2006/relationships/image" Target="../media/image116.png"/><Relationship Id="rId4" Type="http://schemas.openxmlformats.org/officeDocument/2006/relationships/image" Target="../media/image115.svg"/></Relationships>
</file>

<file path=ppt/slides/_rels/slide55.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notesSlide" Target="../notesSlides/notesSlide17.xml"/><Relationship Id="rId1" Type="http://schemas.openxmlformats.org/officeDocument/2006/relationships/slideLayout" Target="../slideLayouts/slideLayout389.xml"/><Relationship Id="rId6" Type="http://schemas.openxmlformats.org/officeDocument/2006/relationships/image" Target="../media/image121.svg"/><Relationship Id="rId5" Type="http://schemas.openxmlformats.org/officeDocument/2006/relationships/image" Target="../media/image120.png"/><Relationship Id="rId4" Type="http://schemas.openxmlformats.org/officeDocument/2006/relationships/image" Target="../media/image119.svg"/></Relationships>
</file>

<file path=ppt/slides/_rels/slide56.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8.xml"/><Relationship Id="rId1" Type="http://schemas.openxmlformats.org/officeDocument/2006/relationships/slideLayout" Target="../slideLayouts/slideLayout390.xml"/><Relationship Id="rId6" Type="http://schemas.openxmlformats.org/officeDocument/2006/relationships/image" Target="../media/image125.svg"/><Relationship Id="rId5" Type="http://schemas.openxmlformats.org/officeDocument/2006/relationships/image" Target="../media/image124.png"/><Relationship Id="rId4" Type="http://schemas.openxmlformats.org/officeDocument/2006/relationships/image" Target="../media/image123.svg"/></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93.xml"/></Relationships>
</file>

<file path=ppt/slides/_rels/slide58.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20.xml"/><Relationship Id="rId1" Type="http://schemas.openxmlformats.org/officeDocument/2006/relationships/slideLayout" Target="../slideLayouts/slideLayout389.xml"/><Relationship Id="rId6" Type="http://schemas.openxmlformats.org/officeDocument/2006/relationships/image" Target="../media/image129.svg"/><Relationship Id="rId5" Type="http://schemas.openxmlformats.org/officeDocument/2006/relationships/image" Target="../media/image128.png"/><Relationship Id="rId4" Type="http://schemas.openxmlformats.org/officeDocument/2006/relationships/image" Target="../media/image127.svg"/></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82.xml"/></Relationships>
</file>

<file path=ppt/slides/_rels/slide60.xml.rels><?xml version="1.0" encoding="UTF-8" standalone="yes"?>
<Relationships xmlns="http://schemas.openxmlformats.org/package/2006/relationships"><Relationship Id="rId8" Type="http://schemas.openxmlformats.org/officeDocument/2006/relationships/image" Target="../media/image136.png"/><Relationship Id="rId3" Type="http://schemas.openxmlformats.org/officeDocument/2006/relationships/image" Target="../media/image131.svg"/><Relationship Id="rId7" Type="http://schemas.openxmlformats.org/officeDocument/2006/relationships/image" Target="../media/image135.svg"/><Relationship Id="rId2" Type="http://schemas.openxmlformats.org/officeDocument/2006/relationships/image" Target="../media/image130.png"/><Relationship Id="rId1" Type="http://schemas.openxmlformats.org/officeDocument/2006/relationships/slideLayout" Target="../slideLayouts/slideLayout41.xml"/><Relationship Id="rId6" Type="http://schemas.openxmlformats.org/officeDocument/2006/relationships/image" Target="../media/image134.png"/><Relationship Id="rId11" Type="http://schemas.openxmlformats.org/officeDocument/2006/relationships/image" Target="../media/image139.svg"/><Relationship Id="rId5" Type="http://schemas.openxmlformats.org/officeDocument/2006/relationships/image" Target="../media/image133.svg"/><Relationship Id="rId10" Type="http://schemas.openxmlformats.org/officeDocument/2006/relationships/image" Target="../media/image138.png"/><Relationship Id="rId4" Type="http://schemas.openxmlformats.org/officeDocument/2006/relationships/image" Target="../media/image132.png"/><Relationship Id="rId9" Type="http://schemas.openxmlformats.org/officeDocument/2006/relationships/image" Target="../media/image137.svg"/></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8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63.xml.rels><?xml version="1.0" encoding="UTF-8" standalone="yes"?>
<Relationships xmlns="http://schemas.openxmlformats.org/package/2006/relationships"><Relationship Id="rId3" Type="http://schemas.openxmlformats.org/officeDocument/2006/relationships/image" Target="../media/image141.svg"/><Relationship Id="rId2" Type="http://schemas.openxmlformats.org/officeDocument/2006/relationships/image" Target="../media/image140.png"/><Relationship Id="rId1" Type="http://schemas.openxmlformats.org/officeDocument/2006/relationships/slideLayout" Target="../slideLayouts/slideLayout95.xml"/><Relationship Id="rId5" Type="http://schemas.openxmlformats.org/officeDocument/2006/relationships/image" Target="../media/image143.svg"/><Relationship Id="rId4" Type="http://schemas.openxmlformats.org/officeDocument/2006/relationships/image" Target="../media/image142.png"/></Relationships>
</file>

<file path=ppt/slides/_rels/slide64.xml.rels><?xml version="1.0" encoding="UTF-8" standalone="yes"?>
<Relationships xmlns="http://schemas.openxmlformats.org/package/2006/relationships"><Relationship Id="rId3" Type="http://schemas.openxmlformats.org/officeDocument/2006/relationships/image" Target="../media/image145.svg"/><Relationship Id="rId2" Type="http://schemas.openxmlformats.org/officeDocument/2006/relationships/image" Target="../media/image144.png"/><Relationship Id="rId1" Type="http://schemas.openxmlformats.org/officeDocument/2006/relationships/slideLayout" Target="../slideLayouts/slideLayout95.xml"/><Relationship Id="rId5" Type="http://schemas.openxmlformats.org/officeDocument/2006/relationships/image" Target="../media/image147.svg"/><Relationship Id="rId4" Type="http://schemas.openxmlformats.org/officeDocument/2006/relationships/image" Target="../media/image146.png"/></Relationships>
</file>

<file path=ppt/slides/_rels/slide65.xml.rels><?xml version="1.0" encoding="UTF-8" standalone="yes"?>
<Relationships xmlns="http://schemas.openxmlformats.org/package/2006/relationships"><Relationship Id="rId3" Type="http://schemas.openxmlformats.org/officeDocument/2006/relationships/image" Target="../media/image147.svg"/><Relationship Id="rId2" Type="http://schemas.openxmlformats.org/officeDocument/2006/relationships/image" Target="../media/image146.png"/><Relationship Id="rId1" Type="http://schemas.openxmlformats.org/officeDocument/2006/relationships/slideLayout" Target="../slideLayouts/slideLayout95.xml"/><Relationship Id="rId5" Type="http://schemas.openxmlformats.org/officeDocument/2006/relationships/image" Target="../media/image141.svg"/><Relationship Id="rId4" Type="http://schemas.openxmlformats.org/officeDocument/2006/relationships/image" Target="../media/image140.png"/></Relationships>
</file>

<file path=ppt/slides/_rels/slide66.xml.rels><?xml version="1.0" encoding="UTF-8" standalone="yes"?>
<Relationships xmlns="http://schemas.openxmlformats.org/package/2006/relationships"><Relationship Id="rId3" Type="http://schemas.openxmlformats.org/officeDocument/2006/relationships/image" Target="../media/image143.svg"/><Relationship Id="rId2" Type="http://schemas.openxmlformats.org/officeDocument/2006/relationships/image" Target="../media/image142.png"/><Relationship Id="rId1" Type="http://schemas.openxmlformats.org/officeDocument/2006/relationships/slideLayout" Target="../slideLayouts/slideLayout95.xml"/><Relationship Id="rId5" Type="http://schemas.openxmlformats.org/officeDocument/2006/relationships/image" Target="../media/image145.svg"/><Relationship Id="rId4" Type="http://schemas.openxmlformats.org/officeDocument/2006/relationships/image" Target="../media/image144.png"/></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26.xml"/></Relationships>
</file>

<file path=ppt/slides/_rels/slide69.xml.rels><?xml version="1.0" encoding="UTF-8" standalone="yes"?>
<Relationships xmlns="http://schemas.openxmlformats.org/package/2006/relationships"><Relationship Id="rId2" Type="http://schemas.openxmlformats.org/officeDocument/2006/relationships/hyperlink" Target="https://24slides.com/about/purpose?utm_source=Templates&amp;utm_medium=ppt&amp;utm_campaign=CSR-analysis&amp;utm_content=anchor-text%20&amp;utm_term=certified-bcorp" TargetMode="External"/><Relationship Id="rId1" Type="http://schemas.openxmlformats.org/officeDocument/2006/relationships/slideLayout" Target="../slideLayouts/slideLayout253.xml"/></Relationships>
</file>

<file path=ppt/slides/_rels/slide70.xml.rels><?xml version="1.0" encoding="UTF-8" standalone="yes"?>
<Relationships xmlns="http://schemas.openxmlformats.org/package/2006/relationships"><Relationship Id="rId8" Type="http://schemas.openxmlformats.org/officeDocument/2006/relationships/image" Target="../media/image154.png"/><Relationship Id="rId3" Type="http://schemas.openxmlformats.org/officeDocument/2006/relationships/image" Target="../media/image149.svg"/><Relationship Id="rId7" Type="http://schemas.openxmlformats.org/officeDocument/2006/relationships/image" Target="../media/image153.svg"/><Relationship Id="rId2" Type="http://schemas.openxmlformats.org/officeDocument/2006/relationships/image" Target="../media/image148.png"/><Relationship Id="rId1" Type="http://schemas.openxmlformats.org/officeDocument/2006/relationships/slideLayout" Target="../slideLayouts/slideLayout41.xml"/><Relationship Id="rId6" Type="http://schemas.openxmlformats.org/officeDocument/2006/relationships/image" Target="../media/image152.png"/><Relationship Id="rId5" Type="http://schemas.openxmlformats.org/officeDocument/2006/relationships/image" Target="../media/image151.svg"/><Relationship Id="rId4" Type="http://schemas.openxmlformats.org/officeDocument/2006/relationships/image" Target="../media/image150.png"/><Relationship Id="rId9" Type="http://schemas.openxmlformats.org/officeDocument/2006/relationships/image" Target="../media/image155.svg"/></Relationships>
</file>

<file path=ppt/slides/_rels/slide71.xml.rels><?xml version="1.0" encoding="UTF-8" standalone="yes"?>
<Relationships xmlns="http://schemas.openxmlformats.org/package/2006/relationships"><Relationship Id="rId8" Type="http://schemas.openxmlformats.org/officeDocument/2006/relationships/image" Target="../media/image159.png"/><Relationship Id="rId3" Type="http://schemas.openxmlformats.org/officeDocument/2006/relationships/image" Target="../media/image157.svg"/><Relationship Id="rId7" Type="http://schemas.openxmlformats.org/officeDocument/2006/relationships/image" Target="../media/image158.svg"/><Relationship Id="rId2" Type="http://schemas.openxmlformats.org/officeDocument/2006/relationships/image" Target="../media/image156.png"/><Relationship Id="rId1" Type="http://schemas.openxmlformats.org/officeDocument/2006/relationships/slideLayout" Target="../slideLayouts/slideLayout54.xml"/><Relationship Id="rId6" Type="http://schemas.openxmlformats.org/officeDocument/2006/relationships/image" Target="../media/image34.png"/><Relationship Id="rId5" Type="http://schemas.openxmlformats.org/officeDocument/2006/relationships/image" Target="../media/image107.svg"/><Relationship Id="rId4" Type="http://schemas.openxmlformats.org/officeDocument/2006/relationships/image" Target="../media/image106.png"/><Relationship Id="rId9" Type="http://schemas.openxmlformats.org/officeDocument/2006/relationships/image" Target="../media/image160.svg"/></Relationships>
</file>

<file path=ppt/slides/_rels/slide72.xml.rels><?xml version="1.0" encoding="UTF-8" standalone="yes"?>
<Relationships xmlns="http://schemas.openxmlformats.org/package/2006/relationships"><Relationship Id="rId8" Type="http://schemas.openxmlformats.org/officeDocument/2006/relationships/image" Target="../media/image165.svg"/><Relationship Id="rId3" Type="http://schemas.openxmlformats.org/officeDocument/2006/relationships/image" Target="../media/image161.png"/><Relationship Id="rId7" Type="http://schemas.openxmlformats.org/officeDocument/2006/relationships/image" Target="../media/image164.png"/><Relationship Id="rId2" Type="http://schemas.openxmlformats.org/officeDocument/2006/relationships/notesSlide" Target="../notesSlides/notesSlide24.xml"/><Relationship Id="rId1" Type="http://schemas.openxmlformats.org/officeDocument/2006/relationships/slideLayout" Target="../slideLayouts/slideLayout196.xml"/><Relationship Id="rId6" Type="http://schemas.openxmlformats.org/officeDocument/2006/relationships/image" Target="../media/image163.svg"/><Relationship Id="rId5" Type="http://schemas.openxmlformats.org/officeDocument/2006/relationships/image" Target="../media/image42.png"/><Relationship Id="rId10" Type="http://schemas.openxmlformats.org/officeDocument/2006/relationships/image" Target="../media/image167.svg"/><Relationship Id="rId4" Type="http://schemas.openxmlformats.org/officeDocument/2006/relationships/image" Target="../media/image162.svg"/><Relationship Id="rId9" Type="http://schemas.openxmlformats.org/officeDocument/2006/relationships/image" Target="../media/image166.png"/></Relationships>
</file>

<file path=ppt/slides/_rels/slide73.xml.rels><?xml version="1.0" encoding="UTF-8" standalone="yes"?>
<Relationships xmlns="http://schemas.openxmlformats.org/package/2006/relationships"><Relationship Id="rId8" Type="http://schemas.openxmlformats.org/officeDocument/2006/relationships/image" Target="../media/image174.png"/><Relationship Id="rId3" Type="http://schemas.openxmlformats.org/officeDocument/2006/relationships/image" Target="../media/image169.svg"/><Relationship Id="rId7" Type="http://schemas.openxmlformats.org/officeDocument/2006/relationships/image" Target="../media/image173.svg"/><Relationship Id="rId2" Type="http://schemas.openxmlformats.org/officeDocument/2006/relationships/image" Target="../media/image168.png"/><Relationship Id="rId1" Type="http://schemas.openxmlformats.org/officeDocument/2006/relationships/slideLayout" Target="../slideLayouts/slideLayout356.xml"/><Relationship Id="rId6" Type="http://schemas.openxmlformats.org/officeDocument/2006/relationships/image" Target="../media/image172.png"/><Relationship Id="rId5" Type="http://schemas.openxmlformats.org/officeDocument/2006/relationships/image" Target="../media/image171.svg"/><Relationship Id="rId4" Type="http://schemas.openxmlformats.org/officeDocument/2006/relationships/image" Target="../media/image170.png"/><Relationship Id="rId9" Type="http://schemas.openxmlformats.org/officeDocument/2006/relationships/image" Target="../media/image175.sv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75.xml.rels><?xml version="1.0" encoding="UTF-8" standalone="yes"?>
<Relationships xmlns="http://schemas.openxmlformats.org/package/2006/relationships"><Relationship Id="rId8" Type="http://schemas.openxmlformats.org/officeDocument/2006/relationships/image" Target="../media/image182.png"/><Relationship Id="rId3" Type="http://schemas.openxmlformats.org/officeDocument/2006/relationships/image" Target="../media/image177.svg"/><Relationship Id="rId7" Type="http://schemas.openxmlformats.org/officeDocument/2006/relationships/image" Target="../media/image181.svg"/><Relationship Id="rId2" Type="http://schemas.openxmlformats.org/officeDocument/2006/relationships/image" Target="../media/image176.png"/><Relationship Id="rId1" Type="http://schemas.openxmlformats.org/officeDocument/2006/relationships/slideLayout" Target="../slideLayouts/slideLayout316.xml"/><Relationship Id="rId6" Type="http://schemas.openxmlformats.org/officeDocument/2006/relationships/image" Target="../media/image180.png"/><Relationship Id="rId5" Type="http://schemas.openxmlformats.org/officeDocument/2006/relationships/image" Target="../media/image179.svg"/><Relationship Id="rId4" Type="http://schemas.openxmlformats.org/officeDocument/2006/relationships/image" Target="../media/image178.png"/><Relationship Id="rId9" Type="http://schemas.openxmlformats.org/officeDocument/2006/relationships/image" Target="../media/image183.sv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78.xml.rels><?xml version="1.0" encoding="UTF-8" standalone="yes"?>
<Relationships xmlns="http://schemas.openxmlformats.org/package/2006/relationships"><Relationship Id="rId8" Type="http://schemas.openxmlformats.org/officeDocument/2006/relationships/image" Target="../media/image190.png"/><Relationship Id="rId3" Type="http://schemas.openxmlformats.org/officeDocument/2006/relationships/image" Target="../media/image185.svg"/><Relationship Id="rId7" Type="http://schemas.openxmlformats.org/officeDocument/2006/relationships/image" Target="../media/image189.svg"/><Relationship Id="rId2" Type="http://schemas.openxmlformats.org/officeDocument/2006/relationships/image" Target="../media/image184.png"/><Relationship Id="rId1" Type="http://schemas.openxmlformats.org/officeDocument/2006/relationships/slideLayout" Target="../slideLayouts/slideLayout326.xml"/><Relationship Id="rId6" Type="http://schemas.openxmlformats.org/officeDocument/2006/relationships/image" Target="../media/image188.png"/><Relationship Id="rId11" Type="http://schemas.openxmlformats.org/officeDocument/2006/relationships/image" Target="../media/image193.svg"/><Relationship Id="rId5" Type="http://schemas.openxmlformats.org/officeDocument/2006/relationships/image" Target="../media/image187.svg"/><Relationship Id="rId10" Type="http://schemas.openxmlformats.org/officeDocument/2006/relationships/image" Target="../media/image192.png"/><Relationship Id="rId4" Type="http://schemas.openxmlformats.org/officeDocument/2006/relationships/image" Target="../media/image186.png"/><Relationship Id="rId9" Type="http://schemas.openxmlformats.org/officeDocument/2006/relationships/image" Target="../media/image191.svg"/></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7.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7.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7.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7.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7.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7.xml"/></Relationships>
</file>

<file path=ppt/slides/_rels/slide87.xml.rels><?xml version="1.0" encoding="UTF-8" standalone="yes"?>
<Relationships xmlns="http://schemas.openxmlformats.org/package/2006/relationships"><Relationship Id="rId8" Type="http://schemas.openxmlformats.org/officeDocument/2006/relationships/tags" Target="../tags/tag8.xml"/><Relationship Id="rId3" Type="http://schemas.openxmlformats.org/officeDocument/2006/relationships/tags" Target="../tags/tag3.xml"/><Relationship Id="rId7" Type="http://schemas.openxmlformats.org/officeDocument/2006/relationships/tags" Target="../tags/tag7.xml"/><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tags" Target="../tags/tag6.xml"/><Relationship Id="rId5" Type="http://schemas.openxmlformats.org/officeDocument/2006/relationships/tags" Target="../tags/tag5.xml"/><Relationship Id="rId4" Type="http://schemas.openxmlformats.org/officeDocument/2006/relationships/tags" Target="../tags/tag4.xml"/><Relationship Id="rId9" Type="http://schemas.openxmlformats.org/officeDocument/2006/relationships/slideLayout" Target="../slideLayouts/slideLayout264.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7.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7.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7.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7.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2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2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53.xml"/></Relationships>
</file>

<file path=ppt/slides/_rels/slide99.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253.xml"/><Relationship Id="rId6" Type="http://schemas.openxmlformats.org/officeDocument/2006/relationships/image" Target="../media/image194.png"/><Relationship Id="rId5" Type="http://schemas.openxmlformats.org/officeDocument/2006/relationships/chart" Target="../charts/chart8.xml"/><Relationship Id="rId4" Type="http://schemas.openxmlformats.org/officeDocument/2006/relationships/chart" Target="../charts/chart7.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8" Type="http://schemas.openxmlformats.org/officeDocument/2006/relationships/image" Target="../media/image198.svg"/><Relationship Id="rId3" Type="http://schemas.openxmlformats.org/officeDocument/2006/relationships/image" Target="../media/image108.png"/><Relationship Id="rId7" Type="http://schemas.openxmlformats.org/officeDocument/2006/relationships/image" Target="../media/image197.png"/><Relationship Id="rId2" Type="http://schemas.openxmlformats.org/officeDocument/2006/relationships/notesSlide" Target="../notesSlides/notesSlide42.xml"/><Relationship Id="rId1" Type="http://schemas.openxmlformats.org/officeDocument/2006/relationships/slideLayout" Target="../slideLayouts/slideLayout6.xml"/><Relationship Id="rId6" Type="http://schemas.openxmlformats.org/officeDocument/2006/relationships/image" Target="../media/image196.svg"/><Relationship Id="rId5" Type="http://schemas.openxmlformats.org/officeDocument/2006/relationships/image" Target="../media/image178.png"/><Relationship Id="rId10" Type="http://schemas.openxmlformats.org/officeDocument/2006/relationships/image" Target="../media/image200.svg"/><Relationship Id="rId4" Type="http://schemas.openxmlformats.org/officeDocument/2006/relationships/image" Target="../media/image195.svg"/><Relationship Id="rId9" Type="http://schemas.openxmlformats.org/officeDocument/2006/relationships/image" Target="../media/image199.png"/></Relationships>
</file>

<file path=ppt/slides/_rels/slide104.xml.rels><?xml version="1.0" encoding="UTF-8" standalone="yes"?>
<Relationships xmlns="http://schemas.openxmlformats.org/package/2006/relationships"><Relationship Id="rId8" Type="http://schemas.openxmlformats.org/officeDocument/2006/relationships/image" Target="../media/image206.svg"/><Relationship Id="rId3" Type="http://schemas.openxmlformats.org/officeDocument/2006/relationships/image" Target="../media/image201.png"/><Relationship Id="rId7" Type="http://schemas.openxmlformats.org/officeDocument/2006/relationships/image" Target="../media/image205.png"/><Relationship Id="rId2" Type="http://schemas.openxmlformats.org/officeDocument/2006/relationships/notesSlide" Target="../notesSlides/notesSlide43.xml"/><Relationship Id="rId1" Type="http://schemas.openxmlformats.org/officeDocument/2006/relationships/slideLayout" Target="../slideLayouts/slideLayout6.xml"/><Relationship Id="rId6" Type="http://schemas.openxmlformats.org/officeDocument/2006/relationships/image" Target="../media/image204.svg"/><Relationship Id="rId5" Type="http://schemas.openxmlformats.org/officeDocument/2006/relationships/image" Target="../media/image203.png"/><Relationship Id="rId10" Type="http://schemas.openxmlformats.org/officeDocument/2006/relationships/image" Target="../media/image183.svg"/><Relationship Id="rId4" Type="http://schemas.openxmlformats.org/officeDocument/2006/relationships/image" Target="../media/image202.svg"/><Relationship Id="rId9" Type="http://schemas.openxmlformats.org/officeDocument/2006/relationships/image" Target="../media/image182.png"/></Relationships>
</file>

<file path=ppt/slides/_rels/slide105.xml.rels><?xml version="1.0" encoding="UTF-8" standalone="yes"?>
<Relationships xmlns="http://schemas.openxmlformats.org/package/2006/relationships"><Relationship Id="rId8" Type="http://schemas.openxmlformats.org/officeDocument/2006/relationships/image" Target="../media/image212.svg"/><Relationship Id="rId3" Type="http://schemas.openxmlformats.org/officeDocument/2006/relationships/image" Target="../media/image207.png"/><Relationship Id="rId7" Type="http://schemas.openxmlformats.org/officeDocument/2006/relationships/image" Target="../media/image211.png"/><Relationship Id="rId2" Type="http://schemas.openxmlformats.org/officeDocument/2006/relationships/notesSlide" Target="../notesSlides/notesSlide44.xml"/><Relationship Id="rId1" Type="http://schemas.openxmlformats.org/officeDocument/2006/relationships/slideLayout" Target="../slideLayouts/slideLayout6.xml"/><Relationship Id="rId6" Type="http://schemas.openxmlformats.org/officeDocument/2006/relationships/image" Target="../media/image210.svg"/><Relationship Id="rId5" Type="http://schemas.openxmlformats.org/officeDocument/2006/relationships/image" Target="../media/image209.png"/><Relationship Id="rId10" Type="http://schemas.openxmlformats.org/officeDocument/2006/relationships/image" Target="../media/image214.svg"/><Relationship Id="rId4" Type="http://schemas.openxmlformats.org/officeDocument/2006/relationships/image" Target="../media/image208.svg"/><Relationship Id="rId9" Type="http://schemas.openxmlformats.org/officeDocument/2006/relationships/image" Target="../media/image213.png"/></Relationships>
</file>

<file path=ppt/slides/_rels/slide106.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45.xml"/><Relationship Id="rId1" Type="http://schemas.openxmlformats.org/officeDocument/2006/relationships/slideLayout" Target="../slideLayouts/slideLayout7.xml"/><Relationship Id="rId6" Type="http://schemas.openxmlformats.org/officeDocument/2006/relationships/image" Target="../media/image218.png"/><Relationship Id="rId5" Type="http://schemas.openxmlformats.org/officeDocument/2006/relationships/image" Target="../media/image217.png"/><Relationship Id="rId4" Type="http://schemas.openxmlformats.org/officeDocument/2006/relationships/image" Target="../media/image216.png"/></Relationships>
</file>

<file path=ppt/slides/_rels/slide107.xml.rels><?xml version="1.0" encoding="UTF-8" standalone="yes"?>
<Relationships xmlns="http://schemas.openxmlformats.org/package/2006/relationships"><Relationship Id="rId3" Type="http://schemas.openxmlformats.org/officeDocument/2006/relationships/image" Target="../media/image219.png"/><Relationship Id="rId2" Type="http://schemas.openxmlformats.org/officeDocument/2006/relationships/notesSlide" Target="../notesSlides/notesSlide46.xml"/><Relationship Id="rId1" Type="http://schemas.openxmlformats.org/officeDocument/2006/relationships/slideLayout" Target="../slideLayouts/slideLayout7.xml"/><Relationship Id="rId6" Type="http://schemas.openxmlformats.org/officeDocument/2006/relationships/image" Target="../media/image222.png"/><Relationship Id="rId5" Type="http://schemas.openxmlformats.org/officeDocument/2006/relationships/image" Target="../media/image221.png"/><Relationship Id="rId4" Type="http://schemas.openxmlformats.org/officeDocument/2006/relationships/image" Target="../media/image220.png"/></Relationships>
</file>

<file path=ppt/slides/_rels/slide108.xml.rels><?xml version="1.0" encoding="UTF-8" standalone="yes"?>
<Relationships xmlns="http://schemas.openxmlformats.org/package/2006/relationships"><Relationship Id="rId3" Type="http://schemas.openxmlformats.org/officeDocument/2006/relationships/image" Target="../media/image223.png"/><Relationship Id="rId2" Type="http://schemas.openxmlformats.org/officeDocument/2006/relationships/notesSlide" Target="../notesSlides/notesSlide47.xml"/><Relationship Id="rId1" Type="http://schemas.openxmlformats.org/officeDocument/2006/relationships/slideLayout" Target="../slideLayouts/slideLayout7.xml"/><Relationship Id="rId4" Type="http://schemas.openxmlformats.org/officeDocument/2006/relationships/image" Target="../media/image217.png"/></Relationships>
</file>

<file path=ppt/slides/_rels/slide109.xml.rels><?xml version="1.0" encoding="UTF-8" standalone="yes"?>
<Relationships xmlns="http://schemas.openxmlformats.org/package/2006/relationships"><Relationship Id="rId8" Type="http://schemas.openxmlformats.org/officeDocument/2006/relationships/image" Target="../media/image230.png"/><Relationship Id="rId3" Type="http://schemas.openxmlformats.org/officeDocument/2006/relationships/image" Target="../media/image225.svg"/><Relationship Id="rId7" Type="http://schemas.openxmlformats.org/officeDocument/2006/relationships/image" Target="../media/image229.svg"/><Relationship Id="rId2" Type="http://schemas.openxmlformats.org/officeDocument/2006/relationships/image" Target="../media/image224.png"/><Relationship Id="rId1" Type="http://schemas.openxmlformats.org/officeDocument/2006/relationships/slideLayout" Target="../slideLayouts/slideLayout382.xml"/><Relationship Id="rId6" Type="http://schemas.openxmlformats.org/officeDocument/2006/relationships/image" Target="../media/image228.png"/><Relationship Id="rId11" Type="http://schemas.openxmlformats.org/officeDocument/2006/relationships/image" Target="../media/image233.svg"/><Relationship Id="rId5" Type="http://schemas.openxmlformats.org/officeDocument/2006/relationships/image" Target="../media/image227.svg"/><Relationship Id="rId10" Type="http://schemas.openxmlformats.org/officeDocument/2006/relationships/image" Target="../media/image232.png"/><Relationship Id="rId4" Type="http://schemas.openxmlformats.org/officeDocument/2006/relationships/image" Target="../media/image226.png"/><Relationship Id="rId9" Type="http://schemas.openxmlformats.org/officeDocument/2006/relationships/image" Target="../media/image231.svg"/></Relationships>
</file>

<file path=ppt/slides/_rels/slide110.xml.rels><?xml version="1.0" encoding="UTF-8" standalone="yes"?>
<Relationships xmlns="http://schemas.openxmlformats.org/package/2006/relationships"><Relationship Id="rId3" Type="http://schemas.openxmlformats.org/officeDocument/2006/relationships/image" Target="../media/image234.svg"/><Relationship Id="rId2" Type="http://schemas.openxmlformats.org/officeDocument/2006/relationships/image" Target="../media/image34.png"/><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3" Type="http://schemas.openxmlformats.org/officeDocument/2006/relationships/image" Target="../media/image236.svg"/><Relationship Id="rId2" Type="http://schemas.openxmlformats.org/officeDocument/2006/relationships/image" Target="../media/image235.png"/><Relationship Id="rId1" Type="http://schemas.openxmlformats.org/officeDocument/2006/relationships/slideLayout" Target="../slideLayouts/slideLayout67.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7.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7.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7.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7.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7.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2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2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53.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8" Type="http://schemas.openxmlformats.org/officeDocument/2006/relationships/image" Target="../media/image242.svg"/><Relationship Id="rId3" Type="http://schemas.openxmlformats.org/officeDocument/2006/relationships/image" Target="../media/image237.png"/><Relationship Id="rId7" Type="http://schemas.openxmlformats.org/officeDocument/2006/relationships/image" Target="../media/image241.png"/><Relationship Id="rId12" Type="http://schemas.openxmlformats.org/officeDocument/2006/relationships/image" Target="../media/image246.svg"/><Relationship Id="rId2" Type="http://schemas.openxmlformats.org/officeDocument/2006/relationships/notesSlide" Target="../notesSlides/notesSlide55.xml"/><Relationship Id="rId1" Type="http://schemas.openxmlformats.org/officeDocument/2006/relationships/slideLayout" Target="../slideLayouts/slideLayout6.xml"/><Relationship Id="rId6" Type="http://schemas.openxmlformats.org/officeDocument/2006/relationships/image" Target="../media/image240.svg"/><Relationship Id="rId11" Type="http://schemas.openxmlformats.org/officeDocument/2006/relationships/image" Target="../media/image245.png"/><Relationship Id="rId5" Type="http://schemas.openxmlformats.org/officeDocument/2006/relationships/image" Target="../media/image239.png"/><Relationship Id="rId10" Type="http://schemas.openxmlformats.org/officeDocument/2006/relationships/image" Target="../media/image244.svg"/><Relationship Id="rId4" Type="http://schemas.openxmlformats.org/officeDocument/2006/relationships/image" Target="../media/image238.svg"/><Relationship Id="rId9" Type="http://schemas.openxmlformats.org/officeDocument/2006/relationships/image" Target="../media/image243.png"/></Relationships>
</file>

<file path=ppt/slides/_rels/slide124.xml.rels><?xml version="1.0" encoding="UTF-8" standalone="yes"?>
<Relationships xmlns="http://schemas.openxmlformats.org/package/2006/relationships"><Relationship Id="rId3" Type="http://schemas.openxmlformats.org/officeDocument/2006/relationships/image" Target="../media/image236.svg"/><Relationship Id="rId2" Type="http://schemas.openxmlformats.org/officeDocument/2006/relationships/image" Target="../media/image235.png"/><Relationship Id="rId1" Type="http://schemas.openxmlformats.org/officeDocument/2006/relationships/slideLayout" Target="../slideLayouts/slideLayout41.xml"/></Relationships>
</file>

<file path=ppt/slides/_rels/slide125.xml.rels><?xml version="1.0" encoding="UTF-8" standalone="yes"?>
<Relationships xmlns="http://schemas.openxmlformats.org/package/2006/relationships"><Relationship Id="rId8" Type="http://schemas.openxmlformats.org/officeDocument/2006/relationships/image" Target="../media/image253.png"/><Relationship Id="rId13" Type="http://schemas.openxmlformats.org/officeDocument/2006/relationships/image" Target="../media/image107.svg"/><Relationship Id="rId3" Type="http://schemas.openxmlformats.org/officeDocument/2006/relationships/image" Target="../media/image248.svg"/><Relationship Id="rId7" Type="http://schemas.openxmlformats.org/officeDocument/2006/relationships/image" Target="../media/image252.svg"/><Relationship Id="rId12" Type="http://schemas.openxmlformats.org/officeDocument/2006/relationships/image" Target="../media/image106.png"/><Relationship Id="rId2" Type="http://schemas.openxmlformats.org/officeDocument/2006/relationships/image" Target="../media/image247.png"/><Relationship Id="rId1" Type="http://schemas.openxmlformats.org/officeDocument/2006/relationships/slideLayout" Target="../slideLayouts/slideLayout41.xml"/><Relationship Id="rId6" Type="http://schemas.openxmlformats.org/officeDocument/2006/relationships/image" Target="../media/image251.png"/><Relationship Id="rId11" Type="http://schemas.openxmlformats.org/officeDocument/2006/relationships/image" Target="../media/image157.svg"/><Relationship Id="rId5" Type="http://schemas.openxmlformats.org/officeDocument/2006/relationships/image" Target="../media/image250.svg"/><Relationship Id="rId10" Type="http://schemas.openxmlformats.org/officeDocument/2006/relationships/image" Target="../media/image156.png"/><Relationship Id="rId4" Type="http://schemas.openxmlformats.org/officeDocument/2006/relationships/image" Target="../media/image249.png"/><Relationship Id="rId9" Type="http://schemas.openxmlformats.org/officeDocument/2006/relationships/image" Target="../media/image254.svg"/></Relationships>
</file>

<file path=ppt/slides/_rels/slide126.xml.rels><?xml version="1.0" encoding="UTF-8" standalone="yes"?>
<Relationships xmlns="http://schemas.openxmlformats.org/package/2006/relationships"><Relationship Id="rId8" Type="http://schemas.openxmlformats.org/officeDocument/2006/relationships/image" Target="../media/image261.png"/><Relationship Id="rId13" Type="http://schemas.openxmlformats.org/officeDocument/2006/relationships/image" Target="../media/image266.svg"/><Relationship Id="rId3" Type="http://schemas.openxmlformats.org/officeDocument/2006/relationships/image" Target="../media/image256.svg"/><Relationship Id="rId7" Type="http://schemas.openxmlformats.org/officeDocument/2006/relationships/image" Target="../media/image260.svg"/><Relationship Id="rId12" Type="http://schemas.openxmlformats.org/officeDocument/2006/relationships/image" Target="../media/image265.png"/><Relationship Id="rId2" Type="http://schemas.openxmlformats.org/officeDocument/2006/relationships/image" Target="../media/image255.png"/><Relationship Id="rId1" Type="http://schemas.openxmlformats.org/officeDocument/2006/relationships/slideLayout" Target="../slideLayouts/slideLayout54.xml"/><Relationship Id="rId6" Type="http://schemas.openxmlformats.org/officeDocument/2006/relationships/image" Target="../media/image259.png"/><Relationship Id="rId11" Type="http://schemas.openxmlformats.org/officeDocument/2006/relationships/image" Target="../media/image264.svg"/><Relationship Id="rId5" Type="http://schemas.openxmlformats.org/officeDocument/2006/relationships/image" Target="../media/image258.svg"/><Relationship Id="rId10" Type="http://schemas.openxmlformats.org/officeDocument/2006/relationships/image" Target="../media/image263.png"/><Relationship Id="rId4" Type="http://schemas.openxmlformats.org/officeDocument/2006/relationships/image" Target="../media/image257.png"/><Relationship Id="rId9" Type="http://schemas.openxmlformats.org/officeDocument/2006/relationships/image" Target="../media/image262.svg"/></Relationships>
</file>

<file path=ppt/slides/_rels/slide127.xml.rels><?xml version="1.0" encoding="UTF-8" standalone="yes"?>
<Relationships xmlns="http://schemas.openxmlformats.org/package/2006/relationships"><Relationship Id="rId8" Type="http://schemas.openxmlformats.org/officeDocument/2006/relationships/image" Target="../media/image273.png"/><Relationship Id="rId13" Type="http://schemas.openxmlformats.org/officeDocument/2006/relationships/image" Target="../media/image278.svg"/><Relationship Id="rId3" Type="http://schemas.openxmlformats.org/officeDocument/2006/relationships/image" Target="../media/image268.svg"/><Relationship Id="rId7" Type="http://schemas.openxmlformats.org/officeDocument/2006/relationships/image" Target="../media/image272.svg"/><Relationship Id="rId12" Type="http://schemas.openxmlformats.org/officeDocument/2006/relationships/image" Target="../media/image277.png"/><Relationship Id="rId2" Type="http://schemas.openxmlformats.org/officeDocument/2006/relationships/image" Target="../media/image267.png"/><Relationship Id="rId1" Type="http://schemas.openxmlformats.org/officeDocument/2006/relationships/slideLayout" Target="../slideLayouts/slideLayout54.xml"/><Relationship Id="rId6" Type="http://schemas.openxmlformats.org/officeDocument/2006/relationships/image" Target="../media/image271.png"/><Relationship Id="rId11" Type="http://schemas.openxmlformats.org/officeDocument/2006/relationships/image" Target="../media/image276.svg"/><Relationship Id="rId5" Type="http://schemas.openxmlformats.org/officeDocument/2006/relationships/image" Target="../media/image270.svg"/><Relationship Id="rId10" Type="http://schemas.openxmlformats.org/officeDocument/2006/relationships/image" Target="../media/image275.png"/><Relationship Id="rId4" Type="http://schemas.openxmlformats.org/officeDocument/2006/relationships/image" Target="../media/image269.png"/><Relationship Id="rId9" Type="http://schemas.openxmlformats.org/officeDocument/2006/relationships/image" Target="../media/image274.svg"/></Relationships>
</file>

<file path=ppt/slides/_rels/slide128.xml.rels><?xml version="1.0" encoding="UTF-8" standalone="yes"?>
<Relationships xmlns="http://schemas.openxmlformats.org/package/2006/relationships"><Relationship Id="rId8" Type="http://schemas.openxmlformats.org/officeDocument/2006/relationships/image" Target="../media/image284.svg"/><Relationship Id="rId13" Type="http://schemas.openxmlformats.org/officeDocument/2006/relationships/image" Target="../media/image289.png"/><Relationship Id="rId3" Type="http://schemas.openxmlformats.org/officeDocument/2006/relationships/image" Target="../media/image279.png"/><Relationship Id="rId7" Type="http://schemas.openxmlformats.org/officeDocument/2006/relationships/image" Target="../media/image283.png"/><Relationship Id="rId12" Type="http://schemas.openxmlformats.org/officeDocument/2006/relationships/image" Target="../media/image288.svg"/><Relationship Id="rId2" Type="http://schemas.openxmlformats.org/officeDocument/2006/relationships/notesSlide" Target="../notesSlides/notesSlide56.xml"/><Relationship Id="rId1" Type="http://schemas.openxmlformats.org/officeDocument/2006/relationships/slideLayout" Target="../slideLayouts/slideLayout369.xml"/><Relationship Id="rId6" Type="http://schemas.openxmlformats.org/officeDocument/2006/relationships/image" Target="../media/image282.svg"/><Relationship Id="rId11" Type="http://schemas.openxmlformats.org/officeDocument/2006/relationships/image" Target="../media/image287.png"/><Relationship Id="rId5" Type="http://schemas.openxmlformats.org/officeDocument/2006/relationships/image" Target="../media/image281.png"/><Relationship Id="rId10" Type="http://schemas.openxmlformats.org/officeDocument/2006/relationships/image" Target="../media/image286.svg"/><Relationship Id="rId4" Type="http://schemas.openxmlformats.org/officeDocument/2006/relationships/image" Target="../media/image280.svg"/><Relationship Id="rId9" Type="http://schemas.openxmlformats.org/officeDocument/2006/relationships/image" Target="../media/image285.png"/><Relationship Id="rId14" Type="http://schemas.openxmlformats.org/officeDocument/2006/relationships/image" Target="../media/image290.sv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85.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7.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7.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26.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26.xml"/></Relationships>
</file>

<file path=ppt/slides/_rels/slide136.xml.rels><?xml version="1.0" encoding="UTF-8" standalone="yes"?>
<Relationships xmlns="http://schemas.openxmlformats.org/package/2006/relationships"><Relationship Id="rId3" Type="http://schemas.openxmlformats.org/officeDocument/2006/relationships/hyperlink" Target="https://24slides.com/blog/24slides-launches-its-first-volunteer-program/?utm_source=Templates&amp;utm_medium=ppt&amp;utm_campaign=CSR-analysis&amp;utm_content=anchor-text%20&amp;utm_term=volunteer" TargetMode="External"/><Relationship Id="rId2" Type="http://schemas.openxmlformats.org/officeDocument/2006/relationships/hyperlink" Target="https://24slides.com/blog/24slides-emergency-loan-program/?utm_source=Templates&amp;utm_medium=ppt&amp;utm_campaign=CSR-analysis&amp;utm_content=anchor-text%20&amp;utm_term=emerg-loan" TargetMode="External"/><Relationship Id="rId1" Type="http://schemas.openxmlformats.org/officeDocument/2006/relationships/slideLayout" Target="../slideLayouts/slideLayout253.xml"/><Relationship Id="rId5" Type="http://schemas.openxmlformats.org/officeDocument/2006/relationships/hyperlink" Target="https://24slides.com/blog/facing-the-mental-health-issues-of-the-peruvian-lockdown/?utm_source=Templates&amp;utm_medium=ppt&amp;utm_campaign=CSR-analysis&amp;utm_content=anchor-text%20&amp;utm_term=psychology" TargetMode="External"/><Relationship Id="rId4" Type="http://schemas.openxmlformats.org/officeDocument/2006/relationships/hyperlink" Target="https://24slides.com/blog/24slides-global-challenge-bringing-a-global-team-together-for-a-cause/?utm_source=Templates&amp;utm_medium=ppt&amp;utm_campaign=CSR-analysis&amp;utm_content=anchor-text%20&amp;utm_term=glob-chall" TargetMode="External"/></Relationships>
</file>

<file path=ppt/slides/_rels/slide137.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notesSlide" Target="../notesSlides/notesSlide61.xml"/><Relationship Id="rId1" Type="http://schemas.openxmlformats.org/officeDocument/2006/relationships/slideLayout" Target="../slideLayouts/slideLayout4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139.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notesSlide" Target="../notesSlides/notesSlide62.xml"/><Relationship Id="rId1" Type="http://schemas.openxmlformats.org/officeDocument/2006/relationships/slideLayout" Target="../slideLayouts/slideLayout28.xml"/></Relationships>
</file>

<file path=ppt/slides/_rels/slide140.xml.rels><?xml version="1.0" encoding="UTF-8" standalone="yes"?>
<Relationships xmlns="http://schemas.openxmlformats.org/package/2006/relationships"><Relationship Id="rId8" Type="http://schemas.openxmlformats.org/officeDocument/2006/relationships/image" Target="../media/image297.png"/><Relationship Id="rId13" Type="http://schemas.openxmlformats.org/officeDocument/2006/relationships/image" Target="../media/image302.svg"/><Relationship Id="rId3" Type="http://schemas.openxmlformats.org/officeDocument/2006/relationships/image" Target="../media/image292.svg"/><Relationship Id="rId7" Type="http://schemas.openxmlformats.org/officeDocument/2006/relationships/image" Target="../media/image296.svg"/><Relationship Id="rId12" Type="http://schemas.openxmlformats.org/officeDocument/2006/relationships/image" Target="../media/image301.png"/><Relationship Id="rId17" Type="http://schemas.openxmlformats.org/officeDocument/2006/relationships/image" Target="../media/image306.svg"/><Relationship Id="rId2" Type="http://schemas.openxmlformats.org/officeDocument/2006/relationships/image" Target="../media/image291.png"/><Relationship Id="rId16" Type="http://schemas.openxmlformats.org/officeDocument/2006/relationships/image" Target="../media/image305.png"/><Relationship Id="rId1" Type="http://schemas.openxmlformats.org/officeDocument/2006/relationships/slideLayout" Target="../slideLayouts/slideLayout295.xml"/><Relationship Id="rId6" Type="http://schemas.openxmlformats.org/officeDocument/2006/relationships/image" Target="../media/image295.png"/><Relationship Id="rId11" Type="http://schemas.openxmlformats.org/officeDocument/2006/relationships/image" Target="../media/image300.svg"/><Relationship Id="rId5" Type="http://schemas.openxmlformats.org/officeDocument/2006/relationships/image" Target="../media/image294.svg"/><Relationship Id="rId15" Type="http://schemas.openxmlformats.org/officeDocument/2006/relationships/image" Target="../media/image304.svg"/><Relationship Id="rId10" Type="http://schemas.openxmlformats.org/officeDocument/2006/relationships/image" Target="../media/image299.png"/><Relationship Id="rId4" Type="http://schemas.openxmlformats.org/officeDocument/2006/relationships/image" Target="../media/image293.png"/><Relationship Id="rId9" Type="http://schemas.openxmlformats.org/officeDocument/2006/relationships/image" Target="../media/image298.svg"/><Relationship Id="rId14" Type="http://schemas.openxmlformats.org/officeDocument/2006/relationships/image" Target="../media/image303.png"/></Relationships>
</file>

<file path=ppt/slides/_rels/slide141.xml.rels><?xml version="1.0" encoding="UTF-8" standalone="yes"?>
<Relationships xmlns="http://schemas.openxmlformats.org/package/2006/relationships"><Relationship Id="rId8" Type="http://schemas.openxmlformats.org/officeDocument/2006/relationships/image" Target="../media/image313.png"/><Relationship Id="rId13" Type="http://schemas.openxmlformats.org/officeDocument/2006/relationships/image" Target="../media/image318.svg"/><Relationship Id="rId18" Type="http://schemas.openxmlformats.org/officeDocument/2006/relationships/image" Target="../media/image323.png"/><Relationship Id="rId26" Type="http://schemas.openxmlformats.org/officeDocument/2006/relationships/image" Target="../media/image329.png"/><Relationship Id="rId3" Type="http://schemas.openxmlformats.org/officeDocument/2006/relationships/image" Target="../media/image308.svg"/><Relationship Id="rId21" Type="http://schemas.openxmlformats.org/officeDocument/2006/relationships/image" Target="../media/image326.svg"/><Relationship Id="rId7" Type="http://schemas.openxmlformats.org/officeDocument/2006/relationships/image" Target="../media/image312.svg"/><Relationship Id="rId12" Type="http://schemas.openxmlformats.org/officeDocument/2006/relationships/image" Target="../media/image317.png"/><Relationship Id="rId17" Type="http://schemas.openxmlformats.org/officeDocument/2006/relationships/image" Target="../media/image322.svg"/><Relationship Id="rId25" Type="http://schemas.openxmlformats.org/officeDocument/2006/relationships/image" Target="../media/image328.svg"/><Relationship Id="rId2" Type="http://schemas.openxmlformats.org/officeDocument/2006/relationships/image" Target="../media/image307.png"/><Relationship Id="rId16" Type="http://schemas.openxmlformats.org/officeDocument/2006/relationships/image" Target="../media/image321.png"/><Relationship Id="rId20" Type="http://schemas.openxmlformats.org/officeDocument/2006/relationships/image" Target="../media/image325.png"/><Relationship Id="rId29" Type="http://schemas.openxmlformats.org/officeDocument/2006/relationships/image" Target="../media/image332.svg"/><Relationship Id="rId1" Type="http://schemas.openxmlformats.org/officeDocument/2006/relationships/slideLayout" Target="../slideLayouts/slideLayout343.xml"/><Relationship Id="rId6" Type="http://schemas.openxmlformats.org/officeDocument/2006/relationships/image" Target="../media/image311.png"/><Relationship Id="rId11" Type="http://schemas.openxmlformats.org/officeDocument/2006/relationships/image" Target="../media/image316.svg"/><Relationship Id="rId24" Type="http://schemas.openxmlformats.org/officeDocument/2006/relationships/image" Target="../media/image327.png"/><Relationship Id="rId5" Type="http://schemas.openxmlformats.org/officeDocument/2006/relationships/image" Target="../media/image310.svg"/><Relationship Id="rId15" Type="http://schemas.openxmlformats.org/officeDocument/2006/relationships/image" Target="../media/image320.svg"/><Relationship Id="rId23" Type="http://schemas.openxmlformats.org/officeDocument/2006/relationships/image" Target="../media/image254.svg"/><Relationship Id="rId28" Type="http://schemas.openxmlformats.org/officeDocument/2006/relationships/image" Target="../media/image331.png"/><Relationship Id="rId10" Type="http://schemas.openxmlformats.org/officeDocument/2006/relationships/image" Target="../media/image315.png"/><Relationship Id="rId19" Type="http://schemas.openxmlformats.org/officeDocument/2006/relationships/image" Target="../media/image324.svg"/><Relationship Id="rId31" Type="http://schemas.openxmlformats.org/officeDocument/2006/relationships/image" Target="../media/image334.svg"/><Relationship Id="rId4" Type="http://schemas.openxmlformats.org/officeDocument/2006/relationships/image" Target="../media/image309.png"/><Relationship Id="rId9" Type="http://schemas.openxmlformats.org/officeDocument/2006/relationships/image" Target="../media/image314.svg"/><Relationship Id="rId14" Type="http://schemas.openxmlformats.org/officeDocument/2006/relationships/image" Target="../media/image319.png"/><Relationship Id="rId22" Type="http://schemas.openxmlformats.org/officeDocument/2006/relationships/image" Target="../media/image253.png"/><Relationship Id="rId27" Type="http://schemas.openxmlformats.org/officeDocument/2006/relationships/image" Target="../media/image330.svg"/><Relationship Id="rId30" Type="http://schemas.openxmlformats.org/officeDocument/2006/relationships/image" Target="../media/image333.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53.xml"/></Relationships>
</file>

<file path=ppt/slides/_rels/slide143.xml.rels><?xml version="1.0" encoding="UTF-8" standalone="yes"?>
<Relationships xmlns="http://schemas.openxmlformats.org/package/2006/relationships"><Relationship Id="rId8" Type="http://schemas.openxmlformats.org/officeDocument/2006/relationships/image" Target="../media/image297.png"/><Relationship Id="rId13" Type="http://schemas.openxmlformats.org/officeDocument/2006/relationships/image" Target="../media/image302.svg"/><Relationship Id="rId3" Type="http://schemas.openxmlformats.org/officeDocument/2006/relationships/image" Target="../media/image292.svg"/><Relationship Id="rId7" Type="http://schemas.openxmlformats.org/officeDocument/2006/relationships/image" Target="../media/image296.svg"/><Relationship Id="rId12" Type="http://schemas.openxmlformats.org/officeDocument/2006/relationships/image" Target="../media/image301.png"/><Relationship Id="rId17" Type="http://schemas.openxmlformats.org/officeDocument/2006/relationships/image" Target="../media/image306.svg"/><Relationship Id="rId2" Type="http://schemas.openxmlformats.org/officeDocument/2006/relationships/image" Target="../media/image291.png"/><Relationship Id="rId16" Type="http://schemas.openxmlformats.org/officeDocument/2006/relationships/image" Target="../media/image305.png"/><Relationship Id="rId1" Type="http://schemas.openxmlformats.org/officeDocument/2006/relationships/slideLayout" Target="../slideLayouts/slideLayout41.xml"/><Relationship Id="rId6" Type="http://schemas.openxmlformats.org/officeDocument/2006/relationships/image" Target="../media/image295.png"/><Relationship Id="rId11" Type="http://schemas.openxmlformats.org/officeDocument/2006/relationships/image" Target="../media/image300.svg"/><Relationship Id="rId5" Type="http://schemas.openxmlformats.org/officeDocument/2006/relationships/image" Target="../media/image294.svg"/><Relationship Id="rId15" Type="http://schemas.openxmlformats.org/officeDocument/2006/relationships/image" Target="../media/image304.svg"/><Relationship Id="rId10" Type="http://schemas.openxmlformats.org/officeDocument/2006/relationships/image" Target="../media/image299.png"/><Relationship Id="rId4" Type="http://schemas.openxmlformats.org/officeDocument/2006/relationships/image" Target="../media/image293.png"/><Relationship Id="rId9" Type="http://schemas.openxmlformats.org/officeDocument/2006/relationships/image" Target="../media/image298.svg"/><Relationship Id="rId14" Type="http://schemas.openxmlformats.org/officeDocument/2006/relationships/image" Target="../media/image30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61809DAC-15DB-E9B6-05B8-57A1DF4093AE}"/>
              </a:ext>
            </a:extLst>
          </p:cNvPr>
          <p:cNvSpPr txBox="1"/>
          <p:nvPr/>
        </p:nvSpPr>
        <p:spPr>
          <a:xfrm>
            <a:off x="1142999" y="2211854"/>
            <a:ext cx="9172575" cy="1938992"/>
          </a:xfrm>
          <a:prstGeom prst="rect">
            <a:avLst/>
          </a:prstGeom>
          <a:noFill/>
        </p:spPr>
        <p:txBody>
          <a:bodyPr wrap="square" rtlCol="0">
            <a:spAutoFit/>
          </a:bodyPr>
          <a:lstStyle/>
          <a:p>
            <a:r>
              <a:rPr lang="en-IN" sz="2000" b="1" dirty="0"/>
              <a:t>The slides and icons are a collection of free templates available across different websites. Feel free to explore more templates on the web</a:t>
            </a:r>
            <a:br>
              <a:rPr lang="en-IN" sz="2000" b="1" dirty="0"/>
            </a:br>
            <a:br>
              <a:rPr lang="en-IN" sz="2000" b="1" dirty="0"/>
            </a:br>
            <a:r>
              <a:rPr lang="en-IN" sz="2000" b="1" dirty="0"/>
              <a:t>1. </a:t>
            </a:r>
            <a:r>
              <a:rPr lang="en-IN" sz="2000" b="1" dirty="0" err="1"/>
              <a:t>SlidesGo</a:t>
            </a:r>
            <a:endParaRPr lang="en-IN" sz="2000" b="1" dirty="0"/>
          </a:p>
          <a:p>
            <a:r>
              <a:rPr lang="en-IN" sz="2000" b="1" dirty="0"/>
              <a:t>2. </a:t>
            </a:r>
            <a:r>
              <a:rPr lang="en-IN" sz="2000" b="1" dirty="0" err="1"/>
              <a:t>PresentationsGO</a:t>
            </a:r>
            <a:endParaRPr lang="en-IN" sz="2000" b="1" dirty="0"/>
          </a:p>
          <a:p>
            <a:r>
              <a:rPr lang="en-IN" sz="2000" b="1" dirty="0"/>
              <a:t>3. Slides24 </a:t>
            </a:r>
          </a:p>
        </p:txBody>
      </p:sp>
    </p:spTree>
    <p:extLst>
      <p:ext uri="{BB962C8B-B14F-4D97-AF65-F5344CB8AC3E}">
        <p14:creationId xmlns:p14="http://schemas.microsoft.com/office/powerpoint/2010/main" val="243488903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768947" y="1373544"/>
            <a:ext cx="10654104" cy="5175596"/>
          </a:xfrm>
          <a:prstGeom prst="rect">
            <a:avLst/>
          </a:prstGeom>
        </p:spPr>
      </p:pic>
      <p:pic>
        <p:nvPicPr>
          <p:cNvPr id="3" name="object 3"/>
          <p:cNvPicPr/>
          <p:nvPr/>
        </p:nvPicPr>
        <p:blipFill>
          <a:blip r:embed="rId3" cstate="print"/>
          <a:stretch>
            <a:fillRect/>
          </a:stretch>
        </p:blipFill>
        <p:spPr>
          <a:xfrm>
            <a:off x="832998" y="356098"/>
            <a:ext cx="3785848" cy="247677"/>
          </a:xfrm>
          <a:prstGeom prst="rect">
            <a:avLst/>
          </a:prstGeom>
        </p:spPr>
      </p:pic>
      <p:pic>
        <p:nvPicPr>
          <p:cNvPr id="4" name="object 4"/>
          <p:cNvPicPr/>
          <p:nvPr/>
        </p:nvPicPr>
        <p:blipFill>
          <a:blip r:embed="rId4" cstate="print"/>
          <a:stretch>
            <a:fillRect/>
          </a:stretch>
        </p:blipFill>
        <p:spPr>
          <a:xfrm>
            <a:off x="816494" y="751679"/>
            <a:ext cx="10231908" cy="440025"/>
          </a:xfrm>
          <a:prstGeom prst="rect">
            <a:avLst/>
          </a:prstGeom>
        </p:spPr>
      </p:pic>
    </p:spTree>
    <p:extLst>
      <p:ext uri="{BB962C8B-B14F-4D97-AF65-F5344CB8AC3E}">
        <p14:creationId xmlns:p14="http://schemas.microsoft.com/office/powerpoint/2010/main" val="10247930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2">
            <a:extLst>
              <a:ext uri="{FF2B5EF4-FFF2-40B4-BE49-F238E27FC236}">
                <a16:creationId xmlns:a16="http://schemas.microsoft.com/office/drawing/2014/main" id="{A3DE4864-72EC-7826-6962-07B83402DBD5}"/>
              </a:ext>
            </a:extLst>
          </p:cNvPr>
          <p:cNvGraphicFramePr>
            <a:graphicFrameLocks noGrp="1"/>
          </p:cNvGraphicFramePr>
          <p:nvPr>
            <p:extLst>
              <p:ext uri="{D42A27DB-BD31-4B8C-83A1-F6EECF244321}">
                <p14:modId xmlns:p14="http://schemas.microsoft.com/office/powerpoint/2010/main" val="2788529939"/>
              </p:ext>
            </p:extLst>
          </p:nvPr>
        </p:nvGraphicFramePr>
        <p:xfrm>
          <a:off x="1524003" y="923198"/>
          <a:ext cx="9143999" cy="3937236"/>
        </p:xfrm>
        <a:graphic>
          <a:graphicData uri="http://schemas.openxmlformats.org/drawingml/2006/table">
            <a:tbl>
              <a:tblPr firstRow="1" bandRow="1">
                <a:tableStyleId>{68D230F3-CF80-4859-8CE7-A43EE81993B5}</a:tableStyleId>
              </a:tblPr>
              <a:tblGrid>
                <a:gridCol w="1536971">
                  <a:extLst>
                    <a:ext uri="{9D8B030D-6E8A-4147-A177-3AD203B41FA5}">
                      <a16:colId xmlns:a16="http://schemas.microsoft.com/office/drawing/2014/main" val="3611461985"/>
                    </a:ext>
                  </a:extLst>
                </a:gridCol>
                <a:gridCol w="633919">
                  <a:extLst>
                    <a:ext uri="{9D8B030D-6E8A-4147-A177-3AD203B41FA5}">
                      <a16:colId xmlns:a16="http://schemas.microsoft.com/office/drawing/2014/main" val="2028836223"/>
                    </a:ext>
                  </a:extLst>
                </a:gridCol>
                <a:gridCol w="633919">
                  <a:extLst>
                    <a:ext uri="{9D8B030D-6E8A-4147-A177-3AD203B41FA5}">
                      <a16:colId xmlns:a16="http://schemas.microsoft.com/office/drawing/2014/main" val="1020637068"/>
                    </a:ext>
                  </a:extLst>
                </a:gridCol>
                <a:gridCol w="633919">
                  <a:extLst>
                    <a:ext uri="{9D8B030D-6E8A-4147-A177-3AD203B41FA5}">
                      <a16:colId xmlns:a16="http://schemas.microsoft.com/office/drawing/2014/main" val="2123487980"/>
                    </a:ext>
                  </a:extLst>
                </a:gridCol>
                <a:gridCol w="633919">
                  <a:extLst>
                    <a:ext uri="{9D8B030D-6E8A-4147-A177-3AD203B41FA5}">
                      <a16:colId xmlns:a16="http://schemas.microsoft.com/office/drawing/2014/main" val="872090345"/>
                    </a:ext>
                  </a:extLst>
                </a:gridCol>
                <a:gridCol w="633919">
                  <a:extLst>
                    <a:ext uri="{9D8B030D-6E8A-4147-A177-3AD203B41FA5}">
                      <a16:colId xmlns:a16="http://schemas.microsoft.com/office/drawing/2014/main" val="2468021825"/>
                    </a:ext>
                  </a:extLst>
                </a:gridCol>
                <a:gridCol w="633919">
                  <a:extLst>
                    <a:ext uri="{9D8B030D-6E8A-4147-A177-3AD203B41FA5}">
                      <a16:colId xmlns:a16="http://schemas.microsoft.com/office/drawing/2014/main" val="223209771"/>
                    </a:ext>
                  </a:extLst>
                </a:gridCol>
                <a:gridCol w="633919">
                  <a:extLst>
                    <a:ext uri="{9D8B030D-6E8A-4147-A177-3AD203B41FA5}">
                      <a16:colId xmlns:a16="http://schemas.microsoft.com/office/drawing/2014/main" val="2286554229"/>
                    </a:ext>
                  </a:extLst>
                </a:gridCol>
                <a:gridCol w="633919">
                  <a:extLst>
                    <a:ext uri="{9D8B030D-6E8A-4147-A177-3AD203B41FA5}">
                      <a16:colId xmlns:a16="http://schemas.microsoft.com/office/drawing/2014/main" val="908572416"/>
                    </a:ext>
                  </a:extLst>
                </a:gridCol>
                <a:gridCol w="633919">
                  <a:extLst>
                    <a:ext uri="{9D8B030D-6E8A-4147-A177-3AD203B41FA5}">
                      <a16:colId xmlns:a16="http://schemas.microsoft.com/office/drawing/2014/main" val="1167978337"/>
                    </a:ext>
                  </a:extLst>
                </a:gridCol>
                <a:gridCol w="633919">
                  <a:extLst>
                    <a:ext uri="{9D8B030D-6E8A-4147-A177-3AD203B41FA5}">
                      <a16:colId xmlns:a16="http://schemas.microsoft.com/office/drawing/2014/main" val="3463849895"/>
                    </a:ext>
                  </a:extLst>
                </a:gridCol>
                <a:gridCol w="633919">
                  <a:extLst>
                    <a:ext uri="{9D8B030D-6E8A-4147-A177-3AD203B41FA5}">
                      <a16:colId xmlns:a16="http://schemas.microsoft.com/office/drawing/2014/main" val="4024176771"/>
                    </a:ext>
                  </a:extLst>
                </a:gridCol>
                <a:gridCol w="633919">
                  <a:extLst>
                    <a:ext uri="{9D8B030D-6E8A-4147-A177-3AD203B41FA5}">
                      <a16:colId xmlns:a16="http://schemas.microsoft.com/office/drawing/2014/main" val="677546083"/>
                    </a:ext>
                  </a:extLst>
                </a:gridCol>
              </a:tblGrid>
              <a:tr h="434340">
                <a:tc>
                  <a:txBody>
                    <a:bodyPr/>
                    <a:lstStyle/>
                    <a:p>
                      <a:endParaRPr lang="en-US" sz="1400"/>
                    </a:p>
                  </a:txBody>
                  <a:tcPr marL="68580" marR="68580" marT="34290" marB="34290">
                    <a:lnL>
                      <a:noFill/>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sz="1100" b="0">
                          <a:solidFill>
                            <a:schemeClr val="bg1"/>
                          </a:solidFill>
                        </a:rPr>
                        <a:t>01</a:t>
                      </a:r>
                    </a:p>
                    <a:p>
                      <a:pPr algn="ctr"/>
                      <a:r>
                        <a:rPr lang="en-US" sz="1400">
                          <a:solidFill>
                            <a:schemeClr val="bg1"/>
                          </a:solidFill>
                        </a:rPr>
                        <a:t>Jan</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02</a:t>
                      </a:r>
                    </a:p>
                    <a:p>
                      <a:pPr algn="ctr"/>
                      <a:r>
                        <a:rPr lang="en-US" sz="1400">
                          <a:solidFill>
                            <a:schemeClr val="bg1"/>
                          </a:solidFill>
                        </a:rPr>
                        <a:t>Feb</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03</a:t>
                      </a:r>
                    </a:p>
                    <a:p>
                      <a:pPr algn="ctr"/>
                      <a:r>
                        <a:rPr lang="en-US" sz="1400">
                          <a:solidFill>
                            <a:schemeClr val="bg1"/>
                          </a:solidFill>
                        </a:rPr>
                        <a:t>Mar</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04</a:t>
                      </a:r>
                    </a:p>
                    <a:p>
                      <a:pPr algn="ctr"/>
                      <a:r>
                        <a:rPr lang="en-US" sz="1400">
                          <a:solidFill>
                            <a:schemeClr val="bg1"/>
                          </a:solidFill>
                        </a:rPr>
                        <a:t>Apr</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05</a:t>
                      </a:r>
                    </a:p>
                    <a:p>
                      <a:pPr algn="ctr"/>
                      <a:r>
                        <a:rPr lang="en-US" sz="1400">
                          <a:solidFill>
                            <a:schemeClr val="bg1"/>
                          </a:solidFill>
                        </a:rPr>
                        <a:t>May</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06</a:t>
                      </a:r>
                    </a:p>
                    <a:p>
                      <a:pPr algn="ctr"/>
                      <a:r>
                        <a:rPr lang="en-US" sz="1400">
                          <a:solidFill>
                            <a:schemeClr val="bg1"/>
                          </a:solidFill>
                        </a:rPr>
                        <a:t>Jun</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07</a:t>
                      </a:r>
                    </a:p>
                    <a:p>
                      <a:pPr algn="ctr"/>
                      <a:r>
                        <a:rPr lang="en-US" sz="1400">
                          <a:solidFill>
                            <a:schemeClr val="bg1"/>
                          </a:solidFill>
                        </a:rPr>
                        <a:t>Jul</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08</a:t>
                      </a:r>
                    </a:p>
                    <a:p>
                      <a:pPr algn="ctr"/>
                      <a:r>
                        <a:rPr lang="en-US" sz="1400">
                          <a:solidFill>
                            <a:schemeClr val="bg1"/>
                          </a:solidFill>
                        </a:rPr>
                        <a:t>Aug</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09</a:t>
                      </a:r>
                    </a:p>
                    <a:p>
                      <a:pPr algn="ctr"/>
                      <a:r>
                        <a:rPr lang="en-US" sz="1400">
                          <a:solidFill>
                            <a:schemeClr val="bg1"/>
                          </a:solidFill>
                        </a:rPr>
                        <a:t>Sept</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10</a:t>
                      </a:r>
                    </a:p>
                    <a:p>
                      <a:pPr algn="ctr"/>
                      <a:r>
                        <a:rPr lang="en-US" sz="1400">
                          <a:solidFill>
                            <a:schemeClr val="bg1"/>
                          </a:solidFill>
                        </a:rPr>
                        <a:t>Oct</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11</a:t>
                      </a:r>
                    </a:p>
                    <a:p>
                      <a:pPr algn="ctr"/>
                      <a:r>
                        <a:rPr lang="en-US" sz="1400">
                          <a:solidFill>
                            <a:schemeClr val="bg1"/>
                          </a:solidFill>
                        </a:rPr>
                        <a:t>Nov</a:t>
                      </a:r>
                    </a:p>
                  </a:txBody>
                  <a:tcPr marL="68580" marR="68580" marT="34290" marB="34290" anchor="b">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100" b="0">
                          <a:solidFill>
                            <a:schemeClr val="bg1"/>
                          </a:solidFill>
                        </a:rPr>
                        <a:t>12</a:t>
                      </a:r>
                    </a:p>
                    <a:p>
                      <a:pPr algn="ctr"/>
                      <a:r>
                        <a:rPr lang="en-US" sz="1400">
                          <a:solidFill>
                            <a:schemeClr val="bg1"/>
                          </a:solidFill>
                        </a:rPr>
                        <a:t>Dec</a:t>
                      </a:r>
                    </a:p>
                  </a:txBody>
                  <a:tcPr marL="68580" marR="68580" marT="34290" marB="34290" anchor="b">
                    <a:lnL w="12700" cap="flat" cmpd="sng" algn="ctr">
                      <a:solidFill>
                        <a:srgbClr val="000000">
                          <a:alpha val="30196"/>
                        </a:srgbClr>
                      </a:solidFill>
                      <a:prstDash val="solid"/>
                      <a:round/>
                      <a:headEnd type="none" w="med" len="med"/>
                      <a:tailEnd type="none" w="med" len="med"/>
                    </a:lnL>
                    <a:lnR>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97699740"/>
                  </a:ext>
                </a:extLst>
              </a:tr>
              <a:tr h="290638">
                <a:tc>
                  <a:txBody>
                    <a:bodyPr/>
                    <a:lstStyle/>
                    <a:p>
                      <a:pPr algn="r"/>
                      <a:r>
                        <a:rPr lang="en-US" sz="1200" b="1" cap="all" baseline="0"/>
                        <a:t>Project Planning</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w="12700" cmpd="sng">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75760656"/>
                  </a:ext>
                </a:extLst>
              </a:tr>
              <a:tr h="290638">
                <a:tc>
                  <a:txBody>
                    <a:bodyPr/>
                    <a:lstStyle/>
                    <a:p>
                      <a:pPr algn="r"/>
                      <a:r>
                        <a:rPr lang="en-US" sz="1100">
                          <a:solidFill>
                            <a:schemeClr val="tx1">
                              <a:lumMod val="50000"/>
                              <a:lumOff val="50000"/>
                            </a:schemeClr>
                          </a:solidFill>
                        </a:rPr>
                        <a:t>Market Research</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280694732"/>
                  </a:ext>
                </a:extLst>
              </a:tr>
              <a:tr h="290638">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100">
                          <a:solidFill>
                            <a:schemeClr val="tx1">
                              <a:lumMod val="50000"/>
                              <a:lumOff val="50000"/>
                            </a:schemeClr>
                          </a:solidFill>
                        </a:rPr>
                        <a:t>Project Scope Definition</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2859553436"/>
                  </a:ext>
                </a:extLst>
              </a:tr>
              <a:tr h="290638">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100">
                          <a:solidFill>
                            <a:schemeClr val="tx1">
                              <a:lumMod val="50000"/>
                              <a:lumOff val="50000"/>
                            </a:schemeClr>
                          </a:solidFill>
                        </a:rPr>
                        <a:t>Resource Allocation</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2332017921"/>
                  </a:ext>
                </a:extLst>
              </a:tr>
              <a:tr h="290638">
                <a:tc>
                  <a:txBody>
                    <a:bodyPr/>
                    <a:lstStyle/>
                    <a:p>
                      <a:pPr algn="r"/>
                      <a:r>
                        <a:rPr lang="en-US" sz="1200" b="1" cap="all" baseline="0"/>
                        <a:t>Implementation</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838814538"/>
                  </a:ext>
                </a:extLst>
              </a:tr>
              <a:tr h="290638">
                <a:tc>
                  <a:txBody>
                    <a:bodyPr/>
                    <a:lstStyle/>
                    <a:p>
                      <a:pPr algn="r"/>
                      <a:r>
                        <a:rPr lang="en-US" sz="1100">
                          <a:solidFill>
                            <a:schemeClr val="tx1">
                              <a:lumMod val="50000"/>
                              <a:lumOff val="50000"/>
                            </a:schemeClr>
                          </a:solidFill>
                        </a:rPr>
                        <a:t>Development Phase</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198683174"/>
                  </a:ext>
                </a:extLst>
              </a:tr>
              <a:tr h="290638">
                <a:tc>
                  <a:txBody>
                    <a:bodyPr/>
                    <a:lstStyle/>
                    <a:p>
                      <a:pPr algn="r"/>
                      <a:r>
                        <a:rPr lang="en-US" sz="1100">
                          <a:solidFill>
                            <a:schemeClr val="tx1">
                              <a:lumMod val="50000"/>
                              <a:lumOff val="50000"/>
                            </a:schemeClr>
                          </a:solidFill>
                        </a:rPr>
                        <a:t>Quality Assurance</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400899692"/>
                  </a:ext>
                </a:extLst>
              </a:tr>
              <a:tr h="290638">
                <a:tc>
                  <a:txBody>
                    <a:bodyPr/>
                    <a:lstStyle/>
                    <a:p>
                      <a:pPr algn="r"/>
                      <a:r>
                        <a:rPr lang="en-US" sz="1100">
                          <a:solidFill>
                            <a:schemeClr val="tx1">
                              <a:lumMod val="50000"/>
                              <a:lumOff val="50000"/>
                            </a:schemeClr>
                          </a:solidFill>
                        </a:rPr>
                        <a:t>Compliance Checks</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948960221"/>
                  </a:ext>
                </a:extLst>
              </a:tr>
              <a:tr h="290638">
                <a:tc>
                  <a:txBody>
                    <a:bodyPr/>
                    <a:lstStyle/>
                    <a:p>
                      <a:pPr algn="r"/>
                      <a:r>
                        <a:rPr lang="en-US" sz="1200" b="1" cap="all" baseline="0"/>
                        <a:t>Project Closure</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421409016"/>
                  </a:ext>
                </a:extLst>
              </a:tr>
              <a:tr h="290638">
                <a:tc>
                  <a:txBody>
                    <a:bodyPr/>
                    <a:lstStyle/>
                    <a:p>
                      <a:pPr algn="r"/>
                      <a:r>
                        <a:rPr lang="en-US" sz="1100">
                          <a:solidFill>
                            <a:schemeClr val="tx1">
                              <a:lumMod val="50000"/>
                              <a:lumOff val="50000"/>
                            </a:schemeClr>
                          </a:solidFill>
                        </a:rPr>
                        <a:t>Final Review</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52980717"/>
                  </a:ext>
                </a:extLst>
              </a:tr>
              <a:tr h="290638">
                <a:tc>
                  <a:txBody>
                    <a:bodyPr/>
                    <a:lstStyle/>
                    <a:p>
                      <a:pPr algn="r"/>
                      <a:r>
                        <a:rPr lang="en-US" sz="1100">
                          <a:solidFill>
                            <a:schemeClr val="tx1">
                              <a:lumMod val="50000"/>
                              <a:lumOff val="50000"/>
                            </a:schemeClr>
                          </a:solidFill>
                        </a:rPr>
                        <a:t>Documentation</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066011327"/>
                  </a:ext>
                </a:extLst>
              </a:tr>
              <a:tr h="290638">
                <a:tc>
                  <a:txBody>
                    <a:bodyPr/>
                    <a:lstStyle/>
                    <a:p>
                      <a:pPr algn="r"/>
                      <a:r>
                        <a:rPr lang="en-US" sz="1100">
                          <a:solidFill>
                            <a:schemeClr val="tx1">
                              <a:lumMod val="50000"/>
                              <a:lumOff val="50000"/>
                            </a:schemeClr>
                          </a:solidFill>
                        </a:rPr>
                        <a:t>Project Handover</a:t>
                      </a:r>
                    </a:p>
                  </a:txBody>
                  <a:tcPr marL="68580" marR="68580" marT="34290" marB="34290" anchor="ctr">
                    <a:lnL>
                      <a:noFill/>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w="12700" cap="flat" cmpd="sng" algn="ctr">
                      <a:solidFill>
                        <a:srgbClr val="000000">
                          <a:alpha val="30196"/>
                        </a:srgb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tcPr>
                </a:tc>
                <a:tc>
                  <a:txBody>
                    <a:bodyPr/>
                    <a:lstStyle/>
                    <a:p>
                      <a:pPr algn="ctr"/>
                      <a:endParaRPr lang="en-US" sz="1400"/>
                    </a:p>
                  </a:txBody>
                  <a:tcPr marL="68580" marR="68580" marT="34290" marB="34290" anchor="ctr">
                    <a:lnL w="12700" cap="flat" cmpd="sng" algn="ctr">
                      <a:solidFill>
                        <a:srgbClr val="000000">
                          <a:alpha val="30196"/>
                        </a:srgbClr>
                      </a:solidFill>
                      <a:prstDash val="solid"/>
                      <a:round/>
                      <a:headEnd type="none" w="med" len="med"/>
                      <a:tailEnd type="none" w="med" len="med"/>
                    </a:lnL>
                    <a:lnR>
                      <a:noFill/>
                    </a:lnR>
                    <a:lnT>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7030130"/>
                  </a:ext>
                </a:extLst>
              </a:tr>
            </a:tbl>
          </a:graphicData>
        </a:graphic>
      </p:graphicFrame>
      <p:grpSp>
        <p:nvGrpSpPr>
          <p:cNvPr id="7" name="Group 6">
            <a:extLst>
              <a:ext uri="{FF2B5EF4-FFF2-40B4-BE49-F238E27FC236}">
                <a16:creationId xmlns:a16="http://schemas.microsoft.com/office/drawing/2014/main" id="{047F5371-1DAA-308D-64AE-0D5FE5EB6C8C}"/>
              </a:ext>
            </a:extLst>
          </p:cNvPr>
          <p:cNvGrpSpPr/>
          <p:nvPr/>
        </p:nvGrpSpPr>
        <p:grpSpPr>
          <a:xfrm>
            <a:off x="3059907" y="7229201"/>
            <a:ext cx="7608095" cy="388418"/>
            <a:chOff x="2047874" y="5667009"/>
            <a:chExt cx="11066313" cy="517891"/>
          </a:xfrm>
        </p:grpSpPr>
        <p:sp>
          <p:nvSpPr>
            <p:cNvPr id="33" name="Rectangle 32">
              <a:extLst>
                <a:ext uri="{FF2B5EF4-FFF2-40B4-BE49-F238E27FC236}">
                  <a16:creationId xmlns:a16="http://schemas.microsoft.com/office/drawing/2014/main" id="{A627D96D-8A28-73B1-D9A0-6E4C44397E25}"/>
                </a:ext>
              </a:extLst>
            </p:cNvPr>
            <p:cNvSpPr/>
            <p:nvPr/>
          </p:nvSpPr>
          <p:spPr>
            <a:xfrm>
              <a:off x="2047874" y="5667009"/>
              <a:ext cx="922193" cy="517891"/>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 name="Rectangle 33">
              <a:extLst>
                <a:ext uri="{FF2B5EF4-FFF2-40B4-BE49-F238E27FC236}">
                  <a16:creationId xmlns:a16="http://schemas.microsoft.com/office/drawing/2014/main" id="{A95B0030-A2A3-FF42-F96C-8FFBC65AFE3E}"/>
                </a:ext>
              </a:extLst>
            </p:cNvPr>
            <p:cNvSpPr/>
            <p:nvPr/>
          </p:nvSpPr>
          <p:spPr>
            <a:xfrm>
              <a:off x="2970067" y="5667009"/>
              <a:ext cx="922193" cy="51789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 name="Rectangle 34">
              <a:extLst>
                <a:ext uri="{FF2B5EF4-FFF2-40B4-BE49-F238E27FC236}">
                  <a16:creationId xmlns:a16="http://schemas.microsoft.com/office/drawing/2014/main" id="{218B6767-8448-F4FA-C9CB-CD52ED92C8E1}"/>
                </a:ext>
              </a:extLst>
            </p:cNvPr>
            <p:cNvSpPr/>
            <p:nvPr/>
          </p:nvSpPr>
          <p:spPr>
            <a:xfrm>
              <a:off x="3892260" y="5667009"/>
              <a:ext cx="922193" cy="517891"/>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 name="Rectangle 35">
              <a:extLst>
                <a:ext uri="{FF2B5EF4-FFF2-40B4-BE49-F238E27FC236}">
                  <a16:creationId xmlns:a16="http://schemas.microsoft.com/office/drawing/2014/main" id="{B26157F3-D976-D44D-3250-78948A048252}"/>
                </a:ext>
              </a:extLst>
            </p:cNvPr>
            <p:cNvSpPr/>
            <p:nvPr/>
          </p:nvSpPr>
          <p:spPr>
            <a:xfrm>
              <a:off x="4814453" y="5667009"/>
              <a:ext cx="922193" cy="51789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7" name="Rectangle 36">
              <a:extLst>
                <a:ext uri="{FF2B5EF4-FFF2-40B4-BE49-F238E27FC236}">
                  <a16:creationId xmlns:a16="http://schemas.microsoft.com/office/drawing/2014/main" id="{A8B5FD87-B9A9-0BA9-013A-C84FD8B276E3}"/>
                </a:ext>
              </a:extLst>
            </p:cNvPr>
            <p:cNvSpPr/>
            <p:nvPr/>
          </p:nvSpPr>
          <p:spPr>
            <a:xfrm>
              <a:off x="5736646" y="5667009"/>
              <a:ext cx="922193" cy="517891"/>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 name="Rectangle 37">
              <a:extLst>
                <a:ext uri="{FF2B5EF4-FFF2-40B4-BE49-F238E27FC236}">
                  <a16:creationId xmlns:a16="http://schemas.microsoft.com/office/drawing/2014/main" id="{848A38A4-0167-4DC2-461A-859513C58674}"/>
                </a:ext>
              </a:extLst>
            </p:cNvPr>
            <p:cNvSpPr/>
            <p:nvPr/>
          </p:nvSpPr>
          <p:spPr>
            <a:xfrm>
              <a:off x="6658839" y="5667009"/>
              <a:ext cx="922193" cy="51789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9" name="Rectangle 38">
              <a:extLst>
                <a:ext uri="{FF2B5EF4-FFF2-40B4-BE49-F238E27FC236}">
                  <a16:creationId xmlns:a16="http://schemas.microsoft.com/office/drawing/2014/main" id="{3F84B3A1-3C7E-ACB9-3732-0F4E1CE85A93}"/>
                </a:ext>
              </a:extLst>
            </p:cNvPr>
            <p:cNvSpPr/>
            <p:nvPr/>
          </p:nvSpPr>
          <p:spPr>
            <a:xfrm>
              <a:off x="7581032" y="5667009"/>
              <a:ext cx="922193" cy="517891"/>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0" name="Rectangle 39">
              <a:extLst>
                <a:ext uri="{FF2B5EF4-FFF2-40B4-BE49-F238E27FC236}">
                  <a16:creationId xmlns:a16="http://schemas.microsoft.com/office/drawing/2014/main" id="{E86FB479-F3E5-A0BF-5291-3630C9214E11}"/>
                </a:ext>
              </a:extLst>
            </p:cNvPr>
            <p:cNvSpPr/>
            <p:nvPr/>
          </p:nvSpPr>
          <p:spPr>
            <a:xfrm>
              <a:off x="8503225" y="5667009"/>
              <a:ext cx="922193" cy="51789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 name="Rectangle 40">
              <a:extLst>
                <a:ext uri="{FF2B5EF4-FFF2-40B4-BE49-F238E27FC236}">
                  <a16:creationId xmlns:a16="http://schemas.microsoft.com/office/drawing/2014/main" id="{BD66F321-C5F0-8BD8-910F-FF7F86B1ADA3}"/>
                </a:ext>
              </a:extLst>
            </p:cNvPr>
            <p:cNvSpPr/>
            <p:nvPr/>
          </p:nvSpPr>
          <p:spPr>
            <a:xfrm>
              <a:off x="9425418" y="5667009"/>
              <a:ext cx="922193" cy="517891"/>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 name="Rectangle 41">
              <a:extLst>
                <a:ext uri="{FF2B5EF4-FFF2-40B4-BE49-F238E27FC236}">
                  <a16:creationId xmlns:a16="http://schemas.microsoft.com/office/drawing/2014/main" id="{199CFDCB-8E0B-57D8-123F-DC7E340DCBFF}"/>
                </a:ext>
              </a:extLst>
            </p:cNvPr>
            <p:cNvSpPr/>
            <p:nvPr/>
          </p:nvSpPr>
          <p:spPr>
            <a:xfrm>
              <a:off x="10347611" y="5667009"/>
              <a:ext cx="922193" cy="51789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 name="Rectangle 3">
              <a:extLst>
                <a:ext uri="{FF2B5EF4-FFF2-40B4-BE49-F238E27FC236}">
                  <a16:creationId xmlns:a16="http://schemas.microsoft.com/office/drawing/2014/main" id="{3E7BE573-7FE0-1E09-980B-914532240242}"/>
                </a:ext>
              </a:extLst>
            </p:cNvPr>
            <p:cNvSpPr/>
            <p:nvPr/>
          </p:nvSpPr>
          <p:spPr>
            <a:xfrm>
              <a:off x="11269804" y="5667009"/>
              <a:ext cx="922193" cy="517891"/>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 name="Rectangle 5">
              <a:extLst>
                <a:ext uri="{FF2B5EF4-FFF2-40B4-BE49-F238E27FC236}">
                  <a16:creationId xmlns:a16="http://schemas.microsoft.com/office/drawing/2014/main" id="{565B2553-E492-F5ED-CEAF-08B6050F1670}"/>
                </a:ext>
              </a:extLst>
            </p:cNvPr>
            <p:cNvSpPr/>
            <p:nvPr/>
          </p:nvSpPr>
          <p:spPr>
            <a:xfrm>
              <a:off x="12191994" y="5667009"/>
              <a:ext cx="922193" cy="51789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grpSp>
      <p:sp>
        <p:nvSpPr>
          <p:cNvPr id="9" name="Rectangle: Rounded Corners 8">
            <a:extLst>
              <a:ext uri="{FF2B5EF4-FFF2-40B4-BE49-F238E27FC236}">
                <a16:creationId xmlns:a16="http://schemas.microsoft.com/office/drawing/2014/main" id="{2448044A-4E07-BD50-7AA3-285ADFDD5A6A}"/>
              </a:ext>
            </a:extLst>
          </p:cNvPr>
          <p:cNvSpPr/>
          <p:nvPr/>
        </p:nvSpPr>
        <p:spPr>
          <a:xfrm>
            <a:off x="3059909" y="1687755"/>
            <a:ext cx="950119" cy="20574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1" name="Rectangle: Rounded Corners 10">
            <a:extLst>
              <a:ext uri="{FF2B5EF4-FFF2-40B4-BE49-F238E27FC236}">
                <a16:creationId xmlns:a16="http://schemas.microsoft.com/office/drawing/2014/main" id="{F3CE5B3D-6158-1300-962B-41391C9A8CD1}"/>
              </a:ext>
            </a:extLst>
          </p:cNvPr>
          <p:cNvSpPr/>
          <p:nvPr/>
        </p:nvSpPr>
        <p:spPr>
          <a:xfrm>
            <a:off x="3582785" y="1978698"/>
            <a:ext cx="348662" cy="20574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2" name="Rectangle: Rounded Corners 11">
            <a:extLst>
              <a:ext uri="{FF2B5EF4-FFF2-40B4-BE49-F238E27FC236}">
                <a16:creationId xmlns:a16="http://schemas.microsoft.com/office/drawing/2014/main" id="{995916DC-F313-BBB5-E536-860EAB6BC285}"/>
              </a:ext>
            </a:extLst>
          </p:cNvPr>
          <p:cNvSpPr/>
          <p:nvPr/>
        </p:nvSpPr>
        <p:spPr>
          <a:xfrm>
            <a:off x="4010026" y="2269641"/>
            <a:ext cx="571500" cy="20574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3" name="Rectangle: Rounded Corners 12">
            <a:extLst>
              <a:ext uri="{FF2B5EF4-FFF2-40B4-BE49-F238E27FC236}">
                <a16:creationId xmlns:a16="http://schemas.microsoft.com/office/drawing/2014/main" id="{71888B23-4EE9-8775-6E3D-6E28F0193639}"/>
              </a:ext>
            </a:extLst>
          </p:cNvPr>
          <p:cNvSpPr/>
          <p:nvPr/>
        </p:nvSpPr>
        <p:spPr>
          <a:xfrm>
            <a:off x="4581526" y="2851527"/>
            <a:ext cx="1648422" cy="205740"/>
          </a:xfrm>
          <a:prstGeom prst="roundRect">
            <a:avLst>
              <a:gd name="adj" fmla="val 50000"/>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4" name="Rectangle: Rounded Corners 13">
            <a:extLst>
              <a:ext uri="{FF2B5EF4-FFF2-40B4-BE49-F238E27FC236}">
                <a16:creationId xmlns:a16="http://schemas.microsoft.com/office/drawing/2014/main" id="{9D17CEF1-DE63-3944-6EDD-1C183F97010F}"/>
              </a:ext>
            </a:extLst>
          </p:cNvPr>
          <p:cNvSpPr/>
          <p:nvPr/>
        </p:nvSpPr>
        <p:spPr>
          <a:xfrm>
            <a:off x="6229949" y="3142470"/>
            <a:ext cx="987623" cy="205740"/>
          </a:xfrm>
          <a:prstGeom prst="roundRect">
            <a:avLst>
              <a:gd name="adj" fmla="val 50000"/>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5" name="Rectangle: Rounded Corners 14">
            <a:extLst>
              <a:ext uri="{FF2B5EF4-FFF2-40B4-BE49-F238E27FC236}">
                <a16:creationId xmlns:a16="http://schemas.microsoft.com/office/drawing/2014/main" id="{11EC050D-84C3-B6F6-744D-938BC5178EC9}"/>
              </a:ext>
            </a:extLst>
          </p:cNvPr>
          <p:cNvSpPr/>
          <p:nvPr/>
        </p:nvSpPr>
        <p:spPr>
          <a:xfrm>
            <a:off x="7217571" y="3433413"/>
            <a:ext cx="634008" cy="205740"/>
          </a:xfrm>
          <a:prstGeom prst="roundRect">
            <a:avLst>
              <a:gd name="adj" fmla="val 50000"/>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6" name="Rectangle: Rounded Corners 15">
            <a:extLst>
              <a:ext uri="{FF2B5EF4-FFF2-40B4-BE49-F238E27FC236}">
                <a16:creationId xmlns:a16="http://schemas.microsoft.com/office/drawing/2014/main" id="{1A68BE5C-9C83-B121-3581-0BF4AFCA9227}"/>
              </a:ext>
            </a:extLst>
          </p:cNvPr>
          <p:cNvSpPr/>
          <p:nvPr/>
        </p:nvSpPr>
        <p:spPr>
          <a:xfrm>
            <a:off x="7851579" y="4015299"/>
            <a:ext cx="387548" cy="205740"/>
          </a:xfrm>
          <a:prstGeom prst="roundRect">
            <a:avLst>
              <a:gd name="adj" fmla="val 5000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7" name="Rectangle: Rounded Corners 16">
            <a:extLst>
              <a:ext uri="{FF2B5EF4-FFF2-40B4-BE49-F238E27FC236}">
                <a16:creationId xmlns:a16="http://schemas.microsoft.com/office/drawing/2014/main" id="{925344C2-7616-FC80-52BD-1A21AFB947CE}"/>
              </a:ext>
            </a:extLst>
          </p:cNvPr>
          <p:cNvSpPr/>
          <p:nvPr/>
        </p:nvSpPr>
        <p:spPr>
          <a:xfrm>
            <a:off x="8239127" y="4306242"/>
            <a:ext cx="914400" cy="205740"/>
          </a:xfrm>
          <a:prstGeom prst="roundRect">
            <a:avLst>
              <a:gd name="adj" fmla="val 5000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8" name="Rectangle: Rounded Corners 17">
            <a:extLst>
              <a:ext uri="{FF2B5EF4-FFF2-40B4-BE49-F238E27FC236}">
                <a16:creationId xmlns:a16="http://schemas.microsoft.com/office/drawing/2014/main" id="{A4B83EF5-E981-39DE-EA89-5E25CA33A1CD}"/>
              </a:ext>
            </a:extLst>
          </p:cNvPr>
          <p:cNvSpPr/>
          <p:nvPr/>
        </p:nvSpPr>
        <p:spPr>
          <a:xfrm>
            <a:off x="9153527" y="4597182"/>
            <a:ext cx="880468" cy="205740"/>
          </a:xfrm>
          <a:prstGeom prst="roundRect">
            <a:avLst>
              <a:gd name="adj" fmla="val 5000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9" name="Rectangle: Rounded Corners 18">
            <a:extLst>
              <a:ext uri="{FF2B5EF4-FFF2-40B4-BE49-F238E27FC236}">
                <a16:creationId xmlns:a16="http://schemas.microsoft.com/office/drawing/2014/main" id="{212C9C7F-534F-14C6-E8E9-7BC2C38136FB}"/>
              </a:ext>
            </a:extLst>
          </p:cNvPr>
          <p:cNvSpPr/>
          <p:nvPr/>
        </p:nvSpPr>
        <p:spPr>
          <a:xfrm>
            <a:off x="3059909" y="1396812"/>
            <a:ext cx="1521619" cy="205740"/>
          </a:xfrm>
          <a:prstGeom prst="roundRect">
            <a:avLst>
              <a:gd name="adj" fmla="val 50000"/>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0" name="Rectangle: Rounded Corners 19">
            <a:extLst>
              <a:ext uri="{FF2B5EF4-FFF2-40B4-BE49-F238E27FC236}">
                <a16:creationId xmlns:a16="http://schemas.microsoft.com/office/drawing/2014/main" id="{EF4D1D02-211F-AF7D-A3E7-AD0EB080C7AE}"/>
              </a:ext>
            </a:extLst>
          </p:cNvPr>
          <p:cNvSpPr/>
          <p:nvPr/>
        </p:nvSpPr>
        <p:spPr>
          <a:xfrm>
            <a:off x="4581527" y="2560584"/>
            <a:ext cx="3270052" cy="205740"/>
          </a:xfrm>
          <a:prstGeom prst="roundRect">
            <a:avLst>
              <a:gd name="adj" fmla="val 50000"/>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1" name="Rectangle: Rounded Corners 20">
            <a:extLst>
              <a:ext uri="{FF2B5EF4-FFF2-40B4-BE49-F238E27FC236}">
                <a16:creationId xmlns:a16="http://schemas.microsoft.com/office/drawing/2014/main" id="{ADDC75DE-F466-EBB1-585D-BC69E9F6DBAB}"/>
              </a:ext>
            </a:extLst>
          </p:cNvPr>
          <p:cNvSpPr/>
          <p:nvPr/>
        </p:nvSpPr>
        <p:spPr>
          <a:xfrm>
            <a:off x="7850688" y="3724356"/>
            <a:ext cx="2183306" cy="205740"/>
          </a:xfrm>
          <a:prstGeom prst="roundRect">
            <a:avLst>
              <a:gd name="adj" fmla="val 50000"/>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6" name="TextBox 25">
            <a:extLst>
              <a:ext uri="{FF2B5EF4-FFF2-40B4-BE49-F238E27FC236}">
                <a16:creationId xmlns:a16="http://schemas.microsoft.com/office/drawing/2014/main" id="{EBF64793-DBF7-8BBB-D81D-B272719F36C0}"/>
              </a:ext>
            </a:extLst>
          </p:cNvPr>
          <p:cNvSpPr txBox="1"/>
          <p:nvPr/>
        </p:nvSpPr>
        <p:spPr>
          <a:xfrm>
            <a:off x="4624244" y="1441974"/>
            <a:ext cx="1218603" cy="115416"/>
          </a:xfrm>
          <a:prstGeom prst="rect">
            <a:avLst/>
          </a:prstGeom>
          <a:noFill/>
        </p:spPr>
        <p:txBody>
          <a:bodyPr wrap="none" tIns="0" bIns="0" rtlCol="0" anchor="ctr">
            <a:spAutoFit/>
          </a:bodyPr>
          <a:lstStyle/>
          <a:p>
            <a:r>
              <a:rPr lang="en-US" sz="750" b="1" cap="all"/>
              <a:t>January 1 to March 10</a:t>
            </a:r>
          </a:p>
        </p:txBody>
      </p:sp>
      <p:sp>
        <p:nvSpPr>
          <p:cNvPr id="27" name="TextBox 26">
            <a:extLst>
              <a:ext uri="{FF2B5EF4-FFF2-40B4-BE49-F238E27FC236}">
                <a16:creationId xmlns:a16="http://schemas.microsoft.com/office/drawing/2014/main" id="{DF809A55-A7ED-78F0-8220-F850B19A6C40}"/>
              </a:ext>
            </a:extLst>
          </p:cNvPr>
          <p:cNvSpPr txBox="1"/>
          <p:nvPr/>
        </p:nvSpPr>
        <p:spPr>
          <a:xfrm>
            <a:off x="4076445" y="1732917"/>
            <a:ext cx="1157689" cy="115416"/>
          </a:xfrm>
          <a:prstGeom prst="rect">
            <a:avLst/>
          </a:prstGeom>
          <a:noFill/>
        </p:spPr>
        <p:txBody>
          <a:bodyPr wrap="none" tIns="0" bIns="0" rtlCol="0" anchor="ctr">
            <a:spAutoFit/>
          </a:bodyPr>
          <a:lstStyle/>
          <a:p>
            <a:r>
              <a:rPr lang="en-US" sz="750"/>
              <a:t>January 1 to February 15</a:t>
            </a:r>
          </a:p>
        </p:txBody>
      </p:sp>
      <p:sp>
        <p:nvSpPr>
          <p:cNvPr id="28" name="TextBox 27">
            <a:extLst>
              <a:ext uri="{FF2B5EF4-FFF2-40B4-BE49-F238E27FC236}">
                <a16:creationId xmlns:a16="http://schemas.microsoft.com/office/drawing/2014/main" id="{CB391A41-DA29-DC26-C225-7B0C354A479D}"/>
              </a:ext>
            </a:extLst>
          </p:cNvPr>
          <p:cNvSpPr txBox="1"/>
          <p:nvPr/>
        </p:nvSpPr>
        <p:spPr>
          <a:xfrm>
            <a:off x="4010028" y="2023860"/>
            <a:ext cx="1205779" cy="115416"/>
          </a:xfrm>
          <a:prstGeom prst="rect">
            <a:avLst/>
          </a:prstGeom>
          <a:noFill/>
        </p:spPr>
        <p:txBody>
          <a:bodyPr wrap="none" tIns="0" bIns="0" rtlCol="0" anchor="ctr">
            <a:spAutoFit/>
          </a:bodyPr>
          <a:lstStyle/>
          <a:p>
            <a:r>
              <a:rPr lang="en-US" sz="750"/>
              <a:t>January 25 to February 10</a:t>
            </a:r>
          </a:p>
        </p:txBody>
      </p:sp>
      <p:sp>
        <p:nvSpPr>
          <p:cNvPr id="29" name="TextBox 28">
            <a:extLst>
              <a:ext uri="{FF2B5EF4-FFF2-40B4-BE49-F238E27FC236}">
                <a16:creationId xmlns:a16="http://schemas.microsoft.com/office/drawing/2014/main" id="{9E3C9700-4390-6F8F-0B9D-B09D1198732B}"/>
              </a:ext>
            </a:extLst>
          </p:cNvPr>
          <p:cNvSpPr txBox="1"/>
          <p:nvPr/>
        </p:nvSpPr>
        <p:spPr>
          <a:xfrm>
            <a:off x="4587828" y="2314803"/>
            <a:ext cx="1156086" cy="115416"/>
          </a:xfrm>
          <a:prstGeom prst="rect">
            <a:avLst/>
          </a:prstGeom>
          <a:noFill/>
        </p:spPr>
        <p:txBody>
          <a:bodyPr wrap="none" tIns="0" bIns="0" rtlCol="0" anchor="ctr">
            <a:spAutoFit/>
          </a:bodyPr>
          <a:lstStyle/>
          <a:p>
            <a:r>
              <a:rPr lang="en-US" sz="750"/>
              <a:t>February 16 to March 10</a:t>
            </a:r>
          </a:p>
        </p:txBody>
      </p:sp>
      <p:sp>
        <p:nvSpPr>
          <p:cNvPr id="30" name="TextBox 29">
            <a:extLst>
              <a:ext uri="{FF2B5EF4-FFF2-40B4-BE49-F238E27FC236}">
                <a16:creationId xmlns:a16="http://schemas.microsoft.com/office/drawing/2014/main" id="{77606551-251E-1495-9599-F585229BDD2C}"/>
              </a:ext>
            </a:extLst>
          </p:cNvPr>
          <p:cNvSpPr txBox="1"/>
          <p:nvPr/>
        </p:nvSpPr>
        <p:spPr>
          <a:xfrm>
            <a:off x="7976674" y="2605746"/>
            <a:ext cx="1225015" cy="115416"/>
          </a:xfrm>
          <a:prstGeom prst="rect">
            <a:avLst/>
          </a:prstGeom>
          <a:noFill/>
        </p:spPr>
        <p:txBody>
          <a:bodyPr wrap="none" tIns="0" bIns="0" rtlCol="0" anchor="ctr">
            <a:spAutoFit/>
          </a:bodyPr>
          <a:lstStyle/>
          <a:p>
            <a:r>
              <a:rPr lang="en-US" sz="750" b="1" cap="all"/>
              <a:t>March 11 to August 15</a:t>
            </a:r>
          </a:p>
        </p:txBody>
      </p:sp>
      <p:sp>
        <p:nvSpPr>
          <p:cNvPr id="31" name="TextBox 30">
            <a:extLst>
              <a:ext uri="{FF2B5EF4-FFF2-40B4-BE49-F238E27FC236}">
                <a16:creationId xmlns:a16="http://schemas.microsoft.com/office/drawing/2014/main" id="{4AE16FBE-8D15-FCF9-050E-4C8EB6C64E64}"/>
              </a:ext>
            </a:extLst>
          </p:cNvPr>
          <p:cNvSpPr txBox="1"/>
          <p:nvPr/>
        </p:nvSpPr>
        <p:spPr>
          <a:xfrm>
            <a:off x="6332082" y="2896689"/>
            <a:ext cx="1075936" cy="115416"/>
          </a:xfrm>
          <a:prstGeom prst="rect">
            <a:avLst/>
          </a:prstGeom>
          <a:noFill/>
        </p:spPr>
        <p:txBody>
          <a:bodyPr wrap="none" tIns="0" bIns="0" rtlCol="0" anchor="ctr">
            <a:spAutoFit/>
          </a:bodyPr>
          <a:lstStyle/>
          <a:p>
            <a:r>
              <a:rPr lang="en-US" sz="750"/>
              <a:t>March 11 to August 15</a:t>
            </a:r>
          </a:p>
        </p:txBody>
      </p:sp>
      <p:sp>
        <p:nvSpPr>
          <p:cNvPr id="43" name="TextBox 42">
            <a:extLst>
              <a:ext uri="{FF2B5EF4-FFF2-40B4-BE49-F238E27FC236}">
                <a16:creationId xmlns:a16="http://schemas.microsoft.com/office/drawing/2014/main" id="{F3155AC4-1E6F-CA07-613C-0A52C845DEB2}"/>
              </a:ext>
            </a:extLst>
          </p:cNvPr>
          <p:cNvSpPr txBox="1"/>
          <p:nvPr/>
        </p:nvSpPr>
        <p:spPr>
          <a:xfrm>
            <a:off x="7315063" y="3187632"/>
            <a:ext cx="830677" cy="115416"/>
          </a:xfrm>
          <a:prstGeom prst="rect">
            <a:avLst/>
          </a:prstGeom>
          <a:noFill/>
        </p:spPr>
        <p:txBody>
          <a:bodyPr wrap="none" tIns="0" bIns="0" rtlCol="0" anchor="ctr">
            <a:spAutoFit/>
          </a:bodyPr>
          <a:lstStyle/>
          <a:p>
            <a:r>
              <a:rPr lang="en-US" sz="750"/>
              <a:t>June 1 to July 15</a:t>
            </a:r>
          </a:p>
        </p:txBody>
      </p:sp>
      <p:sp>
        <p:nvSpPr>
          <p:cNvPr id="44" name="TextBox 43">
            <a:extLst>
              <a:ext uri="{FF2B5EF4-FFF2-40B4-BE49-F238E27FC236}">
                <a16:creationId xmlns:a16="http://schemas.microsoft.com/office/drawing/2014/main" id="{A8058AE8-748E-F97A-F048-E2C77F0A6067}"/>
              </a:ext>
            </a:extLst>
          </p:cNvPr>
          <p:cNvSpPr txBox="1"/>
          <p:nvPr/>
        </p:nvSpPr>
        <p:spPr>
          <a:xfrm>
            <a:off x="7951035" y="3478575"/>
            <a:ext cx="970137" cy="115416"/>
          </a:xfrm>
          <a:prstGeom prst="rect">
            <a:avLst/>
          </a:prstGeom>
          <a:noFill/>
        </p:spPr>
        <p:txBody>
          <a:bodyPr wrap="none" tIns="0" bIns="0" rtlCol="0" anchor="ctr">
            <a:spAutoFit/>
          </a:bodyPr>
          <a:lstStyle/>
          <a:p>
            <a:r>
              <a:rPr lang="en-US" sz="750"/>
              <a:t>July 16 to August 15</a:t>
            </a:r>
          </a:p>
        </p:txBody>
      </p:sp>
      <p:sp>
        <p:nvSpPr>
          <p:cNvPr id="45" name="TextBox 44">
            <a:extLst>
              <a:ext uri="{FF2B5EF4-FFF2-40B4-BE49-F238E27FC236}">
                <a16:creationId xmlns:a16="http://schemas.microsoft.com/office/drawing/2014/main" id="{AE7A8917-0AFC-1E21-24E1-C09CAC5429BE}"/>
              </a:ext>
            </a:extLst>
          </p:cNvPr>
          <p:cNvSpPr txBox="1"/>
          <p:nvPr/>
        </p:nvSpPr>
        <p:spPr>
          <a:xfrm>
            <a:off x="6393685" y="3769518"/>
            <a:ext cx="1388522" cy="115416"/>
          </a:xfrm>
          <a:prstGeom prst="rect">
            <a:avLst/>
          </a:prstGeom>
          <a:noFill/>
        </p:spPr>
        <p:txBody>
          <a:bodyPr wrap="none" tIns="0" bIns="0" rtlCol="0" anchor="ctr">
            <a:spAutoFit/>
          </a:bodyPr>
          <a:lstStyle/>
          <a:p>
            <a:pPr algn="r"/>
            <a:r>
              <a:rPr lang="en-US" sz="750" b="1" cap="all"/>
              <a:t>August 16 to November 30</a:t>
            </a:r>
          </a:p>
        </p:txBody>
      </p:sp>
      <p:sp>
        <p:nvSpPr>
          <p:cNvPr id="46" name="TextBox 45">
            <a:extLst>
              <a:ext uri="{FF2B5EF4-FFF2-40B4-BE49-F238E27FC236}">
                <a16:creationId xmlns:a16="http://schemas.microsoft.com/office/drawing/2014/main" id="{3AA79CD5-51D9-DA23-FBFF-59E50581055A}"/>
              </a:ext>
            </a:extLst>
          </p:cNvPr>
          <p:cNvSpPr txBox="1"/>
          <p:nvPr/>
        </p:nvSpPr>
        <p:spPr>
          <a:xfrm>
            <a:off x="6573223" y="4060461"/>
            <a:ext cx="1208985" cy="115416"/>
          </a:xfrm>
          <a:prstGeom prst="rect">
            <a:avLst/>
          </a:prstGeom>
          <a:noFill/>
        </p:spPr>
        <p:txBody>
          <a:bodyPr wrap="none" tIns="0" bIns="0" rtlCol="0" anchor="ctr">
            <a:spAutoFit/>
          </a:bodyPr>
          <a:lstStyle/>
          <a:p>
            <a:pPr algn="r"/>
            <a:r>
              <a:rPr lang="en-US" sz="750"/>
              <a:t>August 16 to September 5</a:t>
            </a:r>
          </a:p>
        </p:txBody>
      </p:sp>
      <p:sp>
        <p:nvSpPr>
          <p:cNvPr id="47" name="TextBox 46">
            <a:extLst>
              <a:ext uri="{FF2B5EF4-FFF2-40B4-BE49-F238E27FC236}">
                <a16:creationId xmlns:a16="http://schemas.microsoft.com/office/drawing/2014/main" id="{03C62F43-EF23-0405-833F-C06780E168F0}"/>
              </a:ext>
            </a:extLst>
          </p:cNvPr>
          <p:cNvSpPr txBox="1"/>
          <p:nvPr/>
        </p:nvSpPr>
        <p:spPr>
          <a:xfrm>
            <a:off x="6874899" y="4351404"/>
            <a:ext cx="1257075" cy="115416"/>
          </a:xfrm>
          <a:prstGeom prst="rect">
            <a:avLst/>
          </a:prstGeom>
          <a:noFill/>
        </p:spPr>
        <p:txBody>
          <a:bodyPr wrap="none" tIns="0" bIns="0" rtlCol="0" anchor="ctr">
            <a:spAutoFit/>
          </a:bodyPr>
          <a:lstStyle/>
          <a:p>
            <a:pPr algn="r"/>
            <a:r>
              <a:rPr lang="en-US" sz="750"/>
              <a:t>September 6 to October 15</a:t>
            </a:r>
          </a:p>
        </p:txBody>
      </p:sp>
      <p:sp>
        <p:nvSpPr>
          <p:cNvPr id="48" name="TextBox 47">
            <a:extLst>
              <a:ext uri="{FF2B5EF4-FFF2-40B4-BE49-F238E27FC236}">
                <a16:creationId xmlns:a16="http://schemas.microsoft.com/office/drawing/2014/main" id="{96AD7D84-F184-501C-F267-FBCDC13ABE5E}"/>
              </a:ext>
            </a:extLst>
          </p:cNvPr>
          <p:cNvSpPr txBox="1"/>
          <p:nvPr/>
        </p:nvSpPr>
        <p:spPr>
          <a:xfrm>
            <a:off x="7656894" y="4636572"/>
            <a:ext cx="1393331" cy="126958"/>
          </a:xfrm>
          <a:prstGeom prst="rect">
            <a:avLst/>
          </a:prstGeom>
          <a:noFill/>
        </p:spPr>
        <p:txBody>
          <a:bodyPr wrap="none" tIns="0" bIns="0" rtlCol="0" anchor="ctr">
            <a:spAutoFit/>
          </a:bodyPr>
          <a:lstStyle/>
          <a:p>
            <a:pPr algn="r"/>
            <a:r>
              <a:rPr lang="en-US" sz="825"/>
              <a:t>October 16 to November 30</a:t>
            </a:r>
          </a:p>
        </p:txBody>
      </p:sp>
      <p:sp>
        <p:nvSpPr>
          <p:cNvPr id="22" name="Google Shape;432;p17">
            <a:extLst>
              <a:ext uri="{FF2B5EF4-FFF2-40B4-BE49-F238E27FC236}">
                <a16:creationId xmlns:a16="http://schemas.microsoft.com/office/drawing/2014/main" id="{D2CB8286-029C-6019-5DDF-C728E30E0DD1}"/>
              </a:ext>
            </a:extLst>
          </p:cNvPr>
          <p:cNvSpPr txBox="1"/>
          <p:nvPr/>
        </p:nvSpPr>
        <p:spPr>
          <a:xfrm>
            <a:off x="1667880" y="5320388"/>
            <a:ext cx="9046730" cy="478272"/>
          </a:xfrm>
          <a:prstGeom prst="rect">
            <a:avLst/>
          </a:prstGeom>
          <a:noFill/>
          <a:ln>
            <a:noFill/>
          </a:ln>
        </p:spPr>
        <p:txBody>
          <a:bodyPr spcFirstLastPara="1" wrap="square" lIns="0" tIns="0" rIns="0" bIns="0" anchor="t" anchorCtr="0">
            <a:spAutoFit/>
          </a:bodyPr>
          <a:lstStyle>
            <a:defPPr>
              <a:defRPr lang="en-US"/>
            </a:defPPr>
            <a:lvl1pPr algn="r">
              <a:lnSpc>
                <a:spcPct val="111000"/>
              </a:lnSpc>
              <a:defRPr sz="2400" b="1">
                <a:solidFill>
                  <a:srgbClr val="7EC0A4"/>
                </a:solidFill>
                <a:latin typeface="Montserrat"/>
                <a:ea typeface="Montserrat"/>
                <a:cs typeface="Montserrat"/>
              </a:defRPr>
            </a:lvl1pPr>
          </a:lstStyle>
          <a:p>
            <a:pPr algn="ctr"/>
            <a:r>
              <a:rPr lang="en-US">
                <a:latin typeface="Montserrat" pitchFamily="2" charset="77"/>
                <a:sym typeface="Montserrat Black"/>
              </a:rPr>
              <a:t>Yearly - GANTT Chart Template</a:t>
            </a:r>
            <a:endParaRPr>
              <a:latin typeface="Montserrat" pitchFamily="2" charset="77"/>
            </a:endParaRPr>
          </a:p>
        </p:txBody>
      </p:sp>
    </p:spTree>
    <p:extLst>
      <p:ext uri="{BB962C8B-B14F-4D97-AF65-F5344CB8AC3E}">
        <p14:creationId xmlns:p14="http://schemas.microsoft.com/office/powerpoint/2010/main" val="219652425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2">
            <a:extLst>
              <a:ext uri="{FF2B5EF4-FFF2-40B4-BE49-F238E27FC236}">
                <a16:creationId xmlns:a16="http://schemas.microsoft.com/office/drawing/2014/main" id="{2AABB0EB-82C8-A92A-0226-0E9459DC359F}"/>
              </a:ext>
            </a:extLst>
          </p:cNvPr>
          <p:cNvGraphicFramePr>
            <a:graphicFrameLocks noGrp="1"/>
          </p:cNvGraphicFramePr>
          <p:nvPr>
            <p:extLst>
              <p:ext uri="{D42A27DB-BD31-4B8C-83A1-F6EECF244321}">
                <p14:modId xmlns:p14="http://schemas.microsoft.com/office/powerpoint/2010/main" val="3001025123"/>
              </p:ext>
            </p:extLst>
          </p:nvPr>
        </p:nvGraphicFramePr>
        <p:xfrm>
          <a:off x="2520848" y="589158"/>
          <a:ext cx="7563256" cy="3705160"/>
        </p:xfrm>
        <a:graphic>
          <a:graphicData uri="http://schemas.openxmlformats.org/drawingml/2006/table">
            <a:tbl>
              <a:tblPr firstRow="1" bandRow="1">
                <a:tableStyleId>{5C22544A-7EE6-4342-B048-85BDC9FD1C3A}</a:tableStyleId>
              </a:tblPr>
              <a:tblGrid>
                <a:gridCol w="243976">
                  <a:extLst>
                    <a:ext uri="{9D8B030D-6E8A-4147-A177-3AD203B41FA5}">
                      <a16:colId xmlns:a16="http://schemas.microsoft.com/office/drawing/2014/main" val="1430332248"/>
                    </a:ext>
                  </a:extLst>
                </a:gridCol>
                <a:gridCol w="243976">
                  <a:extLst>
                    <a:ext uri="{9D8B030D-6E8A-4147-A177-3AD203B41FA5}">
                      <a16:colId xmlns:a16="http://schemas.microsoft.com/office/drawing/2014/main" val="1469580120"/>
                    </a:ext>
                  </a:extLst>
                </a:gridCol>
                <a:gridCol w="243976">
                  <a:extLst>
                    <a:ext uri="{9D8B030D-6E8A-4147-A177-3AD203B41FA5}">
                      <a16:colId xmlns:a16="http://schemas.microsoft.com/office/drawing/2014/main" val="1321524714"/>
                    </a:ext>
                  </a:extLst>
                </a:gridCol>
                <a:gridCol w="243976">
                  <a:extLst>
                    <a:ext uri="{9D8B030D-6E8A-4147-A177-3AD203B41FA5}">
                      <a16:colId xmlns:a16="http://schemas.microsoft.com/office/drawing/2014/main" val="2013264802"/>
                    </a:ext>
                  </a:extLst>
                </a:gridCol>
                <a:gridCol w="243976">
                  <a:extLst>
                    <a:ext uri="{9D8B030D-6E8A-4147-A177-3AD203B41FA5}">
                      <a16:colId xmlns:a16="http://schemas.microsoft.com/office/drawing/2014/main" val="609291879"/>
                    </a:ext>
                  </a:extLst>
                </a:gridCol>
                <a:gridCol w="243976">
                  <a:extLst>
                    <a:ext uri="{9D8B030D-6E8A-4147-A177-3AD203B41FA5}">
                      <a16:colId xmlns:a16="http://schemas.microsoft.com/office/drawing/2014/main" val="1090094919"/>
                    </a:ext>
                  </a:extLst>
                </a:gridCol>
                <a:gridCol w="243976">
                  <a:extLst>
                    <a:ext uri="{9D8B030D-6E8A-4147-A177-3AD203B41FA5}">
                      <a16:colId xmlns:a16="http://schemas.microsoft.com/office/drawing/2014/main" val="4220464089"/>
                    </a:ext>
                  </a:extLst>
                </a:gridCol>
                <a:gridCol w="243976">
                  <a:extLst>
                    <a:ext uri="{9D8B030D-6E8A-4147-A177-3AD203B41FA5}">
                      <a16:colId xmlns:a16="http://schemas.microsoft.com/office/drawing/2014/main" val="3160992370"/>
                    </a:ext>
                  </a:extLst>
                </a:gridCol>
                <a:gridCol w="243976">
                  <a:extLst>
                    <a:ext uri="{9D8B030D-6E8A-4147-A177-3AD203B41FA5}">
                      <a16:colId xmlns:a16="http://schemas.microsoft.com/office/drawing/2014/main" val="1799435180"/>
                    </a:ext>
                  </a:extLst>
                </a:gridCol>
                <a:gridCol w="243976">
                  <a:extLst>
                    <a:ext uri="{9D8B030D-6E8A-4147-A177-3AD203B41FA5}">
                      <a16:colId xmlns:a16="http://schemas.microsoft.com/office/drawing/2014/main" val="4058630457"/>
                    </a:ext>
                  </a:extLst>
                </a:gridCol>
                <a:gridCol w="243976">
                  <a:extLst>
                    <a:ext uri="{9D8B030D-6E8A-4147-A177-3AD203B41FA5}">
                      <a16:colId xmlns:a16="http://schemas.microsoft.com/office/drawing/2014/main" val="207773095"/>
                    </a:ext>
                  </a:extLst>
                </a:gridCol>
                <a:gridCol w="243976">
                  <a:extLst>
                    <a:ext uri="{9D8B030D-6E8A-4147-A177-3AD203B41FA5}">
                      <a16:colId xmlns:a16="http://schemas.microsoft.com/office/drawing/2014/main" val="515588526"/>
                    </a:ext>
                  </a:extLst>
                </a:gridCol>
                <a:gridCol w="243976">
                  <a:extLst>
                    <a:ext uri="{9D8B030D-6E8A-4147-A177-3AD203B41FA5}">
                      <a16:colId xmlns:a16="http://schemas.microsoft.com/office/drawing/2014/main" val="2778626340"/>
                    </a:ext>
                  </a:extLst>
                </a:gridCol>
                <a:gridCol w="243976">
                  <a:extLst>
                    <a:ext uri="{9D8B030D-6E8A-4147-A177-3AD203B41FA5}">
                      <a16:colId xmlns:a16="http://schemas.microsoft.com/office/drawing/2014/main" val="1709768654"/>
                    </a:ext>
                  </a:extLst>
                </a:gridCol>
                <a:gridCol w="243976">
                  <a:extLst>
                    <a:ext uri="{9D8B030D-6E8A-4147-A177-3AD203B41FA5}">
                      <a16:colId xmlns:a16="http://schemas.microsoft.com/office/drawing/2014/main" val="1889604470"/>
                    </a:ext>
                  </a:extLst>
                </a:gridCol>
                <a:gridCol w="243976">
                  <a:extLst>
                    <a:ext uri="{9D8B030D-6E8A-4147-A177-3AD203B41FA5}">
                      <a16:colId xmlns:a16="http://schemas.microsoft.com/office/drawing/2014/main" val="281066312"/>
                    </a:ext>
                  </a:extLst>
                </a:gridCol>
                <a:gridCol w="243976">
                  <a:extLst>
                    <a:ext uri="{9D8B030D-6E8A-4147-A177-3AD203B41FA5}">
                      <a16:colId xmlns:a16="http://schemas.microsoft.com/office/drawing/2014/main" val="4203011365"/>
                    </a:ext>
                  </a:extLst>
                </a:gridCol>
                <a:gridCol w="243976">
                  <a:extLst>
                    <a:ext uri="{9D8B030D-6E8A-4147-A177-3AD203B41FA5}">
                      <a16:colId xmlns:a16="http://schemas.microsoft.com/office/drawing/2014/main" val="3613002724"/>
                    </a:ext>
                  </a:extLst>
                </a:gridCol>
                <a:gridCol w="243976">
                  <a:extLst>
                    <a:ext uri="{9D8B030D-6E8A-4147-A177-3AD203B41FA5}">
                      <a16:colId xmlns:a16="http://schemas.microsoft.com/office/drawing/2014/main" val="822680745"/>
                    </a:ext>
                  </a:extLst>
                </a:gridCol>
                <a:gridCol w="243976">
                  <a:extLst>
                    <a:ext uri="{9D8B030D-6E8A-4147-A177-3AD203B41FA5}">
                      <a16:colId xmlns:a16="http://schemas.microsoft.com/office/drawing/2014/main" val="1859979399"/>
                    </a:ext>
                  </a:extLst>
                </a:gridCol>
                <a:gridCol w="243976">
                  <a:extLst>
                    <a:ext uri="{9D8B030D-6E8A-4147-A177-3AD203B41FA5}">
                      <a16:colId xmlns:a16="http://schemas.microsoft.com/office/drawing/2014/main" val="1824063167"/>
                    </a:ext>
                  </a:extLst>
                </a:gridCol>
                <a:gridCol w="243976">
                  <a:extLst>
                    <a:ext uri="{9D8B030D-6E8A-4147-A177-3AD203B41FA5}">
                      <a16:colId xmlns:a16="http://schemas.microsoft.com/office/drawing/2014/main" val="4182170436"/>
                    </a:ext>
                  </a:extLst>
                </a:gridCol>
                <a:gridCol w="243976">
                  <a:extLst>
                    <a:ext uri="{9D8B030D-6E8A-4147-A177-3AD203B41FA5}">
                      <a16:colId xmlns:a16="http://schemas.microsoft.com/office/drawing/2014/main" val="2717171694"/>
                    </a:ext>
                  </a:extLst>
                </a:gridCol>
                <a:gridCol w="243976">
                  <a:extLst>
                    <a:ext uri="{9D8B030D-6E8A-4147-A177-3AD203B41FA5}">
                      <a16:colId xmlns:a16="http://schemas.microsoft.com/office/drawing/2014/main" val="1578848001"/>
                    </a:ext>
                  </a:extLst>
                </a:gridCol>
                <a:gridCol w="243976">
                  <a:extLst>
                    <a:ext uri="{9D8B030D-6E8A-4147-A177-3AD203B41FA5}">
                      <a16:colId xmlns:a16="http://schemas.microsoft.com/office/drawing/2014/main" val="936465635"/>
                    </a:ext>
                  </a:extLst>
                </a:gridCol>
                <a:gridCol w="243976">
                  <a:extLst>
                    <a:ext uri="{9D8B030D-6E8A-4147-A177-3AD203B41FA5}">
                      <a16:colId xmlns:a16="http://schemas.microsoft.com/office/drawing/2014/main" val="646324607"/>
                    </a:ext>
                  </a:extLst>
                </a:gridCol>
                <a:gridCol w="243976">
                  <a:extLst>
                    <a:ext uri="{9D8B030D-6E8A-4147-A177-3AD203B41FA5}">
                      <a16:colId xmlns:a16="http://schemas.microsoft.com/office/drawing/2014/main" val="3305361306"/>
                    </a:ext>
                  </a:extLst>
                </a:gridCol>
                <a:gridCol w="243976">
                  <a:extLst>
                    <a:ext uri="{9D8B030D-6E8A-4147-A177-3AD203B41FA5}">
                      <a16:colId xmlns:a16="http://schemas.microsoft.com/office/drawing/2014/main" val="3371351612"/>
                    </a:ext>
                  </a:extLst>
                </a:gridCol>
                <a:gridCol w="243976">
                  <a:extLst>
                    <a:ext uri="{9D8B030D-6E8A-4147-A177-3AD203B41FA5}">
                      <a16:colId xmlns:a16="http://schemas.microsoft.com/office/drawing/2014/main" val="3683436266"/>
                    </a:ext>
                  </a:extLst>
                </a:gridCol>
                <a:gridCol w="243976">
                  <a:extLst>
                    <a:ext uri="{9D8B030D-6E8A-4147-A177-3AD203B41FA5}">
                      <a16:colId xmlns:a16="http://schemas.microsoft.com/office/drawing/2014/main" val="2099574803"/>
                    </a:ext>
                  </a:extLst>
                </a:gridCol>
                <a:gridCol w="243976">
                  <a:extLst>
                    <a:ext uri="{9D8B030D-6E8A-4147-A177-3AD203B41FA5}">
                      <a16:colId xmlns:a16="http://schemas.microsoft.com/office/drawing/2014/main" val="2216622119"/>
                    </a:ext>
                  </a:extLst>
                </a:gridCol>
              </a:tblGrid>
              <a:tr h="463145">
                <a:tc>
                  <a:txBody>
                    <a:bodyPr/>
                    <a:lstStyle/>
                    <a:p>
                      <a:pPr algn="ctr"/>
                      <a:r>
                        <a:rPr lang="en-US" sz="1100" b="0">
                          <a:solidFill>
                            <a:schemeClr val="tx1"/>
                          </a:solidFill>
                        </a:rPr>
                        <a:t>1</a:t>
                      </a:r>
                    </a:p>
                  </a:txBody>
                  <a:tcPr marL="0" marR="0" marT="34290" marB="34290" anchor="ctr">
                    <a:lnL w="3175" cap="flat" cmpd="sng" algn="ctr">
                      <a:solidFill>
                        <a:schemeClr val="bg2">
                          <a:lumMod val="90000"/>
                        </a:schemeClr>
                      </a:solidFill>
                      <a:prstDash val="solid"/>
                      <a:round/>
                      <a:headEnd type="none" w="med" len="med"/>
                      <a:tailEnd type="none" w="med" len="med"/>
                    </a:lnL>
                    <a:solidFill>
                      <a:schemeClr val="bg1"/>
                    </a:solidFill>
                  </a:tcPr>
                </a:tc>
                <a:tc>
                  <a:txBody>
                    <a:bodyPr/>
                    <a:lstStyle/>
                    <a:p>
                      <a:pPr algn="ctr"/>
                      <a:r>
                        <a:rPr lang="en-US" sz="1100" b="0">
                          <a:solidFill>
                            <a:schemeClr val="tx1"/>
                          </a:solidFill>
                        </a:rPr>
                        <a:t>2</a:t>
                      </a:r>
                    </a:p>
                  </a:txBody>
                  <a:tcPr marL="0" marR="0" marT="34290" marB="34290" anchor="ctr">
                    <a:solidFill>
                      <a:schemeClr val="bg1"/>
                    </a:solidFill>
                  </a:tcPr>
                </a:tc>
                <a:tc>
                  <a:txBody>
                    <a:bodyPr/>
                    <a:lstStyle/>
                    <a:p>
                      <a:pPr algn="ctr"/>
                      <a:r>
                        <a:rPr lang="en-US" sz="1100" b="0">
                          <a:solidFill>
                            <a:schemeClr val="tx1"/>
                          </a:solidFill>
                        </a:rPr>
                        <a:t>3</a:t>
                      </a:r>
                    </a:p>
                  </a:txBody>
                  <a:tcPr marL="0" marR="0" marT="34290" marB="34290" anchor="ctr">
                    <a:solidFill>
                      <a:schemeClr val="bg1"/>
                    </a:solidFill>
                  </a:tcPr>
                </a:tc>
                <a:tc>
                  <a:txBody>
                    <a:bodyPr/>
                    <a:lstStyle/>
                    <a:p>
                      <a:pPr algn="ctr"/>
                      <a:r>
                        <a:rPr lang="en-US" sz="1100" b="0">
                          <a:solidFill>
                            <a:schemeClr val="tx1"/>
                          </a:solidFill>
                        </a:rPr>
                        <a:t>4</a:t>
                      </a:r>
                    </a:p>
                  </a:txBody>
                  <a:tcPr marL="0" marR="0" marT="34290" marB="34290" anchor="ctr">
                    <a:solidFill>
                      <a:schemeClr val="bg1"/>
                    </a:solidFill>
                  </a:tcPr>
                </a:tc>
                <a:tc>
                  <a:txBody>
                    <a:bodyPr/>
                    <a:lstStyle/>
                    <a:p>
                      <a:pPr algn="ctr"/>
                      <a:r>
                        <a:rPr lang="en-US" sz="1100" b="0">
                          <a:solidFill>
                            <a:schemeClr val="tx1"/>
                          </a:solidFill>
                        </a:rPr>
                        <a:t>5</a:t>
                      </a:r>
                    </a:p>
                  </a:txBody>
                  <a:tcPr marL="0" marR="0" marT="34290" marB="34290" anchor="ctr">
                    <a:solidFill>
                      <a:schemeClr val="bg1"/>
                    </a:solidFill>
                  </a:tcPr>
                </a:tc>
                <a:tc>
                  <a:txBody>
                    <a:bodyPr/>
                    <a:lstStyle/>
                    <a:p>
                      <a:pPr algn="ctr"/>
                      <a:r>
                        <a:rPr lang="en-US" sz="1100" b="0">
                          <a:solidFill>
                            <a:schemeClr val="tx1"/>
                          </a:solidFill>
                        </a:rPr>
                        <a:t>6</a:t>
                      </a:r>
                    </a:p>
                  </a:txBody>
                  <a:tcPr marL="0" marR="0" marT="34290" marB="34290" anchor="ctr">
                    <a:solidFill>
                      <a:schemeClr val="bg1"/>
                    </a:solidFill>
                  </a:tcPr>
                </a:tc>
                <a:tc>
                  <a:txBody>
                    <a:bodyPr/>
                    <a:lstStyle/>
                    <a:p>
                      <a:pPr algn="ctr"/>
                      <a:r>
                        <a:rPr lang="en-US" sz="1100" b="0">
                          <a:solidFill>
                            <a:schemeClr val="tx1"/>
                          </a:solidFill>
                        </a:rPr>
                        <a:t>7</a:t>
                      </a:r>
                    </a:p>
                  </a:txBody>
                  <a:tcPr marL="0" marR="0" marT="34290" marB="34290" anchor="ctr">
                    <a:solidFill>
                      <a:schemeClr val="bg1"/>
                    </a:solidFill>
                  </a:tcPr>
                </a:tc>
                <a:tc>
                  <a:txBody>
                    <a:bodyPr/>
                    <a:lstStyle/>
                    <a:p>
                      <a:pPr algn="ctr"/>
                      <a:r>
                        <a:rPr lang="en-US" sz="1100" b="0">
                          <a:solidFill>
                            <a:schemeClr val="tx1"/>
                          </a:solidFill>
                        </a:rPr>
                        <a:t>8</a:t>
                      </a:r>
                    </a:p>
                  </a:txBody>
                  <a:tcPr marL="0" marR="0" marT="34290" marB="34290" anchor="ctr">
                    <a:solidFill>
                      <a:schemeClr val="bg1"/>
                    </a:solidFill>
                  </a:tcPr>
                </a:tc>
                <a:tc>
                  <a:txBody>
                    <a:bodyPr/>
                    <a:lstStyle/>
                    <a:p>
                      <a:pPr algn="ctr"/>
                      <a:r>
                        <a:rPr lang="en-US" sz="1100" b="0">
                          <a:solidFill>
                            <a:schemeClr val="tx1"/>
                          </a:solidFill>
                        </a:rPr>
                        <a:t>9</a:t>
                      </a:r>
                    </a:p>
                  </a:txBody>
                  <a:tcPr marL="0" marR="0" marT="34290" marB="34290" anchor="ctr">
                    <a:solidFill>
                      <a:schemeClr val="bg1"/>
                    </a:solidFill>
                  </a:tcPr>
                </a:tc>
                <a:tc>
                  <a:txBody>
                    <a:bodyPr/>
                    <a:lstStyle/>
                    <a:p>
                      <a:pPr algn="ctr"/>
                      <a:r>
                        <a:rPr lang="en-US" sz="1100" b="0">
                          <a:solidFill>
                            <a:schemeClr val="tx1"/>
                          </a:solidFill>
                        </a:rPr>
                        <a:t>10</a:t>
                      </a:r>
                    </a:p>
                  </a:txBody>
                  <a:tcPr marL="0" marR="0" marT="34290" marB="34290" anchor="ctr">
                    <a:solidFill>
                      <a:schemeClr val="bg1"/>
                    </a:solidFill>
                  </a:tcPr>
                </a:tc>
                <a:tc>
                  <a:txBody>
                    <a:bodyPr/>
                    <a:lstStyle/>
                    <a:p>
                      <a:pPr algn="ctr"/>
                      <a:r>
                        <a:rPr lang="en-US" sz="1100" b="0">
                          <a:solidFill>
                            <a:schemeClr val="tx1"/>
                          </a:solidFill>
                        </a:rPr>
                        <a:t>11</a:t>
                      </a:r>
                    </a:p>
                  </a:txBody>
                  <a:tcPr marL="0" marR="0" marT="34290" marB="34290" anchor="ctr">
                    <a:solidFill>
                      <a:schemeClr val="bg1"/>
                    </a:solidFill>
                  </a:tcPr>
                </a:tc>
                <a:tc>
                  <a:txBody>
                    <a:bodyPr/>
                    <a:lstStyle/>
                    <a:p>
                      <a:pPr algn="ctr"/>
                      <a:r>
                        <a:rPr lang="en-US" sz="1100" b="0">
                          <a:solidFill>
                            <a:schemeClr val="tx1"/>
                          </a:solidFill>
                        </a:rPr>
                        <a:t>12</a:t>
                      </a:r>
                    </a:p>
                  </a:txBody>
                  <a:tcPr marL="0" marR="0" marT="34290" marB="34290" anchor="ctr">
                    <a:solidFill>
                      <a:schemeClr val="bg1"/>
                    </a:solidFill>
                  </a:tcPr>
                </a:tc>
                <a:tc>
                  <a:txBody>
                    <a:bodyPr/>
                    <a:lstStyle/>
                    <a:p>
                      <a:pPr algn="ctr"/>
                      <a:r>
                        <a:rPr lang="en-US" sz="1100" b="0">
                          <a:solidFill>
                            <a:schemeClr val="tx1"/>
                          </a:solidFill>
                        </a:rPr>
                        <a:t>13</a:t>
                      </a:r>
                    </a:p>
                  </a:txBody>
                  <a:tcPr marL="0" marR="0" marT="34290" marB="34290" anchor="ctr">
                    <a:solidFill>
                      <a:schemeClr val="bg1"/>
                    </a:solidFill>
                  </a:tcPr>
                </a:tc>
                <a:tc>
                  <a:txBody>
                    <a:bodyPr/>
                    <a:lstStyle/>
                    <a:p>
                      <a:pPr algn="ctr"/>
                      <a:r>
                        <a:rPr lang="en-US" sz="1100" b="0">
                          <a:solidFill>
                            <a:schemeClr val="tx1"/>
                          </a:solidFill>
                        </a:rPr>
                        <a:t>14</a:t>
                      </a:r>
                    </a:p>
                  </a:txBody>
                  <a:tcPr marL="0" marR="0" marT="34290" marB="34290" anchor="ctr">
                    <a:solidFill>
                      <a:schemeClr val="bg1"/>
                    </a:solidFill>
                  </a:tcPr>
                </a:tc>
                <a:tc>
                  <a:txBody>
                    <a:bodyPr/>
                    <a:lstStyle/>
                    <a:p>
                      <a:pPr algn="ctr"/>
                      <a:r>
                        <a:rPr lang="en-US" sz="1100" b="0">
                          <a:solidFill>
                            <a:schemeClr val="tx1"/>
                          </a:solidFill>
                        </a:rPr>
                        <a:t>15</a:t>
                      </a:r>
                    </a:p>
                  </a:txBody>
                  <a:tcPr marL="0" marR="0" marT="34290" marB="34290" anchor="ctr">
                    <a:solidFill>
                      <a:schemeClr val="bg1"/>
                    </a:solidFill>
                  </a:tcPr>
                </a:tc>
                <a:tc>
                  <a:txBody>
                    <a:bodyPr/>
                    <a:lstStyle/>
                    <a:p>
                      <a:pPr algn="ctr"/>
                      <a:r>
                        <a:rPr lang="en-US" sz="1100" b="0">
                          <a:solidFill>
                            <a:schemeClr val="tx1"/>
                          </a:solidFill>
                        </a:rPr>
                        <a:t>16</a:t>
                      </a:r>
                    </a:p>
                  </a:txBody>
                  <a:tcPr marL="0" marR="0" marT="34290" marB="34290" anchor="ctr">
                    <a:solidFill>
                      <a:schemeClr val="bg1"/>
                    </a:solidFill>
                  </a:tcPr>
                </a:tc>
                <a:tc>
                  <a:txBody>
                    <a:bodyPr/>
                    <a:lstStyle/>
                    <a:p>
                      <a:pPr algn="ctr"/>
                      <a:r>
                        <a:rPr lang="en-US" sz="1100" b="0">
                          <a:solidFill>
                            <a:schemeClr val="tx1"/>
                          </a:solidFill>
                        </a:rPr>
                        <a:t>17</a:t>
                      </a:r>
                    </a:p>
                  </a:txBody>
                  <a:tcPr marL="0" marR="0" marT="34290" marB="34290" anchor="ctr">
                    <a:solidFill>
                      <a:schemeClr val="bg1"/>
                    </a:solidFill>
                  </a:tcPr>
                </a:tc>
                <a:tc>
                  <a:txBody>
                    <a:bodyPr/>
                    <a:lstStyle/>
                    <a:p>
                      <a:pPr algn="ctr"/>
                      <a:r>
                        <a:rPr lang="en-US" sz="1100" b="0">
                          <a:solidFill>
                            <a:schemeClr val="tx1"/>
                          </a:solidFill>
                        </a:rPr>
                        <a:t>18</a:t>
                      </a:r>
                    </a:p>
                  </a:txBody>
                  <a:tcPr marL="0" marR="0" marT="34290" marB="34290" anchor="ctr">
                    <a:solidFill>
                      <a:schemeClr val="bg1"/>
                    </a:solidFill>
                  </a:tcPr>
                </a:tc>
                <a:tc>
                  <a:txBody>
                    <a:bodyPr/>
                    <a:lstStyle/>
                    <a:p>
                      <a:pPr algn="ctr"/>
                      <a:r>
                        <a:rPr lang="en-US" sz="1100" b="0">
                          <a:solidFill>
                            <a:schemeClr val="tx1"/>
                          </a:solidFill>
                        </a:rPr>
                        <a:t>19</a:t>
                      </a:r>
                    </a:p>
                  </a:txBody>
                  <a:tcPr marL="0" marR="0" marT="34290" marB="34290" anchor="ctr">
                    <a:solidFill>
                      <a:schemeClr val="bg1"/>
                    </a:solidFill>
                  </a:tcPr>
                </a:tc>
                <a:tc>
                  <a:txBody>
                    <a:bodyPr/>
                    <a:lstStyle/>
                    <a:p>
                      <a:pPr algn="ctr"/>
                      <a:r>
                        <a:rPr lang="en-US" sz="1100" b="0">
                          <a:solidFill>
                            <a:schemeClr val="tx1"/>
                          </a:solidFill>
                        </a:rPr>
                        <a:t>20</a:t>
                      </a:r>
                    </a:p>
                  </a:txBody>
                  <a:tcPr marL="0" marR="0" marT="34290" marB="34290" anchor="ctr">
                    <a:solidFill>
                      <a:schemeClr val="bg1"/>
                    </a:solidFill>
                  </a:tcPr>
                </a:tc>
                <a:tc>
                  <a:txBody>
                    <a:bodyPr/>
                    <a:lstStyle/>
                    <a:p>
                      <a:pPr algn="ctr"/>
                      <a:r>
                        <a:rPr lang="en-US" sz="1100" b="0">
                          <a:solidFill>
                            <a:schemeClr val="tx1"/>
                          </a:solidFill>
                        </a:rPr>
                        <a:t>21</a:t>
                      </a:r>
                    </a:p>
                  </a:txBody>
                  <a:tcPr marL="0" marR="0" marT="34290" marB="34290" anchor="ctr">
                    <a:solidFill>
                      <a:schemeClr val="bg1"/>
                    </a:solidFill>
                  </a:tcPr>
                </a:tc>
                <a:tc>
                  <a:txBody>
                    <a:bodyPr/>
                    <a:lstStyle/>
                    <a:p>
                      <a:pPr algn="ctr"/>
                      <a:r>
                        <a:rPr lang="en-US" sz="1100" b="0">
                          <a:solidFill>
                            <a:schemeClr val="tx1"/>
                          </a:solidFill>
                        </a:rPr>
                        <a:t>22</a:t>
                      </a:r>
                    </a:p>
                  </a:txBody>
                  <a:tcPr marL="0" marR="0" marT="34290" marB="34290" anchor="ctr">
                    <a:solidFill>
                      <a:schemeClr val="bg1"/>
                    </a:solidFill>
                  </a:tcPr>
                </a:tc>
                <a:tc>
                  <a:txBody>
                    <a:bodyPr/>
                    <a:lstStyle/>
                    <a:p>
                      <a:pPr algn="ctr"/>
                      <a:r>
                        <a:rPr lang="en-US" sz="1100" b="0">
                          <a:solidFill>
                            <a:schemeClr val="tx1"/>
                          </a:solidFill>
                        </a:rPr>
                        <a:t>23</a:t>
                      </a:r>
                    </a:p>
                  </a:txBody>
                  <a:tcPr marL="0" marR="0" marT="34290" marB="34290" anchor="ctr">
                    <a:solidFill>
                      <a:schemeClr val="bg1"/>
                    </a:solidFill>
                  </a:tcPr>
                </a:tc>
                <a:tc>
                  <a:txBody>
                    <a:bodyPr/>
                    <a:lstStyle/>
                    <a:p>
                      <a:pPr algn="ctr"/>
                      <a:r>
                        <a:rPr lang="en-US" sz="1100" b="0">
                          <a:solidFill>
                            <a:schemeClr val="tx1"/>
                          </a:solidFill>
                        </a:rPr>
                        <a:t>24</a:t>
                      </a:r>
                    </a:p>
                  </a:txBody>
                  <a:tcPr marL="0" marR="0" marT="34290" marB="34290" anchor="ctr">
                    <a:solidFill>
                      <a:schemeClr val="bg1"/>
                    </a:solidFill>
                  </a:tcPr>
                </a:tc>
                <a:tc>
                  <a:txBody>
                    <a:bodyPr/>
                    <a:lstStyle/>
                    <a:p>
                      <a:pPr algn="ctr"/>
                      <a:r>
                        <a:rPr lang="en-US" sz="1100" b="0">
                          <a:solidFill>
                            <a:schemeClr val="tx1"/>
                          </a:solidFill>
                        </a:rPr>
                        <a:t>25</a:t>
                      </a:r>
                    </a:p>
                  </a:txBody>
                  <a:tcPr marL="0" marR="0" marT="34290" marB="34290" anchor="ctr">
                    <a:solidFill>
                      <a:schemeClr val="bg1"/>
                    </a:solidFill>
                  </a:tcPr>
                </a:tc>
                <a:tc>
                  <a:txBody>
                    <a:bodyPr/>
                    <a:lstStyle/>
                    <a:p>
                      <a:pPr algn="ctr"/>
                      <a:r>
                        <a:rPr lang="en-US" sz="1100" b="0">
                          <a:solidFill>
                            <a:schemeClr val="tx1"/>
                          </a:solidFill>
                        </a:rPr>
                        <a:t>26</a:t>
                      </a:r>
                    </a:p>
                  </a:txBody>
                  <a:tcPr marL="0" marR="0" marT="34290" marB="34290" anchor="ctr">
                    <a:solidFill>
                      <a:schemeClr val="bg1"/>
                    </a:solidFill>
                  </a:tcPr>
                </a:tc>
                <a:tc>
                  <a:txBody>
                    <a:bodyPr/>
                    <a:lstStyle/>
                    <a:p>
                      <a:pPr algn="ctr"/>
                      <a:r>
                        <a:rPr lang="en-US" sz="1100" b="0">
                          <a:solidFill>
                            <a:schemeClr val="tx1"/>
                          </a:solidFill>
                        </a:rPr>
                        <a:t>27</a:t>
                      </a:r>
                    </a:p>
                  </a:txBody>
                  <a:tcPr marL="0" marR="0" marT="34290" marB="34290" anchor="ctr">
                    <a:solidFill>
                      <a:schemeClr val="bg1"/>
                    </a:solidFill>
                  </a:tcPr>
                </a:tc>
                <a:tc>
                  <a:txBody>
                    <a:bodyPr/>
                    <a:lstStyle/>
                    <a:p>
                      <a:pPr algn="ctr"/>
                      <a:r>
                        <a:rPr lang="en-US" sz="1100" b="0">
                          <a:solidFill>
                            <a:schemeClr val="tx1"/>
                          </a:solidFill>
                        </a:rPr>
                        <a:t>28</a:t>
                      </a:r>
                    </a:p>
                  </a:txBody>
                  <a:tcPr marL="0" marR="0" marT="34290" marB="34290" anchor="ctr">
                    <a:solidFill>
                      <a:schemeClr val="bg1"/>
                    </a:solidFill>
                  </a:tcPr>
                </a:tc>
                <a:tc>
                  <a:txBody>
                    <a:bodyPr/>
                    <a:lstStyle/>
                    <a:p>
                      <a:pPr algn="ctr"/>
                      <a:r>
                        <a:rPr lang="en-US" sz="1100" b="0">
                          <a:solidFill>
                            <a:schemeClr val="tx1"/>
                          </a:solidFill>
                        </a:rPr>
                        <a:t>29</a:t>
                      </a:r>
                    </a:p>
                  </a:txBody>
                  <a:tcPr marL="0" marR="0" marT="34290" marB="34290" anchor="ctr">
                    <a:solidFill>
                      <a:schemeClr val="bg1"/>
                    </a:solidFill>
                  </a:tcPr>
                </a:tc>
                <a:tc>
                  <a:txBody>
                    <a:bodyPr/>
                    <a:lstStyle/>
                    <a:p>
                      <a:pPr algn="ctr"/>
                      <a:r>
                        <a:rPr lang="en-US" sz="1100" b="0">
                          <a:solidFill>
                            <a:schemeClr val="tx1"/>
                          </a:solidFill>
                        </a:rPr>
                        <a:t>30</a:t>
                      </a:r>
                    </a:p>
                  </a:txBody>
                  <a:tcPr marL="0" marR="0" marT="34290" marB="34290" anchor="ctr">
                    <a:solidFill>
                      <a:schemeClr val="bg1"/>
                    </a:solidFill>
                  </a:tcPr>
                </a:tc>
                <a:tc>
                  <a:txBody>
                    <a:bodyPr/>
                    <a:lstStyle/>
                    <a:p>
                      <a:pPr algn="ctr"/>
                      <a:r>
                        <a:rPr lang="en-US" sz="1100" b="0">
                          <a:solidFill>
                            <a:schemeClr val="tx1"/>
                          </a:solidFill>
                        </a:rPr>
                        <a:t>31</a:t>
                      </a:r>
                    </a:p>
                  </a:txBody>
                  <a:tcPr marL="0" marR="0" marT="34290" marB="34290" anchor="ctr">
                    <a:lnR w="3175" cap="flat" cmpd="sng" algn="ctr">
                      <a:solidFill>
                        <a:schemeClr val="bg2">
                          <a:lumMod val="90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3041445805"/>
                  </a:ext>
                </a:extLst>
              </a:tr>
              <a:tr h="463145">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548762682"/>
                  </a:ext>
                </a:extLst>
              </a:tr>
              <a:tr h="463145">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3883629091"/>
                  </a:ext>
                </a:extLst>
              </a:tr>
              <a:tr h="463145">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2248702712"/>
                  </a:ext>
                </a:extLst>
              </a:tr>
              <a:tr h="463145">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1374351780"/>
                  </a:ext>
                </a:extLst>
              </a:tr>
              <a:tr h="463145">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171100231"/>
                  </a:ext>
                </a:extLst>
              </a:tr>
              <a:tr h="463145">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2773145213"/>
                  </a:ext>
                </a:extLst>
              </a:tr>
              <a:tr h="463145">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lnBlToTr w="3175" cap="flat" cmpd="sng" algn="ctr">
                      <a:solidFill>
                        <a:schemeClr val="bg2">
                          <a:lumMod val="90000"/>
                        </a:schemeClr>
                      </a:solidFill>
                      <a:prstDash val="solid"/>
                      <a:round/>
                      <a:headEnd type="none" w="med" len="med"/>
                      <a:tailEnd type="none" w="med" len="med"/>
                    </a:lnBlToT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tc>
                  <a:txBody>
                    <a:bodyPr/>
                    <a:lstStyle/>
                    <a:p>
                      <a:endParaRPr lang="en-US" sz="800" b="0">
                        <a:solidFill>
                          <a:schemeClr val="tx1"/>
                        </a:solidFill>
                      </a:endParaRPr>
                    </a:p>
                  </a:txBody>
                  <a:tcPr marL="68580" marR="68580" marT="34290" marB="34290">
                    <a:lnL w="3175" cap="flat" cmpd="sng" algn="ctr">
                      <a:solidFill>
                        <a:schemeClr val="bg2">
                          <a:lumMod val="90000"/>
                        </a:schemeClr>
                      </a:solidFill>
                      <a:prstDash val="solid"/>
                      <a:round/>
                      <a:headEnd type="none" w="med" len="med"/>
                      <a:tailEnd type="none" w="med" len="med"/>
                    </a:lnL>
                    <a:lnR w="3175" cap="flat" cmpd="sng" algn="ctr">
                      <a:solidFill>
                        <a:schemeClr val="bg2">
                          <a:lumMod val="90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3336085488"/>
                  </a:ext>
                </a:extLst>
              </a:tr>
            </a:tbl>
          </a:graphicData>
        </a:graphic>
      </p:graphicFrame>
      <p:sp>
        <p:nvSpPr>
          <p:cNvPr id="4" name="Rectangle: Rounded Corners 3">
            <a:extLst>
              <a:ext uri="{FF2B5EF4-FFF2-40B4-BE49-F238E27FC236}">
                <a16:creationId xmlns:a16="http://schemas.microsoft.com/office/drawing/2014/main" id="{C321F1A9-55A1-834A-A686-967D41196A07}"/>
              </a:ext>
            </a:extLst>
          </p:cNvPr>
          <p:cNvSpPr/>
          <p:nvPr/>
        </p:nvSpPr>
        <p:spPr>
          <a:xfrm>
            <a:off x="2768448" y="1349928"/>
            <a:ext cx="2708621" cy="334924"/>
          </a:xfrm>
          <a:prstGeom prst="roundRect">
            <a:avLst>
              <a:gd name="adj" fmla="val 50000"/>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825">
                <a:solidFill>
                  <a:schemeClr val="tx2"/>
                </a:solidFill>
              </a:rPr>
              <a:t>70%</a:t>
            </a:r>
          </a:p>
        </p:txBody>
      </p:sp>
      <p:sp>
        <p:nvSpPr>
          <p:cNvPr id="5" name="TextBox 4">
            <a:extLst>
              <a:ext uri="{FF2B5EF4-FFF2-40B4-BE49-F238E27FC236}">
                <a16:creationId xmlns:a16="http://schemas.microsoft.com/office/drawing/2014/main" id="{32F075A4-985B-ACC6-2F4C-4C6A81D4203D}"/>
              </a:ext>
            </a:extLst>
          </p:cNvPr>
          <p:cNvSpPr txBox="1"/>
          <p:nvPr/>
        </p:nvSpPr>
        <p:spPr>
          <a:xfrm>
            <a:off x="1455100" y="1863563"/>
            <a:ext cx="1059707" cy="253916"/>
          </a:xfrm>
          <a:prstGeom prst="rect">
            <a:avLst/>
          </a:prstGeom>
          <a:noFill/>
        </p:spPr>
        <p:txBody>
          <a:bodyPr wrap="square" rtlCol="0" anchor="t">
            <a:spAutoFit/>
          </a:bodyPr>
          <a:lstStyle/>
          <a:p>
            <a:r>
              <a:rPr lang="en-US" sz="1050" b="1"/>
              <a:t>Task 2 Label</a:t>
            </a:r>
          </a:p>
        </p:txBody>
      </p:sp>
      <p:sp>
        <p:nvSpPr>
          <p:cNvPr id="6" name="TextBox 5">
            <a:extLst>
              <a:ext uri="{FF2B5EF4-FFF2-40B4-BE49-F238E27FC236}">
                <a16:creationId xmlns:a16="http://schemas.microsoft.com/office/drawing/2014/main" id="{0FAB6781-21EB-96EE-78D4-75D463FE26AA}"/>
              </a:ext>
            </a:extLst>
          </p:cNvPr>
          <p:cNvSpPr txBox="1"/>
          <p:nvPr/>
        </p:nvSpPr>
        <p:spPr>
          <a:xfrm>
            <a:off x="1455100" y="2336694"/>
            <a:ext cx="1059707" cy="253916"/>
          </a:xfrm>
          <a:prstGeom prst="rect">
            <a:avLst/>
          </a:prstGeom>
          <a:noFill/>
        </p:spPr>
        <p:txBody>
          <a:bodyPr wrap="square" rtlCol="0" anchor="t">
            <a:spAutoFit/>
          </a:bodyPr>
          <a:lstStyle/>
          <a:p>
            <a:r>
              <a:rPr lang="en-US" sz="1050" b="1"/>
              <a:t>Task 3 Label</a:t>
            </a:r>
          </a:p>
        </p:txBody>
      </p:sp>
      <p:sp>
        <p:nvSpPr>
          <p:cNvPr id="7" name="TextBox 6">
            <a:extLst>
              <a:ext uri="{FF2B5EF4-FFF2-40B4-BE49-F238E27FC236}">
                <a16:creationId xmlns:a16="http://schemas.microsoft.com/office/drawing/2014/main" id="{0B2BC5BE-5BFA-166C-BB51-D775E0AD289D}"/>
              </a:ext>
            </a:extLst>
          </p:cNvPr>
          <p:cNvSpPr txBox="1"/>
          <p:nvPr/>
        </p:nvSpPr>
        <p:spPr>
          <a:xfrm>
            <a:off x="1455100" y="2839540"/>
            <a:ext cx="1059707" cy="253916"/>
          </a:xfrm>
          <a:prstGeom prst="rect">
            <a:avLst/>
          </a:prstGeom>
          <a:noFill/>
        </p:spPr>
        <p:txBody>
          <a:bodyPr wrap="square" rtlCol="0" anchor="t">
            <a:spAutoFit/>
          </a:bodyPr>
          <a:lstStyle/>
          <a:p>
            <a:r>
              <a:rPr lang="en-US" sz="1050" b="1"/>
              <a:t>Task 4 Label</a:t>
            </a:r>
          </a:p>
        </p:txBody>
      </p:sp>
      <p:sp>
        <p:nvSpPr>
          <p:cNvPr id="8" name="TextBox 7">
            <a:extLst>
              <a:ext uri="{FF2B5EF4-FFF2-40B4-BE49-F238E27FC236}">
                <a16:creationId xmlns:a16="http://schemas.microsoft.com/office/drawing/2014/main" id="{CCB38938-3A5C-CAF9-3505-CBFD63DE8306}"/>
              </a:ext>
            </a:extLst>
          </p:cNvPr>
          <p:cNvSpPr txBox="1"/>
          <p:nvPr/>
        </p:nvSpPr>
        <p:spPr>
          <a:xfrm>
            <a:off x="1455100" y="3236789"/>
            <a:ext cx="1059707" cy="253916"/>
          </a:xfrm>
          <a:prstGeom prst="rect">
            <a:avLst/>
          </a:prstGeom>
          <a:noFill/>
        </p:spPr>
        <p:txBody>
          <a:bodyPr wrap="square" rtlCol="0" anchor="t">
            <a:spAutoFit/>
          </a:bodyPr>
          <a:lstStyle/>
          <a:p>
            <a:r>
              <a:rPr lang="en-US" sz="1050" b="1"/>
              <a:t>Task 5 Label</a:t>
            </a:r>
          </a:p>
        </p:txBody>
      </p:sp>
      <p:sp>
        <p:nvSpPr>
          <p:cNvPr id="9" name="TextBox 8">
            <a:extLst>
              <a:ext uri="{FF2B5EF4-FFF2-40B4-BE49-F238E27FC236}">
                <a16:creationId xmlns:a16="http://schemas.microsoft.com/office/drawing/2014/main" id="{6C614A93-B90E-BAEC-5D2B-E3E2DF1B6937}"/>
              </a:ext>
            </a:extLst>
          </p:cNvPr>
          <p:cNvSpPr txBox="1"/>
          <p:nvPr/>
        </p:nvSpPr>
        <p:spPr>
          <a:xfrm>
            <a:off x="1455100" y="3709922"/>
            <a:ext cx="1059707" cy="253916"/>
          </a:xfrm>
          <a:prstGeom prst="rect">
            <a:avLst/>
          </a:prstGeom>
          <a:noFill/>
        </p:spPr>
        <p:txBody>
          <a:bodyPr wrap="square" rtlCol="0" anchor="t">
            <a:spAutoFit/>
          </a:bodyPr>
          <a:lstStyle/>
          <a:p>
            <a:r>
              <a:rPr lang="en-US" sz="1050" b="1"/>
              <a:t>Task 6 Label</a:t>
            </a:r>
          </a:p>
        </p:txBody>
      </p:sp>
      <p:sp>
        <p:nvSpPr>
          <p:cNvPr id="10" name="TextBox 9">
            <a:extLst>
              <a:ext uri="{FF2B5EF4-FFF2-40B4-BE49-F238E27FC236}">
                <a16:creationId xmlns:a16="http://schemas.microsoft.com/office/drawing/2014/main" id="{1012F448-694F-588D-04E3-2607EB3148D0}"/>
              </a:ext>
            </a:extLst>
          </p:cNvPr>
          <p:cNvSpPr txBox="1"/>
          <p:nvPr/>
        </p:nvSpPr>
        <p:spPr>
          <a:xfrm>
            <a:off x="1455100" y="1390432"/>
            <a:ext cx="1059707" cy="253916"/>
          </a:xfrm>
          <a:prstGeom prst="rect">
            <a:avLst/>
          </a:prstGeom>
          <a:noFill/>
        </p:spPr>
        <p:txBody>
          <a:bodyPr wrap="square" rtlCol="0" anchor="t">
            <a:spAutoFit/>
          </a:bodyPr>
          <a:lstStyle/>
          <a:p>
            <a:r>
              <a:rPr lang="en-US" sz="1050" b="1"/>
              <a:t>Task 1 Label</a:t>
            </a:r>
          </a:p>
        </p:txBody>
      </p:sp>
      <p:sp>
        <p:nvSpPr>
          <p:cNvPr id="11" name="Rectangle: Rounded Corners 10">
            <a:extLst>
              <a:ext uri="{FF2B5EF4-FFF2-40B4-BE49-F238E27FC236}">
                <a16:creationId xmlns:a16="http://schemas.microsoft.com/office/drawing/2014/main" id="{C6D40EBD-C289-CB3A-8C37-DC5D1C1335AA}"/>
              </a:ext>
            </a:extLst>
          </p:cNvPr>
          <p:cNvSpPr/>
          <p:nvPr/>
        </p:nvSpPr>
        <p:spPr>
          <a:xfrm>
            <a:off x="2768447" y="1349928"/>
            <a:ext cx="1994246" cy="334924"/>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2" name="Rectangle: Rounded Corners 11">
            <a:extLst>
              <a:ext uri="{FF2B5EF4-FFF2-40B4-BE49-F238E27FC236}">
                <a16:creationId xmlns:a16="http://schemas.microsoft.com/office/drawing/2014/main" id="{63E2305D-A0DF-A03C-2232-CC3548BC1CF6}"/>
              </a:ext>
            </a:extLst>
          </p:cNvPr>
          <p:cNvSpPr/>
          <p:nvPr/>
        </p:nvSpPr>
        <p:spPr>
          <a:xfrm>
            <a:off x="3489967" y="1813826"/>
            <a:ext cx="1735931" cy="334924"/>
          </a:xfrm>
          <a:prstGeom prst="roundRect">
            <a:avLst>
              <a:gd name="adj" fmla="val 50000"/>
            </a:avLst>
          </a:prstGeom>
          <a:solidFill>
            <a:schemeClr val="accent2">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825">
                <a:solidFill>
                  <a:schemeClr val="tx2"/>
                </a:solidFill>
              </a:rPr>
              <a:t>62%</a:t>
            </a:r>
          </a:p>
        </p:txBody>
      </p:sp>
      <p:sp>
        <p:nvSpPr>
          <p:cNvPr id="13" name="Rectangle: Rounded Corners 12">
            <a:extLst>
              <a:ext uri="{FF2B5EF4-FFF2-40B4-BE49-F238E27FC236}">
                <a16:creationId xmlns:a16="http://schemas.microsoft.com/office/drawing/2014/main" id="{089E357A-BD62-BF53-9B92-E64C83AB4DBB}"/>
              </a:ext>
            </a:extLst>
          </p:cNvPr>
          <p:cNvSpPr/>
          <p:nvPr/>
        </p:nvSpPr>
        <p:spPr>
          <a:xfrm>
            <a:off x="3489967" y="1813826"/>
            <a:ext cx="1059707" cy="334924"/>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4" name="Rectangle: Rounded Corners 13">
            <a:extLst>
              <a:ext uri="{FF2B5EF4-FFF2-40B4-BE49-F238E27FC236}">
                <a16:creationId xmlns:a16="http://schemas.microsoft.com/office/drawing/2014/main" id="{48565831-563A-50B6-A184-EE1230CF55E9}"/>
              </a:ext>
            </a:extLst>
          </p:cNvPr>
          <p:cNvSpPr/>
          <p:nvPr/>
        </p:nvSpPr>
        <p:spPr>
          <a:xfrm>
            <a:off x="4947215" y="2277724"/>
            <a:ext cx="2936156" cy="334924"/>
          </a:xfrm>
          <a:prstGeom prst="roundRect">
            <a:avLst>
              <a:gd name="adj" fmla="val 50000"/>
            </a:avLst>
          </a:prstGeom>
          <a:solidFill>
            <a:schemeClr val="accent3">
              <a:lumMod val="75000"/>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825">
                <a:solidFill>
                  <a:schemeClr val="tx2"/>
                </a:solidFill>
              </a:rPr>
              <a:t>20%</a:t>
            </a:r>
          </a:p>
        </p:txBody>
      </p:sp>
      <p:sp>
        <p:nvSpPr>
          <p:cNvPr id="15" name="Rectangle: Rounded Corners 14">
            <a:extLst>
              <a:ext uri="{FF2B5EF4-FFF2-40B4-BE49-F238E27FC236}">
                <a16:creationId xmlns:a16="http://schemas.microsoft.com/office/drawing/2014/main" id="{33F5C71C-5140-CCA7-12F1-FE5340E7A757}"/>
              </a:ext>
            </a:extLst>
          </p:cNvPr>
          <p:cNvSpPr/>
          <p:nvPr/>
        </p:nvSpPr>
        <p:spPr>
          <a:xfrm>
            <a:off x="4947214" y="2277724"/>
            <a:ext cx="735882" cy="334924"/>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6" name="Rectangle: Rounded Corners 15">
            <a:extLst>
              <a:ext uri="{FF2B5EF4-FFF2-40B4-BE49-F238E27FC236}">
                <a16:creationId xmlns:a16="http://schemas.microsoft.com/office/drawing/2014/main" id="{114B1145-9F51-D941-CFEB-11A573504601}"/>
              </a:ext>
            </a:extLst>
          </p:cNvPr>
          <p:cNvSpPr/>
          <p:nvPr/>
        </p:nvSpPr>
        <p:spPr>
          <a:xfrm>
            <a:off x="6904602" y="2741622"/>
            <a:ext cx="3179494" cy="334924"/>
          </a:xfrm>
          <a:prstGeom prst="roundRect">
            <a:avLst>
              <a:gd name="adj" fmla="val 50000"/>
            </a:avLst>
          </a:prstGeom>
          <a:solidFill>
            <a:schemeClr val="accent4">
              <a:lumMod val="75000"/>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825">
                <a:solidFill>
                  <a:schemeClr val="tx2"/>
                </a:solidFill>
              </a:rPr>
              <a:t>10%</a:t>
            </a:r>
          </a:p>
        </p:txBody>
      </p:sp>
      <p:sp>
        <p:nvSpPr>
          <p:cNvPr id="17" name="Rectangle: Rounded Corners 16">
            <a:extLst>
              <a:ext uri="{FF2B5EF4-FFF2-40B4-BE49-F238E27FC236}">
                <a16:creationId xmlns:a16="http://schemas.microsoft.com/office/drawing/2014/main" id="{126FE4D5-A977-E3FA-4695-AC334198381A}"/>
              </a:ext>
            </a:extLst>
          </p:cNvPr>
          <p:cNvSpPr/>
          <p:nvPr/>
        </p:nvSpPr>
        <p:spPr>
          <a:xfrm>
            <a:off x="6904602" y="2741622"/>
            <a:ext cx="735882" cy="334924"/>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8" name="Rectangle: Rounded Corners 17">
            <a:extLst>
              <a:ext uri="{FF2B5EF4-FFF2-40B4-BE49-F238E27FC236}">
                <a16:creationId xmlns:a16="http://schemas.microsoft.com/office/drawing/2014/main" id="{9F8F4D82-0FB7-727E-D62D-77A009653A8A}"/>
              </a:ext>
            </a:extLst>
          </p:cNvPr>
          <p:cNvSpPr/>
          <p:nvPr/>
        </p:nvSpPr>
        <p:spPr>
          <a:xfrm>
            <a:off x="6183084" y="3205520"/>
            <a:ext cx="2678982" cy="334924"/>
          </a:xfrm>
          <a:prstGeom prst="roundRect">
            <a:avLst>
              <a:gd name="adj" fmla="val 50000"/>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825">
                <a:solidFill>
                  <a:schemeClr val="tx2"/>
                </a:solidFill>
              </a:rPr>
              <a:t>95%</a:t>
            </a:r>
          </a:p>
        </p:txBody>
      </p:sp>
      <p:sp>
        <p:nvSpPr>
          <p:cNvPr id="19" name="Rectangle: Rounded Corners 18">
            <a:extLst>
              <a:ext uri="{FF2B5EF4-FFF2-40B4-BE49-F238E27FC236}">
                <a16:creationId xmlns:a16="http://schemas.microsoft.com/office/drawing/2014/main" id="{7378B42A-E14B-949E-7890-5B990802DDA6}"/>
              </a:ext>
            </a:extLst>
          </p:cNvPr>
          <p:cNvSpPr/>
          <p:nvPr/>
        </p:nvSpPr>
        <p:spPr>
          <a:xfrm>
            <a:off x="6183083" y="3205520"/>
            <a:ext cx="2214638" cy="334924"/>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0" name="Rectangle: Rounded Corners 19">
            <a:extLst>
              <a:ext uri="{FF2B5EF4-FFF2-40B4-BE49-F238E27FC236}">
                <a16:creationId xmlns:a16="http://schemas.microsoft.com/office/drawing/2014/main" id="{4513FC84-07CC-249A-4F95-4CD4F0788097}"/>
              </a:ext>
            </a:extLst>
          </p:cNvPr>
          <p:cNvSpPr/>
          <p:nvPr/>
        </p:nvSpPr>
        <p:spPr>
          <a:xfrm>
            <a:off x="7883372" y="3669418"/>
            <a:ext cx="1707357" cy="334924"/>
          </a:xfrm>
          <a:prstGeom prst="roundRect">
            <a:avLst>
              <a:gd name="adj" fmla="val 50000"/>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825">
                <a:solidFill>
                  <a:schemeClr val="tx2"/>
                </a:solidFill>
              </a:rPr>
              <a:t>20%</a:t>
            </a:r>
          </a:p>
        </p:txBody>
      </p:sp>
      <p:sp>
        <p:nvSpPr>
          <p:cNvPr id="21" name="Rectangle: Rounded Corners 20">
            <a:extLst>
              <a:ext uri="{FF2B5EF4-FFF2-40B4-BE49-F238E27FC236}">
                <a16:creationId xmlns:a16="http://schemas.microsoft.com/office/drawing/2014/main" id="{EC79C841-E9B0-90B2-BAEE-4421AB39561E}"/>
              </a:ext>
            </a:extLst>
          </p:cNvPr>
          <p:cNvSpPr/>
          <p:nvPr/>
        </p:nvSpPr>
        <p:spPr>
          <a:xfrm>
            <a:off x="7883371" y="3669418"/>
            <a:ext cx="514350" cy="334924"/>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cxnSp>
        <p:nvCxnSpPr>
          <p:cNvPr id="22" name="Straight Connector 21">
            <a:extLst>
              <a:ext uri="{FF2B5EF4-FFF2-40B4-BE49-F238E27FC236}">
                <a16:creationId xmlns:a16="http://schemas.microsoft.com/office/drawing/2014/main" id="{B084B2A6-C6A1-FC42-DAF4-EDA4D9A11547}"/>
              </a:ext>
            </a:extLst>
          </p:cNvPr>
          <p:cNvCxnSpPr>
            <a:cxnSpLocks/>
          </p:cNvCxnSpPr>
          <p:nvPr/>
        </p:nvCxnSpPr>
        <p:spPr>
          <a:xfrm>
            <a:off x="8133403" y="984178"/>
            <a:ext cx="0" cy="3310140"/>
          </a:xfrm>
          <a:prstGeom prst="line">
            <a:avLst/>
          </a:prstGeom>
          <a:ln w="19050">
            <a:headEnd type="oval"/>
            <a:tailEnd type="oval"/>
          </a:ln>
        </p:spPr>
        <p:style>
          <a:lnRef idx="1">
            <a:schemeClr val="accent5"/>
          </a:lnRef>
          <a:fillRef idx="0">
            <a:schemeClr val="accent5"/>
          </a:fillRef>
          <a:effectRef idx="0">
            <a:schemeClr val="accent5"/>
          </a:effectRef>
          <a:fontRef idx="minor">
            <a:schemeClr val="tx1"/>
          </a:fontRef>
        </p:style>
      </p:cxnSp>
      <p:pic>
        <p:nvPicPr>
          <p:cNvPr id="23" name="Graphic 22" descr="User with solid fill">
            <a:extLst>
              <a:ext uri="{FF2B5EF4-FFF2-40B4-BE49-F238E27FC236}">
                <a16:creationId xmlns:a16="http://schemas.microsoft.com/office/drawing/2014/main" id="{6ED80DF8-D993-EA11-2477-41ECFC2DDD1C}"/>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626507" y="4977007"/>
            <a:ext cx="266631" cy="266631"/>
          </a:xfrm>
          <a:prstGeom prst="rect">
            <a:avLst/>
          </a:prstGeom>
        </p:spPr>
      </p:pic>
      <p:pic>
        <p:nvPicPr>
          <p:cNvPr id="24" name="Graphic 23" descr="Male profile with solid fill">
            <a:extLst>
              <a:ext uri="{FF2B5EF4-FFF2-40B4-BE49-F238E27FC236}">
                <a16:creationId xmlns:a16="http://schemas.microsoft.com/office/drawing/2014/main" id="{9FA9C558-87B2-9B30-E99C-9C15B842946B}"/>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8775" y="4977007"/>
            <a:ext cx="266631" cy="266631"/>
          </a:xfrm>
          <a:prstGeom prst="rect">
            <a:avLst/>
          </a:prstGeom>
        </p:spPr>
      </p:pic>
      <p:pic>
        <p:nvPicPr>
          <p:cNvPr id="25" name="Graphic 24" descr="Female Profile with solid fill">
            <a:extLst>
              <a:ext uri="{FF2B5EF4-FFF2-40B4-BE49-F238E27FC236}">
                <a16:creationId xmlns:a16="http://schemas.microsoft.com/office/drawing/2014/main" id="{6065FC55-B54F-09BB-8BCD-B86804FFA105}"/>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171043" y="4977007"/>
            <a:ext cx="266631" cy="266631"/>
          </a:xfrm>
          <a:prstGeom prst="rect">
            <a:avLst/>
          </a:prstGeom>
        </p:spPr>
      </p:pic>
      <p:pic>
        <p:nvPicPr>
          <p:cNvPr id="26" name="Graphic 25" descr="School girl with solid fill">
            <a:extLst>
              <a:ext uri="{FF2B5EF4-FFF2-40B4-BE49-F238E27FC236}">
                <a16:creationId xmlns:a16="http://schemas.microsoft.com/office/drawing/2014/main" id="{491D96ED-0684-2F6B-9BFD-6B4E090C4368}"/>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4943312" y="4977007"/>
            <a:ext cx="266631" cy="266631"/>
          </a:xfrm>
          <a:prstGeom prst="rect">
            <a:avLst/>
          </a:prstGeom>
        </p:spPr>
      </p:pic>
      <p:pic>
        <p:nvPicPr>
          <p:cNvPr id="27" name="Graphic 26" descr="User Crown Female with solid fill">
            <a:extLst>
              <a:ext uri="{FF2B5EF4-FFF2-40B4-BE49-F238E27FC236}">
                <a16:creationId xmlns:a16="http://schemas.microsoft.com/office/drawing/2014/main" id="{3F326788-8731-2E7E-DB1D-8B24F66FEFDB}"/>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715580" y="4977007"/>
            <a:ext cx="266631" cy="266631"/>
          </a:xfrm>
          <a:prstGeom prst="rect">
            <a:avLst/>
          </a:prstGeom>
        </p:spPr>
      </p:pic>
      <p:pic>
        <p:nvPicPr>
          <p:cNvPr id="28" name="Graphic 27" descr="User Crown Male with solid fill">
            <a:extLst>
              <a:ext uri="{FF2B5EF4-FFF2-40B4-BE49-F238E27FC236}">
                <a16:creationId xmlns:a16="http://schemas.microsoft.com/office/drawing/2014/main" id="{B4E0A678-B0BE-8F96-E37C-0B7F5C4B568F}"/>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487848" y="4977007"/>
            <a:ext cx="266631" cy="266631"/>
          </a:xfrm>
          <a:prstGeom prst="rect">
            <a:avLst/>
          </a:prstGeom>
        </p:spPr>
      </p:pic>
      <p:sp>
        <p:nvSpPr>
          <p:cNvPr id="29" name="TextBox 28">
            <a:extLst>
              <a:ext uri="{FF2B5EF4-FFF2-40B4-BE49-F238E27FC236}">
                <a16:creationId xmlns:a16="http://schemas.microsoft.com/office/drawing/2014/main" id="{D7673DE0-18F3-05AE-F88F-C1C2CFA3E362}"/>
              </a:ext>
            </a:extLst>
          </p:cNvPr>
          <p:cNvSpPr txBox="1"/>
          <p:nvPr/>
        </p:nvSpPr>
        <p:spPr>
          <a:xfrm>
            <a:off x="2857707" y="4937198"/>
            <a:ext cx="498206" cy="346249"/>
          </a:xfrm>
          <a:prstGeom prst="rect">
            <a:avLst/>
          </a:prstGeom>
          <a:noFill/>
        </p:spPr>
        <p:txBody>
          <a:bodyPr wrap="square" rtlCol="0" anchor="ctr">
            <a:spAutoFit/>
          </a:bodyPr>
          <a:lstStyle/>
          <a:p>
            <a:r>
              <a:rPr lang="en-US" sz="825"/>
              <a:t>Lorem Dolor</a:t>
            </a:r>
          </a:p>
        </p:txBody>
      </p:sp>
      <p:sp>
        <p:nvSpPr>
          <p:cNvPr id="30" name="TextBox 29">
            <a:extLst>
              <a:ext uri="{FF2B5EF4-FFF2-40B4-BE49-F238E27FC236}">
                <a16:creationId xmlns:a16="http://schemas.microsoft.com/office/drawing/2014/main" id="{3961C47A-700B-2DE7-A30B-A5E277A50D8E}"/>
              </a:ext>
            </a:extLst>
          </p:cNvPr>
          <p:cNvSpPr txBox="1"/>
          <p:nvPr/>
        </p:nvSpPr>
        <p:spPr>
          <a:xfrm>
            <a:off x="3629975" y="4937198"/>
            <a:ext cx="498206" cy="346249"/>
          </a:xfrm>
          <a:prstGeom prst="rect">
            <a:avLst/>
          </a:prstGeom>
          <a:noFill/>
        </p:spPr>
        <p:txBody>
          <a:bodyPr wrap="square" rtlCol="0" anchor="ctr">
            <a:spAutoFit/>
          </a:bodyPr>
          <a:lstStyle/>
          <a:p>
            <a:r>
              <a:rPr lang="en-US" sz="825"/>
              <a:t>Lorem Dolor</a:t>
            </a:r>
          </a:p>
        </p:txBody>
      </p:sp>
      <p:sp>
        <p:nvSpPr>
          <p:cNvPr id="31" name="TextBox 30">
            <a:extLst>
              <a:ext uri="{FF2B5EF4-FFF2-40B4-BE49-F238E27FC236}">
                <a16:creationId xmlns:a16="http://schemas.microsoft.com/office/drawing/2014/main" id="{FB9A0E8D-152A-06A0-1C68-15DA27556067}"/>
              </a:ext>
            </a:extLst>
          </p:cNvPr>
          <p:cNvSpPr txBox="1"/>
          <p:nvPr/>
        </p:nvSpPr>
        <p:spPr>
          <a:xfrm>
            <a:off x="4402243" y="4937198"/>
            <a:ext cx="498206" cy="346249"/>
          </a:xfrm>
          <a:prstGeom prst="rect">
            <a:avLst/>
          </a:prstGeom>
          <a:noFill/>
        </p:spPr>
        <p:txBody>
          <a:bodyPr wrap="square" rtlCol="0" anchor="ctr">
            <a:spAutoFit/>
          </a:bodyPr>
          <a:lstStyle/>
          <a:p>
            <a:r>
              <a:rPr lang="en-US" sz="825"/>
              <a:t>Lorem Dolor</a:t>
            </a:r>
          </a:p>
        </p:txBody>
      </p:sp>
      <p:sp>
        <p:nvSpPr>
          <p:cNvPr id="32" name="TextBox 31">
            <a:extLst>
              <a:ext uri="{FF2B5EF4-FFF2-40B4-BE49-F238E27FC236}">
                <a16:creationId xmlns:a16="http://schemas.microsoft.com/office/drawing/2014/main" id="{D5FCBB6F-30E7-85E0-1CA7-85BF002AC9FB}"/>
              </a:ext>
            </a:extLst>
          </p:cNvPr>
          <p:cNvSpPr txBox="1"/>
          <p:nvPr/>
        </p:nvSpPr>
        <p:spPr>
          <a:xfrm>
            <a:off x="5174512" y="4937198"/>
            <a:ext cx="498206" cy="346249"/>
          </a:xfrm>
          <a:prstGeom prst="rect">
            <a:avLst/>
          </a:prstGeom>
          <a:noFill/>
        </p:spPr>
        <p:txBody>
          <a:bodyPr wrap="square" rtlCol="0" anchor="ctr">
            <a:spAutoFit/>
          </a:bodyPr>
          <a:lstStyle/>
          <a:p>
            <a:r>
              <a:rPr lang="en-US" sz="825"/>
              <a:t>Lorem Dolor</a:t>
            </a:r>
          </a:p>
        </p:txBody>
      </p:sp>
      <p:sp>
        <p:nvSpPr>
          <p:cNvPr id="33" name="TextBox 32">
            <a:extLst>
              <a:ext uri="{FF2B5EF4-FFF2-40B4-BE49-F238E27FC236}">
                <a16:creationId xmlns:a16="http://schemas.microsoft.com/office/drawing/2014/main" id="{FD6C00A5-4E7C-56FF-70A3-F69DB690A812}"/>
              </a:ext>
            </a:extLst>
          </p:cNvPr>
          <p:cNvSpPr txBox="1"/>
          <p:nvPr/>
        </p:nvSpPr>
        <p:spPr>
          <a:xfrm>
            <a:off x="5946780" y="4937198"/>
            <a:ext cx="498206" cy="346249"/>
          </a:xfrm>
          <a:prstGeom prst="rect">
            <a:avLst/>
          </a:prstGeom>
          <a:noFill/>
        </p:spPr>
        <p:txBody>
          <a:bodyPr wrap="square" rtlCol="0" anchor="ctr">
            <a:spAutoFit/>
          </a:bodyPr>
          <a:lstStyle/>
          <a:p>
            <a:r>
              <a:rPr lang="en-US" sz="825"/>
              <a:t>Lorem Dolor</a:t>
            </a:r>
          </a:p>
        </p:txBody>
      </p:sp>
      <p:sp>
        <p:nvSpPr>
          <p:cNvPr id="34" name="TextBox 33">
            <a:extLst>
              <a:ext uri="{FF2B5EF4-FFF2-40B4-BE49-F238E27FC236}">
                <a16:creationId xmlns:a16="http://schemas.microsoft.com/office/drawing/2014/main" id="{802631E5-362A-D633-E5CA-A835EF2825A3}"/>
              </a:ext>
            </a:extLst>
          </p:cNvPr>
          <p:cNvSpPr txBox="1"/>
          <p:nvPr/>
        </p:nvSpPr>
        <p:spPr>
          <a:xfrm>
            <a:off x="6719047" y="4937198"/>
            <a:ext cx="498206" cy="346249"/>
          </a:xfrm>
          <a:prstGeom prst="rect">
            <a:avLst/>
          </a:prstGeom>
          <a:noFill/>
        </p:spPr>
        <p:txBody>
          <a:bodyPr wrap="square" rtlCol="0" anchor="ctr">
            <a:spAutoFit/>
          </a:bodyPr>
          <a:lstStyle/>
          <a:p>
            <a:r>
              <a:rPr lang="en-US" sz="825"/>
              <a:t>Lorem Dolor</a:t>
            </a:r>
          </a:p>
        </p:txBody>
      </p:sp>
      <p:pic>
        <p:nvPicPr>
          <p:cNvPr id="35" name="Graphic 34" descr="Female Profile with solid fill">
            <a:extLst>
              <a:ext uri="{FF2B5EF4-FFF2-40B4-BE49-F238E27FC236}">
                <a16:creationId xmlns:a16="http://schemas.microsoft.com/office/drawing/2014/main" id="{25B2FE1E-C494-0F5E-B7FA-68549E72AE74}"/>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2857708" y="1432420"/>
            <a:ext cx="169943" cy="169943"/>
          </a:xfrm>
          <a:prstGeom prst="rect">
            <a:avLst/>
          </a:prstGeom>
        </p:spPr>
      </p:pic>
      <p:pic>
        <p:nvPicPr>
          <p:cNvPr id="36" name="Graphic 35" descr="School girl with solid fill">
            <a:extLst>
              <a:ext uri="{FF2B5EF4-FFF2-40B4-BE49-F238E27FC236}">
                <a16:creationId xmlns:a16="http://schemas.microsoft.com/office/drawing/2014/main" id="{1CB59C56-8251-CCD2-5247-BC50D26A799A}"/>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3033692" y="1432420"/>
            <a:ext cx="169943" cy="169943"/>
          </a:xfrm>
          <a:prstGeom prst="rect">
            <a:avLst/>
          </a:prstGeom>
        </p:spPr>
      </p:pic>
      <p:pic>
        <p:nvPicPr>
          <p:cNvPr id="37" name="Graphic 36" descr="User Crown Male with solid fill">
            <a:extLst>
              <a:ext uri="{FF2B5EF4-FFF2-40B4-BE49-F238E27FC236}">
                <a16:creationId xmlns:a16="http://schemas.microsoft.com/office/drawing/2014/main" id="{F03E8F37-A679-B075-F3C4-86703491AEEA}"/>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046019" y="2360216"/>
            <a:ext cx="169943" cy="169943"/>
          </a:xfrm>
          <a:prstGeom prst="rect">
            <a:avLst/>
          </a:prstGeom>
        </p:spPr>
      </p:pic>
      <p:pic>
        <p:nvPicPr>
          <p:cNvPr id="38" name="Graphic 37" descr="User with solid fill">
            <a:extLst>
              <a:ext uri="{FF2B5EF4-FFF2-40B4-BE49-F238E27FC236}">
                <a16:creationId xmlns:a16="http://schemas.microsoft.com/office/drawing/2014/main" id="{AD0046C3-7ED9-3EE8-8506-754AC5389AE4}"/>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16407" y="2824114"/>
            <a:ext cx="169943" cy="169943"/>
          </a:xfrm>
          <a:prstGeom prst="rect">
            <a:avLst/>
          </a:prstGeom>
        </p:spPr>
      </p:pic>
      <p:pic>
        <p:nvPicPr>
          <p:cNvPr id="39" name="Graphic 38" descr="Male profile with solid fill">
            <a:extLst>
              <a:ext uri="{FF2B5EF4-FFF2-40B4-BE49-F238E27FC236}">
                <a16:creationId xmlns:a16="http://schemas.microsoft.com/office/drawing/2014/main" id="{5C6BC3DB-87B8-2F4B-FD1D-4BFE64AFD5D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186351" y="2824114"/>
            <a:ext cx="169943" cy="169943"/>
          </a:xfrm>
          <a:prstGeom prst="rect">
            <a:avLst/>
          </a:prstGeom>
        </p:spPr>
      </p:pic>
      <p:pic>
        <p:nvPicPr>
          <p:cNvPr id="40" name="Graphic 39" descr="User Crown Female with solid fill">
            <a:extLst>
              <a:ext uri="{FF2B5EF4-FFF2-40B4-BE49-F238E27FC236}">
                <a16:creationId xmlns:a16="http://schemas.microsoft.com/office/drawing/2014/main" id="{7603E0B9-925C-A92B-FC83-A2A4BDD77614}"/>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6302473" y="3288012"/>
            <a:ext cx="169943" cy="169943"/>
          </a:xfrm>
          <a:prstGeom prst="rect">
            <a:avLst/>
          </a:prstGeom>
        </p:spPr>
      </p:pic>
      <p:pic>
        <p:nvPicPr>
          <p:cNvPr id="41" name="Graphic 40" descr="School girl with solid fill">
            <a:extLst>
              <a:ext uri="{FF2B5EF4-FFF2-40B4-BE49-F238E27FC236}">
                <a16:creationId xmlns:a16="http://schemas.microsoft.com/office/drawing/2014/main" id="{9ADB1BE3-7A62-945C-8569-BB94106BB2C2}"/>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6478457" y="3288012"/>
            <a:ext cx="169943" cy="169943"/>
          </a:xfrm>
          <a:prstGeom prst="rect">
            <a:avLst/>
          </a:prstGeom>
        </p:spPr>
      </p:pic>
      <p:pic>
        <p:nvPicPr>
          <p:cNvPr id="42" name="Graphic 41" descr="Male profile with solid fill">
            <a:extLst>
              <a:ext uri="{FF2B5EF4-FFF2-40B4-BE49-F238E27FC236}">
                <a16:creationId xmlns:a16="http://schemas.microsoft.com/office/drawing/2014/main" id="{A130A5A3-8697-CCFC-64B7-DD75052DBD25}"/>
              </a:ext>
            </a:extLst>
          </p:cNvPr>
          <p:cNvPicPr>
            <a:picLocks noChangeAspect="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6646675" y="3288012"/>
            <a:ext cx="169943" cy="169943"/>
          </a:xfrm>
          <a:prstGeom prst="rect">
            <a:avLst/>
          </a:prstGeom>
        </p:spPr>
      </p:pic>
      <p:grpSp>
        <p:nvGrpSpPr>
          <p:cNvPr id="43" name="Group 42">
            <a:extLst>
              <a:ext uri="{FF2B5EF4-FFF2-40B4-BE49-F238E27FC236}">
                <a16:creationId xmlns:a16="http://schemas.microsoft.com/office/drawing/2014/main" id="{3D0FE85B-A09C-F5DF-1546-CD3589600F62}"/>
              </a:ext>
            </a:extLst>
          </p:cNvPr>
          <p:cNvGrpSpPr/>
          <p:nvPr/>
        </p:nvGrpSpPr>
        <p:grpSpPr>
          <a:xfrm>
            <a:off x="8955386" y="5023709"/>
            <a:ext cx="1128710" cy="219929"/>
            <a:chOff x="8991601" y="5814581"/>
            <a:chExt cx="1895474" cy="369332"/>
          </a:xfrm>
        </p:grpSpPr>
        <p:sp>
          <p:nvSpPr>
            <p:cNvPr id="44" name="Rectangle: Rounded Corners 43">
              <a:extLst>
                <a:ext uri="{FF2B5EF4-FFF2-40B4-BE49-F238E27FC236}">
                  <a16:creationId xmlns:a16="http://schemas.microsoft.com/office/drawing/2014/main" id="{6567E68D-4707-DCB1-6C71-32DCC49C8AF3}"/>
                </a:ext>
              </a:extLst>
            </p:cNvPr>
            <p:cNvSpPr/>
            <p:nvPr/>
          </p:nvSpPr>
          <p:spPr>
            <a:xfrm>
              <a:off x="8991601" y="5814581"/>
              <a:ext cx="1895474" cy="369332"/>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45" name="Rectangle: Rounded Corners 44">
              <a:extLst>
                <a:ext uri="{FF2B5EF4-FFF2-40B4-BE49-F238E27FC236}">
                  <a16:creationId xmlns:a16="http://schemas.microsoft.com/office/drawing/2014/main" id="{A509666C-C4E3-731A-8F38-2414A6B9D134}"/>
                </a:ext>
              </a:extLst>
            </p:cNvPr>
            <p:cNvSpPr/>
            <p:nvPr/>
          </p:nvSpPr>
          <p:spPr>
            <a:xfrm>
              <a:off x="8991601" y="5814581"/>
              <a:ext cx="1009648" cy="369332"/>
            </a:xfrm>
            <a:prstGeom prst="roundRect">
              <a:avLst>
                <a:gd name="adj" fmla="val 50000"/>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00"/>
                <a:t>completion</a:t>
              </a:r>
            </a:p>
          </p:txBody>
        </p:sp>
      </p:grpSp>
      <p:cxnSp>
        <p:nvCxnSpPr>
          <p:cNvPr id="46" name="Straight Connector 45">
            <a:extLst>
              <a:ext uri="{FF2B5EF4-FFF2-40B4-BE49-F238E27FC236}">
                <a16:creationId xmlns:a16="http://schemas.microsoft.com/office/drawing/2014/main" id="{920CCB8D-14E3-DD5C-ED4B-A73A88CAEAB4}"/>
              </a:ext>
            </a:extLst>
          </p:cNvPr>
          <p:cNvCxnSpPr>
            <a:stCxn id="10" idx="3"/>
            <a:endCxn id="11" idx="1"/>
          </p:cNvCxnSpPr>
          <p:nvPr/>
        </p:nvCxnSpPr>
        <p:spPr>
          <a:xfrm>
            <a:off x="2514807" y="1517390"/>
            <a:ext cx="253641" cy="0"/>
          </a:xfrm>
          <a:prstGeom prst="line">
            <a:avLst/>
          </a:prstGeom>
          <a:ln w="3175">
            <a:solidFill>
              <a:schemeClr val="accent1">
                <a:alpha val="69000"/>
              </a:schemeClr>
            </a:solidFill>
            <a:prstDash val="dashDot"/>
            <a:headEnd type="ova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B14B0577-F432-DCF9-934B-BBEF43178852}"/>
              </a:ext>
            </a:extLst>
          </p:cNvPr>
          <p:cNvCxnSpPr>
            <a:cxnSpLocks/>
            <a:stCxn id="5" idx="3"/>
            <a:endCxn id="13" idx="1"/>
          </p:cNvCxnSpPr>
          <p:nvPr/>
        </p:nvCxnSpPr>
        <p:spPr>
          <a:xfrm flipV="1">
            <a:off x="2514806" y="1981289"/>
            <a:ext cx="975160" cy="9233"/>
          </a:xfrm>
          <a:prstGeom prst="line">
            <a:avLst/>
          </a:prstGeom>
          <a:ln w="3175">
            <a:solidFill>
              <a:schemeClr val="accent1">
                <a:alpha val="69000"/>
              </a:schemeClr>
            </a:solidFill>
            <a:prstDash val="dashDot"/>
            <a:headEnd type="ova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029E4BF-2CB0-4AEA-D622-394B470FE0BB}"/>
              </a:ext>
            </a:extLst>
          </p:cNvPr>
          <p:cNvCxnSpPr>
            <a:cxnSpLocks/>
            <a:stCxn id="6" idx="3"/>
            <a:endCxn id="15" idx="1"/>
          </p:cNvCxnSpPr>
          <p:nvPr/>
        </p:nvCxnSpPr>
        <p:spPr>
          <a:xfrm flipV="1">
            <a:off x="2514806" y="2445186"/>
            <a:ext cx="2432408" cy="18466"/>
          </a:xfrm>
          <a:prstGeom prst="line">
            <a:avLst/>
          </a:prstGeom>
          <a:ln w="3175">
            <a:solidFill>
              <a:schemeClr val="accent1">
                <a:alpha val="69000"/>
              </a:schemeClr>
            </a:solidFill>
            <a:prstDash val="dashDot"/>
            <a:headEnd type="ova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C5B3FBB4-5FB7-6763-9D52-FA49E5D67226}"/>
              </a:ext>
            </a:extLst>
          </p:cNvPr>
          <p:cNvCxnSpPr>
            <a:cxnSpLocks/>
            <a:stCxn id="7" idx="3"/>
            <a:endCxn id="17" idx="1"/>
          </p:cNvCxnSpPr>
          <p:nvPr/>
        </p:nvCxnSpPr>
        <p:spPr>
          <a:xfrm flipV="1">
            <a:off x="2514806" y="2909084"/>
            <a:ext cx="4389796" cy="57414"/>
          </a:xfrm>
          <a:prstGeom prst="line">
            <a:avLst/>
          </a:prstGeom>
          <a:ln w="3175">
            <a:solidFill>
              <a:schemeClr val="accent1">
                <a:alpha val="69000"/>
              </a:schemeClr>
            </a:solidFill>
            <a:prstDash val="dashDot"/>
            <a:headEnd type="ova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22D6E0BE-4685-A569-6B5F-6BD81486A51E}"/>
              </a:ext>
            </a:extLst>
          </p:cNvPr>
          <p:cNvCxnSpPr>
            <a:cxnSpLocks/>
            <a:endCxn id="19" idx="1"/>
          </p:cNvCxnSpPr>
          <p:nvPr/>
        </p:nvCxnSpPr>
        <p:spPr>
          <a:xfrm>
            <a:off x="2520847" y="3340678"/>
            <a:ext cx="3662236" cy="32304"/>
          </a:xfrm>
          <a:prstGeom prst="line">
            <a:avLst/>
          </a:prstGeom>
          <a:ln w="3175">
            <a:solidFill>
              <a:schemeClr val="accent1">
                <a:alpha val="69000"/>
              </a:schemeClr>
            </a:solidFill>
            <a:prstDash val="dashDot"/>
            <a:headEnd type="ova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EFF3B7B-3342-BA42-F850-AD51D0794085}"/>
              </a:ext>
            </a:extLst>
          </p:cNvPr>
          <p:cNvCxnSpPr>
            <a:cxnSpLocks/>
            <a:stCxn id="9" idx="3"/>
            <a:endCxn id="21" idx="1"/>
          </p:cNvCxnSpPr>
          <p:nvPr/>
        </p:nvCxnSpPr>
        <p:spPr>
          <a:xfrm>
            <a:off x="2514807" y="3836880"/>
            <a:ext cx="5368565" cy="0"/>
          </a:xfrm>
          <a:prstGeom prst="line">
            <a:avLst/>
          </a:prstGeom>
          <a:ln w="3175">
            <a:solidFill>
              <a:schemeClr val="accent1">
                <a:alpha val="69000"/>
              </a:schemeClr>
            </a:solidFill>
            <a:prstDash val="dashDot"/>
            <a:headEnd type="oval"/>
          </a:ln>
        </p:spPr>
        <p:style>
          <a:lnRef idx="1">
            <a:schemeClr val="accent1"/>
          </a:lnRef>
          <a:fillRef idx="0">
            <a:schemeClr val="accent1"/>
          </a:fillRef>
          <a:effectRef idx="0">
            <a:schemeClr val="accent1"/>
          </a:effectRef>
          <a:fontRef idx="minor">
            <a:schemeClr val="tx1"/>
          </a:fontRef>
        </p:style>
      </p:cxnSp>
      <p:pic>
        <p:nvPicPr>
          <p:cNvPr id="52" name="Graphic 51" descr="User with solid fill">
            <a:extLst>
              <a:ext uri="{FF2B5EF4-FFF2-40B4-BE49-F238E27FC236}">
                <a16:creationId xmlns:a16="http://schemas.microsoft.com/office/drawing/2014/main" id="{7725874C-B74F-C08C-0049-6B260BA1A98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727640" y="1896318"/>
            <a:ext cx="169943" cy="169943"/>
          </a:xfrm>
          <a:prstGeom prst="rect">
            <a:avLst/>
          </a:prstGeom>
        </p:spPr>
      </p:pic>
      <p:pic>
        <p:nvPicPr>
          <p:cNvPr id="53" name="Graphic 52" descr="Female Profile with solid fill">
            <a:extLst>
              <a:ext uri="{FF2B5EF4-FFF2-40B4-BE49-F238E27FC236}">
                <a16:creationId xmlns:a16="http://schemas.microsoft.com/office/drawing/2014/main" id="{8DB96630-DBAD-EA40-F4C7-AECA4E0CDCA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585687" y="1896318"/>
            <a:ext cx="169943" cy="169943"/>
          </a:xfrm>
          <a:prstGeom prst="rect">
            <a:avLst/>
          </a:prstGeom>
        </p:spPr>
      </p:pic>
      <p:pic>
        <p:nvPicPr>
          <p:cNvPr id="54" name="Graphic 53" descr="User Crown Female with solid fill">
            <a:extLst>
              <a:ext uri="{FF2B5EF4-FFF2-40B4-BE49-F238E27FC236}">
                <a16:creationId xmlns:a16="http://schemas.microsoft.com/office/drawing/2014/main" id="{874CDFAD-5DA9-F0C9-1574-D06F3146822F}"/>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668502" y="3751910"/>
            <a:ext cx="169943" cy="169943"/>
          </a:xfrm>
          <a:prstGeom prst="rect">
            <a:avLst/>
          </a:prstGeom>
        </p:spPr>
      </p:pic>
      <p:pic>
        <p:nvPicPr>
          <p:cNvPr id="55" name="Graphic 54" descr="School girl with solid fill">
            <a:extLst>
              <a:ext uri="{FF2B5EF4-FFF2-40B4-BE49-F238E27FC236}">
                <a16:creationId xmlns:a16="http://schemas.microsoft.com/office/drawing/2014/main" id="{4EA50A0B-A889-7963-7639-AB09E4BA57C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498558" y="3751910"/>
            <a:ext cx="169943" cy="169943"/>
          </a:xfrm>
          <a:prstGeom prst="rect">
            <a:avLst/>
          </a:prstGeom>
        </p:spPr>
      </p:pic>
      <p:sp>
        <p:nvSpPr>
          <p:cNvPr id="56" name="TextBox 55">
            <a:extLst>
              <a:ext uri="{FF2B5EF4-FFF2-40B4-BE49-F238E27FC236}">
                <a16:creationId xmlns:a16="http://schemas.microsoft.com/office/drawing/2014/main" id="{6438234A-5C01-0726-889B-099CF358693E}"/>
              </a:ext>
            </a:extLst>
          </p:cNvPr>
          <p:cNvSpPr txBox="1"/>
          <p:nvPr/>
        </p:nvSpPr>
        <p:spPr>
          <a:xfrm>
            <a:off x="7891443" y="4408009"/>
            <a:ext cx="498206" cy="207749"/>
          </a:xfrm>
          <a:prstGeom prst="rect">
            <a:avLst/>
          </a:prstGeom>
          <a:noFill/>
        </p:spPr>
        <p:txBody>
          <a:bodyPr wrap="square" rtlCol="0" anchor="ctr">
            <a:spAutoFit/>
          </a:bodyPr>
          <a:lstStyle/>
          <a:p>
            <a:pPr algn="ctr"/>
            <a:r>
              <a:rPr lang="en-US" sz="750">
                <a:solidFill>
                  <a:schemeClr val="accent5"/>
                </a:solidFill>
              </a:rPr>
              <a:t>Today</a:t>
            </a:r>
          </a:p>
        </p:txBody>
      </p:sp>
      <p:sp>
        <p:nvSpPr>
          <p:cNvPr id="57" name="TextBox 56">
            <a:extLst>
              <a:ext uri="{FF2B5EF4-FFF2-40B4-BE49-F238E27FC236}">
                <a16:creationId xmlns:a16="http://schemas.microsoft.com/office/drawing/2014/main" id="{D2E33602-5FC4-F364-B0B3-1F927EC5436D}"/>
              </a:ext>
            </a:extLst>
          </p:cNvPr>
          <p:cNvSpPr txBox="1"/>
          <p:nvPr/>
        </p:nvSpPr>
        <p:spPr>
          <a:xfrm>
            <a:off x="1455100" y="1581987"/>
            <a:ext cx="1059707" cy="207749"/>
          </a:xfrm>
          <a:prstGeom prst="rect">
            <a:avLst/>
          </a:prstGeom>
          <a:noFill/>
        </p:spPr>
        <p:txBody>
          <a:bodyPr wrap="square" rtlCol="0" anchor="ctr">
            <a:spAutoFit/>
          </a:bodyPr>
          <a:lstStyle/>
          <a:p>
            <a:r>
              <a:rPr lang="en-US" sz="750">
                <a:solidFill>
                  <a:schemeClr val="bg2">
                    <a:lumMod val="75000"/>
                  </a:schemeClr>
                </a:solidFill>
              </a:rPr>
              <a:t>Dec 2 – Dec 12</a:t>
            </a:r>
          </a:p>
        </p:txBody>
      </p:sp>
      <p:sp>
        <p:nvSpPr>
          <p:cNvPr id="58" name="TextBox 57">
            <a:extLst>
              <a:ext uri="{FF2B5EF4-FFF2-40B4-BE49-F238E27FC236}">
                <a16:creationId xmlns:a16="http://schemas.microsoft.com/office/drawing/2014/main" id="{99B471B1-2430-BC0D-ACE1-FA17A02070BF}"/>
              </a:ext>
            </a:extLst>
          </p:cNvPr>
          <p:cNvSpPr txBox="1"/>
          <p:nvPr/>
        </p:nvSpPr>
        <p:spPr>
          <a:xfrm>
            <a:off x="1455100" y="2045683"/>
            <a:ext cx="1059707" cy="207749"/>
          </a:xfrm>
          <a:prstGeom prst="rect">
            <a:avLst/>
          </a:prstGeom>
          <a:noFill/>
        </p:spPr>
        <p:txBody>
          <a:bodyPr wrap="square" rtlCol="0" anchor="ctr">
            <a:spAutoFit/>
          </a:bodyPr>
          <a:lstStyle/>
          <a:p>
            <a:r>
              <a:rPr lang="en-US" sz="750">
                <a:solidFill>
                  <a:schemeClr val="bg2">
                    <a:lumMod val="75000"/>
                  </a:schemeClr>
                </a:solidFill>
              </a:rPr>
              <a:t>Dec 5 – Dec 11</a:t>
            </a:r>
          </a:p>
        </p:txBody>
      </p:sp>
      <p:sp>
        <p:nvSpPr>
          <p:cNvPr id="59" name="TextBox 58">
            <a:extLst>
              <a:ext uri="{FF2B5EF4-FFF2-40B4-BE49-F238E27FC236}">
                <a16:creationId xmlns:a16="http://schemas.microsoft.com/office/drawing/2014/main" id="{0D98D79E-4214-4728-D54A-19470BF141A1}"/>
              </a:ext>
            </a:extLst>
          </p:cNvPr>
          <p:cNvSpPr txBox="1"/>
          <p:nvPr/>
        </p:nvSpPr>
        <p:spPr>
          <a:xfrm>
            <a:off x="1455100" y="2509379"/>
            <a:ext cx="1059707" cy="207749"/>
          </a:xfrm>
          <a:prstGeom prst="rect">
            <a:avLst/>
          </a:prstGeom>
          <a:noFill/>
        </p:spPr>
        <p:txBody>
          <a:bodyPr wrap="square" rtlCol="0" anchor="ctr">
            <a:spAutoFit/>
          </a:bodyPr>
          <a:lstStyle/>
          <a:p>
            <a:r>
              <a:rPr lang="en-US" sz="750">
                <a:solidFill>
                  <a:schemeClr val="bg2">
                    <a:lumMod val="75000"/>
                  </a:schemeClr>
                </a:solidFill>
              </a:rPr>
              <a:t>Dec 11 – Dec 22</a:t>
            </a:r>
          </a:p>
        </p:txBody>
      </p:sp>
      <p:sp>
        <p:nvSpPr>
          <p:cNvPr id="60" name="TextBox 59">
            <a:extLst>
              <a:ext uri="{FF2B5EF4-FFF2-40B4-BE49-F238E27FC236}">
                <a16:creationId xmlns:a16="http://schemas.microsoft.com/office/drawing/2014/main" id="{17AE9EFB-4AE6-8CA3-D3DC-6A956F2FDF99}"/>
              </a:ext>
            </a:extLst>
          </p:cNvPr>
          <p:cNvSpPr txBox="1"/>
          <p:nvPr/>
        </p:nvSpPr>
        <p:spPr>
          <a:xfrm>
            <a:off x="1455100" y="2973075"/>
            <a:ext cx="1059707" cy="207749"/>
          </a:xfrm>
          <a:prstGeom prst="rect">
            <a:avLst/>
          </a:prstGeom>
          <a:noFill/>
        </p:spPr>
        <p:txBody>
          <a:bodyPr wrap="square" rtlCol="0" anchor="ctr">
            <a:spAutoFit/>
          </a:bodyPr>
          <a:lstStyle/>
          <a:p>
            <a:r>
              <a:rPr lang="en-US" sz="750">
                <a:solidFill>
                  <a:schemeClr val="bg2">
                    <a:lumMod val="75000"/>
                  </a:schemeClr>
                </a:solidFill>
              </a:rPr>
              <a:t>Dec 19 – Dec 31</a:t>
            </a:r>
          </a:p>
        </p:txBody>
      </p:sp>
      <p:sp>
        <p:nvSpPr>
          <p:cNvPr id="61" name="TextBox 60">
            <a:extLst>
              <a:ext uri="{FF2B5EF4-FFF2-40B4-BE49-F238E27FC236}">
                <a16:creationId xmlns:a16="http://schemas.microsoft.com/office/drawing/2014/main" id="{10E90837-C997-7244-0C97-D8EA6ABE3CB2}"/>
              </a:ext>
            </a:extLst>
          </p:cNvPr>
          <p:cNvSpPr txBox="1"/>
          <p:nvPr/>
        </p:nvSpPr>
        <p:spPr>
          <a:xfrm>
            <a:off x="1455100" y="3436771"/>
            <a:ext cx="1059707" cy="207749"/>
          </a:xfrm>
          <a:prstGeom prst="rect">
            <a:avLst/>
          </a:prstGeom>
          <a:noFill/>
        </p:spPr>
        <p:txBody>
          <a:bodyPr wrap="square" rtlCol="0" anchor="ctr">
            <a:spAutoFit/>
          </a:bodyPr>
          <a:lstStyle/>
          <a:p>
            <a:r>
              <a:rPr lang="en-US" sz="750">
                <a:solidFill>
                  <a:schemeClr val="bg2">
                    <a:lumMod val="75000"/>
                  </a:schemeClr>
                </a:solidFill>
              </a:rPr>
              <a:t>Dec 16 – Dec 26</a:t>
            </a:r>
          </a:p>
        </p:txBody>
      </p:sp>
      <p:sp>
        <p:nvSpPr>
          <p:cNvPr id="62" name="TextBox 61">
            <a:extLst>
              <a:ext uri="{FF2B5EF4-FFF2-40B4-BE49-F238E27FC236}">
                <a16:creationId xmlns:a16="http://schemas.microsoft.com/office/drawing/2014/main" id="{039A80F1-F95C-651A-323C-ACA7EE07DD1D}"/>
              </a:ext>
            </a:extLst>
          </p:cNvPr>
          <p:cNvSpPr txBox="1"/>
          <p:nvPr/>
        </p:nvSpPr>
        <p:spPr>
          <a:xfrm>
            <a:off x="1455100" y="3900468"/>
            <a:ext cx="1059707" cy="207749"/>
          </a:xfrm>
          <a:prstGeom prst="rect">
            <a:avLst/>
          </a:prstGeom>
          <a:noFill/>
        </p:spPr>
        <p:txBody>
          <a:bodyPr wrap="square" rtlCol="0" anchor="ctr">
            <a:spAutoFit/>
          </a:bodyPr>
          <a:lstStyle/>
          <a:p>
            <a:r>
              <a:rPr lang="en-US" sz="750">
                <a:solidFill>
                  <a:schemeClr val="bg2">
                    <a:lumMod val="75000"/>
                  </a:schemeClr>
                </a:solidFill>
              </a:rPr>
              <a:t>Dec 23 – Dec 29</a:t>
            </a:r>
          </a:p>
        </p:txBody>
      </p:sp>
      <p:sp>
        <p:nvSpPr>
          <p:cNvPr id="63" name="Google Shape;432;p17">
            <a:extLst>
              <a:ext uri="{FF2B5EF4-FFF2-40B4-BE49-F238E27FC236}">
                <a16:creationId xmlns:a16="http://schemas.microsoft.com/office/drawing/2014/main" id="{E6FFC91C-B5D7-33ED-26BA-83A8BA5C7135}"/>
              </a:ext>
            </a:extLst>
          </p:cNvPr>
          <p:cNvSpPr txBox="1"/>
          <p:nvPr/>
        </p:nvSpPr>
        <p:spPr>
          <a:xfrm>
            <a:off x="1423415" y="5777892"/>
            <a:ext cx="9046730" cy="409984"/>
          </a:xfrm>
          <a:prstGeom prst="rect">
            <a:avLst/>
          </a:prstGeom>
          <a:noFill/>
          <a:ln>
            <a:noFill/>
          </a:ln>
        </p:spPr>
        <p:txBody>
          <a:bodyPr spcFirstLastPara="1" wrap="square" lIns="0" tIns="0" rIns="0" bIns="0" anchor="t" anchorCtr="0">
            <a:spAutoFit/>
          </a:bodyPr>
          <a:lstStyle>
            <a:defPPr>
              <a:defRPr lang="en-US"/>
            </a:defPPr>
            <a:lvl1pPr algn="r">
              <a:lnSpc>
                <a:spcPct val="111000"/>
              </a:lnSpc>
              <a:defRPr sz="2400" b="1">
                <a:solidFill>
                  <a:srgbClr val="7EC0A4"/>
                </a:solidFill>
                <a:latin typeface="Montserrat"/>
                <a:ea typeface="Montserrat"/>
                <a:cs typeface="Montserrat"/>
              </a:defRPr>
            </a:lvl1pPr>
          </a:lstStyle>
          <a:p>
            <a:pPr algn="ctr"/>
            <a:r>
              <a:rPr lang="en-US">
                <a:latin typeface="Montserrat" pitchFamily="2" charset="77"/>
                <a:sym typeface="Montserrat Black"/>
              </a:rPr>
              <a:t>Project Roadmap - GANTT Chart Template</a:t>
            </a:r>
            <a:endParaRPr>
              <a:latin typeface="Montserrat" pitchFamily="2" charset="77"/>
            </a:endParaRPr>
          </a:p>
        </p:txBody>
      </p:sp>
    </p:spTree>
    <p:extLst>
      <p:ext uri="{BB962C8B-B14F-4D97-AF65-F5344CB8AC3E}">
        <p14:creationId xmlns:p14="http://schemas.microsoft.com/office/powerpoint/2010/main" val="364986866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208BF9E8-5E48-CC5C-AFC2-257174461CE4}"/>
              </a:ext>
            </a:extLst>
          </p:cNvPr>
          <p:cNvSpPr txBox="1"/>
          <p:nvPr/>
        </p:nvSpPr>
        <p:spPr>
          <a:xfrm>
            <a:off x="4112602" y="876477"/>
            <a:ext cx="808555" cy="276999"/>
          </a:xfrm>
          <a:prstGeom prst="rect">
            <a:avLst/>
          </a:prstGeom>
          <a:noFill/>
        </p:spPr>
        <p:txBody>
          <a:bodyPr wrap="square" rtlCol="0">
            <a:spAutoFit/>
          </a:bodyPr>
          <a:lstStyle/>
          <a:p>
            <a:r>
              <a:rPr lang="en-US" sz="1200" b="1" cap="all"/>
              <a:t>PROJECT: </a:t>
            </a:r>
          </a:p>
        </p:txBody>
      </p:sp>
      <p:sp>
        <p:nvSpPr>
          <p:cNvPr id="71" name="Rectangle: Rounded Corners 70">
            <a:extLst>
              <a:ext uri="{FF2B5EF4-FFF2-40B4-BE49-F238E27FC236}">
                <a16:creationId xmlns:a16="http://schemas.microsoft.com/office/drawing/2014/main" id="{488FF48A-2746-24BD-789D-7D1B6244E671}"/>
              </a:ext>
            </a:extLst>
          </p:cNvPr>
          <p:cNvSpPr/>
          <p:nvPr/>
        </p:nvSpPr>
        <p:spPr>
          <a:xfrm>
            <a:off x="2141952" y="1592681"/>
            <a:ext cx="5937733" cy="276999"/>
          </a:xfrm>
          <a:prstGeom prst="round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2" name="Rectangle: Rounded Corners 71">
            <a:extLst>
              <a:ext uri="{FF2B5EF4-FFF2-40B4-BE49-F238E27FC236}">
                <a16:creationId xmlns:a16="http://schemas.microsoft.com/office/drawing/2014/main" id="{24D8C2FC-65A8-723B-FECA-5456F24FDBF3}"/>
              </a:ext>
            </a:extLst>
          </p:cNvPr>
          <p:cNvSpPr/>
          <p:nvPr/>
        </p:nvSpPr>
        <p:spPr>
          <a:xfrm>
            <a:off x="2141952" y="2052873"/>
            <a:ext cx="5937733" cy="276999"/>
          </a:xfrm>
          <a:prstGeom prst="round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3" name="Rectangle: Rounded Corners 72">
            <a:extLst>
              <a:ext uri="{FF2B5EF4-FFF2-40B4-BE49-F238E27FC236}">
                <a16:creationId xmlns:a16="http://schemas.microsoft.com/office/drawing/2014/main" id="{88C6C557-B430-84CE-3B83-E0B01F79B3EF}"/>
              </a:ext>
            </a:extLst>
          </p:cNvPr>
          <p:cNvSpPr/>
          <p:nvPr/>
        </p:nvSpPr>
        <p:spPr>
          <a:xfrm>
            <a:off x="2141952" y="2513066"/>
            <a:ext cx="5937733" cy="276999"/>
          </a:xfrm>
          <a:prstGeom prst="roundRect">
            <a:avLst/>
          </a:prstGeom>
          <a:solidFill>
            <a:schemeClr val="bg1">
              <a:alpha val="85000"/>
            </a:schemeClr>
          </a:solidFill>
          <a:ln>
            <a:noFill/>
          </a:ln>
          <a:effectLst>
            <a:glow rad="139700">
              <a:schemeClr val="accent1">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4" name="Rectangle: Rounded Corners 73">
            <a:extLst>
              <a:ext uri="{FF2B5EF4-FFF2-40B4-BE49-F238E27FC236}">
                <a16:creationId xmlns:a16="http://schemas.microsoft.com/office/drawing/2014/main" id="{BB01C90D-7FD9-B5FF-522F-5A95AAD46804}"/>
              </a:ext>
            </a:extLst>
          </p:cNvPr>
          <p:cNvSpPr/>
          <p:nvPr/>
        </p:nvSpPr>
        <p:spPr>
          <a:xfrm>
            <a:off x="2141952" y="2973258"/>
            <a:ext cx="5937733" cy="276999"/>
          </a:xfrm>
          <a:prstGeom prst="round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5" name="Rectangle: Rounded Corners 74">
            <a:extLst>
              <a:ext uri="{FF2B5EF4-FFF2-40B4-BE49-F238E27FC236}">
                <a16:creationId xmlns:a16="http://schemas.microsoft.com/office/drawing/2014/main" id="{3C6E4DFF-4BBC-60FB-26F9-C092EEEF83BF}"/>
              </a:ext>
            </a:extLst>
          </p:cNvPr>
          <p:cNvSpPr/>
          <p:nvPr/>
        </p:nvSpPr>
        <p:spPr>
          <a:xfrm>
            <a:off x="2141952" y="3433451"/>
            <a:ext cx="5937733" cy="276999"/>
          </a:xfrm>
          <a:prstGeom prst="round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6" name="Rectangle: Rounded Corners 75">
            <a:extLst>
              <a:ext uri="{FF2B5EF4-FFF2-40B4-BE49-F238E27FC236}">
                <a16:creationId xmlns:a16="http://schemas.microsoft.com/office/drawing/2014/main" id="{9AA4E57E-822B-0DD6-535A-FC6E2AB572F7}"/>
              </a:ext>
            </a:extLst>
          </p:cNvPr>
          <p:cNvSpPr/>
          <p:nvPr/>
        </p:nvSpPr>
        <p:spPr>
          <a:xfrm>
            <a:off x="2141952" y="3893643"/>
            <a:ext cx="5937733" cy="276999"/>
          </a:xfrm>
          <a:prstGeom prst="round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7" name="Rectangle: Rounded Corners 76">
            <a:extLst>
              <a:ext uri="{FF2B5EF4-FFF2-40B4-BE49-F238E27FC236}">
                <a16:creationId xmlns:a16="http://schemas.microsoft.com/office/drawing/2014/main" id="{A4C3ED9C-F258-9E6F-6BD1-6B1B9D40CDE4}"/>
              </a:ext>
            </a:extLst>
          </p:cNvPr>
          <p:cNvSpPr/>
          <p:nvPr/>
        </p:nvSpPr>
        <p:spPr>
          <a:xfrm>
            <a:off x="2141952" y="4353837"/>
            <a:ext cx="5937733" cy="276999"/>
          </a:xfrm>
          <a:prstGeom prst="round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cxnSp>
        <p:nvCxnSpPr>
          <p:cNvPr id="49" name="Straight Connector 48">
            <a:extLst>
              <a:ext uri="{FF2B5EF4-FFF2-40B4-BE49-F238E27FC236}">
                <a16:creationId xmlns:a16="http://schemas.microsoft.com/office/drawing/2014/main" id="{30B6A393-E93B-84F7-DAA6-F944CB272114}"/>
              </a:ext>
            </a:extLst>
          </p:cNvPr>
          <p:cNvCxnSpPr>
            <a:cxnSpLocks/>
          </p:cNvCxnSpPr>
          <p:nvPr/>
        </p:nvCxnSpPr>
        <p:spPr>
          <a:xfrm>
            <a:off x="5050635" y="1482330"/>
            <a:ext cx="0" cy="3218538"/>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F9C6ED8F-87B9-4DA4-F6A4-461078AC74DD}"/>
              </a:ext>
            </a:extLst>
          </p:cNvPr>
          <p:cNvSpPr/>
          <p:nvPr/>
        </p:nvSpPr>
        <p:spPr>
          <a:xfrm>
            <a:off x="4840963" y="2513066"/>
            <a:ext cx="419345" cy="276999"/>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 name="TextBox 5">
            <a:extLst>
              <a:ext uri="{FF2B5EF4-FFF2-40B4-BE49-F238E27FC236}">
                <a16:creationId xmlns:a16="http://schemas.microsoft.com/office/drawing/2014/main" id="{17640E0E-ED7A-721D-D560-74B6A03F12F2}"/>
              </a:ext>
            </a:extLst>
          </p:cNvPr>
          <p:cNvSpPr txBox="1"/>
          <p:nvPr/>
        </p:nvSpPr>
        <p:spPr>
          <a:xfrm>
            <a:off x="2296941" y="1592681"/>
            <a:ext cx="1271245" cy="276999"/>
          </a:xfrm>
          <a:prstGeom prst="rect">
            <a:avLst/>
          </a:prstGeom>
          <a:noFill/>
        </p:spPr>
        <p:txBody>
          <a:bodyPr wrap="square" rtlCol="0" anchor="ctr">
            <a:spAutoFit/>
          </a:bodyPr>
          <a:lstStyle/>
          <a:p>
            <a:r>
              <a:rPr lang="en-US" sz="1200" b="1"/>
              <a:t>Project Planning:</a:t>
            </a:r>
          </a:p>
        </p:txBody>
      </p:sp>
      <p:sp>
        <p:nvSpPr>
          <p:cNvPr id="7" name="TextBox 6">
            <a:extLst>
              <a:ext uri="{FF2B5EF4-FFF2-40B4-BE49-F238E27FC236}">
                <a16:creationId xmlns:a16="http://schemas.microsoft.com/office/drawing/2014/main" id="{A60A96E1-F3D6-90E3-A8CA-60C290DDCD22}"/>
              </a:ext>
            </a:extLst>
          </p:cNvPr>
          <p:cNvSpPr txBox="1"/>
          <p:nvPr/>
        </p:nvSpPr>
        <p:spPr>
          <a:xfrm>
            <a:off x="2296939" y="2052873"/>
            <a:ext cx="1729576" cy="276999"/>
          </a:xfrm>
          <a:prstGeom prst="rect">
            <a:avLst/>
          </a:prstGeom>
          <a:noFill/>
        </p:spPr>
        <p:txBody>
          <a:bodyPr wrap="square" rtlCol="0" anchor="ctr">
            <a:spAutoFit/>
          </a:bodyPr>
          <a:lstStyle/>
          <a:p>
            <a:r>
              <a:rPr lang="en-US" sz="1200" b="1"/>
              <a:t>Requirement Gathering:</a:t>
            </a:r>
          </a:p>
        </p:txBody>
      </p:sp>
      <p:sp>
        <p:nvSpPr>
          <p:cNvPr id="8" name="TextBox 7">
            <a:extLst>
              <a:ext uri="{FF2B5EF4-FFF2-40B4-BE49-F238E27FC236}">
                <a16:creationId xmlns:a16="http://schemas.microsoft.com/office/drawing/2014/main" id="{206C5DC0-A126-FB13-D5F9-A644018193B7}"/>
              </a:ext>
            </a:extLst>
          </p:cNvPr>
          <p:cNvSpPr txBox="1"/>
          <p:nvPr/>
        </p:nvSpPr>
        <p:spPr>
          <a:xfrm>
            <a:off x="2296941" y="2513066"/>
            <a:ext cx="1071127" cy="276999"/>
          </a:xfrm>
          <a:prstGeom prst="rect">
            <a:avLst/>
          </a:prstGeom>
          <a:noFill/>
        </p:spPr>
        <p:txBody>
          <a:bodyPr wrap="square" rtlCol="0" anchor="ctr">
            <a:spAutoFit/>
          </a:bodyPr>
          <a:lstStyle/>
          <a:p>
            <a:r>
              <a:rPr lang="en-US" sz="1200" b="1"/>
              <a:t>Design Phase:</a:t>
            </a:r>
          </a:p>
        </p:txBody>
      </p:sp>
      <p:sp>
        <p:nvSpPr>
          <p:cNvPr id="9" name="TextBox 8">
            <a:extLst>
              <a:ext uri="{FF2B5EF4-FFF2-40B4-BE49-F238E27FC236}">
                <a16:creationId xmlns:a16="http://schemas.microsoft.com/office/drawing/2014/main" id="{986E70CF-5400-B6C0-B14B-3E08F7732C42}"/>
              </a:ext>
            </a:extLst>
          </p:cNvPr>
          <p:cNvSpPr txBox="1"/>
          <p:nvPr/>
        </p:nvSpPr>
        <p:spPr>
          <a:xfrm>
            <a:off x="2296941" y="2973258"/>
            <a:ext cx="1503553" cy="276999"/>
          </a:xfrm>
          <a:prstGeom prst="rect">
            <a:avLst/>
          </a:prstGeom>
          <a:noFill/>
        </p:spPr>
        <p:txBody>
          <a:bodyPr wrap="square" rtlCol="0" anchor="ctr">
            <a:spAutoFit/>
          </a:bodyPr>
          <a:lstStyle/>
          <a:p>
            <a:r>
              <a:rPr lang="en-US" sz="1200" b="1"/>
              <a:t>Development Phase:</a:t>
            </a:r>
          </a:p>
        </p:txBody>
      </p:sp>
      <p:sp>
        <p:nvSpPr>
          <p:cNvPr id="10" name="TextBox 9">
            <a:extLst>
              <a:ext uri="{FF2B5EF4-FFF2-40B4-BE49-F238E27FC236}">
                <a16:creationId xmlns:a16="http://schemas.microsoft.com/office/drawing/2014/main" id="{5EE99E3D-5167-4760-F93D-49E95FA1C63F}"/>
              </a:ext>
            </a:extLst>
          </p:cNvPr>
          <p:cNvSpPr txBox="1"/>
          <p:nvPr/>
        </p:nvSpPr>
        <p:spPr>
          <a:xfrm>
            <a:off x="2296941" y="3433451"/>
            <a:ext cx="1088183" cy="276999"/>
          </a:xfrm>
          <a:prstGeom prst="rect">
            <a:avLst/>
          </a:prstGeom>
          <a:noFill/>
        </p:spPr>
        <p:txBody>
          <a:bodyPr wrap="square" rtlCol="0" anchor="ctr">
            <a:spAutoFit/>
          </a:bodyPr>
          <a:lstStyle/>
          <a:p>
            <a:r>
              <a:rPr lang="en-US" sz="1200" b="1"/>
              <a:t>Testing Phase:</a:t>
            </a:r>
          </a:p>
        </p:txBody>
      </p:sp>
      <p:sp>
        <p:nvSpPr>
          <p:cNvPr id="11" name="TextBox 10">
            <a:extLst>
              <a:ext uri="{FF2B5EF4-FFF2-40B4-BE49-F238E27FC236}">
                <a16:creationId xmlns:a16="http://schemas.microsoft.com/office/drawing/2014/main" id="{1B74E917-3154-5829-A142-C08433BB74AF}"/>
              </a:ext>
            </a:extLst>
          </p:cNvPr>
          <p:cNvSpPr txBox="1"/>
          <p:nvPr/>
        </p:nvSpPr>
        <p:spPr>
          <a:xfrm>
            <a:off x="2296941" y="3893643"/>
            <a:ext cx="1014317" cy="276999"/>
          </a:xfrm>
          <a:prstGeom prst="rect">
            <a:avLst/>
          </a:prstGeom>
          <a:noFill/>
        </p:spPr>
        <p:txBody>
          <a:bodyPr wrap="square" rtlCol="0" anchor="ctr">
            <a:spAutoFit/>
          </a:bodyPr>
          <a:lstStyle/>
          <a:p>
            <a:r>
              <a:rPr lang="en-US" sz="1200" b="1"/>
              <a:t>Deployment:</a:t>
            </a:r>
          </a:p>
        </p:txBody>
      </p:sp>
      <p:sp>
        <p:nvSpPr>
          <p:cNvPr id="12" name="TextBox 11">
            <a:extLst>
              <a:ext uri="{FF2B5EF4-FFF2-40B4-BE49-F238E27FC236}">
                <a16:creationId xmlns:a16="http://schemas.microsoft.com/office/drawing/2014/main" id="{B2033ABA-5527-1FD2-FE69-398D12A9A1F5}"/>
              </a:ext>
            </a:extLst>
          </p:cNvPr>
          <p:cNvSpPr txBox="1"/>
          <p:nvPr/>
        </p:nvSpPr>
        <p:spPr>
          <a:xfrm>
            <a:off x="2296941" y="4353837"/>
            <a:ext cx="1708481" cy="276999"/>
          </a:xfrm>
          <a:prstGeom prst="rect">
            <a:avLst/>
          </a:prstGeom>
          <a:noFill/>
        </p:spPr>
        <p:txBody>
          <a:bodyPr wrap="square" rtlCol="0" anchor="ctr">
            <a:spAutoFit/>
          </a:bodyPr>
          <a:lstStyle/>
          <a:p>
            <a:r>
              <a:rPr lang="en-US" sz="1200" b="1"/>
              <a:t>Post-Launch Evaluation:</a:t>
            </a:r>
          </a:p>
        </p:txBody>
      </p:sp>
      <p:sp>
        <p:nvSpPr>
          <p:cNvPr id="28" name="Rectangle: Rounded Corners 27">
            <a:extLst>
              <a:ext uri="{FF2B5EF4-FFF2-40B4-BE49-F238E27FC236}">
                <a16:creationId xmlns:a16="http://schemas.microsoft.com/office/drawing/2014/main" id="{C6203B15-C6F5-FF6E-74C1-AD23675FB295}"/>
              </a:ext>
            </a:extLst>
          </p:cNvPr>
          <p:cNvSpPr/>
          <p:nvPr/>
        </p:nvSpPr>
        <p:spPr>
          <a:xfrm>
            <a:off x="4116310" y="1592681"/>
            <a:ext cx="186071" cy="276999"/>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 name="Rectangle: Rounded Corners 28">
            <a:extLst>
              <a:ext uri="{FF2B5EF4-FFF2-40B4-BE49-F238E27FC236}">
                <a16:creationId xmlns:a16="http://schemas.microsoft.com/office/drawing/2014/main" id="{8B7CECDE-0D23-D4C2-6DD1-63DC571C17A9}"/>
              </a:ext>
            </a:extLst>
          </p:cNvPr>
          <p:cNvSpPr/>
          <p:nvPr/>
        </p:nvSpPr>
        <p:spPr>
          <a:xfrm>
            <a:off x="4302380" y="2052873"/>
            <a:ext cx="380410" cy="276999"/>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 name="Rectangle: Rounded Corners 30">
            <a:extLst>
              <a:ext uri="{FF2B5EF4-FFF2-40B4-BE49-F238E27FC236}">
                <a16:creationId xmlns:a16="http://schemas.microsoft.com/office/drawing/2014/main" id="{AF143DF8-8EE0-3C28-485F-23F6341AFC18}"/>
              </a:ext>
            </a:extLst>
          </p:cNvPr>
          <p:cNvSpPr/>
          <p:nvPr/>
        </p:nvSpPr>
        <p:spPr>
          <a:xfrm>
            <a:off x="5808527" y="2973258"/>
            <a:ext cx="382083" cy="276999"/>
          </a:xfrm>
          <a:prstGeom prst="round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 name="Rectangle: Rounded Corners 42">
            <a:extLst>
              <a:ext uri="{FF2B5EF4-FFF2-40B4-BE49-F238E27FC236}">
                <a16:creationId xmlns:a16="http://schemas.microsoft.com/office/drawing/2014/main" id="{6C2124E8-250E-0B3D-657C-84790749D51C}"/>
              </a:ext>
            </a:extLst>
          </p:cNvPr>
          <p:cNvSpPr/>
          <p:nvPr/>
        </p:nvSpPr>
        <p:spPr>
          <a:xfrm>
            <a:off x="6190610" y="3433451"/>
            <a:ext cx="1136541" cy="276999"/>
          </a:xfrm>
          <a:prstGeom prst="round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 name="Rectangle: Rounded Corners 43">
            <a:extLst>
              <a:ext uri="{FF2B5EF4-FFF2-40B4-BE49-F238E27FC236}">
                <a16:creationId xmlns:a16="http://schemas.microsoft.com/office/drawing/2014/main" id="{B7EA83DF-3D59-8A5C-E18F-E5DC2A01D5C7}"/>
              </a:ext>
            </a:extLst>
          </p:cNvPr>
          <p:cNvSpPr/>
          <p:nvPr/>
        </p:nvSpPr>
        <p:spPr>
          <a:xfrm>
            <a:off x="6589079" y="3893643"/>
            <a:ext cx="1105718" cy="276999"/>
          </a:xfrm>
          <a:prstGeom prst="round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 name="Rectangle: Rounded Corners 44">
            <a:extLst>
              <a:ext uri="{FF2B5EF4-FFF2-40B4-BE49-F238E27FC236}">
                <a16:creationId xmlns:a16="http://schemas.microsoft.com/office/drawing/2014/main" id="{40945F76-F05B-9CD5-58F8-BEFFD421B595}"/>
              </a:ext>
            </a:extLst>
          </p:cNvPr>
          <p:cNvSpPr/>
          <p:nvPr/>
        </p:nvSpPr>
        <p:spPr>
          <a:xfrm>
            <a:off x="7694798" y="4353837"/>
            <a:ext cx="380897" cy="276999"/>
          </a:xfrm>
          <a:prstGeom prst="round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4" name="TextBox 53">
            <a:extLst>
              <a:ext uri="{FF2B5EF4-FFF2-40B4-BE49-F238E27FC236}">
                <a16:creationId xmlns:a16="http://schemas.microsoft.com/office/drawing/2014/main" id="{10226FC4-0013-B7D3-1011-CFC968A4E6E8}"/>
              </a:ext>
            </a:extLst>
          </p:cNvPr>
          <p:cNvSpPr txBox="1"/>
          <p:nvPr/>
        </p:nvSpPr>
        <p:spPr>
          <a:xfrm>
            <a:off x="4253937" y="1615763"/>
            <a:ext cx="460382" cy="230832"/>
          </a:xfrm>
          <a:prstGeom prst="rect">
            <a:avLst/>
          </a:prstGeom>
          <a:noFill/>
        </p:spPr>
        <p:txBody>
          <a:bodyPr wrap="square" rtlCol="0" anchor="ctr">
            <a:spAutoFit/>
          </a:bodyPr>
          <a:lstStyle/>
          <a:p>
            <a:r>
              <a:rPr lang="en-US" sz="900">
                <a:solidFill>
                  <a:schemeClr val="bg1">
                    <a:lumMod val="65000"/>
                  </a:schemeClr>
                </a:solidFill>
              </a:rPr>
              <a:t>10/02</a:t>
            </a:r>
          </a:p>
        </p:txBody>
      </p:sp>
      <p:sp>
        <p:nvSpPr>
          <p:cNvPr id="55" name="TextBox 54">
            <a:extLst>
              <a:ext uri="{FF2B5EF4-FFF2-40B4-BE49-F238E27FC236}">
                <a16:creationId xmlns:a16="http://schemas.microsoft.com/office/drawing/2014/main" id="{46E9A079-A48C-07D3-35CD-5EE631438EF9}"/>
              </a:ext>
            </a:extLst>
          </p:cNvPr>
          <p:cNvSpPr txBox="1"/>
          <p:nvPr/>
        </p:nvSpPr>
        <p:spPr>
          <a:xfrm>
            <a:off x="8089006" y="1615763"/>
            <a:ext cx="551754" cy="230832"/>
          </a:xfrm>
          <a:prstGeom prst="rect">
            <a:avLst/>
          </a:prstGeom>
          <a:noFill/>
        </p:spPr>
        <p:txBody>
          <a:bodyPr wrap="square" rtlCol="0" anchor="ctr">
            <a:spAutoFit/>
          </a:bodyPr>
          <a:lstStyle/>
          <a:p>
            <a:r>
              <a:rPr lang="en-US" sz="900">
                <a:solidFill>
                  <a:schemeClr val="accent5"/>
                </a:solidFill>
              </a:rPr>
              <a:t>(2 days)</a:t>
            </a:r>
          </a:p>
        </p:txBody>
      </p:sp>
      <p:grpSp>
        <p:nvGrpSpPr>
          <p:cNvPr id="78" name="Group 77">
            <a:extLst>
              <a:ext uri="{FF2B5EF4-FFF2-40B4-BE49-F238E27FC236}">
                <a16:creationId xmlns:a16="http://schemas.microsoft.com/office/drawing/2014/main" id="{D410C497-C8ED-7517-B70A-01E0F9C38DA9}"/>
              </a:ext>
            </a:extLst>
          </p:cNvPr>
          <p:cNvGrpSpPr/>
          <p:nvPr/>
        </p:nvGrpSpPr>
        <p:grpSpPr>
          <a:xfrm>
            <a:off x="8919864" y="2248137"/>
            <a:ext cx="1539080" cy="1727241"/>
            <a:chOff x="9297548" y="2092960"/>
            <a:chExt cx="2052106" cy="2302988"/>
          </a:xfrm>
        </p:grpSpPr>
        <p:sp>
          <p:nvSpPr>
            <p:cNvPr id="70" name="Rectangle: Rounded Corners 69">
              <a:extLst>
                <a:ext uri="{FF2B5EF4-FFF2-40B4-BE49-F238E27FC236}">
                  <a16:creationId xmlns:a16="http://schemas.microsoft.com/office/drawing/2014/main" id="{83821E5E-F913-7258-BDF3-0888B493547C}"/>
                </a:ext>
              </a:extLst>
            </p:cNvPr>
            <p:cNvSpPr/>
            <p:nvPr/>
          </p:nvSpPr>
          <p:spPr>
            <a:xfrm>
              <a:off x="9297548" y="2092960"/>
              <a:ext cx="2052106" cy="2302988"/>
            </a:xfrm>
            <a:prstGeom prst="roundRect">
              <a:avLst>
                <a:gd name="adj" fmla="val 8326"/>
              </a:avLst>
            </a:prstGeom>
            <a:solidFill>
              <a:schemeClr val="bg1">
                <a:alpha val="90000"/>
              </a:schemeClr>
            </a:solidFill>
            <a:ln>
              <a:noFill/>
            </a:ln>
            <a:effectLst>
              <a:outerShdw blurRad="165100" sx="102000" sy="102000" algn="ctr" rotWithShape="0">
                <a:prstClr val="black">
                  <a:alpha val="3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8" name="TextBox 17">
              <a:extLst>
                <a:ext uri="{FF2B5EF4-FFF2-40B4-BE49-F238E27FC236}">
                  <a16:creationId xmlns:a16="http://schemas.microsoft.com/office/drawing/2014/main" id="{67C8CACF-302A-3031-54DD-4330FBD1BC50}"/>
                </a:ext>
              </a:extLst>
            </p:cNvPr>
            <p:cNvSpPr txBox="1"/>
            <p:nvPr/>
          </p:nvSpPr>
          <p:spPr>
            <a:xfrm>
              <a:off x="9944872" y="2280143"/>
              <a:ext cx="923757" cy="369332"/>
            </a:xfrm>
            <a:prstGeom prst="rect">
              <a:avLst/>
            </a:prstGeom>
            <a:noFill/>
          </p:spPr>
          <p:txBody>
            <a:bodyPr wrap="none" rtlCol="0">
              <a:spAutoFit/>
            </a:bodyPr>
            <a:lstStyle/>
            <a:p>
              <a:r>
                <a:rPr lang="en-US" sz="1200" b="1" cap="all"/>
                <a:t>Status:</a:t>
              </a:r>
            </a:p>
          </p:txBody>
        </p:sp>
        <p:grpSp>
          <p:nvGrpSpPr>
            <p:cNvPr id="69" name="Group 68">
              <a:extLst>
                <a:ext uri="{FF2B5EF4-FFF2-40B4-BE49-F238E27FC236}">
                  <a16:creationId xmlns:a16="http://schemas.microsoft.com/office/drawing/2014/main" id="{844630ED-B4E2-9367-67F1-92B9F54B4F87}"/>
                </a:ext>
              </a:extLst>
            </p:cNvPr>
            <p:cNvGrpSpPr/>
            <p:nvPr/>
          </p:nvGrpSpPr>
          <p:grpSpPr>
            <a:xfrm>
              <a:off x="9505721" y="2778317"/>
              <a:ext cx="1803642" cy="1396457"/>
              <a:chOff x="9897780" y="2778317"/>
              <a:chExt cx="1803642" cy="1396457"/>
            </a:xfrm>
          </p:grpSpPr>
          <p:grpSp>
            <p:nvGrpSpPr>
              <p:cNvPr id="64" name="Group 63">
                <a:extLst>
                  <a:ext uri="{FF2B5EF4-FFF2-40B4-BE49-F238E27FC236}">
                    <a16:creationId xmlns:a16="http://schemas.microsoft.com/office/drawing/2014/main" id="{8E92011B-3D4F-E756-9C15-0ABD4B1D74A1}"/>
                  </a:ext>
                </a:extLst>
              </p:cNvPr>
              <p:cNvGrpSpPr/>
              <p:nvPr/>
            </p:nvGrpSpPr>
            <p:grpSpPr>
              <a:xfrm>
                <a:off x="9901396" y="3805442"/>
                <a:ext cx="1551925" cy="369332"/>
                <a:chOff x="12671326" y="4195893"/>
                <a:chExt cx="1551925" cy="369332"/>
              </a:xfrm>
            </p:grpSpPr>
            <p:sp>
              <p:nvSpPr>
                <p:cNvPr id="25" name="TextBox 24">
                  <a:extLst>
                    <a:ext uri="{FF2B5EF4-FFF2-40B4-BE49-F238E27FC236}">
                      <a16:creationId xmlns:a16="http://schemas.microsoft.com/office/drawing/2014/main" id="{F5F99B1A-E058-ED45-F4D1-8AE58D8712E0}"/>
                    </a:ext>
                  </a:extLst>
                </p:cNvPr>
                <p:cNvSpPr txBox="1"/>
                <p:nvPr/>
              </p:nvSpPr>
              <p:spPr>
                <a:xfrm>
                  <a:off x="13307871" y="4195893"/>
                  <a:ext cx="915380" cy="369332"/>
                </a:xfrm>
                <a:prstGeom prst="rect">
                  <a:avLst/>
                </a:prstGeom>
                <a:noFill/>
              </p:spPr>
              <p:txBody>
                <a:bodyPr wrap="none" rtlCol="0" anchor="ctr">
                  <a:spAutoFit/>
                </a:bodyPr>
                <a:lstStyle/>
                <a:p>
                  <a:r>
                    <a:rPr lang="en-US" sz="1200"/>
                    <a:t>Pending</a:t>
                  </a:r>
                </a:p>
              </p:txBody>
            </p:sp>
            <p:sp>
              <p:nvSpPr>
                <p:cNvPr id="59" name="Rectangle: Rounded Corners 58">
                  <a:extLst>
                    <a:ext uri="{FF2B5EF4-FFF2-40B4-BE49-F238E27FC236}">
                      <a16:creationId xmlns:a16="http://schemas.microsoft.com/office/drawing/2014/main" id="{687BFC27-B550-DF00-BB21-BC8686332A23}"/>
                    </a:ext>
                  </a:extLst>
                </p:cNvPr>
                <p:cNvSpPr/>
                <p:nvPr/>
              </p:nvSpPr>
              <p:spPr>
                <a:xfrm>
                  <a:off x="12671326" y="4195893"/>
                  <a:ext cx="509443" cy="369332"/>
                </a:xfrm>
                <a:prstGeom prst="round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grpSp>
          <p:grpSp>
            <p:nvGrpSpPr>
              <p:cNvPr id="63" name="Group 62">
                <a:extLst>
                  <a:ext uri="{FF2B5EF4-FFF2-40B4-BE49-F238E27FC236}">
                    <a16:creationId xmlns:a16="http://schemas.microsoft.com/office/drawing/2014/main" id="{F125688D-496E-46CD-B6C3-B4A1617B0E9A}"/>
                  </a:ext>
                </a:extLst>
              </p:cNvPr>
              <p:cNvGrpSpPr/>
              <p:nvPr/>
            </p:nvGrpSpPr>
            <p:grpSpPr>
              <a:xfrm>
                <a:off x="9897780" y="3291879"/>
                <a:ext cx="1803642" cy="369332"/>
                <a:chOff x="12667710" y="3731730"/>
                <a:chExt cx="1803642" cy="369332"/>
              </a:xfrm>
            </p:grpSpPr>
            <p:sp>
              <p:nvSpPr>
                <p:cNvPr id="22" name="TextBox 21">
                  <a:extLst>
                    <a:ext uri="{FF2B5EF4-FFF2-40B4-BE49-F238E27FC236}">
                      <a16:creationId xmlns:a16="http://schemas.microsoft.com/office/drawing/2014/main" id="{DBA63CA7-2665-688A-8F15-CD44DEA315D5}"/>
                    </a:ext>
                  </a:extLst>
                </p:cNvPr>
                <p:cNvSpPr txBox="1"/>
                <p:nvPr/>
              </p:nvSpPr>
              <p:spPr>
                <a:xfrm>
                  <a:off x="13307871" y="3731730"/>
                  <a:ext cx="1163481" cy="369332"/>
                </a:xfrm>
                <a:prstGeom prst="rect">
                  <a:avLst/>
                </a:prstGeom>
                <a:noFill/>
              </p:spPr>
              <p:txBody>
                <a:bodyPr wrap="none" rtlCol="0" anchor="ctr">
                  <a:spAutoFit/>
                </a:bodyPr>
                <a:lstStyle/>
                <a:p>
                  <a:r>
                    <a:rPr lang="en-US" sz="1200"/>
                    <a:t>In Progress</a:t>
                  </a:r>
                </a:p>
              </p:txBody>
            </p:sp>
            <p:sp>
              <p:nvSpPr>
                <p:cNvPr id="60" name="Rectangle: Rounded Corners 59">
                  <a:extLst>
                    <a:ext uri="{FF2B5EF4-FFF2-40B4-BE49-F238E27FC236}">
                      <a16:creationId xmlns:a16="http://schemas.microsoft.com/office/drawing/2014/main" id="{F600DE5C-0FF7-57DF-3C3D-C4E12BCE4565}"/>
                    </a:ext>
                  </a:extLst>
                </p:cNvPr>
                <p:cNvSpPr/>
                <p:nvPr/>
              </p:nvSpPr>
              <p:spPr>
                <a:xfrm>
                  <a:off x="12667710" y="3731730"/>
                  <a:ext cx="509443" cy="369332"/>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grpSp>
          <p:grpSp>
            <p:nvGrpSpPr>
              <p:cNvPr id="62" name="Group 61">
                <a:extLst>
                  <a:ext uri="{FF2B5EF4-FFF2-40B4-BE49-F238E27FC236}">
                    <a16:creationId xmlns:a16="http://schemas.microsoft.com/office/drawing/2014/main" id="{87142200-6D4B-C22D-0183-87CC98698FA3}"/>
                  </a:ext>
                </a:extLst>
              </p:cNvPr>
              <p:cNvGrpSpPr/>
              <p:nvPr/>
            </p:nvGrpSpPr>
            <p:grpSpPr>
              <a:xfrm>
                <a:off x="9897780" y="2778317"/>
                <a:ext cx="1799966" cy="369332"/>
                <a:chOff x="12667710" y="3168768"/>
                <a:chExt cx="1799966" cy="369332"/>
              </a:xfrm>
            </p:grpSpPr>
            <p:sp>
              <p:nvSpPr>
                <p:cNvPr id="58" name="TextBox 57">
                  <a:extLst>
                    <a:ext uri="{FF2B5EF4-FFF2-40B4-BE49-F238E27FC236}">
                      <a16:creationId xmlns:a16="http://schemas.microsoft.com/office/drawing/2014/main" id="{4A946B94-A201-AB72-A420-8A23BB40D812}"/>
                    </a:ext>
                  </a:extLst>
                </p:cNvPr>
                <p:cNvSpPr txBox="1"/>
                <p:nvPr/>
              </p:nvSpPr>
              <p:spPr>
                <a:xfrm>
                  <a:off x="13307871" y="3168768"/>
                  <a:ext cx="1159805" cy="369332"/>
                </a:xfrm>
                <a:prstGeom prst="rect">
                  <a:avLst/>
                </a:prstGeom>
                <a:noFill/>
              </p:spPr>
              <p:txBody>
                <a:bodyPr wrap="none" rtlCol="0" anchor="ctr">
                  <a:spAutoFit/>
                </a:bodyPr>
                <a:lstStyle/>
                <a:p>
                  <a:r>
                    <a:rPr lang="en-US" sz="1200"/>
                    <a:t>Completed</a:t>
                  </a:r>
                </a:p>
              </p:txBody>
            </p:sp>
            <p:sp>
              <p:nvSpPr>
                <p:cNvPr id="61" name="Rectangle: Rounded Corners 60">
                  <a:extLst>
                    <a:ext uri="{FF2B5EF4-FFF2-40B4-BE49-F238E27FC236}">
                      <a16:creationId xmlns:a16="http://schemas.microsoft.com/office/drawing/2014/main" id="{1F4211D3-C307-E106-40E2-B6ACE6ACB8B7}"/>
                    </a:ext>
                  </a:extLst>
                </p:cNvPr>
                <p:cNvSpPr/>
                <p:nvPr/>
              </p:nvSpPr>
              <p:spPr>
                <a:xfrm>
                  <a:off x="12667710" y="3168768"/>
                  <a:ext cx="509443" cy="369332"/>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grpSp>
        </p:grpSp>
      </p:grpSp>
      <p:sp>
        <p:nvSpPr>
          <p:cNvPr id="65" name="Rectangle: Rounded Corners 64">
            <a:extLst>
              <a:ext uri="{FF2B5EF4-FFF2-40B4-BE49-F238E27FC236}">
                <a16:creationId xmlns:a16="http://schemas.microsoft.com/office/drawing/2014/main" id="{2A93804D-9DA5-36D5-1C52-09BEA9F0375F}"/>
              </a:ext>
            </a:extLst>
          </p:cNvPr>
          <p:cNvSpPr/>
          <p:nvPr/>
        </p:nvSpPr>
        <p:spPr>
          <a:xfrm>
            <a:off x="4116308" y="1132488"/>
            <a:ext cx="3959384" cy="276999"/>
          </a:xfrm>
          <a:prstGeom prst="roundRect">
            <a:avLst/>
          </a:prstGeom>
          <a:solidFill>
            <a:schemeClr val="bg2">
              <a:lumMod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3" name="TextBox 52">
            <a:extLst>
              <a:ext uri="{FF2B5EF4-FFF2-40B4-BE49-F238E27FC236}">
                <a16:creationId xmlns:a16="http://schemas.microsoft.com/office/drawing/2014/main" id="{33D5CBBC-4847-3293-71A8-46BD758BC1B8}"/>
              </a:ext>
            </a:extLst>
          </p:cNvPr>
          <p:cNvSpPr txBox="1"/>
          <p:nvPr/>
        </p:nvSpPr>
        <p:spPr>
          <a:xfrm>
            <a:off x="4060365" y="1144029"/>
            <a:ext cx="511679" cy="253916"/>
          </a:xfrm>
          <a:prstGeom prst="rect">
            <a:avLst/>
          </a:prstGeom>
          <a:noFill/>
        </p:spPr>
        <p:txBody>
          <a:bodyPr wrap="square" rtlCol="0" anchor="ctr">
            <a:spAutoFit/>
          </a:bodyPr>
          <a:lstStyle/>
          <a:p>
            <a:pPr algn="r"/>
            <a:r>
              <a:rPr lang="en-US" sz="1050">
                <a:solidFill>
                  <a:schemeClr val="tx1">
                    <a:lumMod val="50000"/>
                    <a:lumOff val="50000"/>
                  </a:schemeClr>
                </a:solidFill>
              </a:rPr>
              <a:t>10/01</a:t>
            </a:r>
          </a:p>
        </p:txBody>
      </p:sp>
      <p:sp>
        <p:nvSpPr>
          <p:cNvPr id="66" name="TextBox 65">
            <a:extLst>
              <a:ext uri="{FF2B5EF4-FFF2-40B4-BE49-F238E27FC236}">
                <a16:creationId xmlns:a16="http://schemas.microsoft.com/office/drawing/2014/main" id="{B7D0C0CF-E9A4-7FA5-E161-75483B7E4253}"/>
              </a:ext>
            </a:extLst>
          </p:cNvPr>
          <p:cNvSpPr txBox="1"/>
          <p:nvPr/>
        </p:nvSpPr>
        <p:spPr>
          <a:xfrm>
            <a:off x="7564014" y="1142434"/>
            <a:ext cx="511679" cy="253916"/>
          </a:xfrm>
          <a:prstGeom prst="rect">
            <a:avLst/>
          </a:prstGeom>
          <a:noFill/>
        </p:spPr>
        <p:txBody>
          <a:bodyPr wrap="square" rtlCol="0" anchor="ctr">
            <a:spAutoFit/>
          </a:bodyPr>
          <a:lstStyle/>
          <a:p>
            <a:pPr algn="r"/>
            <a:r>
              <a:rPr lang="en-US" sz="1050">
                <a:solidFill>
                  <a:schemeClr val="tx1">
                    <a:lumMod val="50000"/>
                    <a:lumOff val="50000"/>
                  </a:schemeClr>
                </a:solidFill>
              </a:rPr>
              <a:t>10/04</a:t>
            </a:r>
          </a:p>
        </p:txBody>
      </p:sp>
      <p:sp>
        <p:nvSpPr>
          <p:cNvPr id="67" name="TextBox 66">
            <a:extLst>
              <a:ext uri="{FF2B5EF4-FFF2-40B4-BE49-F238E27FC236}">
                <a16:creationId xmlns:a16="http://schemas.microsoft.com/office/drawing/2014/main" id="{CAC478CE-5116-05E6-793D-CEF33F89C75C}"/>
              </a:ext>
            </a:extLst>
          </p:cNvPr>
          <p:cNvSpPr txBox="1"/>
          <p:nvPr/>
        </p:nvSpPr>
        <p:spPr>
          <a:xfrm>
            <a:off x="8089006" y="1152642"/>
            <a:ext cx="609462" cy="230832"/>
          </a:xfrm>
          <a:prstGeom prst="rect">
            <a:avLst/>
          </a:prstGeom>
          <a:noFill/>
        </p:spPr>
        <p:txBody>
          <a:bodyPr wrap="square" rtlCol="0" anchor="ctr">
            <a:spAutoFit/>
          </a:bodyPr>
          <a:lstStyle/>
          <a:p>
            <a:r>
              <a:rPr lang="en-US" sz="900">
                <a:solidFill>
                  <a:schemeClr val="accent5"/>
                </a:solidFill>
              </a:rPr>
              <a:t>(21 days)</a:t>
            </a:r>
          </a:p>
        </p:txBody>
      </p:sp>
      <p:sp>
        <p:nvSpPr>
          <p:cNvPr id="80" name="TextBox 79">
            <a:extLst>
              <a:ext uri="{FF2B5EF4-FFF2-40B4-BE49-F238E27FC236}">
                <a16:creationId xmlns:a16="http://schemas.microsoft.com/office/drawing/2014/main" id="{899A1C20-ACBD-CABC-BD21-D221FB051D29}"/>
              </a:ext>
            </a:extLst>
          </p:cNvPr>
          <p:cNvSpPr txBox="1"/>
          <p:nvPr/>
        </p:nvSpPr>
        <p:spPr>
          <a:xfrm>
            <a:off x="2296939" y="1147285"/>
            <a:ext cx="576504" cy="276999"/>
          </a:xfrm>
          <a:prstGeom prst="rect">
            <a:avLst/>
          </a:prstGeom>
          <a:noFill/>
        </p:spPr>
        <p:txBody>
          <a:bodyPr wrap="square" rtlCol="0">
            <a:spAutoFit/>
          </a:bodyPr>
          <a:lstStyle/>
          <a:p>
            <a:r>
              <a:rPr lang="en-US" sz="1200" b="1" cap="all"/>
              <a:t>Task: </a:t>
            </a:r>
          </a:p>
        </p:txBody>
      </p:sp>
      <p:sp>
        <p:nvSpPr>
          <p:cNvPr id="85" name="TextBox 84">
            <a:extLst>
              <a:ext uri="{FF2B5EF4-FFF2-40B4-BE49-F238E27FC236}">
                <a16:creationId xmlns:a16="http://schemas.microsoft.com/office/drawing/2014/main" id="{0C62D89A-B14E-F937-ABD8-692B9CDFB5C0}"/>
              </a:ext>
            </a:extLst>
          </p:cNvPr>
          <p:cNvSpPr txBox="1"/>
          <p:nvPr/>
        </p:nvSpPr>
        <p:spPr>
          <a:xfrm>
            <a:off x="4635181" y="2075956"/>
            <a:ext cx="460382" cy="230832"/>
          </a:xfrm>
          <a:prstGeom prst="rect">
            <a:avLst/>
          </a:prstGeom>
          <a:noFill/>
        </p:spPr>
        <p:txBody>
          <a:bodyPr wrap="square" rtlCol="0" anchor="ctr">
            <a:spAutoFit/>
          </a:bodyPr>
          <a:lstStyle/>
          <a:p>
            <a:r>
              <a:rPr lang="en-US" sz="900">
                <a:solidFill>
                  <a:schemeClr val="bg1">
                    <a:lumMod val="65000"/>
                  </a:schemeClr>
                </a:solidFill>
              </a:rPr>
              <a:t>10/04</a:t>
            </a:r>
          </a:p>
        </p:txBody>
      </p:sp>
      <p:sp>
        <p:nvSpPr>
          <p:cNvPr id="86" name="TextBox 85">
            <a:extLst>
              <a:ext uri="{FF2B5EF4-FFF2-40B4-BE49-F238E27FC236}">
                <a16:creationId xmlns:a16="http://schemas.microsoft.com/office/drawing/2014/main" id="{BE0B77F9-2391-DA8E-99FB-C84843971923}"/>
              </a:ext>
            </a:extLst>
          </p:cNvPr>
          <p:cNvSpPr txBox="1"/>
          <p:nvPr/>
        </p:nvSpPr>
        <p:spPr>
          <a:xfrm>
            <a:off x="3832363" y="2075956"/>
            <a:ext cx="460382" cy="230832"/>
          </a:xfrm>
          <a:prstGeom prst="rect">
            <a:avLst/>
          </a:prstGeom>
          <a:noFill/>
        </p:spPr>
        <p:txBody>
          <a:bodyPr wrap="square" rtlCol="0" anchor="ctr">
            <a:spAutoFit/>
          </a:bodyPr>
          <a:lstStyle/>
          <a:p>
            <a:pPr algn="r"/>
            <a:r>
              <a:rPr lang="en-US" sz="900">
                <a:solidFill>
                  <a:schemeClr val="bg1">
                    <a:lumMod val="65000"/>
                  </a:schemeClr>
                </a:solidFill>
              </a:rPr>
              <a:t>10/02</a:t>
            </a:r>
          </a:p>
        </p:txBody>
      </p:sp>
      <p:sp>
        <p:nvSpPr>
          <p:cNvPr id="87" name="TextBox 86">
            <a:extLst>
              <a:ext uri="{FF2B5EF4-FFF2-40B4-BE49-F238E27FC236}">
                <a16:creationId xmlns:a16="http://schemas.microsoft.com/office/drawing/2014/main" id="{4D8676CD-EBF6-2B1E-515C-6639AFBA0CC8}"/>
              </a:ext>
            </a:extLst>
          </p:cNvPr>
          <p:cNvSpPr txBox="1"/>
          <p:nvPr/>
        </p:nvSpPr>
        <p:spPr>
          <a:xfrm>
            <a:off x="3647586" y="1615763"/>
            <a:ext cx="460382" cy="230832"/>
          </a:xfrm>
          <a:prstGeom prst="rect">
            <a:avLst/>
          </a:prstGeom>
          <a:noFill/>
        </p:spPr>
        <p:txBody>
          <a:bodyPr wrap="square" rtlCol="0" anchor="ctr">
            <a:spAutoFit/>
          </a:bodyPr>
          <a:lstStyle/>
          <a:p>
            <a:pPr algn="r"/>
            <a:r>
              <a:rPr lang="en-US" sz="900">
                <a:solidFill>
                  <a:schemeClr val="bg1">
                    <a:lumMod val="65000"/>
                  </a:schemeClr>
                </a:solidFill>
              </a:rPr>
              <a:t>10/01</a:t>
            </a:r>
          </a:p>
        </p:txBody>
      </p:sp>
      <p:sp>
        <p:nvSpPr>
          <p:cNvPr id="88" name="TextBox 87">
            <a:extLst>
              <a:ext uri="{FF2B5EF4-FFF2-40B4-BE49-F238E27FC236}">
                <a16:creationId xmlns:a16="http://schemas.microsoft.com/office/drawing/2014/main" id="{40549B3C-357E-CD72-8906-6782775BE574}"/>
              </a:ext>
            </a:extLst>
          </p:cNvPr>
          <p:cNvSpPr txBox="1"/>
          <p:nvPr/>
        </p:nvSpPr>
        <p:spPr>
          <a:xfrm>
            <a:off x="8089006" y="2075956"/>
            <a:ext cx="551754" cy="230832"/>
          </a:xfrm>
          <a:prstGeom prst="rect">
            <a:avLst/>
          </a:prstGeom>
          <a:noFill/>
        </p:spPr>
        <p:txBody>
          <a:bodyPr wrap="square" rtlCol="0" anchor="ctr">
            <a:spAutoFit/>
          </a:bodyPr>
          <a:lstStyle/>
          <a:p>
            <a:r>
              <a:rPr lang="en-US" sz="900">
                <a:solidFill>
                  <a:schemeClr val="accent5"/>
                </a:solidFill>
              </a:rPr>
              <a:t>(3 days)</a:t>
            </a:r>
          </a:p>
        </p:txBody>
      </p:sp>
      <p:sp>
        <p:nvSpPr>
          <p:cNvPr id="89" name="TextBox 88">
            <a:extLst>
              <a:ext uri="{FF2B5EF4-FFF2-40B4-BE49-F238E27FC236}">
                <a16:creationId xmlns:a16="http://schemas.microsoft.com/office/drawing/2014/main" id="{DB4EE9D4-A537-C19F-A088-7551708B9EFF}"/>
              </a:ext>
            </a:extLst>
          </p:cNvPr>
          <p:cNvSpPr txBox="1"/>
          <p:nvPr/>
        </p:nvSpPr>
        <p:spPr>
          <a:xfrm>
            <a:off x="8089006" y="2536148"/>
            <a:ext cx="551754" cy="230832"/>
          </a:xfrm>
          <a:prstGeom prst="rect">
            <a:avLst/>
          </a:prstGeom>
          <a:noFill/>
        </p:spPr>
        <p:txBody>
          <a:bodyPr wrap="square" rtlCol="0" anchor="ctr">
            <a:spAutoFit/>
          </a:bodyPr>
          <a:lstStyle/>
          <a:p>
            <a:r>
              <a:rPr lang="en-US" sz="900">
                <a:solidFill>
                  <a:schemeClr val="accent5"/>
                </a:solidFill>
              </a:rPr>
              <a:t>(3 days)</a:t>
            </a:r>
          </a:p>
        </p:txBody>
      </p:sp>
      <p:sp>
        <p:nvSpPr>
          <p:cNvPr id="90" name="TextBox 89">
            <a:extLst>
              <a:ext uri="{FF2B5EF4-FFF2-40B4-BE49-F238E27FC236}">
                <a16:creationId xmlns:a16="http://schemas.microsoft.com/office/drawing/2014/main" id="{7C30A505-728A-13CB-8587-6A9675D2041B}"/>
              </a:ext>
            </a:extLst>
          </p:cNvPr>
          <p:cNvSpPr txBox="1"/>
          <p:nvPr/>
        </p:nvSpPr>
        <p:spPr>
          <a:xfrm>
            <a:off x="8089006" y="2996341"/>
            <a:ext cx="551754" cy="230832"/>
          </a:xfrm>
          <a:prstGeom prst="rect">
            <a:avLst/>
          </a:prstGeom>
          <a:noFill/>
        </p:spPr>
        <p:txBody>
          <a:bodyPr wrap="square" rtlCol="0" anchor="ctr">
            <a:spAutoFit/>
          </a:bodyPr>
          <a:lstStyle/>
          <a:p>
            <a:r>
              <a:rPr lang="en-US" sz="900">
                <a:solidFill>
                  <a:schemeClr val="accent5"/>
                </a:solidFill>
              </a:rPr>
              <a:t>(3 days)</a:t>
            </a:r>
          </a:p>
        </p:txBody>
      </p:sp>
      <p:sp>
        <p:nvSpPr>
          <p:cNvPr id="91" name="TextBox 90">
            <a:extLst>
              <a:ext uri="{FF2B5EF4-FFF2-40B4-BE49-F238E27FC236}">
                <a16:creationId xmlns:a16="http://schemas.microsoft.com/office/drawing/2014/main" id="{54374B82-BE24-E119-4E13-260432DDD5D3}"/>
              </a:ext>
            </a:extLst>
          </p:cNvPr>
          <p:cNvSpPr txBox="1"/>
          <p:nvPr/>
        </p:nvSpPr>
        <p:spPr>
          <a:xfrm>
            <a:off x="8089006" y="3456533"/>
            <a:ext cx="551754" cy="230832"/>
          </a:xfrm>
          <a:prstGeom prst="rect">
            <a:avLst/>
          </a:prstGeom>
          <a:noFill/>
        </p:spPr>
        <p:txBody>
          <a:bodyPr wrap="square" rtlCol="0" anchor="ctr">
            <a:spAutoFit/>
          </a:bodyPr>
          <a:lstStyle/>
          <a:p>
            <a:r>
              <a:rPr lang="en-US" sz="900">
                <a:solidFill>
                  <a:schemeClr val="accent5"/>
                </a:solidFill>
              </a:rPr>
              <a:t>(6 days)</a:t>
            </a:r>
          </a:p>
        </p:txBody>
      </p:sp>
      <p:sp>
        <p:nvSpPr>
          <p:cNvPr id="92" name="TextBox 91">
            <a:extLst>
              <a:ext uri="{FF2B5EF4-FFF2-40B4-BE49-F238E27FC236}">
                <a16:creationId xmlns:a16="http://schemas.microsoft.com/office/drawing/2014/main" id="{E24D9103-0E36-FE31-49EC-BE1E501EB577}"/>
              </a:ext>
            </a:extLst>
          </p:cNvPr>
          <p:cNvSpPr txBox="1"/>
          <p:nvPr/>
        </p:nvSpPr>
        <p:spPr>
          <a:xfrm>
            <a:off x="8089006" y="3916726"/>
            <a:ext cx="551754" cy="230832"/>
          </a:xfrm>
          <a:prstGeom prst="rect">
            <a:avLst/>
          </a:prstGeom>
          <a:noFill/>
        </p:spPr>
        <p:txBody>
          <a:bodyPr wrap="square" rtlCol="0" anchor="ctr">
            <a:spAutoFit/>
          </a:bodyPr>
          <a:lstStyle/>
          <a:p>
            <a:r>
              <a:rPr lang="en-US" sz="900">
                <a:solidFill>
                  <a:schemeClr val="accent5"/>
                </a:solidFill>
              </a:rPr>
              <a:t>(6 days)</a:t>
            </a:r>
          </a:p>
        </p:txBody>
      </p:sp>
      <p:sp>
        <p:nvSpPr>
          <p:cNvPr id="93" name="TextBox 92">
            <a:extLst>
              <a:ext uri="{FF2B5EF4-FFF2-40B4-BE49-F238E27FC236}">
                <a16:creationId xmlns:a16="http://schemas.microsoft.com/office/drawing/2014/main" id="{6D791750-F689-E08D-55D1-66293E012129}"/>
              </a:ext>
            </a:extLst>
          </p:cNvPr>
          <p:cNvSpPr txBox="1"/>
          <p:nvPr/>
        </p:nvSpPr>
        <p:spPr>
          <a:xfrm>
            <a:off x="8504627" y="4376919"/>
            <a:ext cx="551754" cy="230832"/>
          </a:xfrm>
          <a:prstGeom prst="rect">
            <a:avLst/>
          </a:prstGeom>
          <a:noFill/>
        </p:spPr>
        <p:txBody>
          <a:bodyPr wrap="square" rtlCol="0" anchor="ctr">
            <a:spAutoFit/>
          </a:bodyPr>
          <a:lstStyle/>
          <a:p>
            <a:r>
              <a:rPr lang="en-US" sz="900">
                <a:solidFill>
                  <a:schemeClr val="accent5"/>
                </a:solidFill>
              </a:rPr>
              <a:t>(3 days)</a:t>
            </a:r>
          </a:p>
        </p:txBody>
      </p:sp>
      <p:sp>
        <p:nvSpPr>
          <p:cNvPr id="94" name="TextBox 93">
            <a:extLst>
              <a:ext uri="{FF2B5EF4-FFF2-40B4-BE49-F238E27FC236}">
                <a16:creationId xmlns:a16="http://schemas.microsoft.com/office/drawing/2014/main" id="{F8441640-8788-E7C8-AF7B-23F739D02423}"/>
              </a:ext>
            </a:extLst>
          </p:cNvPr>
          <p:cNvSpPr txBox="1"/>
          <p:nvPr/>
        </p:nvSpPr>
        <p:spPr>
          <a:xfrm>
            <a:off x="4379616" y="2536148"/>
            <a:ext cx="460382" cy="230832"/>
          </a:xfrm>
          <a:prstGeom prst="rect">
            <a:avLst/>
          </a:prstGeom>
          <a:noFill/>
        </p:spPr>
        <p:txBody>
          <a:bodyPr wrap="square" rtlCol="0" anchor="ctr">
            <a:spAutoFit/>
          </a:bodyPr>
          <a:lstStyle/>
          <a:p>
            <a:pPr algn="r"/>
            <a:r>
              <a:rPr lang="en-US" sz="900">
                <a:solidFill>
                  <a:schemeClr val="bg1">
                    <a:lumMod val="65000"/>
                  </a:schemeClr>
                </a:solidFill>
              </a:rPr>
              <a:t>10/05</a:t>
            </a:r>
          </a:p>
        </p:txBody>
      </p:sp>
      <p:sp>
        <p:nvSpPr>
          <p:cNvPr id="95" name="TextBox 94">
            <a:extLst>
              <a:ext uri="{FF2B5EF4-FFF2-40B4-BE49-F238E27FC236}">
                <a16:creationId xmlns:a16="http://schemas.microsoft.com/office/drawing/2014/main" id="{04B5525C-BDDE-D450-38D4-60CC918777DF}"/>
              </a:ext>
            </a:extLst>
          </p:cNvPr>
          <p:cNvSpPr txBox="1"/>
          <p:nvPr/>
        </p:nvSpPr>
        <p:spPr>
          <a:xfrm>
            <a:off x="5218909" y="2536148"/>
            <a:ext cx="460382" cy="230832"/>
          </a:xfrm>
          <a:prstGeom prst="rect">
            <a:avLst/>
          </a:prstGeom>
          <a:noFill/>
        </p:spPr>
        <p:txBody>
          <a:bodyPr wrap="square" rtlCol="0" anchor="ctr">
            <a:spAutoFit/>
          </a:bodyPr>
          <a:lstStyle/>
          <a:p>
            <a:r>
              <a:rPr lang="en-US" sz="900">
                <a:solidFill>
                  <a:schemeClr val="bg1">
                    <a:lumMod val="65000"/>
                  </a:schemeClr>
                </a:solidFill>
              </a:rPr>
              <a:t>10/07</a:t>
            </a:r>
          </a:p>
        </p:txBody>
      </p:sp>
      <p:sp>
        <p:nvSpPr>
          <p:cNvPr id="96" name="TextBox 95">
            <a:extLst>
              <a:ext uri="{FF2B5EF4-FFF2-40B4-BE49-F238E27FC236}">
                <a16:creationId xmlns:a16="http://schemas.microsoft.com/office/drawing/2014/main" id="{1ADE3847-C0B6-1A24-0BE8-A6D1C49E80D7}"/>
              </a:ext>
            </a:extLst>
          </p:cNvPr>
          <p:cNvSpPr txBox="1"/>
          <p:nvPr/>
        </p:nvSpPr>
        <p:spPr>
          <a:xfrm>
            <a:off x="5346822" y="2996341"/>
            <a:ext cx="460382" cy="230832"/>
          </a:xfrm>
          <a:prstGeom prst="rect">
            <a:avLst/>
          </a:prstGeom>
          <a:noFill/>
        </p:spPr>
        <p:txBody>
          <a:bodyPr wrap="square" rtlCol="0" anchor="ctr">
            <a:spAutoFit/>
          </a:bodyPr>
          <a:lstStyle/>
          <a:p>
            <a:pPr algn="r"/>
            <a:r>
              <a:rPr lang="en-US" sz="900">
                <a:solidFill>
                  <a:schemeClr val="bg1">
                    <a:lumMod val="65000"/>
                  </a:schemeClr>
                </a:solidFill>
              </a:rPr>
              <a:t>10/10</a:t>
            </a:r>
          </a:p>
        </p:txBody>
      </p:sp>
      <p:sp>
        <p:nvSpPr>
          <p:cNvPr id="97" name="TextBox 96">
            <a:extLst>
              <a:ext uri="{FF2B5EF4-FFF2-40B4-BE49-F238E27FC236}">
                <a16:creationId xmlns:a16="http://schemas.microsoft.com/office/drawing/2014/main" id="{0DDF04A1-3DAB-CB26-5150-EC944E8430A2}"/>
              </a:ext>
            </a:extLst>
          </p:cNvPr>
          <p:cNvSpPr txBox="1"/>
          <p:nvPr/>
        </p:nvSpPr>
        <p:spPr>
          <a:xfrm>
            <a:off x="6148850" y="2996341"/>
            <a:ext cx="460382" cy="230832"/>
          </a:xfrm>
          <a:prstGeom prst="rect">
            <a:avLst/>
          </a:prstGeom>
          <a:noFill/>
        </p:spPr>
        <p:txBody>
          <a:bodyPr wrap="square" rtlCol="0" anchor="ctr">
            <a:spAutoFit/>
          </a:bodyPr>
          <a:lstStyle/>
          <a:p>
            <a:r>
              <a:rPr lang="en-US" sz="900">
                <a:solidFill>
                  <a:schemeClr val="bg1">
                    <a:lumMod val="65000"/>
                  </a:schemeClr>
                </a:solidFill>
              </a:rPr>
              <a:t>10/12</a:t>
            </a:r>
          </a:p>
        </p:txBody>
      </p:sp>
      <p:sp>
        <p:nvSpPr>
          <p:cNvPr id="98" name="TextBox 97">
            <a:extLst>
              <a:ext uri="{FF2B5EF4-FFF2-40B4-BE49-F238E27FC236}">
                <a16:creationId xmlns:a16="http://schemas.microsoft.com/office/drawing/2014/main" id="{9FED55D6-6DBB-CC51-6622-9CB6F90CF18C}"/>
              </a:ext>
            </a:extLst>
          </p:cNvPr>
          <p:cNvSpPr txBox="1"/>
          <p:nvPr/>
        </p:nvSpPr>
        <p:spPr>
          <a:xfrm>
            <a:off x="5710617" y="3456533"/>
            <a:ext cx="460382" cy="230832"/>
          </a:xfrm>
          <a:prstGeom prst="rect">
            <a:avLst/>
          </a:prstGeom>
          <a:noFill/>
        </p:spPr>
        <p:txBody>
          <a:bodyPr wrap="square" rtlCol="0" anchor="ctr">
            <a:spAutoFit/>
          </a:bodyPr>
          <a:lstStyle/>
          <a:p>
            <a:pPr algn="r"/>
            <a:r>
              <a:rPr lang="en-US" sz="900">
                <a:solidFill>
                  <a:schemeClr val="bg1">
                    <a:lumMod val="65000"/>
                  </a:schemeClr>
                </a:solidFill>
              </a:rPr>
              <a:t>10/12</a:t>
            </a:r>
          </a:p>
        </p:txBody>
      </p:sp>
      <p:sp>
        <p:nvSpPr>
          <p:cNvPr id="99" name="TextBox 98">
            <a:extLst>
              <a:ext uri="{FF2B5EF4-FFF2-40B4-BE49-F238E27FC236}">
                <a16:creationId xmlns:a16="http://schemas.microsoft.com/office/drawing/2014/main" id="{84662646-C26D-5FCD-4B51-CDAB10D235DE}"/>
              </a:ext>
            </a:extLst>
          </p:cNvPr>
          <p:cNvSpPr txBox="1"/>
          <p:nvPr/>
        </p:nvSpPr>
        <p:spPr>
          <a:xfrm>
            <a:off x="7267161" y="3456533"/>
            <a:ext cx="460382" cy="230832"/>
          </a:xfrm>
          <a:prstGeom prst="rect">
            <a:avLst/>
          </a:prstGeom>
          <a:noFill/>
        </p:spPr>
        <p:txBody>
          <a:bodyPr wrap="square" rtlCol="0" anchor="ctr">
            <a:spAutoFit/>
          </a:bodyPr>
          <a:lstStyle/>
          <a:p>
            <a:r>
              <a:rPr lang="en-US" sz="900">
                <a:solidFill>
                  <a:schemeClr val="bg1">
                    <a:lumMod val="65000"/>
                  </a:schemeClr>
                </a:solidFill>
              </a:rPr>
              <a:t>10/18</a:t>
            </a:r>
          </a:p>
        </p:txBody>
      </p:sp>
      <p:sp>
        <p:nvSpPr>
          <p:cNvPr id="100" name="TextBox 99">
            <a:extLst>
              <a:ext uri="{FF2B5EF4-FFF2-40B4-BE49-F238E27FC236}">
                <a16:creationId xmlns:a16="http://schemas.microsoft.com/office/drawing/2014/main" id="{2E46E1BE-58E1-33E9-F659-B7108D7D3100}"/>
              </a:ext>
            </a:extLst>
          </p:cNvPr>
          <p:cNvSpPr txBox="1"/>
          <p:nvPr/>
        </p:nvSpPr>
        <p:spPr>
          <a:xfrm>
            <a:off x="6148851" y="3916726"/>
            <a:ext cx="460382" cy="230832"/>
          </a:xfrm>
          <a:prstGeom prst="rect">
            <a:avLst/>
          </a:prstGeom>
          <a:noFill/>
        </p:spPr>
        <p:txBody>
          <a:bodyPr wrap="square" rtlCol="0" anchor="ctr">
            <a:spAutoFit/>
          </a:bodyPr>
          <a:lstStyle/>
          <a:p>
            <a:pPr algn="r"/>
            <a:r>
              <a:rPr lang="en-US" sz="900">
                <a:solidFill>
                  <a:schemeClr val="bg1">
                    <a:lumMod val="65000"/>
                  </a:schemeClr>
                </a:solidFill>
              </a:rPr>
              <a:t>10/14</a:t>
            </a:r>
          </a:p>
        </p:txBody>
      </p:sp>
      <p:sp>
        <p:nvSpPr>
          <p:cNvPr id="101" name="TextBox 100">
            <a:extLst>
              <a:ext uri="{FF2B5EF4-FFF2-40B4-BE49-F238E27FC236}">
                <a16:creationId xmlns:a16="http://schemas.microsoft.com/office/drawing/2014/main" id="{30E1F56F-6564-6B2E-0437-01B872A87BDC}"/>
              </a:ext>
            </a:extLst>
          </p:cNvPr>
          <p:cNvSpPr txBox="1"/>
          <p:nvPr/>
        </p:nvSpPr>
        <p:spPr>
          <a:xfrm>
            <a:off x="7655151" y="3916726"/>
            <a:ext cx="460382" cy="230832"/>
          </a:xfrm>
          <a:prstGeom prst="rect">
            <a:avLst/>
          </a:prstGeom>
          <a:noFill/>
        </p:spPr>
        <p:txBody>
          <a:bodyPr wrap="square" rtlCol="0" anchor="ctr">
            <a:spAutoFit/>
          </a:bodyPr>
          <a:lstStyle/>
          <a:p>
            <a:r>
              <a:rPr lang="en-US" sz="900">
                <a:solidFill>
                  <a:schemeClr val="bg1">
                    <a:lumMod val="65000"/>
                  </a:schemeClr>
                </a:solidFill>
              </a:rPr>
              <a:t>10/20</a:t>
            </a:r>
          </a:p>
        </p:txBody>
      </p:sp>
      <p:sp>
        <p:nvSpPr>
          <p:cNvPr id="102" name="TextBox 101">
            <a:extLst>
              <a:ext uri="{FF2B5EF4-FFF2-40B4-BE49-F238E27FC236}">
                <a16:creationId xmlns:a16="http://schemas.microsoft.com/office/drawing/2014/main" id="{7DC22A84-BE9D-9AC5-FB8D-B7C10328E3DD}"/>
              </a:ext>
            </a:extLst>
          </p:cNvPr>
          <p:cNvSpPr txBox="1"/>
          <p:nvPr/>
        </p:nvSpPr>
        <p:spPr>
          <a:xfrm>
            <a:off x="8032730" y="4376919"/>
            <a:ext cx="460382" cy="230832"/>
          </a:xfrm>
          <a:prstGeom prst="rect">
            <a:avLst/>
          </a:prstGeom>
          <a:noFill/>
        </p:spPr>
        <p:txBody>
          <a:bodyPr wrap="square" rtlCol="0" anchor="ctr">
            <a:spAutoFit/>
          </a:bodyPr>
          <a:lstStyle/>
          <a:p>
            <a:r>
              <a:rPr lang="en-US" sz="900">
                <a:solidFill>
                  <a:schemeClr val="bg1">
                    <a:lumMod val="65000"/>
                  </a:schemeClr>
                </a:solidFill>
              </a:rPr>
              <a:t>10/22</a:t>
            </a:r>
          </a:p>
        </p:txBody>
      </p:sp>
      <p:sp>
        <p:nvSpPr>
          <p:cNvPr id="103" name="TextBox 102">
            <a:extLst>
              <a:ext uri="{FF2B5EF4-FFF2-40B4-BE49-F238E27FC236}">
                <a16:creationId xmlns:a16="http://schemas.microsoft.com/office/drawing/2014/main" id="{09C84E8F-48F7-3E1C-F135-2C075FC1C8D1}"/>
              </a:ext>
            </a:extLst>
          </p:cNvPr>
          <p:cNvSpPr txBox="1"/>
          <p:nvPr/>
        </p:nvSpPr>
        <p:spPr>
          <a:xfrm>
            <a:off x="7232817" y="4376919"/>
            <a:ext cx="460382" cy="230832"/>
          </a:xfrm>
          <a:prstGeom prst="rect">
            <a:avLst/>
          </a:prstGeom>
          <a:noFill/>
        </p:spPr>
        <p:txBody>
          <a:bodyPr wrap="square" rtlCol="0" anchor="ctr">
            <a:spAutoFit/>
          </a:bodyPr>
          <a:lstStyle/>
          <a:p>
            <a:pPr algn="r"/>
            <a:r>
              <a:rPr lang="en-US" sz="900">
                <a:solidFill>
                  <a:schemeClr val="bg1">
                    <a:lumMod val="65000"/>
                  </a:schemeClr>
                </a:solidFill>
              </a:rPr>
              <a:t>10/20</a:t>
            </a:r>
          </a:p>
        </p:txBody>
      </p:sp>
      <p:sp>
        <p:nvSpPr>
          <p:cNvPr id="104" name="Arrow: Right 103">
            <a:extLst>
              <a:ext uri="{FF2B5EF4-FFF2-40B4-BE49-F238E27FC236}">
                <a16:creationId xmlns:a16="http://schemas.microsoft.com/office/drawing/2014/main" id="{50560F1F-7C08-A204-81D3-20B93E551A3B}"/>
              </a:ext>
            </a:extLst>
          </p:cNvPr>
          <p:cNvSpPr/>
          <p:nvPr/>
        </p:nvSpPr>
        <p:spPr>
          <a:xfrm>
            <a:off x="1736508" y="2513066"/>
            <a:ext cx="300608" cy="276999"/>
          </a:xfrm>
          <a:prstGeom prst="rightArrow">
            <a:avLst/>
          </a:pr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en-US" sz="1350"/>
          </a:p>
        </p:txBody>
      </p:sp>
      <p:sp>
        <p:nvSpPr>
          <p:cNvPr id="5" name="Google Shape;432;p17">
            <a:extLst>
              <a:ext uri="{FF2B5EF4-FFF2-40B4-BE49-F238E27FC236}">
                <a16:creationId xmlns:a16="http://schemas.microsoft.com/office/drawing/2014/main" id="{873471A9-93DA-BBD6-818B-0A2DEF4D2630}"/>
              </a:ext>
            </a:extLst>
          </p:cNvPr>
          <p:cNvSpPr txBox="1"/>
          <p:nvPr/>
        </p:nvSpPr>
        <p:spPr>
          <a:xfrm>
            <a:off x="1667880" y="5320388"/>
            <a:ext cx="9046730" cy="956544"/>
          </a:xfrm>
          <a:prstGeom prst="rect">
            <a:avLst/>
          </a:prstGeom>
          <a:noFill/>
          <a:ln>
            <a:noFill/>
          </a:ln>
        </p:spPr>
        <p:txBody>
          <a:bodyPr spcFirstLastPara="1" wrap="square" lIns="0" tIns="0" rIns="0" bIns="0" anchor="t" anchorCtr="0">
            <a:spAutoFit/>
          </a:bodyPr>
          <a:lstStyle>
            <a:defPPr>
              <a:defRPr lang="en-US"/>
            </a:defPPr>
            <a:lvl1pPr algn="ctr">
              <a:lnSpc>
                <a:spcPct val="111000"/>
              </a:lnSpc>
              <a:defRPr sz="2400" b="1">
                <a:solidFill>
                  <a:srgbClr val="7EC0A4"/>
                </a:solidFill>
                <a:latin typeface="Montserrat" pitchFamily="2" charset="77"/>
                <a:ea typeface="Montserrat"/>
                <a:cs typeface="Montserrat"/>
              </a:defRPr>
            </a:lvl1pPr>
          </a:lstStyle>
          <a:p>
            <a:r>
              <a:rPr lang="en-US">
                <a:sym typeface="Montserrat Black"/>
              </a:rPr>
              <a:t>Project management :</a:t>
            </a:r>
          </a:p>
          <a:p>
            <a:r>
              <a:rPr lang="en-US">
                <a:sym typeface="Montserrat Black"/>
              </a:rPr>
              <a:t>GANTT Chart Template</a:t>
            </a:r>
            <a:endParaRPr/>
          </a:p>
        </p:txBody>
      </p:sp>
    </p:spTree>
    <p:extLst>
      <p:ext uri="{BB962C8B-B14F-4D97-AF65-F5344CB8AC3E}">
        <p14:creationId xmlns:p14="http://schemas.microsoft.com/office/powerpoint/2010/main" val="158048949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AFAFA"/>
        </a:solidFill>
        <a:effectLst/>
      </p:bgPr>
    </p:bg>
    <p:spTree>
      <p:nvGrpSpPr>
        <p:cNvPr id="1" name=""/>
        <p:cNvGrpSpPr/>
        <p:nvPr/>
      </p:nvGrpSpPr>
      <p:grpSpPr>
        <a:xfrm>
          <a:off x="0" y="0"/>
          <a:ext cx="0" cy="0"/>
          <a:chOff x="0" y="0"/>
          <a:chExt cx="0" cy="0"/>
        </a:xfrm>
      </p:grpSpPr>
      <p:sp>
        <p:nvSpPr>
          <p:cNvPr id="209" name="Rectangle: Rounded Corners 208">
            <a:extLst>
              <a:ext uri="{FF2B5EF4-FFF2-40B4-BE49-F238E27FC236}">
                <a16:creationId xmlns:a16="http://schemas.microsoft.com/office/drawing/2014/main" id="{CA036DDF-BB98-B6E3-55B6-B5EF1189F65C}"/>
              </a:ext>
            </a:extLst>
          </p:cNvPr>
          <p:cNvSpPr/>
          <p:nvPr/>
        </p:nvSpPr>
        <p:spPr>
          <a:xfrm>
            <a:off x="8310543" y="953017"/>
            <a:ext cx="3390676" cy="5428311"/>
          </a:xfrm>
          <a:prstGeom prst="roundRect">
            <a:avLst>
              <a:gd name="adj" fmla="val 4801"/>
            </a:avLst>
          </a:prstGeom>
          <a:solidFill>
            <a:schemeClr val="bg1"/>
          </a:solidFill>
          <a:ln w="127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163" name="Oval 162">
            <a:extLst>
              <a:ext uri="{FF2B5EF4-FFF2-40B4-BE49-F238E27FC236}">
                <a16:creationId xmlns:a16="http://schemas.microsoft.com/office/drawing/2014/main" id="{2A3E2C8A-A11B-4038-0BBC-C55C8201F30C}"/>
              </a:ext>
            </a:extLst>
          </p:cNvPr>
          <p:cNvSpPr/>
          <p:nvPr/>
        </p:nvSpPr>
        <p:spPr>
          <a:xfrm>
            <a:off x="8776577" y="1321981"/>
            <a:ext cx="2490740" cy="2490738"/>
          </a:xfrm>
          <a:prstGeom prst="ellipse">
            <a:avLst/>
          </a:prstGeom>
          <a:solidFill>
            <a:schemeClr val="bg1">
              <a:lumMod val="95000"/>
            </a:schemeClr>
          </a:solidFill>
          <a:ln>
            <a:noFill/>
          </a:ln>
          <a:effectLst>
            <a:innerShdw blurRad="88900" dir="21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94" name="Rectangle: Rounded Corners 93">
            <a:extLst>
              <a:ext uri="{FF2B5EF4-FFF2-40B4-BE49-F238E27FC236}">
                <a16:creationId xmlns:a16="http://schemas.microsoft.com/office/drawing/2014/main" id="{A5EBE5F3-30DA-B477-A8A2-3AFFAA89D4AE}"/>
              </a:ext>
            </a:extLst>
          </p:cNvPr>
          <p:cNvSpPr/>
          <p:nvPr/>
        </p:nvSpPr>
        <p:spPr>
          <a:xfrm>
            <a:off x="2096604" y="953590"/>
            <a:ext cx="2003084" cy="1789769"/>
          </a:xfrm>
          <a:prstGeom prst="roundRect">
            <a:avLst>
              <a:gd name="adj" fmla="val 10930"/>
            </a:avLst>
          </a:prstGeom>
          <a:solidFill>
            <a:schemeClr val="tx1">
              <a:alpha val="29000"/>
            </a:schemeClr>
          </a:solidFill>
          <a:ln w="12700">
            <a:noFill/>
          </a:ln>
          <a:effectLst>
            <a:softEdge rad="2921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Segoe UI"/>
              <a:ea typeface="+mn-ea"/>
              <a:cs typeface="+mn-cs"/>
            </a:endParaRPr>
          </a:p>
        </p:txBody>
      </p:sp>
      <p:sp>
        <p:nvSpPr>
          <p:cNvPr id="3" name="TextBox 2">
            <a:extLst>
              <a:ext uri="{FF2B5EF4-FFF2-40B4-BE49-F238E27FC236}">
                <a16:creationId xmlns:a16="http://schemas.microsoft.com/office/drawing/2014/main" id="{88DD2B35-3491-D171-0F25-F1E97EF8C0CC}"/>
              </a:ext>
            </a:extLst>
          </p:cNvPr>
          <p:cNvSpPr txBox="1"/>
          <p:nvPr/>
        </p:nvSpPr>
        <p:spPr>
          <a:xfrm>
            <a:off x="479376" y="404664"/>
            <a:ext cx="11233248" cy="288032"/>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Segoe UI"/>
                <a:ea typeface="+mn-ea"/>
                <a:cs typeface="+mn-cs"/>
              </a:rPr>
              <a:t>Financial Dashboard Template</a:t>
            </a:r>
          </a:p>
        </p:txBody>
      </p:sp>
      <p:sp>
        <p:nvSpPr>
          <p:cNvPr id="31" name="Rectangle: Rounded Corners 30">
            <a:extLst>
              <a:ext uri="{FF2B5EF4-FFF2-40B4-BE49-F238E27FC236}">
                <a16:creationId xmlns:a16="http://schemas.microsoft.com/office/drawing/2014/main" id="{86F44B0E-7F73-D2DC-5FD5-24678BB9E02A}"/>
              </a:ext>
            </a:extLst>
          </p:cNvPr>
          <p:cNvSpPr/>
          <p:nvPr/>
        </p:nvSpPr>
        <p:spPr>
          <a:xfrm>
            <a:off x="479377" y="953017"/>
            <a:ext cx="1654991" cy="1478746"/>
          </a:xfrm>
          <a:prstGeom prst="roundRect">
            <a:avLst>
              <a:gd name="adj" fmla="val 10930"/>
            </a:avLst>
          </a:prstGeom>
          <a:solidFill>
            <a:schemeClr val="bg1"/>
          </a:solidFill>
          <a:ln w="127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Segoe UI"/>
              <a:ea typeface="+mn-ea"/>
              <a:cs typeface="+mn-cs"/>
            </a:endParaRPr>
          </a:p>
        </p:txBody>
      </p:sp>
      <p:sp>
        <p:nvSpPr>
          <p:cNvPr id="32" name="Rectangle: Rounded Corners 31">
            <a:extLst>
              <a:ext uri="{FF2B5EF4-FFF2-40B4-BE49-F238E27FC236}">
                <a16:creationId xmlns:a16="http://schemas.microsoft.com/office/drawing/2014/main" id="{4F38BB21-6977-994F-BCD3-A3AC3156F02F}"/>
              </a:ext>
            </a:extLst>
          </p:cNvPr>
          <p:cNvSpPr/>
          <p:nvPr/>
        </p:nvSpPr>
        <p:spPr>
          <a:xfrm>
            <a:off x="2433274" y="953017"/>
            <a:ext cx="1654991" cy="1478746"/>
          </a:xfrm>
          <a:prstGeom prst="roundRect">
            <a:avLst>
              <a:gd name="adj" fmla="val 10930"/>
            </a:avLst>
          </a:prstGeom>
          <a:gradFill>
            <a:gsLst>
              <a:gs pos="0">
                <a:schemeClr val="accent1"/>
              </a:gs>
              <a:gs pos="100000">
                <a:schemeClr val="accent1">
                  <a:lumMod val="60000"/>
                  <a:lumOff val="40000"/>
                </a:schemeClr>
              </a:gs>
            </a:gsLst>
            <a:lin ang="13500000" scaled="1"/>
          </a:gra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Segoe UI"/>
              <a:ea typeface="+mn-ea"/>
              <a:cs typeface="+mn-cs"/>
            </a:endParaRPr>
          </a:p>
        </p:txBody>
      </p:sp>
      <p:sp>
        <p:nvSpPr>
          <p:cNvPr id="33" name="Rectangle: Rounded Corners 32">
            <a:extLst>
              <a:ext uri="{FF2B5EF4-FFF2-40B4-BE49-F238E27FC236}">
                <a16:creationId xmlns:a16="http://schemas.microsoft.com/office/drawing/2014/main" id="{4757FE2E-D310-EBA3-C68C-DD4416B63ED5}"/>
              </a:ext>
            </a:extLst>
          </p:cNvPr>
          <p:cNvSpPr/>
          <p:nvPr/>
        </p:nvSpPr>
        <p:spPr>
          <a:xfrm>
            <a:off x="4387171" y="953017"/>
            <a:ext cx="1654991" cy="1478746"/>
          </a:xfrm>
          <a:prstGeom prst="roundRect">
            <a:avLst>
              <a:gd name="adj" fmla="val 10930"/>
            </a:avLst>
          </a:prstGeom>
          <a:solidFill>
            <a:schemeClr val="bg1"/>
          </a:solidFill>
          <a:ln w="127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Segoe UI"/>
              <a:ea typeface="+mn-ea"/>
              <a:cs typeface="+mn-cs"/>
            </a:endParaRPr>
          </a:p>
        </p:txBody>
      </p:sp>
      <p:sp>
        <p:nvSpPr>
          <p:cNvPr id="34" name="Rectangle: Rounded Corners 33">
            <a:extLst>
              <a:ext uri="{FF2B5EF4-FFF2-40B4-BE49-F238E27FC236}">
                <a16:creationId xmlns:a16="http://schemas.microsoft.com/office/drawing/2014/main" id="{FB30A443-627C-6B86-BAF5-126DC7F061B6}"/>
              </a:ext>
            </a:extLst>
          </p:cNvPr>
          <p:cNvSpPr/>
          <p:nvPr/>
        </p:nvSpPr>
        <p:spPr>
          <a:xfrm>
            <a:off x="6341067" y="953017"/>
            <a:ext cx="1654991" cy="1478746"/>
          </a:xfrm>
          <a:prstGeom prst="roundRect">
            <a:avLst>
              <a:gd name="adj" fmla="val 10930"/>
            </a:avLst>
          </a:prstGeom>
          <a:solidFill>
            <a:schemeClr val="bg1"/>
          </a:solidFill>
          <a:ln w="127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35" name="Rectangle: Rounded Corners 34">
            <a:extLst>
              <a:ext uri="{FF2B5EF4-FFF2-40B4-BE49-F238E27FC236}">
                <a16:creationId xmlns:a16="http://schemas.microsoft.com/office/drawing/2014/main" id="{1DFB4351-5E7C-8568-E7A4-4B509F27F80E}"/>
              </a:ext>
            </a:extLst>
          </p:cNvPr>
          <p:cNvSpPr/>
          <p:nvPr/>
        </p:nvSpPr>
        <p:spPr>
          <a:xfrm>
            <a:off x="479377" y="2742342"/>
            <a:ext cx="1654991" cy="1478746"/>
          </a:xfrm>
          <a:prstGeom prst="roundRect">
            <a:avLst>
              <a:gd name="adj" fmla="val 10930"/>
            </a:avLst>
          </a:prstGeom>
          <a:solidFill>
            <a:schemeClr val="bg1"/>
          </a:solidFill>
          <a:ln w="127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Segoe UI"/>
              <a:ea typeface="+mn-ea"/>
              <a:cs typeface="+mn-cs"/>
            </a:endParaRPr>
          </a:p>
        </p:txBody>
      </p:sp>
      <p:sp>
        <p:nvSpPr>
          <p:cNvPr id="36" name="Rectangle: Rounded Corners 35">
            <a:extLst>
              <a:ext uri="{FF2B5EF4-FFF2-40B4-BE49-F238E27FC236}">
                <a16:creationId xmlns:a16="http://schemas.microsoft.com/office/drawing/2014/main" id="{2375E1FA-006D-EE04-264B-8DD50D1BB326}"/>
              </a:ext>
            </a:extLst>
          </p:cNvPr>
          <p:cNvSpPr/>
          <p:nvPr/>
        </p:nvSpPr>
        <p:spPr>
          <a:xfrm>
            <a:off x="2433274" y="2742342"/>
            <a:ext cx="1654991" cy="1478746"/>
          </a:xfrm>
          <a:prstGeom prst="roundRect">
            <a:avLst>
              <a:gd name="adj" fmla="val 10930"/>
            </a:avLst>
          </a:prstGeom>
          <a:solidFill>
            <a:schemeClr val="bg1"/>
          </a:solidFill>
          <a:ln w="127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Segoe UI"/>
              <a:ea typeface="+mn-ea"/>
              <a:cs typeface="+mn-cs"/>
            </a:endParaRPr>
          </a:p>
        </p:txBody>
      </p:sp>
      <p:sp>
        <p:nvSpPr>
          <p:cNvPr id="37" name="Rectangle: Rounded Corners 36">
            <a:extLst>
              <a:ext uri="{FF2B5EF4-FFF2-40B4-BE49-F238E27FC236}">
                <a16:creationId xmlns:a16="http://schemas.microsoft.com/office/drawing/2014/main" id="{242CF172-2213-7716-BBCC-F9057C68DC46}"/>
              </a:ext>
            </a:extLst>
          </p:cNvPr>
          <p:cNvSpPr/>
          <p:nvPr/>
        </p:nvSpPr>
        <p:spPr>
          <a:xfrm>
            <a:off x="4387171" y="2742342"/>
            <a:ext cx="1654991" cy="1478746"/>
          </a:xfrm>
          <a:prstGeom prst="roundRect">
            <a:avLst>
              <a:gd name="adj" fmla="val 10930"/>
            </a:avLst>
          </a:prstGeom>
          <a:solidFill>
            <a:schemeClr val="bg1"/>
          </a:solidFill>
          <a:ln w="127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Segoe UI"/>
              <a:ea typeface="+mn-ea"/>
              <a:cs typeface="+mn-cs"/>
            </a:endParaRPr>
          </a:p>
        </p:txBody>
      </p:sp>
      <p:sp>
        <p:nvSpPr>
          <p:cNvPr id="38" name="Rectangle: Rounded Corners 37">
            <a:extLst>
              <a:ext uri="{FF2B5EF4-FFF2-40B4-BE49-F238E27FC236}">
                <a16:creationId xmlns:a16="http://schemas.microsoft.com/office/drawing/2014/main" id="{5E4CFA68-870B-4FB4-038F-C27A838EE5AB}"/>
              </a:ext>
            </a:extLst>
          </p:cNvPr>
          <p:cNvSpPr/>
          <p:nvPr/>
        </p:nvSpPr>
        <p:spPr>
          <a:xfrm>
            <a:off x="6341067" y="2742342"/>
            <a:ext cx="1654991" cy="1478746"/>
          </a:xfrm>
          <a:prstGeom prst="roundRect">
            <a:avLst>
              <a:gd name="adj" fmla="val 10930"/>
            </a:avLst>
          </a:prstGeom>
          <a:solidFill>
            <a:schemeClr val="bg1"/>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67" name="Group 66">
            <a:extLst>
              <a:ext uri="{FF2B5EF4-FFF2-40B4-BE49-F238E27FC236}">
                <a16:creationId xmlns:a16="http://schemas.microsoft.com/office/drawing/2014/main" id="{D9B65FF6-0A3A-B42E-AD25-753555B1522E}"/>
              </a:ext>
            </a:extLst>
          </p:cNvPr>
          <p:cNvGrpSpPr/>
          <p:nvPr/>
        </p:nvGrpSpPr>
        <p:grpSpPr>
          <a:xfrm>
            <a:off x="2608754" y="1119665"/>
            <a:ext cx="1322500" cy="1150922"/>
            <a:chOff x="2565772" y="1119665"/>
            <a:chExt cx="1405288" cy="1150922"/>
          </a:xfrm>
        </p:grpSpPr>
        <p:sp>
          <p:nvSpPr>
            <p:cNvPr id="57" name="TextBox 56">
              <a:extLst>
                <a:ext uri="{FF2B5EF4-FFF2-40B4-BE49-F238E27FC236}">
                  <a16:creationId xmlns:a16="http://schemas.microsoft.com/office/drawing/2014/main" id="{B6473EA9-A023-6E26-6A94-AB6F83624E20}"/>
                </a:ext>
              </a:extLst>
            </p:cNvPr>
            <p:cNvSpPr txBox="1"/>
            <p:nvPr/>
          </p:nvSpPr>
          <p:spPr>
            <a:xfrm>
              <a:off x="2565772" y="1682336"/>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1" i="0" u="none" strike="noStrike" kern="1200" cap="none" spc="0" normalizeH="0" baseline="0" noProof="0">
                  <a:ln>
                    <a:noFill/>
                  </a:ln>
                  <a:solidFill>
                    <a:prstClr val="white"/>
                  </a:solidFill>
                  <a:effectLst/>
                  <a:uLnTx/>
                  <a:uFillTx/>
                  <a:latin typeface="Segoe UI"/>
                  <a:ea typeface="+mn-ea"/>
                  <a:cs typeface="+mn-cs"/>
                </a:rPr>
                <a:t>16.1% △</a:t>
              </a:r>
              <a:endParaRPr kumimoji="0" lang="en-US" sz="1000" b="1" i="0" u="none" strike="noStrike" kern="1200" cap="none" spc="0" normalizeH="0" baseline="0" noProof="0">
                <a:ln>
                  <a:noFill/>
                </a:ln>
                <a:solidFill>
                  <a:prstClr val="white"/>
                </a:solidFill>
                <a:effectLst/>
                <a:uLnTx/>
                <a:uFillTx/>
                <a:latin typeface="Segoe UI"/>
                <a:ea typeface="+mn-ea"/>
                <a:cs typeface="+mn-cs"/>
              </a:endParaRPr>
            </a:p>
          </p:txBody>
        </p:sp>
        <p:sp>
          <p:nvSpPr>
            <p:cNvPr id="58" name="TextBox 57">
              <a:extLst>
                <a:ext uri="{FF2B5EF4-FFF2-40B4-BE49-F238E27FC236}">
                  <a16:creationId xmlns:a16="http://schemas.microsoft.com/office/drawing/2014/main" id="{BC931BFA-7CE9-8813-B4B2-3D237F70C26B}"/>
                </a:ext>
              </a:extLst>
            </p:cNvPr>
            <p:cNvSpPr txBox="1"/>
            <p:nvPr/>
          </p:nvSpPr>
          <p:spPr>
            <a:xfrm>
              <a:off x="2565772" y="1983346"/>
              <a:ext cx="1405288" cy="287241"/>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white"/>
                  </a:solidFill>
                  <a:effectLst/>
                  <a:uLnTx/>
                  <a:uFillTx/>
                  <a:latin typeface="Segoe UI"/>
                  <a:ea typeface="+mn-ea"/>
                  <a:cs typeface="+mn-cs"/>
                </a:rPr>
                <a:t>vs previous</a:t>
              </a:r>
            </a:p>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white"/>
                  </a:solidFill>
                  <a:effectLst/>
                  <a:uLnTx/>
                  <a:uFillTx/>
                  <a:latin typeface="Segoe UI"/>
                  <a:ea typeface="+mn-ea"/>
                  <a:cs typeface="+mn-cs"/>
                </a:rPr>
                <a:t>month</a:t>
              </a:r>
              <a:endParaRPr kumimoji="0" lang="en-US" sz="1000" b="0" i="0" u="none" strike="noStrike" kern="1200" cap="none" spc="0" normalizeH="0" baseline="0" noProof="0">
                <a:ln>
                  <a:noFill/>
                </a:ln>
                <a:solidFill>
                  <a:prstClr val="white"/>
                </a:solidFill>
                <a:effectLst/>
                <a:uLnTx/>
                <a:uFillTx/>
                <a:latin typeface="Segoe UI"/>
                <a:ea typeface="+mn-ea"/>
                <a:cs typeface="+mn-cs"/>
              </a:endParaRPr>
            </a:p>
          </p:txBody>
        </p:sp>
        <p:sp>
          <p:nvSpPr>
            <p:cNvPr id="59" name="TextBox 58">
              <a:extLst>
                <a:ext uri="{FF2B5EF4-FFF2-40B4-BE49-F238E27FC236}">
                  <a16:creationId xmlns:a16="http://schemas.microsoft.com/office/drawing/2014/main" id="{F464747E-C229-17AC-D70F-F1C8BE25B1AC}"/>
                </a:ext>
              </a:extLst>
            </p:cNvPr>
            <p:cNvSpPr txBox="1"/>
            <p:nvPr/>
          </p:nvSpPr>
          <p:spPr>
            <a:xfrm>
              <a:off x="2565772" y="1452672"/>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800" b="1" i="0" u="none" strike="noStrike" kern="1200" cap="none" spc="0" normalizeH="0" baseline="0" noProof="0">
                  <a:ln>
                    <a:noFill/>
                  </a:ln>
                  <a:solidFill>
                    <a:prstClr val="white"/>
                  </a:solidFill>
                  <a:effectLst/>
                  <a:uLnTx/>
                  <a:uFillTx/>
                  <a:latin typeface="Segoe UI"/>
                  <a:ea typeface="+mn-ea"/>
                  <a:cs typeface="+mn-cs"/>
                </a:rPr>
                <a:t>3.270,00</a:t>
              </a:r>
              <a:endParaRPr kumimoji="0" lang="en-US" sz="1800" b="1" i="0" u="none" strike="noStrike" kern="1200" cap="none" spc="0" normalizeH="0" baseline="0" noProof="0">
                <a:ln>
                  <a:noFill/>
                </a:ln>
                <a:solidFill>
                  <a:prstClr val="white"/>
                </a:solidFill>
                <a:effectLst/>
                <a:uLnTx/>
                <a:uFillTx/>
                <a:latin typeface="Segoe UI"/>
                <a:ea typeface="+mn-ea"/>
                <a:cs typeface="+mn-cs"/>
              </a:endParaRPr>
            </a:p>
          </p:txBody>
        </p:sp>
        <p:sp>
          <p:nvSpPr>
            <p:cNvPr id="60" name="TextBox 59">
              <a:extLst>
                <a:ext uri="{FF2B5EF4-FFF2-40B4-BE49-F238E27FC236}">
                  <a16:creationId xmlns:a16="http://schemas.microsoft.com/office/drawing/2014/main" id="{8AA984A7-AB38-051A-17C0-121C37A37607}"/>
                </a:ext>
              </a:extLst>
            </p:cNvPr>
            <p:cNvSpPr txBox="1"/>
            <p:nvPr/>
          </p:nvSpPr>
          <p:spPr>
            <a:xfrm>
              <a:off x="2565772" y="1119665"/>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white"/>
                  </a:solidFill>
                  <a:effectLst/>
                  <a:uLnTx/>
                  <a:uFillTx/>
                  <a:latin typeface="Segoe UI"/>
                  <a:ea typeface="+mn-ea"/>
                  <a:cs typeface="+mn-cs"/>
                </a:rPr>
                <a:t>Total Expenses</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66" name="Group 65">
            <a:extLst>
              <a:ext uri="{FF2B5EF4-FFF2-40B4-BE49-F238E27FC236}">
                <a16:creationId xmlns:a16="http://schemas.microsoft.com/office/drawing/2014/main" id="{A9DD4EF9-DB10-B973-C0BC-F8C1965CA556}"/>
              </a:ext>
            </a:extLst>
          </p:cNvPr>
          <p:cNvGrpSpPr/>
          <p:nvPr/>
        </p:nvGrpSpPr>
        <p:grpSpPr>
          <a:xfrm>
            <a:off x="654857" y="1119665"/>
            <a:ext cx="1322500" cy="1150922"/>
            <a:chOff x="611875" y="1119665"/>
            <a:chExt cx="1405288" cy="1150922"/>
          </a:xfrm>
        </p:grpSpPr>
        <p:sp>
          <p:nvSpPr>
            <p:cNvPr id="50" name="TextBox 49">
              <a:extLst>
                <a:ext uri="{FF2B5EF4-FFF2-40B4-BE49-F238E27FC236}">
                  <a16:creationId xmlns:a16="http://schemas.microsoft.com/office/drawing/2014/main" id="{8A1451E1-F462-B5A5-F8B0-AC039C679EB1}"/>
                </a:ext>
              </a:extLst>
            </p:cNvPr>
            <p:cNvSpPr txBox="1"/>
            <p:nvPr/>
          </p:nvSpPr>
          <p:spPr>
            <a:xfrm>
              <a:off x="611875" y="1678318"/>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50" b="1" i="0" u="none" strike="noStrike" kern="1200" cap="none" spc="0" normalizeH="0" baseline="0" noProof="0">
                  <a:ln>
                    <a:noFill/>
                  </a:ln>
                  <a:solidFill>
                    <a:prstClr val="black">
                      <a:lumMod val="50000"/>
                      <a:lumOff val="50000"/>
                    </a:prstClr>
                  </a:solidFill>
                  <a:effectLst/>
                  <a:uLnTx/>
                  <a:uFillTx/>
                  <a:latin typeface="Segoe UI"/>
                  <a:ea typeface="+mn-ea"/>
                  <a:cs typeface="+mn-cs"/>
                </a:rPr>
                <a:t>16.1%</a:t>
              </a:r>
              <a:endParaRPr kumimoji="0" lang="en-US" sz="1050" b="1"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54" name="TextBox 53">
              <a:extLst>
                <a:ext uri="{FF2B5EF4-FFF2-40B4-BE49-F238E27FC236}">
                  <a16:creationId xmlns:a16="http://schemas.microsoft.com/office/drawing/2014/main" id="{CA410731-0833-E2D0-8FCC-65B2B4814BAA}"/>
                </a:ext>
              </a:extLst>
            </p:cNvPr>
            <p:cNvSpPr txBox="1"/>
            <p:nvPr/>
          </p:nvSpPr>
          <p:spPr>
            <a:xfrm>
              <a:off x="611875" y="1983346"/>
              <a:ext cx="1405288" cy="287241"/>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vs previous</a:t>
              </a:r>
            </a:p>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month</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55" name="TextBox 54">
              <a:extLst>
                <a:ext uri="{FF2B5EF4-FFF2-40B4-BE49-F238E27FC236}">
                  <a16:creationId xmlns:a16="http://schemas.microsoft.com/office/drawing/2014/main" id="{7FAE53E4-5379-6ED4-8CA6-1B0A05A6C665}"/>
                </a:ext>
              </a:extLst>
            </p:cNvPr>
            <p:cNvSpPr txBox="1"/>
            <p:nvPr/>
          </p:nvSpPr>
          <p:spPr>
            <a:xfrm>
              <a:off x="611875" y="1452672"/>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95000"/>
                      <a:lumOff val="5000"/>
                    </a:prstClr>
                  </a:solidFill>
                  <a:effectLst/>
                  <a:uLnTx/>
                  <a:uFillTx/>
                  <a:latin typeface="Segoe UI"/>
                  <a:ea typeface="+mn-ea"/>
                  <a:cs typeface="+mn-cs"/>
                </a:rPr>
                <a:t>4.719,00</a:t>
              </a:r>
              <a:endParaRPr kumimoji="0" lang="en-US" sz="18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sp>
          <p:nvSpPr>
            <p:cNvPr id="56" name="TextBox 55">
              <a:extLst>
                <a:ext uri="{FF2B5EF4-FFF2-40B4-BE49-F238E27FC236}">
                  <a16:creationId xmlns:a16="http://schemas.microsoft.com/office/drawing/2014/main" id="{474F7D4E-39FD-A0FC-5414-519D655D53C8}"/>
                </a:ext>
              </a:extLst>
            </p:cNvPr>
            <p:cNvSpPr txBox="1"/>
            <p:nvPr/>
          </p:nvSpPr>
          <p:spPr>
            <a:xfrm>
              <a:off x="611875" y="1119665"/>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black">
                      <a:lumMod val="95000"/>
                      <a:lumOff val="5000"/>
                    </a:prstClr>
                  </a:solidFill>
                  <a:effectLst/>
                  <a:uLnTx/>
                  <a:uFillTx/>
                  <a:latin typeface="Segoe UI"/>
                  <a:ea typeface="+mn-ea"/>
                  <a:cs typeface="+mn-cs"/>
                </a:rPr>
                <a:t>Total Income</a:t>
              </a:r>
              <a:endParaRPr kumimoji="0" lang="en-US" sz="11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grpSp>
      <p:grpSp>
        <p:nvGrpSpPr>
          <p:cNvPr id="65" name="Group 64">
            <a:extLst>
              <a:ext uri="{FF2B5EF4-FFF2-40B4-BE49-F238E27FC236}">
                <a16:creationId xmlns:a16="http://schemas.microsoft.com/office/drawing/2014/main" id="{0B8E6E69-7CA4-A406-A3A5-6E8B3E621E11}"/>
              </a:ext>
            </a:extLst>
          </p:cNvPr>
          <p:cNvGrpSpPr/>
          <p:nvPr/>
        </p:nvGrpSpPr>
        <p:grpSpPr>
          <a:xfrm>
            <a:off x="4553415" y="1119665"/>
            <a:ext cx="1322500" cy="1150922"/>
            <a:chOff x="4505408" y="1119665"/>
            <a:chExt cx="1405288" cy="1150922"/>
          </a:xfrm>
        </p:grpSpPr>
        <p:sp>
          <p:nvSpPr>
            <p:cNvPr id="61" name="TextBox 60">
              <a:extLst>
                <a:ext uri="{FF2B5EF4-FFF2-40B4-BE49-F238E27FC236}">
                  <a16:creationId xmlns:a16="http://schemas.microsoft.com/office/drawing/2014/main" id="{FFBBE52F-7A05-FE14-83BE-74EE9020050F}"/>
                </a:ext>
              </a:extLst>
            </p:cNvPr>
            <p:cNvSpPr txBox="1"/>
            <p:nvPr/>
          </p:nvSpPr>
          <p:spPr>
            <a:xfrm>
              <a:off x="4505408" y="1756913"/>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50" b="1" i="0" u="none" strike="noStrike" kern="1200" cap="none" spc="0" normalizeH="0" baseline="0" noProof="0">
                  <a:ln>
                    <a:noFill/>
                  </a:ln>
                  <a:solidFill>
                    <a:prstClr val="black">
                      <a:lumMod val="50000"/>
                      <a:lumOff val="50000"/>
                    </a:prstClr>
                  </a:solidFill>
                  <a:effectLst/>
                  <a:uLnTx/>
                  <a:uFillTx/>
                  <a:latin typeface="Segoe UI"/>
                  <a:ea typeface="+mn-ea"/>
                  <a:cs typeface="+mn-cs"/>
                </a:rPr>
                <a:t>-5,1%</a:t>
              </a:r>
              <a:endParaRPr kumimoji="0" lang="en-US" sz="1050" b="1"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62" name="TextBox 61">
              <a:extLst>
                <a:ext uri="{FF2B5EF4-FFF2-40B4-BE49-F238E27FC236}">
                  <a16:creationId xmlns:a16="http://schemas.microsoft.com/office/drawing/2014/main" id="{0C7B33CD-C59F-E02B-D7CB-C3724F6B1141}"/>
                </a:ext>
              </a:extLst>
            </p:cNvPr>
            <p:cNvSpPr txBox="1"/>
            <p:nvPr/>
          </p:nvSpPr>
          <p:spPr>
            <a:xfrm>
              <a:off x="4505408" y="1983346"/>
              <a:ext cx="1405288" cy="287241"/>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vs previous</a:t>
              </a:r>
            </a:p>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month</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63" name="TextBox 62">
              <a:extLst>
                <a:ext uri="{FF2B5EF4-FFF2-40B4-BE49-F238E27FC236}">
                  <a16:creationId xmlns:a16="http://schemas.microsoft.com/office/drawing/2014/main" id="{F7A633E5-17F5-216D-50C1-8C2DE3A0D447}"/>
                </a:ext>
              </a:extLst>
            </p:cNvPr>
            <p:cNvSpPr txBox="1"/>
            <p:nvPr/>
          </p:nvSpPr>
          <p:spPr>
            <a:xfrm>
              <a:off x="4505408" y="1531267"/>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95000"/>
                      <a:lumOff val="5000"/>
                    </a:prstClr>
                  </a:solidFill>
                  <a:effectLst/>
                  <a:uLnTx/>
                  <a:uFillTx/>
                  <a:latin typeface="Segoe UI"/>
                  <a:ea typeface="+mn-ea"/>
                  <a:cs typeface="+mn-cs"/>
                </a:rPr>
                <a:t>609,00</a:t>
              </a:r>
              <a:endParaRPr kumimoji="0" lang="en-US" sz="18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sp>
          <p:nvSpPr>
            <p:cNvPr id="64" name="TextBox 63">
              <a:extLst>
                <a:ext uri="{FF2B5EF4-FFF2-40B4-BE49-F238E27FC236}">
                  <a16:creationId xmlns:a16="http://schemas.microsoft.com/office/drawing/2014/main" id="{0C4E448C-1E98-05D3-1B08-75A182321334}"/>
                </a:ext>
              </a:extLst>
            </p:cNvPr>
            <p:cNvSpPr txBox="1"/>
            <p:nvPr/>
          </p:nvSpPr>
          <p:spPr>
            <a:xfrm>
              <a:off x="4505408" y="1119665"/>
              <a:ext cx="1405288" cy="188549"/>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black">
                      <a:lumMod val="95000"/>
                      <a:lumOff val="5000"/>
                    </a:prstClr>
                  </a:solidFill>
                  <a:effectLst/>
                  <a:uLnTx/>
                  <a:uFillTx/>
                  <a:latin typeface="Segoe UI"/>
                  <a:ea typeface="+mn-ea"/>
                  <a:cs typeface="+mn-cs"/>
                </a:rPr>
                <a:t>Accounts Receivable</a:t>
              </a:r>
              <a:endParaRPr kumimoji="0" lang="en-US" sz="11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grpSp>
      <p:grpSp>
        <p:nvGrpSpPr>
          <p:cNvPr id="68" name="Group 67">
            <a:extLst>
              <a:ext uri="{FF2B5EF4-FFF2-40B4-BE49-F238E27FC236}">
                <a16:creationId xmlns:a16="http://schemas.microsoft.com/office/drawing/2014/main" id="{7731A6AE-BF8B-82EB-3378-53234A83E3FD}"/>
              </a:ext>
            </a:extLst>
          </p:cNvPr>
          <p:cNvGrpSpPr/>
          <p:nvPr/>
        </p:nvGrpSpPr>
        <p:grpSpPr>
          <a:xfrm>
            <a:off x="6507311" y="1119665"/>
            <a:ext cx="1322500" cy="1150922"/>
            <a:chOff x="4505408" y="1119665"/>
            <a:chExt cx="1405288" cy="1150922"/>
          </a:xfrm>
        </p:grpSpPr>
        <p:sp>
          <p:nvSpPr>
            <p:cNvPr id="69" name="TextBox 68">
              <a:extLst>
                <a:ext uri="{FF2B5EF4-FFF2-40B4-BE49-F238E27FC236}">
                  <a16:creationId xmlns:a16="http://schemas.microsoft.com/office/drawing/2014/main" id="{339D0EF1-1770-9E3F-64E2-19BA93CA72AE}"/>
                </a:ext>
              </a:extLst>
            </p:cNvPr>
            <p:cNvSpPr txBox="1"/>
            <p:nvPr/>
          </p:nvSpPr>
          <p:spPr>
            <a:xfrm>
              <a:off x="4505408" y="1678318"/>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50" b="1" i="0" u="none" strike="noStrike" kern="1200" cap="none" spc="0" normalizeH="0" baseline="0" noProof="0">
                  <a:ln>
                    <a:noFill/>
                  </a:ln>
                  <a:solidFill>
                    <a:prstClr val="black">
                      <a:lumMod val="50000"/>
                      <a:lumOff val="50000"/>
                    </a:prstClr>
                  </a:solidFill>
                  <a:effectLst/>
                  <a:uLnTx/>
                  <a:uFillTx/>
                  <a:latin typeface="Segoe UI"/>
                  <a:ea typeface="+mn-ea"/>
                  <a:cs typeface="+mn-cs"/>
                </a:rPr>
                <a:t>-15.7%</a:t>
              </a:r>
              <a:endParaRPr kumimoji="0" lang="en-US" sz="1050" b="1"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70" name="TextBox 69">
              <a:extLst>
                <a:ext uri="{FF2B5EF4-FFF2-40B4-BE49-F238E27FC236}">
                  <a16:creationId xmlns:a16="http://schemas.microsoft.com/office/drawing/2014/main" id="{413D6F0A-DBE9-9097-ADC9-9FF33A94B6D0}"/>
                </a:ext>
              </a:extLst>
            </p:cNvPr>
            <p:cNvSpPr txBox="1"/>
            <p:nvPr/>
          </p:nvSpPr>
          <p:spPr>
            <a:xfrm>
              <a:off x="4505408" y="1983346"/>
              <a:ext cx="1405288" cy="287241"/>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vs previous</a:t>
              </a:r>
            </a:p>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month</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71" name="TextBox 70">
              <a:extLst>
                <a:ext uri="{FF2B5EF4-FFF2-40B4-BE49-F238E27FC236}">
                  <a16:creationId xmlns:a16="http://schemas.microsoft.com/office/drawing/2014/main" id="{0FEC702B-A987-6C69-7378-F6C3C0466786}"/>
                </a:ext>
              </a:extLst>
            </p:cNvPr>
            <p:cNvSpPr txBox="1"/>
            <p:nvPr/>
          </p:nvSpPr>
          <p:spPr>
            <a:xfrm>
              <a:off x="4505408" y="1452672"/>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95000"/>
                      <a:lumOff val="5000"/>
                    </a:prstClr>
                  </a:solidFill>
                  <a:effectLst/>
                  <a:uLnTx/>
                  <a:uFillTx/>
                  <a:latin typeface="Segoe UI"/>
                  <a:ea typeface="+mn-ea"/>
                  <a:cs typeface="+mn-cs"/>
                </a:rPr>
                <a:t>538,00</a:t>
              </a:r>
              <a:endParaRPr kumimoji="0" lang="en-US" sz="18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sp>
          <p:nvSpPr>
            <p:cNvPr id="72" name="TextBox 71">
              <a:extLst>
                <a:ext uri="{FF2B5EF4-FFF2-40B4-BE49-F238E27FC236}">
                  <a16:creationId xmlns:a16="http://schemas.microsoft.com/office/drawing/2014/main" id="{47EBDC1F-8A91-A571-E685-4816840C22D4}"/>
                </a:ext>
              </a:extLst>
            </p:cNvPr>
            <p:cNvSpPr txBox="1"/>
            <p:nvPr/>
          </p:nvSpPr>
          <p:spPr>
            <a:xfrm>
              <a:off x="4505408" y="1119665"/>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black">
                      <a:lumMod val="95000"/>
                      <a:lumOff val="5000"/>
                    </a:prstClr>
                  </a:solidFill>
                  <a:effectLst/>
                  <a:uLnTx/>
                  <a:uFillTx/>
                  <a:latin typeface="Segoe UI"/>
                  <a:ea typeface="+mn-ea"/>
                  <a:cs typeface="+mn-cs"/>
                </a:rPr>
                <a:t>Accounts Payable</a:t>
              </a:r>
              <a:endParaRPr kumimoji="0" lang="en-US" sz="11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grpSp>
      <p:grpSp>
        <p:nvGrpSpPr>
          <p:cNvPr id="73" name="Group 72">
            <a:extLst>
              <a:ext uri="{FF2B5EF4-FFF2-40B4-BE49-F238E27FC236}">
                <a16:creationId xmlns:a16="http://schemas.microsoft.com/office/drawing/2014/main" id="{DB9B342C-C0FD-1D72-2208-0FB59F0D494D}"/>
              </a:ext>
            </a:extLst>
          </p:cNvPr>
          <p:cNvGrpSpPr/>
          <p:nvPr/>
        </p:nvGrpSpPr>
        <p:grpSpPr>
          <a:xfrm>
            <a:off x="654857" y="2911278"/>
            <a:ext cx="1322500" cy="1150922"/>
            <a:chOff x="611875" y="1119665"/>
            <a:chExt cx="1405288" cy="1150922"/>
          </a:xfrm>
        </p:grpSpPr>
        <p:sp>
          <p:nvSpPr>
            <p:cNvPr id="74" name="TextBox 73">
              <a:extLst>
                <a:ext uri="{FF2B5EF4-FFF2-40B4-BE49-F238E27FC236}">
                  <a16:creationId xmlns:a16="http://schemas.microsoft.com/office/drawing/2014/main" id="{9A9886BB-CEE8-F299-D32C-CCFBB0CD457D}"/>
                </a:ext>
              </a:extLst>
            </p:cNvPr>
            <p:cNvSpPr txBox="1"/>
            <p:nvPr/>
          </p:nvSpPr>
          <p:spPr>
            <a:xfrm>
              <a:off x="611875" y="1678318"/>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50" b="1" i="0" u="none" strike="noStrike" kern="1200" cap="none" spc="0" normalizeH="0" baseline="0" noProof="0">
                  <a:ln>
                    <a:noFill/>
                  </a:ln>
                  <a:solidFill>
                    <a:prstClr val="black">
                      <a:lumMod val="50000"/>
                      <a:lumOff val="50000"/>
                    </a:prstClr>
                  </a:solidFill>
                  <a:effectLst/>
                  <a:uLnTx/>
                  <a:uFillTx/>
                  <a:latin typeface="Segoe UI"/>
                  <a:ea typeface="+mn-ea"/>
                  <a:cs typeface="+mn-cs"/>
                </a:rPr>
                <a:t>-8,8%</a:t>
              </a:r>
              <a:endParaRPr kumimoji="0" lang="en-US" sz="1050" b="1"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75" name="TextBox 74">
              <a:extLst>
                <a:ext uri="{FF2B5EF4-FFF2-40B4-BE49-F238E27FC236}">
                  <a16:creationId xmlns:a16="http://schemas.microsoft.com/office/drawing/2014/main" id="{AC284573-E245-95A1-1EC2-5FF941257575}"/>
                </a:ext>
              </a:extLst>
            </p:cNvPr>
            <p:cNvSpPr txBox="1"/>
            <p:nvPr/>
          </p:nvSpPr>
          <p:spPr>
            <a:xfrm>
              <a:off x="611875" y="1983346"/>
              <a:ext cx="1405288" cy="287241"/>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vs previous</a:t>
              </a:r>
            </a:p>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month</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76" name="TextBox 75">
              <a:extLst>
                <a:ext uri="{FF2B5EF4-FFF2-40B4-BE49-F238E27FC236}">
                  <a16:creationId xmlns:a16="http://schemas.microsoft.com/office/drawing/2014/main" id="{5BC45A9F-5D40-5944-E946-A3739C11C343}"/>
                </a:ext>
              </a:extLst>
            </p:cNvPr>
            <p:cNvSpPr txBox="1"/>
            <p:nvPr/>
          </p:nvSpPr>
          <p:spPr>
            <a:xfrm>
              <a:off x="611875" y="1452672"/>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95000"/>
                      <a:lumOff val="5000"/>
                    </a:prstClr>
                  </a:solidFill>
                  <a:effectLst/>
                  <a:uLnTx/>
                  <a:uFillTx/>
                  <a:latin typeface="Segoe UI"/>
                  <a:ea typeface="+mn-ea"/>
                  <a:cs typeface="+mn-cs"/>
                </a:rPr>
                <a:t>629,00</a:t>
              </a:r>
              <a:endParaRPr kumimoji="0" lang="en-US" sz="18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sp>
          <p:nvSpPr>
            <p:cNvPr id="77" name="TextBox 76">
              <a:extLst>
                <a:ext uri="{FF2B5EF4-FFF2-40B4-BE49-F238E27FC236}">
                  <a16:creationId xmlns:a16="http://schemas.microsoft.com/office/drawing/2014/main" id="{C6AFB3EE-E074-4E06-3BFB-00156814620D}"/>
                </a:ext>
              </a:extLst>
            </p:cNvPr>
            <p:cNvSpPr txBox="1"/>
            <p:nvPr/>
          </p:nvSpPr>
          <p:spPr>
            <a:xfrm>
              <a:off x="611875" y="1119665"/>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black">
                      <a:lumMod val="95000"/>
                      <a:lumOff val="5000"/>
                    </a:prstClr>
                  </a:solidFill>
                  <a:effectLst/>
                  <a:uLnTx/>
                  <a:uFillTx/>
                  <a:latin typeface="Segoe UI"/>
                  <a:ea typeface="+mn-ea"/>
                  <a:cs typeface="+mn-cs"/>
                </a:rPr>
                <a:t>Net Profit</a:t>
              </a:r>
              <a:endParaRPr kumimoji="0" lang="en-US" sz="11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grpSp>
      <p:grpSp>
        <p:nvGrpSpPr>
          <p:cNvPr id="78" name="Group 77">
            <a:extLst>
              <a:ext uri="{FF2B5EF4-FFF2-40B4-BE49-F238E27FC236}">
                <a16:creationId xmlns:a16="http://schemas.microsoft.com/office/drawing/2014/main" id="{136D8ACA-C26D-8626-D697-9C42160CA599}"/>
              </a:ext>
            </a:extLst>
          </p:cNvPr>
          <p:cNvGrpSpPr/>
          <p:nvPr/>
        </p:nvGrpSpPr>
        <p:grpSpPr>
          <a:xfrm>
            <a:off x="2608754" y="2911278"/>
            <a:ext cx="1322500" cy="1150922"/>
            <a:chOff x="2565772" y="1119665"/>
            <a:chExt cx="1405288" cy="1150922"/>
          </a:xfrm>
        </p:grpSpPr>
        <p:sp>
          <p:nvSpPr>
            <p:cNvPr id="79" name="TextBox 78">
              <a:extLst>
                <a:ext uri="{FF2B5EF4-FFF2-40B4-BE49-F238E27FC236}">
                  <a16:creationId xmlns:a16="http://schemas.microsoft.com/office/drawing/2014/main" id="{EE5CC395-C7A7-E0BB-AA9A-BD40A1F03F39}"/>
                </a:ext>
              </a:extLst>
            </p:cNvPr>
            <p:cNvSpPr txBox="1"/>
            <p:nvPr/>
          </p:nvSpPr>
          <p:spPr>
            <a:xfrm>
              <a:off x="2565772" y="1739278"/>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50" b="1" i="0" u="none" strike="noStrike" kern="1200" cap="none" spc="0" normalizeH="0" baseline="0" noProof="0">
                  <a:ln>
                    <a:noFill/>
                  </a:ln>
                  <a:solidFill>
                    <a:prstClr val="black">
                      <a:lumMod val="50000"/>
                      <a:lumOff val="50000"/>
                    </a:prstClr>
                  </a:solidFill>
                  <a:effectLst/>
                  <a:uLnTx/>
                  <a:uFillTx/>
                  <a:latin typeface="Segoe UI"/>
                  <a:ea typeface="+mn-ea"/>
                  <a:cs typeface="+mn-cs"/>
                </a:rPr>
                <a:t>4,9%</a:t>
              </a:r>
              <a:endParaRPr kumimoji="0" lang="en-US" sz="1050" b="1"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80" name="TextBox 79">
              <a:extLst>
                <a:ext uri="{FF2B5EF4-FFF2-40B4-BE49-F238E27FC236}">
                  <a16:creationId xmlns:a16="http://schemas.microsoft.com/office/drawing/2014/main" id="{AE2F83D9-AC24-740C-11D0-C4E0B474CAF6}"/>
                </a:ext>
              </a:extLst>
            </p:cNvPr>
            <p:cNvSpPr txBox="1"/>
            <p:nvPr/>
          </p:nvSpPr>
          <p:spPr>
            <a:xfrm>
              <a:off x="2565772" y="1983346"/>
              <a:ext cx="1405288" cy="287241"/>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vs previous</a:t>
              </a:r>
            </a:p>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month</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81" name="TextBox 80">
              <a:extLst>
                <a:ext uri="{FF2B5EF4-FFF2-40B4-BE49-F238E27FC236}">
                  <a16:creationId xmlns:a16="http://schemas.microsoft.com/office/drawing/2014/main" id="{E1D42474-36AA-DFBA-6E2A-56E1AD067058}"/>
                </a:ext>
              </a:extLst>
            </p:cNvPr>
            <p:cNvSpPr txBox="1"/>
            <p:nvPr/>
          </p:nvSpPr>
          <p:spPr>
            <a:xfrm>
              <a:off x="2565772" y="1513632"/>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95000"/>
                      <a:lumOff val="5000"/>
                    </a:prstClr>
                  </a:solidFill>
                  <a:effectLst/>
                  <a:uLnTx/>
                  <a:uFillTx/>
                  <a:latin typeface="Segoe UI"/>
                  <a:ea typeface="+mn-ea"/>
                  <a:cs typeface="+mn-cs"/>
                </a:rPr>
                <a:t>7.684,00</a:t>
              </a:r>
              <a:endParaRPr kumimoji="0" lang="en-US" sz="18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sp>
          <p:nvSpPr>
            <p:cNvPr id="82" name="TextBox 81">
              <a:extLst>
                <a:ext uri="{FF2B5EF4-FFF2-40B4-BE49-F238E27FC236}">
                  <a16:creationId xmlns:a16="http://schemas.microsoft.com/office/drawing/2014/main" id="{8D5D5519-6159-8675-422F-59D87036F6CC}"/>
                </a:ext>
              </a:extLst>
            </p:cNvPr>
            <p:cNvSpPr txBox="1"/>
            <p:nvPr/>
          </p:nvSpPr>
          <p:spPr>
            <a:xfrm>
              <a:off x="2565772" y="1119665"/>
              <a:ext cx="1405288" cy="188549"/>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lumMod val="95000"/>
                      <a:lumOff val="5000"/>
                    </a:prstClr>
                  </a:solidFill>
                  <a:effectLst/>
                  <a:uLnTx/>
                  <a:uFillTx/>
                  <a:latin typeface="Segoe UI"/>
                  <a:ea typeface="+mn-ea"/>
                  <a:cs typeface="+mn-cs"/>
                </a:rPr>
                <a:t>Cash at end of month</a:t>
              </a:r>
            </a:p>
          </p:txBody>
        </p:sp>
      </p:grpSp>
      <p:grpSp>
        <p:nvGrpSpPr>
          <p:cNvPr id="83" name="Group 82">
            <a:extLst>
              <a:ext uri="{FF2B5EF4-FFF2-40B4-BE49-F238E27FC236}">
                <a16:creationId xmlns:a16="http://schemas.microsoft.com/office/drawing/2014/main" id="{C4126DC9-EDC6-C2D5-0243-194BCFC7AF94}"/>
              </a:ext>
            </a:extLst>
          </p:cNvPr>
          <p:cNvGrpSpPr/>
          <p:nvPr/>
        </p:nvGrpSpPr>
        <p:grpSpPr>
          <a:xfrm>
            <a:off x="4553415" y="2911278"/>
            <a:ext cx="1322500" cy="1150922"/>
            <a:chOff x="4505408" y="1119665"/>
            <a:chExt cx="1405288" cy="1150922"/>
          </a:xfrm>
        </p:grpSpPr>
        <p:sp>
          <p:nvSpPr>
            <p:cNvPr id="84" name="TextBox 83">
              <a:extLst>
                <a:ext uri="{FF2B5EF4-FFF2-40B4-BE49-F238E27FC236}">
                  <a16:creationId xmlns:a16="http://schemas.microsoft.com/office/drawing/2014/main" id="{5B205513-8A5D-51CD-E17B-A8B96EAC4EE5}"/>
                </a:ext>
              </a:extLst>
            </p:cNvPr>
            <p:cNvSpPr txBox="1"/>
            <p:nvPr/>
          </p:nvSpPr>
          <p:spPr>
            <a:xfrm>
              <a:off x="4505408" y="1678318"/>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50" b="1" i="0" u="none" strike="noStrike" kern="1200" cap="none" spc="0" normalizeH="0" baseline="0" noProof="0">
                  <a:ln>
                    <a:noFill/>
                  </a:ln>
                  <a:solidFill>
                    <a:prstClr val="black">
                      <a:lumMod val="50000"/>
                      <a:lumOff val="50000"/>
                    </a:prstClr>
                  </a:solidFill>
                  <a:effectLst/>
                  <a:uLnTx/>
                  <a:uFillTx/>
                  <a:latin typeface="Segoe UI"/>
                  <a:ea typeface="+mn-ea"/>
                  <a:cs typeface="+mn-cs"/>
                </a:rPr>
                <a:t>1 or higher</a:t>
              </a:r>
              <a:endParaRPr kumimoji="0" lang="en-US" sz="1050" b="1"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85" name="TextBox 84">
              <a:extLst>
                <a:ext uri="{FF2B5EF4-FFF2-40B4-BE49-F238E27FC236}">
                  <a16:creationId xmlns:a16="http://schemas.microsoft.com/office/drawing/2014/main" id="{04B0EE50-041E-FC8E-6552-7D9B9DC9AE43}"/>
                </a:ext>
              </a:extLst>
            </p:cNvPr>
            <p:cNvSpPr txBox="1"/>
            <p:nvPr/>
          </p:nvSpPr>
          <p:spPr>
            <a:xfrm>
              <a:off x="4505408" y="1983346"/>
              <a:ext cx="1405288" cy="287241"/>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Quick Ratio Target</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86" name="TextBox 85">
              <a:extLst>
                <a:ext uri="{FF2B5EF4-FFF2-40B4-BE49-F238E27FC236}">
                  <a16:creationId xmlns:a16="http://schemas.microsoft.com/office/drawing/2014/main" id="{305D3263-249E-696D-65ED-9AD7B84E9E22}"/>
                </a:ext>
              </a:extLst>
            </p:cNvPr>
            <p:cNvSpPr txBox="1"/>
            <p:nvPr/>
          </p:nvSpPr>
          <p:spPr>
            <a:xfrm>
              <a:off x="4505408" y="1452672"/>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95000"/>
                      <a:lumOff val="5000"/>
                    </a:prstClr>
                  </a:solidFill>
                  <a:effectLst/>
                  <a:uLnTx/>
                  <a:uFillTx/>
                  <a:latin typeface="Segoe UI"/>
                  <a:ea typeface="+mn-ea"/>
                  <a:cs typeface="+mn-cs"/>
                </a:rPr>
                <a:t>1,02</a:t>
              </a:r>
              <a:endParaRPr kumimoji="0" lang="en-US" sz="18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sp>
          <p:nvSpPr>
            <p:cNvPr id="87" name="TextBox 86">
              <a:extLst>
                <a:ext uri="{FF2B5EF4-FFF2-40B4-BE49-F238E27FC236}">
                  <a16:creationId xmlns:a16="http://schemas.microsoft.com/office/drawing/2014/main" id="{05F9DE92-4CC8-2A39-94DE-DB6465A2655C}"/>
                </a:ext>
              </a:extLst>
            </p:cNvPr>
            <p:cNvSpPr txBox="1"/>
            <p:nvPr/>
          </p:nvSpPr>
          <p:spPr>
            <a:xfrm>
              <a:off x="4505408" y="1119665"/>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black">
                      <a:lumMod val="95000"/>
                      <a:lumOff val="5000"/>
                    </a:prstClr>
                  </a:solidFill>
                  <a:effectLst/>
                  <a:uLnTx/>
                  <a:uFillTx/>
                  <a:latin typeface="Segoe UI"/>
                  <a:ea typeface="+mn-ea"/>
                  <a:cs typeface="+mn-cs"/>
                </a:rPr>
                <a:t>Quick Ratio</a:t>
              </a:r>
              <a:endParaRPr kumimoji="0" lang="en-US" sz="11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grpSp>
      <p:grpSp>
        <p:nvGrpSpPr>
          <p:cNvPr id="88" name="Group 87">
            <a:extLst>
              <a:ext uri="{FF2B5EF4-FFF2-40B4-BE49-F238E27FC236}">
                <a16:creationId xmlns:a16="http://schemas.microsoft.com/office/drawing/2014/main" id="{FC4E422D-5FEC-AD2D-51F9-662F0D4521B2}"/>
              </a:ext>
            </a:extLst>
          </p:cNvPr>
          <p:cNvGrpSpPr/>
          <p:nvPr/>
        </p:nvGrpSpPr>
        <p:grpSpPr>
          <a:xfrm>
            <a:off x="6507311" y="2911278"/>
            <a:ext cx="1322500" cy="1150922"/>
            <a:chOff x="4505408" y="1119665"/>
            <a:chExt cx="1405288" cy="1150922"/>
          </a:xfrm>
        </p:grpSpPr>
        <p:sp>
          <p:nvSpPr>
            <p:cNvPr id="89" name="TextBox 88">
              <a:extLst>
                <a:ext uri="{FF2B5EF4-FFF2-40B4-BE49-F238E27FC236}">
                  <a16:creationId xmlns:a16="http://schemas.microsoft.com/office/drawing/2014/main" id="{0F44B7CE-00FA-32B6-6E9F-355584F4A2ED}"/>
                </a:ext>
              </a:extLst>
            </p:cNvPr>
            <p:cNvSpPr txBox="1"/>
            <p:nvPr/>
          </p:nvSpPr>
          <p:spPr>
            <a:xfrm>
              <a:off x="4505408" y="1678318"/>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50" b="1" i="0" u="none" strike="noStrike" kern="1200" cap="none" spc="0" normalizeH="0" baseline="0" noProof="0">
                  <a:ln>
                    <a:noFill/>
                  </a:ln>
                  <a:solidFill>
                    <a:prstClr val="black">
                      <a:lumMod val="50000"/>
                      <a:lumOff val="50000"/>
                    </a:prstClr>
                  </a:solidFill>
                  <a:effectLst/>
                  <a:uLnTx/>
                  <a:uFillTx/>
                  <a:latin typeface="Segoe UI"/>
                  <a:ea typeface="+mn-ea"/>
                  <a:cs typeface="+mn-cs"/>
                </a:rPr>
                <a:t>3 or higher</a:t>
              </a:r>
              <a:endParaRPr kumimoji="0" lang="en-US" sz="1050" b="1"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90" name="TextBox 89">
              <a:extLst>
                <a:ext uri="{FF2B5EF4-FFF2-40B4-BE49-F238E27FC236}">
                  <a16:creationId xmlns:a16="http://schemas.microsoft.com/office/drawing/2014/main" id="{4356BC8B-EF5F-6513-A2B7-F78443B8A073}"/>
                </a:ext>
              </a:extLst>
            </p:cNvPr>
            <p:cNvSpPr txBox="1"/>
            <p:nvPr/>
          </p:nvSpPr>
          <p:spPr>
            <a:xfrm>
              <a:off x="4505408" y="1983346"/>
              <a:ext cx="1405288" cy="287241"/>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Current Ratio Target</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91" name="TextBox 90">
              <a:extLst>
                <a:ext uri="{FF2B5EF4-FFF2-40B4-BE49-F238E27FC236}">
                  <a16:creationId xmlns:a16="http://schemas.microsoft.com/office/drawing/2014/main" id="{332D327D-25FA-2B26-2DDA-58247FA93A0F}"/>
                </a:ext>
              </a:extLst>
            </p:cNvPr>
            <p:cNvSpPr txBox="1"/>
            <p:nvPr/>
          </p:nvSpPr>
          <p:spPr>
            <a:xfrm>
              <a:off x="4505408" y="1452672"/>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95000"/>
                      <a:lumOff val="5000"/>
                    </a:prstClr>
                  </a:solidFill>
                  <a:effectLst/>
                  <a:uLnTx/>
                  <a:uFillTx/>
                  <a:latin typeface="Segoe UI"/>
                  <a:ea typeface="+mn-ea"/>
                  <a:cs typeface="+mn-cs"/>
                </a:rPr>
                <a:t>3,02</a:t>
              </a:r>
              <a:endParaRPr kumimoji="0" lang="en-US" sz="18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sp>
          <p:nvSpPr>
            <p:cNvPr id="92" name="TextBox 91">
              <a:extLst>
                <a:ext uri="{FF2B5EF4-FFF2-40B4-BE49-F238E27FC236}">
                  <a16:creationId xmlns:a16="http://schemas.microsoft.com/office/drawing/2014/main" id="{64C72C00-575E-8528-DC16-E53AD124276F}"/>
                </a:ext>
              </a:extLst>
            </p:cNvPr>
            <p:cNvSpPr txBox="1"/>
            <p:nvPr/>
          </p:nvSpPr>
          <p:spPr>
            <a:xfrm>
              <a:off x="4505408" y="1119665"/>
              <a:ext cx="1405288" cy="188549"/>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black">
                      <a:lumMod val="95000"/>
                      <a:lumOff val="5000"/>
                    </a:prstClr>
                  </a:solidFill>
                  <a:effectLst/>
                  <a:uLnTx/>
                  <a:uFillTx/>
                  <a:latin typeface="Segoe UI"/>
                  <a:ea typeface="+mn-ea"/>
                  <a:cs typeface="+mn-cs"/>
                </a:rPr>
                <a:t>Current Ratio</a:t>
              </a:r>
              <a:endParaRPr kumimoji="0" lang="en-US" sz="11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grpSp>
      <p:sp>
        <p:nvSpPr>
          <p:cNvPr id="126" name="TextBox 125">
            <a:extLst>
              <a:ext uri="{FF2B5EF4-FFF2-40B4-BE49-F238E27FC236}">
                <a16:creationId xmlns:a16="http://schemas.microsoft.com/office/drawing/2014/main" id="{4472BFA9-FC78-5DB5-4D55-5A41C156C00A}"/>
              </a:ext>
            </a:extLst>
          </p:cNvPr>
          <p:cNvSpPr txBox="1"/>
          <p:nvPr/>
        </p:nvSpPr>
        <p:spPr>
          <a:xfrm>
            <a:off x="479377" y="4441087"/>
            <a:ext cx="7535681" cy="288032"/>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lumMod val="75000"/>
                    <a:lumOff val="25000"/>
                  </a:prstClr>
                </a:solidFill>
                <a:effectLst/>
                <a:uLnTx/>
                <a:uFillTx/>
                <a:latin typeface="Segoe UI"/>
                <a:ea typeface="+mn-ea"/>
                <a:cs typeface="+mn-cs"/>
              </a:rPr>
              <a:t>Income &amp; Expenses</a:t>
            </a:r>
          </a:p>
        </p:txBody>
      </p:sp>
      <p:graphicFrame>
        <p:nvGraphicFramePr>
          <p:cNvPr id="137" name="Chart 136">
            <a:extLst>
              <a:ext uri="{FF2B5EF4-FFF2-40B4-BE49-F238E27FC236}">
                <a16:creationId xmlns:a16="http://schemas.microsoft.com/office/drawing/2014/main" id="{5031A826-DFF2-B42E-7DA7-4A4DDA09A28A}"/>
              </a:ext>
            </a:extLst>
          </p:cNvPr>
          <p:cNvGraphicFramePr/>
          <p:nvPr/>
        </p:nvGraphicFramePr>
        <p:xfrm>
          <a:off x="163909" y="4797152"/>
          <a:ext cx="5988109" cy="172459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4" name="Chart 153">
            <a:extLst>
              <a:ext uri="{FF2B5EF4-FFF2-40B4-BE49-F238E27FC236}">
                <a16:creationId xmlns:a16="http://schemas.microsoft.com/office/drawing/2014/main" id="{71AC2EE8-3D61-76C3-2939-3D45FC9D5F24}"/>
              </a:ext>
            </a:extLst>
          </p:cNvPr>
          <p:cNvGraphicFramePr/>
          <p:nvPr/>
        </p:nvGraphicFramePr>
        <p:xfrm>
          <a:off x="8123800" y="1301918"/>
          <a:ext cx="3796297" cy="2530864"/>
        </p:xfrm>
        <a:graphic>
          <a:graphicData uri="http://schemas.openxmlformats.org/drawingml/2006/chart">
            <c:chart xmlns:c="http://schemas.openxmlformats.org/drawingml/2006/chart" xmlns:r="http://schemas.openxmlformats.org/officeDocument/2006/relationships" r:id="rId4"/>
          </a:graphicData>
        </a:graphic>
      </p:graphicFrame>
      <p:sp>
        <p:nvSpPr>
          <p:cNvPr id="164" name="Oval 163">
            <a:extLst>
              <a:ext uri="{FF2B5EF4-FFF2-40B4-BE49-F238E27FC236}">
                <a16:creationId xmlns:a16="http://schemas.microsoft.com/office/drawing/2014/main" id="{1261CC77-0B72-87C9-E161-E7F506BF6BC5}"/>
              </a:ext>
            </a:extLst>
          </p:cNvPr>
          <p:cNvSpPr/>
          <p:nvPr/>
        </p:nvSpPr>
        <p:spPr>
          <a:xfrm>
            <a:off x="8987895" y="1661958"/>
            <a:ext cx="1998068" cy="1998066"/>
          </a:xfrm>
          <a:prstGeom prst="ellipse">
            <a:avLst/>
          </a:prstGeom>
          <a:solidFill>
            <a:schemeClr val="tx1">
              <a:alpha val="29000"/>
            </a:schemeClr>
          </a:solidFill>
          <a:ln>
            <a:noFill/>
          </a:ln>
          <a:effectLst>
            <a:softEdge rad="292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155" name="Oval 154">
            <a:extLst>
              <a:ext uri="{FF2B5EF4-FFF2-40B4-BE49-F238E27FC236}">
                <a16:creationId xmlns:a16="http://schemas.microsoft.com/office/drawing/2014/main" id="{87D335E1-EE83-B30C-52AA-7C74C56DF8A6}"/>
              </a:ext>
            </a:extLst>
          </p:cNvPr>
          <p:cNvSpPr/>
          <p:nvPr/>
        </p:nvSpPr>
        <p:spPr>
          <a:xfrm>
            <a:off x="9151716" y="1697120"/>
            <a:ext cx="1740462" cy="1740460"/>
          </a:xfrm>
          <a:prstGeom prst="ellipse">
            <a:avLst/>
          </a:prstGeom>
          <a:gradFill flip="none" rotWithShape="1">
            <a:gsLst>
              <a:gs pos="0">
                <a:schemeClr val="bg1">
                  <a:lumMod val="95000"/>
                </a:schemeClr>
              </a:gs>
              <a:gs pos="100000">
                <a:schemeClr val="bg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213" name="Group 212">
            <a:extLst>
              <a:ext uri="{FF2B5EF4-FFF2-40B4-BE49-F238E27FC236}">
                <a16:creationId xmlns:a16="http://schemas.microsoft.com/office/drawing/2014/main" id="{4040BEB5-F4C1-7167-EE5A-D712FD2AB889}"/>
              </a:ext>
            </a:extLst>
          </p:cNvPr>
          <p:cNvGrpSpPr/>
          <p:nvPr/>
        </p:nvGrpSpPr>
        <p:grpSpPr>
          <a:xfrm>
            <a:off x="9360697" y="2022369"/>
            <a:ext cx="1322500" cy="1089965"/>
            <a:chOff x="9478788" y="2004508"/>
            <a:chExt cx="1322500" cy="1089965"/>
          </a:xfrm>
        </p:grpSpPr>
        <p:sp>
          <p:nvSpPr>
            <p:cNvPr id="210" name="TextBox 209">
              <a:extLst>
                <a:ext uri="{FF2B5EF4-FFF2-40B4-BE49-F238E27FC236}">
                  <a16:creationId xmlns:a16="http://schemas.microsoft.com/office/drawing/2014/main" id="{89D88FAA-68C9-1B00-0532-6685D877F11A}"/>
                </a:ext>
              </a:extLst>
            </p:cNvPr>
            <p:cNvSpPr txBox="1"/>
            <p:nvPr/>
          </p:nvSpPr>
          <p:spPr>
            <a:xfrm>
              <a:off x="9478788" y="2905924"/>
              <a:ext cx="1322500" cy="18854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IN" sz="1050" b="0" i="0" u="none" strike="noStrike" kern="1200" cap="none" spc="0" normalizeH="0" baseline="0" noProof="0">
                  <a:ln>
                    <a:noFill/>
                  </a:ln>
                  <a:solidFill>
                    <a:prstClr val="black">
                      <a:lumMod val="65000"/>
                      <a:lumOff val="35000"/>
                    </a:prstClr>
                  </a:solidFill>
                  <a:effectLst/>
                  <a:uLnTx/>
                  <a:uFillTx/>
                  <a:latin typeface="Segoe UI"/>
                  <a:ea typeface="+mn-ea"/>
                  <a:cs typeface="+mn-cs"/>
                </a:rPr>
                <a:t>Target 30%</a:t>
              </a:r>
              <a:endParaRPr kumimoji="0" lang="en-US" sz="1050" b="0" i="0" u="none" strike="noStrike" kern="1200" cap="none" spc="0" normalizeH="0" baseline="0" noProof="0">
                <a:ln>
                  <a:noFill/>
                </a:ln>
                <a:solidFill>
                  <a:prstClr val="black">
                    <a:lumMod val="65000"/>
                    <a:lumOff val="35000"/>
                  </a:prstClr>
                </a:solidFill>
                <a:effectLst/>
                <a:uLnTx/>
                <a:uFillTx/>
                <a:latin typeface="Segoe UI"/>
                <a:ea typeface="+mn-ea"/>
                <a:cs typeface="+mn-cs"/>
              </a:endParaRPr>
            </a:p>
          </p:txBody>
        </p:sp>
        <p:sp>
          <p:nvSpPr>
            <p:cNvPr id="211" name="TextBox 210">
              <a:extLst>
                <a:ext uri="{FF2B5EF4-FFF2-40B4-BE49-F238E27FC236}">
                  <a16:creationId xmlns:a16="http://schemas.microsoft.com/office/drawing/2014/main" id="{463A8253-9679-51A9-21C2-74500CA33842}"/>
                </a:ext>
              </a:extLst>
            </p:cNvPr>
            <p:cNvSpPr txBox="1"/>
            <p:nvPr/>
          </p:nvSpPr>
          <p:spPr>
            <a:xfrm>
              <a:off x="9478788" y="2417037"/>
              <a:ext cx="1322500" cy="430218"/>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IN" sz="3200" b="0" i="0" u="none" strike="noStrike" kern="1200" cap="none" spc="0" normalizeH="0" baseline="0" noProof="0">
                  <a:ln>
                    <a:noFill/>
                  </a:ln>
                  <a:solidFill>
                    <a:srgbClr val="FF9062"/>
                  </a:solidFill>
                  <a:effectLst/>
                  <a:uLnTx/>
                  <a:uFillTx/>
                  <a:latin typeface="Segoe UI Black" panose="020B0A02040204020203" pitchFamily="34" charset="0"/>
                  <a:ea typeface="Segoe UI Black" panose="020B0A02040204020203" pitchFamily="34" charset="0"/>
                  <a:cs typeface="+mn-cs"/>
                </a:rPr>
                <a:t>25%</a:t>
              </a:r>
              <a:endParaRPr kumimoji="0" lang="en-US" sz="3200" b="0" i="0" u="none" strike="noStrike" kern="1200" cap="none" spc="0" normalizeH="0" baseline="0" noProof="0">
                <a:ln>
                  <a:noFill/>
                </a:ln>
                <a:solidFill>
                  <a:srgbClr val="FF9062"/>
                </a:solidFill>
                <a:effectLst/>
                <a:uLnTx/>
                <a:uFillTx/>
                <a:latin typeface="Segoe UI Black" panose="020B0A02040204020203" pitchFamily="34" charset="0"/>
                <a:ea typeface="Segoe UI Black" panose="020B0A02040204020203" pitchFamily="34" charset="0"/>
                <a:cs typeface="+mn-cs"/>
              </a:endParaRPr>
            </a:p>
          </p:txBody>
        </p:sp>
        <p:sp>
          <p:nvSpPr>
            <p:cNvPr id="212" name="TextBox 211">
              <a:extLst>
                <a:ext uri="{FF2B5EF4-FFF2-40B4-BE49-F238E27FC236}">
                  <a16:creationId xmlns:a16="http://schemas.microsoft.com/office/drawing/2014/main" id="{AA14ABB2-3B5B-C671-8C8C-72DF4F332F35}"/>
                </a:ext>
              </a:extLst>
            </p:cNvPr>
            <p:cNvSpPr txBox="1"/>
            <p:nvPr/>
          </p:nvSpPr>
          <p:spPr>
            <a:xfrm>
              <a:off x="9677791" y="2004508"/>
              <a:ext cx="924494" cy="321450"/>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IN" sz="1100" b="0" i="0" u="none" strike="noStrike" kern="1200" cap="none" spc="0" normalizeH="0" baseline="0" noProof="0">
                  <a:ln>
                    <a:noFill/>
                  </a:ln>
                  <a:solidFill>
                    <a:prstClr val="black">
                      <a:lumMod val="65000"/>
                      <a:lumOff val="35000"/>
                    </a:prstClr>
                  </a:solidFill>
                  <a:effectLst/>
                  <a:uLnTx/>
                  <a:uFillTx/>
                  <a:latin typeface="Segoe UI"/>
                  <a:ea typeface="+mn-ea"/>
                  <a:cs typeface="+mn-cs"/>
                </a:rPr>
                <a:t>Net Profit Margin %</a:t>
              </a:r>
              <a:endParaRPr kumimoji="0" lang="en-US" sz="1100" b="0" i="0" u="none" strike="noStrike" kern="1200" cap="none" spc="0" normalizeH="0" baseline="0" noProof="0">
                <a:ln>
                  <a:noFill/>
                </a:ln>
                <a:solidFill>
                  <a:prstClr val="black">
                    <a:lumMod val="65000"/>
                    <a:lumOff val="35000"/>
                  </a:prstClr>
                </a:solidFill>
                <a:effectLst/>
                <a:uLnTx/>
                <a:uFillTx/>
                <a:latin typeface="Segoe UI"/>
                <a:ea typeface="+mn-ea"/>
                <a:cs typeface="+mn-cs"/>
              </a:endParaRPr>
            </a:p>
          </p:txBody>
        </p:sp>
      </p:grpSp>
      <p:sp>
        <p:nvSpPr>
          <p:cNvPr id="218" name="TextBox 217">
            <a:extLst>
              <a:ext uri="{FF2B5EF4-FFF2-40B4-BE49-F238E27FC236}">
                <a16:creationId xmlns:a16="http://schemas.microsoft.com/office/drawing/2014/main" id="{7B48C909-50F5-D05B-F975-5EAFF3F96859}"/>
              </a:ext>
            </a:extLst>
          </p:cNvPr>
          <p:cNvSpPr txBox="1"/>
          <p:nvPr/>
        </p:nvSpPr>
        <p:spPr>
          <a:xfrm>
            <a:off x="8552928" y="4288221"/>
            <a:ext cx="1322500" cy="294361"/>
          </a:xfrm>
          <a:prstGeom prst="rect">
            <a:avLst/>
          </a:prstGeom>
          <a:noFill/>
        </p:spPr>
        <p:txBody>
          <a:bodyPr wrap="square" lIns="0" tIns="0" rIns="0" bIns="0" rtlCol="0" anchor="b">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black">
                    <a:lumMod val="95000"/>
                    <a:lumOff val="5000"/>
                  </a:prstClr>
                </a:solidFill>
                <a:effectLst/>
                <a:uLnTx/>
                <a:uFillTx/>
                <a:latin typeface="Segoe UI"/>
                <a:ea typeface="+mn-ea"/>
                <a:cs typeface="+mn-cs"/>
              </a:rPr>
              <a:t>% of income Budget</a:t>
            </a:r>
            <a:endParaRPr kumimoji="0" lang="en-US" sz="11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cxnSp>
        <p:nvCxnSpPr>
          <p:cNvPr id="220" name="Straight Connector 219">
            <a:extLst>
              <a:ext uri="{FF2B5EF4-FFF2-40B4-BE49-F238E27FC236}">
                <a16:creationId xmlns:a16="http://schemas.microsoft.com/office/drawing/2014/main" id="{D59001FE-92B6-F794-D565-07202204FAEE}"/>
              </a:ext>
            </a:extLst>
          </p:cNvPr>
          <p:cNvCxnSpPr>
            <a:cxnSpLocks/>
          </p:cNvCxnSpPr>
          <p:nvPr/>
        </p:nvCxnSpPr>
        <p:spPr>
          <a:xfrm>
            <a:off x="10005881" y="4365104"/>
            <a:ext cx="0" cy="1761376"/>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224" name="TextBox 223">
            <a:extLst>
              <a:ext uri="{FF2B5EF4-FFF2-40B4-BE49-F238E27FC236}">
                <a16:creationId xmlns:a16="http://schemas.microsoft.com/office/drawing/2014/main" id="{CE7002DD-5162-8BDD-5EA7-4EF5482EAFE8}"/>
              </a:ext>
            </a:extLst>
          </p:cNvPr>
          <p:cNvSpPr txBox="1"/>
          <p:nvPr/>
        </p:nvSpPr>
        <p:spPr>
          <a:xfrm>
            <a:off x="10161011" y="4288221"/>
            <a:ext cx="1322500" cy="294361"/>
          </a:xfrm>
          <a:prstGeom prst="rect">
            <a:avLst/>
          </a:prstGeom>
          <a:noFill/>
        </p:spPr>
        <p:txBody>
          <a:bodyPr wrap="square" lIns="0" tIns="0" rIns="0" bIns="0" rtlCol="0" anchor="b">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black">
                    <a:lumMod val="95000"/>
                    <a:lumOff val="5000"/>
                  </a:prstClr>
                </a:solidFill>
                <a:effectLst/>
                <a:uLnTx/>
                <a:uFillTx/>
                <a:latin typeface="Segoe UI"/>
                <a:ea typeface="+mn-ea"/>
                <a:cs typeface="+mn-cs"/>
              </a:rPr>
              <a:t>% of Expenses Budget</a:t>
            </a:r>
            <a:endParaRPr kumimoji="0" lang="en-US" sz="1100" b="1" i="0" u="none" strike="noStrike" kern="1200" cap="none" spc="0" normalizeH="0" baseline="0" noProof="0">
              <a:ln>
                <a:noFill/>
              </a:ln>
              <a:solidFill>
                <a:prstClr val="black">
                  <a:lumMod val="95000"/>
                  <a:lumOff val="5000"/>
                </a:prstClr>
              </a:solidFill>
              <a:effectLst/>
              <a:uLnTx/>
              <a:uFillTx/>
              <a:latin typeface="Segoe UI"/>
              <a:ea typeface="+mn-ea"/>
              <a:cs typeface="+mn-cs"/>
            </a:endParaRPr>
          </a:p>
        </p:txBody>
      </p:sp>
      <p:graphicFrame>
        <p:nvGraphicFramePr>
          <p:cNvPr id="225" name="Chart 224">
            <a:extLst>
              <a:ext uri="{FF2B5EF4-FFF2-40B4-BE49-F238E27FC236}">
                <a16:creationId xmlns:a16="http://schemas.microsoft.com/office/drawing/2014/main" id="{5FBE1575-CF38-E034-29F3-52FA05ED68B9}"/>
              </a:ext>
            </a:extLst>
          </p:cNvPr>
          <p:cNvGraphicFramePr/>
          <p:nvPr/>
        </p:nvGraphicFramePr>
        <p:xfrm>
          <a:off x="8532220" y="4633108"/>
          <a:ext cx="1308196" cy="111278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26" name="Chart 225">
            <a:extLst>
              <a:ext uri="{FF2B5EF4-FFF2-40B4-BE49-F238E27FC236}">
                <a16:creationId xmlns:a16="http://schemas.microsoft.com/office/drawing/2014/main" id="{027EA8E0-DBF3-3CA6-DC9A-19A8F4B9B1A7}"/>
              </a:ext>
            </a:extLst>
          </p:cNvPr>
          <p:cNvGraphicFramePr/>
          <p:nvPr/>
        </p:nvGraphicFramePr>
        <p:xfrm>
          <a:off x="10150813" y="4633108"/>
          <a:ext cx="1308196" cy="1112785"/>
        </p:xfrm>
        <a:graphic>
          <a:graphicData uri="http://schemas.openxmlformats.org/drawingml/2006/chart">
            <c:chart xmlns:c="http://schemas.openxmlformats.org/drawingml/2006/chart" xmlns:r="http://schemas.openxmlformats.org/officeDocument/2006/relationships" r:id="rId6"/>
          </a:graphicData>
        </a:graphic>
      </p:graphicFrame>
      <p:grpSp>
        <p:nvGrpSpPr>
          <p:cNvPr id="235" name="Group 234">
            <a:extLst>
              <a:ext uri="{FF2B5EF4-FFF2-40B4-BE49-F238E27FC236}">
                <a16:creationId xmlns:a16="http://schemas.microsoft.com/office/drawing/2014/main" id="{9149C30F-DBE2-F0FC-DFF7-26717FE643F8}"/>
              </a:ext>
            </a:extLst>
          </p:cNvPr>
          <p:cNvGrpSpPr/>
          <p:nvPr/>
        </p:nvGrpSpPr>
        <p:grpSpPr>
          <a:xfrm>
            <a:off x="8552928" y="5812153"/>
            <a:ext cx="1326134" cy="341723"/>
            <a:chOff x="8551340" y="5812152"/>
            <a:chExt cx="1326134" cy="341723"/>
          </a:xfrm>
        </p:grpSpPr>
        <p:sp>
          <p:nvSpPr>
            <p:cNvPr id="227" name="TextBox 226">
              <a:extLst>
                <a:ext uri="{FF2B5EF4-FFF2-40B4-BE49-F238E27FC236}">
                  <a16:creationId xmlns:a16="http://schemas.microsoft.com/office/drawing/2014/main" id="{0A82FEE5-CCED-8433-ECB8-86DA4633F595}"/>
                </a:ext>
              </a:extLst>
            </p:cNvPr>
            <p:cNvSpPr txBox="1"/>
            <p:nvPr/>
          </p:nvSpPr>
          <p:spPr>
            <a:xfrm>
              <a:off x="8551340" y="5812152"/>
              <a:ext cx="639416" cy="13151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Budget</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228" name="TextBox 227">
              <a:extLst>
                <a:ext uri="{FF2B5EF4-FFF2-40B4-BE49-F238E27FC236}">
                  <a16:creationId xmlns:a16="http://schemas.microsoft.com/office/drawing/2014/main" id="{076ABAA8-965B-0CDC-8677-8B97FB2BF181}"/>
                </a:ext>
              </a:extLst>
            </p:cNvPr>
            <p:cNvSpPr txBox="1"/>
            <p:nvPr/>
          </p:nvSpPr>
          <p:spPr>
            <a:xfrm>
              <a:off x="8551340" y="6022359"/>
              <a:ext cx="639416" cy="13151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Balance</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229" name="TextBox 228">
              <a:extLst>
                <a:ext uri="{FF2B5EF4-FFF2-40B4-BE49-F238E27FC236}">
                  <a16:creationId xmlns:a16="http://schemas.microsoft.com/office/drawing/2014/main" id="{5B51A3B1-A94C-BD90-0234-8DEAFC480FDA}"/>
                </a:ext>
              </a:extLst>
            </p:cNvPr>
            <p:cNvSpPr txBox="1"/>
            <p:nvPr/>
          </p:nvSpPr>
          <p:spPr>
            <a:xfrm>
              <a:off x="9238058" y="5812152"/>
              <a:ext cx="639416" cy="131516"/>
            </a:xfrm>
            <a:prstGeom prst="rect">
              <a:avLst/>
            </a:prstGeom>
            <a:noFill/>
          </p:spPr>
          <p:txBody>
            <a:bodyPr wrap="square" lIns="0" tIns="0" rIns="0" bIns="0" rtlCol="0" anchor="t">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5 000,00</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230" name="TextBox 229">
              <a:extLst>
                <a:ext uri="{FF2B5EF4-FFF2-40B4-BE49-F238E27FC236}">
                  <a16:creationId xmlns:a16="http://schemas.microsoft.com/office/drawing/2014/main" id="{1595F03B-8D13-6444-FCCF-5FB107C49802}"/>
                </a:ext>
              </a:extLst>
            </p:cNvPr>
            <p:cNvSpPr txBox="1"/>
            <p:nvPr/>
          </p:nvSpPr>
          <p:spPr>
            <a:xfrm>
              <a:off x="9238058" y="6022359"/>
              <a:ext cx="639416" cy="131516"/>
            </a:xfrm>
            <a:prstGeom prst="rect">
              <a:avLst/>
            </a:prstGeom>
            <a:noFill/>
          </p:spPr>
          <p:txBody>
            <a:bodyPr wrap="square" lIns="0" tIns="0" rIns="0" bIns="0" rtlCol="0" anchor="t">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-281,00</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grpSp>
      <p:sp>
        <p:nvSpPr>
          <p:cNvPr id="233" name="TextBox 232">
            <a:extLst>
              <a:ext uri="{FF2B5EF4-FFF2-40B4-BE49-F238E27FC236}">
                <a16:creationId xmlns:a16="http://schemas.microsoft.com/office/drawing/2014/main" id="{FB3D9BB1-D811-E067-C9BA-4C1670940E5C}"/>
              </a:ext>
            </a:extLst>
          </p:cNvPr>
          <p:cNvSpPr txBox="1"/>
          <p:nvPr/>
        </p:nvSpPr>
        <p:spPr>
          <a:xfrm>
            <a:off x="8929546" y="5030908"/>
            <a:ext cx="513547" cy="317185"/>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IN" sz="1800" b="0" i="0" u="none" strike="noStrike" kern="1200" cap="none" spc="0" normalizeH="0" baseline="0" noProof="0">
                <a:ln>
                  <a:noFill/>
                </a:ln>
                <a:solidFill>
                  <a:srgbClr val="FF9062"/>
                </a:solidFill>
                <a:effectLst/>
                <a:uLnTx/>
                <a:uFillTx/>
                <a:latin typeface="Segoe UI Black" panose="020B0A02040204020203" pitchFamily="34" charset="0"/>
                <a:ea typeface="Segoe UI Black" panose="020B0A02040204020203" pitchFamily="34" charset="0"/>
                <a:cs typeface="+mn-cs"/>
              </a:rPr>
              <a:t>94</a:t>
            </a:r>
            <a:r>
              <a:rPr kumimoji="0" lang="en-IN" sz="1050" b="0" i="0" u="none" strike="noStrike" kern="1200" cap="none" spc="0" normalizeH="0" baseline="0" noProof="0">
                <a:ln>
                  <a:noFill/>
                </a:ln>
                <a:solidFill>
                  <a:srgbClr val="FF9062"/>
                </a:solidFill>
                <a:effectLst/>
                <a:uLnTx/>
                <a:uFillTx/>
                <a:latin typeface="Segoe UI Black" panose="020B0A02040204020203" pitchFamily="34" charset="0"/>
                <a:ea typeface="Segoe UI Black" panose="020B0A02040204020203" pitchFamily="34" charset="0"/>
                <a:cs typeface="+mn-cs"/>
              </a:rPr>
              <a:t>%</a:t>
            </a:r>
            <a:endParaRPr kumimoji="0" lang="en-US" sz="1800" b="0" i="0" u="none" strike="noStrike" kern="1200" cap="none" spc="0" normalizeH="0" baseline="0" noProof="0">
              <a:ln>
                <a:noFill/>
              </a:ln>
              <a:solidFill>
                <a:srgbClr val="FF9062"/>
              </a:solidFill>
              <a:effectLst/>
              <a:uLnTx/>
              <a:uFillTx/>
              <a:latin typeface="Segoe UI Black" panose="020B0A02040204020203" pitchFamily="34" charset="0"/>
              <a:ea typeface="Segoe UI Black" panose="020B0A02040204020203" pitchFamily="34" charset="0"/>
              <a:cs typeface="+mn-cs"/>
            </a:endParaRPr>
          </a:p>
        </p:txBody>
      </p:sp>
      <p:sp>
        <p:nvSpPr>
          <p:cNvPr id="234" name="TextBox 233">
            <a:extLst>
              <a:ext uri="{FF2B5EF4-FFF2-40B4-BE49-F238E27FC236}">
                <a16:creationId xmlns:a16="http://schemas.microsoft.com/office/drawing/2014/main" id="{CA393C92-B9C1-7CD1-D022-547C5517A71E}"/>
              </a:ext>
            </a:extLst>
          </p:cNvPr>
          <p:cNvSpPr txBox="1"/>
          <p:nvPr/>
        </p:nvSpPr>
        <p:spPr>
          <a:xfrm>
            <a:off x="10548139" y="5030908"/>
            <a:ext cx="513547" cy="317185"/>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IN" sz="1800" b="0" i="0" u="none" strike="noStrike" kern="1200" cap="none" spc="0" normalizeH="0" baseline="0" noProof="0">
                <a:ln>
                  <a:noFill/>
                </a:ln>
                <a:solidFill>
                  <a:srgbClr val="F5C525"/>
                </a:solidFill>
                <a:effectLst/>
                <a:uLnTx/>
                <a:uFillTx/>
                <a:latin typeface="Segoe UI Black" panose="020B0A02040204020203" pitchFamily="34" charset="0"/>
                <a:ea typeface="Segoe UI Black" panose="020B0A02040204020203" pitchFamily="34" charset="0"/>
                <a:cs typeface="+mn-cs"/>
              </a:rPr>
              <a:t>93</a:t>
            </a:r>
            <a:r>
              <a:rPr kumimoji="0" lang="en-IN" sz="1050" b="0" i="0" u="none" strike="noStrike" kern="1200" cap="none" spc="0" normalizeH="0" baseline="0" noProof="0">
                <a:ln>
                  <a:noFill/>
                </a:ln>
                <a:solidFill>
                  <a:srgbClr val="F5C525"/>
                </a:solidFill>
                <a:effectLst/>
                <a:uLnTx/>
                <a:uFillTx/>
                <a:latin typeface="Segoe UI Black" panose="020B0A02040204020203" pitchFamily="34" charset="0"/>
                <a:ea typeface="Segoe UI Black" panose="020B0A02040204020203" pitchFamily="34" charset="0"/>
                <a:cs typeface="+mn-cs"/>
              </a:rPr>
              <a:t>%</a:t>
            </a:r>
            <a:endParaRPr kumimoji="0" lang="en-US" sz="1800" b="0" i="0" u="none" strike="noStrike" kern="1200" cap="none" spc="0" normalizeH="0" baseline="0" noProof="0">
              <a:ln>
                <a:noFill/>
              </a:ln>
              <a:solidFill>
                <a:srgbClr val="F5C525"/>
              </a:solidFill>
              <a:effectLst/>
              <a:uLnTx/>
              <a:uFillTx/>
              <a:latin typeface="Segoe UI Black" panose="020B0A02040204020203" pitchFamily="34" charset="0"/>
              <a:ea typeface="Segoe UI Black" panose="020B0A02040204020203" pitchFamily="34" charset="0"/>
              <a:cs typeface="+mn-cs"/>
            </a:endParaRPr>
          </a:p>
        </p:txBody>
      </p:sp>
      <p:grpSp>
        <p:nvGrpSpPr>
          <p:cNvPr id="236" name="Group 235">
            <a:extLst>
              <a:ext uri="{FF2B5EF4-FFF2-40B4-BE49-F238E27FC236}">
                <a16:creationId xmlns:a16="http://schemas.microsoft.com/office/drawing/2014/main" id="{96B2B531-1041-2B7C-0852-303F667B3722}"/>
              </a:ext>
            </a:extLst>
          </p:cNvPr>
          <p:cNvGrpSpPr/>
          <p:nvPr/>
        </p:nvGrpSpPr>
        <p:grpSpPr>
          <a:xfrm>
            <a:off x="10157377" y="5812153"/>
            <a:ext cx="1326134" cy="341723"/>
            <a:chOff x="8551340" y="5812152"/>
            <a:chExt cx="1326134" cy="341723"/>
          </a:xfrm>
        </p:grpSpPr>
        <p:sp>
          <p:nvSpPr>
            <p:cNvPr id="237" name="TextBox 236">
              <a:extLst>
                <a:ext uri="{FF2B5EF4-FFF2-40B4-BE49-F238E27FC236}">
                  <a16:creationId xmlns:a16="http://schemas.microsoft.com/office/drawing/2014/main" id="{59EFBF0D-4329-D7D7-BA76-84398289F6D1}"/>
                </a:ext>
              </a:extLst>
            </p:cNvPr>
            <p:cNvSpPr txBox="1"/>
            <p:nvPr/>
          </p:nvSpPr>
          <p:spPr>
            <a:xfrm>
              <a:off x="8551340" y="5812152"/>
              <a:ext cx="639416" cy="13151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Budget</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238" name="TextBox 237">
              <a:extLst>
                <a:ext uri="{FF2B5EF4-FFF2-40B4-BE49-F238E27FC236}">
                  <a16:creationId xmlns:a16="http://schemas.microsoft.com/office/drawing/2014/main" id="{C0E1F515-F97A-3291-35FD-F2144AD2E6B0}"/>
                </a:ext>
              </a:extLst>
            </p:cNvPr>
            <p:cNvSpPr txBox="1"/>
            <p:nvPr/>
          </p:nvSpPr>
          <p:spPr>
            <a:xfrm>
              <a:off x="8551340" y="6022359"/>
              <a:ext cx="639416" cy="13151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Balance</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239" name="TextBox 238">
              <a:extLst>
                <a:ext uri="{FF2B5EF4-FFF2-40B4-BE49-F238E27FC236}">
                  <a16:creationId xmlns:a16="http://schemas.microsoft.com/office/drawing/2014/main" id="{4486987A-778A-9E3A-D312-67BEF88BEA34}"/>
                </a:ext>
              </a:extLst>
            </p:cNvPr>
            <p:cNvSpPr txBox="1"/>
            <p:nvPr/>
          </p:nvSpPr>
          <p:spPr>
            <a:xfrm>
              <a:off x="9238058" y="5812152"/>
              <a:ext cx="639416" cy="131516"/>
            </a:xfrm>
            <a:prstGeom prst="rect">
              <a:avLst/>
            </a:prstGeom>
            <a:noFill/>
          </p:spPr>
          <p:txBody>
            <a:bodyPr wrap="square" lIns="0" tIns="0" rIns="0" bIns="0" rtlCol="0" anchor="t">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5 000,00</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sp>
          <p:nvSpPr>
            <p:cNvPr id="240" name="TextBox 239">
              <a:extLst>
                <a:ext uri="{FF2B5EF4-FFF2-40B4-BE49-F238E27FC236}">
                  <a16:creationId xmlns:a16="http://schemas.microsoft.com/office/drawing/2014/main" id="{5373E4B1-F0FE-ED41-3A4B-CF7E3DF071E5}"/>
                </a:ext>
              </a:extLst>
            </p:cNvPr>
            <p:cNvSpPr txBox="1"/>
            <p:nvPr/>
          </p:nvSpPr>
          <p:spPr>
            <a:xfrm>
              <a:off x="9238058" y="6022359"/>
              <a:ext cx="639416" cy="131516"/>
            </a:xfrm>
            <a:prstGeom prst="rect">
              <a:avLst/>
            </a:prstGeom>
            <a:noFill/>
          </p:spPr>
          <p:txBody>
            <a:bodyPr wrap="square" lIns="0" tIns="0" rIns="0" bIns="0" rtlCol="0" anchor="t">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IN" sz="1000" b="0" i="0" u="none" strike="noStrike" kern="1200" cap="none" spc="0" normalizeH="0" baseline="0" noProof="0">
                  <a:ln>
                    <a:noFill/>
                  </a:ln>
                  <a:solidFill>
                    <a:prstClr val="black">
                      <a:lumMod val="50000"/>
                      <a:lumOff val="50000"/>
                    </a:prstClr>
                  </a:solidFill>
                  <a:effectLst/>
                  <a:uLnTx/>
                  <a:uFillTx/>
                  <a:latin typeface="Segoe UI"/>
                  <a:ea typeface="+mn-ea"/>
                  <a:cs typeface="+mn-cs"/>
                </a:rPr>
                <a:t>-230,00</a:t>
              </a:r>
              <a:endParaRPr kumimoji="0" lang="en-US" sz="1000" b="0" i="0" u="none" strike="noStrike" kern="1200" cap="none" spc="0" normalizeH="0" baseline="0" noProof="0">
                <a:ln>
                  <a:noFill/>
                </a:ln>
                <a:solidFill>
                  <a:prstClr val="black">
                    <a:lumMod val="50000"/>
                    <a:lumOff val="50000"/>
                  </a:prstClr>
                </a:solidFill>
                <a:effectLst/>
                <a:uLnTx/>
                <a:uFillTx/>
                <a:latin typeface="Segoe UI"/>
                <a:ea typeface="+mn-ea"/>
                <a:cs typeface="+mn-cs"/>
              </a:endParaRPr>
            </a:p>
          </p:txBody>
        </p:sp>
      </p:grpSp>
      <p:grpSp>
        <p:nvGrpSpPr>
          <p:cNvPr id="243" name="Group 242">
            <a:extLst>
              <a:ext uri="{FF2B5EF4-FFF2-40B4-BE49-F238E27FC236}">
                <a16:creationId xmlns:a16="http://schemas.microsoft.com/office/drawing/2014/main" id="{02715238-FB68-23AF-DA8C-91BE8D86F0D4}"/>
              </a:ext>
            </a:extLst>
          </p:cNvPr>
          <p:cNvGrpSpPr/>
          <p:nvPr/>
        </p:nvGrpSpPr>
        <p:grpSpPr>
          <a:xfrm>
            <a:off x="6344619" y="4797153"/>
            <a:ext cx="1651439" cy="1115037"/>
            <a:chOff x="6343030" y="5451676"/>
            <a:chExt cx="1651439" cy="1023775"/>
          </a:xfrm>
        </p:grpSpPr>
        <p:grpSp>
          <p:nvGrpSpPr>
            <p:cNvPr id="244" name="Group 243">
              <a:extLst>
                <a:ext uri="{FF2B5EF4-FFF2-40B4-BE49-F238E27FC236}">
                  <a16:creationId xmlns:a16="http://schemas.microsoft.com/office/drawing/2014/main" id="{82E5F31E-1E9A-556D-9360-3FC34D195DC9}"/>
                </a:ext>
              </a:extLst>
            </p:cNvPr>
            <p:cNvGrpSpPr/>
            <p:nvPr/>
          </p:nvGrpSpPr>
          <p:grpSpPr>
            <a:xfrm>
              <a:off x="6343030" y="5451676"/>
              <a:ext cx="1651439" cy="254191"/>
              <a:chOff x="6343030" y="5451676"/>
              <a:chExt cx="1651439" cy="254191"/>
            </a:xfrm>
          </p:grpSpPr>
          <p:sp>
            <p:nvSpPr>
              <p:cNvPr id="251" name="Rectangle: Rounded Corners 250">
                <a:extLst>
                  <a:ext uri="{FF2B5EF4-FFF2-40B4-BE49-F238E27FC236}">
                    <a16:creationId xmlns:a16="http://schemas.microsoft.com/office/drawing/2014/main" id="{2611F174-98F7-C72F-3E3D-105625025060}"/>
                  </a:ext>
                </a:extLst>
              </p:cNvPr>
              <p:cNvSpPr/>
              <p:nvPr/>
            </p:nvSpPr>
            <p:spPr>
              <a:xfrm>
                <a:off x="6343030" y="5451676"/>
                <a:ext cx="1651439" cy="254191"/>
              </a:xfrm>
              <a:prstGeom prst="roundRect">
                <a:avLst>
                  <a:gd name="adj" fmla="val 50000"/>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252" name="TextBox 251">
                <a:extLst>
                  <a:ext uri="{FF2B5EF4-FFF2-40B4-BE49-F238E27FC236}">
                    <a16:creationId xmlns:a16="http://schemas.microsoft.com/office/drawing/2014/main" id="{35946E03-9A28-8A68-65BA-2D43DB621B93}"/>
                  </a:ext>
                </a:extLst>
              </p:cNvPr>
              <p:cNvSpPr txBox="1"/>
              <p:nvPr/>
            </p:nvSpPr>
            <p:spPr>
              <a:xfrm>
                <a:off x="6482009" y="5495775"/>
                <a:ext cx="1354302" cy="165992"/>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white"/>
                    </a:solidFill>
                    <a:effectLst/>
                    <a:uLnTx/>
                    <a:uFillTx/>
                    <a:latin typeface="Segoe UI"/>
                    <a:ea typeface="+mn-ea"/>
                    <a:cs typeface="+mn-cs"/>
                  </a:rPr>
                  <a:t>Placeholder</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245" name="Group 244">
              <a:extLst>
                <a:ext uri="{FF2B5EF4-FFF2-40B4-BE49-F238E27FC236}">
                  <a16:creationId xmlns:a16="http://schemas.microsoft.com/office/drawing/2014/main" id="{486265B2-0863-FC03-C13A-0B5814751FB9}"/>
                </a:ext>
              </a:extLst>
            </p:cNvPr>
            <p:cNvGrpSpPr/>
            <p:nvPr/>
          </p:nvGrpSpPr>
          <p:grpSpPr>
            <a:xfrm>
              <a:off x="6343030" y="5836468"/>
              <a:ext cx="1651439" cy="254191"/>
              <a:chOff x="6343030" y="5836468"/>
              <a:chExt cx="1651439" cy="254191"/>
            </a:xfrm>
          </p:grpSpPr>
          <p:sp>
            <p:nvSpPr>
              <p:cNvPr id="249" name="Rectangle: Rounded Corners 248">
                <a:extLst>
                  <a:ext uri="{FF2B5EF4-FFF2-40B4-BE49-F238E27FC236}">
                    <a16:creationId xmlns:a16="http://schemas.microsoft.com/office/drawing/2014/main" id="{9A78A390-5494-98A8-E1A3-3CEE83AAEB54}"/>
                  </a:ext>
                </a:extLst>
              </p:cNvPr>
              <p:cNvSpPr/>
              <p:nvPr/>
            </p:nvSpPr>
            <p:spPr>
              <a:xfrm>
                <a:off x="6343030" y="5836468"/>
                <a:ext cx="1651439" cy="254191"/>
              </a:xfrm>
              <a:prstGeom prst="roundRect">
                <a:avLst>
                  <a:gd name="adj" fmla="val 50000"/>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250" name="TextBox 249">
                <a:extLst>
                  <a:ext uri="{FF2B5EF4-FFF2-40B4-BE49-F238E27FC236}">
                    <a16:creationId xmlns:a16="http://schemas.microsoft.com/office/drawing/2014/main" id="{6F83CB2E-DFD6-8B33-5935-254ADAB66AF2}"/>
                  </a:ext>
                </a:extLst>
              </p:cNvPr>
              <p:cNvSpPr txBox="1"/>
              <p:nvPr/>
            </p:nvSpPr>
            <p:spPr>
              <a:xfrm>
                <a:off x="6482009" y="5880567"/>
                <a:ext cx="1354302" cy="165992"/>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white"/>
                    </a:solidFill>
                    <a:effectLst/>
                    <a:uLnTx/>
                    <a:uFillTx/>
                    <a:latin typeface="Segoe UI"/>
                    <a:ea typeface="+mn-ea"/>
                    <a:cs typeface="+mn-cs"/>
                  </a:rPr>
                  <a:t>Placeholder</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246" name="Group 245">
              <a:extLst>
                <a:ext uri="{FF2B5EF4-FFF2-40B4-BE49-F238E27FC236}">
                  <a16:creationId xmlns:a16="http://schemas.microsoft.com/office/drawing/2014/main" id="{465D28C4-38EF-DBAE-B957-D663A7DFEBD1}"/>
                </a:ext>
              </a:extLst>
            </p:cNvPr>
            <p:cNvGrpSpPr/>
            <p:nvPr/>
          </p:nvGrpSpPr>
          <p:grpSpPr>
            <a:xfrm>
              <a:off x="6343030" y="6221260"/>
              <a:ext cx="1651439" cy="254191"/>
              <a:chOff x="6343030" y="6221260"/>
              <a:chExt cx="1651439" cy="254191"/>
            </a:xfrm>
          </p:grpSpPr>
          <p:sp>
            <p:nvSpPr>
              <p:cNvPr id="247" name="Rectangle: Rounded Corners 246">
                <a:extLst>
                  <a:ext uri="{FF2B5EF4-FFF2-40B4-BE49-F238E27FC236}">
                    <a16:creationId xmlns:a16="http://schemas.microsoft.com/office/drawing/2014/main" id="{CC147375-12DD-C7FA-ED7A-EC8D819412E1}"/>
                  </a:ext>
                </a:extLst>
              </p:cNvPr>
              <p:cNvSpPr/>
              <p:nvPr/>
            </p:nvSpPr>
            <p:spPr>
              <a:xfrm>
                <a:off x="6343030" y="6221260"/>
                <a:ext cx="1651439" cy="254191"/>
              </a:xfrm>
              <a:prstGeom prst="roundRect">
                <a:avLst>
                  <a:gd name="adj" fmla="val 5000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248" name="TextBox 247">
                <a:extLst>
                  <a:ext uri="{FF2B5EF4-FFF2-40B4-BE49-F238E27FC236}">
                    <a16:creationId xmlns:a16="http://schemas.microsoft.com/office/drawing/2014/main" id="{87BC677B-818B-6A86-44D0-7851BD50245C}"/>
                  </a:ext>
                </a:extLst>
              </p:cNvPr>
              <p:cNvSpPr txBox="1"/>
              <p:nvPr/>
            </p:nvSpPr>
            <p:spPr>
              <a:xfrm>
                <a:off x="6482009" y="6265359"/>
                <a:ext cx="1354302" cy="165992"/>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IN" sz="1100" b="1" i="0" u="none" strike="noStrike" kern="1200" cap="none" spc="0" normalizeH="0" baseline="0" noProof="0">
                    <a:ln>
                      <a:noFill/>
                    </a:ln>
                    <a:solidFill>
                      <a:prstClr val="white"/>
                    </a:solidFill>
                    <a:effectLst/>
                    <a:uLnTx/>
                    <a:uFillTx/>
                    <a:latin typeface="Segoe UI"/>
                    <a:ea typeface="+mn-ea"/>
                    <a:cs typeface="+mn-cs"/>
                  </a:rPr>
                  <a:t>Placeholder</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grpSp>
      </p:grpSp>
    </p:spTree>
    <p:extLst>
      <p:ext uri="{BB962C8B-B14F-4D97-AF65-F5344CB8AC3E}">
        <p14:creationId xmlns:p14="http://schemas.microsoft.com/office/powerpoint/2010/main" val="419739913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a:extLst>
            <a:ext uri="{FF2B5EF4-FFF2-40B4-BE49-F238E27FC236}">
              <a16:creationId xmlns:a16="http://schemas.microsoft.com/office/drawing/2014/main" id="{C3366266-4638-5550-2D71-8244D14B57B2}"/>
            </a:ext>
          </a:extLst>
        </p:cNvPr>
        <p:cNvGrpSpPr/>
        <p:nvPr/>
      </p:nvGrpSpPr>
      <p:grpSpPr>
        <a:xfrm>
          <a:off x="0" y="0"/>
          <a:ext cx="0" cy="0"/>
          <a:chOff x="0" y="0"/>
          <a:chExt cx="0" cy="0"/>
        </a:xfrm>
      </p:grpSpPr>
      <p:sp>
        <p:nvSpPr>
          <p:cNvPr id="2" name="Right Triangle 1">
            <a:extLst>
              <a:ext uri="{FF2B5EF4-FFF2-40B4-BE49-F238E27FC236}">
                <a16:creationId xmlns:a16="http://schemas.microsoft.com/office/drawing/2014/main" id="{A4D312F2-EA4F-BDEA-8C54-0AEFC95D98B7}"/>
              </a:ext>
            </a:extLst>
          </p:cNvPr>
          <p:cNvSpPr/>
          <p:nvPr/>
        </p:nvSpPr>
        <p:spPr>
          <a:xfrm rot="5400000" flipH="1">
            <a:off x="0" y="5372100"/>
            <a:ext cx="1485900" cy="1485900"/>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3" name="Rectangle 2">
            <a:extLst>
              <a:ext uri="{FF2B5EF4-FFF2-40B4-BE49-F238E27FC236}">
                <a16:creationId xmlns:a16="http://schemas.microsoft.com/office/drawing/2014/main" id="{75DE7BFD-2028-72C9-8B02-BF46EE80054B}"/>
              </a:ext>
            </a:extLst>
          </p:cNvPr>
          <p:cNvSpPr/>
          <p:nvPr/>
        </p:nvSpPr>
        <p:spPr>
          <a:xfrm>
            <a:off x="10058400" y="97712"/>
            <a:ext cx="2133600" cy="177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 name="TextBox 3">
            <a:extLst>
              <a:ext uri="{FF2B5EF4-FFF2-40B4-BE49-F238E27FC236}">
                <a16:creationId xmlns:a16="http://schemas.microsoft.com/office/drawing/2014/main" id="{F86E4771-B1DB-11F8-FCDA-5E50BA85579D}"/>
              </a:ext>
            </a:extLst>
          </p:cNvPr>
          <p:cNvSpPr txBox="1"/>
          <p:nvPr/>
        </p:nvSpPr>
        <p:spPr>
          <a:xfrm>
            <a:off x="690563" y="314325"/>
            <a:ext cx="10808351" cy="553998"/>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000000"/>
                </a:solidFill>
                <a:effectLst/>
                <a:uLnTx/>
                <a:uFillTx/>
                <a:latin typeface="Segoe UI"/>
                <a:ea typeface="+mn-ea"/>
                <a:cs typeface="+mn-cs"/>
              </a:rPr>
              <a:t>STAKEHOLDERS: EMPLOYEES</a:t>
            </a:r>
          </a:p>
        </p:txBody>
      </p:sp>
      <p:sp>
        <p:nvSpPr>
          <p:cNvPr id="6" name="Date Placeholder 5">
            <a:extLst>
              <a:ext uri="{FF2B5EF4-FFF2-40B4-BE49-F238E27FC236}">
                <a16:creationId xmlns:a16="http://schemas.microsoft.com/office/drawing/2014/main" id="{A5FB5AE8-8FF3-17EC-1432-F264852CA9B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C123CF5-7D66-4CD0-9E7B-9C396B7C8ADE}" type="datetime1">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7" name="Slide Number Placeholder 6">
            <a:extLst>
              <a:ext uri="{FF2B5EF4-FFF2-40B4-BE49-F238E27FC236}">
                <a16:creationId xmlns:a16="http://schemas.microsoft.com/office/drawing/2014/main" id="{08AEE5B7-C532-813A-7111-6E82C16B1C7C}"/>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104C915-17D6-486A-86EC-048CBE10C825}" type="slidenum">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39" name="Freeform 3447">
            <a:extLst>
              <a:ext uri="{FF2B5EF4-FFF2-40B4-BE49-F238E27FC236}">
                <a16:creationId xmlns:a16="http://schemas.microsoft.com/office/drawing/2014/main" id="{ED5F8F23-6FBA-0E6F-4DD0-F5C57239E2DB}"/>
              </a:ext>
            </a:extLst>
          </p:cNvPr>
          <p:cNvSpPr>
            <a:spLocks noEditPoints="1"/>
          </p:cNvSpPr>
          <p:nvPr/>
        </p:nvSpPr>
        <p:spPr bwMode="auto">
          <a:xfrm>
            <a:off x="2757313" y="1274868"/>
            <a:ext cx="1302737" cy="1302737"/>
          </a:xfrm>
          <a:custGeom>
            <a:avLst/>
            <a:gdLst>
              <a:gd name="T0" fmla="*/ 482 w 720"/>
              <a:gd name="T1" fmla="*/ 537 h 721"/>
              <a:gd name="T2" fmla="*/ 445 w 720"/>
              <a:gd name="T3" fmla="*/ 450 h 721"/>
              <a:gd name="T4" fmla="*/ 477 w 720"/>
              <a:gd name="T5" fmla="*/ 370 h 721"/>
              <a:gd name="T6" fmla="*/ 495 w 720"/>
              <a:gd name="T7" fmla="*/ 345 h 721"/>
              <a:gd name="T8" fmla="*/ 488 w 720"/>
              <a:gd name="T9" fmla="*/ 298 h 721"/>
              <a:gd name="T10" fmla="*/ 493 w 720"/>
              <a:gd name="T11" fmla="*/ 246 h 721"/>
              <a:gd name="T12" fmla="*/ 486 w 720"/>
              <a:gd name="T13" fmla="*/ 178 h 721"/>
              <a:gd name="T14" fmla="*/ 450 w 720"/>
              <a:gd name="T15" fmla="*/ 148 h 721"/>
              <a:gd name="T16" fmla="*/ 351 w 720"/>
              <a:gd name="T17" fmla="*/ 139 h 721"/>
              <a:gd name="T18" fmla="*/ 283 w 720"/>
              <a:gd name="T19" fmla="*/ 170 h 721"/>
              <a:gd name="T20" fmla="*/ 251 w 720"/>
              <a:gd name="T21" fmla="*/ 184 h 721"/>
              <a:gd name="T22" fmla="*/ 229 w 720"/>
              <a:gd name="T23" fmla="*/ 218 h 721"/>
              <a:gd name="T24" fmla="*/ 240 w 720"/>
              <a:gd name="T25" fmla="*/ 292 h 721"/>
              <a:gd name="T26" fmla="*/ 223 w 720"/>
              <a:gd name="T27" fmla="*/ 331 h 721"/>
              <a:gd name="T28" fmla="*/ 235 w 720"/>
              <a:gd name="T29" fmla="*/ 364 h 721"/>
              <a:gd name="T30" fmla="*/ 260 w 720"/>
              <a:gd name="T31" fmla="*/ 433 h 721"/>
              <a:gd name="T32" fmla="*/ 272 w 720"/>
              <a:gd name="T33" fmla="*/ 524 h 721"/>
              <a:gd name="T34" fmla="*/ 133 w 720"/>
              <a:gd name="T35" fmla="*/ 573 h 721"/>
              <a:gd name="T36" fmla="*/ 65 w 720"/>
              <a:gd name="T37" fmla="*/ 523 h 721"/>
              <a:gd name="T38" fmla="*/ 32 w 720"/>
              <a:gd name="T39" fmla="*/ 437 h 721"/>
              <a:gd name="T40" fmla="*/ 24 w 720"/>
              <a:gd name="T41" fmla="*/ 343 h 721"/>
              <a:gd name="T42" fmla="*/ 43 w 720"/>
              <a:gd name="T43" fmla="*/ 244 h 721"/>
              <a:gd name="T44" fmla="*/ 91 w 720"/>
              <a:gd name="T45" fmla="*/ 160 h 721"/>
              <a:gd name="T46" fmla="*/ 159 w 720"/>
              <a:gd name="T47" fmla="*/ 92 h 721"/>
              <a:gd name="T48" fmla="*/ 244 w 720"/>
              <a:gd name="T49" fmla="*/ 44 h 721"/>
              <a:gd name="T50" fmla="*/ 342 w 720"/>
              <a:gd name="T51" fmla="*/ 25 h 721"/>
              <a:gd name="T52" fmla="*/ 444 w 720"/>
              <a:gd name="T53" fmla="*/ 35 h 721"/>
              <a:gd name="T54" fmla="*/ 534 w 720"/>
              <a:gd name="T55" fmla="*/ 72 h 721"/>
              <a:gd name="T56" fmla="*/ 608 w 720"/>
              <a:gd name="T57" fmla="*/ 134 h 721"/>
              <a:gd name="T58" fmla="*/ 663 w 720"/>
              <a:gd name="T59" fmla="*/ 215 h 721"/>
              <a:gd name="T60" fmla="*/ 692 w 720"/>
              <a:gd name="T61" fmla="*/ 310 h 721"/>
              <a:gd name="T62" fmla="*/ 693 w 720"/>
              <a:gd name="T63" fmla="*/ 408 h 721"/>
              <a:gd name="T64" fmla="*/ 669 w 720"/>
              <a:gd name="T65" fmla="*/ 495 h 721"/>
              <a:gd name="T66" fmla="*/ 620 w 720"/>
              <a:gd name="T67" fmla="*/ 573 h 721"/>
              <a:gd name="T68" fmla="*/ 287 w 720"/>
              <a:gd name="T69" fmla="*/ 7 h 721"/>
              <a:gd name="T70" fmla="*/ 188 w 720"/>
              <a:gd name="T71" fmla="*/ 44 h 721"/>
              <a:gd name="T72" fmla="*/ 105 w 720"/>
              <a:gd name="T73" fmla="*/ 106 h 721"/>
              <a:gd name="T74" fmla="*/ 43 w 720"/>
              <a:gd name="T75" fmla="*/ 189 h 721"/>
              <a:gd name="T76" fmla="*/ 6 w 720"/>
              <a:gd name="T77" fmla="*/ 288 h 721"/>
              <a:gd name="T78" fmla="*/ 1 w 720"/>
              <a:gd name="T79" fmla="*/ 395 h 721"/>
              <a:gd name="T80" fmla="*/ 25 w 720"/>
              <a:gd name="T81" fmla="*/ 495 h 721"/>
              <a:gd name="T82" fmla="*/ 75 w 720"/>
              <a:gd name="T83" fmla="*/ 582 h 721"/>
              <a:gd name="T84" fmla="*/ 98 w 720"/>
              <a:gd name="T85" fmla="*/ 609 h 721"/>
              <a:gd name="T86" fmla="*/ 98 w 720"/>
              <a:gd name="T87" fmla="*/ 609 h 721"/>
              <a:gd name="T88" fmla="*/ 98 w 720"/>
              <a:gd name="T89" fmla="*/ 609 h 721"/>
              <a:gd name="T90" fmla="*/ 98 w 720"/>
              <a:gd name="T91" fmla="*/ 609 h 721"/>
              <a:gd name="T92" fmla="*/ 98 w 720"/>
              <a:gd name="T93" fmla="*/ 609 h 721"/>
              <a:gd name="T94" fmla="*/ 172 w 720"/>
              <a:gd name="T95" fmla="*/ 666 h 721"/>
              <a:gd name="T96" fmla="*/ 272 w 720"/>
              <a:gd name="T97" fmla="*/ 709 h 721"/>
              <a:gd name="T98" fmla="*/ 377 w 720"/>
              <a:gd name="T99" fmla="*/ 721 h 721"/>
              <a:gd name="T100" fmla="*/ 482 w 720"/>
              <a:gd name="T101" fmla="*/ 698 h 721"/>
              <a:gd name="T102" fmla="*/ 579 w 720"/>
              <a:gd name="T103" fmla="*/ 645 h 721"/>
              <a:gd name="T104" fmla="*/ 633 w 720"/>
              <a:gd name="T105" fmla="*/ 596 h 721"/>
              <a:gd name="T106" fmla="*/ 688 w 720"/>
              <a:gd name="T107" fmla="*/ 510 h 721"/>
              <a:gd name="T108" fmla="*/ 716 w 720"/>
              <a:gd name="T109" fmla="*/ 413 h 721"/>
              <a:gd name="T110" fmla="*/ 716 w 720"/>
              <a:gd name="T111" fmla="*/ 306 h 721"/>
              <a:gd name="T112" fmla="*/ 685 w 720"/>
              <a:gd name="T113" fmla="*/ 205 h 721"/>
              <a:gd name="T114" fmla="*/ 626 w 720"/>
              <a:gd name="T115" fmla="*/ 119 h 721"/>
              <a:gd name="T116" fmla="*/ 547 w 720"/>
              <a:gd name="T117" fmla="*/ 52 h 721"/>
              <a:gd name="T118" fmla="*/ 450 w 720"/>
              <a:gd name="T119" fmla="*/ 12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20" h="721">
                <a:moveTo>
                  <a:pt x="610" y="585"/>
                </a:moveTo>
                <a:lnTo>
                  <a:pt x="594" y="578"/>
                </a:lnTo>
                <a:lnTo>
                  <a:pt x="571" y="568"/>
                </a:lnTo>
                <a:lnTo>
                  <a:pt x="539" y="558"/>
                </a:lnTo>
                <a:lnTo>
                  <a:pt x="499" y="542"/>
                </a:lnTo>
                <a:lnTo>
                  <a:pt x="482" y="537"/>
                </a:lnTo>
                <a:lnTo>
                  <a:pt x="466" y="531"/>
                </a:lnTo>
                <a:lnTo>
                  <a:pt x="449" y="524"/>
                </a:lnTo>
                <a:lnTo>
                  <a:pt x="432" y="519"/>
                </a:lnTo>
                <a:lnTo>
                  <a:pt x="432" y="459"/>
                </a:lnTo>
                <a:lnTo>
                  <a:pt x="439" y="455"/>
                </a:lnTo>
                <a:lnTo>
                  <a:pt x="445" y="450"/>
                </a:lnTo>
                <a:lnTo>
                  <a:pt x="453" y="442"/>
                </a:lnTo>
                <a:lnTo>
                  <a:pt x="459" y="433"/>
                </a:lnTo>
                <a:lnTo>
                  <a:pt x="466" y="422"/>
                </a:lnTo>
                <a:lnTo>
                  <a:pt x="471" y="406"/>
                </a:lnTo>
                <a:lnTo>
                  <a:pt x="476" y="390"/>
                </a:lnTo>
                <a:lnTo>
                  <a:pt x="477" y="370"/>
                </a:lnTo>
                <a:lnTo>
                  <a:pt x="481" y="368"/>
                </a:lnTo>
                <a:lnTo>
                  <a:pt x="485" y="364"/>
                </a:lnTo>
                <a:lnTo>
                  <a:pt x="488" y="361"/>
                </a:lnTo>
                <a:lnTo>
                  <a:pt x="490" y="357"/>
                </a:lnTo>
                <a:lnTo>
                  <a:pt x="493" y="351"/>
                </a:lnTo>
                <a:lnTo>
                  <a:pt x="495" y="345"/>
                </a:lnTo>
                <a:lnTo>
                  <a:pt x="497" y="338"/>
                </a:lnTo>
                <a:lnTo>
                  <a:pt x="497" y="331"/>
                </a:lnTo>
                <a:lnTo>
                  <a:pt x="495" y="318"/>
                </a:lnTo>
                <a:lnTo>
                  <a:pt x="493" y="307"/>
                </a:lnTo>
                <a:lnTo>
                  <a:pt x="490" y="302"/>
                </a:lnTo>
                <a:lnTo>
                  <a:pt x="488" y="298"/>
                </a:lnTo>
                <a:lnTo>
                  <a:pt x="484" y="295"/>
                </a:lnTo>
                <a:lnTo>
                  <a:pt x="480" y="292"/>
                </a:lnTo>
                <a:lnTo>
                  <a:pt x="481" y="292"/>
                </a:lnTo>
                <a:lnTo>
                  <a:pt x="481" y="291"/>
                </a:lnTo>
                <a:lnTo>
                  <a:pt x="488" y="270"/>
                </a:lnTo>
                <a:lnTo>
                  <a:pt x="493" y="246"/>
                </a:lnTo>
                <a:lnTo>
                  <a:pt x="495" y="232"/>
                </a:lnTo>
                <a:lnTo>
                  <a:pt x="495" y="219"/>
                </a:lnTo>
                <a:lnTo>
                  <a:pt x="495" y="205"/>
                </a:lnTo>
                <a:lnTo>
                  <a:pt x="493" y="191"/>
                </a:lnTo>
                <a:lnTo>
                  <a:pt x="490" y="184"/>
                </a:lnTo>
                <a:lnTo>
                  <a:pt x="486" y="178"/>
                </a:lnTo>
                <a:lnTo>
                  <a:pt x="482" y="171"/>
                </a:lnTo>
                <a:lnTo>
                  <a:pt x="477" y="165"/>
                </a:lnTo>
                <a:lnTo>
                  <a:pt x="472" y="161"/>
                </a:lnTo>
                <a:lnTo>
                  <a:pt x="466" y="156"/>
                </a:lnTo>
                <a:lnTo>
                  <a:pt x="458" y="152"/>
                </a:lnTo>
                <a:lnTo>
                  <a:pt x="450" y="148"/>
                </a:lnTo>
                <a:lnTo>
                  <a:pt x="434" y="143"/>
                </a:lnTo>
                <a:lnTo>
                  <a:pt x="417" y="139"/>
                </a:lnTo>
                <a:lnTo>
                  <a:pt x="400" y="137"/>
                </a:lnTo>
                <a:lnTo>
                  <a:pt x="382" y="137"/>
                </a:lnTo>
                <a:lnTo>
                  <a:pt x="367" y="137"/>
                </a:lnTo>
                <a:lnTo>
                  <a:pt x="351" y="139"/>
                </a:lnTo>
                <a:lnTo>
                  <a:pt x="335" y="142"/>
                </a:lnTo>
                <a:lnTo>
                  <a:pt x="321" y="147"/>
                </a:lnTo>
                <a:lnTo>
                  <a:pt x="306" y="152"/>
                </a:lnTo>
                <a:lnTo>
                  <a:pt x="294" y="160"/>
                </a:lnTo>
                <a:lnTo>
                  <a:pt x="288" y="165"/>
                </a:lnTo>
                <a:lnTo>
                  <a:pt x="283" y="170"/>
                </a:lnTo>
                <a:lnTo>
                  <a:pt x="279" y="175"/>
                </a:lnTo>
                <a:lnTo>
                  <a:pt x="276" y="180"/>
                </a:lnTo>
                <a:lnTo>
                  <a:pt x="269" y="180"/>
                </a:lnTo>
                <a:lnTo>
                  <a:pt x="262" y="182"/>
                </a:lnTo>
                <a:lnTo>
                  <a:pt x="256" y="183"/>
                </a:lnTo>
                <a:lnTo>
                  <a:pt x="251" y="184"/>
                </a:lnTo>
                <a:lnTo>
                  <a:pt x="244" y="189"/>
                </a:lnTo>
                <a:lnTo>
                  <a:pt x="237" y="196"/>
                </a:lnTo>
                <a:lnTo>
                  <a:pt x="235" y="201"/>
                </a:lnTo>
                <a:lnTo>
                  <a:pt x="232" y="206"/>
                </a:lnTo>
                <a:lnTo>
                  <a:pt x="231" y="211"/>
                </a:lnTo>
                <a:lnTo>
                  <a:pt x="229" y="218"/>
                </a:lnTo>
                <a:lnTo>
                  <a:pt x="228" y="230"/>
                </a:lnTo>
                <a:lnTo>
                  <a:pt x="229" y="243"/>
                </a:lnTo>
                <a:lnTo>
                  <a:pt x="233" y="269"/>
                </a:lnTo>
                <a:lnTo>
                  <a:pt x="240" y="291"/>
                </a:lnTo>
                <a:lnTo>
                  <a:pt x="240" y="292"/>
                </a:lnTo>
                <a:lnTo>
                  <a:pt x="240" y="292"/>
                </a:lnTo>
                <a:lnTo>
                  <a:pt x="236" y="295"/>
                </a:lnTo>
                <a:lnTo>
                  <a:pt x="232" y="298"/>
                </a:lnTo>
                <a:lnTo>
                  <a:pt x="229" y="302"/>
                </a:lnTo>
                <a:lnTo>
                  <a:pt x="227" y="307"/>
                </a:lnTo>
                <a:lnTo>
                  <a:pt x="224" y="318"/>
                </a:lnTo>
                <a:lnTo>
                  <a:pt x="223" y="331"/>
                </a:lnTo>
                <a:lnTo>
                  <a:pt x="223" y="337"/>
                </a:lnTo>
                <a:lnTo>
                  <a:pt x="224" y="343"/>
                </a:lnTo>
                <a:lnTo>
                  <a:pt x="226" y="350"/>
                </a:lnTo>
                <a:lnTo>
                  <a:pt x="228" y="355"/>
                </a:lnTo>
                <a:lnTo>
                  <a:pt x="231" y="360"/>
                </a:lnTo>
                <a:lnTo>
                  <a:pt x="235" y="364"/>
                </a:lnTo>
                <a:lnTo>
                  <a:pt x="237" y="368"/>
                </a:lnTo>
                <a:lnTo>
                  <a:pt x="242" y="370"/>
                </a:lnTo>
                <a:lnTo>
                  <a:pt x="244" y="390"/>
                </a:lnTo>
                <a:lnTo>
                  <a:pt x="249" y="406"/>
                </a:lnTo>
                <a:lnTo>
                  <a:pt x="254" y="422"/>
                </a:lnTo>
                <a:lnTo>
                  <a:pt x="260" y="433"/>
                </a:lnTo>
                <a:lnTo>
                  <a:pt x="267" y="442"/>
                </a:lnTo>
                <a:lnTo>
                  <a:pt x="274" y="450"/>
                </a:lnTo>
                <a:lnTo>
                  <a:pt x="281" y="455"/>
                </a:lnTo>
                <a:lnTo>
                  <a:pt x="287" y="459"/>
                </a:lnTo>
                <a:lnTo>
                  <a:pt x="287" y="519"/>
                </a:lnTo>
                <a:lnTo>
                  <a:pt x="272" y="524"/>
                </a:lnTo>
                <a:lnTo>
                  <a:pt x="256" y="530"/>
                </a:lnTo>
                <a:lnTo>
                  <a:pt x="241" y="535"/>
                </a:lnTo>
                <a:lnTo>
                  <a:pt x="226" y="540"/>
                </a:lnTo>
                <a:lnTo>
                  <a:pt x="193" y="550"/>
                </a:lnTo>
                <a:lnTo>
                  <a:pt x="161" y="562"/>
                </a:lnTo>
                <a:lnTo>
                  <a:pt x="133" y="573"/>
                </a:lnTo>
                <a:lnTo>
                  <a:pt x="110" y="586"/>
                </a:lnTo>
                <a:lnTo>
                  <a:pt x="100" y="573"/>
                </a:lnTo>
                <a:lnTo>
                  <a:pt x="89" y="562"/>
                </a:lnTo>
                <a:lnTo>
                  <a:pt x="80" y="549"/>
                </a:lnTo>
                <a:lnTo>
                  <a:pt x="73" y="536"/>
                </a:lnTo>
                <a:lnTo>
                  <a:pt x="65" y="523"/>
                </a:lnTo>
                <a:lnTo>
                  <a:pt x="57" y="509"/>
                </a:lnTo>
                <a:lnTo>
                  <a:pt x="51" y="495"/>
                </a:lnTo>
                <a:lnTo>
                  <a:pt x="46" y="481"/>
                </a:lnTo>
                <a:lnTo>
                  <a:pt x="41" y="467"/>
                </a:lnTo>
                <a:lnTo>
                  <a:pt x="35" y="453"/>
                </a:lnTo>
                <a:lnTo>
                  <a:pt x="32" y="437"/>
                </a:lnTo>
                <a:lnTo>
                  <a:pt x="29" y="422"/>
                </a:lnTo>
                <a:lnTo>
                  <a:pt x="26" y="408"/>
                </a:lnTo>
                <a:lnTo>
                  <a:pt x="25" y="392"/>
                </a:lnTo>
                <a:lnTo>
                  <a:pt x="24" y="377"/>
                </a:lnTo>
                <a:lnTo>
                  <a:pt x="23" y="360"/>
                </a:lnTo>
                <a:lnTo>
                  <a:pt x="24" y="343"/>
                </a:lnTo>
                <a:lnTo>
                  <a:pt x="25" y="327"/>
                </a:lnTo>
                <a:lnTo>
                  <a:pt x="26" y="310"/>
                </a:lnTo>
                <a:lnTo>
                  <a:pt x="30" y="293"/>
                </a:lnTo>
                <a:lnTo>
                  <a:pt x="34" y="277"/>
                </a:lnTo>
                <a:lnTo>
                  <a:pt x="38" y="261"/>
                </a:lnTo>
                <a:lnTo>
                  <a:pt x="43" y="244"/>
                </a:lnTo>
                <a:lnTo>
                  <a:pt x="50" y="230"/>
                </a:lnTo>
                <a:lnTo>
                  <a:pt x="56" y="215"/>
                </a:lnTo>
                <a:lnTo>
                  <a:pt x="64" y="201"/>
                </a:lnTo>
                <a:lnTo>
                  <a:pt x="71" y="187"/>
                </a:lnTo>
                <a:lnTo>
                  <a:pt x="80" y="173"/>
                </a:lnTo>
                <a:lnTo>
                  <a:pt x="91" y="160"/>
                </a:lnTo>
                <a:lnTo>
                  <a:pt x="100" y="147"/>
                </a:lnTo>
                <a:lnTo>
                  <a:pt x="111" y="134"/>
                </a:lnTo>
                <a:lnTo>
                  <a:pt x="122" y="122"/>
                </a:lnTo>
                <a:lnTo>
                  <a:pt x="133" y="112"/>
                </a:lnTo>
                <a:lnTo>
                  <a:pt x="146" y="101"/>
                </a:lnTo>
                <a:lnTo>
                  <a:pt x="159" y="92"/>
                </a:lnTo>
                <a:lnTo>
                  <a:pt x="172" y="81"/>
                </a:lnTo>
                <a:lnTo>
                  <a:pt x="186" y="72"/>
                </a:lnTo>
                <a:lnTo>
                  <a:pt x="200" y="65"/>
                </a:lnTo>
                <a:lnTo>
                  <a:pt x="214" y="57"/>
                </a:lnTo>
                <a:lnTo>
                  <a:pt x="229" y="51"/>
                </a:lnTo>
                <a:lnTo>
                  <a:pt x="244" y="44"/>
                </a:lnTo>
                <a:lnTo>
                  <a:pt x="260" y="39"/>
                </a:lnTo>
                <a:lnTo>
                  <a:pt x="276" y="35"/>
                </a:lnTo>
                <a:lnTo>
                  <a:pt x="292" y="31"/>
                </a:lnTo>
                <a:lnTo>
                  <a:pt x="309" y="27"/>
                </a:lnTo>
                <a:lnTo>
                  <a:pt x="326" y="26"/>
                </a:lnTo>
                <a:lnTo>
                  <a:pt x="342" y="25"/>
                </a:lnTo>
                <a:lnTo>
                  <a:pt x="359" y="24"/>
                </a:lnTo>
                <a:lnTo>
                  <a:pt x="377" y="25"/>
                </a:lnTo>
                <a:lnTo>
                  <a:pt x="394" y="26"/>
                </a:lnTo>
                <a:lnTo>
                  <a:pt x="410" y="27"/>
                </a:lnTo>
                <a:lnTo>
                  <a:pt x="427" y="31"/>
                </a:lnTo>
                <a:lnTo>
                  <a:pt x="444" y="35"/>
                </a:lnTo>
                <a:lnTo>
                  <a:pt x="459" y="39"/>
                </a:lnTo>
                <a:lnTo>
                  <a:pt x="475" y="44"/>
                </a:lnTo>
                <a:lnTo>
                  <a:pt x="490" y="51"/>
                </a:lnTo>
                <a:lnTo>
                  <a:pt x="506" y="57"/>
                </a:lnTo>
                <a:lnTo>
                  <a:pt x="520" y="65"/>
                </a:lnTo>
                <a:lnTo>
                  <a:pt x="534" y="72"/>
                </a:lnTo>
                <a:lnTo>
                  <a:pt x="548" y="81"/>
                </a:lnTo>
                <a:lnTo>
                  <a:pt x="561" y="92"/>
                </a:lnTo>
                <a:lnTo>
                  <a:pt x="574" y="101"/>
                </a:lnTo>
                <a:lnTo>
                  <a:pt x="586" y="112"/>
                </a:lnTo>
                <a:lnTo>
                  <a:pt x="598" y="122"/>
                </a:lnTo>
                <a:lnTo>
                  <a:pt x="608" y="134"/>
                </a:lnTo>
                <a:lnTo>
                  <a:pt x="620" y="147"/>
                </a:lnTo>
                <a:lnTo>
                  <a:pt x="629" y="160"/>
                </a:lnTo>
                <a:lnTo>
                  <a:pt x="639" y="173"/>
                </a:lnTo>
                <a:lnTo>
                  <a:pt x="648" y="187"/>
                </a:lnTo>
                <a:lnTo>
                  <a:pt x="656" y="201"/>
                </a:lnTo>
                <a:lnTo>
                  <a:pt x="663" y="215"/>
                </a:lnTo>
                <a:lnTo>
                  <a:pt x="670" y="230"/>
                </a:lnTo>
                <a:lnTo>
                  <a:pt x="676" y="244"/>
                </a:lnTo>
                <a:lnTo>
                  <a:pt x="681" y="261"/>
                </a:lnTo>
                <a:lnTo>
                  <a:pt x="685" y="277"/>
                </a:lnTo>
                <a:lnTo>
                  <a:pt x="689" y="293"/>
                </a:lnTo>
                <a:lnTo>
                  <a:pt x="692" y="310"/>
                </a:lnTo>
                <a:lnTo>
                  <a:pt x="694" y="327"/>
                </a:lnTo>
                <a:lnTo>
                  <a:pt x="696" y="343"/>
                </a:lnTo>
                <a:lnTo>
                  <a:pt x="697" y="360"/>
                </a:lnTo>
                <a:lnTo>
                  <a:pt x="696" y="377"/>
                </a:lnTo>
                <a:lnTo>
                  <a:pt x="694" y="392"/>
                </a:lnTo>
                <a:lnTo>
                  <a:pt x="693" y="408"/>
                </a:lnTo>
                <a:lnTo>
                  <a:pt x="690" y="422"/>
                </a:lnTo>
                <a:lnTo>
                  <a:pt x="688" y="437"/>
                </a:lnTo>
                <a:lnTo>
                  <a:pt x="684" y="453"/>
                </a:lnTo>
                <a:lnTo>
                  <a:pt x="679" y="467"/>
                </a:lnTo>
                <a:lnTo>
                  <a:pt x="674" y="481"/>
                </a:lnTo>
                <a:lnTo>
                  <a:pt x="669" y="495"/>
                </a:lnTo>
                <a:lnTo>
                  <a:pt x="662" y="509"/>
                </a:lnTo>
                <a:lnTo>
                  <a:pt x="654" y="523"/>
                </a:lnTo>
                <a:lnTo>
                  <a:pt x="647" y="536"/>
                </a:lnTo>
                <a:lnTo>
                  <a:pt x="639" y="549"/>
                </a:lnTo>
                <a:lnTo>
                  <a:pt x="630" y="562"/>
                </a:lnTo>
                <a:lnTo>
                  <a:pt x="620" y="573"/>
                </a:lnTo>
                <a:lnTo>
                  <a:pt x="610" y="585"/>
                </a:lnTo>
                <a:close/>
                <a:moveTo>
                  <a:pt x="359" y="0"/>
                </a:moveTo>
                <a:lnTo>
                  <a:pt x="341" y="0"/>
                </a:lnTo>
                <a:lnTo>
                  <a:pt x="323" y="2"/>
                </a:lnTo>
                <a:lnTo>
                  <a:pt x="305" y="4"/>
                </a:lnTo>
                <a:lnTo>
                  <a:pt x="287" y="7"/>
                </a:lnTo>
                <a:lnTo>
                  <a:pt x="269" y="12"/>
                </a:lnTo>
                <a:lnTo>
                  <a:pt x="253" y="16"/>
                </a:lnTo>
                <a:lnTo>
                  <a:pt x="236" y="22"/>
                </a:lnTo>
                <a:lnTo>
                  <a:pt x="219" y="29"/>
                </a:lnTo>
                <a:lnTo>
                  <a:pt x="204" y="35"/>
                </a:lnTo>
                <a:lnTo>
                  <a:pt x="188" y="44"/>
                </a:lnTo>
                <a:lnTo>
                  <a:pt x="173" y="52"/>
                </a:lnTo>
                <a:lnTo>
                  <a:pt x="159" y="62"/>
                </a:lnTo>
                <a:lnTo>
                  <a:pt x="145" y="72"/>
                </a:lnTo>
                <a:lnTo>
                  <a:pt x="131" y="83"/>
                </a:lnTo>
                <a:lnTo>
                  <a:pt x="118" y="94"/>
                </a:lnTo>
                <a:lnTo>
                  <a:pt x="105" y="106"/>
                </a:lnTo>
                <a:lnTo>
                  <a:pt x="93" y="119"/>
                </a:lnTo>
                <a:lnTo>
                  <a:pt x="82" y="131"/>
                </a:lnTo>
                <a:lnTo>
                  <a:pt x="71" y="146"/>
                </a:lnTo>
                <a:lnTo>
                  <a:pt x="61" y="160"/>
                </a:lnTo>
                <a:lnTo>
                  <a:pt x="51" y="174"/>
                </a:lnTo>
                <a:lnTo>
                  <a:pt x="43" y="189"/>
                </a:lnTo>
                <a:lnTo>
                  <a:pt x="34" y="205"/>
                </a:lnTo>
                <a:lnTo>
                  <a:pt x="28" y="220"/>
                </a:lnTo>
                <a:lnTo>
                  <a:pt x="21" y="237"/>
                </a:lnTo>
                <a:lnTo>
                  <a:pt x="15" y="253"/>
                </a:lnTo>
                <a:lnTo>
                  <a:pt x="11" y="270"/>
                </a:lnTo>
                <a:lnTo>
                  <a:pt x="6" y="288"/>
                </a:lnTo>
                <a:lnTo>
                  <a:pt x="3" y="306"/>
                </a:lnTo>
                <a:lnTo>
                  <a:pt x="1" y="324"/>
                </a:lnTo>
                <a:lnTo>
                  <a:pt x="0" y="342"/>
                </a:lnTo>
                <a:lnTo>
                  <a:pt x="0" y="360"/>
                </a:lnTo>
                <a:lnTo>
                  <a:pt x="0" y="378"/>
                </a:lnTo>
                <a:lnTo>
                  <a:pt x="1" y="395"/>
                </a:lnTo>
                <a:lnTo>
                  <a:pt x="3" y="413"/>
                </a:lnTo>
                <a:lnTo>
                  <a:pt x="6" y="429"/>
                </a:lnTo>
                <a:lnTo>
                  <a:pt x="10" y="446"/>
                </a:lnTo>
                <a:lnTo>
                  <a:pt x="14" y="463"/>
                </a:lnTo>
                <a:lnTo>
                  <a:pt x="19" y="478"/>
                </a:lnTo>
                <a:lnTo>
                  <a:pt x="25" y="495"/>
                </a:lnTo>
                <a:lnTo>
                  <a:pt x="32" y="510"/>
                </a:lnTo>
                <a:lnTo>
                  <a:pt x="39" y="526"/>
                </a:lnTo>
                <a:lnTo>
                  <a:pt x="47" y="540"/>
                </a:lnTo>
                <a:lnTo>
                  <a:pt x="56" y="555"/>
                </a:lnTo>
                <a:lnTo>
                  <a:pt x="65" y="569"/>
                </a:lnTo>
                <a:lnTo>
                  <a:pt x="75" y="582"/>
                </a:lnTo>
                <a:lnTo>
                  <a:pt x="87" y="596"/>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113" y="622"/>
                </a:lnTo>
                <a:lnTo>
                  <a:pt x="127" y="635"/>
                </a:lnTo>
                <a:lnTo>
                  <a:pt x="141" y="645"/>
                </a:lnTo>
                <a:lnTo>
                  <a:pt x="156" y="657"/>
                </a:lnTo>
                <a:lnTo>
                  <a:pt x="172" y="666"/>
                </a:lnTo>
                <a:lnTo>
                  <a:pt x="187" y="676"/>
                </a:lnTo>
                <a:lnTo>
                  <a:pt x="204" y="684"/>
                </a:lnTo>
                <a:lnTo>
                  <a:pt x="220" y="691"/>
                </a:lnTo>
                <a:lnTo>
                  <a:pt x="237" y="698"/>
                </a:lnTo>
                <a:lnTo>
                  <a:pt x="254" y="704"/>
                </a:lnTo>
                <a:lnTo>
                  <a:pt x="272" y="709"/>
                </a:lnTo>
                <a:lnTo>
                  <a:pt x="288" y="713"/>
                </a:lnTo>
                <a:lnTo>
                  <a:pt x="306" y="717"/>
                </a:lnTo>
                <a:lnTo>
                  <a:pt x="324" y="720"/>
                </a:lnTo>
                <a:lnTo>
                  <a:pt x="342" y="721"/>
                </a:lnTo>
                <a:lnTo>
                  <a:pt x="359" y="721"/>
                </a:lnTo>
                <a:lnTo>
                  <a:pt x="377" y="721"/>
                </a:lnTo>
                <a:lnTo>
                  <a:pt x="395" y="720"/>
                </a:lnTo>
                <a:lnTo>
                  <a:pt x="413" y="717"/>
                </a:lnTo>
                <a:lnTo>
                  <a:pt x="431" y="713"/>
                </a:lnTo>
                <a:lnTo>
                  <a:pt x="448" y="709"/>
                </a:lnTo>
                <a:lnTo>
                  <a:pt x="466" y="704"/>
                </a:lnTo>
                <a:lnTo>
                  <a:pt x="482" y="698"/>
                </a:lnTo>
                <a:lnTo>
                  <a:pt x="499" y="691"/>
                </a:lnTo>
                <a:lnTo>
                  <a:pt x="516" y="684"/>
                </a:lnTo>
                <a:lnTo>
                  <a:pt x="532" y="676"/>
                </a:lnTo>
                <a:lnTo>
                  <a:pt x="549" y="666"/>
                </a:lnTo>
                <a:lnTo>
                  <a:pt x="565" y="657"/>
                </a:lnTo>
                <a:lnTo>
                  <a:pt x="579" y="645"/>
                </a:lnTo>
                <a:lnTo>
                  <a:pt x="594" y="635"/>
                </a:lnTo>
                <a:lnTo>
                  <a:pt x="607" y="622"/>
                </a:lnTo>
                <a:lnTo>
                  <a:pt x="621" y="609"/>
                </a:lnTo>
                <a:lnTo>
                  <a:pt x="621" y="609"/>
                </a:lnTo>
                <a:lnTo>
                  <a:pt x="621" y="609"/>
                </a:lnTo>
                <a:lnTo>
                  <a:pt x="633" y="596"/>
                </a:lnTo>
                <a:lnTo>
                  <a:pt x="643" y="584"/>
                </a:lnTo>
                <a:lnTo>
                  <a:pt x="653" y="569"/>
                </a:lnTo>
                <a:lnTo>
                  <a:pt x="663" y="555"/>
                </a:lnTo>
                <a:lnTo>
                  <a:pt x="672" y="540"/>
                </a:lnTo>
                <a:lnTo>
                  <a:pt x="680" y="526"/>
                </a:lnTo>
                <a:lnTo>
                  <a:pt x="688" y="510"/>
                </a:lnTo>
                <a:lnTo>
                  <a:pt x="694" y="495"/>
                </a:lnTo>
                <a:lnTo>
                  <a:pt x="701" y="478"/>
                </a:lnTo>
                <a:lnTo>
                  <a:pt x="706" y="463"/>
                </a:lnTo>
                <a:lnTo>
                  <a:pt x="710" y="446"/>
                </a:lnTo>
                <a:lnTo>
                  <a:pt x="714" y="429"/>
                </a:lnTo>
                <a:lnTo>
                  <a:pt x="716" y="413"/>
                </a:lnTo>
                <a:lnTo>
                  <a:pt x="719" y="395"/>
                </a:lnTo>
                <a:lnTo>
                  <a:pt x="720" y="378"/>
                </a:lnTo>
                <a:lnTo>
                  <a:pt x="720" y="360"/>
                </a:lnTo>
                <a:lnTo>
                  <a:pt x="720" y="342"/>
                </a:lnTo>
                <a:lnTo>
                  <a:pt x="719" y="324"/>
                </a:lnTo>
                <a:lnTo>
                  <a:pt x="716" y="306"/>
                </a:lnTo>
                <a:lnTo>
                  <a:pt x="714" y="288"/>
                </a:lnTo>
                <a:lnTo>
                  <a:pt x="708" y="270"/>
                </a:lnTo>
                <a:lnTo>
                  <a:pt x="705" y="253"/>
                </a:lnTo>
                <a:lnTo>
                  <a:pt x="698" y="237"/>
                </a:lnTo>
                <a:lnTo>
                  <a:pt x="692" y="220"/>
                </a:lnTo>
                <a:lnTo>
                  <a:pt x="685" y="205"/>
                </a:lnTo>
                <a:lnTo>
                  <a:pt x="676" y="189"/>
                </a:lnTo>
                <a:lnTo>
                  <a:pt x="669" y="174"/>
                </a:lnTo>
                <a:lnTo>
                  <a:pt x="658" y="160"/>
                </a:lnTo>
                <a:lnTo>
                  <a:pt x="648" y="146"/>
                </a:lnTo>
                <a:lnTo>
                  <a:pt x="638" y="131"/>
                </a:lnTo>
                <a:lnTo>
                  <a:pt x="626" y="119"/>
                </a:lnTo>
                <a:lnTo>
                  <a:pt x="615" y="106"/>
                </a:lnTo>
                <a:lnTo>
                  <a:pt x="602" y="94"/>
                </a:lnTo>
                <a:lnTo>
                  <a:pt x="589" y="83"/>
                </a:lnTo>
                <a:lnTo>
                  <a:pt x="575" y="72"/>
                </a:lnTo>
                <a:lnTo>
                  <a:pt x="561" y="62"/>
                </a:lnTo>
                <a:lnTo>
                  <a:pt x="547" y="52"/>
                </a:lnTo>
                <a:lnTo>
                  <a:pt x="531" y="44"/>
                </a:lnTo>
                <a:lnTo>
                  <a:pt x="516" y="35"/>
                </a:lnTo>
                <a:lnTo>
                  <a:pt x="500" y="29"/>
                </a:lnTo>
                <a:lnTo>
                  <a:pt x="484" y="22"/>
                </a:lnTo>
                <a:lnTo>
                  <a:pt x="467" y="16"/>
                </a:lnTo>
                <a:lnTo>
                  <a:pt x="450" y="12"/>
                </a:lnTo>
                <a:lnTo>
                  <a:pt x="432" y="7"/>
                </a:lnTo>
                <a:lnTo>
                  <a:pt x="414" y="4"/>
                </a:lnTo>
                <a:lnTo>
                  <a:pt x="396" y="2"/>
                </a:lnTo>
                <a:lnTo>
                  <a:pt x="378" y="0"/>
                </a:lnTo>
                <a:lnTo>
                  <a:pt x="359"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nvGrpSpPr>
          <p:cNvPr id="40" name="Group 39">
            <a:extLst>
              <a:ext uri="{FF2B5EF4-FFF2-40B4-BE49-F238E27FC236}">
                <a16:creationId xmlns:a16="http://schemas.microsoft.com/office/drawing/2014/main" id="{1A23A605-8453-4412-5FB2-6BFDD7A8B874}"/>
              </a:ext>
            </a:extLst>
          </p:cNvPr>
          <p:cNvGrpSpPr/>
          <p:nvPr/>
        </p:nvGrpSpPr>
        <p:grpSpPr>
          <a:xfrm>
            <a:off x="907856" y="2913543"/>
            <a:ext cx="5001650" cy="492443"/>
            <a:chOff x="2562895" y="1927159"/>
            <a:chExt cx="5001650" cy="492443"/>
          </a:xfrm>
        </p:grpSpPr>
        <p:sp>
          <p:nvSpPr>
            <p:cNvPr id="41" name="Freeform 4460">
              <a:extLst>
                <a:ext uri="{FF2B5EF4-FFF2-40B4-BE49-F238E27FC236}">
                  <a16:creationId xmlns:a16="http://schemas.microsoft.com/office/drawing/2014/main" id="{A5975B3D-9D6C-B38E-0D0D-46FED16D0CBC}"/>
                </a:ext>
              </a:extLst>
            </p:cNvPr>
            <p:cNvSpPr>
              <a:spLocks noEditPoints="1"/>
            </p:cNvSpPr>
            <p:nvPr/>
          </p:nvSpPr>
          <p:spPr bwMode="auto">
            <a:xfrm>
              <a:off x="2562895" y="1967272"/>
              <a:ext cx="355600" cy="355600"/>
            </a:xfrm>
            <a:custGeom>
              <a:avLst/>
              <a:gdLst>
                <a:gd name="T0" fmla="*/ 371 w 718"/>
                <a:gd name="T1" fmla="*/ 473 h 718"/>
                <a:gd name="T2" fmla="*/ 359 w 718"/>
                <a:gd name="T3" fmla="*/ 478 h 718"/>
                <a:gd name="T4" fmla="*/ 346 w 718"/>
                <a:gd name="T5" fmla="*/ 473 h 718"/>
                <a:gd name="T6" fmla="*/ 344 w 718"/>
                <a:gd name="T7" fmla="*/ 371 h 718"/>
                <a:gd name="T8" fmla="*/ 353 w 718"/>
                <a:gd name="T9" fmla="*/ 361 h 718"/>
                <a:gd name="T10" fmla="*/ 381 w 718"/>
                <a:gd name="T11" fmla="*/ 356 h 718"/>
                <a:gd name="T12" fmla="*/ 412 w 718"/>
                <a:gd name="T13" fmla="*/ 337 h 718"/>
                <a:gd name="T14" fmla="*/ 430 w 718"/>
                <a:gd name="T15" fmla="*/ 307 h 718"/>
                <a:gd name="T16" fmla="*/ 432 w 718"/>
                <a:gd name="T17" fmla="*/ 270 h 718"/>
                <a:gd name="T18" fmla="*/ 417 w 718"/>
                <a:gd name="T19" fmla="*/ 238 h 718"/>
                <a:gd name="T20" fmla="*/ 388 w 718"/>
                <a:gd name="T21" fmla="*/ 215 h 718"/>
                <a:gd name="T22" fmla="*/ 352 w 718"/>
                <a:gd name="T23" fmla="*/ 210 h 718"/>
                <a:gd name="T24" fmla="*/ 318 w 718"/>
                <a:gd name="T25" fmla="*/ 223 h 718"/>
                <a:gd name="T26" fmla="*/ 293 w 718"/>
                <a:gd name="T27" fmla="*/ 249 h 718"/>
                <a:gd name="T28" fmla="*/ 284 w 718"/>
                <a:gd name="T29" fmla="*/ 285 h 718"/>
                <a:gd name="T30" fmla="*/ 278 w 718"/>
                <a:gd name="T31" fmla="*/ 298 h 718"/>
                <a:gd name="T32" fmla="*/ 263 w 718"/>
                <a:gd name="T33" fmla="*/ 299 h 718"/>
                <a:gd name="T34" fmla="*/ 254 w 718"/>
                <a:gd name="T35" fmla="*/ 288 h 718"/>
                <a:gd name="T36" fmla="*/ 263 w 718"/>
                <a:gd name="T37" fmla="*/ 244 h 718"/>
                <a:gd name="T38" fmla="*/ 292 w 718"/>
                <a:gd name="T39" fmla="*/ 205 h 718"/>
                <a:gd name="T40" fmla="*/ 338 w 718"/>
                <a:gd name="T41" fmla="*/ 182 h 718"/>
                <a:gd name="T42" fmla="*/ 390 w 718"/>
                <a:gd name="T43" fmla="*/ 184 h 718"/>
                <a:gd name="T44" fmla="*/ 433 w 718"/>
                <a:gd name="T45" fmla="*/ 211 h 718"/>
                <a:gd name="T46" fmla="*/ 459 w 718"/>
                <a:gd name="T47" fmla="*/ 254 h 718"/>
                <a:gd name="T48" fmla="*/ 462 w 718"/>
                <a:gd name="T49" fmla="*/ 304 h 718"/>
                <a:gd name="T50" fmla="*/ 444 w 718"/>
                <a:gd name="T51" fmla="*/ 347 h 718"/>
                <a:gd name="T52" fmla="*/ 410 w 718"/>
                <a:gd name="T53" fmla="*/ 377 h 718"/>
                <a:gd name="T54" fmla="*/ 359 w 718"/>
                <a:gd name="T55" fmla="*/ 576 h 718"/>
                <a:gd name="T56" fmla="*/ 328 w 718"/>
                <a:gd name="T57" fmla="*/ 560 h 718"/>
                <a:gd name="T58" fmla="*/ 324 w 718"/>
                <a:gd name="T59" fmla="*/ 524 h 718"/>
                <a:gd name="T60" fmla="*/ 352 w 718"/>
                <a:gd name="T61" fmla="*/ 502 h 718"/>
                <a:gd name="T62" fmla="*/ 385 w 718"/>
                <a:gd name="T63" fmla="*/ 513 h 718"/>
                <a:gd name="T64" fmla="*/ 396 w 718"/>
                <a:gd name="T65" fmla="*/ 546 h 718"/>
                <a:gd name="T66" fmla="*/ 373 w 718"/>
                <a:gd name="T67" fmla="*/ 574 h 718"/>
                <a:gd name="T68" fmla="*/ 322 w 718"/>
                <a:gd name="T69" fmla="*/ 2 h 718"/>
                <a:gd name="T70" fmla="*/ 235 w 718"/>
                <a:gd name="T71" fmla="*/ 23 h 718"/>
                <a:gd name="T72" fmla="*/ 158 w 718"/>
                <a:gd name="T73" fmla="*/ 62 h 718"/>
                <a:gd name="T74" fmla="*/ 93 w 718"/>
                <a:gd name="T75" fmla="*/ 118 h 718"/>
                <a:gd name="T76" fmla="*/ 44 w 718"/>
                <a:gd name="T77" fmla="*/ 188 h 718"/>
                <a:gd name="T78" fmla="*/ 11 w 718"/>
                <a:gd name="T79" fmla="*/ 270 h 718"/>
                <a:gd name="T80" fmla="*/ 0 w 718"/>
                <a:gd name="T81" fmla="*/ 360 h 718"/>
                <a:gd name="T82" fmla="*/ 11 w 718"/>
                <a:gd name="T83" fmla="*/ 450 h 718"/>
                <a:gd name="T84" fmla="*/ 44 w 718"/>
                <a:gd name="T85" fmla="*/ 531 h 718"/>
                <a:gd name="T86" fmla="*/ 93 w 718"/>
                <a:gd name="T87" fmla="*/ 600 h 718"/>
                <a:gd name="T88" fmla="*/ 158 w 718"/>
                <a:gd name="T89" fmla="*/ 657 h 718"/>
                <a:gd name="T90" fmla="*/ 235 w 718"/>
                <a:gd name="T91" fmla="*/ 697 h 718"/>
                <a:gd name="T92" fmla="*/ 322 w 718"/>
                <a:gd name="T93" fmla="*/ 716 h 718"/>
                <a:gd name="T94" fmla="*/ 414 w 718"/>
                <a:gd name="T95" fmla="*/ 714 h 718"/>
                <a:gd name="T96" fmla="*/ 498 w 718"/>
                <a:gd name="T97" fmla="*/ 690 h 718"/>
                <a:gd name="T98" fmla="*/ 573 w 718"/>
                <a:gd name="T99" fmla="*/ 647 h 718"/>
                <a:gd name="T100" fmla="*/ 635 w 718"/>
                <a:gd name="T101" fmla="*/ 588 h 718"/>
                <a:gd name="T102" fmla="*/ 682 w 718"/>
                <a:gd name="T103" fmla="*/ 515 h 718"/>
                <a:gd name="T104" fmla="*/ 710 w 718"/>
                <a:gd name="T105" fmla="*/ 431 h 718"/>
                <a:gd name="T106" fmla="*/ 718 w 718"/>
                <a:gd name="T107" fmla="*/ 340 h 718"/>
                <a:gd name="T108" fmla="*/ 702 w 718"/>
                <a:gd name="T109" fmla="*/ 253 h 718"/>
                <a:gd name="T110" fmla="*/ 665 w 718"/>
                <a:gd name="T111" fmla="*/ 174 h 718"/>
                <a:gd name="T112" fmla="*/ 613 w 718"/>
                <a:gd name="T113" fmla="*/ 106 h 718"/>
                <a:gd name="T114" fmla="*/ 544 w 718"/>
                <a:gd name="T115" fmla="*/ 53 h 718"/>
                <a:gd name="T116" fmla="*/ 465 w 718"/>
                <a:gd name="T117" fmla="*/ 16 h 718"/>
                <a:gd name="T118" fmla="*/ 377 w 718"/>
                <a:gd name="T119" fmla="*/ 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8" h="718">
                  <a:moveTo>
                    <a:pt x="374" y="390"/>
                  </a:moveTo>
                  <a:lnTo>
                    <a:pt x="374" y="463"/>
                  </a:lnTo>
                  <a:lnTo>
                    <a:pt x="373" y="467"/>
                  </a:lnTo>
                  <a:lnTo>
                    <a:pt x="373" y="470"/>
                  </a:lnTo>
                  <a:lnTo>
                    <a:pt x="371" y="473"/>
                  </a:lnTo>
                  <a:lnTo>
                    <a:pt x="370" y="475"/>
                  </a:lnTo>
                  <a:lnTo>
                    <a:pt x="367" y="476"/>
                  </a:lnTo>
                  <a:lnTo>
                    <a:pt x="365" y="477"/>
                  </a:lnTo>
                  <a:lnTo>
                    <a:pt x="361" y="478"/>
                  </a:lnTo>
                  <a:lnTo>
                    <a:pt x="359" y="478"/>
                  </a:lnTo>
                  <a:lnTo>
                    <a:pt x="356" y="478"/>
                  </a:lnTo>
                  <a:lnTo>
                    <a:pt x="353" y="477"/>
                  </a:lnTo>
                  <a:lnTo>
                    <a:pt x="351" y="476"/>
                  </a:lnTo>
                  <a:lnTo>
                    <a:pt x="349" y="475"/>
                  </a:lnTo>
                  <a:lnTo>
                    <a:pt x="346" y="473"/>
                  </a:lnTo>
                  <a:lnTo>
                    <a:pt x="345" y="470"/>
                  </a:lnTo>
                  <a:lnTo>
                    <a:pt x="344" y="467"/>
                  </a:lnTo>
                  <a:lnTo>
                    <a:pt x="344" y="463"/>
                  </a:lnTo>
                  <a:lnTo>
                    <a:pt x="344" y="375"/>
                  </a:lnTo>
                  <a:lnTo>
                    <a:pt x="344" y="371"/>
                  </a:lnTo>
                  <a:lnTo>
                    <a:pt x="345" y="368"/>
                  </a:lnTo>
                  <a:lnTo>
                    <a:pt x="346" y="366"/>
                  </a:lnTo>
                  <a:lnTo>
                    <a:pt x="349" y="364"/>
                  </a:lnTo>
                  <a:lnTo>
                    <a:pt x="351" y="362"/>
                  </a:lnTo>
                  <a:lnTo>
                    <a:pt x="353" y="361"/>
                  </a:lnTo>
                  <a:lnTo>
                    <a:pt x="356" y="360"/>
                  </a:lnTo>
                  <a:lnTo>
                    <a:pt x="359" y="360"/>
                  </a:lnTo>
                  <a:lnTo>
                    <a:pt x="367" y="359"/>
                  </a:lnTo>
                  <a:lnTo>
                    <a:pt x="374" y="358"/>
                  </a:lnTo>
                  <a:lnTo>
                    <a:pt x="381" y="356"/>
                  </a:lnTo>
                  <a:lnTo>
                    <a:pt x="388" y="353"/>
                  </a:lnTo>
                  <a:lnTo>
                    <a:pt x="395" y="350"/>
                  </a:lnTo>
                  <a:lnTo>
                    <a:pt x="401" y="347"/>
                  </a:lnTo>
                  <a:lnTo>
                    <a:pt x="406" y="343"/>
                  </a:lnTo>
                  <a:lnTo>
                    <a:pt x="412" y="337"/>
                  </a:lnTo>
                  <a:lnTo>
                    <a:pt x="417" y="332"/>
                  </a:lnTo>
                  <a:lnTo>
                    <a:pt x="421" y="327"/>
                  </a:lnTo>
                  <a:lnTo>
                    <a:pt x="425" y="320"/>
                  </a:lnTo>
                  <a:lnTo>
                    <a:pt x="428" y="314"/>
                  </a:lnTo>
                  <a:lnTo>
                    <a:pt x="430" y="307"/>
                  </a:lnTo>
                  <a:lnTo>
                    <a:pt x="432" y="300"/>
                  </a:lnTo>
                  <a:lnTo>
                    <a:pt x="433" y="292"/>
                  </a:lnTo>
                  <a:lnTo>
                    <a:pt x="434" y="285"/>
                  </a:lnTo>
                  <a:lnTo>
                    <a:pt x="433" y="277"/>
                  </a:lnTo>
                  <a:lnTo>
                    <a:pt x="432" y="270"/>
                  </a:lnTo>
                  <a:lnTo>
                    <a:pt x="430" y="262"/>
                  </a:lnTo>
                  <a:lnTo>
                    <a:pt x="428" y="256"/>
                  </a:lnTo>
                  <a:lnTo>
                    <a:pt x="425" y="249"/>
                  </a:lnTo>
                  <a:lnTo>
                    <a:pt x="421" y="243"/>
                  </a:lnTo>
                  <a:lnTo>
                    <a:pt x="417" y="238"/>
                  </a:lnTo>
                  <a:lnTo>
                    <a:pt x="412" y="232"/>
                  </a:lnTo>
                  <a:lnTo>
                    <a:pt x="406" y="227"/>
                  </a:lnTo>
                  <a:lnTo>
                    <a:pt x="401" y="223"/>
                  </a:lnTo>
                  <a:lnTo>
                    <a:pt x="395" y="218"/>
                  </a:lnTo>
                  <a:lnTo>
                    <a:pt x="388" y="215"/>
                  </a:lnTo>
                  <a:lnTo>
                    <a:pt x="381" y="213"/>
                  </a:lnTo>
                  <a:lnTo>
                    <a:pt x="374" y="211"/>
                  </a:lnTo>
                  <a:lnTo>
                    <a:pt x="367" y="210"/>
                  </a:lnTo>
                  <a:lnTo>
                    <a:pt x="359" y="210"/>
                  </a:lnTo>
                  <a:lnTo>
                    <a:pt x="352" y="210"/>
                  </a:lnTo>
                  <a:lnTo>
                    <a:pt x="344" y="211"/>
                  </a:lnTo>
                  <a:lnTo>
                    <a:pt x="337" y="213"/>
                  </a:lnTo>
                  <a:lnTo>
                    <a:pt x="329" y="215"/>
                  </a:lnTo>
                  <a:lnTo>
                    <a:pt x="323" y="218"/>
                  </a:lnTo>
                  <a:lnTo>
                    <a:pt x="318" y="223"/>
                  </a:lnTo>
                  <a:lnTo>
                    <a:pt x="311" y="227"/>
                  </a:lnTo>
                  <a:lnTo>
                    <a:pt x="306" y="232"/>
                  </a:lnTo>
                  <a:lnTo>
                    <a:pt x="301" y="238"/>
                  </a:lnTo>
                  <a:lnTo>
                    <a:pt x="297" y="243"/>
                  </a:lnTo>
                  <a:lnTo>
                    <a:pt x="293" y="249"/>
                  </a:lnTo>
                  <a:lnTo>
                    <a:pt x="290" y="256"/>
                  </a:lnTo>
                  <a:lnTo>
                    <a:pt x="288" y="262"/>
                  </a:lnTo>
                  <a:lnTo>
                    <a:pt x="285" y="270"/>
                  </a:lnTo>
                  <a:lnTo>
                    <a:pt x="284" y="277"/>
                  </a:lnTo>
                  <a:lnTo>
                    <a:pt x="284" y="285"/>
                  </a:lnTo>
                  <a:lnTo>
                    <a:pt x="283" y="288"/>
                  </a:lnTo>
                  <a:lnTo>
                    <a:pt x="283" y="290"/>
                  </a:lnTo>
                  <a:lnTo>
                    <a:pt x="281" y="293"/>
                  </a:lnTo>
                  <a:lnTo>
                    <a:pt x="280" y="295"/>
                  </a:lnTo>
                  <a:lnTo>
                    <a:pt x="278" y="298"/>
                  </a:lnTo>
                  <a:lnTo>
                    <a:pt x="275" y="299"/>
                  </a:lnTo>
                  <a:lnTo>
                    <a:pt x="273" y="299"/>
                  </a:lnTo>
                  <a:lnTo>
                    <a:pt x="269" y="300"/>
                  </a:lnTo>
                  <a:lnTo>
                    <a:pt x="266" y="299"/>
                  </a:lnTo>
                  <a:lnTo>
                    <a:pt x="263" y="299"/>
                  </a:lnTo>
                  <a:lnTo>
                    <a:pt x="261" y="298"/>
                  </a:lnTo>
                  <a:lnTo>
                    <a:pt x="259" y="295"/>
                  </a:lnTo>
                  <a:lnTo>
                    <a:pt x="257" y="293"/>
                  </a:lnTo>
                  <a:lnTo>
                    <a:pt x="255" y="290"/>
                  </a:lnTo>
                  <a:lnTo>
                    <a:pt x="254" y="288"/>
                  </a:lnTo>
                  <a:lnTo>
                    <a:pt x="254" y="285"/>
                  </a:lnTo>
                  <a:lnTo>
                    <a:pt x="254" y="274"/>
                  </a:lnTo>
                  <a:lnTo>
                    <a:pt x="257" y="263"/>
                  </a:lnTo>
                  <a:lnTo>
                    <a:pt x="259" y="254"/>
                  </a:lnTo>
                  <a:lnTo>
                    <a:pt x="263" y="244"/>
                  </a:lnTo>
                  <a:lnTo>
                    <a:pt x="267" y="236"/>
                  </a:lnTo>
                  <a:lnTo>
                    <a:pt x="273" y="226"/>
                  </a:lnTo>
                  <a:lnTo>
                    <a:pt x="278" y="218"/>
                  </a:lnTo>
                  <a:lnTo>
                    <a:pt x="285" y="211"/>
                  </a:lnTo>
                  <a:lnTo>
                    <a:pt x="292" y="205"/>
                  </a:lnTo>
                  <a:lnTo>
                    <a:pt x="300" y="198"/>
                  </a:lnTo>
                  <a:lnTo>
                    <a:pt x="309" y="193"/>
                  </a:lnTo>
                  <a:lnTo>
                    <a:pt x="319" y="188"/>
                  </a:lnTo>
                  <a:lnTo>
                    <a:pt x="328" y="184"/>
                  </a:lnTo>
                  <a:lnTo>
                    <a:pt x="338" y="182"/>
                  </a:lnTo>
                  <a:lnTo>
                    <a:pt x="349" y="180"/>
                  </a:lnTo>
                  <a:lnTo>
                    <a:pt x="359" y="180"/>
                  </a:lnTo>
                  <a:lnTo>
                    <a:pt x="370" y="180"/>
                  </a:lnTo>
                  <a:lnTo>
                    <a:pt x="380" y="182"/>
                  </a:lnTo>
                  <a:lnTo>
                    <a:pt x="390" y="184"/>
                  </a:lnTo>
                  <a:lnTo>
                    <a:pt x="400" y="188"/>
                  </a:lnTo>
                  <a:lnTo>
                    <a:pt x="408" y="193"/>
                  </a:lnTo>
                  <a:lnTo>
                    <a:pt x="417" y="198"/>
                  </a:lnTo>
                  <a:lnTo>
                    <a:pt x="426" y="205"/>
                  </a:lnTo>
                  <a:lnTo>
                    <a:pt x="433" y="211"/>
                  </a:lnTo>
                  <a:lnTo>
                    <a:pt x="439" y="218"/>
                  </a:lnTo>
                  <a:lnTo>
                    <a:pt x="446" y="226"/>
                  </a:lnTo>
                  <a:lnTo>
                    <a:pt x="451" y="236"/>
                  </a:lnTo>
                  <a:lnTo>
                    <a:pt x="456" y="244"/>
                  </a:lnTo>
                  <a:lnTo>
                    <a:pt x="459" y="254"/>
                  </a:lnTo>
                  <a:lnTo>
                    <a:pt x="461" y="263"/>
                  </a:lnTo>
                  <a:lnTo>
                    <a:pt x="463" y="274"/>
                  </a:lnTo>
                  <a:lnTo>
                    <a:pt x="463" y="285"/>
                  </a:lnTo>
                  <a:lnTo>
                    <a:pt x="463" y="294"/>
                  </a:lnTo>
                  <a:lnTo>
                    <a:pt x="462" y="304"/>
                  </a:lnTo>
                  <a:lnTo>
                    <a:pt x="460" y="314"/>
                  </a:lnTo>
                  <a:lnTo>
                    <a:pt x="457" y="322"/>
                  </a:lnTo>
                  <a:lnTo>
                    <a:pt x="453" y="331"/>
                  </a:lnTo>
                  <a:lnTo>
                    <a:pt x="448" y="339"/>
                  </a:lnTo>
                  <a:lnTo>
                    <a:pt x="444" y="347"/>
                  </a:lnTo>
                  <a:lnTo>
                    <a:pt x="437" y="354"/>
                  </a:lnTo>
                  <a:lnTo>
                    <a:pt x="431" y="361"/>
                  </a:lnTo>
                  <a:lnTo>
                    <a:pt x="425" y="367"/>
                  </a:lnTo>
                  <a:lnTo>
                    <a:pt x="417" y="373"/>
                  </a:lnTo>
                  <a:lnTo>
                    <a:pt x="410" y="377"/>
                  </a:lnTo>
                  <a:lnTo>
                    <a:pt x="401" y="381"/>
                  </a:lnTo>
                  <a:lnTo>
                    <a:pt x="392" y="384"/>
                  </a:lnTo>
                  <a:lnTo>
                    <a:pt x="383" y="387"/>
                  </a:lnTo>
                  <a:lnTo>
                    <a:pt x="374" y="390"/>
                  </a:lnTo>
                  <a:close/>
                  <a:moveTo>
                    <a:pt x="359" y="576"/>
                  </a:moveTo>
                  <a:lnTo>
                    <a:pt x="352" y="576"/>
                  </a:lnTo>
                  <a:lnTo>
                    <a:pt x="344" y="574"/>
                  </a:lnTo>
                  <a:lnTo>
                    <a:pt x="338" y="569"/>
                  </a:lnTo>
                  <a:lnTo>
                    <a:pt x="332" y="565"/>
                  </a:lnTo>
                  <a:lnTo>
                    <a:pt x="328" y="560"/>
                  </a:lnTo>
                  <a:lnTo>
                    <a:pt x="324" y="553"/>
                  </a:lnTo>
                  <a:lnTo>
                    <a:pt x="322" y="546"/>
                  </a:lnTo>
                  <a:lnTo>
                    <a:pt x="322" y="538"/>
                  </a:lnTo>
                  <a:lnTo>
                    <a:pt x="322" y="532"/>
                  </a:lnTo>
                  <a:lnTo>
                    <a:pt x="324" y="524"/>
                  </a:lnTo>
                  <a:lnTo>
                    <a:pt x="328" y="518"/>
                  </a:lnTo>
                  <a:lnTo>
                    <a:pt x="332" y="513"/>
                  </a:lnTo>
                  <a:lnTo>
                    <a:pt x="338" y="508"/>
                  </a:lnTo>
                  <a:lnTo>
                    <a:pt x="344" y="504"/>
                  </a:lnTo>
                  <a:lnTo>
                    <a:pt x="352" y="502"/>
                  </a:lnTo>
                  <a:lnTo>
                    <a:pt x="359" y="501"/>
                  </a:lnTo>
                  <a:lnTo>
                    <a:pt x="367" y="502"/>
                  </a:lnTo>
                  <a:lnTo>
                    <a:pt x="373" y="504"/>
                  </a:lnTo>
                  <a:lnTo>
                    <a:pt x="380" y="508"/>
                  </a:lnTo>
                  <a:lnTo>
                    <a:pt x="385" y="513"/>
                  </a:lnTo>
                  <a:lnTo>
                    <a:pt x="390" y="518"/>
                  </a:lnTo>
                  <a:lnTo>
                    <a:pt x="393" y="524"/>
                  </a:lnTo>
                  <a:lnTo>
                    <a:pt x="396" y="532"/>
                  </a:lnTo>
                  <a:lnTo>
                    <a:pt x="397" y="538"/>
                  </a:lnTo>
                  <a:lnTo>
                    <a:pt x="396" y="546"/>
                  </a:lnTo>
                  <a:lnTo>
                    <a:pt x="393" y="553"/>
                  </a:lnTo>
                  <a:lnTo>
                    <a:pt x="390" y="560"/>
                  </a:lnTo>
                  <a:lnTo>
                    <a:pt x="385" y="565"/>
                  </a:lnTo>
                  <a:lnTo>
                    <a:pt x="380" y="569"/>
                  </a:lnTo>
                  <a:lnTo>
                    <a:pt x="373" y="574"/>
                  </a:lnTo>
                  <a:lnTo>
                    <a:pt x="367" y="576"/>
                  </a:lnTo>
                  <a:lnTo>
                    <a:pt x="359" y="576"/>
                  </a:lnTo>
                  <a:close/>
                  <a:moveTo>
                    <a:pt x="359" y="0"/>
                  </a:moveTo>
                  <a:lnTo>
                    <a:pt x="340" y="1"/>
                  </a:lnTo>
                  <a:lnTo>
                    <a:pt x="322" y="2"/>
                  </a:lnTo>
                  <a:lnTo>
                    <a:pt x="305" y="4"/>
                  </a:lnTo>
                  <a:lnTo>
                    <a:pt x="286" y="8"/>
                  </a:lnTo>
                  <a:lnTo>
                    <a:pt x="269" y="12"/>
                  </a:lnTo>
                  <a:lnTo>
                    <a:pt x="252" y="16"/>
                  </a:lnTo>
                  <a:lnTo>
                    <a:pt x="235" y="23"/>
                  </a:lnTo>
                  <a:lnTo>
                    <a:pt x="219" y="29"/>
                  </a:lnTo>
                  <a:lnTo>
                    <a:pt x="203" y="36"/>
                  </a:lnTo>
                  <a:lnTo>
                    <a:pt x="188" y="44"/>
                  </a:lnTo>
                  <a:lnTo>
                    <a:pt x="173" y="53"/>
                  </a:lnTo>
                  <a:lnTo>
                    <a:pt x="158" y="62"/>
                  </a:lnTo>
                  <a:lnTo>
                    <a:pt x="144" y="72"/>
                  </a:lnTo>
                  <a:lnTo>
                    <a:pt x="130" y="83"/>
                  </a:lnTo>
                  <a:lnTo>
                    <a:pt x="117" y="94"/>
                  </a:lnTo>
                  <a:lnTo>
                    <a:pt x="106" y="106"/>
                  </a:lnTo>
                  <a:lnTo>
                    <a:pt x="93" y="118"/>
                  </a:lnTo>
                  <a:lnTo>
                    <a:pt x="82" y="132"/>
                  </a:lnTo>
                  <a:lnTo>
                    <a:pt x="71" y="145"/>
                  </a:lnTo>
                  <a:lnTo>
                    <a:pt x="62" y="159"/>
                  </a:lnTo>
                  <a:lnTo>
                    <a:pt x="52" y="174"/>
                  </a:lnTo>
                  <a:lnTo>
                    <a:pt x="44" y="188"/>
                  </a:lnTo>
                  <a:lnTo>
                    <a:pt x="35" y="205"/>
                  </a:lnTo>
                  <a:lnTo>
                    <a:pt x="29" y="220"/>
                  </a:lnTo>
                  <a:lnTo>
                    <a:pt x="22" y="237"/>
                  </a:lnTo>
                  <a:lnTo>
                    <a:pt x="16" y="253"/>
                  </a:lnTo>
                  <a:lnTo>
                    <a:pt x="11" y="270"/>
                  </a:lnTo>
                  <a:lnTo>
                    <a:pt x="7" y="287"/>
                  </a:lnTo>
                  <a:lnTo>
                    <a:pt x="4" y="305"/>
                  </a:lnTo>
                  <a:lnTo>
                    <a:pt x="2" y="322"/>
                  </a:lnTo>
                  <a:lnTo>
                    <a:pt x="1" y="340"/>
                  </a:lnTo>
                  <a:lnTo>
                    <a:pt x="0" y="360"/>
                  </a:lnTo>
                  <a:lnTo>
                    <a:pt x="1" y="378"/>
                  </a:lnTo>
                  <a:lnTo>
                    <a:pt x="2" y="396"/>
                  </a:lnTo>
                  <a:lnTo>
                    <a:pt x="4" y="414"/>
                  </a:lnTo>
                  <a:lnTo>
                    <a:pt x="7" y="431"/>
                  </a:lnTo>
                  <a:lnTo>
                    <a:pt x="11" y="450"/>
                  </a:lnTo>
                  <a:lnTo>
                    <a:pt x="16" y="467"/>
                  </a:lnTo>
                  <a:lnTo>
                    <a:pt x="22" y="483"/>
                  </a:lnTo>
                  <a:lnTo>
                    <a:pt x="29" y="499"/>
                  </a:lnTo>
                  <a:lnTo>
                    <a:pt x="35" y="515"/>
                  </a:lnTo>
                  <a:lnTo>
                    <a:pt x="44" y="531"/>
                  </a:lnTo>
                  <a:lnTo>
                    <a:pt x="52" y="546"/>
                  </a:lnTo>
                  <a:lnTo>
                    <a:pt x="62" y="560"/>
                  </a:lnTo>
                  <a:lnTo>
                    <a:pt x="71" y="575"/>
                  </a:lnTo>
                  <a:lnTo>
                    <a:pt x="82" y="588"/>
                  </a:lnTo>
                  <a:lnTo>
                    <a:pt x="93" y="600"/>
                  </a:lnTo>
                  <a:lnTo>
                    <a:pt x="106" y="613"/>
                  </a:lnTo>
                  <a:lnTo>
                    <a:pt x="117" y="625"/>
                  </a:lnTo>
                  <a:lnTo>
                    <a:pt x="130" y="637"/>
                  </a:lnTo>
                  <a:lnTo>
                    <a:pt x="144" y="647"/>
                  </a:lnTo>
                  <a:lnTo>
                    <a:pt x="158" y="657"/>
                  </a:lnTo>
                  <a:lnTo>
                    <a:pt x="173" y="667"/>
                  </a:lnTo>
                  <a:lnTo>
                    <a:pt x="188" y="675"/>
                  </a:lnTo>
                  <a:lnTo>
                    <a:pt x="203" y="683"/>
                  </a:lnTo>
                  <a:lnTo>
                    <a:pt x="219" y="690"/>
                  </a:lnTo>
                  <a:lnTo>
                    <a:pt x="235" y="697"/>
                  </a:lnTo>
                  <a:lnTo>
                    <a:pt x="252" y="702"/>
                  </a:lnTo>
                  <a:lnTo>
                    <a:pt x="269" y="707"/>
                  </a:lnTo>
                  <a:lnTo>
                    <a:pt x="286" y="711"/>
                  </a:lnTo>
                  <a:lnTo>
                    <a:pt x="305" y="714"/>
                  </a:lnTo>
                  <a:lnTo>
                    <a:pt x="322" y="716"/>
                  </a:lnTo>
                  <a:lnTo>
                    <a:pt x="340" y="718"/>
                  </a:lnTo>
                  <a:lnTo>
                    <a:pt x="359" y="718"/>
                  </a:lnTo>
                  <a:lnTo>
                    <a:pt x="377" y="718"/>
                  </a:lnTo>
                  <a:lnTo>
                    <a:pt x="396" y="716"/>
                  </a:lnTo>
                  <a:lnTo>
                    <a:pt x="414" y="714"/>
                  </a:lnTo>
                  <a:lnTo>
                    <a:pt x="431" y="711"/>
                  </a:lnTo>
                  <a:lnTo>
                    <a:pt x="448" y="707"/>
                  </a:lnTo>
                  <a:lnTo>
                    <a:pt x="465" y="702"/>
                  </a:lnTo>
                  <a:lnTo>
                    <a:pt x="482" y="697"/>
                  </a:lnTo>
                  <a:lnTo>
                    <a:pt x="498" y="690"/>
                  </a:lnTo>
                  <a:lnTo>
                    <a:pt x="514" y="683"/>
                  </a:lnTo>
                  <a:lnTo>
                    <a:pt x="529" y="675"/>
                  </a:lnTo>
                  <a:lnTo>
                    <a:pt x="544" y="667"/>
                  </a:lnTo>
                  <a:lnTo>
                    <a:pt x="559" y="657"/>
                  </a:lnTo>
                  <a:lnTo>
                    <a:pt x="573" y="647"/>
                  </a:lnTo>
                  <a:lnTo>
                    <a:pt x="587" y="637"/>
                  </a:lnTo>
                  <a:lnTo>
                    <a:pt x="600" y="625"/>
                  </a:lnTo>
                  <a:lnTo>
                    <a:pt x="613" y="613"/>
                  </a:lnTo>
                  <a:lnTo>
                    <a:pt x="625" y="600"/>
                  </a:lnTo>
                  <a:lnTo>
                    <a:pt x="635" y="588"/>
                  </a:lnTo>
                  <a:lnTo>
                    <a:pt x="646" y="575"/>
                  </a:lnTo>
                  <a:lnTo>
                    <a:pt x="657" y="560"/>
                  </a:lnTo>
                  <a:lnTo>
                    <a:pt x="665" y="546"/>
                  </a:lnTo>
                  <a:lnTo>
                    <a:pt x="675" y="531"/>
                  </a:lnTo>
                  <a:lnTo>
                    <a:pt x="682" y="515"/>
                  </a:lnTo>
                  <a:lnTo>
                    <a:pt x="690" y="499"/>
                  </a:lnTo>
                  <a:lnTo>
                    <a:pt x="696" y="483"/>
                  </a:lnTo>
                  <a:lnTo>
                    <a:pt x="702" y="467"/>
                  </a:lnTo>
                  <a:lnTo>
                    <a:pt x="707" y="450"/>
                  </a:lnTo>
                  <a:lnTo>
                    <a:pt x="710" y="431"/>
                  </a:lnTo>
                  <a:lnTo>
                    <a:pt x="713" y="414"/>
                  </a:lnTo>
                  <a:lnTo>
                    <a:pt x="716" y="396"/>
                  </a:lnTo>
                  <a:lnTo>
                    <a:pt x="718" y="378"/>
                  </a:lnTo>
                  <a:lnTo>
                    <a:pt x="718" y="360"/>
                  </a:lnTo>
                  <a:lnTo>
                    <a:pt x="718" y="340"/>
                  </a:lnTo>
                  <a:lnTo>
                    <a:pt x="716" y="322"/>
                  </a:lnTo>
                  <a:lnTo>
                    <a:pt x="713" y="305"/>
                  </a:lnTo>
                  <a:lnTo>
                    <a:pt x="710" y="287"/>
                  </a:lnTo>
                  <a:lnTo>
                    <a:pt x="707" y="270"/>
                  </a:lnTo>
                  <a:lnTo>
                    <a:pt x="702" y="253"/>
                  </a:lnTo>
                  <a:lnTo>
                    <a:pt x="696" y="237"/>
                  </a:lnTo>
                  <a:lnTo>
                    <a:pt x="690" y="220"/>
                  </a:lnTo>
                  <a:lnTo>
                    <a:pt x="682" y="205"/>
                  </a:lnTo>
                  <a:lnTo>
                    <a:pt x="675" y="188"/>
                  </a:lnTo>
                  <a:lnTo>
                    <a:pt x="665" y="174"/>
                  </a:lnTo>
                  <a:lnTo>
                    <a:pt x="657" y="159"/>
                  </a:lnTo>
                  <a:lnTo>
                    <a:pt x="646" y="145"/>
                  </a:lnTo>
                  <a:lnTo>
                    <a:pt x="635" y="132"/>
                  </a:lnTo>
                  <a:lnTo>
                    <a:pt x="625" y="118"/>
                  </a:lnTo>
                  <a:lnTo>
                    <a:pt x="613" y="106"/>
                  </a:lnTo>
                  <a:lnTo>
                    <a:pt x="600" y="94"/>
                  </a:lnTo>
                  <a:lnTo>
                    <a:pt x="587" y="83"/>
                  </a:lnTo>
                  <a:lnTo>
                    <a:pt x="573" y="72"/>
                  </a:lnTo>
                  <a:lnTo>
                    <a:pt x="559" y="62"/>
                  </a:lnTo>
                  <a:lnTo>
                    <a:pt x="544" y="53"/>
                  </a:lnTo>
                  <a:lnTo>
                    <a:pt x="529" y="44"/>
                  </a:lnTo>
                  <a:lnTo>
                    <a:pt x="514" y="36"/>
                  </a:lnTo>
                  <a:lnTo>
                    <a:pt x="498" y="29"/>
                  </a:lnTo>
                  <a:lnTo>
                    <a:pt x="482" y="23"/>
                  </a:lnTo>
                  <a:lnTo>
                    <a:pt x="465" y="16"/>
                  </a:lnTo>
                  <a:lnTo>
                    <a:pt x="448" y="12"/>
                  </a:lnTo>
                  <a:lnTo>
                    <a:pt x="431" y="8"/>
                  </a:lnTo>
                  <a:lnTo>
                    <a:pt x="414" y="4"/>
                  </a:lnTo>
                  <a:lnTo>
                    <a:pt x="396" y="2"/>
                  </a:lnTo>
                  <a:lnTo>
                    <a:pt x="377" y="1"/>
                  </a:lnTo>
                  <a:lnTo>
                    <a:pt x="359"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 name="TextBox 41">
              <a:extLst>
                <a:ext uri="{FF2B5EF4-FFF2-40B4-BE49-F238E27FC236}">
                  <a16:creationId xmlns:a16="http://schemas.microsoft.com/office/drawing/2014/main" id="{352E10DA-0ADA-0B95-D350-59044A3BB612}"/>
                </a:ext>
              </a:extLst>
            </p:cNvPr>
            <p:cNvSpPr txBox="1"/>
            <p:nvPr/>
          </p:nvSpPr>
          <p:spPr>
            <a:xfrm>
              <a:off x="3129914" y="1927159"/>
              <a:ext cx="4434631"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Light"/>
                  <a:ea typeface="+mn-ea"/>
                  <a:cs typeface="+mn-cs"/>
                </a:rPr>
                <a:t>CSR activities help forge a bond between employees and corporations through a strong joined purpose.</a:t>
              </a:r>
            </a:p>
          </p:txBody>
        </p:sp>
      </p:grpSp>
      <p:grpSp>
        <p:nvGrpSpPr>
          <p:cNvPr id="43" name="Group 42">
            <a:extLst>
              <a:ext uri="{FF2B5EF4-FFF2-40B4-BE49-F238E27FC236}">
                <a16:creationId xmlns:a16="http://schemas.microsoft.com/office/drawing/2014/main" id="{0093562A-18FE-C990-71DA-7AA7C105EB4B}"/>
              </a:ext>
            </a:extLst>
          </p:cNvPr>
          <p:cNvGrpSpPr/>
          <p:nvPr/>
        </p:nvGrpSpPr>
        <p:grpSpPr>
          <a:xfrm>
            <a:off x="907856" y="4040930"/>
            <a:ext cx="5001650" cy="355600"/>
            <a:chOff x="2562895" y="1967272"/>
            <a:chExt cx="5001650" cy="355600"/>
          </a:xfrm>
        </p:grpSpPr>
        <p:sp>
          <p:nvSpPr>
            <p:cNvPr id="44" name="Freeform 4460">
              <a:extLst>
                <a:ext uri="{FF2B5EF4-FFF2-40B4-BE49-F238E27FC236}">
                  <a16:creationId xmlns:a16="http://schemas.microsoft.com/office/drawing/2014/main" id="{BFEB556D-A164-5080-DE6E-7608CA0D94C3}"/>
                </a:ext>
              </a:extLst>
            </p:cNvPr>
            <p:cNvSpPr>
              <a:spLocks noEditPoints="1"/>
            </p:cNvSpPr>
            <p:nvPr/>
          </p:nvSpPr>
          <p:spPr bwMode="auto">
            <a:xfrm>
              <a:off x="2562895" y="1967272"/>
              <a:ext cx="355600" cy="355600"/>
            </a:xfrm>
            <a:custGeom>
              <a:avLst/>
              <a:gdLst>
                <a:gd name="T0" fmla="*/ 371 w 718"/>
                <a:gd name="T1" fmla="*/ 473 h 718"/>
                <a:gd name="T2" fmla="*/ 359 w 718"/>
                <a:gd name="T3" fmla="*/ 478 h 718"/>
                <a:gd name="T4" fmla="*/ 346 w 718"/>
                <a:gd name="T5" fmla="*/ 473 h 718"/>
                <a:gd name="T6" fmla="*/ 344 w 718"/>
                <a:gd name="T7" fmla="*/ 371 h 718"/>
                <a:gd name="T8" fmla="*/ 353 w 718"/>
                <a:gd name="T9" fmla="*/ 361 h 718"/>
                <a:gd name="T10" fmla="*/ 381 w 718"/>
                <a:gd name="T11" fmla="*/ 356 h 718"/>
                <a:gd name="T12" fmla="*/ 412 w 718"/>
                <a:gd name="T13" fmla="*/ 337 h 718"/>
                <a:gd name="T14" fmla="*/ 430 w 718"/>
                <a:gd name="T15" fmla="*/ 307 h 718"/>
                <a:gd name="T16" fmla="*/ 432 w 718"/>
                <a:gd name="T17" fmla="*/ 270 h 718"/>
                <a:gd name="T18" fmla="*/ 417 w 718"/>
                <a:gd name="T19" fmla="*/ 238 h 718"/>
                <a:gd name="T20" fmla="*/ 388 w 718"/>
                <a:gd name="T21" fmla="*/ 215 h 718"/>
                <a:gd name="T22" fmla="*/ 352 w 718"/>
                <a:gd name="T23" fmla="*/ 210 h 718"/>
                <a:gd name="T24" fmla="*/ 318 w 718"/>
                <a:gd name="T25" fmla="*/ 223 h 718"/>
                <a:gd name="T26" fmla="*/ 293 w 718"/>
                <a:gd name="T27" fmla="*/ 249 h 718"/>
                <a:gd name="T28" fmla="*/ 284 w 718"/>
                <a:gd name="T29" fmla="*/ 285 h 718"/>
                <a:gd name="T30" fmla="*/ 278 w 718"/>
                <a:gd name="T31" fmla="*/ 298 h 718"/>
                <a:gd name="T32" fmla="*/ 263 w 718"/>
                <a:gd name="T33" fmla="*/ 299 h 718"/>
                <a:gd name="T34" fmla="*/ 254 w 718"/>
                <a:gd name="T35" fmla="*/ 288 h 718"/>
                <a:gd name="T36" fmla="*/ 263 w 718"/>
                <a:gd name="T37" fmla="*/ 244 h 718"/>
                <a:gd name="T38" fmla="*/ 292 w 718"/>
                <a:gd name="T39" fmla="*/ 205 h 718"/>
                <a:gd name="T40" fmla="*/ 338 w 718"/>
                <a:gd name="T41" fmla="*/ 182 h 718"/>
                <a:gd name="T42" fmla="*/ 390 w 718"/>
                <a:gd name="T43" fmla="*/ 184 h 718"/>
                <a:gd name="T44" fmla="*/ 433 w 718"/>
                <a:gd name="T45" fmla="*/ 211 h 718"/>
                <a:gd name="T46" fmla="*/ 459 w 718"/>
                <a:gd name="T47" fmla="*/ 254 h 718"/>
                <a:gd name="T48" fmla="*/ 462 w 718"/>
                <a:gd name="T49" fmla="*/ 304 h 718"/>
                <a:gd name="T50" fmla="*/ 444 w 718"/>
                <a:gd name="T51" fmla="*/ 347 h 718"/>
                <a:gd name="T52" fmla="*/ 410 w 718"/>
                <a:gd name="T53" fmla="*/ 377 h 718"/>
                <a:gd name="T54" fmla="*/ 359 w 718"/>
                <a:gd name="T55" fmla="*/ 576 h 718"/>
                <a:gd name="T56" fmla="*/ 328 w 718"/>
                <a:gd name="T57" fmla="*/ 560 h 718"/>
                <a:gd name="T58" fmla="*/ 324 w 718"/>
                <a:gd name="T59" fmla="*/ 524 h 718"/>
                <a:gd name="T60" fmla="*/ 352 w 718"/>
                <a:gd name="T61" fmla="*/ 502 h 718"/>
                <a:gd name="T62" fmla="*/ 385 w 718"/>
                <a:gd name="T63" fmla="*/ 513 h 718"/>
                <a:gd name="T64" fmla="*/ 396 w 718"/>
                <a:gd name="T65" fmla="*/ 546 h 718"/>
                <a:gd name="T66" fmla="*/ 373 w 718"/>
                <a:gd name="T67" fmla="*/ 574 h 718"/>
                <a:gd name="T68" fmla="*/ 322 w 718"/>
                <a:gd name="T69" fmla="*/ 2 h 718"/>
                <a:gd name="T70" fmla="*/ 235 w 718"/>
                <a:gd name="T71" fmla="*/ 23 h 718"/>
                <a:gd name="T72" fmla="*/ 158 w 718"/>
                <a:gd name="T73" fmla="*/ 62 h 718"/>
                <a:gd name="T74" fmla="*/ 93 w 718"/>
                <a:gd name="T75" fmla="*/ 118 h 718"/>
                <a:gd name="T76" fmla="*/ 44 w 718"/>
                <a:gd name="T77" fmla="*/ 188 h 718"/>
                <a:gd name="T78" fmla="*/ 11 w 718"/>
                <a:gd name="T79" fmla="*/ 270 h 718"/>
                <a:gd name="T80" fmla="*/ 0 w 718"/>
                <a:gd name="T81" fmla="*/ 360 h 718"/>
                <a:gd name="T82" fmla="*/ 11 w 718"/>
                <a:gd name="T83" fmla="*/ 450 h 718"/>
                <a:gd name="T84" fmla="*/ 44 w 718"/>
                <a:gd name="T85" fmla="*/ 531 h 718"/>
                <a:gd name="T86" fmla="*/ 93 w 718"/>
                <a:gd name="T87" fmla="*/ 600 h 718"/>
                <a:gd name="T88" fmla="*/ 158 w 718"/>
                <a:gd name="T89" fmla="*/ 657 h 718"/>
                <a:gd name="T90" fmla="*/ 235 w 718"/>
                <a:gd name="T91" fmla="*/ 697 h 718"/>
                <a:gd name="T92" fmla="*/ 322 w 718"/>
                <a:gd name="T93" fmla="*/ 716 h 718"/>
                <a:gd name="T94" fmla="*/ 414 w 718"/>
                <a:gd name="T95" fmla="*/ 714 h 718"/>
                <a:gd name="T96" fmla="*/ 498 w 718"/>
                <a:gd name="T97" fmla="*/ 690 h 718"/>
                <a:gd name="T98" fmla="*/ 573 w 718"/>
                <a:gd name="T99" fmla="*/ 647 h 718"/>
                <a:gd name="T100" fmla="*/ 635 w 718"/>
                <a:gd name="T101" fmla="*/ 588 h 718"/>
                <a:gd name="T102" fmla="*/ 682 w 718"/>
                <a:gd name="T103" fmla="*/ 515 h 718"/>
                <a:gd name="T104" fmla="*/ 710 w 718"/>
                <a:gd name="T105" fmla="*/ 431 h 718"/>
                <a:gd name="T106" fmla="*/ 718 w 718"/>
                <a:gd name="T107" fmla="*/ 340 h 718"/>
                <a:gd name="T108" fmla="*/ 702 w 718"/>
                <a:gd name="T109" fmla="*/ 253 h 718"/>
                <a:gd name="T110" fmla="*/ 665 w 718"/>
                <a:gd name="T111" fmla="*/ 174 h 718"/>
                <a:gd name="T112" fmla="*/ 613 w 718"/>
                <a:gd name="T113" fmla="*/ 106 h 718"/>
                <a:gd name="T114" fmla="*/ 544 w 718"/>
                <a:gd name="T115" fmla="*/ 53 h 718"/>
                <a:gd name="T116" fmla="*/ 465 w 718"/>
                <a:gd name="T117" fmla="*/ 16 h 718"/>
                <a:gd name="T118" fmla="*/ 377 w 718"/>
                <a:gd name="T119" fmla="*/ 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8" h="718">
                  <a:moveTo>
                    <a:pt x="374" y="390"/>
                  </a:moveTo>
                  <a:lnTo>
                    <a:pt x="374" y="463"/>
                  </a:lnTo>
                  <a:lnTo>
                    <a:pt x="373" y="467"/>
                  </a:lnTo>
                  <a:lnTo>
                    <a:pt x="373" y="470"/>
                  </a:lnTo>
                  <a:lnTo>
                    <a:pt x="371" y="473"/>
                  </a:lnTo>
                  <a:lnTo>
                    <a:pt x="370" y="475"/>
                  </a:lnTo>
                  <a:lnTo>
                    <a:pt x="367" y="476"/>
                  </a:lnTo>
                  <a:lnTo>
                    <a:pt x="365" y="477"/>
                  </a:lnTo>
                  <a:lnTo>
                    <a:pt x="361" y="478"/>
                  </a:lnTo>
                  <a:lnTo>
                    <a:pt x="359" y="478"/>
                  </a:lnTo>
                  <a:lnTo>
                    <a:pt x="356" y="478"/>
                  </a:lnTo>
                  <a:lnTo>
                    <a:pt x="353" y="477"/>
                  </a:lnTo>
                  <a:lnTo>
                    <a:pt x="351" y="476"/>
                  </a:lnTo>
                  <a:lnTo>
                    <a:pt x="349" y="475"/>
                  </a:lnTo>
                  <a:lnTo>
                    <a:pt x="346" y="473"/>
                  </a:lnTo>
                  <a:lnTo>
                    <a:pt x="345" y="470"/>
                  </a:lnTo>
                  <a:lnTo>
                    <a:pt x="344" y="467"/>
                  </a:lnTo>
                  <a:lnTo>
                    <a:pt x="344" y="463"/>
                  </a:lnTo>
                  <a:lnTo>
                    <a:pt x="344" y="375"/>
                  </a:lnTo>
                  <a:lnTo>
                    <a:pt x="344" y="371"/>
                  </a:lnTo>
                  <a:lnTo>
                    <a:pt x="345" y="368"/>
                  </a:lnTo>
                  <a:lnTo>
                    <a:pt x="346" y="366"/>
                  </a:lnTo>
                  <a:lnTo>
                    <a:pt x="349" y="364"/>
                  </a:lnTo>
                  <a:lnTo>
                    <a:pt x="351" y="362"/>
                  </a:lnTo>
                  <a:lnTo>
                    <a:pt x="353" y="361"/>
                  </a:lnTo>
                  <a:lnTo>
                    <a:pt x="356" y="360"/>
                  </a:lnTo>
                  <a:lnTo>
                    <a:pt x="359" y="360"/>
                  </a:lnTo>
                  <a:lnTo>
                    <a:pt x="367" y="359"/>
                  </a:lnTo>
                  <a:lnTo>
                    <a:pt x="374" y="358"/>
                  </a:lnTo>
                  <a:lnTo>
                    <a:pt x="381" y="356"/>
                  </a:lnTo>
                  <a:lnTo>
                    <a:pt x="388" y="353"/>
                  </a:lnTo>
                  <a:lnTo>
                    <a:pt x="395" y="350"/>
                  </a:lnTo>
                  <a:lnTo>
                    <a:pt x="401" y="347"/>
                  </a:lnTo>
                  <a:lnTo>
                    <a:pt x="406" y="343"/>
                  </a:lnTo>
                  <a:lnTo>
                    <a:pt x="412" y="337"/>
                  </a:lnTo>
                  <a:lnTo>
                    <a:pt x="417" y="332"/>
                  </a:lnTo>
                  <a:lnTo>
                    <a:pt x="421" y="327"/>
                  </a:lnTo>
                  <a:lnTo>
                    <a:pt x="425" y="320"/>
                  </a:lnTo>
                  <a:lnTo>
                    <a:pt x="428" y="314"/>
                  </a:lnTo>
                  <a:lnTo>
                    <a:pt x="430" y="307"/>
                  </a:lnTo>
                  <a:lnTo>
                    <a:pt x="432" y="300"/>
                  </a:lnTo>
                  <a:lnTo>
                    <a:pt x="433" y="292"/>
                  </a:lnTo>
                  <a:lnTo>
                    <a:pt x="434" y="285"/>
                  </a:lnTo>
                  <a:lnTo>
                    <a:pt x="433" y="277"/>
                  </a:lnTo>
                  <a:lnTo>
                    <a:pt x="432" y="270"/>
                  </a:lnTo>
                  <a:lnTo>
                    <a:pt x="430" y="262"/>
                  </a:lnTo>
                  <a:lnTo>
                    <a:pt x="428" y="256"/>
                  </a:lnTo>
                  <a:lnTo>
                    <a:pt x="425" y="249"/>
                  </a:lnTo>
                  <a:lnTo>
                    <a:pt x="421" y="243"/>
                  </a:lnTo>
                  <a:lnTo>
                    <a:pt x="417" y="238"/>
                  </a:lnTo>
                  <a:lnTo>
                    <a:pt x="412" y="232"/>
                  </a:lnTo>
                  <a:lnTo>
                    <a:pt x="406" y="227"/>
                  </a:lnTo>
                  <a:lnTo>
                    <a:pt x="401" y="223"/>
                  </a:lnTo>
                  <a:lnTo>
                    <a:pt x="395" y="218"/>
                  </a:lnTo>
                  <a:lnTo>
                    <a:pt x="388" y="215"/>
                  </a:lnTo>
                  <a:lnTo>
                    <a:pt x="381" y="213"/>
                  </a:lnTo>
                  <a:lnTo>
                    <a:pt x="374" y="211"/>
                  </a:lnTo>
                  <a:lnTo>
                    <a:pt x="367" y="210"/>
                  </a:lnTo>
                  <a:lnTo>
                    <a:pt x="359" y="210"/>
                  </a:lnTo>
                  <a:lnTo>
                    <a:pt x="352" y="210"/>
                  </a:lnTo>
                  <a:lnTo>
                    <a:pt x="344" y="211"/>
                  </a:lnTo>
                  <a:lnTo>
                    <a:pt x="337" y="213"/>
                  </a:lnTo>
                  <a:lnTo>
                    <a:pt x="329" y="215"/>
                  </a:lnTo>
                  <a:lnTo>
                    <a:pt x="323" y="218"/>
                  </a:lnTo>
                  <a:lnTo>
                    <a:pt x="318" y="223"/>
                  </a:lnTo>
                  <a:lnTo>
                    <a:pt x="311" y="227"/>
                  </a:lnTo>
                  <a:lnTo>
                    <a:pt x="306" y="232"/>
                  </a:lnTo>
                  <a:lnTo>
                    <a:pt x="301" y="238"/>
                  </a:lnTo>
                  <a:lnTo>
                    <a:pt x="297" y="243"/>
                  </a:lnTo>
                  <a:lnTo>
                    <a:pt x="293" y="249"/>
                  </a:lnTo>
                  <a:lnTo>
                    <a:pt x="290" y="256"/>
                  </a:lnTo>
                  <a:lnTo>
                    <a:pt x="288" y="262"/>
                  </a:lnTo>
                  <a:lnTo>
                    <a:pt x="285" y="270"/>
                  </a:lnTo>
                  <a:lnTo>
                    <a:pt x="284" y="277"/>
                  </a:lnTo>
                  <a:lnTo>
                    <a:pt x="284" y="285"/>
                  </a:lnTo>
                  <a:lnTo>
                    <a:pt x="283" y="288"/>
                  </a:lnTo>
                  <a:lnTo>
                    <a:pt x="283" y="290"/>
                  </a:lnTo>
                  <a:lnTo>
                    <a:pt x="281" y="293"/>
                  </a:lnTo>
                  <a:lnTo>
                    <a:pt x="280" y="295"/>
                  </a:lnTo>
                  <a:lnTo>
                    <a:pt x="278" y="298"/>
                  </a:lnTo>
                  <a:lnTo>
                    <a:pt x="275" y="299"/>
                  </a:lnTo>
                  <a:lnTo>
                    <a:pt x="273" y="299"/>
                  </a:lnTo>
                  <a:lnTo>
                    <a:pt x="269" y="300"/>
                  </a:lnTo>
                  <a:lnTo>
                    <a:pt x="266" y="299"/>
                  </a:lnTo>
                  <a:lnTo>
                    <a:pt x="263" y="299"/>
                  </a:lnTo>
                  <a:lnTo>
                    <a:pt x="261" y="298"/>
                  </a:lnTo>
                  <a:lnTo>
                    <a:pt x="259" y="295"/>
                  </a:lnTo>
                  <a:lnTo>
                    <a:pt x="257" y="293"/>
                  </a:lnTo>
                  <a:lnTo>
                    <a:pt x="255" y="290"/>
                  </a:lnTo>
                  <a:lnTo>
                    <a:pt x="254" y="288"/>
                  </a:lnTo>
                  <a:lnTo>
                    <a:pt x="254" y="285"/>
                  </a:lnTo>
                  <a:lnTo>
                    <a:pt x="254" y="274"/>
                  </a:lnTo>
                  <a:lnTo>
                    <a:pt x="257" y="263"/>
                  </a:lnTo>
                  <a:lnTo>
                    <a:pt x="259" y="254"/>
                  </a:lnTo>
                  <a:lnTo>
                    <a:pt x="263" y="244"/>
                  </a:lnTo>
                  <a:lnTo>
                    <a:pt x="267" y="236"/>
                  </a:lnTo>
                  <a:lnTo>
                    <a:pt x="273" y="226"/>
                  </a:lnTo>
                  <a:lnTo>
                    <a:pt x="278" y="218"/>
                  </a:lnTo>
                  <a:lnTo>
                    <a:pt x="285" y="211"/>
                  </a:lnTo>
                  <a:lnTo>
                    <a:pt x="292" y="205"/>
                  </a:lnTo>
                  <a:lnTo>
                    <a:pt x="300" y="198"/>
                  </a:lnTo>
                  <a:lnTo>
                    <a:pt x="309" y="193"/>
                  </a:lnTo>
                  <a:lnTo>
                    <a:pt x="319" y="188"/>
                  </a:lnTo>
                  <a:lnTo>
                    <a:pt x="328" y="184"/>
                  </a:lnTo>
                  <a:lnTo>
                    <a:pt x="338" y="182"/>
                  </a:lnTo>
                  <a:lnTo>
                    <a:pt x="349" y="180"/>
                  </a:lnTo>
                  <a:lnTo>
                    <a:pt x="359" y="180"/>
                  </a:lnTo>
                  <a:lnTo>
                    <a:pt x="370" y="180"/>
                  </a:lnTo>
                  <a:lnTo>
                    <a:pt x="380" y="182"/>
                  </a:lnTo>
                  <a:lnTo>
                    <a:pt x="390" y="184"/>
                  </a:lnTo>
                  <a:lnTo>
                    <a:pt x="400" y="188"/>
                  </a:lnTo>
                  <a:lnTo>
                    <a:pt x="408" y="193"/>
                  </a:lnTo>
                  <a:lnTo>
                    <a:pt x="417" y="198"/>
                  </a:lnTo>
                  <a:lnTo>
                    <a:pt x="426" y="205"/>
                  </a:lnTo>
                  <a:lnTo>
                    <a:pt x="433" y="211"/>
                  </a:lnTo>
                  <a:lnTo>
                    <a:pt x="439" y="218"/>
                  </a:lnTo>
                  <a:lnTo>
                    <a:pt x="446" y="226"/>
                  </a:lnTo>
                  <a:lnTo>
                    <a:pt x="451" y="236"/>
                  </a:lnTo>
                  <a:lnTo>
                    <a:pt x="456" y="244"/>
                  </a:lnTo>
                  <a:lnTo>
                    <a:pt x="459" y="254"/>
                  </a:lnTo>
                  <a:lnTo>
                    <a:pt x="461" y="263"/>
                  </a:lnTo>
                  <a:lnTo>
                    <a:pt x="463" y="274"/>
                  </a:lnTo>
                  <a:lnTo>
                    <a:pt x="463" y="285"/>
                  </a:lnTo>
                  <a:lnTo>
                    <a:pt x="463" y="294"/>
                  </a:lnTo>
                  <a:lnTo>
                    <a:pt x="462" y="304"/>
                  </a:lnTo>
                  <a:lnTo>
                    <a:pt x="460" y="314"/>
                  </a:lnTo>
                  <a:lnTo>
                    <a:pt x="457" y="322"/>
                  </a:lnTo>
                  <a:lnTo>
                    <a:pt x="453" y="331"/>
                  </a:lnTo>
                  <a:lnTo>
                    <a:pt x="448" y="339"/>
                  </a:lnTo>
                  <a:lnTo>
                    <a:pt x="444" y="347"/>
                  </a:lnTo>
                  <a:lnTo>
                    <a:pt x="437" y="354"/>
                  </a:lnTo>
                  <a:lnTo>
                    <a:pt x="431" y="361"/>
                  </a:lnTo>
                  <a:lnTo>
                    <a:pt x="425" y="367"/>
                  </a:lnTo>
                  <a:lnTo>
                    <a:pt x="417" y="373"/>
                  </a:lnTo>
                  <a:lnTo>
                    <a:pt x="410" y="377"/>
                  </a:lnTo>
                  <a:lnTo>
                    <a:pt x="401" y="381"/>
                  </a:lnTo>
                  <a:lnTo>
                    <a:pt x="392" y="384"/>
                  </a:lnTo>
                  <a:lnTo>
                    <a:pt x="383" y="387"/>
                  </a:lnTo>
                  <a:lnTo>
                    <a:pt x="374" y="390"/>
                  </a:lnTo>
                  <a:close/>
                  <a:moveTo>
                    <a:pt x="359" y="576"/>
                  </a:moveTo>
                  <a:lnTo>
                    <a:pt x="352" y="576"/>
                  </a:lnTo>
                  <a:lnTo>
                    <a:pt x="344" y="574"/>
                  </a:lnTo>
                  <a:lnTo>
                    <a:pt x="338" y="569"/>
                  </a:lnTo>
                  <a:lnTo>
                    <a:pt x="332" y="565"/>
                  </a:lnTo>
                  <a:lnTo>
                    <a:pt x="328" y="560"/>
                  </a:lnTo>
                  <a:lnTo>
                    <a:pt x="324" y="553"/>
                  </a:lnTo>
                  <a:lnTo>
                    <a:pt x="322" y="546"/>
                  </a:lnTo>
                  <a:lnTo>
                    <a:pt x="322" y="538"/>
                  </a:lnTo>
                  <a:lnTo>
                    <a:pt x="322" y="532"/>
                  </a:lnTo>
                  <a:lnTo>
                    <a:pt x="324" y="524"/>
                  </a:lnTo>
                  <a:lnTo>
                    <a:pt x="328" y="518"/>
                  </a:lnTo>
                  <a:lnTo>
                    <a:pt x="332" y="513"/>
                  </a:lnTo>
                  <a:lnTo>
                    <a:pt x="338" y="508"/>
                  </a:lnTo>
                  <a:lnTo>
                    <a:pt x="344" y="504"/>
                  </a:lnTo>
                  <a:lnTo>
                    <a:pt x="352" y="502"/>
                  </a:lnTo>
                  <a:lnTo>
                    <a:pt x="359" y="501"/>
                  </a:lnTo>
                  <a:lnTo>
                    <a:pt x="367" y="502"/>
                  </a:lnTo>
                  <a:lnTo>
                    <a:pt x="373" y="504"/>
                  </a:lnTo>
                  <a:lnTo>
                    <a:pt x="380" y="508"/>
                  </a:lnTo>
                  <a:lnTo>
                    <a:pt x="385" y="513"/>
                  </a:lnTo>
                  <a:lnTo>
                    <a:pt x="390" y="518"/>
                  </a:lnTo>
                  <a:lnTo>
                    <a:pt x="393" y="524"/>
                  </a:lnTo>
                  <a:lnTo>
                    <a:pt x="396" y="532"/>
                  </a:lnTo>
                  <a:lnTo>
                    <a:pt x="397" y="538"/>
                  </a:lnTo>
                  <a:lnTo>
                    <a:pt x="396" y="546"/>
                  </a:lnTo>
                  <a:lnTo>
                    <a:pt x="393" y="553"/>
                  </a:lnTo>
                  <a:lnTo>
                    <a:pt x="390" y="560"/>
                  </a:lnTo>
                  <a:lnTo>
                    <a:pt x="385" y="565"/>
                  </a:lnTo>
                  <a:lnTo>
                    <a:pt x="380" y="569"/>
                  </a:lnTo>
                  <a:lnTo>
                    <a:pt x="373" y="574"/>
                  </a:lnTo>
                  <a:lnTo>
                    <a:pt x="367" y="576"/>
                  </a:lnTo>
                  <a:lnTo>
                    <a:pt x="359" y="576"/>
                  </a:lnTo>
                  <a:close/>
                  <a:moveTo>
                    <a:pt x="359" y="0"/>
                  </a:moveTo>
                  <a:lnTo>
                    <a:pt x="340" y="1"/>
                  </a:lnTo>
                  <a:lnTo>
                    <a:pt x="322" y="2"/>
                  </a:lnTo>
                  <a:lnTo>
                    <a:pt x="305" y="4"/>
                  </a:lnTo>
                  <a:lnTo>
                    <a:pt x="286" y="8"/>
                  </a:lnTo>
                  <a:lnTo>
                    <a:pt x="269" y="12"/>
                  </a:lnTo>
                  <a:lnTo>
                    <a:pt x="252" y="16"/>
                  </a:lnTo>
                  <a:lnTo>
                    <a:pt x="235" y="23"/>
                  </a:lnTo>
                  <a:lnTo>
                    <a:pt x="219" y="29"/>
                  </a:lnTo>
                  <a:lnTo>
                    <a:pt x="203" y="36"/>
                  </a:lnTo>
                  <a:lnTo>
                    <a:pt x="188" y="44"/>
                  </a:lnTo>
                  <a:lnTo>
                    <a:pt x="173" y="53"/>
                  </a:lnTo>
                  <a:lnTo>
                    <a:pt x="158" y="62"/>
                  </a:lnTo>
                  <a:lnTo>
                    <a:pt x="144" y="72"/>
                  </a:lnTo>
                  <a:lnTo>
                    <a:pt x="130" y="83"/>
                  </a:lnTo>
                  <a:lnTo>
                    <a:pt x="117" y="94"/>
                  </a:lnTo>
                  <a:lnTo>
                    <a:pt x="106" y="106"/>
                  </a:lnTo>
                  <a:lnTo>
                    <a:pt x="93" y="118"/>
                  </a:lnTo>
                  <a:lnTo>
                    <a:pt x="82" y="132"/>
                  </a:lnTo>
                  <a:lnTo>
                    <a:pt x="71" y="145"/>
                  </a:lnTo>
                  <a:lnTo>
                    <a:pt x="62" y="159"/>
                  </a:lnTo>
                  <a:lnTo>
                    <a:pt x="52" y="174"/>
                  </a:lnTo>
                  <a:lnTo>
                    <a:pt x="44" y="188"/>
                  </a:lnTo>
                  <a:lnTo>
                    <a:pt x="35" y="205"/>
                  </a:lnTo>
                  <a:lnTo>
                    <a:pt x="29" y="220"/>
                  </a:lnTo>
                  <a:lnTo>
                    <a:pt x="22" y="237"/>
                  </a:lnTo>
                  <a:lnTo>
                    <a:pt x="16" y="253"/>
                  </a:lnTo>
                  <a:lnTo>
                    <a:pt x="11" y="270"/>
                  </a:lnTo>
                  <a:lnTo>
                    <a:pt x="7" y="287"/>
                  </a:lnTo>
                  <a:lnTo>
                    <a:pt x="4" y="305"/>
                  </a:lnTo>
                  <a:lnTo>
                    <a:pt x="2" y="322"/>
                  </a:lnTo>
                  <a:lnTo>
                    <a:pt x="1" y="340"/>
                  </a:lnTo>
                  <a:lnTo>
                    <a:pt x="0" y="360"/>
                  </a:lnTo>
                  <a:lnTo>
                    <a:pt x="1" y="378"/>
                  </a:lnTo>
                  <a:lnTo>
                    <a:pt x="2" y="396"/>
                  </a:lnTo>
                  <a:lnTo>
                    <a:pt x="4" y="414"/>
                  </a:lnTo>
                  <a:lnTo>
                    <a:pt x="7" y="431"/>
                  </a:lnTo>
                  <a:lnTo>
                    <a:pt x="11" y="450"/>
                  </a:lnTo>
                  <a:lnTo>
                    <a:pt x="16" y="467"/>
                  </a:lnTo>
                  <a:lnTo>
                    <a:pt x="22" y="483"/>
                  </a:lnTo>
                  <a:lnTo>
                    <a:pt x="29" y="499"/>
                  </a:lnTo>
                  <a:lnTo>
                    <a:pt x="35" y="515"/>
                  </a:lnTo>
                  <a:lnTo>
                    <a:pt x="44" y="531"/>
                  </a:lnTo>
                  <a:lnTo>
                    <a:pt x="52" y="546"/>
                  </a:lnTo>
                  <a:lnTo>
                    <a:pt x="62" y="560"/>
                  </a:lnTo>
                  <a:lnTo>
                    <a:pt x="71" y="575"/>
                  </a:lnTo>
                  <a:lnTo>
                    <a:pt x="82" y="588"/>
                  </a:lnTo>
                  <a:lnTo>
                    <a:pt x="93" y="600"/>
                  </a:lnTo>
                  <a:lnTo>
                    <a:pt x="106" y="613"/>
                  </a:lnTo>
                  <a:lnTo>
                    <a:pt x="117" y="625"/>
                  </a:lnTo>
                  <a:lnTo>
                    <a:pt x="130" y="637"/>
                  </a:lnTo>
                  <a:lnTo>
                    <a:pt x="144" y="647"/>
                  </a:lnTo>
                  <a:lnTo>
                    <a:pt x="158" y="657"/>
                  </a:lnTo>
                  <a:lnTo>
                    <a:pt x="173" y="667"/>
                  </a:lnTo>
                  <a:lnTo>
                    <a:pt x="188" y="675"/>
                  </a:lnTo>
                  <a:lnTo>
                    <a:pt x="203" y="683"/>
                  </a:lnTo>
                  <a:lnTo>
                    <a:pt x="219" y="690"/>
                  </a:lnTo>
                  <a:lnTo>
                    <a:pt x="235" y="697"/>
                  </a:lnTo>
                  <a:lnTo>
                    <a:pt x="252" y="702"/>
                  </a:lnTo>
                  <a:lnTo>
                    <a:pt x="269" y="707"/>
                  </a:lnTo>
                  <a:lnTo>
                    <a:pt x="286" y="711"/>
                  </a:lnTo>
                  <a:lnTo>
                    <a:pt x="305" y="714"/>
                  </a:lnTo>
                  <a:lnTo>
                    <a:pt x="322" y="716"/>
                  </a:lnTo>
                  <a:lnTo>
                    <a:pt x="340" y="718"/>
                  </a:lnTo>
                  <a:lnTo>
                    <a:pt x="359" y="718"/>
                  </a:lnTo>
                  <a:lnTo>
                    <a:pt x="377" y="718"/>
                  </a:lnTo>
                  <a:lnTo>
                    <a:pt x="396" y="716"/>
                  </a:lnTo>
                  <a:lnTo>
                    <a:pt x="414" y="714"/>
                  </a:lnTo>
                  <a:lnTo>
                    <a:pt x="431" y="711"/>
                  </a:lnTo>
                  <a:lnTo>
                    <a:pt x="448" y="707"/>
                  </a:lnTo>
                  <a:lnTo>
                    <a:pt x="465" y="702"/>
                  </a:lnTo>
                  <a:lnTo>
                    <a:pt x="482" y="697"/>
                  </a:lnTo>
                  <a:lnTo>
                    <a:pt x="498" y="690"/>
                  </a:lnTo>
                  <a:lnTo>
                    <a:pt x="514" y="683"/>
                  </a:lnTo>
                  <a:lnTo>
                    <a:pt x="529" y="675"/>
                  </a:lnTo>
                  <a:lnTo>
                    <a:pt x="544" y="667"/>
                  </a:lnTo>
                  <a:lnTo>
                    <a:pt x="559" y="657"/>
                  </a:lnTo>
                  <a:lnTo>
                    <a:pt x="573" y="647"/>
                  </a:lnTo>
                  <a:lnTo>
                    <a:pt x="587" y="637"/>
                  </a:lnTo>
                  <a:lnTo>
                    <a:pt x="600" y="625"/>
                  </a:lnTo>
                  <a:lnTo>
                    <a:pt x="613" y="613"/>
                  </a:lnTo>
                  <a:lnTo>
                    <a:pt x="625" y="600"/>
                  </a:lnTo>
                  <a:lnTo>
                    <a:pt x="635" y="588"/>
                  </a:lnTo>
                  <a:lnTo>
                    <a:pt x="646" y="575"/>
                  </a:lnTo>
                  <a:lnTo>
                    <a:pt x="657" y="560"/>
                  </a:lnTo>
                  <a:lnTo>
                    <a:pt x="665" y="546"/>
                  </a:lnTo>
                  <a:lnTo>
                    <a:pt x="675" y="531"/>
                  </a:lnTo>
                  <a:lnTo>
                    <a:pt x="682" y="515"/>
                  </a:lnTo>
                  <a:lnTo>
                    <a:pt x="690" y="499"/>
                  </a:lnTo>
                  <a:lnTo>
                    <a:pt x="696" y="483"/>
                  </a:lnTo>
                  <a:lnTo>
                    <a:pt x="702" y="467"/>
                  </a:lnTo>
                  <a:lnTo>
                    <a:pt x="707" y="450"/>
                  </a:lnTo>
                  <a:lnTo>
                    <a:pt x="710" y="431"/>
                  </a:lnTo>
                  <a:lnTo>
                    <a:pt x="713" y="414"/>
                  </a:lnTo>
                  <a:lnTo>
                    <a:pt x="716" y="396"/>
                  </a:lnTo>
                  <a:lnTo>
                    <a:pt x="718" y="378"/>
                  </a:lnTo>
                  <a:lnTo>
                    <a:pt x="718" y="360"/>
                  </a:lnTo>
                  <a:lnTo>
                    <a:pt x="718" y="340"/>
                  </a:lnTo>
                  <a:lnTo>
                    <a:pt x="716" y="322"/>
                  </a:lnTo>
                  <a:lnTo>
                    <a:pt x="713" y="305"/>
                  </a:lnTo>
                  <a:lnTo>
                    <a:pt x="710" y="287"/>
                  </a:lnTo>
                  <a:lnTo>
                    <a:pt x="707" y="270"/>
                  </a:lnTo>
                  <a:lnTo>
                    <a:pt x="702" y="253"/>
                  </a:lnTo>
                  <a:lnTo>
                    <a:pt x="696" y="237"/>
                  </a:lnTo>
                  <a:lnTo>
                    <a:pt x="690" y="220"/>
                  </a:lnTo>
                  <a:lnTo>
                    <a:pt x="682" y="205"/>
                  </a:lnTo>
                  <a:lnTo>
                    <a:pt x="675" y="188"/>
                  </a:lnTo>
                  <a:lnTo>
                    <a:pt x="665" y="174"/>
                  </a:lnTo>
                  <a:lnTo>
                    <a:pt x="657" y="159"/>
                  </a:lnTo>
                  <a:lnTo>
                    <a:pt x="646" y="145"/>
                  </a:lnTo>
                  <a:lnTo>
                    <a:pt x="635" y="132"/>
                  </a:lnTo>
                  <a:lnTo>
                    <a:pt x="625" y="118"/>
                  </a:lnTo>
                  <a:lnTo>
                    <a:pt x="613" y="106"/>
                  </a:lnTo>
                  <a:lnTo>
                    <a:pt x="600" y="94"/>
                  </a:lnTo>
                  <a:lnTo>
                    <a:pt x="587" y="83"/>
                  </a:lnTo>
                  <a:lnTo>
                    <a:pt x="573" y="72"/>
                  </a:lnTo>
                  <a:lnTo>
                    <a:pt x="559" y="62"/>
                  </a:lnTo>
                  <a:lnTo>
                    <a:pt x="544" y="53"/>
                  </a:lnTo>
                  <a:lnTo>
                    <a:pt x="529" y="44"/>
                  </a:lnTo>
                  <a:lnTo>
                    <a:pt x="514" y="36"/>
                  </a:lnTo>
                  <a:lnTo>
                    <a:pt x="498" y="29"/>
                  </a:lnTo>
                  <a:lnTo>
                    <a:pt x="482" y="23"/>
                  </a:lnTo>
                  <a:lnTo>
                    <a:pt x="465" y="16"/>
                  </a:lnTo>
                  <a:lnTo>
                    <a:pt x="448" y="12"/>
                  </a:lnTo>
                  <a:lnTo>
                    <a:pt x="431" y="8"/>
                  </a:lnTo>
                  <a:lnTo>
                    <a:pt x="414" y="4"/>
                  </a:lnTo>
                  <a:lnTo>
                    <a:pt x="396" y="2"/>
                  </a:lnTo>
                  <a:lnTo>
                    <a:pt x="377" y="1"/>
                  </a:lnTo>
                  <a:lnTo>
                    <a:pt x="359"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 name="TextBox 44">
              <a:extLst>
                <a:ext uri="{FF2B5EF4-FFF2-40B4-BE49-F238E27FC236}">
                  <a16:creationId xmlns:a16="http://schemas.microsoft.com/office/drawing/2014/main" id="{9C82FD8B-364F-FE19-2130-A46D2A754DF6}"/>
                </a:ext>
              </a:extLst>
            </p:cNvPr>
            <p:cNvSpPr txBox="1"/>
            <p:nvPr/>
          </p:nvSpPr>
          <p:spPr>
            <a:xfrm>
              <a:off x="3129915" y="2006389"/>
              <a:ext cx="4434630"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Light"/>
                  <a:ea typeface="+mn-ea"/>
                  <a:cs typeface="+mn-cs"/>
                </a:rPr>
                <a:t>CSR helps increase employee loyalty and engagement</a:t>
              </a:r>
            </a:p>
          </p:txBody>
        </p:sp>
      </p:grpSp>
      <p:grpSp>
        <p:nvGrpSpPr>
          <p:cNvPr id="46" name="Group 45">
            <a:extLst>
              <a:ext uri="{FF2B5EF4-FFF2-40B4-BE49-F238E27FC236}">
                <a16:creationId xmlns:a16="http://schemas.microsoft.com/office/drawing/2014/main" id="{F9123096-F2EF-94C3-4CA3-7FB211C28B11}"/>
              </a:ext>
            </a:extLst>
          </p:cNvPr>
          <p:cNvGrpSpPr/>
          <p:nvPr/>
        </p:nvGrpSpPr>
        <p:grpSpPr>
          <a:xfrm>
            <a:off x="907856" y="5058595"/>
            <a:ext cx="5001650" cy="492443"/>
            <a:chOff x="2562895" y="1897663"/>
            <a:chExt cx="5001650" cy="492443"/>
          </a:xfrm>
        </p:grpSpPr>
        <p:sp>
          <p:nvSpPr>
            <p:cNvPr id="47" name="Freeform 4460">
              <a:extLst>
                <a:ext uri="{FF2B5EF4-FFF2-40B4-BE49-F238E27FC236}">
                  <a16:creationId xmlns:a16="http://schemas.microsoft.com/office/drawing/2014/main" id="{C11E573C-F257-B8E7-E222-EB04A15C5376}"/>
                </a:ext>
              </a:extLst>
            </p:cNvPr>
            <p:cNvSpPr>
              <a:spLocks noEditPoints="1"/>
            </p:cNvSpPr>
            <p:nvPr/>
          </p:nvSpPr>
          <p:spPr bwMode="auto">
            <a:xfrm>
              <a:off x="2562895" y="1967272"/>
              <a:ext cx="355600" cy="355600"/>
            </a:xfrm>
            <a:custGeom>
              <a:avLst/>
              <a:gdLst>
                <a:gd name="T0" fmla="*/ 371 w 718"/>
                <a:gd name="T1" fmla="*/ 473 h 718"/>
                <a:gd name="T2" fmla="*/ 359 w 718"/>
                <a:gd name="T3" fmla="*/ 478 h 718"/>
                <a:gd name="T4" fmla="*/ 346 w 718"/>
                <a:gd name="T5" fmla="*/ 473 h 718"/>
                <a:gd name="T6" fmla="*/ 344 w 718"/>
                <a:gd name="T7" fmla="*/ 371 h 718"/>
                <a:gd name="T8" fmla="*/ 353 w 718"/>
                <a:gd name="T9" fmla="*/ 361 h 718"/>
                <a:gd name="T10" fmla="*/ 381 w 718"/>
                <a:gd name="T11" fmla="*/ 356 h 718"/>
                <a:gd name="T12" fmla="*/ 412 w 718"/>
                <a:gd name="T13" fmla="*/ 337 h 718"/>
                <a:gd name="T14" fmla="*/ 430 w 718"/>
                <a:gd name="T15" fmla="*/ 307 h 718"/>
                <a:gd name="T16" fmla="*/ 432 w 718"/>
                <a:gd name="T17" fmla="*/ 270 h 718"/>
                <a:gd name="T18" fmla="*/ 417 w 718"/>
                <a:gd name="T19" fmla="*/ 238 h 718"/>
                <a:gd name="T20" fmla="*/ 388 w 718"/>
                <a:gd name="T21" fmla="*/ 215 h 718"/>
                <a:gd name="T22" fmla="*/ 352 w 718"/>
                <a:gd name="T23" fmla="*/ 210 h 718"/>
                <a:gd name="T24" fmla="*/ 318 w 718"/>
                <a:gd name="T25" fmla="*/ 223 h 718"/>
                <a:gd name="T26" fmla="*/ 293 w 718"/>
                <a:gd name="T27" fmla="*/ 249 h 718"/>
                <a:gd name="T28" fmla="*/ 284 w 718"/>
                <a:gd name="T29" fmla="*/ 285 h 718"/>
                <a:gd name="T30" fmla="*/ 278 w 718"/>
                <a:gd name="T31" fmla="*/ 298 h 718"/>
                <a:gd name="T32" fmla="*/ 263 w 718"/>
                <a:gd name="T33" fmla="*/ 299 h 718"/>
                <a:gd name="T34" fmla="*/ 254 w 718"/>
                <a:gd name="T35" fmla="*/ 288 h 718"/>
                <a:gd name="T36" fmla="*/ 263 w 718"/>
                <a:gd name="T37" fmla="*/ 244 h 718"/>
                <a:gd name="T38" fmla="*/ 292 w 718"/>
                <a:gd name="T39" fmla="*/ 205 h 718"/>
                <a:gd name="T40" fmla="*/ 338 w 718"/>
                <a:gd name="T41" fmla="*/ 182 h 718"/>
                <a:gd name="T42" fmla="*/ 390 w 718"/>
                <a:gd name="T43" fmla="*/ 184 h 718"/>
                <a:gd name="T44" fmla="*/ 433 w 718"/>
                <a:gd name="T45" fmla="*/ 211 h 718"/>
                <a:gd name="T46" fmla="*/ 459 w 718"/>
                <a:gd name="T47" fmla="*/ 254 h 718"/>
                <a:gd name="T48" fmla="*/ 462 w 718"/>
                <a:gd name="T49" fmla="*/ 304 h 718"/>
                <a:gd name="T50" fmla="*/ 444 w 718"/>
                <a:gd name="T51" fmla="*/ 347 h 718"/>
                <a:gd name="T52" fmla="*/ 410 w 718"/>
                <a:gd name="T53" fmla="*/ 377 h 718"/>
                <a:gd name="T54" fmla="*/ 359 w 718"/>
                <a:gd name="T55" fmla="*/ 576 h 718"/>
                <a:gd name="T56" fmla="*/ 328 w 718"/>
                <a:gd name="T57" fmla="*/ 560 h 718"/>
                <a:gd name="T58" fmla="*/ 324 w 718"/>
                <a:gd name="T59" fmla="*/ 524 h 718"/>
                <a:gd name="T60" fmla="*/ 352 w 718"/>
                <a:gd name="T61" fmla="*/ 502 h 718"/>
                <a:gd name="T62" fmla="*/ 385 w 718"/>
                <a:gd name="T63" fmla="*/ 513 h 718"/>
                <a:gd name="T64" fmla="*/ 396 w 718"/>
                <a:gd name="T65" fmla="*/ 546 h 718"/>
                <a:gd name="T66" fmla="*/ 373 w 718"/>
                <a:gd name="T67" fmla="*/ 574 h 718"/>
                <a:gd name="T68" fmla="*/ 322 w 718"/>
                <a:gd name="T69" fmla="*/ 2 h 718"/>
                <a:gd name="T70" fmla="*/ 235 w 718"/>
                <a:gd name="T71" fmla="*/ 23 h 718"/>
                <a:gd name="T72" fmla="*/ 158 w 718"/>
                <a:gd name="T73" fmla="*/ 62 h 718"/>
                <a:gd name="T74" fmla="*/ 93 w 718"/>
                <a:gd name="T75" fmla="*/ 118 h 718"/>
                <a:gd name="T76" fmla="*/ 44 w 718"/>
                <a:gd name="T77" fmla="*/ 188 h 718"/>
                <a:gd name="T78" fmla="*/ 11 w 718"/>
                <a:gd name="T79" fmla="*/ 270 h 718"/>
                <a:gd name="T80" fmla="*/ 0 w 718"/>
                <a:gd name="T81" fmla="*/ 360 h 718"/>
                <a:gd name="T82" fmla="*/ 11 w 718"/>
                <a:gd name="T83" fmla="*/ 450 h 718"/>
                <a:gd name="T84" fmla="*/ 44 w 718"/>
                <a:gd name="T85" fmla="*/ 531 h 718"/>
                <a:gd name="T86" fmla="*/ 93 w 718"/>
                <a:gd name="T87" fmla="*/ 600 h 718"/>
                <a:gd name="T88" fmla="*/ 158 w 718"/>
                <a:gd name="T89" fmla="*/ 657 h 718"/>
                <a:gd name="T90" fmla="*/ 235 w 718"/>
                <a:gd name="T91" fmla="*/ 697 h 718"/>
                <a:gd name="T92" fmla="*/ 322 w 718"/>
                <a:gd name="T93" fmla="*/ 716 h 718"/>
                <a:gd name="T94" fmla="*/ 414 w 718"/>
                <a:gd name="T95" fmla="*/ 714 h 718"/>
                <a:gd name="T96" fmla="*/ 498 w 718"/>
                <a:gd name="T97" fmla="*/ 690 h 718"/>
                <a:gd name="T98" fmla="*/ 573 w 718"/>
                <a:gd name="T99" fmla="*/ 647 h 718"/>
                <a:gd name="T100" fmla="*/ 635 w 718"/>
                <a:gd name="T101" fmla="*/ 588 h 718"/>
                <a:gd name="T102" fmla="*/ 682 w 718"/>
                <a:gd name="T103" fmla="*/ 515 h 718"/>
                <a:gd name="T104" fmla="*/ 710 w 718"/>
                <a:gd name="T105" fmla="*/ 431 h 718"/>
                <a:gd name="T106" fmla="*/ 718 w 718"/>
                <a:gd name="T107" fmla="*/ 340 h 718"/>
                <a:gd name="T108" fmla="*/ 702 w 718"/>
                <a:gd name="T109" fmla="*/ 253 h 718"/>
                <a:gd name="T110" fmla="*/ 665 w 718"/>
                <a:gd name="T111" fmla="*/ 174 h 718"/>
                <a:gd name="T112" fmla="*/ 613 w 718"/>
                <a:gd name="T113" fmla="*/ 106 h 718"/>
                <a:gd name="T114" fmla="*/ 544 w 718"/>
                <a:gd name="T115" fmla="*/ 53 h 718"/>
                <a:gd name="T116" fmla="*/ 465 w 718"/>
                <a:gd name="T117" fmla="*/ 16 h 718"/>
                <a:gd name="T118" fmla="*/ 377 w 718"/>
                <a:gd name="T119" fmla="*/ 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8" h="718">
                  <a:moveTo>
                    <a:pt x="374" y="390"/>
                  </a:moveTo>
                  <a:lnTo>
                    <a:pt x="374" y="463"/>
                  </a:lnTo>
                  <a:lnTo>
                    <a:pt x="373" y="467"/>
                  </a:lnTo>
                  <a:lnTo>
                    <a:pt x="373" y="470"/>
                  </a:lnTo>
                  <a:lnTo>
                    <a:pt x="371" y="473"/>
                  </a:lnTo>
                  <a:lnTo>
                    <a:pt x="370" y="475"/>
                  </a:lnTo>
                  <a:lnTo>
                    <a:pt x="367" y="476"/>
                  </a:lnTo>
                  <a:lnTo>
                    <a:pt x="365" y="477"/>
                  </a:lnTo>
                  <a:lnTo>
                    <a:pt x="361" y="478"/>
                  </a:lnTo>
                  <a:lnTo>
                    <a:pt x="359" y="478"/>
                  </a:lnTo>
                  <a:lnTo>
                    <a:pt x="356" y="478"/>
                  </a:lnTo>
                  <a:lnTo>
                    <a:pt x="353" y="477"/>
                  </a:lnTo>
                  <a:lnTo>
                    <a:pt x="351" y="476"/>
                  </a:lnTo>
                  <a:lnTo>
                    <a:pt x="349" y="475"/>
                  </a:lnTo>
                  <a:lnTo>
                    <a:pt x="346" y="473"/>
                  </a:lnTo>
                  <a:lnTo>
                    <a:pt x="345" y="470"/>
                  </a:lnTo>
                  <a:lnTo>
                    <a:pt x="344" y="467"/>
                  </a:lnTo>
                  <a:lnTo>
                    <a:pt x="344" y="463"/>
                  </a:lnTo>
                  <a:lnTo>
                    <a:pt x="344" y="375"/>
                  </a:lnTo>
                  <a:lnTo>
                    <a:pt x="344" y="371"/>
                  </a:lnTo>
                  <a:lnTo>
                    <a:pt x="345" y="368"/>
                  </a:lnTo>
                  <a:lnTo>
                    <a:pt x="346" y="366"/>
                  </a:lnTo>
                  <a:lnTo>
                    <a:pt x="349" y="364"/>
                  </a:lnTo>
                  <a:lnTo>
                    <a:pt x="351" y="362"/>
                  </a:lnTo>
                  <a:lnTo>
                    <a:pt x="353" y="361"/>
                  </a:lnTo>
                  <a:lnTo>
                    <a:pt x="356" y="360"/>
                  </a:lnTo>
                  <a:lnTo>
                    <a:pt x="359" y="360"/>
                  </a:lnTo>
                  <a:lnTo>
                    <a:pt x="367" y="359"/>
                  </a:lnTo>
                  <a:lnTo>
                    <a:pt x="374" y="358"/>
                  </a:lnTo>
                  <a:lnTo>
                    <a:pt x="381" y="356"/>
                  </a:lnTo>
                  <a:lnTo>
                    <a:pt x="388" y="353"/>
                  </a:lnTo>
                  <a:lnTo>
                    <a:pt x="395" y="350"/>
                  </a:lnTo>
                  <a:lnTo>
                    <a:pt x="401" y="347"/>
                  </a:lnTo>
                  <a:lnTo>
                    <a:pt x="406" y="343"/>
                  </a:lnTo>
                  <a:lnTo>
                    <a:pt x="412" y="337"/>
                  </a:lnTo>
                  <a:lnTo>
                    <a:pt x="417" y="332"/>
                  </a:lnTo>
                  <a:lnTo>
                    <a:pt x="421" y="327"/>
                  </a:lnTo>
                  <a:lnTo>
                    <a:pt x="425" y="320"/>
                  </a:lnTo>
                  <a:lnTo>
                    <a:pt x="428" y="314"/>
                  </a:lnTo>
                  <a:lnTo>
                    <a:pt x="430" y="307"/>
                  </a:lnTo>
                  <a:lnTo>
                    <a:pt x="432" y="300"/>
                  </a:lnTo>
                  <a:lnTo>
                    <a:pt x="433" y="292"/>
                  </a:lnTo>
                  <a:lnTo>
                    <a:pt x="434" y="285"/>
                  </a:lnTo>
                  <a:lnTo>
                    <a:pt x="433" y="277"/>
                  </a:lnTo>
                  <a:lnTo>
                    <a:pt x="432" y="270"/>
                  </a:lnTo>
                  <a:lnTo>
                    <a:pt x="430" y="262"/>
                  </a:lnTo>
                  <a:lnTo>
                    <a:pt x="428" y="256"/>
                  </a:lnTo>
                  <a:lnTo>
                    <a:pt x="425" y="249"/>
                  </a:lnTo>
                  <a:lnTo>
                    <a:pt x="421" y="243"/>
                  </a:lnTo>
                  <a:lnTo>
                    <a:pt x="417" y="238"/>
                  </a:lnTo>
                  <a:lnTo>
                    <a:pt x="412" y="232"/>
                  </a:lnTo>
                  <a:lnTo>
                    <a:pt x="406" y="227"/>
                  </a:lnTo>
                  <a:lnTo>
                    <a:pt x="401" y="223"/>
                  </a:lnTo>
                  <a:lnTo>
                    <a:pt x="395" y="218"/>
                  </a:lnTo>
                  <a:lnTo>
                    <a:pt x="388" y="215"/>
                  </a:lnTo>
                  <a:lnTo>
                    <a:pt x="381" y="213"/>
                  </a:lnTo>
                  <a:lnTo>
                    <a:pt x="374" y="211"/>
                  </a:lnTo>
                  <a:lnTo>
                    <a:pt x="367" y="210"/>
                  </a:lnTo>
                  <a:lnTo>
                    <a:pt x="359" y="210"/>
                  </a:lnTo>
                  <a:lnTo>
                    <a:pt x="352" y="210"/>
                  </a:lnTo>
                  <a:lnTo>
                    <a:pt x="344" y="211"/>
                  </a:lnTo>
                  <a:lnTo>
                    <a:pt x="337" y="213"/>
                  </a:lnTo>
                  <a:lnTo>
                    <a:pt x="329" y="215"/>
                  </a:lnTo>
                  <a:lnTo>
                    <a:pt x="323" y="218"/>
                  </a:lnTo>
                  <a:lnTo>
                    <a:pt x="318" y="223"/>
                  </a:lnTo>
                  <a:lnTo>
                    <a:pt x="311" y="227"/>
                  </a:lnTo>
                  <a:lnTo>
                    <a:pt x="306" y="232"/>
                  </a:lnTo>
                  <a:lnTo>
                    <a:pt x="301" y="238"/>
                  </a:lnTo>
                  <a:lnTo>
                    <a:pt x="297" y="243"/>
                  </a:lnTo>
                  <a:lnTo>
                    <a:pt x="293" y="249"/>
                  </a:lnTo>
                  <a:lnTo>
                    <a:pt x="290" y="256"/>
                  </a:lnTo>
                  <a:lnTo>
                    <a:pt x="288" y="262"/>
                  </a:lnTo>
                  <a:lnTo>
                    <a:pt x="285" y="270"/>
                  </a:lnTo>
                  <a:lnTo>
                    <a:pt x="284" y="277"/>
                  </a:lnTo>
                  <a:lnTo>
                    <a:pt x="284" y="285"/>
                  </a:lnTo>
                  <a:lnTo>
                    <a:pt x="283" y="288"/>
                  </a:lnTo>
                  <a:lnTo>
                    <a:pt x="283" y="290"/>
                  </a:lnTo>
                  <a:lnTo>
                    <a:pt x="281" y="293"/>
                  </a:lnTo>
                  <a:lnTo>
                    <a:pt x="280" y="295"/>
                  </a:lnTo>
                  <a:lnTo>
                    <a:pt x="278" y="298"/>
                  </a:lnTo>
                  <a:lnTo>
                    <a:pt x="275" y="299"/>
                  </a:lnTo>
                  <a:lnTo>
                    <a:pt x="273" y="299"/>
                  </a:lnTo>
                  <a:lnTo>
                    <a:pt x="269" y="300"/>
                  </a:lnTo>
                  <a:lnTo>
                    <a:pt x="266" y="299"/>
                  </a:lnTo>
                  <a:lnTo>
                    <a:pt x="263" y="299"/>
                  </a:lnTo>
                  <a:lnTo>
                    <a:pt x="261" y="298"/>
                  </a:lnTo>
                  <a:lnTo>
                    <a:pt x="259" y="295"/>
                  </a:lnTo>
                  <a:lnTo>
                    <a:pt x="257" y="293"/>
                  </a:lnTo>
                  <a:lnTo>
                    <a:pt x="255" y="290"/>
                  </a:lnTo>
                  <a:lnTo>
                    <a:pt x="254" y="288"/>
                  </a:lnTo>
                  <a:lnTo>
                    <a:pt x="254" y="285"/>
                  </a:lnTo>
                  <a:lnTo>
                    <a:pt x="254" y="274"/>
                  </a:lnTo>
                  <a:lnTo>
                    <a:pt x="257" y="263"/>
                  </a:lnTo>
                  <a:lnTo>
                    <a:pt x="259" y="254"/>
                  </a:lnTo>
                  <a:lnTo>
                    <a:pt x="263" y="244"/>
                  </a:lnTo>
                  <a:lnTo>
                    <a:pt x="267" y="236"/>
                  </a:lnTo>
                  <a:lnTo>
                    <a:pt x="273" y="226"/>
                  </a:lnTo>
                  <a:lnTo>
                    <a:pt x="278" y="218"/>
                  </a:lnTo>
                  <a:lnTo>
                    <a:pt x="285" y="211"/>
                  </a:lnTo>
                  <a:lnTo>
                    <a:pt x="292" y="205"/>
                  </a:lnTo>
                  <a:lnTo>
                    <a:pt x="300" y="198"/>
                  </a:lnTo>
                  <a:lnTo>
                    <a:pt x="309" y="193"/>
                  </a:lnTo>
                  <a:lnTo>
                    <a:pt x="319" y="188"/>
                  </a:lnTo>
                  <a:lnTo>
                    <a:pt x="328" y="184"/>
                  </a:lnTo>
                  <a:lnTo>
                    <a:pt x="338" y="182"/>
                  </a:lnTo>
                  <a:lnTo>
                    <a:pt x="349" y="180"/>
                  </a:lnTo>
                  <a:lnTo>
                    <a:pt x="359" y="180"/>
                  </a:lnTo>
                  <a:lnTo>
                    <a:pt x="370" y="180"/>
                  </a:lnTo>
                  <a:lnTo>
                    <a:pt x="380" y="182"/>
                  </a:lnTo>
                  <a:lnTo>
                    <a:pt x="390" y="184"/>
                  </a:lnTo>
                  <a:lnTo>
                    <a:pt x="400" y="188"/>
                  </a:lnTo>
                  <a:lnTo>
                    <a:pt x="408" y="193"/>
                  </a:lnTo>
                  <a:lnTo>
                    <a:pt x="417" y="198"/>
                  </a:lnTo>
                  <a:lnTo>
                    <a:pt x="426" y="205"/>
                  </a:lnTo>
                  <a:lnTo>
                    <a:pt x="433" y="211"/>
                  </a:lnTo>
                  <a:lnTo>
                    <a:pt x="439" y="218"/>
                  </a:lnTo>
                  <a:lnTo>
                    <a:pt x="446" y="226"/>
                  </a:lnTo>
                  <a:lnTo>
                    <a:pt x="451" y="236"/>
                  </a:lnTo>
                  <a:lnTo>
                    <a:pt x="456" y="244"/>
                  </a:lnTo>
                  <a:lnTo>
                    <a:pt x="459" y="254"/>
                  </a:lnTo>
                  <a:lnTo>
                    <a:pt x="461" y="263"/>
                  </a:lnTo>
                  <a:lnTo>
                    <a:pt x="463" y="274"/>
                  </a:lnTo>
                  <a:lnTo>
                    <a:pt x="463" y="285"/>
                  </a:lnTo>
                  <a:lnTo>
                    <a:pt x="463" y="294"/>
                  </a:lnTo>
                  <a:lnTo>
                    <a:pt x="462" y="304"/>
                  </a:lnTo>
                  <a:lnTo>
                    <a:pt x="460" y="314"/>
                  </a:lnTo>
                  <a:lnTo>
                    <a:pt x="457" y="322"/>
                  </a:lnTo>
                  <a:lnTo>
                    <a:pt x="453" y="331"/>
                  </a:lnTo>
                  <a:lnTo>
                    <a:pt x="448" y="339"/>
                  </a:lnTo>
                  <a:lnTo>
                    <a:pt x="444" y="347"/>
                  </a:lnTo>
                  <a:lnTo>
                    <a:pt x="437" y="354"/>
                  </a:lnTo>
                  <a:lnTo>
                    <a:pt x="431" y="361"/>
                  </a:lnTo>
                  <a:lnTo>
                    <a:pt x="425" y="367"/>
                  </a:lnTo>
                  <a:lnTo>
                    <a:pt x="417" y="373"/>
                  </a:lnTo>
                  <a:lnTo>
                    <a:pt x="410" y="377"/>
                  </a:lnTo>
                  <a:lnTo>
                    <a:pt x="401" y="381"/>
                  </a:lnTo>
                  <a:lnTo>
                    <a:pt x="392" y="384"/>
                  </a:lnTo>
                  <a:lnTo>
                    <a:pt x="383" y="387"/>
                  </a:lnTo>
                  <a:lnTo>
                    <a:pt x="374" y="390"/>
                  </a:lnTo>
                  <a:close/>
                  <a:moveTo>
                    <a:pt x="359" y="576"/>
                  </a:moveTo>
                  <a:lnTo>
                    <a:pt x="352" y="576"/>
                  </a:lnTo>
                  <a:lnTo>
                    <a:pt x="344" y="574"/>
                  </a:lnTo>
                  <a:lnTo>
                    <a:pt x="338" y="569"/>
                  </a:lnTo>
                  <a:lnTo>
                    <a:pt x="332" y="565"/>
                  </a:lnTo>
                  <a:lnTo>
                    <a:pt x="328" y="560"/>
                  </a:lnTo>
                  <a:lnTo>
                    <a:pt x="324" y="553"/>
                  </a:lnTo>
                  <a:lnTo>
                    <a:pt x="322" y="546"/>
                  </a:lnTo>
                  <a:lnTo>
                    <a:pt x="322" y="538"/>
                  </a:lnTo>
                  <a:lnTo>
                    <a:pt x="322" y="532"/>
                  </a:lnTo>
                  <a:lnTo>
                    <a:pt x="324" y="524"/>
                  </a:lnTo>
                  <a:lnTo>
                    <a:pt x="328" y="518"/>
                  </a:lnTo>
                  <a:lnTo>
                    <a:pt x="332" y="513"/>
                  </a:lnTo>
                  <a:lnTo>
                    <a:pt x="338" y="508"/>
                  </a:lnTo>
                  <a:lnTo>
                    <a:pt x="344" y="504"/>
                  </a:lnTo>
                  <a:lnTo>
                    <a:pt x="352" y="502"/>
                  </a:lnTo>
                  <a:lnTo>
                    <a:pt x="359" y="501"/>
                  </a:lnTo>
                  <a:lnTo>
                    <a:pt x="367" y="502"/>
                  </a:lnTo>
                  <a:lnTo>
                    <a:pt x="373" y="504"/>
                  </a:lnTo>
                  <a:lnTo>
                    <a:pt x="380" y="508"/>
                  </a:lnTo>
                  <a:lnTo>
                    <a:pt x="385" y="513"/>
                  </a:lnTo>
                  <a:lnTo>
                    <a:pt x="390" y="518"/>
                  </a:lnTo>
                  <a:lnTo>
                    <a:pt x="393" y="524"/>
                  </a:lnTo>
                  <a:lnTo>
                    <a:pt x="396" y="532"/>
                  </a:lnTo>
                  <a:lnTo>
                    <a:pt x="397" y="538"/>
                  </a:lnTo>
                  <a:lnTo>
                    <a:pt x="396" y="546"/>
                  </a:lnTo>
                  <a:lnTo>
                    <a:pt x="393" y="553"/>
                  </a:lnTo>
                  <a:lnTo>
                    <a:pt x="390" y="560"/>
                  </a:lnTo>
                  <a:lnTo>
                    <a:pt x="385" y="565"/>
                  </a:lnTo>
                  <a:lnTo>
                    <a:pt x="380" y="569"/>
                  </a:lnTo>
                  <a:lnTo>
                    <a:pt x="373" y="574"/>
                  </a:lnTo>
                  <a:lnTo>
                    <a:pt x="367" y="576"/>
                  </a:lnTo>
                  <a:lnTo>
                    <a:pt x="359" y="576"/>
                  </a:lnTo>
                  <a:close/>
                  <a:moveTo>
                    <a:pt x="359" y="0"/>
                  </a:moveTo>
                  <a:lnTo>
                    <a:pt x="340" y="1"/>
                  </a:lnTo>
                  <a:lnTo>
                    <a:pt x="322" y="2"/>
                  </a:lnTo>
                  <a:lnTo>
                    <a:pt x="305" y="4"/>
                  </a:lnTo>
                  <a:lnTo>
                    <a:pt x="286" y="8"/>
                  </a:lnTo>
                  <a:lnTo>
                    <a:pt x="269" y="12"/>
                  </a:lnTo>
                  <a:lnTo>
                    <a:pt x="252" y="16"/>
                  </a:lnTo>
                  <a:lnTo>
                    <a:pt x="235" y="23"/>
                  </a:lnTo>
                  <a:lnTo>
                    <a:pt x="219" y="29"/>
                  </a:lnTo>
                  <a:lnTo>
                    <a:pt x="203" y="36"/>
                  </a:lnTo>
                  <a:lnTo>
                    <a:pt x="188" y="44"/>
                  </a:lnTo>
                  <a:lnTo>
                    <a:pt x="173" y="53"/>
                  </a:lnTo>
                  <a:lnTo>
                    <a:pt x="158" y="62"/>
                  </a:lnTo>
                  <a:lnTo>
                    <a:pt x="144" y="72"/>
                  </a:lnTo>
                  <a:lnTo>
                    <a:pt x="130" y="83"/>
                  </a:lnTo>
                  <a:lnTo>
                    <a:pt x="117" y="94"/>
                  </a:lnTo>
                  <a:lnTo>
                    <a:pt x="106" y="106"/>
                  </a:lnTo>
                  <a:lnTo>
                    <a:pt x="93" y="118"/>
                  </a:lnTo>
                  <a:lnTo>
                    <a:pt x="82" y="132"/>
                  </a:lnTo>
                  <a:lnTo>
                    <a:pt x="71" y="145"/>
                  </a:lnTo>
                  <a:lnTo>
                    <a:pt x="62" y="159"/>
                  </a:lnTo>
                  <a:lnTo>
                    <a:pt x="52" y="174"/>
                  </a:lnTo>
                  <a:lnTo>
                    <a:pt x="44" y="188"/>
                  </a:lnTo>
                  <a:lnTo>
                    <a:pt x="35" y="205"/>
                  </a:lnTo>
                  <a:lnTo>
                    <a:pt x="29" y="220"/>
                  </a:lnTo>
                  <a:lnTo>
                    <a:pt x="22" y="237"/>
                  </a:lnTo>
                  <a:lnTo>
                    <a:pt x="16" y="253"/>
                  </a:lnTo>
                  <a:lnTo>
                    <a:pt x="11" y="270"/>
                  </a:lnTo>
                  <a:lnTo>
                    <a:pt x="7" y="287"/>
                  </a:lnTo>
                  <a:lnTo>
                    <a:pt x="4" y="305"/>
                  </a:lnTo>
                  <a:lnTo>
                    <a:pt x="2" y="322"/>
                  </a:lnTo>
                  <a:lnTo>
                    <a:pt x="1" y="340"/>
                  </a:lnTo>
                  <a:lnTo>
                    <a:pt x="0" y="360"/>
                  </a:lnTo>
                  <a:lnTo>
                    <a:pt x="1" y="378"/>
                  </a:lnTo>
                  <a:lnTo>
                    <a:pt x="2" y="396"/>
                  </a:lnTo>
                  <a:lnTo>
                    <a:pt x="4" y="414"/>
                  </a:lnTo>
                  <a:lnTo>
                    <a:pt x="7" y="431"/>
                  </a:lnTo>
                  <a:lnTo>
                    <a:pt x="11" y="450"/>
                  </a:lnTo>
                  <a:lnTo>
                    <a:pt x="16" y="467"/>
                  </a:lnTo>
                  <a:lnTo>
                    <a:pt x="22" y="483"/>
                  </a:lnTo>
                  <a:lnTo>
                    <a:pt x="29" y="499"/>
                  </a:lnTo>
                  <a:lnTo>
                    <a:pt x="35" y="515"/>
                  </a:lnTo>
                  <a:lnTo>
                    <a:pt x="44" y="531"/>
                  </a:lnTo>
                  <a:lnTo>
                    <a:pt x="52" y="546"/>
                  </a:lnTo>
                  <a:lnTo>
                    <a:pt x="62" y="560"/>
                  </a:lnTo>
                  <a:lnTo>
                    <a:pt x="71" y="575"/>
                  </a:lnTo>
                  <a:lnTo>
                    <a:pt x="82" y="588"/>
                  </a:lnTo>
                  <a:lnTo>
                    <a:pt x="93" y="600"/>
                  </a:lnTo>
                  <a:lnTo>
                    <a:pt x="106" y="613"/>
                  </a:lnTo>
                  <a:lnTo>
                    <a:pt x="117" y="625"/>
                  </a:lnTo>
                  <a:lnTo>
                    <a:pt x="130" y="637"/>
                  </a:lnTo>
                  <a:lnTo>
                    <a:pt x="144" y="647"/>
                  </a:lnTo>
                  <a:lnTo>
                    <a:pt x="158" y="657"/>
                  </a:lnTo>
                  <a:lnTo>
                    <a:pt x="173" y="667"/>
                  </a:lnTo>
                  <a:lnTo>
                    <a:pt x="188" y="675"/>
                  </a:lnTo>
                  <a:lnTo>
                    <a:pt x="203" y="683"/>
                  </a:lnTo>
                  <a:lnTo>
                    <a:pt x="219" y="690"/>
                  </a:lnTo>
                  <a:lnTo>
                    <a:pt x="235" y="697"/>
                  </a:lnTo>
                  <a:lnTo>
                    <a:pt x="252" y="702"/>
                  </a:lnTo>
                  <a:lnTo>
                    <a:pt x="269" y="707"/>
                  </a:lnTo>
                  <a:lnTo>
                    <a:pt x="286" y="711"/>
                  </a:lnTo>
                  <a:lnTo>
                    <a:pt x="305" y="714"/>
                  </a:lnTo>
                  <a:lnTo>
                    <a:pt x="322" y="716"/>
                  </a:lnTo>
                  <a:lnTo>
                    <a:pt x="340" y="718"/>
                  </a:lnTo>
                  <a:lnTo>
                    <a:pt x="359" y="718"/>
                  </a:lnTo>
                  <a:lnTo>
                    <a:pt x="377" y="718"/>
                  </a:lnTo>
                  <a:lnTo>
                    <a:pt x="396" y="716"/>
                  </a:lnTo>
                  <a:lnTo>
                    <a:pt x="414" y="714"/>
                  </a:lnTo>
                  <a:lnTo>
                    <a:pt x="431" y="711"/>
                  </a:lnTo>
                  <a:lnTo>
                    <a:pt x="448" y="707"/>
                  </a:lnTo>
                  <a:lnTo>
                    <a:pt x="465" y="702"/>
                  </a:lnTo>
                  <a:lnTo>
                    <a:pt x="482" y="697"/>
                  </a:lnTo>
                  <a:lnTo>
                    <a:pt x="498" y="690"/>
                  </a:lnTo>
                  <a:lnTo>
                    <a:pt x="514" y="683"/>
                  </a:lnTo>
                  <a:lnTo>
                    <a:pt x="529" y="675"/>
                  </a:lnTo>
                  <a:lnTo>
                    <a:pt x="544" y="667"/>
                  </a:lnTo>
                  <a:lnTo>
                    <a:pt x="559" y="657"/>
                  </a:lnTo>
                  <a:lnTo>
                    <a:pt x="573" y="647"/>
                  </a:lnTo>
                  <a:lnTo>
                    <a:pt x="587" y="637"/>
                  </a:lnTo>
                  <a:lnTo>
                    <a:pt x="600" y="625"/>
                  </a:lnTo>
                  <a:lnTo>
                    <a:pt x="613" y="613"/>
                  </a:lnTo>
                  <a:lnTo>
                    <a:pt x="625" y="600"/>
                  </a:lnTo>
                  <a:lnTo>
                    <a:pt x="635" y="588"/>
                  </a:lnTo>
                  <a:lnTo>
                    <a:pt x="646" y="575"/>
                  </a:lnTo>
                  <a:lnTo>
                    <a:pt x="657" y="560"/>
                  </a:lnTo>
                  <a:lnTo>
                    <a:pt x="665" y="546"/>
                  </a:lnTo>
                  <a:lnTo>
                    <a:pt x="675" y="531"/>
                  </a:lnTo>
                  <a:lnTo>
                    <a:pt x="682" y="515"/>
                  </a:lnTo>
                  <a:lnTo>
                    <a:pt x="690" y="499"/>
                  </a:lnTo>
                  <a:lnTo>
                    <a:pt x="696" y="483"/>
                  </a:lnTo>
                  <a:lnTo>
                    <a:pt x="702" y="467"/>
                  </a:lnTo>
                  <a:lnTo>
                    <a:pt x="707" y="450"/>
                  </a:lnTo>
                  <a:lnTo>
                    <a:pt x="710" y="431"/>
                  </a:lnTo>
                  <a:lnTo>
                    <a:pt x="713" y="414"/>
                  </a:lnTo>
                  <a:lnTo>
                    <a:pt x="716" y="396"/>
                  </a:lnTo>
                  <a:lnTo>
                    <a:pt x="718" y="378"/>
                  </a:lnTo>
                  <a:lnTo>
                    <a:pt x="718" y="360"/>
                  </a:lnTo>
                  <a:lnTo>
                    <a:pt x="718" y="340"/>
                  </a:lnTo>
                  <a:lnTo>
                    <a:pt x="716" y="322"/>
                  </a:lnTo>
                  <a:lnTo>
                    <a:pt x="713" y="305"/>
                  </a:lnTo>
                  <a:lnTo>
                    <a:pt x="710" y="287"/>
                  </a:lnTo>
                  <a:lnTo>
                    <a:pt x="707" y="270"/>
                  </a:lnTo>
                  <a:lnTo>
                    <a:pt x="702" y="253"/>
                  </a:lnTo>
                  <a:lnTo>
                    <a:pt x="696" y="237"/>
                  </a:lnTo>
                  <a:lnTo>
                    <a:pt x="690" y="220"/>
                  </a:lnTo>
                  <a:lnTo>
                    <a:pt x="682" y="205"/>
                  </a:lnTo>
                  <a:lnTo>
                    <a:pt x="675" y="188"/>
                  </a:lnTo>
                  <a:lnTo>
                    <a:pt x="665" y="174"/>
                  </a:lnTo>
                  <a:lnTo>
                    <a:pt x="657" y="159"/>
                  </a:lnTo>
                  <a:lnTo>
                    <a:pt x="646" y="145"/>
                  </a:lnTo>
                  <a:lnTo>
                    <a:pt x="635" y="132"/>
                  </a:lnTo>
                  <a:lnTo>
                    <a:pt x="625" y="118"/>
                  </a:lnTo>
                  <a:lnTo>
                    <a:pt x="613" y="106"/>
                  </a:lnTo>
                  <a:lnTo>
                    <a:pt x="600" y="94"/>
                  </a:lnTo>
                  <a:lnTo>
                    <a:pt x="587" y="83"/>
                  </a:lnTo>
                  <a:lnTo>
                    <a:pt x="573" y="72"/>
                  </a:lnTo>
                  <a:lnTo>
                    <a:pt x="559" y="62"/>
                  </a:lnTo>
                  <a:lnTo>
                    <a:pt x="544" y="53"/>
                  </a:lnTo>
                  <a:lnTo>
                    <a:pt x="529" y="44"/>
                  </a:lnTo>
                  <a:lnTo>
                    <a:pt x="514" y="36"/>
                  </a:lnTo>
                  <a:lnTo>
                    <a:pt x="498" y="29"/>
                  </a:lnTo>
                  <a:lnTo>
                    <a:pt x="482" y="23"/>
                  </a:lnTo>
                  <a:lnTo>
                    <a:pt x="465" y="16"/>
                  </a:lnTo>
                  <a:lnTo>
                    <a:pt x="448" y="12"/>
                  </a:lnTo>
                  <a:lnTo>
                    <a:pt x="431" y="8"/>
                  </a:lnTo>
                  <a:lnTo>
                    <a:pt x="414" y="4"/>
                  </a:lnTo>
                  <a:lnTo>
                    <a:pt x="396" y="2"/>
                  </a:lnTo>
                  <a:lnTo>
                    <a:pt x="377" y="1"/>
                  </a:lnTo>
                  <a:lnTo>
                    <a:pt x="359"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8" name="TextBox 47">
              <a:extLst>
                <a:ext uri="{FF2B5EF4-FFF2-40B4-BE49-F238E27FC236}">
                  <a16:creationId xmlns:a16="http://schemas.microsoft.com/office/drawing/2014/main" id="{2633C0A9-846C-ACC9-7128-8ABE635DEB41}"/>
                </a:ext>
              </a:extLst>
            </p:cNvPr>
            <p:cNvSpPr txBox="1"/>
            <p:nvPr/>
          </p:nvSpPr>
          <p:spPr>
            <a:xfrm>
              <a:off x="3129914" y="1897663"/>
              <a:ext cx="4434631"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Light"/>
                  <a:ea typeface="+mn-ea"/>
                  <a:cs typeface="+mn-cs"/>
                </a:rPr>
                <a:t>CSR enhances the company’s ability to attract and recruit top talent.</a:t>
              </a:r>
            </a:p>
          </p:txBody>
        </p:sp>
      </p:grpSp>
      <p:sp>
        <p:nvSpPr>
          <p:cNvPr id="50" name="Rectangle: Rounded Corners 49">
            <a:extLst>
              <a:ext uri="{FF2B5EF4-FFF2-40B4-BE49-F238E27FC236}">
                <a16:creationId xmlns:a16="http://schemas.microsoft.com/office/drawing/2014/main" id="{91BF7A57-371E-9FFD-8522-EA983D080650}"/>
              </a:ext>
            </a:extLst>
          </p:cNvPr>
          <p:cNvSpPr/>
          <p:nvPr/>
        </p:nvSpPr>
        <p:spPr>
          <a:xfrm>
            <a:off x="6820060" y="1348608"/>
            <a:ext cx="478565" cy="4448651"/>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1" name="Rectangle: Rounded Corners 50">
            <a:extLst>
              <a:ext uri="{FF2B5EF4-FFF2-40B4-BE49-F238E27FC236}">
                <a16:creationId xmlns:a16="http://schemas.microsoft.com/office/drawing/2014/main" id="{7E540BAA-A04C-05A2-C8AF-F9B4FB63FDA4}"/>
              </a:ext>
            </a:extLst>
          </p:cNvPr>
          <p:cNvSpPr/>
          <p:nvPr/>
        </p:nvSpPr>
        <p:spPr>
          <a:xfrm rot="10800000">
            <a:off x="6820058" y="3416252"/>
            <a:ext cx="478567" cy="2381007"/>
          </a:xfrm>
          <a:prstGeom prst="roundRect">
            <a:avLst>
              <a:gd name="adj" fmla="val 50000"/>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2" name="Oval 51">
            <a:extLst>
              <a:ext uri="{FF2B5EF4-FFF2-40B4-BE49-F238E27FC236}">
                <a16:creationId xmlns:a16="http://schemas.microsoft.com/office/drawing/2014/main" id="{8BCD6D89-5FDB-E446-1460-DCC117873E74}"/>
              </a:ext>
            </a:extLst>
          </p:cNvPr>
          <p:cNvSpPr/>
          <p:nvPr/>
        </p:nvSpPr>
        <p:spPr>
          <a:xfrm>
            <a:off x="6686356" y="5051284"/>
            <a:ext cx="745975" cy="745975"/>
          </a:xfrm>
          <a:prstGeom prst="ellipse">
            <a:avLst/>
          </a:prstGeom>
          <a:solidFill>
            <a:schemeClr val="accent1">
              <a:lumMod val="90000"/>
            </a:schemeClr>
          </a:solid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4" name="Rectangle: Rounded Corners 53">
            <a:extLst>
              <a:ext uri="{FF2B5EF4-FFF2-40B4-BE49-F238E27FC236}">
                <a16:creationId xmlns:a16="http://schemas.microsoft.com/office/drawing/2014/main" id="{ED0F287F-3337-D581-11AD-95528B94F4AD}"/>
              </a:ext>
            </a:extLst>
          </p:cNvPr>
          <p:cNvSpPr/>
          <p:nvPr/>
        </p:nvSpPr>
        <p:spPr>
          <a:xfrm>
            <a:off x="8103998" y="1348608"/>
            <a:ext cx="478565" cy="4448651"/>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5" name="Rectangle: Rounded Corners 54">
            <a:extLst>
              <a:ext uri="{FF2B5EF4-FFF2-40B4-BE49-F238E27FC236}">
                <a16:creationId xmlns:a16="http://schemas.microsoft.com/office/drawing/2014/main" id="{A6F8D5EC-A945-AD69-48FE-26ED0CB6D896}"/>
              </a:ext>
            </a:extLst>
          </p:cNvPr>
          <p:cNvSpPr/>
          <p:nvPr/>
        </p:nvSpPr>
        <p:spPr>
          <a:xfrm rot="10800000">
            <a:off x="8103995" y="1991631"/>
            <a:ext cx="478567" cy="3805628"/>
          </a:xfrm>
          <a:prstGeom prst="roundRect">
            <a:avLst>
              <a:gd name="adj" fmla="val 50000"/>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6" name="Oval 55">
            <a:extLst>
              <a:ext uri="{FF2B5EF4-FFF2-40B4-BE49-F238E27FC236}">
                <a16:creationId xmlns:a16="http://schemas.microsoft.com/office/drawing/2014/main" id="{1AD6B364-120F-9379-46DF-1DB96BE5FEB5}"/>
              </a:ext>
            </a:extLst>
          </p:cNvPr>
          <p:cNvSpPr/>
          <p:nvPr/>
        </p:nvSpPr>
        <p:spPr>
          <a:xfrm>
            <a:off x="7970294" y="5051284"/>
            <a:ext cx="745975" cy="745975"/>
          </a:xfrm>
          <a:prstGeom prst="ellipse">
            <a:avLst/>
          </a:prstGeom>
          <a:solidFill>
            <a:schemeClr val="accent1">
              <a:lumMod val="50000"/>
            </a:schemeClr>
          </a:solid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8" name="Rectangle: Rounded Corners 57">
            <a:extLst>
              <a:ext uri="{FF2B5EF4-FFF2-40B4-BE49-F238E27FC236}">
                <a16:creationId xmlns:a16="http://schemas.microsoft.com/office/drawing/2014/main" id="{07C87FBC-25D1-A3F9-81BA-9EAA87F48110}"/>
              </a:ext>
            </a:extLst>
          </p:cNvPr>
          <p:cNvSpPr/>
          <p:nvPr/>
        </p:nvSpPr>
        <p:spPr>
          <a:xfrm>
            <a:off x="9387936" y="1348608"/>
            <a:ext cx="478565" cy="4448651"/>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9" name="Rectangle: Rounded Corners 58">
            <a:extLst>
              <a:ext uri="{FF2B5EF4-FFF2-40B4-BE49-F238E27FC236}">
                <a16:creationId xmlns:a16="http://schemas.microsoft.com/office/drawing/2014/main" id="{970F1846-150B-D0BB-2DF0-F0FAFABF0398}"/>
              </a:ext>
            </a:extLst>
          </p:cNvPr>
          <p:cNvSpPr/>
          <p:nvPr/>
        </p:nvSpPr>
        <p:spPr>
          <a:xfrm rot="10800000">
            <a:off x="9387933" y="2884047"/>
            <a:ext cx="478567" cy="2913212"/>
          </a:xfrm>
          <a:prstGeom prst="roundRect">
            <a:avLst>
              <a:gd name="adj" fmla="val 500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60" name="Oval 59">
            <a:extLst>
              <a:ext uri="{FF2B5EF4-FFF2-40B4-BE49-F238E27FC236}">
                <a16:creationId xmlns:a16="http://schemas.microsoft.com/office/drawing/2014/main" id="{CB64853F-D602-48B9-79A7-05B16940DB02}"/>
              </a:ext>
            </a:extLst>
          </p:cNvPr>
          <p:cNvSpPr/>
          <p:nvPr/>
        </p:nvSpPr>
        <p:spPr>
          <a:xfrm>
            <a:off x="9254232" y="5051284"/>
            <a:ext cx="745975" cy="745975"/>
          </a:xfrm>
          <a:prstGeom prst="ellipse">
            <a:avLst/>
          </a:prstGeom>
          <a:solidFill>
            <a:schemeClr val="accent3">
              <a:lumMod val="40000"/>
              <a:lumOff val="60000"/>
            </a:schemeClr>
          </a:solid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62" name="Rectangle: Rounded Corners 61">
            <a:extLst>
              <a:ext uri="{FF2B5EF4-FFF2-40B4-BE49-F238E27FC236}">
                <a16:creationId xmlns:a16="http://schemas.microsoft.com/office/drawing/2014/main" id="{0019A428-8531-EBF1-EB01-721D838C8416}"/>
              </a:ext>
            </a:extLst>
          </p:cNvPr>
          <p:cNvSpPr/>
          <p:nvPr/>
        </p:nvSpPr>
        <p:spPr>
          <a:xfrm>
            <a:off x="10671874" y="1348608"/>
            <a:ext cx="478565" cy="4448651"/>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63" name="Rectangle: Rounded Corners 62">
            <a:extLst>
              <a:ext uri="{FF2B5EF4-FFF2-40B4-BE49-F238E27FC236}">
                <a16:creationId xmlns:a16="http://schemas.microsoft.com/office/drawing/2014/main" id="{C652EA99-4814-E8A5-A600-0F42652D34D1}"/>
              </a:ext>
            </a:extLst>
          </p:cNvPr>
          <p:cNvSpPr/>
          <p:nvPr/>
        </p:nvSpPr>
        <p:spPr>
          <a:xfrm rot="10800000">
            <a:off x="10671871" y="2420255"/>
            <a:ext cx="478567" cy="3377003"/>
          </a:xfrm>
          <a:prstGeom prst="roundRect">
            <a:avLst>
              <a:gd name="adj" fmla="val 50000"/>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64" name="Oval 63">
            <a:extLst>
              <a:ext uri="{FF2B5EF4-FFF2-40B4-BE49-F238E27FC236}">
                <a16:creationId xmlns:a16="http://schemas.microsoft.com/office/drawing/2014/main" id="{75959DA4-65EF-AA7A-261C-E6176A640EA2}"/>
              </a:ext>
            </a:extLst>
          </p:cNvPr>
          <p:cNvSpPr/>
          <p:nvPr/>
        </p:nvSpPr>
        <p:spPr>
          <a:xfrm>
            <a:off x="10538170" y="5051284"/>
            <a:ext cx="745975" cy="745975"/>
          </a:xfrm>
          <a:prstGeom prst="ellipse">
            <a:avLst/>
          </a:prstGeom>
          <a:solidFill>
            <a:schemeClr val="accent3">
              <a:lumMod val="60000"/>
              <a:lumOff val="40000"/>
            </a:schemeClr>
          </a:solid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grpSp>
        <p:nvGrpSpPr>
          <p:cNvPr id="65" name="Group 64">
            <a:extLst>
              <a:ext uri="{FF2B5EF4-FFF2-40B4-BE49-F238E27FC236}">
                <a16:creationId xmlns:a16="http://schemas.microsoft.com/office/drawing/2014/main" id="{71213511-99AE-6B6C-CFF9-4FDE36A36761}"/>
              </a:ext>
            </a:extLst>
          </p:cNvPr>
          <p:cNvGrpSpPr/>
          <p:nvPr/>
        </p:nvGrpSpPr>
        <p:grpSpPr>
          <a:xfrm>
            <a:off x="6971879" y="5281396"/>
            <a:ext cx="185737" cy="285750"/>
            <a:chOff x="7666038" y="5922963"/>
            <a:chExt cx="185737" cy="285750"/>
          </a:xfrm>
          <a:solidFill>
            <a:schemeClr val="bg1"/>
          </a:solidFill>
        </p:grpSpPr>
        <p:sp>
          <p:nvSpPr>
            <p:cNvPr id="66" name="Freeform 3584">
              <a:extLst>
                <a:ext uri="{FF2B5EF4-FFF2-40B4-BE49-F238E27FC236}">
                  <a16:creationId xmlns:a16="http://schemas.microsoft.com/office/drawing/2014/main" id="{89550125-A053-56B7-F858-4F982A02252C}"/>
                </a:ext>
              </a:extLst>
            </p:cNvPr>
            <p:cNvSpPr>
              <a:spLocks/>
            </p:cNvSpPr>
            <p:nvPr/>
          </p:nvSpPr>
          <p:spPr bwMode="auto">
            <a:xfrm>
              <a:off x="7689850" y="5922963"/>
              <a:ext cx="95250" cy="95250"/>
            </a:xfrm>
            <a:custGeom>
              <a:avLst/>
              <a:gdLst>
                <a:gd name="T0" fmla="*/ 133 w 240"/>
                <a:gd name="T1" fmla="*/ 239 h 240"/>
                <a:gd name="T2" fmla="*/ 156 w 240"/>
                <a:gd name="T3" fmla="*/ 235 h 240"/>
                <a:gd name="T4" fmla="*/ 177 w 240"/>
                <a:gd name="T5" fmla="*/ 226 h 240"/>
                <a:gd name="T6" fmla="*/ 197 w 240"/>
                <a:gd name="T7" fmla="*/ 212 h 240"/>
                <a:gd name="T8" fmla="*/ 213 w 240"/>
                <a:gd name="T9" fmla="*/ 196 h 240"/>
                <a:gd name="T10" fmla="*/ 226 w 240"/>
                <a:gd name="T11" fmla="*/ 177 h 240"/>
                <a:gd name="T12" fmla="*/ 235 w 240"/>
                <a:gd name="T13" fmla="*/ 155 h 240"/>
                <a:gd name="T14" fmla="*/ 240 w 240"/>
                <a:gd name="T15" fmla="*/ 132 h 240"/>
                <a:gd name="T16" fmla="*/ 240 w 240"/>
                <a:gd name="T17" fmla="*/ 108 h 240"/>
                <a:gd name="T18" fmla="*/ 235 w 240"/>
                <a:gd name="T19" fmla="*/ 83 h 240"/>
                <a:gd name="T20" fmla="*/ 226 w 240"/>
                <a:gd name="T21" fmla="*/ 63 h 240"/>
                <a:gd name="T22" fmla="*/ 213 w 240"/>
                <a:gd name="T23" fmla="*/ 43 h 240"/>
                <a:gd name="T24" fmla="*/ 197 w 240"/>
                <a:gd name="T25" fmla="*/ 27 h 240"/>
                <a:gd name="T26" fmla="*/ 177 w 240"/>
                <a:gd name="T27" fmla="*/ 14 h 240"/>
                <a:gd name="T28" fmla="*/ 156 w 240"/>
                <a:gd name="T29" fmla="*/ 5 h 240"/>
                <a:gd name="T30" fmla="*/ 133 w 240"/>
                <a:gd name="T31" fmla="*/ 0 h 240"/>
                <a:gd name="T32" fmla="*/ 108 w 240"/>
                <a:gd name="T33" fmla="*/ 0 h 240"/>
                <a:gd name="T34" fmla="*/ 85 w 240"/>
                <a:gd name="T35" fmla="*/ 5 h 240"/>
                <a:gd name="T36" fmla="*/ 63 w 240"/>
                <a:gd name="T37" fmla="*/ 14 h 240"/>
                <a:gd name="T38" fmla="*/ 44 w 240"/>
                <a:gd name="T39" fmla="*/ 27 h 240"/>
                <a:gd name="T40" fmla="*/ 27 w 240"/>
                <a:gd name="T41" fmla="*/ 43 h 240"/>
                <a:gd name="T42" fmla="*/ 14 w 240"/>
                <a:gd name="T43" fmla="*/ 63 h 240"/>
                <a:gd name="T44" fmla="*/ 5 w 240"/>
                <a:gd name="T45" fmla="*/ 83 h 240"/>
                <a:gd name="T46" fmla="*/ 0 w 240"/>
                <a:gd name="T47" fmla="*/ 108 h 240"/>
                <a:gd name="T48" fmla="*/ 0 w 240"/>
                <a:gd name="T49" fmla="*/ 132 h 240"/>
                <a:gd name="T50" fmla="*/ 5 w 240"/>
                <a:gd name="T51" fmla="*/ 155 h 240"/>
                <a:gd name="T52" fmla="*/ 14 w 240"/>
                <a:gd name="T53" fmla="*/ 177 h 240"/>
                <a:gd name="T54" fmla="*/ 27 w 240"/>
                <a:gd name="T55" fmla="*/ 196 h 240"/>
                <a:gd name="T56" fmla="*/ 44 w 240"/>
                <a:gd name="T57" fmla="*/ 212 h 240"/>
                <a:gd name="T58" fmla="*/ 63 w 240"/>
                <a:gd name="T59" fmla="*/ 226 h 240"/>
                <a:gd name="T60" fmla="*/ 85 w 240"/>
                <a:gd name="T61" fmla="*/ 235 h 240"/>
                <a:gd name="T62" fmla="*/ 108 w 240"/>
                <a:gd name="T63" fmla="*/ 239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0" h="240">
                  <a:moveTo>
                    <a:pt x="121" y="240"/>
                  </a:moveTo>
                  <a:lnTo>
                    <a:pt x="133" y="239"/>
                  </a:lnTo>
                  <a:lnTo>
                    <a:pt x="144" y="237"/>
                  </a:lnTo>
                  <a:lnTo>
                    <a:pt x="156" y="235"/>
                  </a:lnTo>
                  <a:lnTo>
                    <a:pt x="167" y="230"/>
                  </a:lnTo>
                  <a:lnTo>
                    <a:pt x="177" y="226"/>
                  </a:lnTo>
                  <a:lnTo>
                    <a:pt x="188" y="219"/>
                  </a:lnTo>
                  <a:lnTo>
                    <a:pt x="197" y="212"/>
                  </a:lnTo>
                  <a:lnTo>
                    <a:pt x="206" y="204"/>
                  </a:lnTo>
                  <a:lnTo>
                    <a:pt x="213" y="196"/>
                  </a:lnTo>
                  <a:lnTo>
                    <a:pt x="220" y="187"/>
                  </a:lnTo>
                  <a:lnTo>
                    <a:pt x="226" y="177"/>
                  </a:lnTo>
                  <a:lnTo>
                    <a:pt x="231" y="167"/>
                  </a:lnTo>
                  <a:lnTo>
                    <a:pt x="235" y="155"/>
                  </a:lnTo>
                  <a:lnTo>
                    <a:pt x="238" y="144"/>
                  </a:lnTo>
                  <a:lnTo>
                    <a:pt x="240" y="132"/>
                  </a:lnTo>
                  <a:lnTo>
                    <a:pt x="240" y="119"/>
                  </a:lnTo>
                  <a:lnTo>
                    <a:pt x="240" y="108"/>
                  </a:lnTo>
                  <a:lnTo>
                    <a:pt x="238" y="95"/>
                  </a:lnTo>
                  <a:lnTo>
                    <a:pt x="235" y="83"/>
                  </a:lnTo>
                  <a:lnTo>
                    <a:pt x="231" y="73"/>
                  </a:lnTo>
                  <a:lnTo>
                    <a:pt x="226" y="63"/>
                  </a:lnTo>
                  <a:lnTo>
                    <a:pt x="220" y="52"/>
                  </a:lnTo>
                  <a:lnTo>
                    <a:pt x="213" y="43"/>
                  </a:lnTo>
                  <a:lnTo>
                    <a:pt x="206" y="34"/>
                  </a:lnTo>
                  <a:lnTo>
                    <a:pt x="197" y="27"/>
                  </a:lnTo>
                  <a:lnTo>
                    <a:pt x="188" y="20"/>
                  </a:lnTo>
                  <a:lnTo>
                    <a:pt x="177" y="14"/>
                  </a:lnTo>
                  <a:lnTo>
                    <a:pt x="167" y="9"/>
                  </a:lnTo>
                  <a:lnTo>
                    <a:pt x="156" y="5"/>
                  </a:lnTo>
                  <a:lnTo>
                    <a:pt x="144" y="2"/>
                  </a:lnTo>
                  <a:lnTo>
                    <a:pt x="133" y="0"/>
                  </a:lnTo>
                  <a:lnTo>
                    <a:pt x="121" y="0"/>
                  </a:lnTo>
                  <a:lnTo>
                    <a:pt x="108" y="0"/>
                  </a:lnTo>
                  <a:lnTo>
                    <a:pt x="97" y="2"/>
                  </a:lnTo>
                  <a:lnTo>
                    <a:pt x="85" y="5"/>
                  </a:lnTo>
                  <a:lnTo>
                    <a:pt x="73" y="9"/>
                  </a:lnTo>
                  <a:lnTo>
                    <a:pt x="63" y="14"/>
                  </a:lnTo>
                  <a:lnTo>
                    <a:pt x="53" y="20"/>
                  </a:lnTo>
                  <a:lnTo>
                    <a:pt x="44" y="27"/>
                  </a:lnTo>
                  <a:lnTo>
                    <a:pt x="35" y="34"/>
                  </a:lnTo>
                  <a:lnTo>
                    <a:pt x="27" y="43"/>
                  </a:lnTo>
                  <a:lnTo>
                    <a:pt x="21" y="52"/>
                  </a:lnTo>
                  <a:lnTo>
                    <a:pt x="14" y="63"/>
                  </a:lnTo>
                  <a:lnTo>
                    <a:pt x="9" y="73"/>
                  </a:lnTo>
                  <a:lnTo>
                    <a:pt x="5" y="83"/>
                  </a:lnTo>
                  <a:lnTo>
                    <a:pt x="3" y="95"/>
                  </a:lnTo>
                  <a:lnTo>
                    <a:pt x="0" y="108"/>
                  </a:lnTo>
                  <a:lnTo>
                    <a:pt x="0" y="119"/>
                  </a:lnTo>
                  <a:lnTo>
                    <a:pt x="0" y="132"/>
                  </a:lnTo>
                  <a:lnTo>
                    <a:pt x="3" y="144"/>
                  </a:lnTo>
                  <a:lnTo>
                    <a:pt x="5" y="155"/>
                  </a:lnTo>
                  <a:lnTo>
                    <a:pt x="9" y="167"/>
                  </a:lnTo>
                  <a:lnTo>
                    <a:pt x="14" y="177"/>
                  </a:lnTo>
                  <a:lnTo>
                    <a:pt x="21" y="187"/>
                  </a:lnTo>
                  <a:lnTo>
                    <a:pt x="27" y="196"/>
                  </a:lnTo>
                  <a:lnTo>
                    <a:pt x="35" y="204"/>
                  </a:lnTo>
                  <a:lnTo>
                    <a:pt x="44" y="212"/>
                  </a:lnTo>
                  <a:lnTo>
                    <a:pt x="53" y="219"/>
                  </a:lnTo>
                  <a:lnTo>
                    <a:pt x="63" y="226"/>
                  </a:lnTo>
                  <a:lnTo>
                    <a:pt x="73" y="230"/>
                  </a:lnTo>
                  <a:lnTo>
                    <a:pt x="85" y="235"/>
                  </a:lnTo>
                  <a:lnTo>
                    <a:pt x="97" y="237"/>
                  </a:lnTo>
                  <a:lnTo>
                    <a:pt x="108" y="239"/>
                  </a:lnTo>
                  <a:lnTo>
                    <a:pt x="121"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7" name="Freeform 3585">
              <a:extLst>
                <a:ext uri="{FF2B5EF4-FFF2-40B4-BE49-F238E27FC236}">
                  <a16:creationId xmlns:a16="http://schemas.microsoft.com/office/drawing/2014/main" id="{AB215648-A5FD-6BED-DDC8-05E250276B4C}"/>
                </a:ext>
              </a:extLst>
            </p:cNvPr>
            <p:cNvSpPr>
              <a:spLocks/>
            </p:cNvSpPr>
            <p:nvPr/>
          </p:nvSpPr>
          <p:spPr bwMode="auto">
            <a:xfrm>
              <a:off x="7666038" y="6027738"/>
              <a:ext cx="142875" cy="180975"/>
            </a:xfrm>
            <a:custGeom>
              <a:avLst/>
              <a:gdLst>
                <a:gd name="T0" fmla="*/ 361 w 361"/>
                <a:gd name="T1" fmla="*/ 0 h 456"/>
                <a:gd name="T2" fmla="*/ 200 w 361"/>
                <a:gd name="T3" fmla="*/ 0 h 456"/>
                <a:gd name="T4" fmla="*/ 216 w 361"/>
                <a:gd name="T5" fmla="*/ 202 h 456"/>
                <a:gd name="T6" fmla="*/ 214 w 361"/>
                <a:gd name="T7" fmla="*/ 204 h 456"/>
                <a:gd name="T8" fmla="*/ 213 w 361"/>
                <a:gd name="T9" fmla="*/ 206 h 456"/>
                <a:gd name="T10" fmla="*/ 184 w 361"/>
                <a:gd name="T11" fmla="*/ 237 h 456"/>
                <a:gd name="T12" fmla="*/ 181 w 361"/>
                <a:gd name="T13" fmla="*/ 238 h 456"/>
                <a:gd name="T14" fmla="*/ 178 w 361"/>
                <a:gd name="T15" fmla="*/ 238 h 456"/>
                <a:gd name="T16" fmla="*/ 177 w 361"/>
                <a:gd name="T17" fmla="*/ 238 h 456"/>
                <a:gd name="T18" fmla="*/ 175 w 361"/>
                <a:gd name="T19" fmla="*/ 237 h 456"/>
                <a:gd name="T20" fmla="*/ 144 w 361"/>
                <a:gd name="T21" fmla="*/ 206 h 456"/>
                <a:gd name="T22" fmla="*/ 142 w 361"/>
                <a:gd name="T23" fmla="*/ 204 h 456"/>
                <a:gd name="T24" fmla="*/ 142 w 361"/>
                <a:gd name="T25" fmla="*/ 202 h 456"/>
                <a:gd name="T26" fmla="*/ 158 w 361"/>
                <a:gd name="T27" fmla="*/ 0 h 456"/>
                <a:gd name="T28" fmla="*/ 0 w 361"/>
                <a:gd name="T29" fmla="*/ 0 h 456"/>
                <a:gd name="T30" fmla="*/ 0 w 361"/>
                <a:gd name="T31" fmla="*/ 12 h 456"/>
                <a:gd name="T32" fmla="*/ 1 w 361"/>
                <a:gd name="T33" fmla="*/ 36 h 456"/>
                <a:gd name="T34" fmla="*/ 2 w 361"/>
                <a:gd name="T35" fmla="*/ 59 h 456"/>
                <a:gd name="T36" fmla="*/ 6 w 361"/>
                <a:gd name="T37" fmla="*/ 81 h 456"/>
                <a:gd name="T38" fmla="*/ 10 w 361"/>
                <a:gd name="T39" fmla="*/ 102 h 456"/>
                <a:gd name="T40" fmla="*/ 15 w 361"/>
                <a:gd name="T41" fmla="*/ 121 h 456"/>
                <a:gd name="T42" fmla="*/ 20 w 361"/>
                <a:gd name="T43" fmla="*/ 139 h 456"/>
                <a:gd name="T44" fmla="*/ 28 w 361"/>
                <a:gd name="T45" fmla="*/ 157 h 456"/>
                <a:gd name="T46" fmla="*/ 35 w 361"/>
                <a:gd name="T47" fmla="*/ 172 h 456"/>
                <a:gd name="T48" fmla="*/ 44 w 361"/>
                <a:gd name="T49" fmla="*/ 188 h 456"/>
                <a:gd name="T50" fmla="*/ 51 w 361"/>
                <a:gd name="T51" fmla="*/ 201 h 456"/>
                <a:gd name="T52" fmla="*/ 60 w 361"/>
                <a:gd name="T53" fmla="*/ 213 h 456"/>
                <a:gd name="T54" fmla="*/ 69 w 361"/>
                <a:gd name="T55" fmla="*/ 225 h 456"/>
                <a:gd name="T56" fmla="*/ 80 w 361"/>
                <a:gd name="T57" fmla="*/ 235 h 456"/>
                <a:gd name="T58" fmla="*/ 89 w 361"/>
                <a:gd name="T59" fmla="*/ 244 h 456"/>
                <a:gd name="T60" fmla="*/ 99 w 361"/>
                <a:gd name="T61" fmla="*/ 252 h 456"/>
                <a:gd name="T62" fmla="*/ 108 w 361"/>
                <a:gd name="T63" fmla="*/ 258 h 456"/>
                <a:gd name="T64" fmla="*/ 108 w 361"/>
                <a:gd name="T65" fmla="*/ 456 h 456"/>
                <a:gd name="T66" fmla="*/ 253 w 361"/>
                <a:gd name="T67" fmla="*/ 456 h 456"/>
                <a:gd name="T68" fmla="*/ 253 w 361"/>
                <a:gd name="T69" fmla="*/ 258 h 456"/>
                <a:gd name="T70" fmla="*/ 262 w 361"/>
                <a:gd name="T71" fmla="*/ 252 h 456"/>
                <a:gd name="T72" fmla="*/ 272 w 361"/>
                <a:gd name="T73" fmla="*/ 244 h 456"/>
                <a:gd name="T74" fmla="*/ 281 w 361"/>
                <a:gd name="T75" fmla="*/ 235 h 456"/>
                <a:gd name="T76" fmla="*/ 291 w 361"/>
                <a:gd name="T77" fmla="*/ 225 h 456"/>
                <a:gd name="T78" fmla="*/ 300 w 361"/>
                <a:gd name="T79" fmla="*/ 213 h 456"/>
                <a:gd name="T80" fmla="*/ 309 w 361"/>
                <a:gd name="T81" fmla="*/ 201 h 456"/>
                <a:gd name="T82" fmla="*/ 318 w 361"/>
                <a:gd name="T83" fmla="*/ 188 h 456"/>
                <a:gd name="T84" fmla="*/ 326 w 361"/>
                <a:gd name="T85" fmla="*/ 172 h 456"/>
                <a:gd name="T86" fmla="*/ 334 w 361"/>
                <a:gd name="T87" fmla="*/ 157 h 456"/>
                <a:gd name="T88" fmla="*/ 340 w 361"/>
                <a:gd name="T89" fmla="*/ 139 h 456"/>
                <a:gd name="T90" fmla="*/ 345 w 361"/>
                <a:gd name="T91" fmla="*/ 121 h 456"/>
                <a:gd name="T92" fmla="*/ 351 w 361"/>
                <a:gd name="T93" fmla="*/ 102 h 456"/>
                <a:gd name="T94" fmla="*/ 356 w 361"/>
                <a:gd name="T95" fmla="*/ 81 h 456"/>
                <a:gd name="T96" fmla="*/ 358 w 361"/>
                <a:gd name="T97" fmla="*/ 59 h 456"/>
                <a:gd name="T98" fmla="*/ 359 w 361"/>
                <a:gd name="T99" fmla="*/ 36 h 456"/>
                <a:gd name="T100" fmla="*/ 361 w 361"/>
                <a:gd name="T101" fmla="*/ 12 h 456"/>
                <a:gd name="T102" fmla="*/ 361 w 361"/>
                <a:gd name="T103"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1" h="456">
                  <a:moveTo>
                    <a:pt x="361" y="0"/>
                  </a:moveTo>
                  <a:lnTo>
                    <a:pt x="200" y="0"/>
                  </a:lnTo>
                  <a:lnTo>
                    <a:pt x="216" y="202"/>
                  </a:lnTo>
                  <a:lnTo>
                    <a:pt x="214" y="204"/>
                  </a:lnTo>
                  <a:lnTo>
                    <a:pt x="213" y="206"/>
                  </a:lnTo>
                  <a:lnTo>
                    <a:pt x="184" y="237"/>
                  </a:lnTo>
                  <a:lnTo>
                    <a:pt x="181" y="238"/>
                  </a:lnTo>
                  <a:lnTo>
                    <a:pt x="178" y="238"/>
                  </a:lnTo>
                  <a:lnTo>
                    <a:pt x="177" y="238"/>
                  </a:lnTo>
                  <a:lnTo>
                    <a:pt x="175" y="237"/>
                  </a:lnTo>
                  <a:lnTo>
                    <a:pt x="144" y="206"/>
                  </a:lnTo>
                  <a:lnTo>
                    <a:pt x="142" y="204"/>
                  </a:lnTo>
                  <a:lnTo>
                    <a:pt x="142" y="202"/>
                  </a:lnTo>
                  <a:lnTo>
                    <a:pt x="158" y="0"/>
                  </a:lnTo>
                  <a:lnTo>
                    <a:pt x="0" y="0"/>
                  </a:lnTo>
                  <a:lnTo>
                    <a:pt x="0" y="12"/>
                  </a:lnTo>
                  <a:lnTo>
                    <a:pt x="1" y="36"/>
                  </a:lnTo>
                  <a:lnTo>
                    <a:pt x="2" y="59"/>
                  </a:lnTo>
                  <a:lnTo>
                    <a:pt x="6" y="81"/>
                  </a:lnTo>
                  <a:lnTo>
                    <a:pt x="10" y="102"/>
                  </a:lnTo>
                  <a:lnTo>
                    <a:pt x="15" y="121"/>
                  </a:lnTo>
                  <a:lnTo>
                    <a:pt x="20" y="139"/>
                  </a:lnTo>
                  <a:lnTo>
                    <a:pt x="28" y="157"/>
                  </a:lnTo>
                  <a:lnTo>
                    <a:pt x="35" y="172"/>
                  </a:lnTo>
                  <a:lnTo>
                    <a:pt x="44" y="188"/>
                  </a:lnTo>
                  <a:lnTo>
                    <a:pt x="51" y="201"/>
                  </a:lnTo>
                  <a:lnTo>
                    <a:pt x="60" y="213"/>
                  </a:lnTo>
                  <a:lnTo>
                    <a:pt x="69" y="225"/>
                  </a:lnTo>
                  <a:lnTo>
                    <a:pt x="80" y="235"/>
                  </a:lnTo>
                  <a:lnTo>
                    <a:pt x="89" y="244"/>
                  </a:lnTo>
                  <a:lnTo>
                    <a:pt x="99" y="252"/>
                  </a:lnTo>
                  <a:lnTo>
                    <a:pt x="108" y="258"/>
                  </a:lnTo>
                  <a:lnTo>
                    <a:pt x="108" y="456"/>
                  </a:lnTo>
                  <a:lnTo>
                    <a:pt x="253" y="456"/>
                  </a:lnTo>
                  <a:lnTo>
                    <a:pt x="253" y="258"/>
                  </a:lnTo>
                  <a:lnTo>
                    <a:pt x="262" y="252"/>
                  </a:lnTo>
                  <a:lnTo>
                    <a:pt x="272" y="244"/>
                  </a:lnTo>
                  <a:lnTo>
                    <a:pt x="281" y="235"/>
                  </a:lnTo>
                  <a:lnTo>
                    <a:pt x="291" y="225"/>
                  </a:lnTo>
                  <a:lnTo>
                    <a:pt x="300" y="213"/>
                  </a:lnTo>
                  <a:lnTo>
                    <a:pt x="309" y="201"/>
                  </a:lnTo>
                  <a:lnTo>
                    <a:pt x="318" y="188"/>
                  </a:lnTo>
                  <a:lnTo>
                    <a:pt x="326" y="172"/>
                  </a:lnTo>
                  <a:lnTo>
                    <a:pt x="334" y="157"/>
                  </a:lnTo>
                  <a:lnTo>
                    <a:pt x="340" y="139"/>
                  </a:lnTo>
                  <a:lnTo>
                    <a:pt x="345" y="121"/>
                  </a:lnTo>
                  <a:lnTo>
                    <a:pt x="351" y="102"/>
                  </a:lnTo>
                  <a:lnTo>
                    <a:pt x="356" y="81"/>
                  </a:lnTo>
                  <a:lnTo>
                    <a:pt x="358" y="59"/>
                  </a:lnTo>
                  <a:lnTo>
                    <a:pt x="359" y="36"/>
                  </a:lnTo>
                  <a:lnTo>
                    <a:pt x="361" y="12"/>
                  </a:lnTo>
                  <a:lnTo>
                    <a:pt x="36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8" name="Freeform 3586">
              <a:extLst>
                <a:ext uri="{FF2B5EF4-FFF2-40B4-BE49-F238E27FC236}">
                  <a16:creationId xmlns:a16="http://schemas.microsoft.com/office/drawing/2014/main" id="{B0C30259-2EBA-95B2-1EE2-7A8890B86EF5}"/>
                </a:ext>
              </a:extLst>
            </p:cNvPr>
            <p:cNvSpPr>
              <a:spLocks/>
            </p:cNvSpPr>
            <p:nvPr/>
          </p:nvSpPr>
          <p:spPr bwMode="auto">
            <a:xfrm>
              <a:off x="7804150" y="6103938"/>
              <a:ext cx="47625" cy="104775"/>
            </a:xfrm>
            <a:custGeom>
              <a:avLst/>
              <a:gdLst>
                <a:gd name="T0" fmla="*/ 72 w 120"/>
                <a:gd name="T1" fmla="*/ 24 h 264"/>
                <a:gd name="T2" fmla="*/ 72 w 120"/>
                <a:gd name="T3" fmla="*/ 0 h 264"/>
                <a:gd name="T4" fmla="*/ 48 w 120"/>
                <a:gd name="T5" fmla="*/ 0 h 264"/>
                <a:gd name="T6" fmla="*/ 48 w 120"/>
                <a:gd name="T7" fmla="*/ 24 h 264"/>
                <a:gd name="T8" fmla="*/ 0 w 120"/>
                <a:gd name="T9" fmla="*/ 24 h 264"/>
                <a:gd name="T10" fmla="*/ 0 w 120"/>
                <a:gd name="T11" fmla="*/ 264 h 264"/>
                <a:gd name="T12" fmla="*/ 120 w 120"/>
                <a:gd name="T13" fmla="*/ 264 h 264"/>
                <a:gd name="T14" fmla="*/ 120 w 120"/>
                <a:gd name="T15" fmla="*/ 24 h 264"/>
                <a:gd name="T16" fmla="*/ 72 w 120"/>
                <a:gd name="T17" fmla="*/ 2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264">
                  <a:moveTo>
                    <a:pt x="72" y="24"/>
                  </a:moveTo>
                  <a:lnTo>
                    <a:pt x="72" y="0"/>
                  </a:lnTo>
                  <a:lnTo>
                    <a:pt x="48" y="0"/>
                  </a:lnTo>
                  <a:lnTo>
                    <a:pt x="48" y="24"/>
                  </a:lnTo>
                  <a:lnTo>
                    <a:pt x="0" y="24"/>
                  </a:lnTo>
                  <a:lnTo>
                    <a:pt x="0" y="264"/>
                  </a:lnTo>
                  <a:lnTo>
                    <a:pt x="120" y="264"/>
                  </a:lnTo>
                  <a:lnTo>
                    <a:pt x="120" y="24"/>
                  </a:lnTo>
                  <a:lnTo>
                    <a:pt x="7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sp>
        <p:nvSpPr>
          <p:cNvPr id="69" name="Freeform 391">
            <a:extLst>
              <a:ext uri="{FF2B5EF4-FFF2-40B4-BE49-F238E27FC236}">
                <a16:creationId xmlns:a16="http://schemas.microsoft.com/office/drawing/2014/main" id="{0B5754A7-82A0-9881-CB20-D7059A374330}"/>
              </a:ext>
            </a:extLst>
          </p:cNvPr>
          <p:cNvSpPr>
            <a:spLocks noEditPoints="1"/>
          </p:cNvSpPr>
          <p:nvPr/>
        </p:nvSpPr>
        <p:spPr bwMode="auto">
          <a:xfrm>
            <a:off x="9483547" y="5279808"/>
            <a:ext cx="287338" cy="287338"/>
          </a:xfrm>
          <a:custGeom>
            <a:avLst/>
            <a:gdLst>
              <a:gd name="T0" fmla="*/ 515 w 903"/>
              <a:gd name="T1" fmla="*/ 619 h 904"/>
              <a:gd name="T2" fmla="*/ 486 w 903"/>
              <a:gd name="T3" fmla="*/ 580 h 904"/>
              <a:gd name="T4" fmla="*/ 488 w 903"/>
              <a:gd name="T5" fmla="*/ 528 h 904"/>
              <a:gd name="T6" fmla="*/ 521 w 903"/>
              <a:gd name="T7" fmla="*/ 491 h 904"/>
              <a:gd name="T8" fmla="*/ 573 w 903"/>
              <a:gd name="T9" fmla="*/ 483 h 904"/>
              <a:gd name="T10" fmla="*/ 616 w 903"/>
              <a:gd name="T11" fmla="*/ 509 h 904"/>
              <a:gd name="T12" fmla="*/ 633 w 903"/>
              <a:gd name="T13" fmla="*/ 557 h 904"/>
              <a:gd name="T14" fmla="*/ 616 w 903"/>
              <a:gd name="T15" fmla="*/ 604 h 904"/>
              <a:gd name="T16" fmla="*/ 573 w 903"/>
              <a:gd name="T17" fmla="*/ 631 h 904"/>
              <a:gd name="T18" fmla="*/ 305 w 903"/>
              <a:gd name="T19" fmla="*/ 617 h 904"/>
              <a:gd name="T20" fmla="*/ 288 w 903"/>
              <a:gd name="T21" fmla="*/ 608 h 904"/>
              <a:gd name="T22" fmla="*/ 592 w 903"/>
              <a:gd name="T23" fmla="*/ 290 h 904"/>
              <a:gd name="T24" fmla="*/ 610 w 903"/>
              <a:gd name="T25" fmla="*/ 289 h 904"/>
              <a:gd name="T26" fmla="*/ 617 w 903"/>
              <a:gd name="T27" fmla="*/ 307 h 904"/>
              <a:gd name="T28" fmla="*/ 275 w 903"/>
              <a:gd name="T29" fmla="*/ 324 h 904"/>
              <a:gd name="T30" fmla="*/ 305 w 903"/>
              <a:gd name="T31" fmla="*/ 284 h 904"/>
              <a:gd name="T32" fmla="*/ 354 w 903"/>
              <a:gd name="T33" fmla="*/ 272 h 904"/>
              <a:gd name="T34" fmla="*/ 400 w 903"/>
              <a:gd name="T35" fmla="*/ 293 h 904"/>
              <a:gd name="T36" fmla="*/ 422 w 903"/>
              <a:gd name="T37" fmla="*/ 338 h 904"/>
              <a:gd name="T38" fmla="*/ 409 w 903"/>
              <a:gd name="T39" fmla="*/ 389 h 904"/>
              <a:gd name="T40" fmla="*/ 369 w 903"/>
              <a:gd name="T41" fmla="*/ 418 h 904"/>
              <a:gd name="T42" fmla="*/ 318 w 903"/>
              <a:gd name="T43" fmla="*/ 416 h 904"/>
              <a:gd name="T44" fmla="*/ 280 w 903"/>
              <a:gd name="T45" fmla="*/ 382 h 904"/>
              <a:gd name="T46" fmla="*/ 903 w 903"/>
              <a:gd name="T47" fmla="*/ 452 h 904"/>
              <a:gd name="T48" fmla="*/ 866 w 903"/>
              <a:gd name="T49" fmla="*/ 378 h 904"/>
              <a:gd name="T50" fmla="*/ 875 w 903"/>
              <a:gd name="T51" fmla="*/ 303 h 904"/>
              <a:gd name="T52" fmla="*/ 829 w 903"/>
              <a:gd name="T53" fmla="*/ 234 h 904"/>
              <a:gd name="T54" fmla="*/ 795 w 903"/>
              <a:gd name="T55" fmla="*/ 175 h 904"/>
              <a:gd name="T56" fmla="*/ 750 w 903"/>
              <a:gd name="T57" fmla="*/ 116 h 904"/>
              <a:gd name="T58" fmla="*/ 680 w 903"/>
              <a:gd name="T59" fmla="*/ 110 h 904"/>
              <a:gd name="T60" fmla="*/ 636 w 903"/>
              <a:gd name="T61" fmla="*/ 40 h 904"/>
              <a:gd name="T62" fmla="*/ 552 w 903"/>
              <a:gd name="T63" fmla="*/ 36 h 904"/>
              <a:gd name="T64" fmla="*/ 488 w 903"/>
              <a:gd name="T65" fmla="*/ 8 h 904"/>
              <a:gd name="T66" fmla="*/ 404 w 903"/>
              <a:gd name="T67" fmla="*/ 13 h 904"/>
              <a:gd name="T68" fmla="*/ 340 w 903"/>
              <a:gd name="T69" fmla="*/ 32 h 904"/>
              <a:gd name="T70" fmla="*/ 257 w 903"/>
              <a:gd name="T71" fmla="*/ 47 h 904"/>
              <a:gd name="T72" fmla="*/ 210 w 903"/>
              <a:gd name="T73" fmla="*/ 107 h 904"/>
              <a:gd name="T74" fmla="*/ 146 w 903"/>
              <a:gd name="T75" fmla="*/ 121 h 904"/>
              <a:gd name="T76" fmla="*/ 106 w 903"/>
              <a:gd name="T77" fmla="*/ 187 h 904"/>
              <a:gd name="T78" fmla="*/ 64 w 903"/>
              <a:gd name="T79" fmla="*/ 241 h 904"/>
              <a:gd name="T80" fmla="*/ 28 w 903"/>
              <a:gd name="T81" fmla="*/ 316 h 904"/>
              <a:gd name="T82" fmla="*/ 29 w 903"/>
              <a:gd name="T83" fmla="*/ 386 h 904"/>
              <a:gd name="T84" fmla="*/ 1 w 903"/>
              <a:gd name="T85" fmla="*/ 464 h 904"/>
              <a:gd name="T86" fmla="*/ 48 w 903"/>
              <a:gd name="T87" fmla="*/ 531 h 904"/>
              <a:gd name="T88" fmla="*/ 30 w 903"/>
              <a:gd name="T89" fmla="*/ 613 h 904"/>
              <a:gd name="T90" fmla="*/ 86 w 903"/>
              <a:gd name="T91" fmla="*/ 674 h 904"/>
              <a:gd name="T92" fmla="*/ 113 w 903"/>
              <a:gd name="T93" fmla="*/ 740 h 904"/>
              <a:gd name="T94" fmla="*/ 162 w 903"/>
              <a:gd name="T95" fmla="*/ 791 h 904"/>
              <a:gd name="T96" fmla="*/ 225 w 903"/>
              <a:gd name="T97" fmla="*/ 806 h 904"/>
              <a:gd name="T98" fmla="*/ 279 w 903"/>
              <a:gd name="T99" fmla="*/ 869 h 904"/>
              <a:gd name="T100" fmla="*/ 362 w 903"/>
              <a:gd name="T101" fmla="*/ 862 h 904"/>
              <a:gd name="T102" fmla="*/ 427 w 903"/>
              <a:gd name="T103" fmla="*/ 900 h 904"/>
              <a:gd name="T104" fmla="*/ 510 w 903"/>
              <a:gd name="T105" fmla="*/ 883 h 904"/>
              <a:gd name="T106" fmla="*/ 576 w 903"/>
              <a:gd name="T107" fmla="*/ 875 h 904"/>
              <a:gd name="T108" fmla="*/ 655 w 903"/>
              <a:gd name="T109" fmla="*/ 848 h 904"/>
              <a:gd name="T110" fmla="*/ 707 w 903"/>
              <a:gd name="T111" fmla="*/ 797 h 904"/>
              <a:gd name="T112" fmla="*/ 765 w 903"/>
              <a:gd name="T113" fmla="*/ 777 h 904"/>
              <a:gd name="T114" fmla="*/ 798 w 903"/>
              <a:gd name="T115" fmla="*/ 704 h 904"/>
              <a:gd name="T116" fmla="*/ 848 w 903"/>
              <a:gd name="T117" fmla="*/ 655 h 904"/>
              <a:gd name="T118" fmla="*/ 875 w 903"/>
              <a:gd name="T119" fmla="*/ 575 h 904"/>
              <a:gd name="T120" fmla="*/ 883 w 903"/>
              <a:gd name="T121" fmla="*/ 509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3" h="904">
                <a:moveTo>
                  <a:pt x="558" y="632"/>
                </a:moveTo>
                <a:lnTo>
                  <a:pt x="549" y="632"/>
                </a:lnTo>
                <a:lnTo>
                  <a:pt x="542" y="631"/>
                </a:lnTo>
                <a:lnTo>
                  <a:pt x="535" y="629"/>
                </a:lnTo>
                <a:lnTo>
                  <a:pt x="528" y="627"/>
                </a:lnTo>
                <a:lnTo>
                  <a:pt x="521" y="624"/>
                </a:lnTo>
                <a:lnTo>
                  <a:pt x="515" y="619"/>
                </a:lnTo>
                <a:lnTo>
                  <a:pt x="510" y="615"/>
                </a:lnTo>
                <a:lnTo>
                  <a:pt x="504" y="610"/>
                </a:lnTo>
                <a:lnTo>
                  <a:pt x="499" y="604"/>
                </a:lnTo>
                <a:lnTo>
                  <a:pt x="495" y="599"/>
                </a:lnTo>
                <a:lnTo>
                  <a:pt x="491" y="593"/>
                </a:lnTo>
                <a:lnTo>
                  <a:pt x="488" y="586"/>
                </a:lnTo>
                <a:lnTo>
                  <a:pt x="486" y="580"/>
                </a:lnTo>
                <a:lnTo>
                  <a:pt x="484" y="572"/>
                </a:lnTo>
                <a:lnTo>
                  <a:pt x="483" y="565"/>
                </a:lnTo>
                <a:lnTo>
                  <a:pt x="482" y="557"/>
                </a:lnTo>
                <a:lnTo>
                  <a:pt x="483" y="550"/>
                </a:lnTo>
                <a:lnTo>
                  <a:pt x="484" y="542"/>
                </a:lnTo>
                <a:lnTo>
                  <a:pt x="486" y="535"/>
                </a:lnTo>
                <a:lnTo>
                  <a:pt x="488" y="528"/>
                </a:lnTo>
                <a:lnTo>
                  <a:pt x="491" y="521"/>
                </a:lnTo>
                <a:lnTo>
                  <a:pt x="495" y="515"/>
                </a:lnTo>
                <a:lnTo>
                  <a:pt x="499" y="509"/>
                </a:lnTo>
                <a:lnTo>
                  <a:pt x="504" y="504"/>
                </a:lnTo>
                <a:lnTo>
                  <a:pt x="510" y="499"/>
                </a:lnTo>
                <a:lnTo>
                  <a:pt x="515" y="495"/>
                </a:lnTo>
                <a:lnTo>
                  <a:pt x="521" y="491"/>
                </a:lnTo>
                <a:lnTo>
                  <a:pt x="528" y="487"/>
                </a:lnTo>
                <a:lnTo>
                  <a:pt x="535" y="485"/>
                </a:lnTo>
                <a:lnTo>
                  <a:pt x="542" y="483"/>
                </a:lnTo>
                <a:lnTo>
                  <a:pt x="549" y="482"/>
                </a:lnTo>
                <a:lnTo>
                  <a:pt x="558" y="482"/>
                </a:lnTo>
                <a:lnTo>
                  <a:pt x="565" y="482"/>
                </a:lnTo>
                <a:lnTo>
                  <a:pt x="573" y="483"/>
                </a:lnTo>
                <a:lnTo>
                  <a:pt x="579" y="485"/>
                </a:lnTo>
                <a:lnTo>
                  <a:pt x="587" y="487"/>
                </a:lnTo>
                <a:lnTo>
                  <a:pt x="593" y="491"/>
                </a:lnTo>
                <a:lnTo>
                  <a:pt x="600" y="495"/>
                </a:lnTo>
                <a:lnTo>
                  <a:pt x="605" y="499"/>
                </a:lnTo>
                <a:lnTo>
                  <a:pt x="610" y="504"/>
                </a:lnTo>
                <a:lnTo>
                  <a:pt x="616" y="509"/>
                </a:lnTo>
                <a:lnTo>
                  <a:pt x="620" y="515"/>
                </a:lnTo>
                <a:lnTo>
                  <a:pt x="623" y="521"/>
                </a:lnTo>
                <a:lnTo>
                  <a:pt x="626" y="528"/>
                </a:lnTo>
                <a:lnTo>
                  <a:pt x="630" y="535"/>
                </a:lnTo>
                <a:lnTo>
                  <a:pt x="631" y="542"/>
                </a:lnTo>
                <a:lnTo>
                  <a:pt x="632" y="550"/>
                </a:lnTo>
                <a:lnTo>
                  <a:pt x="633" y="557"/>
                </a:lnTo>
                <a:lnTo>
                  <a:pt x="632" y="565"/>
                </a:lnTo>
                <a:lnTo>
                  <a:pt x="631" y="572"/>
                </a:lnTo>
                <a:lnTo>
                  <a:pt x="630" y="580"/>
                </a:lnTo>
                <a:lnTo>
                  <a:pt x="626" y="586"/>
                </a:lnTo>
                <a:lnTo>
                  <a:pt x="623" y="593"/>
                </a:lnTo>
                <a:lnTo>
                  <a:pt x="620" y="599"/>
                </a:lnTo>
                <a:lnTo>
                  <a:pt x="616" y="604"/>
                </a:lnTo>
                <a:lnTo>
                  <a:pt x="610" y="610"/>
                </a:lnTo>
                <a:lnTo>
                  <a:pt x="605" y="615"/>
                </a:lnTo>
                <a:lnTo>
                  <a:pt x="600" y="619"/>
                </a:lnTo>
                <a:lnTo>
                  <a:pt x="593" y="624"/>
                </a:lnTo>
                <a:lnTo>
                  <a:pt x="587" y="627"/>
                </a:lnTo>
                <a:lnTo>
                  <a:pt x="579" y="629"/>
                </a:lnTo>
                <a:lnTo>
                  <a:pt x="573" y="631"/>
                </a:lnTo>
                <a:lnTo>
                  <a:pt x="565" y="632"/>
                </a:lnTo>
                <a:lnTo>
                  <a:pt x="558" y="632"/>
                </a:lnTo>
                <a:lnTo>
                  <a:pt x="558" y="632"/>
                </a:lnTo>
                <a:close/>
                <a:moveTo>
                  <a:pt x="312" y="613"/>
                </a:moveTo>
                <a:lnTo>
                  <a:pt x="310" y="615"/>
                </a:lnTo>
                <a:lnTo>
                  <a:pt x="307" y="616"/>
                </a:lnTo>
                <a:lnTo>
                  <a:pt x="305" y="617"/>
                </a:lnTo>
                <a:lnTo>
                  <a:pt x="301" y="617"/>
                </a:lnTo>
                <a:lnTo>
                  <a:pt x="298" y="617"/>
                </a:lnTo>
                <a:lnTo>
                  <a:pt x="296" y="616"/>
                </a:lnTo>
                <a:lnTo>
                  <a:pt x="293" y="615"/>
                </a:lnTo>
                <a:lnTo>
                  <a:pt x="291" y="613"/>
                </a:lnTo>
                <a:lnTo>
                  <a:pt x="289" y="611"/>
                </a:lnTo>
                <a:lnTo>
                  <a:pt x="288" y="608"/>
                </a:lnTo>
                <a:lnTo>
                  <a:pt x="286" y="605"/>
                </a:lnTo>
                <a:lnTo>
                  <a:pt x="286" y="602"/>
                </a:lnTo>
                <a:lnTo>
                  <a:pt x="286" y="599"/>
                </a:lnTo>
                <a:lnTo>
                  <a:pt x="288" y="597"/>
                </a:lnTo>
                <a:lnTo>
                  <a:pt x="289" y="594"/>
                </a:lnTo>
                <a:lnTo>
                  <a:pt x="291" y="591"/>
                </a:lnTo>
                <a:lnTo>
                  <a:pt x="592" y="290"/>
                </a:lnTo>
                <a:lnTo>
                  <a:pt x="594" y="289"/>
                </a:lnTo>
                <a:lnTo>
                  <a:pt x="596" y="287"/>
                </a:lnTo>
                <a:lnTo>
                  <a:pt x="600" y="286"/>
                </a:lnTo>
                <a:lnTo>
                  <a:pt x="603" y="286"/>
                </a:lnTo>
                <a:lnTo>
                  <a:pt x="605" y="286"/>
                </a:lnTo>
                <a:lnTo>
                  <a:pt x="608" y="287"/>
                </a:lnTo>
                <a:lnTo>
                  <a:pt x="610" y="289"/>
                </a:lnTo>
                <a:lnTo>
                  <a:pt x="614" y="290"/>
                </a:lnTo>
                <a:lnTo>
                  <a:pt x="615" y="293"/>
                </a:lnTo>
                <a:lnTo>
                  <a:pt x="617" y="295"/>
                </a:lnTo>
                <a:lnTo>
                  <a:pt x="617" y="299"/>
                </a:lnTo>
                <a:lnTo>
                  <a:pt x="618" y="301"/>
                </a:lnTo>
                <a:lnTo>
                  <a:pt x="617" y="304"/>
                </a:lnTo>
                <a:lnTo>
                  <a:pt x="617" y="307"/>
                </a:lnTo>
                <a:lnTo>
                  <a:pt x="615" y="309"/>
                </a:lnTo>
                <a:lnTo>
                  <a:pt x="614" y="312"/>
                </a:lnTo>
                <a:lnTo>
                  <a:pt x="312" y="613"/>
                </a:lnTo>
                <a:close/>
                <a:moveTo>
                  <a:pt x="271" y="346"/>
                </a:moveTo>
                <a:lnTo>
                  <a:pt x="271" y="338"/>
                </a:lnTo>
                <a:lnTo>
                  <a:pt x="273" y="331"/>
                </a:lnTo>
                <a:lnTo>
                  <a:pt x="275" y="324"/>
                </a:lnTo>
                <a:lnTo>
                  <a:pt x="277" y="317"/>
                </a:lnTo>
                <a:lnTo>
                  <a:pt x="280" y="310"/>
                </a:lnTo>
                <a:lnTo>
                  <a:pt x="284" y="304"/>
                </a:lnTo>
                <a:lnTo>
                  <a:pt x="289" y="299"/>
                </a:lnTo>
                <a:lnTo>
                  <a:pt x="293" y="293"/>
                </a:lnTo>
                <a:lnTo>
                  <a:pt x="298" y="288"/>
                </a:lnTo>
                <a:lnTo>
                  <a:pt x="305" y="284"/>
                </a:lnTo>
                <a:lnTo>
                  <a:pt x="311" y="280"/>
                </a:lnTo>
                <a:lnTo>
                  <a:pt x="318" y="277"/>
                </a:lnTo>
                <a:lnTo>
                  <a:pt x="324" y="274"/>
                </a:lnTo>
                <a:lnTo>
                  <a:pt x="331" y="273"/>
                </a:lnTo>
                <a:lnTo>
                  <a:pt x="339" y="272"/>
                </a:lnTo>
                <a:lnTo>
                  <a:pt x="347" y="271"/>
                </a:lnTo>
                <a:lnTo>
                  <a:pt x="354" y="272"/>
                </a:lnTo>
                <a:lnTo>
                  <a:pt x="362" y="273"/>
                </a:lnTo>
                <a:lnTo>
                  <a:pt x="369" y="274"/>
                </a:lnTo>
                <a:lnTo>
                  <a:pt x="375" y="277"/>
                </a:lnTo>
                <a:lnTo>
                  <a:pt x="382" y="280"/>
                </a:lnTo>
                <a:lnTo>
                  <a:pt x="388" y="284"/>
                </a:lnTo>
                <a:lnTo>
                  <a:pt x="395" y="288"/>
                </a:lnTo>
                <a:lnTo>
                  <a:pt x="400" y="293"/>
                </a:lnTo>
                <a:lnTo>
                  <a:pt x="404" y="299"/>
                </a:lnTo>
                <a:lnTo>
                  <a:pt x="409" y="304"/>
                </a:lnTo>
                <a:lnTo>
                  <a:pt x="413" y="310"/>
                </a:lnTo>
                <a:lnTo>
                  <a:pt x="416" y="317"/>
                </a:lnTo>
                <a:lnTo>
                  <a:pt x="418" y="324"/>
                </a:lnTo>
                <a:lnTo>
                  <a:pt x="421" y="331"/>
                </a:lnTo>
                <a:lnTo>
                  <a:pt x="422" y="338"/>
                </a:lnTo>
                <a:lnTo>
                  <a:pt x="422" y="346"/>
                </a:lnTo>
                <a:lnTo>
                  <a:pt x="422" y="354"/>
                </a:lnTo>
                <a:lnTo>
                  <a:pt x="421" y="362"/>
                </a:lnTo>
                <a:lnTo>
                  <a:pt x="418" y="368"/>
                </a:lnTo>
                <a:lnTo>
                  <a:pt x="416" y="376"/>
                </a:lnTo>
                <a:lnTo>
                  <a:pt x="413" y="382"/>
                </a:lnTo>
                <a:lnTo>
                  <a:pt x="409" y="389"/>
                </a:lnTo>
                <a:lnTo>
                  <a:pt x="404" y="394"/>
                </a:lnTo>
                <a:lnTo>
                  <a:pt x="400" y="399"/>
                </a:lnTo>
                <a:lnTo>
                  <a:pt x="395" y="405"/>
                </a:lnTo>
                <a:lnTo>
                  <a:pt x="388" y="409"/>
                </a:lnTo>
                <a:lnTo>
                  <a:pt x="382" y="412"/>
                </a:lnTo>
                <a:lnTo>
                  <a:pt x="375" y="416"/>
                </a:lnTo>
                <a:lnTo>
                  <a:pt x="369" y="418"/>
                </a:lnTo>
                <a:lnTo>
                  <a:pt x="362" y="420"/>
                </a:lnTo>
                <a:lnTo>
                  <a:pt x="354" y="421"/>
                </a:lnTo>
                <a:lnTo>
                  <a:pt x="347" y="422"/>
                </a:lnTo>
                <a:lnTo>
                  <a:pt x="339" y="421"/>
                </a:lnTo>
                <a:lnTo>
                  <a:pt x="331" y="420"/>
                </a:lnTo>
                <a:lnTo>
                  <a:pt x="324" y="418"/>
                </a:lnTo>
                <a:lnTo>
                  <a:pt x="318" y="416"/>
                </a:lnTo>
                <a:lnTo>
                  <a:pt x="311" y="412"/>
                </a:lnTo>
                <a:lnTo>
                  <a:pt x="305" y="409"/>
                </a:lnTo>
                <a:lnTo>
                  <a:pt x="298" y="405"/>
                </a:lnTo>
                <a:lnTo>
                  <a:pt x="293" y="399"/>
                </a:lnTo>
                <a:lnTo>
                  <a:pt x="289" y="394"/>
                </a:lnTo>
                <a:lnTo>
                  <a:pt x="284" y="389"/>
                </a:lnTo>
                <a:lnTo>
                  <a:pt x="280" y="382"/>
                </a:lnTo>
                <a:lnTo>
                  <a:pt x="277" y="376"/>
                </a:lnTo>
                <a:lnTo>
                  <a:pt x="275" y="368"/>
                </a:lnTo>
                <a:lnTo>
                  <a:pt x="273" y="362"/>
                </a:lnTo>
                <a:lnTo>
                  <a:pt x="271" y="354"/>
                </a:lnTo>
                <a:lnTo>
                  <a:pt x="271" y="346"/>
                </a:lnTo>
                <a:lnTo>
                  <a:pt x="271" y="346"/>
                </a:lnTo>
                <a:close/>
                <a:moveTo>
                  <a:pt x="903" y="452"/>
                </a:moveTo>
                <a:lnTo>
                  <a:pt x="903" y="439"/>
                </a:lnTo>
                <a:lnTo>
                  <a:pt x="900" y="426"/>
                </a:lnTo>
                <a:lnTo>
                  <a:pt x="896" y="416"/>
                </a:lnTo>
                <a:lnTo>
                  <a:pt x="890" y="405"/>
                </a:lnTo>
                <a:lnTo>
                  <a:pt x="883" y="394"/>
                </a:lnTo>
                <a:lnTo>
                  <a:pt x="875" y="386"/>
                </a:lnTo>
                <a:lnTo>
                  <a:pt x="866" y="378"/>
                </a:lnTo>
                <a:lnTo>
                  <a:pt x="855" y="372"/>
                </a:lnTo>
                <a:lnTo>
                  <a:pt x="862" y="362"/>
                </a:lnTo>
                <a:lnTo>
                  <a:pt x="868" y="351"/>
                </a:lnTo>
                <a:lnTo>
                  <a:pt x="872" y="339"/>
                </a:lnTo>
                <a:lnTo>
                  <a:pt x="875" y="328"/>
                </a:lnTo>
                <a:lnTo>
                  <a:pt x="876" y="316"/>
                </a:lnTo>
                <a:lnTo>
                  <a:pt x="875" y="303"/>
                </a:lnTo>
                <a:lnTo>
                  <a:pt x="873" y="291"/>
                </a:lnTo>
                <a:lnTo>
                  <a:pt x="869" y="279"/>
                </a:lnTo>
                <a:lnTo>
                  <a:pt x="863" y="268"/>
                </a:lnTo>
                <a:lnTo>
                  <a:pt x="857" y="258"/>
                </a:lnTo>
                <a:lnTo>
                  <a:pt x="848" y="248"/>
                </a:lnTo>
                <a:lnTo>
                  <a:pt x="839" y="241"/>
                </a:lnTo>
                <a:lnTo>
                  <a:pt x="829" y="234"/>
                </a:lnTo>
                <a:lnTo>
                  <a:pt x="817" y="229"/>
                </a:lnTo>
                <a:lnTo>
                  <a:pt x="807" y="225"/>
                </a:lnTo>
                <a:lnTo>
                  <a:pt x="794" y="224"/>
                </a:lnTo>
                <a:lnTo>
                  <a:pt x="797" y="211"/>
                </a:lnTo>
                <a:lnTo>
                  <a:pt x="798" y="199"/>
                </a:lnTo>
                <a:lnTo>
                  <a:pt x="797" y="187"/>
                </a:lnTo>
                <a:lnTo>
                  <a:pt x="795" y="175"/>
                </a:lnTo>
                <a:lnTo>
                  <a:pt x="792" y="163"/>
                </a:lnTo>
                <a:lnTo>
                  <a:pt x="786" y="153"/>
                </a:lnTo>
                <a:lnTo>
                  <a:pt x="780" y="142"/>
                </a:lnTo>
                <a:lnTo>
                  <a:pt x="771" y="132"/>
                </a:lnTo>
                <a:lnTo>
                  <a:pt x="765" y="126"/>
                </a:lnTo>
                <a:lnTo>
                  <a:pt x="757" y="121"/>
                </a:lnTo>
                <a:lnTo>
                  <a:pt x="750" y="116"/>
                </a:lnTo>
                <a:lnTo>
                  <a:pt x="742" y="113"/>
                </a:lnTo>
                <a:lnTo>
                  <a:pt x="734" y="110"/>
                </a:lnTo>
                <a:lnTo>
                  <a:pt x="725" y="108"/>
                </a:lnTo>
                <a:lnTo>
                  <a:pt x="717" y="107"/>
                </a:lnTo>
                <a:lnTo>
                  <a:pt x="707" y="106"/>
                </a:lnTo>
                <a:lnTo>
                  <a:pt x="694" y="107"/>
                </a:lnTo>
                <a:lnTo>
                  <a:pt x="680" y="110"/>
                </a:lnTo>
                <a:lnTo>
                  <a:pt x="678" y="98"/>
                </a:lnTo>
                <a:lnTo>
                  <a:pt x="675" y="86"/>
                </a:lnTo>
                <a:lnTo>
                  <a:pt x="669" y="74"/>
                </a:lnTo>
                <a:lnTo>
                  <a:pt x="663" y="65"/>
                </a:lnTo>
                <a:lnTo>
                  <a:pt x="655" y="55"/>
                </a:lnTo>
                <a:lnTo>
                  <a:pt x="647" y="48"/>
                </a:lnTo>
                <a:lnTo>
                  <a:pt x="636" y="40"/>
                </a:lnTo>
                <a:lnTo>
                  <a:pt x="624" y="35"/>
                </a:lnTo>
                <a:lnTo>
                  <a:pt x="612" y="30"/>
                </a:lnTo>
                <a:lnTo>
                  <a:pt x="601" y="28"/>
                </a:lnTo>
                <a:lnTo>
                  <a:pt x="588" y="27"/>
                </a:lnTo>
                <a:lnTo>
                  <a:pt x="576" y="28"/>
                </a:lnTo>
                <a:lnTo>
                  <a:pt x="564" y="32"/>
                </a:lnTo>
                <a:lnTo>
                  <a:pt x="552" y="36"/>
                </a:lnTo>
                <a:lnTo>
                  <a:pt x="542" y="41"/>
                </a:lnTo>
                <a:lnTo>
                  <a:pt x="532" y="49"/>
                </a:lnTo>
                <a:lnTo>
                  <a:pt x="526" y="38"/>
                </a:lnTo>
                <a:lnTo>
                  <a:pt x="518" y="28"/>
                </a:lnTo>
                <a:lnTo>
                  <a:pt x="510" y="20"/>
                </a:lnTo>
                <a:lnTo>
                  <a:pt x="499" y="13"/>
                </a:lnTo>
                <a:lnTo>
                  <a:pt x="488" y="8"/>
                </a:lnTo>
                <a:lnTo>
                  <a:pt x="476" y="4"/>
                </a:lnTo>
                <a:lnTo>
                  <a:pt x="464" y="0"/>
                </a:lnTo>
                <a:lnTo>
                  <a:pt x="452" y="0"/>
                </a:lnTo>
                <a:lnTo>
                  <a:pt x="439" y="0"/>
                </a:lnTo>
                <a:lnTo>
                  <a:pt x="427" y="4"/>
                </a:lnTo>
                <a:lnTo>
                  <a:pt x="415" y="8"/>
                </a:lnTo>
                <a:lnTo>
                  <a:pt x="404" y="13"/>
                </a:lnTo>
                <a:lnTo>
                  <a:pt x="395" y="20"/>
                </a:lnTo>
                <a:lnTo>
                  <a:pt x="386" y="28"/>
                </a:lnTo>
                <a:lnTo>
                  <a:pt x="379" y="38"/>
                </a:lnTo>
                <a:lnTo>
                  <a:pt x="371" y="49"/>
                </a:lnTo>
                <a:lnTo>
                  <a:pt x="362" y="41"/>
                </a:lnTo>
                <a:lnTo>
                  <a:pt x="351" y="36"/>
                </a:lnTo>
                <a:lnTo>
                  <a:pt x="340" y="32"/>
                </a:lnTo>
                <a:lnTo>
                  <a:pt x="327" y="28"/>
                </a:lnTo>
                <a:lnTo>
                  <a:pt x="315" y="27"/>
                </a:lnTo>
                <a:lnTo>
                  <a:pt x="304" y="28"/>
                </a:lnTo>
                <a:lnTo>
                  <a:pt x="291" y="30"/>
                </a:lnTo>
                <a:lnTo>
                  <a:pt x="279" y="35"/>
                </a:lnTo>
                <a:lnTo>
                  <a:pt x="268" y="40"/>
                </a:lnTo>
                <a:lnTo>
                  <a:pt x="257" y="47"/>
                </a:lnTo>
                <a:lnTo>
                  <a:pt x="249" y="55"/>
                </a:lnTo>
                <a:lnTo>
                  <a:pt x="240" y="65"/>
                </a:lnTo>
                <a:lnTo>
                  <a:pt x="234" y="74"/>
                </a:lnTo>
                <a:lnTo>
                  <a:pt x="229" y="86"/>
                </a:lnTo>
                <a:lnTo>
                  <a:pt x="225" y="98"/>
                </a:lnTo>
                <a:lnTo>
                  <a:pt x="223" y="110"/>
                </a:lnTo>
                <a:lnTo>
                  <a:pt x="210" y="107"/>
                </a:lnTo>
                <a:lnTo>
                  <a:pt x="196" y="106"/>
                </a:lnTo>
                <a:lnTo>
                  <a:pt x="188" y="107"/>
                </a:lnTo>
                <a:lnTo>
                  <a:pt x="179" y="108"/>
                </a:lnTo>
                <a:lnTo>
                  <a:pt x="171" y="110"/>
                </a:lnTo>
                <a:lnTo>
                  <a:pt x="162" y="113"/>
                </a:lnTo>
                <a:lnTo>
                  <a:pt x="155" y="116"/>
                </a:lnTo>
                <a:lnTo>
                  <a:pt x="146" y="121"/>
                </a:lnTo>
                <a:lnTo>
                  <a:pt x="140" y="126"/>
                </a:lnTo>
                <a:lnTo>
                  <a:pt x="133" y="132"/>
                </a:lnTo>
                <a:lnTo>
                  <a:pt x="125" y="142"/>
                </a:lnTo>
                <a:lnTo>
                  <a:pt x="117" y="153"/>
                </a:lnTo>
                <a:lnTo>
                  <a:pt x="113" y="163"/>
                </a:lnTo>
                <a:lnTo>
                  <a:pt x="108" y="175"/>
                </a:lnTo>
                <a:lnTo>
                  <a:pt x="106" y="187"/>
                </a:lnTo>
                <a:lnTo>
                  <a:pt x="106" y="199"/>
                </a:lnTo>
                <a:lnTo>
                  <a:pt x="107" y="211"/>
                </a:lnTo>
                <a:lnTo>
                  <a:pt x="109" y="224"/>
                </a:lnTo>
                <a:lnTo>
                  <a:pt x="98" y="225"/>
                </a:lnTo>
                <a:lnTo>
                  <a:pt x="86" y="229"/>
                </a:lnTo>
                <a:lnTo>
                  <a:pt x="75" y="234"/>
                </a:lnTo>
                <a:lnTo>
                  <a:pt x="64" y="241"/>
                </a:lnTo>
                <a:lnTo>
                  <a:pt x="56" y="248"/>
                </a:lnTo>
                <a:lnTo>
                  <a:pt x="47" y="258"/>
                </a:lnTo>
                <a:lnTo>
                  <a:pt x="40" y="268"/>
                </a:lnTo>
                <a:lnTo>
                  <a:pt x="34" y="279"/>
                </a:lnTo>
                <a:lnTo>
                  <a:pt x="30" y="291"/>
                </a:lnTo>
                <a:lnTo>
                  <a:pt x="28" y="303"/>
                </a:lnTo>
                <a:lnTo>
                  <a:pt x="28" y="316"/>
                </a:lnTo>
                <a:lnTo>
                  <a:pt x="29" y="328"/>
                </a:lnTo>
                <a:lnTo>
                  <a:pt x="31" y="339"/>
                </a:lnTo>
                <a:lnTo>
                  <a:pt x="35" y="351"/>
                </a:lnTo>
                <a:lnTo>
                  <a:pt x="42" y="362"/>
                </a:lnTo>
                <a:lnTo>
                  <a:pt x="48" y="372"/>
                </a:lnTo>
                <a:lnTo>
                  <a:pt x="39" y="378"/>
                </a:lnTo>
                <a:lnTo>
                  <a:pt x="29" y="386"/>
                </a:lnTo>
                <a:lnTo>
                  <a:pt x="20" y="394"/>
                </a:lnTo>
                <a:lnTo>
                  <a:pt x="14" y="405"/>
                </a:lnTo>
                <a:lnTo>
                  <a:pt x="8" y="416"/>
                </a:lnTo>
                <a:lnTo>
                  <a:pt x="3" y="427"/>
                </a:lnTo>
                <a:lnTo>
                  <a:pt x="1" y="439"/>
                </a:lnTo>
                <a:lnTo>
                  <a:pt x="0" y="452"/>
                </a:lnTo>
                <a:lnTo>
                  <a:pt x="1" y="464"/>
                </a:lnTo>
                <a:lnTo>
                  <a:pt x="3" y="477"/>
                </a:lnTo>
                <a:lnTo>
                  <a:pt x="8" y="488"/>
                </a:lnTo>
                <a:lnTo>
                  <a:pt x="14" y="499"/>
                </a:lnTo>
                <a:lnTo>
                  <a:pt x="20" y="509"/>
                </a:lnTo>
                <a:lnTo>
                  <a:pt x="29" y="517"/>
                </a:lnTo>
                <a:lnTo>
                  <a:pt x="38" y="525"/>
                </a:lnTo>
                <a:lnTo>
                  <a:pt x="48" y="531"/>
                </a:lnTo>
                <a:lnTo>
                  <a:pt x="41" y="542"/>
                </a:lnTo>
                <a:lnTo>
                  <a:pt x="35" y="553"/>
                </a:lnTo>
                <a:lnTo>
                  <a:pt x="31" y="564"/>
                </a:lnTo>
                <a:lnTo>
                  <a:pt x="29" y="575"/>
                </a:lnTo>
                <a:lnTo>
                  <a:pt x="28" y="588"/>
                </a:lnTo>
                <a:lnTo>
                  <a:pt x="28" y="600"/>
                </a:lnTo>
                <a:lnTo>
                  <a:pt x="30" y="613"/>
                </a:lnTo>
                <a:lnTo>
                  <a:pt x="34" y="625"/>
                </a:lnTo>
                <a:lnTo>
                  <a:pt x="40" y="635"/>
                </a:lnTo>
                <a:lnTo>
                  <a:pt x="47" y="646"/>
                </a:lnTo>
                <a:lnTo>
                  <a:pt x="56" y="655"/>
                </a:lnTo>
                <a:lnTo>
                  <a:pt x="64" y="663"/>
                </a:lnTo>
                <a:lnTo>
                  <a:pt x="75" y="670"/>
                </a:lnTo>
                <a:lnTo>
                  <a:pt x="86" y="674"/>
                </a:lnTo>
                <a:lnTo>
                  <a:pt x="98" y="678"/>
                </a:lnTo>
                <a:lnTo>
                  <a:pt x="109" y="681"/>
                </a:lnTo>
                <a:lnTo>
                  <a:pt x="107" y="692"/>
                </a:lnTo>
                <a:lnTo>
                  <a:pt x="106" y="704"/>
                </a:lnTo>
                <a:lnTo>
                  <a:pt x="106" y="716"/>
                </a:lnTo>
                <a:lnTo>
                  <a:pt x="108" y="729"/>
                </a:lnTo>
                <a:lnTo>
                  <a:pt x="113" y="740"/>
                </a:lnTo>
                <a:lnTo>
                  <a:pt x="118" y="751"/>
                </a:lnTo>
                <a:lnTo>
                  <a:pt x="125" y="761"/>
                </a:lnTo>
                <a:lnTo>
                  <a:pt x="133" y="771"/>
                </a:lnTo>
                <a:lnTo>
                  <a:pt x="140" y="777"/>
                </a:lnTo>
                <a:lnTo>
                  <a:pt x="147" y="782"/>
                </a:lnTo>
                <a:lnTo>
                  <a:pt x="155" y="787"/>
                </a:lnTo>
                <a:lnTo>
                  <a:pt x="162" y="791"/>
                </a:lnTo>
                <a:lnTo>
                  <a:pt x="171" y="794"/>
                </a:lnTo>
                <a:lnTo>
                  <a:pt x="179" y="796"/>
                </a:lnTo>
                <a:lnTo>
                  <a:pt x="188" y="797"/>
                </a:lnTo>
                <a:lnTo>
                  <a:pt x="196" y="797"/>
                </a:lnTo>
                <a:lnTo>
                  <a:pt x="210" y="796"/>
                </a:lnTo>
                <a:lnTo>
                  <a:pt x="223" y="793"/>
                </a:lnTo>
                <a:lnTo>
                  <a:pt x="225" y="806"/>
                </a:lnTo>
                <a:lnTo>
                  <a:pt x="229" y="818"/>
                </a:lnTo>
                <a:lnTo>
                  <a:pt x="234" y="829"/>
                </a:lnTo>
                <a:lnTo>
                  <a:pt x="240" y="838"/>
                </a:lnTo>
                <a:lnTo>
                  <a:pt x="248" y="848"/>
                </a:lnTo>
                <a:lnTo>
                  <a:pt x="257" y="856"/>
                </a:lnTo>
                <a:lnTo>
                  <a:pt x="268" y="863"/>
                </a:lnTo>
                <a:lnTo>
                  <a:pt x="279" y="869"/>
                </a:lnTo>
                <a:lnTo>
                  <a:pt x="291" y="873"/>
                </a:lnTo>
                <a:lnTo>
                  <a:pt x="304" y="875"/>
                </a:lnTo>
                <a:lnTo>
                  <a:pt x="315" y="876"/>
                </a:lnTo>
                <a:lnTo>
                  <a:pt x="327" y="875"/>
                </a:lnTo>
                <a:lnTo>
                  <a:pt x="340" y="871"/>
                </a:lnTo>
                <a:lnTo>
                  <a:pt x="351" y="868"/>
                </a:lnTo>
                <a:lnTo>
                  <a:pt x="362" y="862"/>
                </a:lnTo>
                <a:lnTo>
                  <a:pt x="371" y="855"/>
                </a:lnTo>
                <a:lnTo>
                  <a:pt x="379" y="865"/>
                </a:lnTo>
                <a:lnTo>
                  <a:pt x="386" y="875"/>
                </a:lnTo>
                <a:lnTo>
                  <a:pt x="395" y="883"/>
                </a:lnTo>
                <a:lnTo>
                  <a:pt x="404" y="890"/>
                </a:lnTo>
                <a:lnTo>
                  <a:pt x="415" y="896"/>
                </a:lnTo>
                <a:lnTo>
                  <a:pt x="427" y="900"/>
                </a:lnTo>
                <a:lnTo>
                  <a:pt x="439" y="903"/>
                </a:lnTo>
                <a:lnTo>
                  <a:pt x="452" y="904"/>
                </a:lnTo>
                <a:lnTo>
                  <a:pt x="464" y="903"/>
                </a:lnTo>
                <a:lnTo>
                  <a:pt x="476" y="899"/>
                </a:lnTo>
                <a:lnTo>
                  <a:pt x="488" y="896"/>
                </a:lnTo>
                <a:lnTo>
                  <a:pt x="499" y="890"/>
                </a:lnTo>
                <a:lnTo>
                  <a:pt x="510" y="883"/>
                </a:lnTo>
                <a:lnTo>
                  <a:pt x="518" y="875"/>
                </a:lnTo>
                <a:lnTo>
                  <a:pt x="526" y="865"/>
                </a:lnTo>
                <a:lnTo>
                  <a:pt x="532" y="855"/>
                </a:lnTo>
                <a:lnTo>
                  <a:pt x="542" y="862"/>
                </a:lnTo>
                <a:lnTo>
                  <a:pt x="552" y="868"/>
                </a:lnTo>
                <a:lnTo>
                  <a:pt x="564" y="871"/>
                </a:lnTo>
                <a:lnTo>
                  <a:pt x="576" y="875"/>
                </a:lnTo>
                <a:lnTo>
                  <a:pt x="588" y="876"/>
                </a:lnTo>
                <a:lnTo>
                  <a:pt x="601" y="875"/>
                </a:lnTo>
                <a:lnTo>
                  <a:pt x="612" y="873"/>
                </a:lnTo>
                <a:lnTo>
                  <a:pt x="624" y="869"/>
                </a:lnTo>
                <a:lnTo>
                  <a:pt x="636" y="863"/>
                </a:lnTo>
                <a:lnTo>
                  <a:pt x="647" y="856"/>
                </a:lnTo>
                <a:lnTo>
                  <a:pt x="655" y="848"/>
                </a:lnTo>
                <a:lnTo>
                  <a:pt x="663" y="838"/>
                </a:lnTo>
                <a:lnTo>
                  <a:pt x="669" y="829"/>
                </a:lnTo>
                <a:lnTo>
                  <a:pt x="675" y="818"/>
                </a:lnTo>
                <a:lnTo>
                  <a:pt x="678" y="806"/>
                </a:lnTo>
                <a:lnTo>
                  <a:pt x="680" y="793"/>
                </a:lnTo>
                <a:lnTo>
                  <a:pt x="694" y="796"/>
                </a:lnTo>
                <a:lnTo>
                  <a:pt x="707" y="797"/>
                </a:lnTo>
                <a:lnTo>
                  <a:pt x="717" y="797"/>
                </a:lnTo>
                <a:lnTo>
                  <a:pt x="725" y="796"/>
                </a:lnTo>
                <a:lnTo>
                  <a:pt x="734" y="794"/>
                </a:lnTo>
                <a:lnTo>
                  <a:pt x="742" y="791"/>
                </a:lnTo>
                <a:lnTo>
                  <a:pt x="750" y="787"/>
                </a:lnTo>
                <a:lnTo>
                  <a:pt x="757" y="782"/>
                </a:lnTo>
                <a:lnTo>
                  <a:pt x="765" y="777"/>
                </a:lnTo>
                <a:lnTo>
                  <a:pt x="771" y="771"/>
                </a:lnTo>
                <a:lnTo>
                  <a:pt x="780" y="761"/>
                </a:lnTo>
                <a:lnTo>
                  <a:pt x="786" y="751"/>
                </a:lnTo>
                <a:lnTo>
                  <a:pt x="792" y="740"/>
                </a:lnTo>
                <a:lnTo>
                  <a:pt x="795" y="729"/>
                </a:lnTo>
                <a:lnTo>
                  <a:pt x="797" y="716"/>
                </a:lnTo>
                <a:lnTo>
                  <a:pt x="798" y="704"/>
                </a:lnTo>
                <a:lnTo>
                  <a:pt x="797" y="692"/>
                </a:lnTo>
                <a:lnTo>
                  <a:pt x="794" y="681"/>
                </a:lnTo>
                <a:lnTo>
                  <a:pt x="807" y="678"/>
                </a:lnTo>
                <a:lnTo>
                  <a:pt x="817" y="674"/>
                </a:lnTo>
                <a:lnTo>
                  <a:pt x="829" y="670"/>
                </a:lnTo>
                <a:lnTo>
                  <a:pt x="839" y="663"/>
                </a:lnTo>
                <a:lnTo>
                  <a:pt x="848" y="655"/>
                </a:lnTo>
                <a:lnTo>
                  <a:pt x="857" y="646"/>
                </a:lnTo>
                <a:lnTo>
                  <a:pt x="863" y="635"/>
                </a:lnTo>
                <a:lnTo>
                  <a:pt x="869" y="625"/>
                </a:lnTo>
                <a:lnTo>
                  <a:pt x="873" y="613"/>
                </a:lnTo>
                <a:lnTo>
                  <a:pt x="875" y="600"/>
                </a:lnTo>
                <a:lnTo>
                  <a:pt x="876" y="588"/>
                </a:lnTo>
                <a:lnTo>
                  <a:pt x="875" y="575"/>
                </a:lnTo>
                <a:lnTo>
                  <a:pt x="872" y="564"/>
                </a:lnTo>
                <a:lnTo>
                  <a:pt x="868" y="553"/>
                </a:lnTo>
                <a:lnTo>
                  <a:pt x="862" y="542"/>
                </a:lnTo>
                <a:lnTo>
                  <a:pt x="855" y="531"/>
                </a:lnTo>
                <a:lnTo>
                  <a:pt x="866" y="525"/>
                </a:lnTo>
                <a:lnTo>
                  <a:pt x="875" y="517"/>
                </a:lnTo>
                <a:lnTo>
                  <a:pt x="883" y="509"/>
                </a:lnTo>
                <a:lnTo>
                  <a:pt x="890" y="499"/>
                </a:lnTo>
                <a:lnTo>
                  <a:pt x="896" y="488"/>
                </a:lnTo>
                <a:lnTo>
                  <a:pt x="900" y="477"/>
                </a:lnTo>
                <a:lnTo>
                  <a:pt x="903" y="464"/>
                </a:lnTo>
                <a:lnTo>
                  <a:pt x="903" y="4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nvGrpSpPr>
          <p:cNvPr id="70" name="Group 69">
            <a:extLst>
              <a:ext uri="{FF2B5EF4-FFF2-40B4-BE49-F238E27FC236}">
                <a16:creationId xmlns:a16="http://schemas.microsoft.com/office/drawing/2014/main" id="{AE717EC0-1BAA-984A-CFCF-38BA0013B6BE}"/>
              </a:ext>
            </a:extLst>
          </p:cNvPr>
          <p:cNvGrpSpPr/>
          <p:nvPr/>
        </p:nvGrpSpPr>
        <p:grpSpPr>
          <a:xfrm>
            <a:off x="8201200" y="5317908"/>
            <a:ext cx="284163" cy="212725"/>
            <a:chOff x="7610475" y="3671888"/>
            <a:chExt cx="284163" cy="212725"/>
          </a:xfrm>
          <a:solidFill>
            <a:schemeClr val="bg1"/>
          </a:solidFill>
        </p:grpSpPr>
        <p:sp>
          <p:nvSpPr>
            <p:cNvPr id="71" name="Freeform 3248">
              <a:extLst>
                <a:ext uri="{FF2B5EF4-FFF2-40B4-BE49-F238E27FC236}">
                  <a16:creationId xmlns:a16="http://schemas.microsoft.com/office/drawing/2014/main" id="{8C9951AE-4B7D-FEA7-AC4C-3F070ED0B211}"/>
                </a:ext>
              </a:extLst>
            </p:cNvPr>
            <p:cNvSpPr>
              <a:spLocks/>
            </p:cNvSpPr>
            <p:nvPr/>
          </p:nvSpPr>
          <p:spPr bwMode="auto">
            <a:xfrm>
              <a:off x="7843838" y="3689350"/>
              <a:ext cx="50800" cy="177800"/>
            </a:xfrm>
            <a:custGeom>
              <a:avLst/>
              <a:gdLst>
                <a:gd name="T0" fmla="*/ 20 w 162"/>
                <a:gd name="T1" fmla="*/ 1 h 559"/>
                <a:gd name="T2" fmla="*/ 15 w 162"/>
                <a:gd name="T3" fmla="*/ 0 h 559"/>
                <a:gd name="T4" fmla="*/ 9 w 162"/>
                <a:gd name="T5" fmla="*/ 1 h 559"/>
                <a:gd name="T6" fmla="*/ 4 w 162"/>
                <a:gd name="T7" fmla="*/ 4 h 559"/>
                <a:gd name="T8" fmla="*/ 1 w 162"/>
                <a:gd name="T9" fmla="*/ 10 h 559"/>
                <a:gd name="T10" fmla="*/ 0 w 162"/>
                <a:gd name="T11" fmla="*/ 15 h 559"/>
                <a:gd name="T12" fmla="*/ 2 w 162"/>
                <a:gd name="T13" fmla="*/ 22 h 559"/>
                <a:gd name="T14" fmla="*/ 5 w 162"/>
                <a:gd name="T15" fmla="*/ 26 h 559"/>
                <a:gd name="T16" fmla="*/ 21 w 162"/>
                <a:gd name="T17" fmla="*/ 38 h 559"/>
                <a:gd name="T18" fmla="*/ 47 w 162"/>
                <a:gd name="T19" fmla="*/ 60 h 559"/>
                <a:gd name="T20" fmla="*/ 70 w 162"/>
                <a:gd name="T21" fmla="*/ 86 h 559"/>
                <a:gd name="T22" fmla="*/ 90 w 162"/>
                <a:gd name="T23" fmla="*/ 116 h 559"/>
                <a:gd name="T24" fmla="*/ 107 w 162"/>
                <a:gd name="T25" fmla="*/ 149 h 559"/>
                <a:gd name="T26" fmla="*/ 118 w 162"/>
                <a:gd name="T27" fmla="*/ 183 h 559"/>
                <a:gd name="T28" fmla="*/ 127 w 162"/>
                <a:gd name="T29" fmla="*/ 221 h 559"/>
                <a:gd name="T30" fmla="*/ 131 w 162"/>
                <a:gd name="T31" fmla="*/ 259 h 559"/>
                <a:gd name="T32" fmla="*/ 131 w 162"/>
                <a:gd name="T33" fmla="*/ 299 h 559"/>
                <a:gd name="T34" fmla="*/ 127 w 162"/>
                <a:gd name="T35" fmla="*/ 337 h 559"/>
                <a:gd name="T36" fmla="*/ 118 w 162"/>
                <a:gd name="T37" fmla="*/ 375 h 559"/>
                <a:gd name="T38" fmla="*/ 107 w 162"/>
                <a:gd name="T39" fmla="*/ 410 h 559"/>
                <a:gd name="T40" fmla="*/ 90 w 162"/>
                <a:gd name="T41" fmla="*/ 442 h 559"/>
                <a:gd name="T42" fmla="*/ 70 w 162"/>
                <a:gd name="T43" fmla="*/ 472 h 559"/>
                <a:gd name="T44" fmla="*/ 47 w 162"/>
                <a:gd name="T45" fmla="*/ 499 h 559"/>
                <a:gd name="T46" fmla="*/ 21 w 162"/>
                <a:gd name="T47" fmla="*/ 521 h 559"/>
                <a:gd name="T48" fmla="*/ 5 w 162"/>
                <a:gd name="T49" fmla="*/ 533 h 559"/>
                <a:gd name="T50" fmla="*/ 2 w 162"/>
                <a:gd name="T51" fmla="*/ 537 h 559"/>
                <a:gd name="T52" fmla="*/ 0 w 162"/>
                <a:gd name="T53" fmla="*/ 543 h 559"/>
                <a:gd name="T54" fmla="*/ 1 w 162"/>
                <a:gd name="T55" fmla="*/ 549 h 559"/>
                <a:gd name="T56" fmla="*/ 5 w 162"/>
                <a:gd name="T57" fmla="*/ 554 h 559"/>
                <a:gd name="T58" fmla="*/ 11 w 162"/>
                <a:gd name="T59" fmla="*/ 558 h 559"/>
                <a:gd name="T60" fmla="*/ 19 w 162"/>
                <a:gd name="T61" fmla="*/ 558 h 559"/>
                <a:gd name="T62" fmla="*/ 39 w 162"/>
                <a:gd name="T63" fmla="*/ 545 h 559"/>
                <a:gd name="T64" fmla="*/ 68 w 162"/>
                <a:gd name="T65" fmla="*/ 520 h 559"/>
                <a:gd name="T66" fmla="*/ 94 w 162"/>
                <a:gd name="T67" fmla="*/ 491 h 559"/>
                <a:gd name="T68" fmla="*/ 115 w 162"/>
                <a:gd name="T69" fmla="*/ 458 h 559"/>
                <a:gd name="T70" fmla="*/ 133 w 162"/>
                <a:gd name="T71" fmla="*/ 423 h 559"/>
                <a:gd name="T72" fmla="*/ 147 w 162"/>
                <a:gd name="T73" fmla="*/ 384 h 559"/>
                <a:gd name="T74" fmla="*/ 157 w 162"/>
                <a:gd name="T75" fmla="*/ 344 h 559"/>
                <a:gd name="T76" fmla="*/ 161 w 162"/>
                <a:gd name="T77" fmla="*/ 301 h 559"/>
                <a:gd name="T78" fmla="*/ 161 w 162"/>
                <a:gd name="T79" fmla="*/ 257 h 559"/>
                <a:gd name="T80" fmla="*/ 157 w 162"/>
                <a:gd name="T81" fmla="*/ 215 h 559"/>
                <a:gd name="T82" fmla="*/ 147 w 162"/>
                <a:gd name="T83" fmla="*/ 175 h 559"/>
                <a:gd name="T84" fmla="*/ 133 w 162"/>
                <a:gd name="T85" fmla="*/ 136 h 559"/>
                <a:gd name="T86" fmla="*/ 115 w 162"/>
                <a:gd name="T87" fmla="*/ 100 h 559"/>
                <a:gd name="T88" fmla="*/ 94 w 162"/>
                <a:gd name="T89" fmla="*/ 68 h 559"/>
                <a:gd name="T90" fmla="*/ 68 w 162"/>
                <a:gd name="T91" fmla="*/ 38 h 559"/>
                <a:gd name="T92" fmla="*/ 39 w 162"/>
                <a:gd name="T93" fmla="*/ 13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2" h="559">
                  <a:moveTo>
                    <a:pt x="23" y="2"/>
                  </a:moveTo>
                  <a:lnTo>
                    <a:pt x="20" y="1"/>
                  </a:lnTo>
                  <a:lnTo>
                    <a:pt x="18" y="0"/>
                  </a:lnTo>
                  <a:lnTo>
                    <a:pt x="15" y="0"/>
                  </a:lnTo>
                  <a:lnTo>
                    <a:pt x="11" y="0"/>
                  </a:lnTo>
                  <a:lnTo>
                    <a:pt x="9" y="1"/>
                  </a:lnTo>
                  <a:lnTo>
                    <a:pt x="6" y="2"/>
                  </a:lnTo>
                  <a:lnTo>
                    <a:pt x="4" y="4"/>
                  </a:lnTo>
                  <a:lnTo>
                    <a:pt x="3" y="7"/>
                  </a:lnTo>
                  <a:lnTo>
                    <a:pt x="1" y="10"/>
                  </a:lnTo>
                  <a:lnTo>
                    <a:pt x="1" y="13"/>
                  </a:lnTo>
                  <a:lnTo>
                    <a:pt x="0" y="15"/>
                  </a:lnTo>
                  <a:lnTo>
                    <a:pt x="1" y="18"/>
                  </a:lnTo>
                  <a:lnTo>
                    <a:pt x="2" y="22"/>
                  </a:lnTo>
                  <a:lnTo>
                    <a:pt x="3" y="24"/>
                  </a:lnTo>
                  <a:lnTo>
                    <a:pt x="5" y="26"/>
                  </a:lnTo>
                  <a:lnTo>
                    <a:pt x="7" y="28"/>
                  </a:lnTo>
                  <a:lnTo>
                    <a:pt x="21" y="38"/>
                  </a:lnTo>
                  <a:lnTo>
                    <a:pt x="35" y="48"/>
                  </a:lnTo>
                  <a:lnTo>
                    <a:pt x="47" y="60"/>
                  </a:lnTo>
                  <a:lnTo>
                    <a:pt x="60" y="73"/>
                  </a:lnTo>
                  <a:lnTo>
                    <a:pt x="70" y="86"/>
                  </a:lnTo>
                  <a:lnTo>
                    <a:pt x="81" y="101"/>
                  </a:lnTo>
                  <a:lnTo>
                    <a:pt x="90" y="116"/>
                  </a:lnTo>
                  <a:lnTo>
                    <a:pt x="98" y="132"/>
                  </a:lnTo>
                  <a:lnTo>
                    <a:pt x="107" y="149"/>
                  </a:lnTo>
                  <a:lnTo>
                    <a:pt x="113" y="166"/>
                  </a:lnTo>
                  <a:lnTo>
                    <a:pt x="118" y="183"/>
                  </a:lnTo>
                  <a:lnTo>
                    <a:pt x="124" y="202"/>
                  </a:lnTo>
                  <a:lnTo>
                    <a:pt x="127" y="221"/>
                  </a:lnTo>
                  <a:lnTo>
                    <a:pt x="130" y="240"/>
                  </a:lnTo>
                  <a:lnTo>
                    <a:pt x="131" y="259"/>
                  </a:lnTo>
                  <a:lnTo>
                    <a:pt x="132" y="279"/>
                  </a:lnTo>
                  <a:lnTo>
                    <a:pt x="131" y="299"/>
                  </a:lnTo>
                  <a:lnTo>
                    <a:pt x="130" y="319"/>
                  </a:lnTo>
                  <a:lnTo>
                    <a:pt x="127" y="337"/>
                  </a:lnTo>
                  <a:lnTo>
                    <a:pt x="124" y="356"/>
                  </a:lnTo>
                  <a:lnTo>
                    <a:pt x="118" y="375"/>
                  </a:lnTo>
                  <a:lnTo>
                    <a:pt x="113" y="393"/>
                  </a:lnTo>
                  <a:lnTo>
                    <a:pt x="107" y="410"/>
                  </a:lnTo>
                  <a:lnTo>
                    <a:pt x="98" y="426"/>
                  </a:lnTo>
                  <a:lnTo>
                    <a:pt x="90" y="442"/>
                  </a:lnTo>
                  <a:lnTo>
                    <a:pt x="81" y="458"/>
                  </a:lnTo>
                  <a:lnTo>
                    <a:pt x="70" y="472"/>
                  </a:lnTo>
                  <a:lnTo>
                    <a:pt x="60" y="486"/>
                  </a:lnTo>
                  <a:lnTo>
                    <a:pt x="47" y="499"/>
                  </a:lnTo>
                  <a:lnTo>
                    <a:pt x="35" y="510"/>
                  </a:lnTo>
                  <a:lnTo>
                    <a:pt x="21" y="521"/>
                  </a:lnTo>
                  <a:lnTo>
                    <a:pt x="7" y="531"/>
                  </a:lnTo>
                  <a:lnTo>
                    <a:pt x="5" y="533"/>
                  </a:lnTo>
                  <a:lnTo>
                    <a:pt x="3" y="535"/>
                  </a:lnTo>
                  <a:lnTo>
                    <a:pt x="2" y="537"/>
                  </a:lnTo>
                  <a:lnTo>
                    <a:pt x="1" y="540"/>
                  </a:lnTo>
                  <a:lnTo>
                    <a:pt x="0" y="543"/>
                  </a:lnTo>
                  <a:lnTo>
                    <a:pt x="1" y="546"/>
                  </a:lnTo>
                  <a:lnTo>
                    <a:pt x="1" y="549"/>
                  </a:lnTo>
                  <a:lnTo>
                    <a:pt x="3" y="551"/>
                  </a:lnTo>
                  <a:lnTo>
                    <a:pt x="5" y="554"/>
                  </a:lnTo>
                  <a:lnTo>
                    <a:pt x="8" y="556"/>
                  </a:lnTo>
                  <a:lnTo>
                    <a:pt x="11" y="558"/>
                  </a:lnTo>
                  <a:lnTo>
                    <a:pt x="15" y="559"/>
                  </a:lnTo>
                  <a:lnTo>
                    <a:pt x="19" y="558"/>
                  </a:lnTo>
                  <a:lnTo>
                    <a:pt x="23" y="555"/>
                  </a:lnTo>
                  <a:lnTo>
                    <a:pt x="39" y="545"/>
                  </a:lnTo>
                  <a:lnTo>
                    <a:pt x="53" y="533"/>
                  </a:lnTo>
                  <a:lnTo>
                    <a:pt x="68" y="520"/>
                  </a:lnTo>
                  <a:lnTo>
                    <a:pt x="81" y="506"/>
                  </a:lnTo>
                  <a:lnTo>
                    <a:pt x="94" y="491"/>
                  </a:lnTo>
                  <a:lnTo>
                    <a:pt x="105" y="475"/>
                  </a:lnTo>
                  <a:lnTo>
                    <a:pt x="115" y="458"/>
                  </a:lnTo>
                  <a:lnTo>
                    <a:pt x="125" y="441"/>
                  </a:lnTo>
                  <a:lnTo>
                    <a:pt x="133" y="423"/>
                  </a:lnTo>
                  <a:lnTo>
                    <a:pt x="141" y="403"/>
                  </a:lnTo>
                  <a:lnTo>
                    <a:pt x="147" y="384"/>
                  </a:lnTo>
                  <a:lnTo>
                    <a:pt x="153" y="364"/>
                  </a:lnTo>
                  <a:lnTo>
                    <a:pt x="157" y="344"/>
                  </a:lnTo>
                  <a:lnTo>
                    <a:pt x="159" y="322"/>
                  </a:lnTo>
                  <a:lnTo>
                    <a:pt x="161" y="301"/>
                  </a:lnTo>
                  <a:lnTo>
                    <a:pt x="162" y="279"/>
                  </a:lnTo>
                  <a:lnTo>
                    <a:pt x="161" y="257"/>
                  </a:lnTo>
                  <a:lnTo>
                    <a:pt x="159" y="236"/>
                  </a:lnTo>
                  <a:lnTo>
                    <a:pt x="157" y="215"/>
                  </a:lnTo>
                  <a:lnTo>
                    <a:pt x="153" y="195"/>
                  </a:lnTo>
                  <a:lnTo>
                    <a:pt x="147" y="175"/>
                  </a:lnTo>
                  <a:lnTo>
                    <a:pt x="141" y="154"/>
                  </a:lnTo>
                  <a:lnTo>
                    <a:pt x="133" y="136"/>
                  </a:lnTo>
                  <a:lnTo>
                    <a:pt x="125" y="118"/>
                  </a:lnTo>
                  <a:lnTo>
                    <a:pt x="115" y="100"/>
                  </a:lnTo>
                  <a:lnTo>
                    <a:pt x="105" y="83"/>
                  </a:lnTo>
                  <a:lnTo>
                    <a:pt x="94" y="68"/>
                  </a:lnTo>
                  <a:lnTo>
                    <a:pt x="81" y="53"/>
                  </a:lnTo>
                  <a:lnTo>
                    <a:pt x="68" y="38"/>
                  </a:lnTo>
                  <a:lnTo>
                    <a:pt x="53" y="25"/>
                  </a:lnTo>
                  <a:lnTo>
                    <a:pt x="39" y="13"/>
                  </a:lnTo>
                  <a:lnTo>
                    <a:pt x="2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2" name="Freeform 3249">
              <a:extLst>
                <a:ext uri="{FF2B5EF4-FFF2-40B4-BE49-F238E27FC236}">
                  <a16:creationId xmlns:a16="http://schemas.microsoft.com/office/drawing/2014/main" id="{0992A62E-7597-1D1C-5E8E-F18EDB44E594}"/>
                </a:ext>
              </a:extLst>
            </p:cNvPr>
            <p:cNvSpPr>
              <a:spLocks/>
            </p:cNvSpPr>
            <p:nvPr/>
          </p:nvSpPr>
          <p:spPr bwMode="auto">
            <a:xfrm>
              <a:off x="7824788" y="3708400"/>
              <a:ext cx="46038" cy="141288"/>
            </a:xfrm>
            <a:custGeom>
              <a:avLst/>
              <a:gdLst>
                <a:gd name="T0" fmla="*/ 142 w 142"/>
                <a:gd name="T1" fmla="*/ 204 h 445"/>
                <a:gd name="T2" fmla="*/ 138 w 142"/>
                <a:gd name="T3" fmla="*/ 170 h 445"/>
                <a:gd name="T4" fmla="*/ 130 w 142"/>
                <a:gd name="T5" fmla="*/ 137 h 445"/>
                <a:gd name="T6" fmla="*/ 117 w 142"/>
                <a:gd name="T7" fmla="*/ 106 h 445"/>
                <a:gd name="T8" fmla="*/ 102 w 142"/>
                <a:gd name="T9" fmla="*/ 77 h 445"/>
                <a:gd name="T10" fmla="*/ 82 w 142"/>
                <a:gd name="T11" fmla="*/ 51 h 445"/>
                <a:gd name="T12" fmla="*/ 60 w 142"/>
                <a:gd name="T13" fmla="*/ 28 h 445"/>
                <a:gd name="T14" fmla="*/ 35 w 142"/>
                <a:gd name="T15" fmla="*/ 9 h 445"/>
                <a:gd name="T16" fmla="*/ 18 w 142"/>
                <a:gd name="T17" fmla="*/ 0 h 445"/>
                <a:gd name="T18" fmla="*/ 13 w 142"/>
                <a:gd name="T19" fmla="*/ 0 h 445"/>
                <a:gd name="T20" fmla="*/ 8 w 142"/>
                <a:gd name="T21" fmla="*/ 1 h 445"/>
                <a:gd name="T22" fmla="*/ 3 w 142"/>
                <a:gd name="T23" fmla="*/ 5 h 445"/>
                <a:gd name="T24" fmla="*/ 0 w 142"/>
                <a:gd name="T25" fmla="*/ 11 h 445"/>
                <a:gd name="T26" fmla="*/ 0 w 142"/>
                <a:gd name="T27" fmla="*/ 16 h 445"/>
                <a:gd name="T28" fmla="*/ 1 w 142"/>
                <a:gd name="T29" fmla="*/ 21 h 445"/>
                <a:gd name="T30" fmla="*/ 5 w 142"/>
                <a:gd name="T31" fmla="*/ 27 h 445"/>
                <a:gd name="T32" fmla="*/ 19 w 142"/>
                <a:gd name="T33" fmla="*/ 35 h 445"/>
                <a:gd name="T34" fmla="*/ 41 w 142"/>
                <a:gd name="T35" fmla="*/ 51 h 445"/>
                <a:gd name="T36" fmla="*/ 60 w 142"/>
                <a:gd name="T37" fmla="*/ 70 h 445"/>
                <a:gd name="T38" fmla="*/ 77 w 142"/>
                <a:gd name="T39" fmla="*/ 94 h 445"/>
                <a:gd name="T40" fmla="*/ 91 w 142"/>
                <a:gd name="T41" fmla="*/ 119 h 445"/>
                <a:gd name="T42" fmla="*/ 102 w 142"/>
                <a:gd name="T43" fmla="*/ 146 h 445"/>
                <a:gd name="T44" fmla="*/ 108 w 142"/>
                <a:gd name="T45" fmla="*/ 175 h 445"/>
                <a:gd name="T46" fmla="*/ 112 w 142"/>
                <a:gd name="T47" fmla="*/ 206 h 445"/>
                <a:gd name="T48" fmla="*/ 112 w 142"/>
                <a:gd name="T49" fmla="*/ 237 h 445"/>
                <a:gd name="T50" fmla="*/ 108 w 142"/>
                <a:gd name="T51" fmla="*/ 268 h 445"/>
                <a:gd name="T52" fmla="*/ 102 w 142"/>
                <a:gd name="T53" fmla="*/ 297 h 445"/>
                <a:gd name="T54" fmla="*/ 91 w 142"/>
                <a:gd name="T55" fmla="*/ 325 h 445"/>
                <a:gd name="T56" fmla="*/ 77 w 142"/>
                <a:gd name="T57" fmla="*/ 351 h 445"/>
                <a:gd name="T58" fmla="*/ 60 w 142"/>
                <a:gd name="T59" fmla="*/ 373 h 445"/>
                <a:gd name="T60" fmla="*/ 41 w 142"/>
                <a:gd name="T61" fmla="*/ 394 h 445"/>
                <a:gd name="T62" fmla="*/ 19 w 142"/>
                <a:gd name="T63" fmla="*/ 410 h 445"/>
                <a:gd name="T64" fmla="*/ 5 w 142"/>
                <a:gd name="T65" fmla="*/ 418 h 445"/>
                <a:gd name="T66" fmla="*/ 1 w 142"/>
                <a:gd name="T67" fmla="*/ 422 h 445"/>
                <a:gd name="T68" fmla="*/ 0 w 142"/>
                <a:gd name="T69" fmla="*/ 428 h 445"/>
                <a:gd name="T70" fmla="*/ 0 w 142"/>
                <a:gd name="T71" fmla="*/ 434 h 445"/>
                <a:gd name="T72" fmla="*/ 3 w 142"/>
                <a:gd name="T73" fmla="*/ 440 h 445"/>
                <a:gd name="T74" fmla="*/ 11 w 142"/>
                <a:gd name="T75" fmla="*/ 444 h 445"/>
                <a:gd name="T76" fmla="*/ 18 w 142"/>
                <a:gd name="T77" fmla="*/ 444 h 445"/>
                <a:gd name="T78" fmla="*/ 35 w 142"/>
                <a:gd name="T79" fmla="*/ 435 h 445"/>
                <a:gd name="T80" fmla="*/ 60 w 142"/>
                <a:gd name="T81" fmla="*/ 416 h 445"/>
                <a:gd name="T82" fmla="*/ 82 w 142"/>
                <a:gd name="T83" fmla="*/ 394 h 445"/>
                <a:gd name="T84" fmla="*/ 102 w 142"/>
                <a:gd name="T85" fmla="*/ 368 h 445"/>
                <a:gd name="T86" fmla="*/ 117 w 142"/>
                <a:gd name="T87" fmla="*/ 339 h 445"/>
                <a:gd name="T88" fmla="*/ 130 w 142"/>
                <a:gd name="T89" fmla="*/ 308 h 445"/>
                <a:gd name="T90" fmla="*/ 138 w 142"/>
                <a:gd name="T91" fmla="*/ 275 h 445"/>
                <a:gd name="T92" fmla="*/ 142 w 142"/>
                <a:gd name="T93" fmla="*/ 239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2" h="445">
                  <a:moveTo>
                    <a:pt x="142" y="222"/>
                  </a:moveTo>
                  <a:lnTo>
                    <a:pt x="142" y="204"/>
                  </a:lnTo>
                  <a:lnTo>
                    <a:pt x="140" y="187"/>
                  </a:lnTo>
                  <a:lnTo>
                    <a:pt x="138" y="170"/>
                  </a:lnTo>
                  <a:lnTo>
                    <a:pt x="134" y="153"/>
                  </a:lnTo>
                  <a:lnTo>
                    <a:pt x="130" y="137"/>
                  </a:lnTo>
                  <a:lnTo>
                    <a:pt x="124" y="121"/>
                  </a:lnTo>
                  <a:lnTo>
                    <a:pt x="117" y="106"/>
                  </a:lnTo>
                  <a:lnTo>
                    <a:pt x="109" y="91"/>
                  </a:lnTo>
                  <a:lnTo>
                    <a:pt x="102" y="77"/>
                  </a:lnTo>
                  <a:lnTo>
                    <a:pt x="92" y="63"/>
                  </a:lnTo>
                  <a:lnTo>
                    <a:pt x="82" y="51"/>
                  </a:lnTo>
                  <a:lnTo>
                    <a:pt x="72" y="39"/>
                  </a:lnTo>
                  <a:lnTo>
                    <a:pt x="60" y="28"/>
                  </a:lnTo>
                  <a:lnTo>
                    <a:pt x="48" y="18"/>
                  </a:lnTo>
                  <a:lnTo>
                    <a:pt x="35" y="9"/>
                  </a:lnTo>
                  <a:lnTo>
                    <a:pt x="21" y="2"/>
                  </a:lnTo>
                  <a:lnTo>
                    <a:pt x="18" y="0"/>
                  </a:lnTo>
                  <a:lnTo>
                    <a:pt x="16" y="0"/>
                  </a:lnTo>
                  <a:lnTo>
                    <a:pt x="13" y="0"/>
                  </a:lnTo>
                  <a:lnTo>
                    <a:pt x="10" y="0"/>
                  </a:lnTo>
                  <a:lnTo>
                    <a:pt x="8" y="1"/>
                  </a:lnTo>
                  <a:lnTo>
                    <a:pt x="5" y="3"/>
                  </a:lnTo>
                  <a:lnTo>
                    <a:pt x="3" y="5"/>
                  </a:lnTo>
                  <a:lnTo>
                    <a:pt x="1" y="7"/>
                  </a:lnTo>
                  <a:lnTo>
                    <a:pt x="0" y="11"/>
                  </a:lnTo>
                  <a:lnTo>
                    <a:pt x="0" y="14"/>
                  </a:lnTo>
                  <a:lnTo>
                    <a:pt x="0" y="16"/>
                  </a:lnTo>
                  <a:lnTo>
                    <a:pt x="0" y="19"/>
                  </a:lnTo>
                  <a:lnTo>
                    <a:pt x="1" y="21"/>
                  </a:lnTo>
                  <a:lnTo>
                    <a:pt x="3" y="24"/>
                  </a:lnTo>
                  <a:lnTo>
                    <a:pt x="5" y="27"/>
                  </a:lnTo>
                  <a:lnTo>
                    <a:pt x="8" y="28"/>
                  </a:lnTo>
                  <a:lnTo>
                    <a:pt x="19" y="35"/>
                  </a:lnTo>
                  <a:lnTo>
                    <a:pt x="30" y="43"/>
                  </a:lnTo>
                  <a:lnTo>
                    <a:pt x="41" y="51"/>
                  </a:lnTo>
                  <a:lnTo>
                    <a:pt x="51" y="61"/>
                  </a:lnTo>
                  <a:lnTo>
                    <a:pt x="60" y="70"/>
                  </a:lnTo>
                  <a:lnTo>
                    <a:pt x="69" y="82"/>
                  </a:lnTo>
                  <a:lnTo>
                    <a:pt x="77" y="94"/>
                  </a:lnTo>
                  <a:lnTo>
                    <a:pt x="85" y="106"/>
                  </a:lnTo>
                  <a:lnTo>
                    <a:pt x="91" y="119"/>
                  </a:lnTo>
                  <a:lnTo>
                    <a:pt x="96" y="133"/>
                  </a:lnTo>
                  <a:lnTo>
                    <a:pt x="102" y="146"/>
                  </a:lnTo>
                  <a:lnTo>
                    <a:pt x="105" y="161"/>
                  </a:lnTo>
                  <a:lnTo>
                    <a:pt x="108" y="175"/>
                  </a:lnTo>
                  <a:lnTo>
                    <a:pt x="111" y="191"/>
                  </a:lnTo>
                  <a:lnTo>
                    <a:pt x="112" y="206"/>
                  </a:lnTo>
                  <a:lnTo>
                    <a:pt x="112" y="222"/>
                  </a:lnTo>
                  <a:lnTo>
                    <a:pt x="112" y="237"/>
                  </a:lnTo>
                  <a:lnTo>
                    <a:pt x="111" y="253"/>
                  </a:lnTo>
                  <a:lnTo>
                    <a:pt x="108" y="268"/>
                  </a:lnTo>
                  <a:lnTo>
                    <a:pt x="105" y="283"/>
                  </a:lnTo>
                  <a:lnTo>
                    <a:pt x="102" y="297"/>
                  </a:lnTo>
                  <a:lnTo>
                    <a:pt x="96" y="311"/>
                  </a:lnTo>
                  <a:lnTo>
                    <a:pt x="91" y="325"/>
                  </a:lnTo>
                  <a:lnTo>
                    <a:pt x="85" y="338"/>
                  </a:lnTo>
                  <a:lnTo>
                    <a:pt x="77" y="351"/>
                  </a:lnTo>
                  <a:lnTo>
                    <a:pt x="69" y="363"/>
                  </a:lnTo>
                  <a:lnTo>
                    <a:pt x="60" y="373"/>
                  </a:lnTo>
                  <a:lnTo>
                    <a:pt x="51" y="384"/>
                  </a:lnTo>
                  <a:lnTo>
                    <a:pt x="41" y="394"/>
                  </a:lnTo>
                  <a:lnTo>
                    <a:pt x="30" y="402"/>
                  </a:lnTo>
                  <a:lnTo>
                    <a:pt x="19" y="410"/>
                  </a:lnTo>
                  <a:lnTo>
                    <a:pt x="8" y="416"/>
                  </a:lnTo>
                  <a:lnTo>
                    <a:pt x="5" y="418"/>
                  </a:lnTo>
                  <a:lnTo>
                    <a:pt x="3" y="420"/>
                  </a:lnTo>
                  <a:lnTo>
                    <a:pt x="1" y="422"/>
                  </a:lnTo>
                  <a:lnTo>
                    <a:pt x="0" y="426"/>
                  </a:lnTo>
                  <a:lnTo>
                    <a:pt x="0" y="428"/>
                  </a:lnTo>
                  <a:lnTo>
                    <a:pt x="0" y="431"/>
                  </a:lnTo>
                  <a:lnTo>
                    <a:pt x="0" y="434"/>
                  </a:lnTo>
                  <a:lnTo>
                    <a:pt x="1" y="436"/>
                  </a:lnTo>
                  <a:lnTo>
                    <a:pt x="3" y="440"/>
                  </a:lnTo>
                  <a:lnTo>
                    <a:pt x="7" y="443"/>
                  </a:lnTo>
                  <a:lnTo>
                    <a:pt x="11" y="444"/>
                  </a:lnTo>
                  <a:lnTo>
                    <a:pt x="15" y="445"/>
                  </a:lnTo>
                  <a:lnTo>
                    <a:pt x="18" y="444"/>
                  </a:lnTo>
                  <a:lnTo>
                    <a:pt x="21" y="443"/>
                  </a:lnTo>
                  <a:lnTo>
                    <a:pt x="35" y="435"/>
                  </a:lnTo>
                  <a:lnTo>
                    <a:pt x="48" y="426"/>
                  </a:lnTo>
                  <a:lnTo>
                    <a:pt x="60" y="416"/>
                  </a:lnTo>
                  <a:lnTo>
                    <a:pt x="72" y="405"/>
                  </a:lnTo>
                  <a:lnTo>
                    <a:pt x="82" y="394"/>
                  </a:lnTo>
                  <a:lnTo>
                    <a:pt x="92" y="381"/>
                  </a:lnTo>
                  <a:lnTo>
                    <a:pt x="102" y="368"/>
                  </a:lnTo>
                  <a:lnTo>
                    <a:pt x="109" y="354"/>
                  </a:lnTo>
                  <a:lnTo>
                    <a:pt x="117" y="339"/>
                  </a:lnTo>
                  <a:lnTo>
                    <a:pt x="124" y="323"/>
                  </a:lnTo>
                  <a:lnTo>
                    <a:pt x="130" y="308"/>
                  </a:lnTo>
                  <a:lnTo>
                    <a:pt x="134" y="291"/>
                  </a:lnTo>
                  <a:lnTo>
                    <a:pt x="138" y="275"/>
                  </a:lnTo>
                  <a:lnTo>
                    <a:pt x="140" y="258"/>
                  </a:lnTo>
                  <a:lnTo>
                    <a:pt x="142" y="239"/>
                  </a:lnTo>
                  <a:lnTo>
                    <a:pt x="142" y="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3" name="Freeform 3250">
              <a:extLst>
                <a:ext uri="{FF2B5EF4-FFF2-40B4-BE49-F238E27FC236}">
                  <a16:creationId xmlns:a16="http://schemas.microsoft.com/office/drawing/2014/main" id="{AA1E9BDA-0734-E587-9554-9827DB5E6780}"/>
                </a:ext>
              </a:extLst>
            </p:cNvPr>
            <p:cNvSpPr>
              <a:spLocks/>
            </p:cNvSpPr>
            <p:nvPr/>
          </p:nvSpPr>
          <p:spPr bwMode="auto">
            <a:xfrm>
              <a:off x="7807325" y="3725863"/>
              <a:ext cx="39688" cy="104775"/>
            </a:xfrm>
            <a:custGeom>
              <a:avLst/>
              <a:gdLst>
                <a:gd name="T0" fmla="*/ 123 w 124"/>
                <a:gd name="T1" fmla="*/ 150 h 331"/>
                <a:gd name="T2" fmla="*/ 120 w 124"/>
                <a:gd name="T3" fmla="*/ 123 h 331"/>
                <a:gd name="T4" fmla="*/ 113 w 124"/>
                <a:gd name="T5" fmla="*/ 97 h 331"/>
                <a:gd name="T6" fmla="*/ 102 w 124"/>
                <a:gd name="T7" fmla="*/ 72 h 331"/>
                <a:gd name="T8" fmla="*/ 88 w 124"/>
                <a:gd name="T9" fmla="*/ 51 h 331"/>
                <a:gd name="T10" fmla="*/ 72 w 124"/>
                <a:gd name="T11" fmla="*/ 33 h 331"/>
                <a:gd name="T12" fmla="*/ 53 w 124"/>
                <a:gd name="T13" fmla="*/ 17 h 331"/>
                <a:gd name="T14" fmla="*/ 31 w 124"/>
                <a:gd name="T15" fmla="*/ 5 h 331"/>
                <a:gd name="T16" fmla="*/ 16 w 124"/>
                <a:gd name="T17" fmla="*/ 0 h 331"/>
                <a:gd name="T18" fmla="*/ 11 w 124"/>
                <a:gd name="T19" fmla="*/ 0 h 331"/>
                <a:gd name="T20" fmla="*/ 6 w 124"/>
                <a:gd name="T21" fmla="*/ 3 h 331"/>
                <a:gd name="T22" fmla="*/ 3 w 124"/>
                <a:gd name="T23" fmla="*/ 7 h 331"/>
                <a:gd name="T24" fmla="*/ 0 w 124"/>
                <a:gd name="T25" fmla="*/ 12 h 331"/>
                <a:gd name="T26" fmla="*/ 0 w 124"/>
                <a:gd name="T27" fmla="*/ 18 h 331"/>
                <a:gd name="T28" fmla="*/ 3 w 124"/>
                <a:gd name="T29" fmla="*/ 23 h 331"/>
                <a:gd name="T30" fmla="*/ 8 w 124"/>
                <a:gd name="T31" fmla="*/ 27 h 331"/>
                <a:gd name="T32" fmla="*/ 20 w 124"/>
                <a:gd name="T33" fmla="*/ 32 h 331"/>
                <a:gd name="T34" fmla="*/ 37 w 124"/>
                <a:gd name="T35" fmla="*/ 42 h 331"/>
                <a:gd name="T36" fmla="*/ 52 w 124"/>
                <a:gd name="T37" fmla="*/ 55 h 331"/>
                <a:gd name="T38" fmla="*/ 66 w 124"/>
                <a:gd name="T39" fmla="*/ 70 h 331"/>
                <a:gd name="T40" fmla="*/ 76 w 124"/>
                <a:gd name="T41" fmla="*/ 88 h 331"/>
                <a:gd name="T42" fmla="*/ 85 w 124"/>
                <a:gd name="T43" fmla="*/ 109 h 331"/>
                <a:gd name="T44" fmla="*/ 91 w 124"/>
                <a:gd name="T45" fmla="*/ 130 h 331"/>
                <a:gd name="T46" fmla="*/ 93 w 124"/>
                <a:gd name="T47" fmla="*/ 154 h 331"/>
                <a:gd name="T48" fmla="*/ 93 w 124"/>
                <a:gd name="T49" fmla="*/ 177 h 331"/>
                <a:gd name="T50" fmla="*/ 91 w 124"/>
                <a:gd name="T51" fmla="*/ 201 h 331"/>
                <a:gd name="T52" fmla="*/ 85 w 124"/>
                <a:gd name="T53" fmla="*/ 222 h 331"/>
                <a:gd name="T54" fmla="*/ 76 w 124"/>
                <a:gd name="T55" fmla="*/ 242 h 331"/>
                <a:gd name="T56" fmla="*/ 66 w 124"/>
                <a:gd name="T57" fmla="*/ 260 h 331"/>
                <a:gd name="T58" fmla="*/ 52 w 124"/>
                <a:gd name="T59" fmla="*/ 276 h 331"/>
                <a:gd name="T60" fmla="*/ 37 w 124"/>
                <a:gd name="T61" fmla="*/ 288 h 331"/>
                <a:gd name="T62" fmla="*/ 20 w 124"/>
                <a:gd name="T63" fmla="*/ 298 h 331"/>
                <a:gd name="T64" fmla="*/ 8 w 124"/>
                <a:gd name="T65" fmla="*/ 303 h 331"/>
                <a:gd name="T66" fmla="*/ 3 w 124"/>
                <a:gd name="T67" fmla="*/ 307 h 331"/>
                <a:gd name="T68" fmla="*/ 0 w 124"/>
                <a:gd name="T69" fmla="*/ 312 h 331"/>
                <a:gd name="T70" fmla="*/ 0 w 124"/>
                <a:gd name="T71" fmla="*/ 318 h 331"/>
                <a:gd name="T72" fmla="*/ 3 w 124"/>
                <a:gd name="T73" fmla="*/ 325 h 331"/>
                <a:gd name="T74" fmla="*/ 10 w 124"/>
                <a:gd name="T75" fmla="*/ 330 h 331"/>
                <a:gd name="T76" fmla="*/ 17 w 124"/>
                <a:gd name="T77" fmla="*/ 331 h 331"/>
                <a:gd name="T78" fmla="*/ 31 w 124"/>
                <a:gd name="T79" fmla="*/ 326 h 331"/>
                <a:gd name="T80" fmla="*/ 53 w 124"/>
                <a:gd name="T81" fmla="*/ 314 h 331"/>
                <a:gd name="T82" fmla="*/ 72 w 124"/>
                <a:gd name="T83" fmla="*/ 298 h 331"/>
                <a:gd name="T84" fmla="*/ 88 w 124"/>
                <a:gd name="T85" fmla="*/ 279 h 331"/>
                <a:gd name="T86" fmla="*/ 102 w 124"/>
                <a:gd name="T87" fmla="*/ 257 h 331"/>
                <a:gd name="T88" fmla="*/ 113 w 124"/>
                <a:gd name="T89" fmla="*/ 234 h 331"/>
                <a:gd name="T90" fmla="*/ 120 w 124"/>
                <a:gd name="T91" fmla="*/ 207 h 331"/>
                <a:gd name="T92" fmla="*/ 123 w 124"/>
                <a:gd name="T93" fmla="*/ 17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4" h="331">
                  <a:moveTo>
                    <a:pt x="124" y="165"/>
                  </a:moveTo>
                  <a:lnTo>
                    <a:pt x="123" y="150"/>
                  </a:lnTo>
                  <a:lnTo>
                    <a:pt x="122" y="136"/>
                  </a:lnTo>
                  <a:lnTo>
                    <a:pt x="120" y="123"/>
                  </a:lnTo>
                  <a:lnTo>
                    <a:pt x="117" y="110"/>
                  </a:lnTo>
                  <a:lnTo>
                    <a:pt x="113" y="97"/>
                  </a:lnTo>
                  <a:lnTo>
                    <a:pt x="107" y="84"/>
                  </a:lnTo>
                  <a:lnTo>
                    <a:pt x="102" y="72"/>
                  </a:lnTo>
                  <a:lnTo>
                    <a:pt x="96" y="62"/>
                  </a:lnTo>
                  <a:lnTo>
                    <a:pt x="88" y="51"/>
                  </a:lnTo>
                  <a:lnTo>
                    <a:pt x="81" y="41"/>
                  </a:lnTo>
                  <a:lnTo>
                    <a:pt x="72" y="33"/>
                  </a:lnTo>
                  <a:lnTo>
                    <a:pt x="62" y="24"/>
                  </a:lnTo>
                  <a:lnTo>
                    <a:pt x="53" y="17"/>
                  </a:lnTo>
                  <a:lnTo>
                    <a:pt x="42" y="10"/>
                  </a:lnTo>
                  <a:lnTo>
                    <a:pt x="31" y="5"/>
                  </a:lnTo>
                  <a:lnTo>
                    <a:pt x="20" y="1"/>
                  </a:lnTo>
                  <a:lnTo>
                    <a:pt x="16" y="0"/>
                  </a:lnTo>
                  <a:lnTo>
                    <a:pt x="14" y="0"/>
                  </a:lnTo>
                  <a:lnTo>
                    <a:pt x="11" y="0"/>
                  </a:lnTo>
                  <a:lnTo>
                    <a:pt x="8" y="1"/>
                  </a:lnTo>
                  <a:lnTo>
                    <a:pt x="6" y="3"/>
                  </a:lnTo>
                  <a:lnTo>
                    <a:pt x="4" y="4"/>
                  </a:lnTo>
                  <a:lnTo>
                    <a:pt x="3" y="7"/>
                  </a:lnTo>
                  <a:lnTo>
                    <a:pt x="0" y="9"/>
                  </a:lnTo>
                  <a:lnTo>
                    <a:pt x="0" y="12"/>
                  </a:lnTo>
                  <a:lnTo>
                    <a:pt x="0" y="16"/>
                  </a:lnTo>
                  <a:lnTo>
                    <a:pt x="0" y="18"/>
                  </a:lnTo>
                  <a:lnTo>
                    <a:pt x="1" y="21"/>
                  </a:lnTo>
                  <a:lnTo>
                    <a:pt x="3" y="23"/>
                  </a:lnTo>
                  <a:lnTo>
                    <a:pt x="5" y="25"/>
                  </a:lnTo>
                  <a:lnTo>
                    <a:pt x="8" y="27"/>
                  </a:lnTo>
                  <a:lnTo>
                    <a:pt x="10" y="28"/>
                  </a:lnTo>
                  <a:lnTo>
                    <a:pt x="20" y="32"/>
                  </a:lnTo>
                  <a:lnTo>
                    <a:pt x="28" y="37"/>
                  </a:lnTo>
                  <a:lnTo>
                    <a:pt x="37" y="42"/>
                  </a:lnTo>
                  <a:lnTo>
                    <a:pt x="44" y="48"/>
                  </a:lnTo>
                  <a:lnTo>
                    <a:pt x="52" y="55"/>
                  </a:lnTo>
                  <a:lnTo>
                    <a:pt x="59" y="63"/>
                  </a:lnTo>
                  <a:lnTo>
                    <a:pt x="66" y="70"/>
                  </a:lnTo>
                  <a:lnTo>
                    <a:pt x="71" y="79"/>
                  </a:lnTo>
                  <a:lnTo>
                    <a:pt x="76" y="88"/>
                  </a:lnTo>
                  <a:lnTo>
                    <a:pt x="81" y="98"/>
                  </a:lnTo>
                  <a:lnTo>
                    <a:pt x="85" y="109"/>
                  </a:lnTo>
                  <a:lnTo>
                    <a:pt x="88" y="119"/>
                  </a:lnTo>
                  <a:lnTo>
                    <a:pt x="91" y="130"/>
                  </a:lnTo>
                  <a:lnTo>
                    <a:pt x="92" y="142"/>
                  </a:lnTo>
                  <a:lnTo>
                    <a:pt x="93" y="154"/>
                  </a:lnTo>
                  <a:lnTo>
                    <a:pt x="95" y="165"/>
                  </a:lnTo>
                  <a:lnTo>
                    <a:pt x="93" y="177"/>
                  </a:lnTo>
                  <a:lnTo>
                    <a:pt x="92" y="189"/>
                  </a:lnTo>
                  <a:lnTo>
                    <a:pt x="91" y="201"/>
                  </a:lnTo>
                  <a:lnTo>
                    <a:pt x="88" y="211"/>
                  </a:lnTo>
                  <a:lnTo>
                    <a:pt x="85" y="222"/>
                  </a:lnTo>
                  <a:lnTo>
                    <a:pt x="81" y="233"/>
                  </a:lnTo>
                  <a:lnTo>
                    <a:pt x="76" y="242"/>
                  </a:lnTo>
                  <a:lnTo>
                    <a:pt x="71" y="251"/>
                  </a:lnTo>
                  <a:lnTo>
                    <a:pt x="66" y="260"/>
                  </a:lnTo>
                  <a:lnTo>
                    <a:pt x="59" y="268"/>
                  </a:lnTo>
                  <a:lnTo>
                    <a:pt x="52" y="276"/>
                  </a:lnTo>
                  <a:lnTo>
                    <a:pt x="44" y="282"/>
                  </a:lnTo>
                  <a:lnTo>
                    <a:pt x="37" y="288"/>
                  </a:lnTo>
                  <a:lnTo>
                    <a:pt x="28" y="294"/>
                  </a:lnTo>
                  <a:lnTo>
                    <a:pt x="20" y="298"/>
                  </a:lnTo>
                  <a:lnTo>
                    <a:pt x="10" y="302"/>
                  </a:lnTo>
                  <a:lnTo>
                    <a:pt x="8" y="303"/>
                  </a:lnTo>
                  <a:lnTo>
                    <a:pt x="5" y="304"/>
                  </a:lnTo>
                  <a:lnTo>
                    <a:pt x="3" y="307"/>
                  </a:lnTo>
                  <a:lnTo>
                    <a:pt x="1" y="310"/>
                  </a:lnTo>
                  <a:lnTo>
                    <a:pt x="0" y="312"/>
                  </a:lnTo>
                  <a:lnTo>
                    <a:pt x="0" y="315"/>
                  </a:lnTo>
                  <a:lnTo>
                    <a:pt x="0" y="318"/>
                  </a:lnTo>
                  <a:lnTo>
                    <a:pt x="0" y="320"/>
                  </a:lnTo>
                  <a:lnTo>
                    <a:pt x="3" y="325"/>
                  </a:lnTo>
                  <a:lnTo>
                    <a:pt x="7" y="328"/>
                  </a:lnTo>
                  <a:lnTo>
                    <a:pt x="10" y="330"/>
                  </a:lnTo>
                  <a:lnTo>
                    <a:pt x="15" y="331"/>
                  </a:lnTo>
                  <a:lnTo>
                    <a:pt x="17" y="331"/>
                  </a:lnTo>
                  <a:lnTo>
                    <a:pt x="20" y="330"/>
                  </a:lnTo>
                  <a:lnTo>
                    <a:pt x="31" y="326"/>
                  </a:lnTo>
                  <a:lnTo>
                    <a:pt x="42" y="320"/>
                  </a:lnTo>
                  <a:lnTo>
                    <a:pt x="53" y="314"/>
                  </a:lnTo>
                  <a:lnTo>
                    <a:pt x="62" y="307"/>
                  </a:lnTo>
                  <a:lnTo>
                    <a:pt x="72" y="298"/>
                  </a:lnTo>
                  <a:lnTo>
                    <a:pt x="81" y="289"/>
                  </a:lnTo>
                  <a:lnTo>
                    <a:pt x="88" y="279"/>
                  </a:lnTo>
                  <a:lnTo>
                    <a:pt x="96" y="269"/>
                  </a:lnTo>
                  <a:lnTo>
                    <a:pt x="102" y="257"/>
                  </a:lnTo>
                  <a:lnTo>
                    <a:pt x="107" y="246"/>
                  </a:lnTo>
                  <a:lnTo>
                    <a:pt x="113" y="234"/>
                  </a:lnTo>
                  <a:lnTo>
                    <a:pt x="117" y="221"/>
                  </a:lnTo>
                  <a:lnTo>
                    <a:pt x="120" y="207"/>
                  </a:lnTo>
                  <a:lnTo>
                    <a:pt x="122" y="193"/>
                  </a:lnTo>
                  <a:lnTo>
                    <a:pt x="123" y="179"/>
                  </a:lnTo>
                  <a:lnTo>
                    <a:pt x="124"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4" name="Freeform 3251">
              <a:extLst>
                <a:ext uri="{FF2B5EF4-FFF2-40B4-BE49-F238E27FC236}">
                  <a16:creationId xmlns:a16="http://schemas.microsoft.com/office/drawing/2014/main" id="{2ADE043E-324A-A5DE-7ACE-4ADDBC0AFF1B}"/>
                </a:ext>
              </a:extLst>
            </p:cNvPr>
            <p:cNvSpPr>
              <a:spLocks/>
            </p:cNvSpPr>
            <p:nvPr/>
          </p:nvSpPr>
          <p:spPr bwMode="auto">
            <a:xfrm>
              <a:off x="7610475" y="3671888"/>
              <a:ext cx="160338" cy="212725"/>
            </a:xfrm>
            <a:custGeom>
              <a:avLst/>
              <a:gdLst>
                <a:gd name="T0" fmla="*/ 470 w 508"/>
                <a:gd name="T1" fmla="*/ 1 h 671"/>
                <a:gd name="T2" fmla="*/ 423 w 508"/>
                <a:gd name="T3" fmla="*/ 9 h 671"/>
                <a:gd name="T4" fmla="*/ 378 w 508"/>
                <a:gd name="T5" fmla="*/ 23 h 671"/>
                <a:gd name="T6" fmla="*/ 335 w 508"/>
                <a:gd name="T7" fmla="*/ 43 h 671"/>
                <a:gd name="T8" fmla="*/ 293 w 508"/>
                <a:gd name="T9" fmla="*/ 69 h 671"/>
                <a:gd name="T10" fmla="*/ 255 w 508"/>
                <a:gd name="T11" fmla="*/ 99 h 671"/>
                <a:gd name="T12" fmla="*/ 222 w 508"/>
                <a:gd name="T13" fmla="*/ 134 h 671"/>
                <a:gd name="T14" fmla="*/ 195 w 508"/>
                <a:gd name="T15" fmla="*/ 173 h 671"/>
                <a:gd name="T16" fmla="*/ 104 w 508"/>
                <a:gd name="T17" fmla="*/ 193 h 671"/>
                <a:gd name="T18" fmla="*/ 82 w 508"/>
                <a:gd name="T19" fmla="*/ 195 h 671"/>
                <a:gd name="T20" fmla="*/ 62 w 508"/>
                <a:gd name="T21" fmla="*/ 204 h 671"/>
                <a:gd name="T22" fmla="*/ 44 w 508"/>
                <a:gd name="T23" fmla="*/ 215 h 671"/>
                <a:gd name="T24" fmla="*/ 29 w 508"/>
                <a:gd name="T25" fmla="*/ 230 h 671"/>
                <a:gd name="T26" fmla="*/ 16 w 508"/>
                <a:gd name="T27" fmla="*/ 250 h 671"/>
                <a:gd name="T28" fmla="*/ 7 w 508"/>
                <a:gd name="T29" fmla="*/ 269 h 671"/>
                <a:gd name="T30" fmla="*/ 2 w 508"/>
                <a:gd name="T31" fmla="*/ 290 h 671"/>
                <a:gd name="T32" fmla="*/ 0 w 508"/>
                <a:gd name="T33" fmla="*/ 313 h 671"/>
                <a:gd name="T34" fmla="*/ 0 w 508"/>
                <a:gd name="T35" fmla="*/ 394 h 671"/>
                <a:gd name="T36" fmla="*/ 4 w 508"/>
                <a:gd name="T37" fmla="*/ 415 h 671"/>
                <a:gd name="T38" fmla="*/ 12 w 508"/>
                <a:gd name="T39" fmla="*/ 435 h 671"/>
                <a:gd name="T40" fmla="*/ 24 w 508"/>
                <a:gd name="T41" fmla="*/ 452 h 671"/>
                <a:gd name="T42" fmla="*/ 39 w 508"/>
                <a:gd name="T43" fmla="*/ 467 h 671"/>
                <a:gd name="T44" fmla="*/ 56 w 508"/>
                <a:gd name="T45" fmla="*/ 479 h 671"/>
                <a:gd name="T46" fmla="*/ 77 w 508"/>
                <a:gd name="T47" fmla="*/ 487 h 671"/>
                <a:gd name="T48" fmla="*/ 98 w 508"/>
                <a:gd name="T49" fmla="*/ 491 h 671"/>
                <a:gd name="T50" fmla="*/ 185 w 508"/>
                <a:gd name="T51" fmla="*/ 491 h 671"/>
                <a:gd name="T52" fmla="*/ 207 w 508"/>
                <a:gd name="T53" fmla="*/ 530 h 671"/>
                <a:gd name="T54" fmla="*/ 237 w 508"/>
                <a:gd name="T55" fmla="*/ 564 h 671"/>
                <a:gd name="T56" fmla="*/ 271 w 508"/>
                <a:gd name="T57" fmla="*/ 594 h 671"/>
                <a:gd name="T58" fmla="*/ 310 w 508"/>
                <a:gd name="T59" fmla="*/ 621 h 671"/>
                <a:gd name="T60" fmla="*/ 353 w 508"/>
                <a:gd name="T61" fmla="*/ 642 h 671"/>
                <a:gd name="T62" fmla="*/ 398 w 508"/>
                <a:gd name="T63" fmla="*/ 658 h 671"/>
                <a:gd name="T64" fmla="*/ 445 w 508"/>
                <a:gd name="T65" fmla="*/ 668 h 671"/>
                <a:gd name="T66" fmla="*/ 493 w 508"/>
                <a:gd name="T67" fmla="*/ 671 h 671"/>
                <a:gd name="T68" fmla="*/ 499 w 508"/>
                <a:gd name="T69" fmla="*/ 670 h 671"/>
                <a:gd name="T70" fmla="*/ 504 w 508"/>
                <a:gd name="T71" fmla="*/ 667 h 671"/>
                <a:gd name="T72" fmla="*/ 507 w 508"/>
                <a:gd name="T73" fmla="*/ 663 h 671"/>
                <a:gd name="T74" fmla="*/ 508 w 508"/>
                <a:gd name="T75" fmla="*/ 656 h 671"/>
                <a:gd name="T76" fmla="*/ 508 w 508"/>
                <a:gd name="T77" fmla="*/ 12 h 671"/>
                <a:gd name="T78" fmla="*/ 506 w 508"/>
                <a:gd name="T79" fmla="*/ 7 h 671"/>
                <a:gd name="T80" fmla="*/ 501 w 508"/>
                <a:gd name="T81" fmla="*/ 3 h 671"/>
                <a:gd name="T82" fmla="*/ 496 w 508"/>
                <a:gd name="T83" fmla="*/ 0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8" h="671">
                  <a:moveTo>
                    <a:pt x="493" y="0"/>
                  </a:moveTo>
                  <a:lnTo>
                    <a:pt x="470" y="1"/>
                  </a:lnTo>
                  <a:lnTo>
                    <a:pt x="447" y="4"/>
                  </a:lnTo>
                  <a:lnTo>
                    <a:pt x="423" y="9"/>
                  </a:lnTo>
                  <a:lnTo>
                    <a:pt x="401" y="14"/>
                  </a:lnTo>
                  <a:lnTo>
                    <a:pt x="378" y="23"/>
                  </a:lnTo>
                  <a:lnTo>
                    <a:pt x="356" y="33"/>
                  </a:lnTo>
                  <a:lnTo>
                    <a:pt x="335" y="43"/>
                  </a:lnTo>
                  <a:lnTo>
                    <a:pt x="313" y="55"/>
                  </a:lnTo>
                  <a:lnTo>
                    <a:pt x="293" y="69"/>
                  </a:lnTo>
                  <a:lnTo>
                    <a:pt x="274" y="84"/>
                  </a:lnTo>
                  <a:lnTo>
                    <a:pt x="255" y="99"/>
                  </a:lnTo>
                  <a:lnTo>
                    <a:pt x="238" y="116"/>
                  </a:lnTo>
                  <a:lnTo>
                    <a:pt x="222" y="134"/>
                  </a:lnTo>
                  <a:lnTo>
                    <a:pt x="208" y="152"/>
                  </a:lnTo>
                  <a:lnTo>
                    <a:pt x="195" y="173"/>
                  </a:lnTo>
                  <a:lnTo>
                    <a:pt x="185" y="193"/>
                  </a:lnTo>
                  <a:lnTo>
                    <a:pt x="104" y="193"/>
                  </a:lnTo>
                  <a:lnTo>
                    <a:pt x="93" y="193"/>
                  </a:lnTo>
                  <a:lnTo>
                    <a:pt x="82" y="195"/>
                  </a:lnTo>
                  <a:lnTo>
                    <a:pt x="71" y="199"/>
                  </a:lnTo>
                  <a:lnTo>
                    <a:pt x="62" y="204"/>
                  </a:lnTo>
                  <a:lnTo>
                    <a:pt x="52" y="209"/>
                  </a:lnTo>
                  <a:lnTo>
                    <a:pt x="44" y="215"/>
                  </a:lnTo>
                  <a:lnTo>
                    <a:pt x="36" y="223"/>
                  </a:lnTo>
                  <a:lnTo>
                    <a:pt x="29" y="230"/>
                  </a:lnTo>
                  <a:lnTo>
                    <a:pt x="22" y="240"/>
                  </a:lnTo>
                  <a:lnTo>
                    <a:pt x="16" y="250"/>
                  </a:lnTo>
                  <a:lnTo>
                    <a:pt x="11" y="259"/>
                  </a:lnTo>
                  <a:lnTo>
                    <a:pt x="7" y="269"/>
                  </a:lnTo>
                  <a:lnTo>
                    <a:pt x="4" y="280"/>
                  </a:lnTo>
                  <a:lnTo>
                    <a:pt x="2" y="290"/>
                  </a:lnTo>
                  <a:lnTo>
                    <a:pt x="0" y="302"/>
                  </a:lnTo>
                  <a:lnTo>
                    <a:pt x="0" y="313"/>
                  </a:lnTo>
                  <a:lnTo>
                    <a:pt x="0" y="382"/>
                  </a:lnTo>
                  <a:lnTo>
                    <a:pt x="0" y="394"/>
                  </a:lnTo>
                  <a:lnTo>
                    <a:pt x="2" y="405"/>
                  </a:lnTo>
                  <a:lnTo>
                    <a:pt x="4" y="415"/>
                  </a:lnTo>
                  <a:lnTo>
                    <a:pt x="8" y="425"/>
                  </a:lnTo>
                  <a:lnTo>
                    <a:pt x="12" y="435"/>
                  </a:lnTo>
                  <a:lnTo>
                    <a:pt x="18" y="443"/>
                  </a:lnTo>
                  <a:lnTo>
                    <a:pt x="24" y="452"/>
                  </a:lnTo>
                  <a:lnTo>
                    <a:pt x="32" y="459"/>
                  </a:lnTo>
                  <a:lnTo>
                    <a:pt x="39" y="467"/>
                  </a:lnTo>
                  <a:lnTo>
                    <a:pt x="48" y="473"/>
                  </a:lnTo>
                  <a:lnTo>
                    <a:pt x="56" y="479"/>
                  </a:lnTo>
                  <a:lnTo>
                    <a:pt x="66" y="483"/>
                  </a:lnTo>
                  <a:lnTo>
                    <a:pt x="77" y="487"/>
                  </a:lnTo>
                  <a:lnTo>
                    <a:pt x="86" y="489"/>
                  </a:lnTo>
                  <a:lnTo>
                    <a:pt x="98" y="491"/>
                  </a:lnTo>
                  <a:lnTo>
                    <a:pt x="109" y="491"/>
                  </a:lnTo>
                  <a:lnTo>
                    <a:pt x="185" y="491"/>
                  </a:lnTo>
                  <a:lnTo>
                    <a:pt x="195" y="511"/>
                  </a:lnTo>
                  <a:lnTo>
                    <a:pt x="207" y="530"/>
                  </a:lnTo>
                  <a:lnTo>
                    <a:pt x="221" y="547"/>
                  </a:lnTo>
                  <a:lnTo>
                    <a:pt x="237" y="564"/>
                  </a:lnTo>
                  <a:lnTo>
                    <a:pt x="253" y="580"/>
                  </a:lnTo>
                  <a:lnTo>
                    <a:pt x="271" y="594"/>
                  </a:lnTo>
                  <a:lnTo>
                    <a:pt x="291" y="608"/>
                  </a:lnTo>
                  <a:lnTo>
                    <a:pt x="310" y="621"/>
                  </a:lnTo>
                  <a:lnTo>
                    <a:pt x="331" y="633"/>
                  </a:lnTo>
                  <a:lnTo>
                    <a:pt x="353" y="642"/>
                  </a:lnTo>
                  <a:lnTo>
                    <a:pt x="375" y="651"/>
                  </a:lnTo>
                  <a:lnTo>
                    <a:pt x="398" y="658"/>
                  </a:lnTo>
                  <a:lnTo>
                    <a:pt x="421" y="664"/>
                  </a:lnTo>
                  <a:lnTo>
                    <a:pt x="445" y="668"/>
                  </a:lnTo>
                  <a:lnTo>
                    <a:pt x="469" y="670"/>
                  </a:lnTo>
                  <a:lnTo>
                    <a:pt x="493" y="671"/>
                  </a:lnTo>
                  <a:lnTo>
                    <a:pt x="496" y="671"/>
                  </a:lnTo>
                  <a:lnTo>
                    <a:pt x="499" y="670"/>
                  </a:lnTo>
                  <a:lnTo>
                    <a:pt x="501" y="669"/>
                  </a:lnTo>
                  <a:lnTo>
                    <a:pt x="504" y="667"/>
                  </a:lnTo>
                  <a:lnTo>
                    <a:pt x="506" y="665"/>
                  </a:lnTo>
                  <a:lnTo>
                    <a:pt x="507" y="663"/>
                  </a:lnTo>
                  <a:lnTo>
                    <a:pt x="508" y="659"/>
                  </a:lnTo>
                  <a:lnTo>
                    <a:pt x="508" y="656"/>
                  </a:lnTo>
                  <a:lnTo>
                    <a:pt x="508" y="15"/>
                  </a:lnTo>
                  <a:lnTo>
                    <a:pt x="508" y="12"/>
                  </a:lnTo>
                  <a:lnTo>
                    <a:pt x="507" y="9"/>
                  </a:lnTo>
                  <a:lnTo>
                    <a:pt x="506" y="7"/>
                  </a:lnTo>
                  <a:lnTo>
                    <a:pt x="504" y="5"/>
                  </a:lnTo>
                  <a:lnTo>
                    <a:pt x="501" y="3"/>
                  </a:lnTo>
                  <a:lnTo>
                    <a:pt x="499" y="1"/>
                  </a:lnTo>
                  <a:lnTo>
                    <a:pt x="496" y="0"/>
                  </a:lnTo>
                  <a:lnTo>
                    <a:pt x="4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sp>
        <p:nvSpPr>
          <p:cNvPr id="75" name="Freeform 950">
            <a:extLst>
              <a:ext uri="{FF2B5EF4-FFF2-40B4-BE49-F238E27FC236}">
                <a16:creationId xmlns:a16="http://schemas.microsoft.com/office/drawing/2014/main" id="{CE22483F-1B9D-B02D-8524-3F48FB973F10}"/>
              </a:ext>
            </a:extLst>
          </p:cNvPr>
          <p:cNvSpPr>
            <a:spLocks noEditPoints="1"/>
          </p:cNvSpPr>
          <p:nvPr/>
        </p:nvSpPr>
        <p:spPr bwMode="auto">
          <a:xfrm>
            <a:off x="10805577" y="5279808"/>
            <a:ext cx="220663" cy="285750"/>
          </a:xfrm>
          <a:custGeom>
            <a:avLst/>
            <a:gdLst>
              <a:gd name="T0" fmla="*/ 542 w 553"/>
              <a:gd name="T1" fmla="*/ 205 h 722"/>
              <a:gd name="T2" fmla="*/ 323 w 553"/>
              <a:gd name="T3" fmla="*/ 313 h 722"/>
              <a:gd name="T4" fmla="*/ 312 w 553"/>
              <a:gd name="T5" fmla="*/ 306 h 722"/>
              <a:gd name="T6" fmla="*/ 315 w 553"/>
              <a:gd name="T7" fmla="*/ 293 h 722"/>
              <a:gd name="T8" fmla="*/ 444 w 553"/>
              <a:gd name="T9" fmla="*/ 289 h 722"/>
              <a:gd name="T10" fmla="*/ 455 w 553"/>
              <a:gd name="T11" fmla="*/ 297 h 722"/>
              <a:gd name="T12" fmla="*/ 452 w 553"/>
              <a:gd name="T13" fmla="*/ 310 h 722"/>
              <a:gd name="T14" fmla="*/ 444 w 553"/>
              <a:gd name="T15" fmla="*/ 433 h 722"/>
              <a:gd name="T16" fmla="*/ 315 w 553"/>
              <a:gd name="T17" fmla="*/ 430 h 722"/>
              <a:gd name="T18" fmla="*/ 312 w 553"/>
              <a:gd name="T19" fmla="*/ 417 h 722"/>
              <a:gd name="T20" fmla="*/ 323 w 553"/>
              <a:gd name="T21" fmla="*/ 409 h 722"/>
              <a:gd name="T22" fmla="*/ 452 w 553"/>
              <a:gd name="T23" fmla="*/ 413 h 722"/>
              <a:gd name="T24" fmla="*/ 455 w 553"/>
              <a:gd name="T25" fmla="*/ 426 h 722"/>
              <a:gd name="T26" fmla="*/ 444 w 553"/>
              <a:gd name="T27" fmla="*/ 433 h 722"/>
              <a:gd name="T28" fmla="*/ 318 w 553"/>
              <a:gd name="T29" fmla="*/ 577 h 722"/>
              <a:gd name="T30" fmla="*/ 311 w 553"/>
              <a:gd name="T31" fmla="*/ 566 h 722"/>
              <a:gd name="T32" fmla="*/ 318 w 553"/>
              <a:gd name="T33" fmla="*/ 555 h 722"/>
              <a:gd name="T34" fmla="*/ 449 w 553"/>
              <a:gd name="T35" fmla="*/ 555 h 722"/>
              <a:gd name="T36" fmla="*/ 456 w 553"/>
              <a:gd name="T37" fmla="*/ 566 h 722"/>
              <a:gd name="T38" fmla="*/ 449 w 553"/>
              <a:gd name="T39" fmla="*/ 577 h 722"/>
              <a:gd name="T40" fmla="*/ 194 w 553"/>
              <a:gd name="T41" fmla="*/ 325 h 722"/>
              <a:gd name="T42" fmla="*/ 181 w 553"/>
              <a:gd name="T43" fmla="*/ 327 h 722"/>
              <a:gd name="T44" fmla="*/ 129 w 553"/>
              <a:gd name="T45" fmla="*/ 275 h 722"/>
              <a:gd name="T46" fmla="*/ 132 w 553"/>
              <a:gd name="T47" fmla="*/ 262 h 722"/>
              <a:gd name="T48" fmla="*/ 145 w 553"/>
              <a:gd name="T49" fmla="*/ 260 h 722"/>
              <a:gd name="T50" fmla="*/ 253 w 553"/>
              <a:gd name="T51" fmla="*/ 232 h 722"/>
              <a:gd name="T52" fmla="*/ 267 w 553"/>
              <a:gd name="T53" fmla="*/ 230 h 722"/>
              <a:gd name="T54" fmla="*/ 274 w 553"/>
              <a:gd name="T55" fmla="*/ 240 h 722"/>
              <a:gd name="T56" fmla="*/ 271 w 553"/>
              <a:gd name="T57" fmla="*/ 386 h 722"/>
              <a:gd name="T58" fmla="*/ 186 w 553"/>
              <a:gd name="T59" fmla="*/ 465 h 722"/>
              <a:gd name="T60" fmla="*/ 132 w 553"/>
              <a:gd name="T61" fmla="*/ 415 h 722"/>
              <a:gd name="T62" fmla="*/ 129 w 553"/>
              <a:gd name="T63" fmla="*/ 403 h 722"/>
              <a:gd name="T64" fmla="*/ 140 w 553"/>
              <a:gd name="T65" fmla="*/ 395 h 722"/>
              <a:gd name="T66" fmla="*/ 186 w 553"/>
              <a:gd name="T67" fmla="*/ 436 h 722"/>
              <a:gd name="T68" fmla="*/ 262 w 553"/>
              <a:gd name="T69" fmla="*/ 365 h 722"/>
              <a:gd name="T70" fmla="*/ 273 w 553"/>
              <a:gd name="T71" fmla="*/ 372 h 722"/>
              <a:gd name="T72" fmla="*/ 271 w 553"/>
              <a:gd name="T73" fmla="*/ 386 h 722"/>
              <a:gd name="T74" fmla="*/ 190 w 553"/>
              <a:gd name="T75" fmla="*/ 601 h 722"/>
              <a:gd name="T76" fmla="*/ 178 w 553"/>
              <a:gd name="T77" fmla="*/ 599 h 722"/>
              <a:gd name="T78" fmla="*/ 128 w 553"/>
              <a:gd name="T79" fmla="*/ 545 h 722"/>
              <a:gd name="T80" fmla="*/ 136 w 553"/>
              <a:gd name="T81" fmla="*/ 533 h 722"/>
              <a:gd name="T82" fmla="*/ 149 w 553"/>
              <a:gd name="T83" fmla="*/ 535 h 722"/>
              <a:gd name="T84" fmla="*/ 258 w 553"/>
              <a:gd name="T85" fmla="*/ 502 h 722"/>
              <a:gd name="T86" fmla="*/ 271 w 553"/>
              <a:gd name="T87" fmla="*/ 505 h 722"/>
              <a:gd name="T88" fmla="*/ 273 w 553"/>
              <a:gd name="T89" fmla="*/ 518 h 722"/>
              <a:gd name="T90" fmla="*/ 357 w 553"/>
              <a:gd name="T91" fmla="*/ 3 h 722"/>
              <a:gd name="T92" fmla="*/ 12 w 553"/>
              <a:gd name="T93" fmla="*/ 0 h 722"/>
              <a:gd name="T94" fmla="*/ 1 w 553"/>
              <a:gd name="T95" fmla="*/ 7 h 722"/>
              <a:gd name="T96" fmla="*/ 1 w 553"/>
              <a:gd name="T97" fmla="*/ 715 h 722"/>
              <a:gd name="T98" fmla="*/ 12 w 553"/>
              <a:gd name="T99" fmla="*/ 722 h 722"/>
              <a:gd name="T100" fmla="*/ 550 w 553"/>
              <a:gd name="T101" fmla="*/ 719 h 722"/>
              <a:gd name="T102" fmla="*/ 553 w 553"/>
              <a:gd name="T103" fmla="*/ 205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53" h="722">
                <a:moveTo>
                  <a:pt x="349" y="205"/>
                </a:moveTo>
                <a:lnTo>
                  <a:pt x="349" y="12"/>
                </a:lnTo>
                <a:lnTo>
                  <a:pt x="542" y="205"/>
                </a:lnTo>
                <a:lnTo>
                  <a:pt x="349" y="205"/>
                </a:lnTo>
                <a:close/>
                <a:moveTo>
                  <a:pt x="444" y="313"/>
                </a:moveTo>
                <a:lnTo>
                  <a:pt x="323" y="313"/>
                </a:lnTo>
                <a:lnTo>
                  <a:pt x="318" y="312"/>
                </a:lnTo>
                <a:lnTo>
                  <a:pt x="315" y="310"/>
                </a:lnTo>
                <a:lnTo>
                  <a:pt x="312" y="306"/>
                </a:lnTo>
                <a:lnTo>
                  <a:pt x="311" y="301"/>
                </a:lnTo>
                <a:lnTo>
                  <a:pt x="312" y="297"/>
                </a:lnTo>
                <a:lnTo>
                  <a:pt x="315" y="293"/>
                </a:lnTo>
                <a:lnTo>
                  <a:pt x="318" y="290"/>
                </a:lnTo>
                <a:lnTo>
                  <a:pt x="323" y="289"/>
                </a:lnTo>
                <a:lnTo>
                  <a:pt x="444" y="289"/>
                </a:lnTo>
                <a:lnTo>
                  <a:pt x="449" y="290"/>
                </a:lnTo>
                <a:lnTo>
                  <a:pt x="452" y="293"/>
                </a:lnTo>
                <a:lnTo>
                  <a:pt x="455" y="297"/>
                </a:lnTo>
                <a:lnTo>
                  <a:pt x="456" y="301"/>
                </a:lnTo>
                <a:lnTo>
                  <a:pt x="455" y="306"/>
                </a:lnTo>
                <a:lnTo>
                  <a:pt x="452" y="310"/>
                </a:lnTo>
                <a:lnTo>
                  <a:pt x="449" y="312"/>
                </a:lnTo>
                <a:lnTo>
                  <a:pt x="444" y="313"/>
                </a:lnTo>
                <a:close/>
                <a:moveTo>
                  <a:pt x="444" y="433"/>
                </a:moveTo>
                <a:lnTo>
                  <a:pt x="323" y="433"/>
                </a:lnTo>
                <a:lnTo>
                  <a:pt x="318" y="432"/>
                </a:lnTo>
                <a:lnTo>
                  <a:pt x="315" y="430"/>
                </a:lnTo>
                <a:lnTo>
                  <a:pt x="312" y="426"/>
                </a:lnTo>
                <a:lnTo>
                  <a:pt x="311" y="421"/>
                </a:lnTo>
                <a:lnTo>
                  <a:pt x="312" y="417"/>
                </a:lnTo>
                <a:lnTo>
                  <a:pt x="315" y="413"/>
                </a:lnTo>
                <a:lnTo>
                  <a:pt x="318" y="410"/>
                </a:lnTo>
                <a:lnTo>
                  <a:pt x="323" y="409"/>
                </a:lnTo>
                <a:lnTo>
                  <a:pt x="444" y="409"/>
                </a:lnTo>
                <a:lnTo>
                  <a:pt x="449" y="410"/>
                </a:lnTo>
                <a:lnTo>
                  <a:pt x="452" y="413"/>
                </a:lnTo>
                <a:lnTo>
                  <a:pt x="455" y="417"/>
                </a:lnTo>
                <a:lnTo>
                  <a:pt x="456" y="421"/>
                </a:lnTo>
                <a:lnTo>
                  <a:pt x="455" y="426"/>
                </a:lnTo>
                <a:lnTo>
                  <a:pt x="452" y="430"/>
                </a:lnTo>
                <a:lnTo>
                  <a:pt x="449" y="432"/>
                </a:lnTo>
                <a:lnTo>
                  <a:pt x="444" y="433"/>
                </a:lnTo>
                <a:close/>
                <a:moveTo>
                  <a:pt x="444" y="578"/>
                </a:moveTo>
                <a:lnTo>
                  <a:pt x="323" y="578"/>
                </a:lnTo>
                <a:lnTo>
                  <a:pt x="318" y="577"/>
                </a:lnTo>
                <a:lnTo>
                  <a:pt x="315" y="574"/>
                </a:lnTo>
                <a:lnTo>
                  <a:pt x="312" y="571"/>
                </a:lnTo>
                <a:lnTo>
                  <a:pt x="311" y="566"/>
                </a:lnTo>
                <a:lnTo>
                  <a:pt x="312" y="561"/>
                </a:lnTo>
                <a:lnTo>
                  <a:pt x="315" y="558"/>
                </a:lnTo>
                <a:lnTo>
                  <a:pt x="318" y="555"/>
                </a:lnTo>
                <a:lnTo>
                  <a:pt x="323" y="554"/>
                </a:lnTo>
                <a:lnTo>
                  <a:pt x="444" y="554"/>
                </a:lnTo>
                <a:lnTo>
                  <a:pt x="449" y="555"/>
                </a:lnTo>
                <a:lnTo>
                  <a:pt x="452" y="558"/>
                </a:lnTo>
                <a:lnTo>
                  <a:pt x="455" y="561"/>
                </a:lnTo>
                <a:lnTo>
                  <a:pt x="456" y="566"/>
                </a:lnTo>
                <a:lnTo>
                  <a:pt x="455" y="571"/>
                </a:lnTo>
                <a:lnTo>
                  <a:pt x="452" y="574"/>
                </a:lnTo>
                <a:lnTo>
                  <a:pt x="449" y="577"/>
                </a:lnTo>
                <a:lnTo>
                  <a:pt x="444" y="578"/>
                </a:lnTo>
                <a:close/>
                <a:moveTo>
                  <a:pt x="271" y="249"/>
                </a:moveTo>
                <a:lnTo>
                  <a:pt x="194" y="325"/>
                </a:lnTo>
                <a:lnTo>
                  <a:pt x="190" y="327"/>
                </a:lnTo>
                <a:lnTo>
                  <a:pt x="186" y="328"/>
                </a:lnTo>
                <a:lnTo>
                  <a:pt x="181" y="327"/>
                </a:lnTo>
                <a:lnTo>
                  <a:pt x="178" y="325"/>
                </a:lnTo>
                <a:lnTo>
                  <a:pt x="132" y="280"/>
                </a:lnTo>
                <a:lnTo>
                  <a:pt x="129" y="275"/>
                </a:lnTo>
                <a:lnTo>
                  <a:pt x="128" y="270"/>
                </a:lnTo>
                <a:lnTo>
                  <a:pt x="129" y="266"/>
                </a:lnTo>
                <a:lnTo>
                  <a:pt x="132" y="262"/>
                </a:lnTo>
                <a:lnTo>
                  <a:pt x="136" y="260"/>
                </a:lnTo>
                <a:lnTo>
                  <a:pt x="140" y="259"/>
                </a:lnTo>
                <a:lnTo>
                  <a:pt x="145" y="260"/>
                </a:lnTo>
                <a:lnTo>
                  <a:pt x="149" y="262"/>
                </a:lnTo>
                <a:lnTo>
                  <a:pt x="186" y="299"/>
                </a:lnTo>
                <a:lnTo>
                  <a:pt x="253" y="232"/>
                </a:lnTo>
                <a:lnTo>
                  <a:pt x="258" y="230"/>
                </a:lnTo>
                <a:lnTo>
                  <a:pt x="262" y="229"/>
                </a:lnTo>
                <a:lnTo>
                  <a:pt x="267" y="230"/>
                </a:lnTo>
                <a:lnTo>
                  <a:pt x="271" y="232"/>
                </a:lnTo>
                <a:lnTo>
                  <a:pt x="273" y="236"/>
                </a:lnTo>
                <a:lnTo>
                  <a:pt x="274" y="240"/>
                </a:lnTo>
                <a:lnTo>
                  <a:pt x="273" y="245"/>
                </a:lnTo>
                <a:lnTo>
                  <a:pt x="271" y="249"/>
                </a:lnTo>
                <a:close/>
                <a:moveTo>
                  <a:pt x="271" y="386"/>
                </a:moveTo>
                <a:lnTo>
                  <a:pt x="194" y="461"/>
                </a:lnTo>
                <a:lnTo>
                  <a:pt x="190" y="464"/>
                </a:lnTo>
                <a:lnTo>
                  <a:pt x="186" y="465"/>
                </a:lnTo>
                <a:lnTo>
                  <a:pt x="181" y="464"/>
                </a:lnTo>
                <a:lnTo>
                  <a:pt x="178" y="461"/>
                </a:lnTo>
                <a:lnTo>
                  <a:pt x="132" y="415"/>
                </a:lnTo>
                <a:lnTo>
                  <a:pt x="129" y="411"/>
                </a:lnTo>
                <a:lnTo>
                  <a:pt x="128" y="407"/>
                </a:lnTo>
                <a:lnTo>
                  <a:pt x="129" y="403"/>
                </a:lnTo>
                <a:lnTo>
                  <a:pt x="132" y="399"/>
                </a:lnTo>
                <a:lnTo>
                  <a:pt x="136" y="396"/>
                </a:lnTo>
                <a:lnTo>
                  <a:pt x="140" y="395"/>
                </a:lnTo>
                <a:lnTo>
                  <a:pt x="145" y="396"/>
                </a:lnTo>
                <a:lnTo>
                  <a:pt x="149" y="399"/>
                </a:lnTo>
                <a:lnTo>
                  <a:pt x="186" y="436"/>
                </a:lnTo>
                <a:lnTo>
                  <a:pt x="253" y="368"/>
                </a:lnTo>
                <a:lnTo>
                  <a:pt x="258" y="365"/>
                </a:lnTo>
                <a:lnTo>
                  <a:pt x="262" y="365"/>
                </a:lnTo>
                <a:lnTo>
                  <a:pt x="267" y="365"/>
                </a:lnTo>
                <a:lnTo>
                  <a:pt x="271" y="368"/>
                </a:lnTo>
                <a:lnTo>
                  <a:pt x="273" y="372"/>
                </a:lnTo>
                <a:lnTo>
                  <a:pt x="274" y="376"/>
                </a:lnTo>
                <a:lnTo>
                  <a:pt x="273" y="381"/>
                </a:lnTo>
                <a:lnTo>
                  <a:pt x="271" y="386"/>
                </a:lnTo>
                <a:close/>
                <a:moveTo>
                  <a:pt x="271" y="522"/>
                </a:moveTo>
                <a:lnTo>
                  <a:pt x="194" y="599"/>
                </a:lnTo>
                <a:lnTo>
                  <a:pt x="190" y="601"/>
                </a:lnTo>
                <a:lnTo>
                  <a:pt x="186" y="602"/>
                </a:lnTo>
                <a:lnTo>
                  <a:pt x="181" y="601"/>
                </a:lnTo>
                <a:lnTo>
                  <a:pt x="178" y="599"/>
                </a:lnTo>
                <a:lnTo>
                  <a:pt x="132" y="553"/>
                </a:lnTo>
                <a:lnTo>
                  <a:pt x="129" y="549"/>
                </a:lnTo>
                <a:lnTo>
                  <a:pt x="128" y="545"/>
                </a:lnTo>
                <a:lnTo>
                  <a:pt x="129" y="540"/>
                </a:lnTo>
                <a:lnTo>
                  <a:pt x="132" y="535"/>
                </a:lnTo>
                <a:lnTo>
                  <a:pt x="136" y="533"/>
                </a:lnTo>
                <a:lnTo>
                  <a:pt x="140" y="532"/>
                </a:lnTo>
                <a:lnTo>
                  <a:pt x="145" y="533"/>
                </a:lnTo>
                <a:lnTo>
                  <a:pt x="149" y="535"/>
                </a:lnTo>
                <a:lnTo>
                  <a:pt x="186" y="572"/>
                </a:lnTo>
                <a:lnTo>
                  <a:pt x="253" y="505"/>
                </a:lnTo>
                <a:lnTo>
                  <a:pt x="258" y="502"/>
                </a:lnTo>
                <a:lnTo>
                  <a:pt x="262" y="501"/>
                </a:lnTo>
                <a:lnTo>
                  <a:pt x="267" y="502"/>
                </a:lnTo>
                <a:lnTo>
                  <a:pt x="271" y="505"/>
                </a:lnTo>
                <a:lnTo>
                  <a:pt x="273" y="509"/>
                </a:lnTo>
                <a:lnTo>
                  <a:pt x="274" y="513"/>
                </a:lnTo>
                <a:lnTo>
                  <a:pt x="273" y="518"/>
                </a:lnTo>
                <a:lnTo>
                  <a:pt x="271" y="522"/>
                </a:lnTo>
                <a:close/>
                <a:moveTo>
                  <a:pt x="550" y="196"/>
                </a:moveTo>
                <a:lnTo>
                  <a:pt x="357" y="3"/>
                </a:lnTo>
                <a:lnTo>
                  <a:pt x="353" y="1"/>
                </a:lnTo>
                <a:lnTo>
                  <a:pt x="349" y="0"/>
                </a:lnTo>
                <a:lnTo>
                  <a:pt x="12" y="0"/>
                </a:lnTo>
                <a:lnTo>
                  <a:pt x="7" y="1"/>
                </a:lnTo>
                <a:lnTo>
                  <a:pt x="4" y="3"/>
                </a:lnTo>
                <a:lnTo>
                  <a:pt x="1" y="7"/>
                </a:lnTo>
                <a:lnTo>
                  <a:pt x="0" y="12"/>
                </a:lnTo>
                <a:lnTo>
                  <a:pt x="0" y="711"/>
                </a:lnTo>
                <a:lnTo>
                  <a:pt x="1" y="715"/>
                </a:lnTo>
                <a:lnTo>
                  <a:pt x="4" y="719"/>
                </a:lnTo>
                <a:lnTo>
                  <a:pt x="7" y="721"/>
                </a:lnTo>
                <a:lnTo>
                  <a:pt x="12" y="722"/>
                </a:lnTo>
                <a:lnTo>
                  <a:pt x="542" y="722"/>
                </a:lnTo>
                <a:lnTo>
                  <a:pt x="546" y="721"/>
                </a:lnTo>
                <a:lnTo>
                  <a:pt x="550" y="719"/>
                </a:lnTo>
                <a:lnTo>
                  <a:pt x="552" y="715"/>
                </a:lnTo>
                <a:lnTo>
                  <a:pt x="553" y="711"/>
                </a:lnTo>
                <a:lnTo>
                  <a:pt x="553" y="205"/>
                </a:lnTo>
                <a:lnTo>
                  <a:pt x="552" y="200"/>
                </a:lnTo>
                <a:lnTo>
                  <a:pt x="550" y="19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Tree>
    <p:extLst>
      <p:ext uri="{BB962C8B-B14F-4D97-AF65-F5344CB8AC3E}">
        <p14:creationId xmlns:p14="http://schemas.microsoft.com/office/powerpoint/2010/main" val="25072953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Triangle 1">
            <a:extLst>
              <a:ext uri="{FF2B5EF4-FFF2-40B4-BE49-F238E27FC236}">
                <a16:creationId xmlns:a16="http://schemas.microsoft.com/office/drawing/2014/main" id="{5412B7D6-9400-4B66-8814-DCF81BEB0C5A}"/>
              </a:ext>
            </a:extLst>
          </p:cNvPr>
          <p:cNvSpPr/>
          <p:nvPr/>
        </p:nvSpPr>
        <p:spPr>
          <a:xfrm rot="5400000" flipH="1">
            <a:off x="0" y="5372100"/>
            <a:ext cx="1485900" cy="1485900"/>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3" name="Rectangle 2">
            <a:extLst>
              <a:ext uri="{FF2B5EF4-FFF2-40B4-BE49-F238E27FC236}">
                <a16:creationId xmlns:a16="http://schemas.microsoft.com/office/drawing/2014/main" id="{64ABBA9B-1329-47B1-9E6B-E01B6F3823E7}"/>
              </a:ext>
            </a:extLst>
          </p:cNvPr>
          <p:cNvSpPr/>
          <p:nvPr/>
        </p:nvSpPr>
        <p:spPr>
          <a:xfrm>
            <a:off x="10058400" y="97712"/>
            <a:ext cx="2133600" cy="177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6" name="Date Placeholder 5">
            <a:extLst>
              <a:ext uri="{FF2B5EF4-FFF2-40B4-BE49-F238E27FC236}">
                <a16:creationId xmlns:a16="http://schemas.microsoft.com/office/drawing/2014/main" id="{80E38B08-802D-4164-A9F1-6C44A3B3280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C123CF5-7D66-4CD0-9E7B-9C396B7C8ADE}" type="datetime1">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7" name="Slide Number Placeholder 6">
            <a:extLst>
              <a:ext uri="{FF2B5EF4-FFF2-40B4-BE49-F238E27FC236}">
                <a16:creationId xmlns:a16="http://schemas.microsoft.com/office/drawing/2014/main" id="{62E62710-286F-4B00-9BF4-C4E48604ED0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104C915-17D6-486A-86EC-048CBE10C825}" type="slidenum">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grpSp>
        <p:nvGrpSpPr>
          <p:cNvPr id="4" name="Group 3">
            <a:extLst>
              <a:ext uri="{FF2B5EF4-FFF2-40B4-BE49-F238E27FC236}">
                <a16:creationId xmlns:a16="http://schemas.microsoft.com/office/drawing/2014/main" id="{E7F8EF2D-6410-4684-8FD6-334F293D5A02}"/>
              </a:ext>
            </a:extLst>
          </p:cNvPr>
          <p:cNvGrpSpPr/>
          <p:nvPr/>
        </p:nvGrpSpPr>
        <p:grpSpPr>
          <a:xfrm>
            <a:off x="1804194" y="1411287"/>
            <a:ext cx="8583613" cy="4808538"/>
            <a:chOff x="1804194" y="1024731"/>
            <a:chExt cx="8583613" cy="4808538"/>
          </a:xfrm>
          <a:pattFill prst="dkUpDiag">
            <a:fgClr>
              <a:srgbClr val="BBE0E3"/>
            </a:fgClr>
            <a:bgClr>
              <a:schemeClr val="bg1"/>
            </a:bgClr>
          </a:pattFill>
        </p:grpSpPr>
        <p:sp>
          <p:nvSpPr>
            <p:cNvPr id="114" name="Freeform 6">
              <a:extLst>
                <a:ext uri="{FF2B5EF4-FFF2-40B4-BE49-F238E27FC236}">
                  <a16:creationId xmlns:a16="http://schemas.microsoft.com/office/drawing/2014/main" id="{725169B7-9AE7-417B-87FD-C8D3B86D9696}"/>
                </a:ext>
              </a:extLst>
            </p:cNvPr>
            <p:cNvSpPr>
              <a:spLocks/>
            </p:cNvSpPr>
            <p:nvPr/>
          </p:nvSpPr>
          <p:spPr bwMode="auto">
            <a:xfrm>
              <a:off x="8689182" y="3934618"/>
              <a:ext cx="257175" cy="255588"/>
            </a:xfrm>
            <a:custGeom>
              <a:avLst/>
              <a:gdLst>
                <a:gd name="T0" fmla="*/ 350 w 485"/>
                <a:gd name="T1" fmla="*/ 7 h 484"/>
                <a:gd name="T2" fmla="*/ 310 w 485"/>
                <a:gd name="T3" fmla="*/ 155 h 484"/>
                <a:gd name="T4" fmla="*/ 95 w 485"/>
                <a:gd name="T5" fmla="*/ 228 h 484"/>
                <a:gd name="T6" fmla="*/ 31 w 485"/>
                <a:gd name="T7" fmla="*/ 153 h 484"/>
                <a:gd name="T8" fmla="*/ 0 w 485"/>
                <a:gd name="T9" fmla="*/ 161 h 484"/>
                <a:gd name="T10" fmla="*/ 58 w 485"/>
                <a:gd name="T11" fmla="*/ 385 h 484"/>
                <a:gd name="T12" fmla="*/ 146 w 485"/>
                <a:gd name="T13" fmla="*/ 396 h 484"/>
                <a:gd name="T14" fmla="*/ 261 w 485"/>
                <a:gd name="T15" fmla="*/ 439 h 484"/>
                <a:gd name="T16" fmla="*/ 261 w 485"/>
                <a:gd name="T17" fmla="*/ 484 h 484"/>
                <a:gd name="T18" fmla="*/ 315 w 485"/>
                <a:gd name="T19" fmla="*/ 474 h 484"/>
                <a:gd name="T20" fmla="*/ 392 w 485"/>
                <a:gd name="T21" fmla="*/ 366 h 484"/>
                <a:gd name="T22" fmla="*/ 392 w 485"/>
                <a:gd name="T23" fmla="*/ 279 h 484"/>
                <a:gd name="T24" fmla="*/ 436 w 485"/>
                <a:gd name="T25" fmla="*/ 190 h 484"/>
                <a:gd name="T26" fmla="*/ 485 w 485"/>
                <a:gd name="T27" fmla="*/ 201 h 484"/>
                <a:gd name="T28" fmla="*/ 426 w 485"/>
                <a:gd name="T29" fmla="*/ 79 h 484"/>
                <a:gd name="T30" fmla="*/ 418 w 485"/>
                <a:gd name="T31" fmla="*/ 0 h 484"/>
                <a:gd name="T32" fmla="*/ 350 w 485"/>
                <a:gd name="T33" fmla="*/ 7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5" h="484">
                  <a:moveTo>
                    <a:pt x="350" y="7"/>
                  </a:moveTo>
                  <a:lnTo>
                    <a:pt x="310" y="155"/>
                  </a:lnTo>
                  <a:lnTo>
                    <a:pt x="95" y="228"/>
                  </a:lnTo>
                  <a:lnTo>
                    <a:pt x="31" y="153"/>
                  </a:lnTo>
                  <a:lnTo>
                    <a:pt x="0" y="161"/>
                  </a:lnTo>
                  <a:lnTo>
                    <a:pt x="58" y="385"/>
                  </a:lnTo>
                  <a:lnTo>
                    <a:pt x="146" y="396"/>
                  </a:lnTo>
                  <a:lnTo>
                    <a:pt x="261" y="439"/>
                  </a:lnTo>
                  <a:lnTo>
                    <a:pt x="261" y="484"/>
                  </a:lnTo>
                  <a:lnTo>
                    <a:pt x="315" y="474"/>
                  </a:lnTo>
                  <a:lnTo>
                    <a:pt x="392" y="366"/>
                  </a:lnTo>
                  <a:lnTo>
                    <a:pt x="392" y="279"/>
                  </a:lnTo>
                  <a:lnTo>
                    <a:pt x="436" y="190"/>
                  </a:lnTo>
                  <a:lnTo>
                    <a:pt x="485" y="201"/>
                  </a:lnTo>
                  <a:lnTo>
                    <a:pt x="426" y="79"/>
                  </a:lnTo>
                  <a:lnTo>
                    <a:pt x="418" y="0"/>
                  </a:lnTo>
                  <a:lnTo>
                    <a:pt x="350" y="7"/>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5" name="Freeform 7">
              <a:extLst>
                <a:ext uri="{FF2B5EF4-FFF2-40B4-BE49-F238E27FC236}">
                  <a16:creationId xmlns:a16="http://schemas.microsoft.com/office/drawing/2014/main" id="{4A154788-338C-44E6-8917-5BBB22FF0B88}"/>
                </a:ext>
              </a:extLst>
            </p:cNvPr>
            <p:cNvSpPr>
              <a:spLocks/>
            </p:cNvSpPr>
            <p:nvPr/>
          </p:nvSpPr>
          <p:spPr bwMode="auto">
            <a:xfrm>
              <a:off x="9514682" y="4155281"/>
              <a:ext cx="230188" cy="292100"/>
            </a:xfrm>
            <a:custGeom>
              <a:avLst/>
              <a:gdLst>
                <a:gd name="T0" fmla="*/ 6 w 434"/>
                <a:gd name="T1" fmla="*/ 0 h 554"/>
                <a:gd name="T2" fmla="*/ 0 w 434"/>
                <a:gd name="T3" fmla="*/ 418 h 554"/>
                <a:gd name="T4" fmla="*/ 59 w 434"/>
                <a:gd name="T5" fmla="*/ 415 h 554"/>
                <a:gd name="T6" fmla="*/ 139 w 434"/>
                <a:gd name="T7" fmla="*/ 323 h 554"/>
                <a:gd name="T8" fmla="*/ 206 w 434"/>
                <a:gd name="T9" fmla="*/ 326 h 554"/>
                <a:gd name="T10" fmla="*/ 248 w 434"/>
                <a:gd name="T11" fmla="*/ 364 h 554"/>
                <a:gd name="T12" fmla="*/ 262 w 434"/>
                <a:gd name="T13" fmla="*/ 482 h 554"/>
                <a:gd name="T14" fmla="*/ 398 w 434"/>
                <a:gd name="T15" fmla="*/ 554 h 554"/>
                <a:gd name="T16" fmla="*/ 434 w 434"/>
                <a:gd name="T17" fmla="*/ 542 h 554"/>
                <a:gd name="T18" fmla="*/ 434 w 434"/>
                <a:gd name="T19" fmla="*/ 498 h 554"/>
                <a:gd name="T20" fmla="*/ 324 w 434"/>
                <a:gd name="T21" fmla="*/ 407 h 554"/>
                <a:gd name="T22" fmla="*/ 271 w 434"/>
                <a:gd name="T23" fmla="*/ 283 h 554"/>
                <a:gd name="T24" fmla="*/ 313 w 434"/>
                <a:gd name="T25" fmla="*/ 262 h 554"/>
                <a:gd name="T26" fmla="*/ 282 w 434"/>
                <a:gd name="T27" fmla="*/ 193 h 554"/>
                <a:gd name="T28" fmla="*/ 218 w 434"/>
                <a:gd name="T29" fmla="*/ 192 h 554"/>
                <a:gd name="T30" fmla="*/ 203 w 434"/>
                <a:gd name="T31" fmla="*/ 119 h 554"/>
                <a:gd name="T32" fmla="*/ 34 w 434"/>
                <a:gd name="T33" fmla="*/ 5 h 554"/>
                <a:gd name="T34" fmla="*/ 6 w 434"/>
                <a:gd name="T35" fmla="*/ 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4" h="554">
                  <a:moveTo>
                    <a:pt x="6" y="0"/>
                  </a:moveTo>
                  <a:lnTo>
                    <a:pt x="0" y="418"/>
                  </a:lnTo>
                  <a:lnTo>
                    <a:pt x="59" y="415"/>
                  </a:lnTo>
                  <a:lnTo>
                    <a:pt x="139" y="323"/>
                  </a:lnTo>
                  <a:lnTo>
                    <a:pt x="206" y="326"/>
                  </a:lnTo>
                  <a:lnTo>
                    <a:pt x="248" y="364"/>
                  </a:lnTo>
                  <a:lnTo>
                    <a:pt x="262" y="482"/>
                  </a:lnTo>
                  <a:lnTo>
                    <a:pt x="398" y="554"/>
                  </a:lnTo>
                  <a:lnTo>
                    <a:pt x="434" y="542"/>
                  </a:lnTo>
                  <a:lnTo>
                    <a:pt x="434" y="498"/>
                  </a:lnTo>
                  <a:lnTo>
                    <a:pt x="324" y="407"/>
                  </a:lnTo>
                  <a:lnTo>
                    <a:pt x="271" y="283"/>
                  </a:lnTo>
                  <a:lnTo>
                    <a:pt x="313" y="262"/>
                  </a:lnTo>
                  <a:lnTo>
                    <a:pt x="282" y="193"/>
                  </a:lnTo>
                  <a:lnTo>
                    <a:pt x="218" y="192"/>
                  </a:lnTo>
                  <a:lnTo>
                    <a:pt x="203" y="119"/>
                  </a:lnTo>
                  <a:lnTo>
                    <a:pt x="34" y="5"/>
                  </a:lnTo>
                  <a:lnTo>
                    <a:pt x="6"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6" name="Freeform 8">
              <a:extLst>
                <a:ext uri="{FF2B5EF4-FFF2-40B4-BE49-F238E27FC236}">
                  <a16:creationId xmlns:a16="http://schemas.microsoft.com/office/drawing/2014/main" id="{B1501E69-3B35-4B4C-9081-72FCBECB1918}"/>
                </a:ext>
              </a:extLst>
            </p:cNvPr>
            <p:cNvSpPr>
              <a:spLocks/>
            </p:cNvSpPr>
            <p:nvPr/>
          </p:nvSpPr>
          <p:spPr bwMode="auto">
            <a:xfrm>
              <a:off x="3036094" y="3037681"/>
              <a:ext cx="690563" cy="598488"/>
            </a:xfrm>
            <a:custGeom>
              <a:avLst/>
              <a:gdLst>
                <a:gd name="T0" fmla="*/ 0 w 1304"/>
                <a:gd name="T1" fmla="*/ 6 h 1130"/>
                <a:gd name="T2" fmla="*/ 84 w 1304"/>
                <a:gd name="T3" fmla="*/ 267 h 1130"/>
                <a:gd name="T4" fmla="*/ 45 w 1304"/>
                <a:gd name="T5" fmla="*/ 289 h 1130"/>
                <a:gd name="T6" fmla="*/ 49 w 1304"/>
                <a:gd name="T7" fmla="*/ 340 h 1130"/>
                <a:gd name="T8" fmla="*/ 122 w 1304"/>
                <a:gd name="T9" fmla="*/ 396 h 1130"/>
                <a:gd name="T10" fmla="*/ 122 w 1304"/>
                <a:gd name="T11" fmla="*/ 500 h 1130"/>
                <a:gd name="T12" fmla="*/ 211 w 1304"/>
                <a:gd name="T13" fmla="*/ 586 h 1130"/>
                <a:gd name="T14" fmla="*/ 173 w 1304"/>
                <a:gd name="T15" fmla="*/ 332 h 1130"/>
                <a:gd name="T16" fmla="*/ 122 w 1304"/>
                <a:gd name="T17" fmla="*/ 164 h 1130"/>
                <a:gd name="T18" fmla="*/ 134 w 1304"/>
                <a:gd name="T19" fmla="*/ 47 h 1130"/>
                <a:gd name="T20" fmla="*/ 177 w 1304"/>
                <a:gd name="T21" fmla="*/ 51 h 1130"/>
                <a:gd name="T22" fmla="*/ 194 w 1304"/>
                <a:gd name="T23" fmla="*/ 90 h 1130"/>
                <a:gd name="T24" fmla="*/ 177 w 1304"/>
                <a:gd name="T25" fmla="*/ 189 h 1130"/>
                <a:gd name="T26" fmla="*/ 400 w 1304"/>
                <a:gd name="T27" fmla="*/ 625 h 1130"/>
                <a:gd name="T28" fmla="*/ 400 w 1304"/>
                <a:gd name="T29" fmla="*/ 780 h 1130"/>
                <a:gd name="T30" fmla="*/ 580 w 1304"/>
                <a:gd name="T31" fmla="*/ 992 h 1130"/>
                <a:gd name="T32" fmla="*/ 777 w 1304"/>
                <a:gd name="T33" fmla="*/ 1083 h 1130"/>
                <a:gd name="T34" fmla="*/ 858 w 1304"/>
                <a:gd name="T35" fmla="*/ 1035 h 1130"/>
                <a:gd name="T36" fmla="*/ 974 w 1304"/>
                <a:gd name="T37" fmla="*/ 1130 h 1130"/>
                <a:gd name="T38" fmla="*/ 1043 w 1304"/>
                <a:gd name="T39" fmla="*/ 1061 h 1130"/>
                <a:gd name="T40" fmla="*/ 1012 w 1304"/>
                <a:gd name="T41" fmla="*/ 983 h 1130"/>
                <a:gd name="T42" fmla="*/ 1111 w 1304"/>
                <a:gd name="T43" fmla="*/ 953 h 1130"/>
                <a:gd name="T44" fmla="*/ 1141 w 1304"/>
                <a:gd name="T45" fmla="*/ 970 h 1130"/>
                <a:gd name="T46" fmla="*/ 1171 w 1304"/>
                <a:gd name="T47" fmla="*/ 940 h 1130"/>
                <a:gd name="T48" fmla="*/ 1218 w 1304"/>
                <a:gd name="T49" fmla="*/ 940 h 1130"/>
                <a:gd name="T50" fmla="*/ 1304 w 1304"/>
                <a:gd name="T51" fmla="*/ 789 h 1130"/>
                <a:gd name="T52" fmla="*/ 1261 w 1304"/>
                <a:gd name="T53" fmla="*/ 751 h 1130"/>
                <a:gd name="T54" fmla="*/ 1093 w 1304"/>
                <a:gd name="T55" fmla="*/ 789 h 1130"/>
                <a:gd name="T56" fmla="*/ 1055 w 1304"/>
                <a:gd name="T57" fmla="*/ 901 h 1130"/>
                <a:gd name="T58" fmla="*/ 956 w 1304"/>
                <a:gd name="T59" fmla="*/ 918 h 1130"/>
                <a:gd name="T60" fmla="*/ 841 w 1304"/>
                <a:gd name="T61" fmla="*/ 871 h 1130"/>
                <a:gd name="T62" fmla="*/ 790 w 1304"/>
                <a:gd name="T63" fmla="*/ 707 h 1130"/>
                <a:gd name="T64" fmla="*/ 829 w 1304"/>
                <a:gd name="T65" fmla="*/ 501 h 1130"/>
                <a:gd name="T66" fmla="*/ 749 w 1304"/>
                <a:gd name="T67" fmla="*/ 451 h 1130"/>
                <a:gd name="T68" fmla="*/ 711 w 1304"/>
                <a:gd name="T69" fmla="*/ 252 h 1130"/>
                <a:gd name="T70" fmla="*/ 679 w 1304"/>
                <a:gd name="T71" fmla="*/ 239 h 1130"/>
                <a:gd name="T72" fmla="*/ 621 w 1304"/>
                <a:gd name="T73" fmla="*/ 298 h 1130"/>
                <a:gd name="T74" fmla="*/ 556 w 1304"/>
                <a:gd name="T75" fmla="*/ 262 h 1130"/>
                <a:gd name="T76" fmla="*/ 529 w 1304"/>
                <a:gd name="T77" fmla="*/ 129 h 1130"/>
                <a:gd name="T78" fmla="*/ 266 w 1304"/>
                <a:gd name="T79" fmla="*/ 102 h 1130"/>
                <a:gd name="T80" fmla="*/ 130 w 1304"/>
                <a:gd name="T81" fmla="*/ 0 h 1130"/>
                <a:gd name="T82" fmla="*/ 0 w 1304"/>
                <a:gd name="T83" fmla="*/ 6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04" h="1130">
                  <a:moveTo>
                    <a:pt x="0" y="6"/>
                  </a:moveTo>
                  <a:lnTo>
                    <a:pt x="84" y="267"/>
                  </a:lnTo>
                  <a:lnTo>
                    <a:pt x="45" y="289"/>
                  </a:lnTo>
                  <a:lnTo>
                    <a:pt x="49" y="340"/>
                  </a:lnTo>
                  <a:lnTo>
                    <a:pt x="122" y="396"/>
                  </a:lnTo>
                  <a:lnTo>
                    <a:pt x="122" y="500"/>
                  </a:lnTo>
                  <a:lnTo>
                    <a:pt x="211" y="586"/>
                  </a:lnTo>
                  <a:lnTo>
                    <a:pt x="173" y="332"/>
                  </a:lnTo>
                  <a:lnTo>
                    <a:pt x="122" y="164"/>
                  </a:lnTo>
                  <a:lnTo>
                    <a:pt x="134" y="47"/>
                  </a:lnTo>
                  <a:lnTo>
                    <a:pt x="177" y="51"/>
                  </a:lnTo>
                  <a:lnTo>
                    <a:pt x="194" y="90"/>
                  </a:lnTo>
                  <a:lnTo>
                    <a:pt x="177" y="189"/>
                  </a:lnTo>
                  <a:lnTo>
                    <a:pt x="400" y="625"/>
                  </a:lnTo>
                  <a:lnTo>
                    <a:pt x="400" y="780"/>
                  </a:lnTo>
                  <a:lnTo>
                    <a:pt x="580" y="992"/>
                  </a:lnTo>
                  <a:lnTo>
                    <a:pt x="777" y="1083"/>
                  </a:lnTo>
                  <a:lnTo>
                    <a:pt x="858" y="1035"/>
                  </a:lnTo>
                  <a:lnTo>
                    <a:pt x="974" y="1130"/>
                  </a:lnTo>
                  <a:lnTo>
                    <a:pt x="1043" y="1061"/>
                  </a:lnTo>
                  <a:lnTo>
                    <a:pt x="1012" y="983"/>
                  </a:lnTo>
                  <a:lnTo>
                    <a:pt x="1111" y="953"/>
                  </a:lnTo>
                  <a:lnTo>
                    <a:pt x="1141" y="970"/>
                  </a:lnTo>
                  <a:lnTo>
                    <a:pt x="1171" y="940"/>
                  </a:lnTo>
                  <a:lnTo>
                    <a:pt x="1218" y="940"/>
                  </a:lnTo>
                  <a:lnTo>
                    <a:pt x="1304" y="789"/>
                  </a:lnTo>
                  <a:lnTo>
                    <a:pt x="1261" y="751"/>
                  </a:lnTo>
                  <a:lnTo>
                    <a:pt x="1093" y="789"/>
                  </a:lnTo>
                  <a:lnTo>
                    <a:pt x="1055" y="901"/>
                  </a:lnTo>
                  <a:lnTo>
                    <a:pt x="956" y="918"/>
                  </a:lnTo>
                  <a:lnTo>
                    <a:pt x="841" y="871"/>
                  </a:lnTo>
                  <a:lnTo>
                    <a:pt x="790" y="707"/>
                  </a:lnTo>
                  <a:lnTo>
                    <a:pt x="829" y="501"/>
                  </a:lnTo>
                  <a:lnTo>
                    <a:pt x="749" y="451"/>
                  </a:lnTo>
                  <a:lnTo>
                    <a:pt x="711" y="252"/>
                  </a:lnTo>
                  <a:lnTo>
                    <a:pt x="679" y="239"/>
                  </a:lnTo>
                  <a:lnTo>
                    <a:pt x="621" y="298"/>
                  </a:lnTo>
                  <a:lnTo>
                    <a:pt x="556" y="262"/>
                  </a:lnTo>
                  <a:lnTo>
                    <a:pt x="529" y="129"/>
                  </a:lnTo>
                  <a:lnTo>
                    <a:pt x="266" y="102"/>
                  </a:lnTo>
                  <a:lnTo>
                    <a:pt x="130" y="0"/>
                  </a:lnTo>
                  <a:lnTo>
                    <a:pt x="0" y="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7" name="Freeform 9">
              <a:extLst>
                <a:ext uri="{FF2B5EF4-FFF2-40B4-BE49-F238E27FC236}">
                  <a16:creationId xmlns:a16="http://schemas.microsoft.com/office/drawing/2014/main" id="{94BD13FF-8916-4B6A-ACE3-1BCDE3B1B60E}"/>
                </a:ext>
              </a:extLst>
            </p:cNvPr>
            <p:cNvSpPr>
              <a:spLocks/>
            </p:cNvSpPr>
            <p:nvPr/>
          </p:nvSpPr>
          <p:spPr bwMode="auto">
            <a:xfrm>
              <a:off x="6398419" y="2297906"/>
              <a:ext cx="85725" cy="65088"/>
            </a:xfrm>
            <a:custGeom>
              <a:avLst/>
              <a:gdLst>
                <a:gd name="T0" fmla="*/ 158 w 162"/>
                <a:gd name="T1" fmla="*/ 4 h 122"/>
                <a:gd name="T2" fmla="*/ 62 w 162"/>
                <a:gd name="T3" fmla="*/ 0 h 122"/>
                <a:gd name="T4" fmla="*/ 1 w 162"/>
                <a:gd name="T5" fmla="*/ 37 h 122"/>
                <a:gd name="T6" fmla="*/ 0 w 162"/>
                <a:gd name="T7" fmla="*/ 65 h 122"/>
                <a:gd name="T8" fmla="*/ 39 w 162"/>
                <a:gd name="T9" fmla="*/ 102 h 122"/>
                <a:gd name="T10" fmla="*/ 162 w 162"/>
                <a:gd name="T11" fmla="*/ 122 h 122"/>
                <a:gd name="T12" fmla="*/ 158 w 162"/>
                <a:gd name="T13" fmla="*/ 4 h 122"/>
              </a:gdLst>
              <a:ahLst/>
              <a:cxnLst>
                <a:cxn ang="0">
                  <a:pos x="T0" y="T1"/>
                </a:cxn>
                <a:cxn ang="0">
                  <a:pos x="T2" y="T3"/>
                </a:cxn>
                <a:cxn ang="0">
                  <a:pos x="T4" y="T5"/>
                </a:cxn>
                <a:cxn ang="0">
                  <a:pos x="T6" y="T7"/>
                </a:cxn>
                <a:cxn ang="0">
                  <a:pos x="T8" y="T9"/>
                </a:cxn>
                <a:cxn ang="0">
                  <a:pos x="T10" y="T11"/>
                </a:cxn>
                <a:cxn ang="0">
                  <a:pos x="T12" y="T13"/>
                </a:cxn>
              </a:cxnLst>
              <a:rect l="0" t="0" r="r" b="b"/>
              <a:pathLst>
                <a:path w="162" h="122">
                  <a:moveTo>
                    <a:pt x="158" y="4"/>
                  </a:moveTo>
                  <a:lnTo>
                    <a:pt x="62" y="0"/>
                  </a:lnTo>
                  <a:lnTo>
                    <a:pt x="1" y="37"/>
                  </a:lnTo>
                  <a:lnTo>
                    <a:pt x="0" y="65"/>
                  </a:lnTo>
                  <a:lnTo>
                    <a:pt x="39" y="102"/>
                  </a:lnTo>
                  <a:lnTo>
                    <a:pt x="162" y="122"/>
                  </a:lnTo>
                  <a:lnTo>
                    <a:pt x="158" y="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8" name="Freeform 10">
              <a:extLst>
                <a:ext uri="{FF2B5EF4-FFF2-40B4-BE49-F238E27FC236}">
                  <a16:creationId xmlns:a16="http://schemas.microsoft.com/office/drawing/2014/main" id="{01294689-841B-4015-8376-C2B8613D1BCD}"/>
                </a:ext>
              </a:extLst>
            </p:cNvPr>
            <p:cNvSpPr>
              <a:spLocks/>
            </p:cNvSpPr>
            <p:nvPr/>
          </p:nvSpPr>
          <p:spPr bwMode="auto">
            <a:xfrm>
              <a:off x="5695157" y="3047206"/>
              <a:ext cx="501650" cy="511175"/>
            </a:xfrm>
            <a:custGeom>
              <a:avLst/>
              <a:gdLst>
                <a:gd name="T0" fmla="*/ 736 w 949"/>
                <a:gd name="T1" fmla="*/ 23 h 965"/>
                <a:gd name="T2" fmla="*/ 666 w 949"/>
                <a:gd name="T3" fmla="*/ 0 h 965"/>
                <a:gd name="T4" fmla="*/ 376 w 949"/>
                <a:gd name="T5" fmla="*/ 54 h 965"/>
                <a:gd name="T6" fmla="*/ 312 w 949"/>
                <a:gd name="T7" fmla="*/ 102 h 965"/>
                <a:gd name="T8" fmla="*/ 350 w 949"/>
                <a:gd name="T9" fmla="*/ 302 h 965"/>
                <a:gd name="T10" fmla="*/ 236 w 949"/>
                <a:gd name="T11" fmla="*/ 307 h 965"/>
                <a:gd name="T12" fmla="*/ 166 w 949"/>
                <a:gd name="T13" fmla="*/ 419 h 965"/>
                <a:gd name="T14" fmla="*/ 0 w 949"/>
                <a:gd name="T15" fmla="*/ 459 h 965"/>
                <a:gd name="T16" fmla="*/ 0 w 949"/>
                <a:gd name="T17" fmla="*/ 540 h 965"/>
                <a:gd name="T18" fmla="*/ 546 w 949"/>
                <a:gd name="T19" fmla="*/ 957 h 965"/>
                <a:gd name="T20" fmla="*/ 639 w 949"/>
                <a:gd name="T21" fmla="*/ 965 h 965"/>
                <a:gd name="T22" fmla="*/ 949 w 949"/>
                <a:gd name="T23" fmla="*/ 722 h 965"/>
                <a:gd name="T24" fmla="*/ 918 w 949"/>
                <a:gd name="T25" fmla="*/ 683 h 965"/>
                <a:gd name="T26" fmla="*/ 860 w 949"/>
                <a:gd name="T27" fmla="*/ 676 h 965"/>
                <a:gd name="T28" fmla="*/ 825 w 949"/>
                <a:gd name="T29" fmla="*/ 617 h 965"/>
                <a:gd name="T30" fmla="*/ 825 w 949"/>
                <a:gd name="T31" fmla="*/ 374 h 965"/>
                <a:gd name="T32" fmla="*/ 802 w 949"/>
                <a:gd name="T33" fmla="*/ 351 h 965"/>
                <a:gd name="T34" fmla="*/ 806 w 949"/>
                <a:gd name="T35" fmla="*/ 288 h 965"/>
                <a:gd name="T36" fmla="*/ 744 w 949"/>
                <a:gd name="T37" fmla="*/ 226 h 965"/>
                <a:gd name="T38" fmla="*/ 736 w 949"/>
                <a:gd name="T39" fmla="*/ 159 h 965"/>
                <a:gd name="T40" fmla="*/ 764 w 949"/>
                <a:gd name="T41" fmla="*/ 140 h 965"/>
                <a:gd name="T42" fmla="*/ 751 w 949"/>
                <a:gd name="T43" fmla="*/ 70 h 965"/>
                <a:gd name="T44" fmla="*/ 736 w 949"/>
                <a:gd name="T45" fmla="*/ 23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9" h="965">
                  <a:moveTo>
                    <a:pt x="736" y="23"/>
                  </a:moveTo>
                  <a:lnTo>
                    <a:pt x="666" y="0"/>
                  </a:lnTo>
                  <a:lnTo>
                    <a:pt x="376" y="54"/>
                  </a:lnTo>
                  <a:lnTo>
                    <a:pt x="312" y="102"/>
                  </a:lnTo>
                  <a:lnTo>
                    <a:pt x="350" y="302"/>
                  </a:lnTo>
                  <a:lnTo>
                    <a:pt x="236" y="307"/>
                  </a:lnTo>
                  <a:lnTo>
                    <a:pt x="166" y="419"/>
                  </a:lnTo>
                  <a:lnTo>
                    <a:pt x="0" y="459"/>
                  </a:lnTo>
                  <a:lnTo>
                    <a:pt x="0" y="540"/>
                  </a:lnTo>
                  <a:lnTo>
                    <a:pt x="546" y="957"/>
                  </a:lnTo>
                  <a:lnTo>
                    <a:pt x="639" y="965"/>
                  </a:lnTo>
                  <a:lnTo>
                    <a:pt x="949" y="722"/>
                  </a:lnTo>
                  <a:lnTo>
                    <a:pt x="918" y="683"/>
                  </a:lnTo>
                  <a:lnTo>
                    <a:pt x="860" y="676"/>
                  </a:lnTo>
                  <a:lnTo>
                    <a:pt x="825" y="617"/>
                  </a:lnTo>
                  <a:lnTo>
                    <a:pt x="825" y="374"/>
                  </a:lnTo>
                  <a:lnTo>
                    <a:pt x="802" y="351"/>
                  </a:lnTo>
                  <a:lnTo>
                    <a:pt x="806" y="288"/>
                  </a:lnTo>
                  <a:lnTo>
                    <a:pt x="744" y="226"/>
                  </a:lnTo>
                  <a:lnTo>
                    <a:pt x="736" y="159"/>
                  </a:lnTo>
                  <a:lnTo>
                    <a:pt x="764" y="140"/>
                  </a:lnTo>
                  <a:lnTo>
                    <a:pt x="751" y="70"/>
                  </a:lnTo>
                  <a:lnTo>
                    <a:pt x="736" y="2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9" name="Freeform 12">
              <a:extLst>
                <a:ext uri="{FF2B5EF4-FFF2-40B4-BE49-F238E27FC236}">
                  <a16:creationId xmlns:a16="http://schemas.microsoft.com/office/drawing/2014/main" id="{CF831C95-8827-4FE8-A70B-830A7CC7EBD3}"/>
                </a:ext>
              </a:extLst>
            </p:cNvPr>
            <p:cNvSpPr>
              <a:spLocks/>
            </p:cNvSpPr>
            <p:nvPr/>
          </p:nvSpPr>
          <p:spPr bwMode="auto">
            <a:xfrm>
              <a:off x="5460207" y="3344068"/>
              <a:ext cx="309563" cy="330200"/>
            </a:xfrm>
            <a:custGeom>
              <a:avLst/>
              <a:gdLst>
                <a:gd name="T0" fmla="*/ 0 w 585"/>
                <a:gd name="T1" fmla="*/ 306 h 623"/>
                <a:gd name="T2" fmla="*/ 37 w 585"/>
                <a:gd name="T3" fmla="*/ 354 h 623"/>
                <a:gd name="T4" fmla="*/ 29 w 585"/>
                <a:gd name="T5" fmla="*/ 565 h 623"/>
                <a:gd name="T6" fmla="*/ 84 w 585"/>
                <a:gd name="T7" fmla="*/ 526 h 623"/>
                <a:gd name="T8" fmla="*/ 123 w 585"/>
                <a:gd name="T9" fmla="*/ 518 h 623"/>
                <a:gd name="T10" fmla="*/ 177 w 585"/>
                <a:gd name="T11" fmla="*/ 538 h 623"/>
                <a:gd name="T12" fmla="*/ 239 w 585"/>
                <a:gd name="T13" fmla="*/ 623 h 623"/>
                <a:gd name="T14" fmla="*/ 297 w 585"/>
                <a:gd name="T15" fmla="*/ 585 h 623"/>
                <a:gd name="T16" fmla="*/ 580 w 585"/>
                <a:gd name="T17" fmla="*/ 581 h 623"/>
                <a:gd name="T18" fmla="*/ 510 w 585"/>
                <a:gd name="T19" fmla="*/ 108 h 623"/>
                <a:gd name="T20" fmla="*/ 585 w 585"/>
                <a:gd name="T21" fmla="*/ 108 h 623"/>
                <a:gd name="T22" fmla="*/ 445 w 585"/>
                <a:gd name="T23" fmla="*/ 0 h 623"/>
                <a:gd name="T24" fmla="*/ 445 w 585"/>
                <a:gd name="T25" fmla="*/ 70 h 623"/>
                <a:gd name="T26" fmla="*/ 269 w 585"/>
                <a:gd name="T27" fmla="*/ 70 h 623"/>
                <a:gd name="T28" fmla="*/ 268 w 585"/>
                <a:gd name="T29" fmla="*/ 203 h 623"/>
                <a:gd name="T30" fmla="*/ 217 w 585"/>
                <a:gd name="T31" fmla="*/ 202 h 623"/>
                <a:gd name="T32" fmla="*/ 211 w 585"/>
                <a:gd name="T33" fmla="*/ 300 h 623"/>
                <a:gd name="T34" fmla="*/ 0 w 585"/>
                <a:gd name="T35" fmla="*/ 306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5" h="623">
                  <a:moveTo>
                    <a:pt x="0" y="306"/>
                  </a:moveTo>
                  <a:lnTo>
                    <a:pt x="37" y="354"/>
                  </a:lnTo>
                  <a:lnTo>
                    <a:pt x="29" y="565"/>
                  </a:lnTo>
                  <a:lnTo>
                    <a:pt x="84" y="526"/>
                  </a:lnTo>
                  <a:lnTo>
                    <a:pt x="123" y="518"/>
                  </a:lnTo>
                  <a:lnTo>
                    <a:pt x="177" y="538"/>
                  </a:lnTo>
                  <a:lnTo>
                    <a:pt x="239" y="623"/>
                  </a:lnTo>
                  <a:lnTo>
                    <a:pt x="297" y="585"/>
                  </a:lnTo>
                  <a:lnTo>
                    <a:pt x="580" y="581"/>
                  </a:lnTo>
                  <a:lnTo>
                    <a:pt x="510" y="108"/>
                  </a:lnTo>
                  <a:lnTo>
                    <a:pt x="585" y="108"/>
                  </a:lnTo>
                  <a:lnTo>
                    <a:pt x="445" y="0"/>
                  </a:lnTo>
                  <a:lnTo>
                    <a:pt x="445" y="70"/>
                  </a:lnTo>
                  <a:lnTo>
                    <a:pt x="269" y="70"/>
                  </a:lnTo>
                  <a:lnTo>
                    <a:pt x="268" y="203"/>
                  </a:lnTo>
                  <a:lnTo>
                    <a:pt x="217" y="202"/>
                  </a:lnTo>
                  <a:lnTo>
                    <a:pt x="211" y="300"/>
                  </a:lnTo>
                  <a:lnTo>
                    <a:pt x="0" y="30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0" name="Freeform 13">
              <a:extLst>
                <a:ext uri="{FF2B5EF4-FFF2-40B4-BE49-F238E27FC236}">
                  <a16:creationId xmlns:a16="http://schemas.microsoft.com/office/drawing/2014/main" id="{9990191B-4898-4CC2-9835-BBA1FE918C27}"/>
                </a:ext>
              </a:extLst>
            </p:cNvPr>
            <p:cNvSpPr>
              <a:spLocks/>
            </p:cNvSpPr>
            <p:nvPr/>
          </p:nvSpPr>
          <p:spPr bwMode="auto">
            <a:xfrm>
              <a:off x="5460207" y="3625056"/>
              <a:ext cx="155575" cy="112713"/>
            </a:xfrm>
            <a:custGeom>
              <a:avLst/>
              <a:gdLst>
                <a:gd name="T0" fmla="*/ 87 w 293"/>
                <a:gd name="T1" fmla="*/ 8 h 214"/>
                <a:gd name="T2" fmla="*/ 20 w 293"/>
                <a:gd name="T3" fmla="*/ 57 h 214"/>
                <a:gd name="T4" fmla="*/ 5 w 293"/>
                <a:gd name="T5" fmla="*/ 84 h 214"/>
                <a:gd name="T6" fmla="*/ 0 w 293"/>
                <a:gd name="T7" fmla="*/ 112 h 214"/>
                <a:gd name="T8" fmla="*/ 24 w 293"/>
                <a:gd name="T9" fmla="*/ 130 h 214"/>
                <a:gd name="T10" fmla="*/ 107 w 293"/>
                <a:gd name="T11" fmla="*/ 129 h 214"/>
                <a:gd name="T12" fmla="*/ 161 w 293"/>
                <a:gd name="T13" fmla="*/ 114 h 214"/>
                <a:gd name="T14" fmla="*/ 166 w 293"/>
                <a:gd name="T15" fmla="*/ 140 h 214"/>
                <a:gd name="T16" fmla="*/ 162 w 293"/>
                <a:gd name="T17" fmla="*/ 175 h 214"/>
                <a:gd name="T18" fmla="*/ 213 w 293"/>
                <a:gd name="T19" fmla="*/ 200 h 214"/>
                <a:gd name="T20" fmla="*/ 223 w 293"/>
                <a:gd name="T21" fmla="*/ 212 h 214"/>
                <a:gd name="T22" fmla="*/ 291 w 293"/>
                <a:gd name="T23" fmla="*/ 214 h 214"/>
                <a:gd name="T24" fmla="*/ 293 w 293"/>
                <a:gd name="T25" fmla="*/ 185 h 214"/>
                <a:gd name="T26" fmla="*/ 231 w 293"/>
                <a:gd name="T27" fmla="*/ 111 h 214"/>
                <a:gd name="T28" fmla="*/ 163 w 293"/>
                <a:gd name="T29" fmla="*/ 17 h 214"/>
                <a:gd name="T30" fmla="*/ 121 w 293"/>
                <a:gd name="T31" fmla="*/ 0 h 214"/>
                <a:gd name="T32" fmla="*/ 87 w 293"/>
                <a:gd name="T33" fmla="*/ 8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3" h="214">
                  <a:moveTo>
                    <a:pt x="87" y="8"/>
                  </a:moveTo>
                  <a:lnTo>
                    <a:pt x="20" y="57"/>
                  </a:lnTo>
                  <a:lnTo>
                    <a:pt x="5" y="84"/>
                  </a:lnTo>
                  <a:lnTo>
                    <a:pt x="0" y="112"/>
                  </a:lnTo>
                  <a:lnTo>
                    <a:pt x="24" y="130"/>
                  </a:lnTo>
                  <a:lnTo>
                    <a:pt x="107" y="129"/>
                  </a:lnTo>
                  <a:lnTo>
                    <a:pt x="161" y="114"/>
                  </a:lnTo>
                  <a:lnTo>
                    <a:pt x="166" y="140"/>
                  </a:lnTo>
                  <a:lnTo>
                    <a:pt x="162" y="175"/>
                  </a:lnTo>
                  <a:lnTo>
                    <a:pt x="213" y="200"/>
                  </a:lnTo>
                  <a:lnTo>
                    <a:pt x="223" y="212"/>
                  </a:lnTo>
                  <a:lnTo>
                    <a:pt x="291" y="214"/>
                  </a:lnTo>
                  <a:lnTo>
                    <a:pt x="293" y="185"/>
                  </a:lnTo>
                  <a:lnTo>
                    <a:pt x="231" y="111"/>
                  </a:lnTo>
                  <a:lnTo>
                    <a:pt x="163" y="17"/>
                  </a:lnTo>
                  <a:lnTo>
                    <a:pt x="121" y="0"/>
                  </a:lnTo>
                  <a:lnTo>
                    <a:pt x="87" y="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1" name="Freeform 14">
              <a:extLst>
                <a:ext uri="{FF2B5EF4-FFF2-40B4-BE49-F238E27FC236}">
                  <a16:creationId xmlns:a16="http://schemas.microsoft.com/office/drawing/2014/main" id="{3295DCD6-3A6B-4E93-B7B4-7138254D4E54}"/>
                </a:ext>
              </a:extLst>
            </p:cNvPr>
            <p:cNvSpPr>
              <a:spLocks/>
            </p:cNvSpPr>
            <p:nvPr/>
          </p:nvSpPr>
          <p:spPr bwMode="auto">
            <a:xfrm>
              <a:off x="5476082" y="3691731"/>
              <a:ext cx="66675" cy="20638"/>
            </a:xfrm>
            <a:custGeom>
              <a:avLst/>
              <a:gdLst>
                <a:gd name="T0" fmla="*/ 2 w 124"/>
                <a:gd name="T1" fmla="*/ 18 h 37"/>
                <a:gd name="T2" fmla="*/ 0 w 124"/>
                <a:gd name="T3" fmla="*/ 37 h 37"/>
                <a:gd name="T4" fmla="*/ 118 w 124"/>
                <a:gd name="T5" fmla="*/ 35 h 37"/>
                <a:gd name="T6" fmla="*/ 124 w 124"/>
                <a:gd name="T7" fmla="*/ 18 h 37"/>
                <a:gd name="T8" fmla="*/ 122 w 124"/>
                <a:gd name="T9" fmla="*/ 0 h 37"/>
                <a:gd name="T10" fmla="*/ 88 w 124"/>
                <a:gd name="T11" fmla="*/ 14 h 37"/>
                <a:gd name="T12" fmla="*/ 2 w 124"/>
                <a:gd name="T13" fmla="*/ 18 h 37"/>
              </a:gdLst>
              <a:ahLst/>
              <a:cxnLst>
                <a:cxn ang="0">
                  <a:pos x="T0" y="T1"/>
                </a:cxn>
                <a:cxn ang="0">
                  <a:pos x="T2" y="T3"/>
                </a:cxn>
                <a:cxn ang="0">
                  <a:pos x="T4" y="T5"/>
                </a:cxn>
                <a:cxn ang="0">
                  <a:pos x="T6" y="T7"/>
                </a:cxn>
                <a:cxn ang="0">
                  <a:pos x="T8" y="T9"/>
                </a:cxn>
                <a:cxn ang="0">
                  <a:pos x="T10" y="T11"/>
                </a:cxn>
                <a:cxn ang="0">
                  <a:pos x="T12" y="T13"/>
                </a:cxn>
              </a:cxnLst>
              <a:rect l="0" t="0" r="r" b="b"/>
              <a:pathLst>
                <a:path w="124" h="37">
                  <a:moveTo>
                    <a:pt x="2" y="18"/>
                  </a:moveTo>
                  <a:lnTo>
                    <a:pt x="0" y="37"/>
                  </a:lnTo>
                  <a:lnTo>
                    <a:pt x="118" y="35"/>
                  </a:lnTo>
                  <a:lnTo>
                    <a:pt x="124" y="18"/>
                  </a:lnTo>
                  <a:lnTo>
                    <a:pt x="122" y="0"/>
                  </a:lnTo>
                  <a:lnTo>
                    <a:pt x="88" y="14"/>
                  </a:lnTo>
                  <a:lnTo>
                    <a:pt x="2" y="1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2" name="Freeform 15">
              <a:extLst>
                <a:ext uri="{FF2B5EF4-FFF2-40B4-BE49-F238E27FC236}">
                  <a16:creationId xmlns:a16="http://schemas.microsoft.com/office/drawing/2014/main" id="{25AE0BC9-976E-49FA-9A11-6FB4563B7D22}"/>
                </a:ext>
              </a:extLst>
            </p:cNvPr>
            <p:cNvSpPr>
              <a:spLocks/>
            </p:cNvSpPr>
            <p:nvPr/>
          </p:nvSpPr>
          <p:spPr bwMode="auto">
            <a:xfrm>
              <a:off x="5476082" y="3718718"/>
              <a:ext cx="95250" cy="26988"/>
            </a:xfrm>
            <a:custGeom>
              <a:avLst/>
              <a:gdLst>
                <a:gd name="T0" fmla="*/ 0 w 178"/>
                <a:gd name="T1" fmla="*/ 0 h 51"/>
                <a:gd name="T2" fmla="*/ 22 w 178"/>
                <a:gd name="T3" fmla="*/ 51 h 51"/>
                <a:gd name="T4" fmla="*/ 34 w 178"/>
                <a:gd name="T5" fmla="*/ 19 h 51"/>
                <a:gd name="T6" fmla="*/ 178 w 178"/>
                <a:gd name="T7" fmla="*/ 34 h 51"/>
                <a:gd name="T8" fmla="*/ 115 w 178"/>
                <a:gd name="T9" fmla="*/ 3 h 51"/>
                <a:gd name="T10" fmla="*/ 0 w 178"/>
                <a:gd name="T11" fmla="*/ 0 h 51"/>
              </a:gdLst>
              <a:ahLst/>
              <a:cxnLst>
                <a:cxn ang="0">
                  <a:pos x="T0" y="T1"/>
                </a:cxn>
                <a:cxn ang="0">
                  <a:pos x="T2" y="T3"/>
                </a:cxn>
                <a:cxn ang="0">
                  <a:pos x="T4" y="T5"/>
                </a:cxn>
                <a:cxn ang="0">
                  <a:pos x="T6" y="T7"/>
                </a:cxn>
                <a:cxn ang="0">
                  <a:pos x="T8" y="T9"/>
                </a:cxn>
                <a:cxn ang="0">
                  <a:pos x="T10" y="T11"/>
                </a:cxn>
              </a:cxnLst>
              <a:rect l="0" t="0" r="r" b="b"/>
              <a:pathLst>
                <a:path w="178" h="51">
                  <a:moveTo>
                    <a:pt x="0" y="0"/>
                  </a:moveTo>
                  <a:lnTo>
                    <a:pt x="22" y="51"/>
                  </a:lnTo>
                  <a:lnTo>
                    <a:pt x="34" y="19"/>
                  </a:lnTo>
                  <a:lnTo>
                    <a:pt x="178" y="34"/>
                  </a:lnTo>
                  <a:lnTo>
                    <a:pt x="115" y="3"/>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3" name="Freeform 16">
              <a:extLst>
                <a:ext uri="{FF2B5EF4-FFF2-40B4-BE49-F238E27FC236}">
                  <a16:creationId xmlns:a16="http://schemas.microsoft.com/office/drawing/2014/main" id="{ED0F43D0-32CB-4A6F-AE85-7C340A0C5574}"/>
                </a:ext>
              </a:extLst>
            </p:cNvPr>
            <p:cNvSpPr>
              <a:spLocks/>
            </p:cNvSpPr>
            <p:nvPr/>
          </p:nvSpPr>
          <p:spPr bwMode="auto">
            <a:xfrm>
              <a:off x="5493544" y="3737768"/>
              <a:ext cx="47625" cy="46038"/>
            </a:xfrm>
            <a:custGeom>
              <a:avLst/>
              <a:gdLst>
                <a:gd name="T0" fmla="*/ 0 w 91"/>
                <a:gd name="T1" fmla="*/ 40 h 87"/>
                <a:gd name="T2" fmla="*/ 23 w 91"/>
                <a:gd name="T3" fmla="*/ 87 h 87"/>
                <a:gd name="T4" fmla="*/ 91 w 91"/>
                <a:gd name="T5" fmla="*/ 29 h 87"/>
                <a:gd name="T6" fmla="*/ 91 w 91"/>
                <a:gd name="T7" fmla="*/ 11 h 87"/>
                <a:gd name="T8" fmla="*/ 12 w 91"/>
                <a:gd name="T9" fmla="*/ 0 h 87"/>
                <a:gd name="T10" fmla="*/ 0 w 91"/>
                <a:gd name="T11" fmla="*/ 40 h 87"/>
              </a:gdLst>
              <a:ahLst/>
              <a:cxnLst>
                <a:cxn ang="0">
                  <a:pos x="T0" y="T1"/>
                </a:cxn>
                <a:cxn ang="0">
                  <a:pos x="T2" y="T3"/>
                </a:cxn>
                <a:cxn ang="0">
                  <a:pos x="T4" y="T5"/>
                </a:cxn>
                <a:cxn ang="0">
                  <a:pos x="T6" y="T7"/>
                </a:cxn>
                <a:cxn ang="0">
                  <a:pos x="T8" y="T9"/>
                </a:cxn>
                <a:cxn ang="0">
                  <a:pos x="T10" y="T11"/>
                </a:cxn>
              </a:cxnLst>
              <a:rect l="0" t="0" r="r" b="b"/>
              <a:pathLst>
                <a:path w="91" h="87">
                  <a:moveTo>
                    <a:pt x="0" y="40"/>
                  </a:moveTo>
                  <a:lnTo>
                    <a:pt x="23" y="87"/>
                  </a:lnTo>
                  <a:lnTo>
                    <a:pt x="91" y="29"/>
                  </a:lnTo>
                  <a:lnTo>
                    <a:pt x="91" y="11"/>
                  </a:lnTo>
                  <a:lnTo>
                    <a:pt x="12" y="0"/>
                  </a:lnTo>
                  <a:lnTo>
                    <a:pt x="0" y="4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4" name="Freeform 17">
              <a:extLst>
                <a:ext uri="{FF2B5EF4-FFF2-40B4-BE49-F238E27FC236}">
                  <a16:creationId xmlns:a16="http://schemas.microsoft.com/office/drawing/2014/main" id="{821DA41D-9017-4F34-9620-5BF4E8765F54}"/>
                </a:ext>
              </a:extLst>
            </p:cNvPr>
            <p:cNvSpPr>
              <a:spLocks/>
            </p:cNvSpPr>
            <p:nvPr/>
          </p:nvSpPr>
          <p:spPr bwMode="auto">
            <a:xfrm>
              <a:off x="5509419" y="3740943"/>
              <a:ext cx="176213" cy="115888"/>
            </a:xfrm>
            <a:custGeom>
              <a:avLst/>
              <a:gdLst>
                <a:gd name="T0" fmla="*/ 0 w 332"/>
                <a:gd name="T1" fmla="*/ 91 h 218"/>
                <a:gd name="T2" fmla="*/ 53 w 332"/>
                <a:gd name="T3" fmla="*/ 171 h 218"/>
                <a:gd name="T4" fmla="*/ 120 w 332"/>
                <a:gd name="T5" fmla="*/ 112 h 218"/>
                <a:gd name="T6" fmla="*/ 190 w 332"/>
                <a:gd name="T7" fmla="*/ 109 h 218"/>
                <a:gd name="T8" fmla="*/ 248 w 332"/>
                <a:gd name="T9" fmla="*/ 186 h 218"/>
                <a:gd name="T10" fmla="*/ 297 w 332"/>
                <a:gd name="T11" fmla="*/ 218 h 218"/>
                <a:gd name="T12" fmla="*/ 316 w 332"/>
                <a:gd name="T13" fmla="*/ 182 h 218"/>
                <a:gd name="T14" fmla="*/ 332 w 332"/>
                <a:gd name="T15" fmla="*/ 173 h 218"/>
                <a:gd name="T16" fmla="*/ 331 w 332"/>
                <a:gd name="T17" fmla="*/ 94 h 218"/>
                <a:gd name="T18" fmla="*/ 298 w 332"/>
                <a:gd name="T19" fmla="*/ 0 h 218"/>
                <a:gd name="T20" fmla="*/ 198 w 332"/>
                <a:gd name="T21" fmla="*/ 11 h 218"/>
                <a:gd name="T22" fmla="*/ 73 w 332"/>
                <a:gd name="T23" fmla="*/ 1 h 218"/>
                <a:gd name="T24" fmla="*/ 73 w 332"/>
                <a:gd name="T25" fmla="*/ 33 h 218"/>
                <a:gd name="T26" fmla="*/ 0 w 332"/>
                <a:gd name="T27" fmla="*/ 9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2" h="218">
                  <a:moveTo>
                    <a:pt x="0" y="91"/>
                  </a:moveTo>
                  <a:lnTo>
                    <a:pt x="53" y="171"/>
                  </a:lnTo>
                  <a:lnTo>
                    <a:pt x="120" y="112"/>
                  </a:lnTo>
                  <a:lnTo>
                    <a:pt x="190" y="109"/>
                  </a:lnTo>
                  <a:lnTo>
                    <a:pt x="248" y="186"/>
                  </a:lnTo>
                  <a:lnTo>
                    <a:pt x="297" y="218"/>
                  </a:lnTo>
                  <a:lnTo>
                    <a:pt x="316" y="182"/>
                  </a:lnTo>
                  <a:lnTo>
                    <a:pt x="332" y="173"/>
                  </a:lnTo>
                  <a:lnTo>
                    <a:pt x="331" y="94"/>
                  </a:lnTo>
                  <a:lnTo>
                    <a:pt x="298" y="0"/>
                  </a:lnTo>
                  <a:lnTo>
                    <a:pt x="198" y="11"/>
                  </a:lnTo>
                  <a:lnTo>
                    <a:pt x="73" y="1"/>
                  </a:lnTo>
                  <a:lnTo>
                    <a:pt x="73" y="33"/>
                  </a:lnTo>
                  <a:lnTo>
                    <a:pt x="0" y="9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5" name="Freeform 18">
              <a:extLst>
                <a:ext uri="{FF2B5EF4-FFF2-40B4-BE49-F238E27FC236}">
                  <a16:creationId xmlns:a16="http://schemas.microsoft.com/office/drawing/2014/main" id="{698B0237-0841-40A5-BDA3-BB7AE83DD2C6}"/>
                </a:ext>
              </a:extLst>
            </p:cNvPr>
            <p:cNvSpPr>
              <a:spLocks/>
            </p:cNvSpPr>
            <p:nvPr/>
          </p:nvSpPr>
          <p:spPr bwMode="auto">
            <a:xfrm>
              <a:off x="5541169" y="3806031"/>
              <a:ext cx="87313" cy="79375"/>
            </a:xfrm>
            <a:custGeom>
              <a:avLst/>
              <a:gdLst>
                <a:gd name="T0" fmla="*/ 0 w 165"/>
                <a:gd name="T1" fmla="*/ 58 h 151"/>
                <a:gd name="T2" fmla="*/ 96 w 165"/>
                <a:gd name="T3" fmla="*/ 151 h 151"/>
                <a:gd name="T4" fmla="*/ 165 w 165"/>
                <a:gd name="T5" fmla="*/ 68 h 151"/>
                <a:gd name="T6" fmla="*/ 122 w 165"/>
                <a:gd name="T7" fmla="*/ 0 h 151"/>
                <a:gd name="T8" fmla="*/ 63 w 165"/>
                <a:gd name="T9" fmla="*/ 6 h 151"/>
                <a:gd name="T10" fmla="*/ 0 w 165"/>
                <a:gd name="T11" fmla="*/ 58 h 151"/>
              </a:gdLst>
              <a:ahLst/>
              <a:cxnLst>
                <a:cxn ang="0">
                  <a:pos x="T0" y="T1"/>
                </a:cxn>
                <a:cxn ang="0">
                  <a:pos x="T2" y="T3"/>
                </a:cxn>
                <a:cxn ang="0">
                  <a:pos x="T4" y="T5"/>
                </a:cxn>
                <a:cxn ang="0">
                  <a:pos x="T6" y="T7"/>
                </a:cxn>
                <a:cxn ang="0">
                  <a:pos x="T8" y="T9"/>
                </a:cxn>
                <a:cxn ang="0">
                  <a:pos x="T10" y="T11"/>
                </a:cxn>
              </a:cxnLst>
              <a:rect l="0" t="0" r="r" b="b"/>
              <a:pathLst>
                <a:path w="165" h="151">
                  <a:moveTo>
                    <a:pt x="0" y="58"/>
                  </a:moveTo>
                  <a:lnTo>
                    <a:pt x="96" y="151"/>
                  </a:lnTo>
                  <a:lnTo>
                    <a:pt x="165" y="68"/>
                  </a:lnTo>
                  <a:lnTo>
                    <a:pt x="122" y="0"/>
                  </a:lnTo>
                  <a:lnTo>
                    <a:pt x="63" y="6"/>
                  </a:lnTo>
                  <a:lnTo>
                    <a:pt x="0" y="5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6" name="Freeform 19">
              <a:extLst>
                <a:ext uri="{FF2B5EF4-FFF2-40B4-BE49-F238E27FC236}">
                  <a16:creationId xmlns:a16="http://schemas.microsoft.com/office/drawing/2014/main" id="{0E05EF34-9016-470A-9EE3-590C311E884D}"/>
                </a:ext>
              </a:extLst>
            </p:cNvPr>
            <p:cNvSpPr>
              <a:spLocks/>
            </p:cNvSpPr>
            <p:nvPr/>
          </p:nvSpPr>
          <p:spPr bwMode="auto">
            <a:xfrm>
              <a:off x="5598319" y="3845718"/>
              <a:ext cx="98425" cy="111125"/>
            </a:xfrm>
            <a:custGeom>
              <a:avLst/>
              <a:gdLst>
                <a:gd name="T0" fmla="*/ 0 w 187"/>
                <a:gd name="T1" fmla="*/ 85 h 211"/>
                <a:gd name="T2" fmla="*/ 187 w 187"/>
                <a:gd name="T3" fmla="*/ 211 h 211"/>
                <a:gd name="T4" fmla="*/ 183 w 187"/>
                <a:gd name="T5" fmla="*/ 116 h 211"/>
                <a:gd name="T6" fmla="*/ 126 w 187"/>
                <a:gd name="T7" fmla="*/ 49 h 211"/>
                <a:gd name="T8" fmla="*/ 71 w 187"/>
                <a:gd name="T9" fmla="*/ 0 h 211"/>
                <a:gd name="T10" fmla="*/ 0 w 187"/>
                <a:gd name="T11" fmla="*/ 85 h 211"/>
              </a:gdLst>
              <a:ahLst/>
              <a:cxnLst>
                <a:cxn ang="0">
                  <a:pos x="T0" y="T1"/>
                </a:cxn>
                <a:cxn ang="0">
                  <a:pos x="T2" y="T3"/>
                </a:cxn>
                <a:cxn ang="0">
                  <a:pos x="T4" y="T5"/>
                </a:cxn>
                <a:cxn ang="0">
                  <a:pos x="T6" y="T7"/>
                </a:cxn>
                <a:cxn ang="0">
                  <a:pos x="T8" y="T9"/>
                </a:cxn>
                <a:cxn ang="0">
                  <a:pos x="T10" y="T11"/>
                </a:cxn>
              </a:cxnLst>
              <a:rect l="0" t="0" r="r" b="b"/>
              <a:pathLst>
                <a:path w="187" h="211">
                  <a:moveTo>
                    <a:pt x="0" y="85"/>
                  </a:moveTo>
                  <a:lnTo>
                    <a:pt x="187" y="211"/>
                  </a:lnTo>
                  <a:lnTo>
                    <a:pt x="183" y="116"/>
                  </a:lnTo>
                  <a:lnTo>
                    <a:pt x="126" y="49"/>
                  </a:lnTo>
                  <a:lnTo>
                    <a:pt x="71" y="0"/>
                  </a:lnTo>
                  <a:lnTo>
                    <a:pt x="0" y="8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7" name="Freeform 20">
              <a:extLst>
                <a:ext uri="{FF2B5EF4-FFF2-40B4-BE49-F238E27FC236}">
                  <a16:creationId xmlns:a16="http://schemas.microsoft.com/office/drawing/2014/main" id="{76358585-F979-4F2D-B25C-AB16186DC6FA}"/>
                </a:ext>
              </a:extLst>
            </p:cNvPr>
            <p:cNvSpPr>
              <a:spLocks/>
            </p:cNvSpPr>
            <p:nvPr/>
          </p:nvSpPr>
          <p:spPr bwMode="auto">
            <a:xfrm>
              <a:off x="5669757" y="3786981"/>
              <a:ext cx="171450" cy="173038"/>
            </a:xfrm>
            <a:custGeom>
              <a:avLst/>
              <a:gdLst>
                <a:gd name="T0" fmla="*/ 68 w 324"/>
                <a:gd name="T1" fmla="*/ 325 h 325"/>
                <a:gd name="T2" fmla="*/ 141 w 324"/>
                <a:gd name="T3" fmla="*/ 274 h 325"/>
                <a:gd name="T4" fmla="*/ 232 w 324"/>
                <a:gd name="T5" fmla="*/ 257 h 325"/>
                <a:gd name="T6" fmla="*/ 324 w 324"/>
                <a:gd name="T7" fmla="*/ 278 h 325"/>
                <a:gd name="T8" fmla="*/ 278 w 324"/>
                <a:gd name="T9" fmla="*/ 206 h 325"/>
                <a:gd name="T10" fmla="*/ 263 w 324"/>
                <a:gd name="T11" fmla="*/ 162 h 325"/>
                <a:gd name="T12" fmla="*/ 278 w 324"/>
                <a:gd name="T13" fmla="*/ 32 h 325"/>
                <a:gd name="T14" fmla="*/ 194 w 324"/>
                <a:gd name="T15" fmla="*/ 36 h 325"/>
                <a:gd name="T16" fmla="*/ 157 w 324"/>
                <a:gd name="T17" fmla="*/ 0 h 325"/>
                <a:gd name="T18" fmla="*/ 78 w 324"/>
                <a:gd name="T19" fmla="*/ 2 h 325"/>
                <a:gd name="T20" fmla="*/ 39 w 324"/>
                <a:gd name="T21" fmla="*/ 8 h 325"/>
                <a:gd name="T22" fmla="*/ 43 w 324"/>
                <a:gd name="T23" fmla="*/ 96 h 325"/>
                <a:gd name="T24" fmla="*/ 24 w 324"/>
                <a:gd name="T25" fmla="*/ 104 h 325"/>
                <a:gd name="T26" fmla="*/ 0 w 324"/>
                <a:gd name="T27" fmla="*/ 148 h 325"/>
                <a:gd name="T28" fmla="*/ 62 w 324"/>
                <a:gd name="T29" fmla="*/ 220 h 325"/>
                <a:gd name="T30" fmla="*/ 68 w 324"/>
                <a:gd name="T31" fmla="*/ 3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4" h="325">
                  <a:moveTo>
                    <a:pt x="68" y="325"/>
                  </a:moveTo>
                  <a:lnTo>
                    <a:pt x="141" y="274"/>
                  </a:lnTo>
                  <a:lnTo>
                    <a:pt x="232" y="257"/>
                  </a:lnTo>
                  <a:lnTo>
                    <a:pt x="324" y="278"/>
                  </a:lnTo>
                  <a:lnTo>
                    <a:pt x="278" y="206"/>
                  </a:lnTo>
                  <a:lnTo>
                    <a:pt x="263" y="162"/>
                  </a:lnTo>
                  <a:lnTo>
                    <a:pt x="278" y="32"/>
                  </a:lnTo>
                  <a:lnTo>
                    <a:pt x="194" y="36"/>
                  </a:lnTo>
                  <a:lnTo>
                    <a:pt x="157" y="0"/>
                  </a:lnTo>
                  <a:lnTo>
                    <a:pt x="78" y="2"/>
                  </a:lnTo>
                  <a:lnTo>
                    <a:pt x="39" y="8"/>
                  </a:lnTo>
                  <a:lnTo>
                    <a:pt x="43" y="96"/>
                  </a:lnTo>
                  <a:lnTo>
                    <a:pt x="24" y="104"/>
                  </a:lnTo>
                  <a:lnTo>
                    <a:pt x="0" y="148"/>
                  </a:lnTo>
                  <a:lnTo>
                    <a:pt x="62" y="220"/>
                  </a:lnTo>
                  <a:lnTo>
                    <a:pt x="68" y="32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8" name="Freeform 21">
              <a:extLst>
                <a:ext uri="{FF2B5EF4-FFF2-40B4-BE49-F238E27FC236}">
                  <a16:creationId xmlns:a16="http://schemas.microsoft.com/office/drawing/2014/main" id="{F2F7B9A4-4615-460E-B4E4-35FA90C9DB98}"/>
                </a:ext>
              </a:extLst>
            </p:cNvPr>
            <p:cNvSpPr>
              <a:spLocks/>
            </p:cNvSpPr>
            <p:nvPr/>
          </p:nvSpPr>
          <p:spPr bwMode="auto">
            <a:xfrm>
              <a:off x="5591969" y="3409156"/>
              <a:ext cx="412750" cy="373063"/>
            </a:xfrm>
            <a:custGeom>
              <a:avLst/>
              <a:gdLst>
                <a:gd name="T0" fmla="*/ 0 w 781"/>
                <a:gd name="T1" fmla="*/ 511 h 707"/>
                <a:gd name="T2" fmla="*/ 53 w 781"/>
                <a:gd name="T3" fmla="*/ 476 h 707"/>
                <a:gd name="T4" fmla="*/ 347 w 781"/>
                <a:gd name="T5" fmla="*/ 474 h 707"/>
                <a:gd name="T6" fmla="*/ 279 w 781"/>
                <a:gd name="T7" fmla="*/ 2 h 707"/>
                <a:gd name="T8" fmla="*/ 356 w 781"/>
                <a:gd name="T9" fmla="*/ 0 h 707"/>
                <a:gd name="T10" fmla="*/ 730 w 781"/>
                <a:gd name="T11" fmla="*/ 286 h 707"/>
                <a:gd name="T12" fmla="*/ 781 w 781"/>
                <a:gd name="T13" fmla="*/ 293 h 707"/>
                <a:gd name="T14" fmla="*/ 762 w 781"/>
                <a:gd name="T15" fmla="*/ 452 h 707"/>
                <a:gd name="T16" fmla="*/ 526 w 781"/>
                <a:gd name="T17" fmla="*/ 473 h 707"/>
                <a:gd name="T18" fmla="*/ 344 w 781"/>
                <a:gd name="T19" fmla="*/ 609 h 707"/>
                <a:gd name="T20" fmla="*/ 311 w 781"/>
                <a:gd name="T21" fmla="*/ 701 h 707"/>
                <a:gd name="T22" fmla="*/ 185 w 781"/>
                <a:gd name="T23" fmla="*/ 707 h 707"/>
                <a:gd name="T24" fmla="*/ 153 w 781"/>
                <a:gd name="T25" fmla="*/ 614 h 707"/>
                <a:gd name="T26" fmla="*/ 56 w 781"/>
                <a:gd name="T27" fmla="*/ 621 h 707"/>
                <a:gd name="T28" fmla="*/ 60 w 781"/>
                <a:gd name="T29" fmla="*/ 591 h 707"/>
                <a:gd name="T30" fmla="*/ 0 w 781"/>
                <a:gd name="T31" fmla="*/ 511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81" h="707">
                  <a:moveTo>
                    <a:pt x="0" y="511"/>
                  </a:moveTo>
                  <a:lnTo>
                    <a:pt x="53" y="476"/>
                  </a:lnTo>
                  <a:lnTo>
                    <a:pt x="347" y="474"/>
                  </a:lnTo>
                  <a:lnTo>
                    <a:pt x="279" y="2"/>
                  </a:lnTo>
                  <a:lnTo>
                    <a:pt x="356" y="0"/>
                  </a:lnTo>
                  <a:lnTo>
                    <a:pt x="730" y="286"/>
                  </a:lnTo>
                  <a:lnTo>
                    <a:pt x="781" y="293"/>
                  </a:lnTo>
                  <a:lnTo>
                    <a:pt x="762" y="452"/>
                  </a:lnTo>
                  <a:lnTo>
                    <a:pt x="526" y="473"/>
                  </a:lnTo>
                  <a:lnTo>
                    <a:pt x="344" y="609"/>
                  </a:lnTo>
                  <a:lnTo>
                    <a:pt x="311" y="701"/>
                  </a:lnTo>
                  <a:lnTo>
                    <a:pt x="185" y="707"/>
                  </a:lnTo>
                  <a:lnTo>
                    <a:pt x="153" y="614"/>
                  </a:lnTo>
                  <a:lnTo>
                    <a:pt x="56" y="621"/>
                  </a:lnTo>
                  <a:lnTo>
                    <a:pt x="60" y="591"/>
                  </a:lnTo>
                  <a:lnTo>
                    <a:pt x="0" y="51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9" name="Freeform 22">
              <a:extLst>
                <a:ext uri="{FF2B5EF4-FFF2-40B4-BE49-F238E27FC236}">
                  <a16:creationId xmlns:a16="http://schemas.microsoft.com/office/drawing/2014/main" id="{B8151D2E-C4F2-426F-97E5-6BC00CF99A35}"/>
                </a:ext>
              </a:extLst>
            </p:cNvPr>
            <p:cNvSpPr>
              <a:spLocks/>
            </p:cNvSpPr>
            <p:nvPr/>
          </p:nvSpPr>
          <p:spPr bwMode="auto">
            <a:xfrm>
              <a:off x="5765007" y="3663156"/>
              <a:ext cx="195263" cy="136525"/>
            </a:xfrm>
            <a:custGeom>
              <a:avLst/>
              <a:gdLst>
                <a:gd name="T0" fmla="*/ 205 w 370"/>
                <a:gd name="T1" fmla="*/ 5 h 258"/>
                <a:gd name="T2" fmla="*/ 268 w 370"/>
                <a:gd name="T3" fmla="*/ 0 h 258"/>
                <a:gd name="T4" fmla="*/ 370 w 370"/>
                <a:gd name="T5" fmla="*/ 144 h 258"/>
                <a:gd name="T6" fmla="*/ 275 w 370"/>
                <a:gd name="T7" fmla="*/ 216 h 258"/>
                <a:gd name="T8" fmla="*/ 206 w 370"/>
                <a:gd name="T9" fmla="*/ 199 h 258"/>
                <a:gd name="T10" fmla="*/ 114 w 370"/>
                <a:gd name="T11" fmla="*/ 200 h 258"/>
                <a:gd name="T12" fmla="*/ 100 w 370"/>
                <a:gd name="T13" fmla="*/ 254 h 258"/>
                <a:gd name="T14" fmla="*/ 22 w 370"/>
                <a:gd name="T15" fmla="*/ 258 h 258"/>
                <a:gd name="T16" fmla="*/ 0 w 370"/>
                <a:gd name="T17" fmla="*/ 228 h 258"/>
                <a:gd name="T18" fmla="*/ 28 w 370"/>
                <a:gd name="T19" fmla="*/ 140 h 258"/>
                <a:gd name="T20" fmla="*/ 205 w 370"/>
                <a:gd name="T21"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0" h="258">
                  <a:moveTo>
                    <a:pt x="205" y="5"/>
                  </a:moveTo>
                  <a:lnTo>
                    <a:pt x="268" y="0"/>
                  </a:lnTo>
                  <a:lnTo>
                    <a:pt x="370" y="144"/>
                  </a:lnTo>
                  <a:lnTo>
                    <a:pt x="275" y="216"/>
                  </a:lnTo>
                  <a:lnTo>
                    <a:pt x="206" y="199"/>
                  </a:lnTo>
                  <a:lnTo>
                    <a:pt x="114" y="200"/>
                  </a:lnTo>
                  <a:lnTo>
                    <a:pt x="100" y="254"/>
                  </a:lnTo>
                  <a:lnTo>
                    <a:pt x="22" y="258"/>
                  </a:lnTo>
                  <a:lnTo>
                    <a:pt x="0" y="228"/>
                  </a:lnTo>
                  <a:lnTo>
                    <a:pt x="28" y="140"/>
                  </a:lnTo>
                  <a:lnTo>
                    <a:pt x="205" y="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30" name="Freeform 23">
              <a:extLst>
                <a:ext uri="{FF2B5EF4-FFF2-40B4-BE49-F238E27FC236}">
                  <a16:creationId xmlns:a16="http://schemas.microsoft.com/office/drawing/2014/main" id="{71AAD0B1-B3F7-4C14-81A8-6F1125FE5667}"/>
                </a:ext>
              </a:extLst>
            </p:cNvPr>
            <p:cNvSpPr>
              <a:spLocks/>
            </p:cNvSpPr>
            <p:nvPr/>
          </p:nvSpPr>
          <p:spPr bwMode="auto">
            <a:xfrm>
              <a:off x="5917407" y="3436143"/>
              <a:ext cx="385763" cy="298450"/>
            </a:xfrm>
            <a:custGeom>
              <a:avLst/>
              <a:gdLst>
                <a:gd name="T0" fmla="*/ 95 w 730"/>
                <a:gd name="T1" fmla="*/ 565 h 565"/>
                <a:gd name="T2" fmla="*/ 139 w 730"/>
                <a:gd name="T3" fmla="*/ 564 h 565"/>
                <a:gd name="T4" fmla="*/ 178 w 730"/>
                <a:gd name="T5" fmla="*/ 505 h 565"/>
                <a:gd name="T6" fmla="*/ 244 w 730"/>
                <a:gd name="T7" fmla="*/ 493 h 565"/>
                <a:gd name="T8" fmla="*/ 314 w 730"/>
                <a:gd name="T9" fmla="*/ 537 h 565"/>
                <a:gd name="T10" fmla="*/ 464 w 730"/>
                <a:gd name="T11" fmla="*/ 541 h 565"/>
                <a:gd name="T12" fmla="*/ 581 w 730"/>
                <a:gd name="T13" fmla="*/ 493 h 565"/>
                <a:gd name="T14" fmla="*/ 625 w 730"/>
                <a:gd name="T15" fmla="*/ 455 h 565"/>
                <a:gd name="T16" fmla="*/ 628 w 730"/>
                <a:gd name="T17" fmla="*/ 407 h 565"/>
                <a:gd name="T18" fmla="*/ 709 w 730"/>
                <a:gd name="T19" fmla="*/ 324 h 565"/>
                <a:gd name="T20" fmla="*/ 730 w 730"/>
                <a:gd name="T21" fmla="*/ 145 h 565"/>
                <a:gd name="T22" fmla="*/ 676 w 730"/>
                <a:gd name="T23" fmla="*/ 33 h 565"/>
                <a:gd name="T24" fmla="*/ 540 w 730"/>
                <a:gd name="T25" fmla="*/ 0 h 565"/>
                <a:gd name="T26" fmla="*/ 225 w 730"/>
                <a:gd name="T27" fmla="*/ 245 h 565"/>
                <a:gd name="T28" fmla="*/ 180 w 730"/>
                <a:gd name="T29" fmla="*/ 241 h 565"/>
                <a:gd name="T30" fmla="*/ 161 w 730"/>
                <a:gd name="T31" fmla="*/ 412 h 565"/>
                <a:gd name="T32" fmla="*/ 0 w 730"/>
                <a:gd name="T33" fmla="*/ 428 h 565"/>
                <a:gd name="T34" fmla="*/ 95 w 730"/>
                <a:gd name="T35" fmla="*/ 56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0" h="565">
                  <a:moveTo>
                    <a:pt x="95" y="565"/>
                  </a:moveTo>
                  <a:lnTo>
                    <a:pt x="139" y="564"/>
                  </a:lnTo>
                  <a:lnTo>
                    <a:pt x="178" y="505"/>
                  </a:lnTo>
                  <a:lnTo>
                    <a:pt x="244" y="493"/>
                  </a:lnTo>
                  <a:lnTo>
                    <a:pt x="314" y="537"/>
                  </a:lnTo>
                  <a:lnTo>
                    <a:pt x="464" y="541"/>
                  </a:lnTo>
                  <a:lnTo>
                    <a:pt x="581" y="493"/>
                  </a:lnTo>
                  <a:lnTo>
                    <a:pt x="625" y="455"/>
                  </a:lnTo>
                  <a:lnTo>
                    <a:pt x="628" y="407"/>
                  </a:lnTo>
                  <a:lnTo>
                    <a:pt x="709" y="324"/>
                  </a:lnTo>
                  <a:lnTo>
                    <a:pt x="730" y="145"/>
                  </a:lnTo>
                  <a:lnTo>
                    <a:pt x="676" y="33"/>
                  </a:lnTo>
                  <a:lnTo>
                    <a:pt x="540" y="0"/>
                  </a:lnTo>
                  <a:lnTo>
                    <a:pt x="225" y="245"/>
                  </a:lnTo>
                  <a:lnTo>
                    <a:pt x="180" y="241"/>
                  </a:lnTo>
                  <a:lnTo>
                    <a:pt x="161" y="412"/>
                  </a:lnTo>
                  <a:lnTo>
                    <a:pt x="0" y="428"/>
                  </a:lnTo>
                  <a:lnTo>
                    <a:pt x="95" y="56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31" name="Freeform 24">
              <a:extLst>
                <a:ext uri="{FF2B5EF4-FFF2-40B4-BE49-F238E27FC236}">
                  <a16:creationId xmlns:a16="http://schemas.microsoft.com/office/drawing/2014/main" id="{6423FC7A-9331-4B00-9EF3-EB1E7E1FAE4D}"/>
                </a:ext>
              </a:extLst>
            </p:cNvPr>
            <p:cNvSpPr>
              <a:spLocks/>
            </p:cNvSpPr>
            <p:nvPr/>
          </p:nvSpPr>
          <p:spPr bwMode="auto">
            <a:xfrm>
              <a:off x="5817394" y="3774281"/>
              <a:ext cx="90488" cy="163513"/>
            </a:xfrm>
            <a:custGeom>
              <a:avLst/>
              <a:gdLst>
                <a:gd name="T0" fmla="*/ 0 w 172"/>
                <a:gd name="T1" fmla="*/ 183 h 307"/>
                <a:gd name="T2" fmla="*/ 19 w 172"/>
                <a:gd name="T3" fmla="*/ 228 h 307"/>
                <a:gd name="T4" fmla="*/ 69 w 172"/>
                <a:gd name="T5" fmla="*/ 307 h 307"/>
                <a:gd name="T6" fmla="*/ 96 w 172"/>
                <a:gd name="T7" fmla="*/ 306 h 307"/>
                <a:gd name="T8" fmla="*/ 172 w 172"/>
                <a:gd name="T9" fmla="*/ 262 h 307"/>
                <a:gd name="T10" fmla="*/ 167 w 172"/>
                <a:gd name="T11" fmla="*/ 17 h 307"/>
                <a:gd name="T12" fmla="*/ 108 w 172"/>
                <a:gd name="T13" fmla="*/ 0 h 307"/>
                <a:gd name="T14" fmla="*/ 26 w 172"/>
                <a:gd name="T15" fmla="*/ 3 h 307"/>
                <a:gd name="T16" fmla="*/ 0 w 172"/>
                <a:gd name="T17" fmla="*/ 183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307">
                  <a:moveTo>
                    <a:pt x="0" y="183"/>
                  </a:moveTo>
                  <a:lnTo>
                    <a:pt x="19" y="228"/>
                  </a:lnTo>
                  <a:lnTo>
                    <a:pt x="69" y="307"/>
                  </a:lnTo>
                  <a:lnTo>
                    <a:pt x="96" y="306"/>
                  </a:lnTo>
                  <a:lnTo>
                    <a:pt x="172" y="262"/>
                  </a:lnTo>
                  <a:lnTo>
                    <a:pt x="167" y="17"/>
                  </a:lnTo>
                  <a:lnTo>
                    <a:pt x="108" y="0"/>
                  </a:lnTo>
                  <a:lnTo>
                    <a:pt x="26" y="3"/>
                  </a:lnTo>
                  <a:lnTo>
                    <a:pt x="0" y="18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32" name="Freeform 25">
              <a:extLst>
                <a:ext uri="{FF2B5EF4-FFF2-40B4-BE49-F238E27FC236}">
                  <a16:creationId xmlns:a16="http://schemas.microsoft.com/office/drawing/2014/main" id="{4E1D7DEA-56A9-49C1-B972-61960D88491A}"/>
                </a:ext>
              </a:extLst>
            </p:cNvPr>
            <p:cNvSpPr>
              <a:spLocks/>
            </p:cNvSpPr>
            <p:nvPr/>
          </p:nvSpPr>
          <p:spPr bwMode="auto">
            <a:xfrm>
              <a:off x="5912644" y="3775868"/>
              <a:ext cx="26988" cy="133350"/>
            </a:xfrm>
            <a:custGeom>
              <a:avLst/>
              <a:gdLst>
                <a:gd name="T0" fmla="*/ 4 w 50"/>
                <a:gd name="T1" fmla="*/ 253 h 253"/>
                <a:gd name="T2" fmla="*/ 50 w 50"/>
                <a:gd name="T3" fmla="*/ 226 h 253"/>
                <a:gd name="T4" fmla="*/ 49 w 50"/>
                <a:gd name="T5" fmla="*/ 49 h 253"/>
                <a:gd name="T6" fmla="*/ 20 w 50"/>
                <a:gd name="T7" fmla="*/ 0 h 253"/>
                <a:gd name="T8" fmla="*/ 0 w 50"/>
                <a:gd name="T9" fmla="*/ 16 h 253"/>
                <a:gd name="T10" fmla="*/ 4 w 50"/>
                <a:gd name="T11" fmla="*/ 253 h 253"/>
              </a:gdLst>
              <a:ahLst/>
              <a:cxnLst>
                <a:cxn ang="0">
                  <a:pos x="T0" y="T1"/>
                </a:cxn>
                <a:cxn ang="0">
                  <a:pos x="T2" y="T3"/>
                </a:cxn>
                <a:cxn ang="0">
                  <a:pos x="T4" y="T5"/>
                </a:cxn>
                <a:cxn ang="0">
                  <a:pos x="T6" y="T7"/>
                </a:cxn>
                <a:cxn ang="0">
                  <a:pos x="T8" y="T9"/>
                </a:cxn>
                <a:cxn ang="0">
                  <a:pos x="T10" y="T11"/>
                </a:cxn>
              </a:cxnLst>
              <a:rect l="0" t="0" r="r" b="b"/>
              <a:pathLst>
                <a:path w="50" h="253">
                  <a:moveTo>
                    <a:pt x="4" y="253"/>
                  </a:moveTo>
                  <a:lnTo>
                    <a:pt x="50" y="226"/>
                  </a:lnTo>
                  <a:lnTo>
                    <a:pt x="49" y="49"/>
                  </a:lnTo>
                  <a:lnTo>
                    <a:pt x="20" y="0"/>
                  </a:lnTo>
                  <a:lnTo>
                    <a:pt x="0" y="16"/>
                  </a:lnTo>
                  <a:lnTo>
                    <a:pt x="4" y="25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33" name="Freeform 26">
              <a:extLst>
                <a:ext uri="{FF2B5EF4-FFF2-40B4-BE49-F238E27FC236}">
                  <a16:creationId xmlns:a16="http://schemas.microsoft.com/office/drawing/2014/main" id="{34441304-EF66-4A80-8653-3A2AD6C18392}"/>
                </a:ext>
              </a:extLst>
            </p:cNvPr>
            <p:cNvSpPr>
              <a:spLocks/>
            </p:cNvSpPr>
            <p:nvPr/>
          </p:nvSpPr>
          <p:spPr bwMode="auto">
            <a:xfrm>
              <a:off x="5931694" y="3742531"/>
              <a:ext cx="60325" cy="150813"/>
            </a:xfrm>
            <a:custGeom>
              <a:avLst/>
              <a:gdLst>
                <a:gd name="T0" fmla="*/ 30 w 115"/>
                <a:gd name="T1" fmla="*/ 286 h 286"/>
                <a:gd name="T2" fmla="*/ 67 w 115"/>
                <a:gd name="T3" fmla="*/ 286 h 286"/>
                <a:gd name="T4" fmla="*/ 69 w 115"/>
                <a:gd name="T5" fmla="*/ 184 h 286"/>
                <a:gd name="T6" fmla="*/ 115 w 115"/>
                <a:gd name="T7" fmla="*/ 117 h 286"/>
                <a:gd name="T8" fmla="*/ 113 w 115"/>
                <a:gd name="T9" fmla="*/ 1 h 286"/>
                <a:gd name="T10" fmla="*/ 71 w 115"/>
                <a:gd name="T11" fmla="*/ 0 h 286"/>
                <a:gd name="T12" fmla="*/ 0 w 115"/>
                <a:gd name="T13" fmla="*/ 56 h 286"/>
                <a:gd name="T14" fmla="*/ 29 w 115"/>
                <a:gd name="T15" fmla="*/ 113 h 286"/>
                <a:gd name="T16" fmla="*/ 30 w 115"/>
                <a:gd name="T1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286">
                  <a:moveTo>
                    <a:pt x="30" y="286"/>
                  </a:moveTo>
                  <a:lnTo>
                    <a:pt x="67" y="286"/>
                  </a:lnTo>
                  <a:lnTo>
                    <a:pt x="69" y="184"/>
                  </a:lnTo>
                  <a:lnTo>
                    <a:pt x="115" y="117"/>
                  </a:lnTo>
                  <a:lnTo>
                    <a:pt x="113" y="1"/>
                  </a:lnTo>
                  <a:lnTo>
                    <a:pt x="71" y="0"/>
                  </a:lnTo>
                  <a:lnTo>
                    <a:pt x="0" y="56"/>
                  </a:lnTo>
                  <a:lnTo>
                    <a:pt x="29" y="113"/>
                  </a:lnTo>
                  <a:lnTo>
                    <a:pt x="30" y="28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34" name="Freeform 27">
              <a:extLst>
                <a:ext uri="{FF2B5EF4-FFF2-40B4-BE49-F238E27FC236}">
                  <a16:creationId xmlns:a16="http://schemas.microsoft.com/office/drawing/2014/main" id="{ED6CAB65-09B7-479A-8470-BC083AF636DA}"/>
                </a:ext>
              </a:extLst>
            </p:cNvPr>
            <p:cNvSpPr>
              <a:spLocks/>
            </p:cNvSpPr>
            <p:nvPr/>
          </p:nvSpPr>
          <p:spPr bwMode="auto">
            <a:xfrm>
              <a:off x="5972969" y="3702843"/>
              <a:ext cx="285750" cy="244475"/>
            </a:xfrm>
            <a:custGeom>
              <a:avLst/>
              <a:gdLst>
                <a:gd name="T0" fmla="*/ 0 w 541"/>
                <a:gd name="T1" fmla="*/ 358 h 463"/>
                <a:gd name="T2" fmla="*/ 68 w 541"/>
                <a:gd name="T3" fmla="*/ 362 h 463"/>
                <a:gd name="T4" fmla="*/ 148 w 541"/>
                <a:gd name="T5" fmla="*/ 452 h 463"/>
                <a:gd name="T6" fmla="*/ 188 w 541"/>
                <a:gd name="T7" fmla="*/ 463 h 463"/>
                <a:gd name="T8" fmla="*/ 219 w 541"/>
                <a:gd name="T9" fmla="*/ 448 h 463"/>
                <a:gd name="T10" fmla="*/ 266 w 541"/>
                <a:gd name="T11" fmla="*/ 442 h 463"/>
                <a:gd name="T12" fmla="*/ 281 w 541"/>
                <a:gd name="T13" fmla="*/ 376 h 463"/>
                <a:gd name="T14" fmla="*/ 345 w 541"/>
                <a:gd name="T15" fmla="*/ 334 h 463"/>
                <a:gd name="T16" fmla="*/ 415 w 541"/>
                <a:gd name="T17" fmla="*/ 331 h 463"/>
                <a:gd name="T18" fmla="*/ 541 w 541"/>
                <a:gd name="T19" fmla="*/ 98 h 463"/>
                <a:gd name="T20" fmla="*/ 539 w 541"/>
                <a:gd name="T21" fmla="*/ 45 h 463"/>
                <a:gd name="T22" fmla="*/ 481 w 541"/>
                <a:gd name="T23" fmla="*/ 0 h 463"/>
                <a:gd name="T24" fmla="*/ 363 w 541"/>
                <a:gd name="T25" fmla="*/ 52 h 463"/>
                <a:gd name="T26" fmla="*/ 207 w 541"/>
                <a:gd name="T27" fmla="*/ 49 h 463"/>
                <a:gd name="T28" fmla="*/ 132 w 541"/>
                <a:gd name="T29" fmla="*/ 2 h 463"/>
                <a:gd name="T30" fmla="*/ 79 w 541"/>
                <a:gd name="T31" fmla="*/ 14 h 463"/>
                <a:gd name="T32" fmla="*/ 52 w 541"/>
                <a:gd name="T33" fmla="*/ 62 h 463"/>
                <a:gd name="T34" fmla="*/ 49 w 541"/>
                <a:gd name="T35" fmla="*/ 198 h 463"/>
                <a:gd name="T36" fmla="*/ 4 w 541"/>
                <a:gd name="T37" fmla="*/ 262 h 463"/>
                <a:gd name="T38" fmla="*/ 0 w 541"/>
                <a:gd name="T39" fmla="*/ 35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1" h="463">
                  <a:moveTo>
                    <a:pt x="0" y="358"/>
                  </a:moveTo>
                  <a:lnTo>
                    <a:pt x="68" y="362"/>
                  </a:lnTo>
                  <a:lnTo>
                    <a:pt x="148" y="452"/>
                  </a:lnTo>
                  <a:lnTo>
                    <a:pt x="188" y="463"/>
                  </a:lnTo>
                  <a:lnTo>
                    <a:pt x="219" y="448"/>
                  </a:lnTo>
                  <a:lnTo>
                    <a:pt x="266" y="442"/>
                  </a:lnTo>
                  <a:lnTo>
                    <a:pt x="281" y="376"/>
                  </a:lnTo>
                  <a:lnTo>
                    <a:pt x="345" y="334"/>
                  </a:lnTo>
                  <a:lnTo>
                    <a:pt x="415" y="331"/>
                  </a:lnTo>
                  <a:lnTo>
                    <a:pt x="541" y="98"/>
                  </a:lnTo>
                  <a:lnTo>
                    <a:pt x="539" y="45"/>
                  </a:lnTo>
                  <a:lnTo>
                    <a:pt x="481" y="0"/>
                  </a:lnTo>
                  <a:lnTo>
                    <a:pt x="363" y="52"/>
                  </a:lnTo>
                  <a:lnTo>
                    <a:pt x="207" y="49"/>
                  </a:lnTo>
                  <a:lnTo>
                    <a:pt x="132" y="2"/>
                  </a:lnTo>
                  <a:lnTo>
                    <a:pt x="79" y="14"/>
                  </a:lnTo>
                  <a:lnTo>
                    <a:pt x="52" y="62"/>
                  </a:lnTo>
                  <a:lnTo>
                    <a:pt x="49" y="198"/>
                  </a:lnTo>
                  <a:lnTo>
                    <a:pt x="4" y="262"/>
                  </a:lnTo>
                  <a:lnTo>
                    <a:pt x="0" y="35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35" name="Freeform 28">
              <a:extLst>
                <a:ext uri="{FF2B5EF4-FFF2-40B4-BE49-F238E27FC236}">
                  <a16:creationId xmlns:a16="http://schemas.microsoft.com/office/drawing/2014/main" id="{30F9AAE2-364B-417C-82E6-C2A788812C88}"/>
                </a:ext>
              </a:extLst>
            </p:cNvPr>
            <p:cNvSpPr>
              <a:spLocks/>
            </p:cNvSpPr>
            <p:nvPr/>
          </p:nvSpPr>
          <p:spPr bwMode="auto">
            <a:xfrm>
              <a:off x="6092032" y="3037681"/>
              <a:ext cx="96838" cy="201613"/>
            </a:xfrm>
            <a:custGeom>
              <a:avLst/>
              <a:gdLst>
                <a:gd name="T0" fmla="*/ 3 w 182"/>
                <a:gd name="T1" fmla="*/ 38 h 381"/>
                <a:gd name="T2" fmla="*/ 99 w 182"/>
                <a:gd name="T3" fmla="*/ 0 h 381"/>
                <a:gd name="T4" fmla="*/ 130 w 182"/>
                <a:gd name="T5" fmla="*/ 21 h 381"/>
                <a:gd name="T6" fmla="*/ 131 w 182"/>
                <a:gd name="T7" fmla="*/ 45 h 381"/>
                <a:gd name="T8" fmla="*/ 116 w 182"/>
                <a:gd name="T9" fmla="*/ 64 h 381"/>
                <a:gd name="T10" fmla="*/ 119 w 182"/>
                <a:gd name="T11" fmla="*/ 98 h 381"/>
                <a:gd name="T12" fmla="*/ 133 w 182"/>
                <a:gd name="T13" fmla="*/ 106 h 381"/>
                <a:gd name="T14" fmla="*/ 133 w 182"/>
                <a:gd name="T15" fmla="*/ 166 h 381"/>
                <a:gd name="T16" fmla="*/ 116 w 182"/>
                <a:gd name="T17" fmla="*/ 194 h 381"/>
                <a:gd name="T18" fmla="*/ 119 w 182"/>
                <a:gd name="T19" fmla="*/ 213 h 381"/>
                <a:gd name="T20" fmla="*/ 182 w 182"/>
                <a:gd name="T21" fmla="*/ 235 h 381"/>
                <a:gd name="T22" fmla="*/ 131 w 182"/>
                <a:gd name="T23" fmla="*/ 314 h 381"/>
                <a:gd name="T24" fmla="*/ 111 w 182"/>
                <a:gd name="T25" fmla="*/ 313 h 381"/>
                <a:gd name="T26" fmla="*/ 108 w 182"/>
                <a:gd name="T27" fmla="*/ 377 h 381"/>
                <a:gd name="T28" fmla="*/ 86 w 182"/>
                <a:gd name="T29" fmla="*/ 381 h 381"/>
                <a:gd name="T30" fmla="*/ 66 w 182"/>
                <a:gd name="T31" fmla="*/ 364 h 381"/>
                <a:gd name="T32" fmla="*/ 70 w 182"/>
                <a:gd name="T33" fmla="*/ 299 h 381"/>
                <a:gd name="T34" fmla="*/ 8 w 182"/>
                <a:gd name="T35" fmla="*/ 238 h 381"/>
                <a:gd name="T36" fmla="*/ 0 w 182"/>
                <a:gd name="T37" fmla="*/ 185 h 381"/>
                <a:gd name="T38" fmla="*/ 31 w 182"/>
                <a:gd name="T39" fmla="*/ 162 h 381"/>
                <a:gd name="T40" fmla="*/ 3 w 182"/>
                <a:gd name="T41" fmla="*/ 38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2" h="381">
                  <a:moveTo>
                    <a:pt x="3" y="38"/>
                  </a:moveTo>
                  <a:lnTo>
                    <a:pt x="99" y="0"/>
                  </a:lnTo>
                  <a:lnTo>
                    <a:pt x="130" y="21"/>
                  </a:lnTo>
                  <a:lnTo>
                    <a:pt x="131" y="45"/>
                  </a:lnTo>
                  <a:lnTo>
                    <a:pt x="116" y="64"/>
                  </a:lnTo>
                  <a:lnTo>
                    <a:pt x="119" y="98"/>
                  </a:lnTo>
                  <a:lnTo>
                    <a:pt x="133" y="106"/>
                  </a:lnTo>
                  <a:lnTo>
                    <a:pt x="133" y="166"/>
                  </a:lnTo>
                  <a:lnTo>
                    <a:pt x="116" y="194"/>
                  </a:lnTo>
                  <a:lnTo>
                    <a:pt x="119" y="213"/>
                  </a:lnTo>
                  <a:lnTo>
                    <a:pt x="182" y="235"/>
                  </a:lnTo>
                  <a:lnTo>
                    <a:pt x="131" y="314"/>
                  </a:lnTo>
                  <a:lnTo>
                    <a:pt x="111" y="313"/>
                  </a:lnTo>
                  <a:lnTo>
                    <a:pt x="108" y="377"/>
                  </a:lnTo>
                  <a:lnTo>
                    <a:pt x="86" y="381"/>
                  </a:lnTo>
                  <a:lnTo>
                    <a:pt x="66" y="364"/>
                  </a:lnTo>
                  <a:lnTo>
                    <a:pt x="70" y="299"/>
                  </a:lnTo>
                  <a:lnTo>
                    <a:pt x="8" y="238"/>
                  </a:lnTo>
                  <a:lnTo>
                    <a:pt x="0" y="185"/>
                  </a:lnTo>
                  <a:lnTo>
                    <a:pt x="31" y="162"/>
                  </a:lnTo>
                  <a:lnTo>
                    <a:pt x="3" y="3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37" name="Freeform 29">
              <a:extLst>
                <a:ext uri="{FF2B5EF4-FFF2-40B4-BE49-F238E27FC236}">
                  <a16:creationId xmlns:a16="http://schemas.microsoft.com/office/drawing/2014/main" id="{B39B25F7-6CDB-4F93-AEF1-24E18DBD7E98}"/>
                </a:ext>
              </a:extLst>
            </p:cNvPr>
            <p:cNvSpPr>
              <a:spLocks/>
            </p:cNvSpPr>
            <p:nvPr/>
          </p:nvSpPr>
          <p:spPr bwMode="auto">
            <a:xfrm>
              <a:off x="6139657" y="3163093"/>
              <a:ext cx="377825" cy="371475"/>
            </a:xfrm>
            <a:custGeom>
              <a:avLst/>
              <a:gdLst>
                <a:gd name="T0" fmla="*/ 1 w 714"/>
                <a:gd name="T1" fmla="*/ 155 h 700"/>
                <a:gd name="T2" fmla="*/ 28 w 714"/>
                <a:gd name="T3" fmla="*/ 151 h 700"/>
                <a:gd name="T4" fmla="*/ 35 w 714"/>
                <a:gd name="T5" fmla="*/ 89 h 700"/>
                <a:gd name="T6" fmla="*/ 48 w 714"/>
                <a:gd name="T7" fmla="*/ 89 h 700"/>
                <a:gd name="T8" fmla="*/ 103 w 714"/>
                <a:gd name="T9" fmla="*/ 0 h 700"/>
                <a:gd name="T10" fmla="*/ 238 w 714"/>
                <a:gd name="T11" fmla="*/ 40 h 700"/>
                <a:gd name="T12" fmla="*/ 275 w 714"/>
                <a:gd name="T13" fmla="*/ 96 h 700"/>
                <a:gd name="T14" fmla="*/ 408 w 714"/>
                <a:gd name="T15" fmla="*/ 157 h 700"/>
                <a:gd name="T16" fmla="*/ 477 w 714"/>
                <a:gd name="T17" fmla="*/ 128 h 700"/>
                <a:gd name="T18" fmla="*/ 470 w 714"/>
                <a:gd name="T19" fmla="*/ 98 h 700"/>
                <a:gd name="T20" fmla="*/ 440 w 714"/>
                <a:gd name="T21" fmla="*/ 70 h 700"/>
                <a:gd name="T22" fmla="*/ 443 w 714"/>
                <a:gd name="T23" fmla="*/ 50 h 700"/>
                <a:gd name="T24" fmla="*/ 492 w 714"/>
                <a:gd name="T25" fmla="*/ 8 h 700"/>
                <a:gd name="T26" fmla="*/ 589 w 714"/>
                <a:gd name="T27" fmla="*/ 8 h 700"/>
                <a:gd name="T28" fmla="*/ 626 w 714"/>
                <a:gd name="T29" fmla="*/ 57 h 700"/>
                <a:gd name="T30" fmla="*/ 704 w 714"/>
                <a:gd name="T31" fmla="*/ 69 h 700"/>
                <a:gd name="T32" fmla="*/ 714 w 714"/>
                <a:gd name="T33" fmla="*/ 700 h 700"/>
                <a:gd name="T34" fmla="*/ 656 w 714"/>
                <a:gd name="T35" fmla="*/ 698 h 700"/>
                <a:gd name="T36" fmla="*/ 306 w 714"/>
                <a:gd name="T37" fmla="*/ 517 h 700"/>
                <a:gd name="T38" fmla="*/ 269 w 714"/>
                <a:gd name="T39" fmla="*/ 538 h 700"/>
                <a:gd name="T40" fmla="*/ 125 w 714"/>
                <a:gd name="T41" fmla="*/ 501 h 700"/>
                <a:gd name="T42" fmla="*/ 86 w 714"/>
                <a:gd name="T43" fmla="*/ 451 h 700"/>
                <a:gd name="T44" fmla="*/ 29 w 714"/>
                <a:gd name="T45" fmla="*/ 443 h 700"/>
                <a:gd name="T46" fmla="*/ 0 w 714"/>
                <a:gd name="T47" fmla="*/ 391 h 700"/>
                <a:gd name="T48" fmla="*/ 1 w 714"/>
                <a:gd name="T49" fmla="*/ 155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14" h="700">
                  <a:moveTo>
                    <a:pt x="1" y="155"/>
                  </a:moveTo>
                  <a:lnTo>
                    <a:pt x="28" y="151"/>
                  </a:lnTo>
                  <a:lnTo>
                    <a:pt x="35" y="89"/>
                  </a:lnTo>
                  <a:lnTo>
                    <a:pt x="48" y="89"/>
                  </a:lnTo>
                  <a:lnTo>
                    <a:pt x="103" y="0"/>
                  </a:lnTo>
                  <a:lnTo>
                    <a:pt x="238" y="40"/>
                  </a:lnTo>
                  <a:lnTo>
                    <a:pt x="275" y="96"/>
                  </a:lnTo>
                  <a:lnTo>
                    <a:pt x="408" y="157"/>
                  </a:lnTo>
                  <a:lnTo>
                    <a:pt x="477" y="128"/>
                  </a:lnTo>
                  <a:lnTo>
                    <a:pt x="470" y="98"/>
                  </a:lnTo>
                  <a:lnTo>
                    <a:pt x="440" y="70"/>
                  </a:lnTo>
                  <a:lnTo>
                    <a:pt x="443" y="50"/>
                  </a:lnTo>
                  <a:lnTo>
                    <a:pt x="492" y="8"/>
                  </a:lnTo>
                  <a:lnTo>
                    <a:pt x="589" y="8"/>
                  </a:lnTo>
                  <a:lnTo>
                    <a:pt x="626" y="57"/>
                  </a:lnTo>
                  <a:lnTo>
                    <a:pt x="704" y="69"/>
                  </a:lnTo>
                  <a:lnTo>
                    <a:pt x="714" y="700"/>
                  </a:lnTo>
                  <a:lnTo>
                    <a:pt x="656" y="698"/>
                  </a:lnTo>
                  <a:lnTo>
                    <a:pt x="306" y="517"/>
                  </a:lnTo>
                  <a:lnTo>
                    <a:pt x="269" y="538"/>
                  </a:lnTo>
                  <a:lnTo>
                    <a:pt x="125" y="501"/>
                  </a:lnTo>
                  <a:lnTo>
                    <a:pt x="86" y="451"/>
                  </a:lnTo>
                  <a:lnTo>
                    <a:pt x="29" y="443"/>
                  </a:lnTo>
                  <a:lnTo>
                    <a:pt x="0" y="391"/>
                  </a:lnTo>
                  <a:lnTo>
                    <a:pt x="1" y="15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38" name="Freeform 30">
              <a:extLst>
                <a:ext uri="{FF2B5EF4-FFF2-40B4-BE49-F238E27FC236}">
                  <a16:creationId xmlns:a16="http://schemas.microsoft.com/office/drawing/2014/main" id="{6BBB000A-6DBE-4675-AE19-E522F50D5535}"/>
                </a:ext>
              </a:extLst>
            </p:cNvPr>
            <p:cNvSpPr>
              <a:spLocks/>
            </p:cNvSpPr>
            <p:nvPr/>
          </p:nvSpPr>
          <p:spPr bwMode="auto">
            <a:xfrm>
              <a:off x="6520657" y="3191668"/>
              <a:ext cx="260350" cy="284163"/>
            </a:xfrm>
            <a:custGeom>
              <a:avLst/>
              <a:gdLst>
                <a:gd name="T0" fmla="*/ 0 w 493"/>
                <a:gd name="T1" fmla="*/ 17 h 535"/>
                <a:gd name="T2" fmla="*/ 46 w 493"/>
                <a:gd name="T3" fmla="*/ 18 h 535"/>
                <a:gd name="T4" fmla="*/ 135 w 493"/>
                <a:gd name="T5" fmla="*/ 42 h 535"/>
                <a:gd name="T6" fmla="*/ 177 w 493"/>
                <a:gd name="T7" fmla="*/ 43 h 535"/>
                <a:gd name="T8" fmla="*/ 230 w 493"/>
                <a:gd name="T9" fmla="*/ 0 h 535"/>
                <a:gd name="T10" fmla="*/ 254 w 493"/>
                <a:gd name="T11" fmla="*/ 0 h 535"/>
                <a:gd name="T12" fmla="*/ 299 w 493"/>
                <a:gd name="T13" fmla="*/ 24 h 535"/>
                <a:gd name="T14" fmla="*/ 354 w 493"/>
                <a:gd name="T15" fmla="*/ 24 h 535"/>
                <a:gd name="T16" fmla="*/ 365 w 493"/>
                <a:gd name="T17" fmla="*/ 24 h 535"/>
                <a:gd name="T18" fmla="*/ 401 w 493"/>
                <a:gd name="T19" fmla="*/ 127 h 535"/>
                <a:gd name="T20" fmla="*/ 410 w 493"/>
                <a:gd name="T21" fmla="*/ 159 h 535"/>
                <a:gd name="T22" fmla="*/ 420 w 493"/>
                <a:gd name="T23" fmla="*/ 209 h 535"/>
                <a:gd name="T24" fmla="*/ 403 w 493"/>
                <a:gd name="T25" fmla="*/ 221 h 535"/>
                <a:gd name="T26" fmla="*/ 375 w 493"/>
                <a:gd name="T27" fmla="*/ 207 h 535"/>
                <a:gd name="T28" fmla="*/ 341 w 493"/>
                <a:gd name="T29" fmla="*/ 97 h 535"/>
                <a:gd name="T30" fmla="*/ 311 w 493"/>
                <a:gd name="T31" fmla="*/ 95 h 535"/>
                <a:gd name="T32" fmla="*/ 309 w 493"/>
                <a:gd name="T33" fmla="*/ 133 h 535"/>
                <a:gd name="T34" fmla="*/ 329 w 493"/>
                <a:gd name="T35" fmla="*/ 197 h 535"/>
                <a:gd name="T36" fmla="*/ 489 w 493"/>
                <a:gd name="T37" fmla="*/ 396 h 535"/>
                <a:gd name="T38" fmla="*/ 493 w 493"/>
                <a:gd name="T39" fmla="*/ 481 h 535"/>
                <a:gd name="T40" fmla="*/ 446 w 493"/>
                <a:gd name="T41" fmla="*/ 535 h 535"/>
                <a:gd name="T42" fmla="*/ 6 w 493"/>
                <a:gd name="T43" fmla="*/ 530 h 535"/>
                <a:gd name="T44" fmla="*/ 0 w 493"/>
                <a:gd name="T45" fmla="*/ 17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3" h="535">
                  <a:moveTo>
                    <a:pt x="0" y="17"/>
                  </a:moveTo>
                  <a:lnTo>
                    <a:pt x="46" y="18"/>
                  </a:lnTo>
                  <a:lnTo>
                    <a:pt x="135" y="42"/>
                  </a:lnTo>
                  <a:lnTo>
                    <a:pt x="177" y="43"/>
                  </a:lnTo>
                  <a:lnTo>
                    <a:pt x="230" y="0"/>
                  </a:lnTo>
                  <a:lnTo>
                    <a:pt x="254" y="0"/>
                  </a:lnTo>
                  <a:lnTo>
                    <a:pt x="299" y="24"/>
                  </a:lnTo>
                  <a:lnTo>
                    <a:pt x="354" y="24"/>
                  </a:lnTo>
                  <a:lnTo>
                    <a:pt x="365" y="24"/>
                  </a:lnTo>
                  <a:lnTo>
                    <a:pt x="401" y="127"/>
                  </a:lnTo>
                  <a:lnTo>
                    <a:pt x="410" y="159"/>
                  </a:lnTo>
                  <a:lnTo>
                    <a:pt x="420" y="209"/>
                  </a:lnTo>
                  <a:lnTo>
                    <a:pt x="403" y="221"/>
                  </a:lnTo>
                  <a:lnTo>
                    <a:pt x="375" y="207"/>
                  </a:lnTo>
                  <a:lnTo>
                    <a:pt x="341" y="97"/>
                  </a:lnTo>
                  <a:lnTo>
                    <a:pt x="311" y="95"/>
                  </a:lnTo>
                  <a:lnTo>
                    <a:pt x="309" y="133"/>
                  </a:lnTo>
                  <a:lnTo>
                    <a:pt x="329" y="197"/>
                  </a:lnTo>
                  <a:lnTo>
                    <a:pt x="489" y="396"/>
                  </a:lnTo>
                  <a:lnTo>
                    <a:pt x="493" y="481"/>
                  </a:lnTo>
                  <a:lnTo>
                    <a:pt x="446" y="535"/>
                  </a:lnTo>
                  <a:lnTo>
                    <a:pt x="6" y="530"/>
                  </a:lnTo>
                  <a:lnTo>
                    <a:pt x="0" y="1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49" name="Freeform 31">
              <a:extLst>
                <a:ext uri="{FF2B5EF4-FFF2-40B4-BE49-F238E27FC236}">
                  <a16:creationId xmlns:a16="http://schemas.microsoft.com/office/drawing/2014/main" id="{7D5F79F6-09DB-4D37-B15C-4559DADEB3A9}"/>
                </a:ext>
              </a:extLst>
            </p:cNvPr>
            <p:cNvSpPr>
              <a:spLocks/>
            </p:cNvSpPr>
            <p:nvPr/>
          </p:nvSpPr>
          <p:spPr bwMode="auto">
            <a:xfrm>
              <a:off x="6233319" y="3444081"/>
              <a:ext cx="263525" cy="417513"/>
            </a:xfrm>
            <a:custGeom>
              <a:avLst/>
              <a:gdLst>
                <a:gd name="T0" fmla="*/ 43 w 499"/>
                <a:gd name="T1" fmla="*/ 447 h 787"/>
                <a:gd name="T2" fmla="*/ 45 w 499"/>
                <a:gd name="T3" fmla="*/ 396 h 787"/>
                <a:gd name="T4" fmla="*/ 126 w 499"/>
                <a:gd name="T5" fmla="*/ 317 h 787"/>
                <a:gd name="T6" fmla="*/ 148 w 499"/>
                <a:gd name="T7" fmla="*/ 123 h 787"/>
                <a:gd name="T8" fmla="*/ 94 w 499"/>
                <a:gd name="T9" fmla="*/ 19 h 787"/>
                <a:gd name="T10" fmla="*/ 132 w 499"/>
                <a:gd name="T11" fmla="*/ 0 h 787"/>
                <a:gd name="T12" fmla="*/ 499 w 499"/>
                <a:gd name="T13" fmla="*/ 191 h 787"/>
                <a:gd name="T14" fmla="*/ 497 w 499"/>
                <a:gd name="T15" fmla="*/ 378 h 787"/>
                <a:gd name="T16" fmla="*/ 432 w 499"/>
                <a:gd name="T17" fmla="*/ 433 h 787"/>
                <a:gd name="T18" fmla="*/ 432 w 499"/>
                <a:gd name="T19" fmla="*/ 530 h 787"/>
                <a:gd name="T20" fmla="*/ 474 w 499"/>
                <a:gd name="T21" fmla="*/ 612 h 787"/>
                <a:gd name="T22" fmla="*/ 399 w 499"/>
                <a:gd name="T23" fmla="*/ 612 h 787"/>
                <a:gd name="T24" fmla="*/ 275 w 499"/>
                <a:gd name="T25" fmla="*/ 734 h 787"/>
                <a:gd name="T26" fmla="*/ 272 w 499"/>
                <a:gd name="T27" fmla="*/ 771 h 787"/>
                <a:gd name="T28" fmla="*/ 181 w 499"/>
                <a:gd name="T29" fmla="*/ 770 h 787"/>
                <a:gd name="T30" fmla="*/ 180 w 499"/>
                <a:gd name="T31" fmla="*/ 787 h 787"/>
                <a:gd name="T32" fmla="*/ 128 w 499"/>
                <a:gd name="T33" fmla="*/ 780 h 787"/>
                <a:gd name="T34" fmla="*/ 93 w 499"/>
                <a:gd name="T35" fmla="*/ 712 h 787"/>
                <a:gd name="T36" fmla="*/ 65 w 499"/>
                <a:gd name="T37" fmla="*/ 699 h 787"/>
                <a:gd name="T38" fmla="*/ 69 w 499"/>
                <a:gd name="T39" fmla="*/ 679 h 787"/>
                <a:gd name="T40" fmla="*/ 103 w 499"/>
                <a:gd name="T41" fmla="*/ 654 h 787"/>
                <a:gd name="T42" fmla="*/ 103 w 499"/>
                <a:gd name="T43" fmla="*/ 533 h 787"/>
                <a:gd name="T44" fmla="*/ 56 w 499"/>
                <a:gd name="T45" fmla="*/ 526 h 787"/>
                <a:gd name="T46" fmla="*/ 0 w 499"/>
                <a:gd name="T47" fmla="*/ 484 h 787"/>
                <a:gd name="T48" fmla="*/ 43 w 499"/>
                <a:gd name="T49" fmla="*/ 447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9" h="787">
                  <a:moveTo>
                    <a:pt x="43" y="447"/>
                  </a:moveTo>
                  <a:lnTo>
                    <a:pt x="45" y="396"/>
                  </a:lnTo>
                  <a:lnTo>
                    <a:pt x="126" y="317"/>
                  </a:lnTo>
                  <a:lnTo>
                    <a:pt x="148" y="123"/>
                  </a:lnTo>
                  <a:lnTo>
                    <a:pt x="94" y="19"/>
                  </a:lnTo>
                  <a:lnTo>
                    <a:pt x="132" y="0"/>
                  </a:lnTo>
                  <a:lnTo>
                    <a:pt x="499" y="191"/>
                  </a:lnTo>
                  <a:lnTo>
                    <a:pt x="497" y="378"/>
                  </a:lnTo>
                  <a:lnTo>
                    <a:pt x="432" y="433"/>
                  </a:lnTo>
                  <a:lnTo>
                    <a:pt x="432" y="530"/>
                  </a:lnTo>
                  <a:lnTo>
                    <a:pt x="474" y="612"/>
                  </a:lnTo>
                  <a:lnTo>
                    <a:pt x="399" y="612"/>
                  </a:lnTo>
                  <a:lnTo>
                    <a:pt x="275" y="734"/>
                  </a:lnTo>
                  <a:lnTo>
                    <a:pt x="272" y="771"/>
                  </a:lnTo>
                  <a:lnTo>
                    <a:pt x="181" y="770"/>
                  </a:lnTo>
                  <a:lnTo>
                    <a:pt x="180" y="787"/>
                  </a:lnTo>
                  <a:lnTo>
                    <a:pt x="128" y="780"/>
                  </a:lnTo>
                  <a:lnTo>
                    <a:pt x="93" y="712"/>
                  </a:lnTo>
                  <a:lnTo>
                    <a:pt x="65" y="699"/>
                  </a:lnTo>
                  <a:lnTo>
                    <a:pt x="69" y="679"/>
                  </a:lnTo>
                  <a:lnTo>
                    <a:pt x="103" y="654"/>
                  </a:lnTo>
                  <a:lnTo>
                    <a:pt x="103" y="533"/>
                  </a:lnTo>
                  <a:lnTo>
                    <a:pt x="56" y="526"/>
                  </a:lnTo>
                  <a:lnTo>
                    <a:pt x="0" y="484"/>
                  </a:lnTo>
                  <a:lnTo>
                    <a:pt x="43" y="44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53" name="Freeform 33">
              <a:extLst>
                <a:ext uri="{FF2B5EF4-FFF2-40B4-BE49-F238E27FC236}">
                  <a16:creationId xmlns:a16="http://schemas.microsoft.com/office/drawing/2014/main" id="{C2F7C945-A6D0-428F-B3A6-06CB0E3EDF2E}"/>
                </a:ext>
              </a:extLst>
            </p:cNvPr>
            <p:cNvSpPr>
              <a:spLocks/>
            </p:cNvSpPr>
            <p:nvPr/>
          </p:nvSpPr>
          <p:spPr bwMode="auto">
            <a:xfrm>
              <a:off x="6120607" y="3729831"/>
              <a:ext cx="200025" cy="276225"/>
            </a:xfrm>
            <a:custGeom>
              <a:avLst/>
              <a:gdLst>
                <a:gd name="T0" fmla="*/ 0 w 378"/>
                <a:gd name="T1" fmla="*/ 392 h 521"/>
                <a:gd name="T2" fmla="*/ 55 w 378"/>
                <a:gd name="T3" fmla="*/ 442 h 521"/>
                <a:gd name="T4" fmla="*/ 51 w 378"/>
                <a:gd name="T5" fmla="*/ 521 h 521"/>
                <a:gd name="T6" fmla="*/ 353 w 378"/>
                <a:gd name="T7" fmla="*/ 514 h 521"/>
                <a:gd name="T8" fmla="*/ 378 w 378"/>
                <a:gd name="T9" fmla="*/ 486 h 521"/>
                <a:gd name="T10" fmla="*/ 291 w 378"/>
                <a:gd name="T11" fmla="*/ 393 h 521"/>
                <a:gd name="T12" fmla="*/ 278 w 378"/>
                <a:gd name="T13" fmla="*/ 359 h 521"/>
                <a:gd name="T14" fmla="*/ 334 w 378"/>
                <a:gd name="T15" fmla="*/ 256 h 521"/>
                <a:gd name="T16" fmla="*/ 297 w 378"/>
                <a:gd name="T17" fmla="*/ 188 h 521"/>
                <a:gd name="T18" fmla="*/ 265 w 378"/>
                <a:gd name="T19" fmla="*/ 170 h 521"/>
                <a:gd name="T20" fmla="*/ 265 w 378"/>
                <a:gd name="T21" fmla="*/ 136 h 521"/>
                <a:gd name="T22" fmla="*/ 302 w 378"/>
                <a:gd name="T23" fmla="*/ 112 h 521"/>
                <a:gd name="T24" fmla="*/ 304 w 378"/>
                <a:gd name="T25" fmla="*/ 4 h 521"/>
                <a:gd name="T26" fmla="*/ 274 w 378"/>
                <a:gd name="T27" fmla="*/ 0 h 521"/>
                <a:gd name="T28" fmla="*/ 274 w 378"/>
                <a:gd name="T29" fmla="*/ 57 h 521"/>
                <a:gd name="T30" fmla="*/ 146 w 378"/>
                <a:gd name="T31" fmla="*/ 294 h 521"/>
                <a:gd name="T32" fmla="*/ 69 w 378"/>
                <a:gd name="T33" fmla="*/ 298 h 521"/>
                <a:gd name="T34" fmla="*/ 15 w 378"/>
                <a:gd name="T35" fmla="*/ 335 h 521"/>
                <a:gd name="T36" fmla="*/ 0 w 378"/>
                <a:gd name="T37" fmla="*/ 392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8" h="521">
                  <a:moveTo>
                    <a:pt x="0" y="392"/>
                  </a:moveTo>
                  <a:lnTo>
                    <a:pt x="55" y="442"/>
                  </a:lnTo>
                  <a:lnTo>
                    <a:pt x="51" y="521"/>
                  </a:lnTo>
                  <a:lnTo>
                    <a:pt x="353" y="514"/>
                  </a:lnTo>
                  <a:lnTo>
                    <a:pt x="378" y="486"/>
                  </a:lnTo>
                  <a:lnTo>
                    <a:pt x="291" y="393"/>
                  </a:lnTo>
                  <a:lnTo>
                    <a:pt x="278" y="359"/>
                  </a:lnTo>
                  <a:lnTo>
                    <a:pt x="334" y="256"/>
                  </a:lnTo>
                  <a:lnTo>
                    <a:pt x="297" y="188"/>
                  </a:lnTo>
                  <a:lnTo>
                    <a:pt x="265" y="170"/>
                  </a:lnTo>
                  <a:lnTo>
                    <a:pt x="265" y="136"/>
                  </a:lnTo>
                  <a:lnTo>
                    <a:pt x="302" y="112"/>
                  </a:lnTo>
                  <a:lnTo>
                    <a:pt x="304" y="4"/>
                  </a:lnTo>
                  <a:lnTo>
                    <a:pt x="274" y="0"/>
                  </a:lnTo>
                  <a:lnTo>
                    <a:pt x="274" y="57"/>
                  </a:lnTo>
                  <a:lnTo>
                    <a:pt x="146" y="294"/>
                  </a:lnTo>
                  <a:lnTo>
                    <a:pt x="69" y="298"/>
                  </a:lnTo>
                  <a:lnTo>
                    <a:pt x="15" y="335"/>
                  </a:lnTo>
                  <a:lnTo>
                    <a:pt x="0" y="39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93" name="Freeform 34">
              <a:extLst>
                <a:ext uri="{FF2B5EF4-FFF2-40B4-BE49-F238E27FC236}">
                  <a16:creationId xmlns:a16="http://schemas.microsoft.com/office/drawing/2014/main" id="{2C523F70-330C-4EF2-A9B4-1764CFF276B5}"/>
                </a:ext>
              </a:extLst>
            </p:cNvPr>
            <p:cNvSpPr>
              <a:spLocks/>
            </p:cNvSpPr>
            <p:nvPr/>
          </p:nvSpPr>
          <p:spPr bwMode="auto">
            <a:xfrm>
              <a:off x="6833394" y="3574256"/>
              <a:ext cx="147638" cy="147638"/>
            </a:xfrm>
            <a:custGeom>
              <a:avLst/>
              <a:gdLst>
                <a:gd name="T0" fmla="*/ 4 w 279"/>
                <a:gd name="T1" fmla="*/ 180 h 281"/>
                <a:gd name="T2" fmla="*/ 0 w 279"/>
                <a:gd name="T3" fmla="*/ 80 h 281"/>
                <a:gd name="T4" fmla="*/ 67 w 279"/>
                <a:gd name="T5" fmla="*/ 0 h 281"/>
                <a:gd name="T6" fmla="*/ 85 w 279"/>
                <a:gd name="T7" fmla="*/ 14 h 281"/>
                <a:gd name="T8" fmla="*/ 119 w 279"/>
                <a:gd name="T9" fmla="*/ 125 h 281"/>
                <a:gd name="T10" fmla="*/ 279 w 279"/>
                <a:gd name="T11" fmla="*/ 245 h 281"/>
                <a:gd name="T12" fmla="*/ 251 w 279"/>
                <a:gd name="T13" fmla="*/ 281 h 281"/>
                <a:gd name="T14" fmla="*/ 133 w 279"/>
                <a:gd name="T15" fmla="*/ 180 h 281"/>
                <a:gd name="T16" fmla="*/ 4 w 279"/>
                <a:gd name="T17" fmla="*/ 18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281">
                  <a:moveTo>
                    <a:pt x="4" y="180"/>
                  </a:moveTo>
                  <a:lnTo>
                    <a:pt x="0" y="80"/>
                  </a:lnTo>
                  <a:lnTo>
                    <a:pt x="67" y="0"/>
                  </a:lnTo>
                  <a:lnTo>
                    <a:pt x="85" y="14"/>
                  </a:lnTo>
                  <a:lnTo>
                    <a:pt x="119" y="125"/>
                  </a:lnTo>
                  <a:lnTo>
                    <a:pt x="279" y="245"/>
                  </a:lnTo>
                  <a:lnTo>
                    <a:pt x="251" y="281"/>
                  </a:lnTo>
                  <a:lnTo>
                    <a:pt x="133" y="180"/>
                  </a:lnTo>
                  <a:lnTo>
                    <a:pt x="4" y="1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94" name="Freeform 35">
              <a:extLst>
                <a:ext uri="{FF2B5EF4-FFF2-40B4-BE49-F238E27FC236}">
                  <a16:creationId xmlns:a16="http://schemas.microsoft.com/office/drawing/2014/main" id="{284E5E1E-3AB5-448C-BEE3-B484A3C6D8FE}"/>
                </a:ext>
              </a:extLst>
            </p:cNvPr>
            <p:cNvSpPr>
              <a:spLocks/>
            </p:cNvSpPr>
            <p:nvPr/>
          </p:nvSpPr>
          <p:spPr bwMode="auto">
            <a:xfrm>
              <a:off x="6963569" y="3707606"/>
              <a:ext cx="36513" cy="53975"/>
            </a:xfrm>
            <a:custGeom>
              <a:avLst/>
              <a:gdLst>
                <a:gd name="T0" fmla="*/ 10 w 69"/>
                <a:gd name="T1" fmla="*/ 43 h 101"/>
                <a:gd name="T2" fmla="*/ 0 w 69"/>
                <a:gd name="T3" fmla="*/ 101 h 101"/>
                <a:gd name="T4" fmla="*/ 68 w 69"/>
                <a:gd name="T5" fmla="*/ 100 h 101"/>
                <a:gd name="T6" fmla="*/ 69 w 69"/>
                <a:gd name="T7" fmla="*/ 16 h 101"/>
                <a:gd name="T8" fmla="*/ 44 w 69"/>
                <a:gd name="T9" fmla="*/ 0 h 101"/>
                <a:gd name="T10" fmla="*/ 10 w 69"/>
                <a:gd name="T11" fmla="*/ 43 h 101"/>
              </a:gdLst>
              <a:ahLst/>
              <a:cxnLst>
                <a:cxn ang="0">
                  <a:pos x="T0" y="T1"/>
                </a:cxn>
                <a:cxn ang="0">
                  <a:pos x="T2" y="T3"/>
                </a:cxn>
                <a:cxn ang="0">
                  <a:pos x="T4" y="T5"/>
                </a:cxn>
                <a:cxn ang="0">
                  <a:pos x="T6" y="T7"/>
                </a:cxn>
                <a:cxn ang="0">
                  <a:pos x="T8" y="T9"/>
                </a:cxn>
                <a:cxn ang="0">
                  <a:pos x="T10" y="T11"/>
                </a:cxn>
              </a:cxnLst>
              <a:rect l="0" t="0" r="r" b="b"/>
              <a:pathLst>
                <a:path w="69" h="101">
                  <a:moveTo>
                    <a:pt x="10" y="43"/>
                  </a:moveTo>
                  <a:lnTo>
                    <a:pt x="0" y="101"/>
                  </a:lnTo>
                  <a:lnTo>
                    <a:pt x="68" y="100"/>
                  </a:lnTo>
                  <a:lnTo>
                    <a:pt x="69" y="16"/>
                  </a:lnTo>
                  <a:lnTo>
                    <a:pt x="44" y="0"/>
                  </a:lnTo>
                  <a:lnTo>
                    <a:pt x="10" y="4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95" name="Freeform 36">
              <a:extLst>
                <a:ext uri="{FF2B5EF4-FFF2-40B4-BE49-F238E27FC236}">
                  <a16:creationId xmlns:a16="http://schemas.microsoft.com/office/drawing/2014/main" id="{1A034D3F-DAC9-4A1A-8840-FFAC7D5CEEDC}"/>
                </a:ext>
              </a:extLst>
            </p:cNvPr>
            <p:cNvSpPr>
              <a:spLocks/>
            </p:cNvSpPr>
            <p:nvPr/>
          </p:nvSpPr>
          <p:spPr bwMode="auto">
            <a:xfrm>
              <a:off x="6749257" y="3675856"/>
              <a:ext cx="373063" cy="292100"/>
            </a:xfrm>
            <a:custGeom>
              <a:avLst/>
              <a:gdLst>
                <a:gd name="T0" fmla="*/ 38 w 705"/>
                <a:gd name="T1" fmla="*/ 279 h 552"/>
                <a:gd name="T2" fmla="*/ 163 w 705"/>
                <a:gd name="T3" fmla="*/ 0 h 552"/>
                <a:gd name="T4" fmla="*/ 287 w 705"/>
                <a:gd name="T5" fmla="*/ 1 h 552"/>
                <a:gd name="T6" fmla="*/ 396 w 705"/>
                <a:gd name="T7" fmla="*/ 97 h 552"/>
                <a:gd name="T8" fmla="*/ 388 w 705"/>
                <a:gd name="T9" fmla="*/ 176 h 552"/>
                <a:gd name="T10" fmla="*/ 474 w 705"/>
                <a:gd name="T11" fmla="*/ 176 h 552"/>
                <a:gd name="T12" fmla="*/ 483 w 705"/>
                <a:gd name="T13" fmla="*/ 223 h 552"/>
                <a:gd name="T14" fmla="*/ 620 w 705"/>
                <a:gd name="T15" fmla="*/ 305 h 552"/>
                <a:gd name="T16" fmla="*/ 705 w 705"/>
                <a:gd name="T17" fmla="*/ 309 h 552"/>
                <a:gd name="T18" fmla="*/ 544 w 705"/>
                <a:gd name="T19" fmla="*/ 483 h 552"/>
                <a:gd name="T20" fmla="*/ 321 w 705"/>
                <a:gd name="T21" fmla="*/ 552 h 552"/>
                <a:gd name="T22" fmla="*/ 267 w 705"/>
                <a:gd name="T23" fmla="*/ 552 h 552"/>
                <a:gd name="T24" fmla="*/ 169 w 705"/>
                <a:gd name="T25" fmla="*/ 467 h 552"/>
                <a:gd name="T26" fmla="*/ 131 w 705"/>
                <a:gd name="T27" fmla="*/ 451 h 552"/>
                <a:gd name="T28" fmla="*/ 55 w 705"/>
                <a:gd name="T29" fmla="*/ 341 h 552"/>
                <a:gd name="T30" fmla="*/ 6 w 705"/>
                <a:gd name="T31" fmla="*/ 341 h 552"/>
                <a:gd name="T32" fmla="*/ 0 w 705"/>
                <a:gd name="T33" fmla="*/ 291 h 552"/>
                <a:gd name="T34" fmla="*/ 38 w 705"/>
                <a:gd name="T35" fmla="*/ 279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5" h="552">
                  <a:moveTo>
                    <a:pt x="38" y="279"/>
                  </a:moveTo>
                  <a:lnTo>
                    <a:pt x="163" y="0"/>
                  </a:lnTo>
                  <a:lnTo>
                    <a:pt x="287" y="1"/>
                  </a:lnTo>
                  <a:lnTo>
                    <a:pt x="396" y="97"/>
                  </a:lnTo>
                  <a:lnTo>
                    <a:pt x="388" y="176"/>
                  </a:lnTo>
                  <a:lnTo>
                    <a:pt x="474" y="176"/>
                  </a:lnTo>
                  <a:lnTo>
                    <a:pt x="483" y="223"/>
                  </a:lnTo>
                  <a:lnTo>
                    <a:pt x="620" y="305"/>
                  </a:lnTo>
                  <a:lnTo>
                    <a:pt x="705" y="309"/>
                  </a:lnTo>
                  <a:lnTo>
                    <a:pt x="544" y="483"/>
                  </a:lnTo>
                  <a:lnTo>
                    <a:pt x="321" y="552"/>
                  </a:lnTo>
                  <a:lnTo>
                    <a:pt x="267" y="552"/>
                  </a:lnTo>
                  <a:lnTo>
                    <a:pt x="169" y="467"/>
                  </a:lnTo>
                  <a:lnTo>
                    <a:pt x="131" y="451"/>
                  </a:lnTo>
                  <a:lnTo>
                    <a:pt x="55" y="341"/>
                  </a:lnTo>
                  <a:lnTo>
                    <a:pt x="6" y="341"/>
                  </a:lnTo>
                  <a:lnTo>
                    <a:pt x="0" y="291"/>
                  </a:lnTo>
                  <a:lnTo>
                    <a:pt x="38" y="27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96" name="Freeform 37">
              <a:extLst>
                <a:ext uri="{FF2B5EF4-FFF2-40B4-BE49-F238E27FC236}">
                  <a16:creationId xmlns:a16="http://schemas.microsoft.com/office/drawing/2014/main" id="{6677F647-253A-4F69-9239-195A76B719CB}"/>
                </a:ext>
              </a:extLst>
            </p:cNvPr>
            <p:cNvSpPr>
              <a:spLocks/>
            </p:cNvSpPr>
            <p:nvPr/>
          </p:nvSpPr>
          <p:spPr bwMode="auto">
            <a:xfrm>
              <a:off x="7008019" y="3756818"/>
              <a:ext cx="149225" cy="76200"/>
            </a:xfrm>
            <a:custGeom>
              <a:avLst/>
              <a:gdLst>
                <a:gd name="T0" fmla="*/ 0 w 283"/>
                <a:gd name="T1" fmla="*/ 12 h 146"/>
                <a:gd name="T2" fmla="*/ 70 w 283"/>
                <a:gd name="T3" fmla="*/ 60 h 146"/>
                <a:gd name="T4" fmla="*/ 90 w 283"/>
                <a:gd name="T5" fmla="*/ 59 h 146"/>
                <a:gd name="T6" fmla="*/ 264 w 283"/>
                <a:gd name="T7" fmla="*/ 0 h 146"/>
                <a:gd name="T8" fmla="*/ 283 w 283"/>
                <a:gd name="T9" fmla="*/ 63 h 146"/>
                <a:gd name="T10" fmla="*/ 270 w 283"/>
                <a:gd name="T11" fmla="*/ 116 h 146"/>
                <a:gd name="T12" fmla="*/ 232 w 283"/>
                <a:gd name="T13" fmla="*/ 146 h 146"/>
                <a:gd name="T14" fmla="*/ 138 w 283"/>
                <a:gd name="T15" fmla="*/ 140 h 146"/>
                <a:gd name="T16" fmla="*/ 4 w 283"/>
                <a:gd name="T17" fmla="*/ 57 h 146"/>
                <a:gd name="T18" fmla="*/ 0 w 283"/>
                <a:gd name="T19" fmla="*/ 1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146">
                  <a:moveTo>
                    <a:pt x="0" y="12"/>
                  </a:moveTo>
                  <a:lnTo>
                    <a:pt x="70" y="60"/>
                  </a:lnTo>
                  <a:lnTo>
                    <a:pt x="90" y="59"/>
                  </a:lnTo>
                  <a:lnTo>
                    <a:pt x="264" y="0"/>
                  </a:lnTo>
                  <a:lnTo>
                    <a:pt x="283" y="63"/>
                  </a:lnTo>
                  <a:lnTo>
                    <a:pt x="270" y="116"/>
                  </a:lnTo>
                  <a:lnTo>
                    <a:pt x="232" y="146"/>
                  </a:lnTo>
                  <a:lnTo>
                    <a:pt x="138" y="140"/>
                  </a:lnTo>
                  <a:lnTo>
                    <a:pt x="4" y="57"/>
                  </a:lnTo>
                  <a:lnTo>
                    <a:pt x="0" y="1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97" name="Freeform 38">
              <a:extLst>
                <a:ext uri="{FF2B5EF4-FFF2-40B4-BE49-F238E27FC236}">
                  <a16:creationId xmlns:a16="http://schemas.microsoft.com/office/drawing/2014/main" id="{E6840450-DE5F-4A5B-BAF2-712EE4F55DCE}"/>
                </a:ext>
              </a:extLst>
            </p:cNvPr>
            <p:cNvSpPr>
              <a:spLocks/>
            </p:cNvSpPr>
            <p:nvPr/>
          </p:nvSpPr>
          <p:spPr bwMode="auto">
            <a:xfrm>
              <a:off x="7223919" y="3704431"/>
              <a:ext cx="55563" cy="31750"/>
            </a:xfrm>
            <a:custGeom>
              <a:avLst/>
              <a:gdLst>
                <a:gd name="T0" fmla="*/ 0 w 103"/>
                <a:gd name="T1" fmla="*/ 16 h 58"/>
                <a:gd name="T2" fmla="*/ 36 w 103"/>
                <a:gd name="T3" fmla="*/ 58 h 58"/>
                <a:gd name="T4" fmla="*/ 85 w 103"/>
                <a:gd name="T5" fmla="*/ 28 h 58"/>
                <a:gd name="T6" fmla="*/ 103 w 103"/>
                <a:gd name="T7" fmla="*/ 22 h 58"/>
                <a:gd name="T8" fmla="*/ 81 w 103"/>
                <a:gd name="T9" fmla="*/ 0 h 58"/>
                <a:gd name="T10" fmla="*/ 37 w 103"/>
                <a:gd name="T11" fmla="*/ 12 h 58"/>
                <a:gd name="T12" fmla="*/ 0 w 103"/>
                <a:gd name="T13" fmla="*/ 16 h 58"/>
              </a:gdLst>
              <a:ahLst/>
              <a:cxnLst>
                <a:cxn ang="0">
                  <a:pos x="T0" y="T1"/>
                </a:cxn>
                <a:cxn ang="0">
                  <a:pos x="T2" y="T3"/>
                </a:cxn>
                <a:cxn ang="0">
                  <a:pos x="T4" y="T5"/>
                </a:cxn>
                <a:cxn ang="0">
                  <a:pos x="T6" y="T7"/>
                </a:cxn>
                <a:cxn ang="0">
                  <a:pos x="T8" y="T9"/>
                </a:cxn>
                <a:cxn ang="0">
                  <a:pos x="T10" y="T11"/>
                </a:cxn>
                <a:cxn ang="0">
                  <a:pos x="T12" y="T13"/>
                </a:cxn>
              </a:cxnLst>
              <a:rect l="0" t="0" r="r" b="b"/>
              <a:pathLst>
                <a:path w="103" h="58">
                  <a:moveTo>
                    <a:pt x="0" y="16"/>
                  </a:moveTo>
                  <a:lnTo>
                    <a:pt x="36" y="58"/>
                  </a:lnTo>
                  <a:lnTo>
                    <a:pt x="85" y="28"/>
                  </a:lnTo>
                  <a:lnTo>
                    <a:pt x="103" y="22"/>
                  </a:lnTo>
                  <a:lnTo>
                    <a:pt x="81" y="0"/>
                  </a:lnTo>
                  <a:lnTo>
                    <a:pt x="37" y="12"/>
                  </a:lnTo>
                  <a:lnTo>
                    <a:pt x="0" y="1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98" name="Freeform 39">
              <a:extLst>
                <a:ext uri="{FF2B5EF4-FFF2-40B4-BE49-F238E27FC236}">
                  <a16:creationId xmlns:a16="http://schemas.microsoft.com/office/drawing/2014/main" id="{5490FF1E-5997-4A82-B9AA-974470C216F8}"/>
                </a:ext>
              </a:extLst>
            </p:cNvPr>
            <p:cNvSpPr>
              <a:spLocks/>
            </p:cNvSpPr>
            <p:nvPr/>
          </p:nvSpPr>
          <p:spPr bwMode="auto">
            <a:xfrm>
              <a:off x="6947694" y="3737768"/>
              <a:ext cx="260350" cy="360363"/>
            </a:xfrm>
            <a:custGeom>
              <a:avLst/>
              <a:gdLst>
                <a:gd name="T0" fmla="*/ 391 w 492"/>
                <a:gd name="T1" fmla="*/ 30 h 679"/>
                <a:gd name="T2" fmla="*/ 465 w 492"/>
                <a:gd name="T3" fmla="*/ 0 h 679"/>
                <a:gd name="T4" fmla="*/ 492 w 492"/>
                <a:gd name="T5" fmla="*/ 16 h 679"/>
                <a:gd name="T6" fmla="*/ 489 w 492"/>
                <a:gd name="T7" fmla="*/ 83 h 679"/>
                <a:gd name="T8" fmla="*/ 420 w 492"/>
                <a:gd name="T9" fmla="*/ 279 h 679"/>
                <a:gd name="T10" fmla="*/ 47 w 492"/>
                <a:gd name="T11" fmla="*/ 679 h 679"/>
                <a:gd name="T12" fmla="*/ 3 w 492"/>
                <a:gd name="T13" fmla="*/ 650 h 679"/>
                <a:gd name="T14" fmla="*/ 0 w 492"/>
                <a:gd name="T15" fmla="*/ 481 h 679"/>
                <a:gd name="T16" fmla="*/ 56 w 492"/>
                <a:gd name="T17" fmla="*/ 416 h 679"/>
                <a:gd name="T18" fmla="*/ 176 w 492"/>
                <a:gd name="T19" fmla="*/ 380 h 679"/>
                <a:gd name="T20" fmla="*/ 350 w 492"/>
                <a:gd name="T21" fmla="*/ 195 h 679"/>
                <a:gd name="T22" fmla="*/ 396 w 492"/>
                <a:gd name="T23" fmla="*/ 154 h 679"/>
                <a:gd name="T24" fmla="*/ 409 w 492"/>
                <a:gd name="T25" fmla="*/ 95 h 679"/>
                <a:gd name="T26" fmla="*/ 391 w 492"/>
                <a:gd name="T27" fmla="*/ 3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2" h="679">
                  <a:moveTo>
                    <a:pt x="391" y="30"/>
                  </a:moveTo>
                  <a:lnTo>
                    <a:pt x="465" y="0"/>
                  </a:lnTo>
                  <a:lnTo>
                    <a:pt x="492" y="16"/>
                  </a:lnTo>
                  <a:lnTo>
                    <a:pt x="489" y="83"/>
                  </a:lnTo>
                  <a:lnTo>
                    <a:pt x="420" y="279"/>
                  </a:lnTo>
                  <a:lnTo>
                    <a:pt x="47" y="679"/>
                  </a:lnTo>
                  <a:lnTo>
                    <a:pt x="3" y="650"/>
                  </a:lnTo>
                  <a:lnTo>
                    <a:pt x="0" y="481"/>
                  </a:lnTo>
                  <a:lnTo>
                    <a:pt x="56" y="416"/>
                  </a:lnTo>
                  <a:lnTo>
                    <a:pt x="176" y="380"/>
                  </a:lnTo>
                  <a:lnTo>
                    <a:pt x="350" y="195"/>
                  </a:lnTo>
                  <a:lnTo>
                    <a:pt x="396" y="154"/>
                  </a:lnTo>
                  <a:lnTo>
                    <a:pt x="409" y="95"/>
                  </a:lnTo>
                  <a:lnTo>
                    <a:pt x="391" y="3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99" name="Freeform 40">
              <a:extLst>
                <a:ext uri="{FF2B5EF4-FFF2-40B4-BE49-F238E27FC236}">
                  <a16:creationId xmlns:a16="http://schemas.microsoft.com/office/drawing/2014/main" id="{00D39D64-F9E4-4E81-9141-8E4DD74A0052}"/>
                </a:ext>
              </a:extLst>
            </p:cNvPr>
            <p:cNvSpPr>
              <a:spLocks/>
            </p:cNvSpPr>
            <p:nvPr/>
          </p:nvSpPr>
          <p:spPr bwMode="auto">
            <a:xfrm>
              <a:off x="6276182" y="3775868"/>
              <a:ext cx="330200" cy="204788"/>
            </a:xfrm>
            <a:custGeom>
              <a:avLst/>
              <a:gdLst>
                <a:gd name="T0" fmla="*/ 12 w 624"/>
                <a:gd name="T1" fmla="*/ 300 h 386"/>
                <a:gd name="T2" fmla="*/ 91 w 624"/>
                <a:gd name="T3" fmla="*/ 386 h 386"/>
                <a:gd name="T4" fmla="*/ 122 w 624"/>
                <a:gd name="T5" fmla="*/ 345 h 386"/>
                <a:gd name="T6" fmla="*/ 173 w 624"/>
                <a:gd name="T7" fmla="*/ 347 h 386"/>
                <a:gd name="T8" fmla="*/ 183 w 624"/>
                <a:gd name="T9" fmla="*/ 308 h 386"/>
                <a:gd name="T10" fmla="*/ 233 w 624"/>
                <a:gd name="T11" fmla="*/ 277 h 386"/>
                <a:gd name="T12" fmla="*/ 335 w 624"/>
                <a:gd name="T13" fmla="*/ 347 h 386"/>
                <a:gd name="T14" fmla="*/ 394 w 624"/>
                <a:gd name="T15" fmla="*/ 288 h 386"/>
                <a:gd name="T16" fmla="*/ 624 w 624"/>
                <a:gd name="T17" fmla="*/ 299 h 386"/>
                <a:gd name="T18" fmla="*/ 411 w 624"/>
                <a:gd name="T19" fmla="*/ 79 h 386"/>
                <a:gd name="T20" fmla="*/ 440 w 624"/>
                <a:gd name="T21" fmla="*/ 61 h 386"/>
                <a:gd name="T22" fmla="*/ 444 w 624"/>
                <a:gd name="T23" fmla="*/ 23 h 386"/>
                <a:gd name="T24" fmla="*/ 395 w 624"/>
                <a:gd name="T25" fmla="*/ 0 h 386"/>
                <a:gd name="T26" fmla="*/ 324 w 624"/>
                <a:gd name="T27" fmla="*/ 0 h 386"/>
                <a:gd name="T28" fmla="*/ 211 w 624"/>
                <a:gd name="T29" fmla="*/ 113 h 386"/>
                <a:gd name="T30" fmla="*/ 207 w 624"/>
                <a:gd name="T31" fmla="*/ 160 h 386"/>
                <a:gd name="T32" fmla="*/ 115 w 624"/>
                <a:gd name="T33" fmla="*/ 157 h 386"/>
                <a:gd name="T34" fmla="*/ 113 w 624"/>
                <a:gd name="T35" fmla="*/ 177 h 386"/>
                <a:gd name="T36" fmla="*/ 53 w 624"/>
                <a:gd name="T37" fmla="*/ 171 h 386"/>
                <a:gd name="T38" fmla="*/ 0 w 624"/>
                <a:gd name="T39" fmla="*/ 272 h 386"/>
                <a:gd name="T40" fmla="*/ 12 w 624"/>
                <a:gd name="T41" fmla="*/ 30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4" h="386">
                  <a:moveTo>
                    <a:pt x="12" y="300"/>
                  </a:moveTo>
                  <a:lnTo>
                    <a:pt x="91" y="386"/>
                  </a:lnTo>
                  <a:lnTo>
                    <a:pt x="122" y="345"/>
                  </a:lnTo>
                  <a:lnTo>
                    <a:pt x="173" y="347"/>
                  </a:lnTo>
                  <a:lnTo>
                    <a:pt x="183" y="308"/>
                  </a:lnTo>
                  <a:lnTo>
                    <a:pt x="233" y="277"/>
                  </a:lnTo>
                  <a:lnTo>
                    <a:pt x="335" y="347"/>
                  </a:lnTo>
                  <a:lnTo>
                    <a:pt x="394" y="288"/>
                  </a:lnTo>
                  <a:lnTo>
                    <a:pt x="624" y="299"/>
                  </a:lnTo>
                  <a:lnTo>
                    <a:pt x="411" y="79"/>
                  </a:lnTo>
                  <a:lnTo>
                    <a:pt x="440" y="61"/>
                  </a:lnTo>
                  <a:lnTo>
                    <a:pt x="444" y="23"/>
                  </a:lnTo>
                  <a:lnTo>
                    <a:pt x="395" y="0"/>
                  </a:lnTo>
                  <a:lnTo>
                    <a:pt x="324" y="0"/>
                  </a:lnTo>
                  <a:lnTo>
                    <a:pt x="211" y="113"/>
                  </a:lnTo>
                  <a:lnTo>
                    <a:pt x="207" y="160"/>
                  </a:lnTo>
                  <a:lnTo>
                    <a:pt x="115" y="157"/>
                  </a:lnTo>
                  <a:lnTo>
                    <a:pt x="113" y="177"/>
                  </a:lnTo>
                  <a:lnTo>
                    <a:pt x="53" y="171"/>
                  </a:lnTo>
                  <a:lnTo>
                    <a:pt x="0" y="272"/>
                  </a:lnTo>
                  <a:lnTo>
                    <a:pt x="12" y="30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0" name="Freeform 41">
              <a:extLst>
                <a:ext uri="{FF2B5EF4-FFF2-40B4-BE49-F238E27FC236}">
                  <a16:creationId xmlns:a16="http://schemas.microsoft.com/office/drawing/2014/main" id="{EDE65B33-C106-4CE9-A7F5-6CEC1F02A2EE}"/>
                </a:ext>
              </a:extLst>
            </p:cNvPr>
            <p:cNvSpPr>
              <a:spLocks/>
            </p:cNvSpPr>
            <p:nvPr/>
          </p:nvSpPr>
          <p:spPr bwMode="auto">
            <a:xfrm>
              <a:off x="6055519" y="4048918"/>
              <a:ext cx="19050" cy="17463"/>
            </a:xfrm>
            <a:custGeom>
              <a:avLst/>
              <a:gdLst>
                <a:gd name="T0" fmla="*/ 0 w 35"/>
                <a:gd name="T1" fmla="*/ 10 h 35"/>
                <a:gd name="T2" fmla="*/ 21 w 35"/>
                <a:gd name="T3" fmla="*/ 0 h 35"/>
                <a:gd name="T4" fmla="*/ 35 w 35"/>
                <a:gd name="T5" fmla="*/ 12 h 35"/>
                <a:gd name="T6" fmla="*/ 21 w 35"/>
                <a:gd name="T7" fmla="*/ 35 h 35"/>
                <a:gd name="T8" fmla="*/ 2 w 35"/>
                <a:gd name="T9" fmla="*/ 28 h 35"/>
                <a:gd name="T10" fmla="*/ 0 w 35"/>
                <a:gd name="T11" fmla="*/ 10 h 35"/>
              </a:gdLst>
              <a:ahLst/>
              <a:cxnLst>
                <a:cxn ang="0">
                  <a:pos x="T0" y="T1"/>
                </a:cxn>
                <a:cxn ang="0">
                  <a:pos x="T2" y="T3"/>
                </a:cxn>
                <a:cxn ang="0">
                  <a:pos x="T4" y="T5"/>
                </a:cxn>
                <a:cxn ang="0">
                  <a:pos x="T6" y="T7"/>
                </a:cxn>
                <a:cxn ang="0">
                  <a:pos x="T8" y="T9"/>
                </a:cxn>
                <a:cxn ang="0">
                  <a:pos x="T10" y="T11"/>
                </a:cxn>
              </a:cxnLst>
              <a:rect l="0" t="0" r="r" b="b"/>
              <a:pathLst>
                <a:path w="35" h="35">
                  <a:moveTo>
                    <a:pt x="0" y="10"/>
                  </a:moveTo>
                  <a:lnTo>
                    <a:pt x="21" y="0"/>
                  </a:lnTo>
                  <a:lnTo>
                    <a:pt x="35" y="12"/>
                  </a:lnTo>
                  <a:lnTo>
                    <a:pt x="21" y="35"/>
                  </a:lnTo>
                  <a:lnTo>
                    <a:pt x="2" y="28"/>
                  </a:lnTo>
                  <a:lnTo>
                    <a:pt x="0" y="1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1" name="Freeform 42">
              <a:extLst>
                <a:ext uri="{FF2B5EF4-FFF2-40B4-BE49-F238E27FC236}">
                  <a16:creationId xmlns:a16="http://schemas.microsoft.com/office/drawing/2014/main" id="{73DD5990-CC71-451E-96E6-8875758ABEC1}"/>
                </a:ext>
              </a:extLst>
            </p:cNvPr>
            <p:cNvSpPr>
              <a:spLocks/>
            </p:cNvSpPr>
            <p:nvPr/>
          </p:nvSpPr>
          <p:spPr bwMode="auto">
            <a:xfrm>
              <a:off x="6077744" y="4018756"/>
              <a:ext cx="20638" cy="17463"/>
            </a:xfrm>
            <a:custGeom>
              <a:avLst/>
              <a:gdLst>
                <a:gd name="T0" fmla="*/ 0 w 40"/>
                <a:gd name="T1" fmla="*/ 5 h 35"/>
                <a:gd name="T2" fmla="*/ 29 w 40"/>
                <a:gd name="T3" fmla="*/ 0 h 35"/>
                <a:gd name="T4" fmla="*/ 40 w 40"/>
                <a:gd name="T5" fmla="*/ 18 h 35"/>
                <a:gd name="T6" fmla="*/ 25 w 40"/>
                <a:gd name="T7" fmla="*/ 35 h 35"/>
                <a:gd name="T8" fmla="*/ 10 w 40"/>
                <a:gd name="T9" fmla="*/ 32 h 35"/>
                <a:gd name="T10" fmla="*/ 0 w 40"/>
                <a:gd name="T11" fmla="*/ 5 h 35"/>
              </a:gdLst>
              <a:ahLst/>
              <a:cxnLst>
                <a:cxn ang="0">
                  <a:pos x="T0" y="T1"/>
                </a:cxn>
                <a:cxn ang="0">
                  <a:pos x="T2" y="T3"/>
                </a:cxn>
                <a:cxn ang="0">
                  <a:pos x="T4" y="T5"/>
                </a:cxn>
                <a:cxn ang="0">
                  <a:pos x="T6" y="T7"/>
                </a:cxn>
                <a:cxn ang="0">
                  <a:pos x="T8" y="T9"/>
                </a:cxn>
                <a:cxn ang="0">
                  <a:pos x="T10" y="T11"/>
                </a:cxn>
              </a:cxnLst>
              <a:rect l="0" t="0" r="r" b="b"/>
              <a:pathLst>
                <a:path w="40" h="35">
                  <a:moveTo>
                    <a:pt x="0" y="5"/>
                  </a:moveTo>
                  <a:lnTo>
                    <a:pt x="29" y="0"/>
                  </a:lnTo>
                  <a:lnTo>
                    <a:pt x="40" y="18"/>
                  </a:lnTo>
                  <a:lnTo>
                    <a:pt x="25" y="35"/>
                  </a:lnTo>
                  <a:lnTo>
                    <a:pt x="10" y="32"/>
                  </a:lnTo>
                  <a:lnTo>
                    <a:pt x="0" y="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2" name="Freeform 43">
              <a:extLst>
                <a:ext uri="{FF2B5EF4-FFF2-40B4-BE49-F238E27FC236}">
                  <a16:creationId xmlns:a16="http://schemas.microsoft.com/office/drawing/2014/main" id="{49E398A5-D906-4AE8-A32E-0C66FE397E98}"/>
                </a:ext>
              </a:extLst>
            </p:cNvPr>
            <p:cNvSpPr>
              <a:spLocks/>
            </p:cNvSpPr>
            <p:nvPr/>
          </p:nvSpPr>
          <p:spPr bwMode="auto">
            <a:xfrm>
              <a:off x="6107907" y="3963193"/>
              <a:ext cx="23813" cy="26988"/>
            </a:xfrm>
            <a:custGeom>
              <a:avLst/>
              <a:gdLst>
                <a:gd name="T0" fmla="*/ 8 w 46"/>
                <a:gd name="T1" fmla="*/ 6 h 52"/>
                <a:gd name="T2" fmla="*/ 0 w 46"/>
                <a:gd name="T3" fmla="*/ 39 h 52"/>
                <a:gd name="T4" fmla="*/ 24 w 46"/>
                <a:gd name="T5" fmla="*/ 52 h 52"/>
                <a:gd name="T6" fmla="*/ 46 w 46"/>
                <a:gd name="T7" fmla="*/ 35 h 52"/>
                <a:gd name="T8" fmla="*/ 38 w 46"/>
                <a:gd name="T9" fmla="*/ 0 h 52"/>
                <a:gd name="T10" fmla="*/ 8 w 46"/>
                <a:gd name="T11" fmla="*/ 6 h 52"/>
              </a:gdLst>
              <a:ahLst/>
              <a:cxnLst>
                <a:cxn ang="0">
                  <a:pos x="T0" y="T1"/>
                </a:cxn>
                <a:cxn ang="0">
                  <a:pos x="T2" y="T3"/>
                </a:cxn>
                <a:cxn ang="0">
                  <a:pos x="T4" y="T5"/>
                </a:cxn>
                <a:cxn ang="0">
                  <a:pos x="T6" y="T7"/>
                </a:cxn>
                <a:cxn ang="0">
                  <a:pos x="T8" y="T9"/>
                </a:cxn>
                <a:cxn ang="0">
                  <a:pos x="T10" y="T11"/>
                </a:cxn>
              </a:cxnLst>
              <a:rect l="0" t="0" r="r" b="b"/>
              <a:pathLst>
                <a:path w="46" h="52">
                  <a:moveTo>
                    <a:pt x="8" y="6"/>
                  </a:moveTo>
                  <a:lnTo>
                    <a:pt x="0" y="39"/>
                  </a:lnTo>
                  <a:lnTo>
                    <a:pt x="24" y="52"/>
                  </a:lnTo>
                  <a:lnTo>
                    <a:pt x="46" y="35"/>
                  </a:lnTo>
                  <a:lnTo>
                    <a:pt x="38" y="0"/>
                  </a:lnTo>
                  <a:lnTo>
                    <a:pt x="8" y="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3" name="Freeform 44">
              <a:extLst>
                <a:ext uri="{FF2B5EF4-FFF2-40B4-BE49-F238E27FC236}">
                  <a16:creationId xmlns:a16="http://schemas.microsoft.com/office/drawing/2014/main" id="{3905385E-D854-4637-B1CB-60923352420A}"/>
                </a:ext>
              </a:extLst>
            </p:cNvPr>
            <p:cNvSpPr>
              <a:spLocks/>
            </p:cNvSpPr>
            <p:nvPr/>
          </p:nvSpPr>
          <p:spPr bwMode="auto">
            <a:xfrm>
              <a:off x="6114257" y="4012406"/>
              <a:ext cx="160338" cy="161925"/>
            </a:xfrm>
            <a:custGeom>
              <a:avLst/>
              <a:gdLst>
                <a:gd name="T0" fmla="*/ 157 w 301"/>
                <a:gd name="T1" fmla="*/ 2 h 308"/>
                <a:gd name="T2" fmla="*/ 155 w 301"/>
                <a:gd name="T3" fmla="*/ 44 h 308"/>
                <a:gd name="T4" fmla="*/ 59 w 301"/>
                <a:gd name="T5" fmla="*/ 42 h 308"/>
                <a:gd name="T6" fmla="*/ 0 w 301"/>
                <a:gd name="T7" fmla="*/ 156 h 308"/>
                <a:gd name="T8" fmla="*/ 139 w 301"/>
                <a:gd name="T9" fmla="*/ 308 h 308"/>
                <a:gd name="T10" fmla="*/ 174 w 301"/>
                <a:gd name="T11" fmla="*/ 280 h 308"/>
                <a:gd name="T12" fmla="*/ 173 w 301"/>
                <a:gd name="T13" fmla="*/ 250 h 308"/>
                <a:gd name="T14" fmla="*/ 148 w 301"/>
                <a:gd name="T15" fmla="*/ 239 h 308"/>
                <a:gd name="T16" fmla="*/ 148 w 301"/>
                <a:gd name="T17" fmla="*/ 218 h 308"/>
                <a:gd name="T18" fmla="*/ 202 w 301"/>
                <a:gd name="T19" fmla="*/ 185 h 308"/>
                <a:gd name="T20" fmla="*/ 249 w 301"/>
                <a:gd name="T21" fmla="*/ 220 h 308"/>
                <a:gd name="T22" fmla="*/ 301 w 301"/>
                <a:gd name="T23" fmla="*/ 221 h 308"/>
                <a:gd name="T24" fmla="*/ 300 w 301"/>
                <a:gd name="T25" fmla="*/ 41 h 308"/>
                <a:gd name="T26" fmla="*/ 217 w 301"/>
                <a:gd name="T27" fmla="*/ 37 h 308"/>
                <a:gd name="T28" fmla="*/ 216 w 301"/>
                <a:gd name="T29" fmla="*/ 0 h 308"/>
                <a:gd name="T30" fmla="*/ 157 w 301"/>
                <a:gd name="T31" fmla="*/ 2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1" h="308">
                  <a:moveTo>
                    <a:pt x="157" y="2"/>
                  </a:moveTo>
                  <a:lnTo>
                    <a:pt x="155" y="44"/>
                  </a:lnTo>
                  <a:lnTo>
                    <a:pt x="59" y="42"/>
                  </a:lnTo>
                  <a:lnTo>
                    <a:pt x="0" y="156"/>
                  </a:lnTo>
                  <a:lnTo>
                    <a:pt x="139" y="308"/>
                  </a:lnTo>
                  <a:lnTo>
                    <a:pt x="174" y="280"/>
                  </a:lnTo>
                  <a:lnTo>
                    <a:pt x="173" y="250"/>
                  </a:lnTo>
                  <a:lnTo>
                    <a:pt x="148" y="239"/>
                  </a:lnTo>
                  <a:lnTo>
                    <a:pt x="148" y="218"/>
                  </a:lnTo>
                  <a:lnTo>
                    <a:pt x="202" y="185"/>
                  </a:lnTo>
                  <a:lnTo>
                    <a:pt x="249" y="220"/>
                  </a:lnTo>
                  <a:lnTo>
                    <a:pt x="301" y="221"/>
                  </a:lnTo>
                  <a:lnTo>
                    <a:pt x="300" y="41"/>
                  </a:lnTo>
                  <a:lnTo>
                    <a:pt x="217" y="37"/>
                  </a:lnTo>
                  <a:lnTo>
                    <a:pt x="216" y="0"/>
                  </a:lnTo>
                  <a:lnTo>
                    <a:pt x="157"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4" name="Freeform 45">
              <a:extLst>
                <a:ext uri="{FF2B5EF4-FFF2-40B4-BE49-F238E27FC236}">
                  <a16:creationId xmlns:a16="http://schemas.microsoft.com/office/drawing/2014/main" id="{55347CB7-9956-40B2-B6D0-DCD3FDBDAA42}"/>
                </a:ext>
              </a:extLst>
            </p:cNvPr>
            <p:cNvSpPr>
              <a:spLocks/>
            </p:cNvSpPr>
            <p:nvPr/>
          </p:nvSpPr>
          <p:spPr bwMode="auto">
            <a:xfrm>
              <a:off x="6149182" y="4013993"/>
              <a:ext cx="41275" cy="14288"/>
            </a:xfrm>
            <a:custGeom>
              <a:avLst/>
              <a:gdLst>
                <a:gd name="T0" fmla="*/ 1 w 78"/>
                <a:gd name="T1" fmla="*/ 0 h 27"/>
                <a:gd name="T2" fmla="*/ 0 w 78"/>
                <a:gd name="T3" fmla="*/ 23 h 27"/>
                <a:gd name="T4" fmla="*/ 78 w 78"/>
                <a:gd name="T5" fmla="*/ 27 h 27"/>
                <a:gd name="T6" fmla="*/ 77 w 78"/>
                <a:gd name="T7" fmla="*/ 1 h 27"/>
                <a:gd name="T8" fmla="*/ 1 w 78"/>
                <a:gd name="T9" fmla="*/ 0 h 27"/>
              </a:gdLst>
              <a:ahLst/>
              <a:cxnLst>
                <a:cxn ang="0">
                  <a:pos x="T0" y="T1"/>
                </a:cxn>
                <a:cxn ang="0">
                  <a:pos x="T2" y="T3"/>
                </a:cxn>
                <a:cxn ang="0">
                  <a:pos x="T4" y="T5"/>
                </a:cxn>
                <a:cxn ang="0">
                  <a:pos x="T6" y="T7"/>
                </a:cxn>
                <a:cxn ang="0">
                  <a:pos x="T8" y="T9"/>
                </a:cxn>
              </a:cxnLst>
              <a:rect l="0" t="0" r="r" b="b"/>
              <a:pathLst>
                <a:path w="78" h="27">
                  <a:moveTo>
                    <a:pt x="1" y="0"/>
                  </a:moveTo>
                  <a:lnTo>
                    <a:pt x="0" y="23"/>
                  </a:lnTo>
                  <a:lnTo>
                    <a:pt x="78" y="27"/>
                  </a:lnTo>
                  <a:lnTo>
                    <a:pt x="77" y="1"/>
                  </a:lnTo>
                  <a:lnTo>
                    <a:pt x="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5" name="Freeform 46">
              <a:extLst>
                <a:ext uri="{FF2B5EF4-FFF2-40B4-BE49-F238E27FC236}">
                  <a16:creationId xmlns:a16="http://schemas.microsoft.com/office/drawing/2014/main" id="{CC544803-2A85-4122-9C72-49D91074E4C7}"/>
                </a:ext>
              </a:extLst>
            </p:cNvPr>
            <p:cNvSpPr>
              <a:spLocks/>
            </p:cNvSpPr>
            <p:nvPr/>
          </p:nvSpPr>
          <p:spPr bwMode="auto">
            <a:xfrm>
              <a:off x="6190457" y="3969543"/>
              <a:ext cx="177800" cy="225425"/>
            </a:xfrm>
            <a:custGeom>
              <a:avLst/>
              <a:gdLst>
                <a:gd name="T0" fmla="*/ 93 w 335"/>
                <a:gd name="T1" fmla="*/ 80 h 425"/>
                <a:gd name="T2" fmla="*/ 92 w 335"/>
                <a:gd name="T3" fmla="*/ 105 h 425"/>
                <a:gd name="T4" fmla="*/ 175 w 335"/>
                <a:gd name="T5" fmla="*/ 107 h 425"/>
                <a:gd name="T6" fmla="*/ 177 w 335"/>
                <a:gd name="T7" fmla="*/ 319 h 425"/>
                <a:gd name="T8" fmla="*/ 103 w 335"/>
                <a:gd name="T9" fmla="*/ 317 h 425"/>
                <a:gd name="T10" fmla="*/ 59 w 335"/>
                <a:gd name="T11" fmla="*/ 284 h 425"/>
                <a:gd name="T12" fmla="*/ 25 w 335"/>
                <a:gd name="T13" fmla="*/ 302 h 425"/>
                <a:gd name="T14" fmla="*/ 23 w 335"/>
                <a:gd name="T15" fmla="*/ 311 h 425"/>
                <a:gd name="T16" fmla="*/ 42 w 335"/>
                <a:gd name="T17" fmla="*/ 320 h 425"/>
                <a:gd name="T18" fmla="*/ 46 w 335"/>
                <a:gd name="T19" fmla="*/ 364 h 425"/>
                <a:gd name="T20" fmla="*/ 0 w 335"/>
                <a:gd name="T21" fmla="*/ 404 h 425"/>
                <a:gd name="T22" fmla="*/ 10 w 335"/>
                <a:gd name="T23" fmla="*/ 425 h 425"/>
                <a:gd name="T24" fmla="*/ 61 w 335"/>
                <a:gd name="T25" fmla="*/ 384 h 425"/>
                <a:gd name="T26" fmla="*/ 85 w 335"/>
                <a:gd name="T27" fmla="*/ 384 h 425"/>
                <a:gd name="T28" fmla="*/ 93 w 335"/>
                <a:gd name="T29" fmla="*/ 409 h 425"/>
                <a:gd name="T30" fmla="*/ 126 w 335"/>
                <a:gd name="T31" fmla="*/ 422 h 425"/>
                <a:gd name="T32" fmla="*/ 230 w 335"/>
                <a:gd name="T33" fmla="*/ 334 h 425"/>
                <a:gd name="T34" fmla="*/ 228 w 335"/>
                <a:gd name="T35" fmla="*/ 270 h 425"/>
                <a:gd name="T36" fmla="*/ 251 w 335"/>
                <a:gd name="T37" fmla="*/ 217 h 425"/>
                <a:gd name="T38" fmla="*/ 318 w 335"/>
                <a:gd name="T39" fmla="*/ 167 h 425"/>
                <a:gd name="T40" fmla="*/ 335 w 335"/>
                <a:gd name="T41" fmla="*/ 0 h 425"/>
                <a:gd name="T42" fmla="*/ 287 w 335"/>
                <a:gd name="T43" fmla="*/ 0 h 425"/>
                <a:gd name="T44" fmla="*/ 233 w 335"/>
                <a:gd name="T45" fmla="*/ 75 h 425"/>
                <a:gd name="T46" fmla="*/ 93 w 335"/>
                <a:gd name="T47" fmla="*/ 8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5" h="425">
                  <a:moveTo>
                    <a:pt x="93" y="80"/>
                  </a:moveTo>
                  <a:lnTo>
                    <a:pt x="92" y="105"/>
                  </a:lnTo>
                  <a:lnTo>
                    <a:pt x="175" y="107"/>
                  </a:lnTo>
                  <a:lnTo>
                    <a:pt x="177" y="319"/>
                  </a:lnTo>
                  <a:lnTo>
                    <a:pt x="103" y="317"/>
                  </a:lnTo>
                  <a:lnTo>
                    <a:pt x="59" y="284"/>
                  </a:lnTo>
                  <a:lnTo>
                    <a:pt x="25" y="302"/>
                  </a:lnTo>
                  <a:lnTo>
                    <a:pt x="23" y="311"/>
                  </a:lnTo>
                  <a:lnTo>
                    <a:pt x="42" y="320"/>
                  </a:lnTo>
                  <a:lnTo>
                    <a:pt x="46" y="364"/>
                  </a:lnTo>
                  <a:lnTo>
                    <a:pt x="0" y="404"/>
                  </a:lnTo>
                  <a:lnTo>
                    <a:pt x="10" y="425"/>
                  </a:lnTo>
                  <a:lnTo>
                    <a:pt x="61" y="384"/>
                  </a:lnTo>
                  <a:lnTo>
                    <a:pt x="85" y="384"/>
                  </a:lnTo>
                  <a:lnTo>
                    <a:pt x="93" y="409"/>
                  </a:lnTo>
                  <a:lnTo>
                    <a:pt x="126" y="422"/>
                  </a:lnTo>
                  <a:lnTo>
                    <a:pt x="230" y="334"/>
                  </a:lnTo>
                  <a:lnTo>
                    <a:pt x="228" y="270"/>
                  </a:lnTo>
                  <a:lnTo>
                    <a:pt x="251" y="217"/>
                  </a:lnTo>
                  <a:lnTo>
                    <a:pt x="318" y="167"/>
                  </a:lnTo>
                  <a:lnTo>
                    <a:pt x="335" y="0"/>
                  </a:lnTo>
                  <a:lnTo>
                    <a:pt x="287" y="0"/>
                  </a:lnTo>
                  <a:lnTo>
                    <a:pt x="233" y="75"/>
                  </a:lnTo>
                  <a:lnTo>
                    <a:pt x="93" y="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6" name="Freeform 47">
              <a:extLst>
                <a:ext uri="{FF2B5EF4-FFF2-40B4-BE49-F238E27FC236}">
                  <a16:creationId xmlns:a16="http://schemas.microsoft.com/office/drawing/2014/main" id="{81D64085-AF53-4179-B08A-D8D9DC70FF69}"/>
                </a:ext>
              </a:extLst>
            </p:cNvPr>
            <p:cNvSpPr>
              <a:spLocks/>
            </p:cNvSpPr>
            <p:nvPr/>
          </p:nvSpPr>
          <p:spPr bwMode="auto">
            <a:xfrm>
              <a:off x="6199982" y="4180681"/>
              <a:ext cx="34925" cy="39688"/>
            </a:xfrm>
            <a:custGeom>
              <a:avLst/>
              <a:gdLst>
                <a:gd name="T0" fmla="*/ 0 w 68"/>
                <a:gd name="T1" fmla="*/ 35 h 75"/>
                <a:gd name="T2" fmla="*/ 30 w 68"/>
                <a:gd name="T3" fmla="*/ 75 h 75"/>
                <a:gd name="T4" fmla="*/ 68 w 68"/>
                <a:gd name="T5" fmla="*/ 38 h 75"/>
                <a:gd name="T6" fmla="*/ 57 w 68"/>
                <a:gd name="T7" fmla="*/ 0 h 75"/>
                <a:gd name="T8" fmla="*/ 48 w 68"/>
                <a:gd name="T9" fmla="*/ 0 h 75"/>
                <a:gd name="T10" fmla="*/ 0 w 68"/>
                <a:gd name="T11" fmla="*/ 35 h 75"/>
              </a:gdLst>
              <a:ahLst/>
              <a:cxnLst>
                <a:cxn ang="0">
                  <a:pos x="T0" y="T1"/>
                </a:cxn>
                <a:cxn ang="0">
                  <a:pos x="T2" y="T3"/>
                </a:cxn>
                <a:cxn ang="0">
                  <a:pos x="T4" y="T5"/>
                </a:cxn>
                <a:cxn ang="0">
                  <a:pos x="T6" y="T7"/>
                </a:cxn>
                <a:cxn ang="0">
                  <a:pos x="T8" y="T9"/>
                </a:cxn>
                <a:cxn ang="0">
                  <a:pos x="T10" y="T11"/>
                </a:cxn>
              </a:cxnLst>
              <a:rect l="0" t="0" r="r" b="b"/>
              <a:pathLst>
                <a:path w="68" h="75">
                  <a:moveTo>
                    <a:pt x="0" y="35"/>
                  </a:moveTo>
                  <a:lnTo>
                    <a:pt x="30" y="75"/>
                  </a:lnTo>
                  <a:lnTo>
                    <a:pt x="68" y="38"/>
                  </a:lnTo>
                  <a:lnTo>
                    <a:pt x="57" y="0"/>
                  </a:lnTo>
                  <a:lnTo>
                    <a:pt x="48" y="0"/>
                  </a:lnTo>
                  <a:lnTo>
                    <a:pt x="0" y="3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7" name="Freeform 48">
              <a:extLst>
                <a:ext uri="{FF2B5EF4-FFF2-40B4-BE49-F238E27FC236}">
                  <a16:creationId xmlns:a16="http://schemas.microsoft.com/office/drawing/2014/main" id="{D3997602-F14C-4BE4-9693-6709336A8FA9}"/>
                </a:ext>
              </a:extLst>
            </p:cNvPr>
            <p:cNvSpPr>
              <a:spLocks/>
            </p:cNvSpPr>
            <p:nvPr/>
          </p:nvSpPr>
          <p:spPr bwMode="auto">
            <a:xfrm>
              <a:off x="6225382" y="3933031"/>
              <a:ext cx="477838" cy="485775"/>
            </a:xfrm>
            <a:custGeom>
              <a:avLst/>
              <a:gdLst>
                <a:gd name="T0" fmla="*/ 0 w 903"/>
                <a:gd name="T1" fmla="*/ 546 h 919"/>
                <a:gd name="T2" fmla="*/ 177 w 903"/>
                <a:gd name="T3" fmla="*/ 543 h 919"/>
                <a:gd name="T4" fmla="*/ 212 w 903"/>
                <a:gd name="T5" fmla="*/ 593 h 919"/>
                <a:gd name="T6" fmla="*/ 211 w 903"/>
                <a:gd name="T7" fmla="*/ 631 h 919"/>
                <a:gd name="T8" fmla="*/ 224 w 903"/>
                <a:gd name="T9" fmla="*/ 643 h 919"/>
                <a:gd name="T10" fmla="*/ 312 w 903"/>
                <a:gd name="T11" fmla="*/ 643 h 919"/>
                <a:gd name="T12" fmla="*/ 337 w 903"/>
                <a:gd name="T13" fmla="*/ 593 h 919"/>
                <a:gd name="T14" fmla="*/ 373 w 903"/>
                <a:gd name="T15" fmla="*/ 593 h 919"/>
                <a:gd name="T16" fmla="*/ 387 w 903"/>
                <a:gd name="T17" fmla="*/ 609 h 919"/>
                <a:gd name="T18" fmla="*/ 436 w 903"/>
                <a:gd name="T19" fmla="*/ 608 h 919"/>
                <a:gd name="T20" fmla="*/ 451 w 903"/>
                <a:gd name="T21" fmla="*/ 780 h 919"/>
                <a:gd name="T22" fmla="*/ 536 w 903"/>
                <a:gd name="T23" fmla="*/ 782 h 919"/>
                <a:gd name="T24" fmla="*/ 536 w 903"/>
                <a:gd name="T25" fmla="*/ 795 h 919"/>
                <a:gd name="T26" fmla="*/ 764 w 903"/>
                <a:gd name="T27" fmla="*/ 899 h 919"/>
                <a:gd name="T28" fmla="*/ 774 w 903"/>
                <a:gd name="T29" fmla="*/ 919 h 919"/>
                <a:gd name="T30" fmla="*/ 822 w 903"/>
                <a:gd name="T31" fmla="*/ 919 h 919"/>
                <a:gd name="T32" fmla="*/ 817 w 903"/>
                <a:gd name="T33" fmla="*/ 846 h 919"/>
                <a:gd name="T34" fmla="*/ 731 w 903"/>
                <a:gd name="T35" fmla="*/ 806 h 919"/>
                <a:gd name="T36" fmla="*/ 736 w 903"/>
                <a:gd name="T37" fmla="*/ 751 h 919"/>
                <a:gd name="T38" fmla="*/ 773 w 903"/>
                <a:gd name="T39" fmla="*/ 664 h 919"/>
                <a:gd name="T40" fmla="*/ 859 w 903"/>
                <a:gd name="T41" fmla="*/ 660 h 919"/>
                <a:gd name="T42" fmla="*/ 786 w 903"/>
                <a:gd name="T43" fmla="*/ 419 h 919"/>
                <a:gd name="T44" fmla="*/ 787 w 903"/>
                <a:gd name="T45" fmla="*/ 315 h 919"/>
                <a:gd name="T46" fmla="*/ 902 w 903"/>
                <a:gd name="T47" fmla="*/ 135 h 919"/>
                <a:gd name="T48" fmla="*/ 903 w 903"/>
                <a:gd name="T49" fmla="*/ 109 h 919"/>
                <a:gd name="T50" fmla="*/ 886 w 903"/>
                <a:gd name="T51" fmla="*/ 100 h 919"/>
                <a:gd name="T52" fmla="*/ 887 w 903"/>
                <a:gd name="T53" fmla="*/ 51 h 919"/>
                <a:gd name="T54" fmla="*/ 866 w 903"/>
                <a:gd name="T55" fmla="*/ 49 h 919"/>
                <a:gd name="T56" fmla="*/ 844 w 903"/>
                <a:gd name="T57" fmla="*/ 22 h 919"/>
                <a:gd name="T58" fmla="*/ 496 w 903"/>
                <a:gd name="T59" fmla="*/ 7 h 919"/>
                <a:gd name="T60" fmla="*/ 432 w 903"/>
                <a:gd name="T61" fmla="*/ 69 h 919"/>
                <a:gd name="T62" fmla="*/ 328 w 903"/>
                <a:gd name="T63" fmla="*/ 0 h 919"/>
                <a:gd name="T64" fmla="*/ 290 w 903"/>
                <a:gd name="T65" fmla="*/ 23 h 919"/>
                <a:gd name="T66" fmla="*/ 264 w 903"/>
                <a:gd name="T67" fmla="*/ 247 h 919"/>
                <a:gd name="T68" fmla="*/ 198 w 903"/>
                <a:gd name="T69" fmla="*/ 298 h 919"/>
                <a:gd name="T70" fmla="*/ 178 w 903"/>
                <a:gd name="T71" fmla="*/ 344 h 919"/>
                <a:gd name="T72" fmla="*/ 182 w 903"/>
                <a:gd name="T73" fmla="*/ 411 h 919"/>
                <a:gd name="T74" fmla="*/ 62 w 903"/>
                <a:gd name="T75" fmla="*/ 508 h 919"/>
                <a:gd name="T76" fmla="*/ 31 w 903"/>
                <a:gd name="T77" fmla="*/ 494 h 919"/>
                <a:gd name="T78" fmla="*/ 35 w 903"/>
                <a:gd name="T79" fmla="*/ 512 h 919"/>
                <a:gd name="T80" fmla="*/ 0 w 903"/>
                <a:gd name="T81" fmla="*/ 546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3" h="919">
                  <a:moveTo>
                    <a:pt x="0" y="546"/>
                  </a:moveTo>
                  <a:lnTo>
                    <a:pt x="177" y="543"/>
                  </a:lnTo>
                  <a:lnTo>
                    <a:pt x="212" y="593"/>
                  </a:lnTo>
                  <a:lnTo>
                    <a:pt x="211" y="631"/>
                  </a:lnTo>
                  <a:lnTo>
                    <a:pt x="224" y="643"/>
                  </a:lnTo>
                  <a:lnTo>
                    <a:pt x="312" y="643"/>
                  </a:lnTo>
                  <a:lnTo>
                    <a:pt x="337" y="593"/>
                  </a:lnTo>
                  <a:lnTo>
                    <a:pt x="373" y="593"/>
                  </a:lnTo>
                  <a:lnTo>
                    <a:pt x="387" y="609"/>
                  </a:lnTo>
                  <a:lnTo>
                    <a:pt x="436" y="608"/>
                  </a:lnTo>
                  <a:lnTo>
                    <a:pt x="451" y="780"/>
                  </a:lnTo>
                  <a:lnTo>
                    <a:pt x="536" y="782"/>
                  </a:lnTo>
                  <a:lnTo>
                    <a:pt x="536" y="795"/>
                  </a:lnTo>
                  <a:lnTo>
                    <a:pt x="764" y="899"/>
                  </a:lnTo>
                  <a:lnTo>
                    <a:pt x="774" y="919"/>
                  </a:lnTo>
                  <a:lnTo>
                    <a:pt x="822" y="919"/>
                  </a:lnTo>
                  <a:lnTo>
                    <a:pt x="817" y="846"/>
                  </a:lnTo>
                  <a:lnTo>
                    <a:pt x="731" y="806"/>
                  </a:lnTo>
                  <a:lnTo>
                    <a:pt x="736" y="751"/>
                  </a:lnTo>
                  <a:lnTo>
                    <a:pt x="773" y="664"/>
                  </a:lnTo>
                  <a:lnTo>
                    <a:pt x="859" y="660"/>
                  </a:lnTo>
                  <a:lnTo>
                    <a:pt x="786" y="419"/>
                  </a:lnTo>
                  <a:lnTo>
                    <a:pt x="787" y="315"/>
                  </a:lnTo>
                  <a:lnTo>
                    <a:pt x="902" y="135"/>
                  </a:lnTo>
                  <a:lnTo>
                    <a:pt x="903" y="109"/>
                  </a:lnTo>
                  <a:lnTo>
                    <a:pt x="886" y="100"/>
                  </a:lnTo>
                  <a:lnTo>
                    <a:pt x="887" y="51"/>
                  </a:lnTo>
                  <a:lnTo>
                    <a:pt x="866" y="49"/>
                  </a:lnTo>
                  <a:lnTo>
                    <a:pt x="844" y="22"/>
                  </a:lnTo>
                  <a:lnTo>
                    <a:pt x="496" y="7"/>
                  </a:lnTo>
                  <a:lnTo>
                    <a:pt x="432" y="69"/>
                  </a:lnTo>
                  <a:lnTo>
                    <a:pt x="328" y="0"/>
                  </a:lnTo>
                  <a:lnTo>
                    <a:pt x="290" y="23"/>
                  </a:lnTo>
                  <a:lnTo>
                    <a:pt x="264" y="247"/>
                  </a:lnTo>
                  <a:lnTo>
                    <a:pt x="198" y="298"/>
                  </a:lnTo>
                  <a:lnTo>
                    <a:pt x="178" y="344"/>
                  </a:lnTo>
                  <a:lnTo>
                    <a:pt x="182" y="411"/>
                  </a:lnTo>
                  <a:lnTo>
                    <a:pt x="62" y="508"/>
                  </a:lnTo>
                  <a:lnTo>
                    <a:pt x="31" y="494"/>
                  </a:lnTo>
                  <a:lnTo>
                    <a:pt x="35" y="512"/>
                  </a:lnTo>
                  <a:lnTo>
                    <a:pt x="0" y="54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8" name="Freeform 49">
              <a:extLst>
                <a:ext uri="{FF2B5EF4-FFF2-40B4-BE49-F238E27FC236}">
                  <a16:creationId xmlns:a16="http://schemas.microsoft.com/office/drawing/2014/main" id="{458BA94D-F4F3-4161-A49F-7B129957118D}"/>
                </a:ext>
              </a:extLst>
            </p:cNvPr>
            <p:cNvSpPr>
              <a:spLocks/>
            </p:cNvSpPr>
            <p:nvPr/>
          </p:nvSpPr>
          <p:spPr bwMode="auto">
            <a:xfrm>
              <a:off x="6649244" y="4079081"/>
              <a:ext cx="39688" cy="49213"/>
            </a:xfrm>
            <a:custGeom>
              <a:avLst/>
              <a:gdLst>
                <a:gd name="T0" fmla="*/ 28 w 76"/>
                <a:gd name="T1" fmla="*/ 0 h 93"/>
                <a:gd name="T2" fmla="*/ 76 w 76"/>
                <a:gd name="T3" fmla="*/ 43 h 93"/>
                <a:gd name="T4" fmla="*/ 74 w 76"/>
                <a:gd name="T5" fmla="*/ 91 h 93"/>
                <a:gd name="T6" fmla="*/ 0 w 76"/>
                <a:gd name="T7" fmla="*/ 93 h 93"/>
                <a:gd name="T8" fmla="*/ 0 w 76"/>
                <a:gd name="T9" fmla="*/ 40 h 93"/>
                <a:gd name="T10" fmla="*/ 28 w 76"/>
                <a:gd name="T11" fmla="*/ 0 h 93"/>
              </a:gdLst>
              <a:ahLst/>
              <a:cxnLst>
                <a:cxn ang="0">
                  <a:pos x="T0" y="T1"/>
                </a:cxn>
                <a:cxn ang="0">
                  <a:pos x="T2" y="T3"/>
                </a:cxn>
                <a:cxn ang="0">
                  <a:pos x="T4" y="T5"/>
                </a:cxn>
                <a:cxn ang="0">
                  <a:pos x="T6" y="T7"/>
                </a:cxn>
                <a:cxn ang="0">
                  <a:pos x="T8" y="T9"/>
                </a:cxn>
                <a:cxn ang="0">
                  <a:pos x="T10" y="T11"/>
                </a:cxn>
              </a:cxnLst>
              <a:rect l="0" t="0" r="r" b="b"/>
              <a:pathLst>
                <a:path w="76" h="93">
                  <a:moveTo>
                    <a:pt x="28" y="0"/>
                  </a:moveTo>
                  <a:lnTo>
                    <a:pt x="76" y="43"/>
                  </a:lnTo>
                  <a:lnTo>
                    <a:pt x="74" y="91"/>
                  </a:lnTo>
                  <a:lnTo>
                    <a:pt x="0" y="93"/>
                  </a:lnTo>
                  <a:lnTo>
                    <a:pt x="0" y="40"/>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09" name="Freeform 50">
              <a:extLst>
                <a:ext uri="{FF2B5EF4-FFF2-40B4-BE49-F238E27FC236}">
                  <a16:creationId xmlns:a16="http://schemas.microsoft.com/office/drawing/2014/main" id="{08627306-7A7A-4BE3-9ED4-A0BC7379431F}"/>
                </a:ext>
              </a:extLst>
            </p:cNvPr>
            <p:cNvSpPr>
              <a:spLocks/>
            </p:cNvSpPr>
            <p:nvPr/>
          </p:nvSpPr>
          <p:spPr bwMode="auto">
            <a:xfrm>
              <a:off x="6647657" y="4134643"/>
              <a:ext cx="41275" cy="42863"/>
            </a:xfrm>
            <a:custGeom>
              <a:avLst/>
              <a:gdLst>
                <a:gd name="T0" fmla="*/ 3 w 76"/>
                <a:gd name="T1" fmla="*/ 1 h 79"/>
                <a:gd name="T2" fmla="*/ 76 w 76"/>
                <a:gd name="T3" fmla="*/ 0 h 79"/>
                <a:gd name="T4" fmla="*/ 57 w 76"/>
                <a:gd name="T5" fmla="*/ 64 h 79"/>
                <a:gd name="T6" fmla="*/ 38 w 76"/>
                <a:gd name="T7" fmla="*/ 79 h 79"/>
                <a:gd name="T8" fmla="*/ 16 w 76"/>
                <a:gd name="T9" fmla="*/ 79 h 79"/>
                <a:gd name="T10" fmla="*/ 0 w 76"/>
                <a:gd name="T11" fmla="*/ 37 h 79"/>
                <a:gd name="T12" fmla="*/ 3 w 76"/>
                <a:gd name="T13" fmla="*/ 1 h 79"/>
              </a:gdLst>
              <a:ahLst/>
              <a:cxnLst>
                <a:cxn ang="0">
                  <a:pos x="T0" y="T1"/>
                </a:cxn>
                <a:cxn ang="0">
                  <a:pos x="T2" y="T3"/>
                </a:cxn>
                <a:cxn ang="0">
                  <a:pos x="T4" y="T5"/>
                </a:cxn>
                <a:cxn ang="0">
                  <a:pos x="T6" y="T7"/>
                </a:cxn>
                <a:cxn ang="0">
                  <a:pos x="T8" y="T9"/>
                </a:cxn>
                <a:cxn ang="0">
                  <a:pos x="T10" y="T11"/>
                </a:cxn>
                <a:cxn ang="0">
                  <a:pos x="T12" y="T13"/>
                </a:cxn>
              </a:cxnLst>
              <a:rect l="0" t="0" r="r" b="b"/>
              <a:pathLst>
                <a:path w="76" h="79">
                  <a:moveTo>
                    <a:pt x="3" y="1"/>
                  </a:moveTo>
                  <a:lnTo>
                    <a:pt x="76" y="0"/>
                  </a:lnTo>
                  <a:lnTo>
                    <a:pt x="57" y="64"/>
                  </a:lnTo>
                  <a:lnTo>
                    <a:pt x="38" y="79"/>
                  </a:lnTo>
                  <a:lnTo>
                    <a:pt x="16" y="79"/>
                  </a:lnTo>
                  <a:lnTo>
                    <a:pt x="0" y="37"/>
                  </a:lnTo>
                  <a:lnTo>
                    <a:pt x="3" y="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0" name="Freeform 51">
              <a:extLst>
                <a:ext uri="{FF2B5EF4-FFF2-40B4-BE49-F238E27FC236}">
                  <a16:creationId xmlns:a16="http://schemas.microsoft.com/office/drawing/2014/main" id="{8B6BAC51-3A01-4F60-BB71-5DDD6974A5C1}"/>
                </a:ext>
              </a:extLst>
            </p:cNvPr>
            <p:cNvSpPr>
              <a:spLocks/>
            </p:cNvSpPr>
            <p:nvPr/>
          </p:nvSpPr>
          <p:spPr bwMode="auto">
            <a:xfrm>
              <a:off x="6668294" y="3960018"/>
              <a:ext cx="128588" cy="136525"/>
            </a:xfrm>
            <a:custGeom>
              <a:avLst/>
              <a:gdLst>
                <a:gd name="T0" fmla="*/ 0 w 243"/>
                <a:gd name="T1" fmla="*/ 211 h 259"/>
                <a:gd name="T2" fmla="*/ 52 w 243"/>
                <a:gd name="T3" fmla="*/ 259 h 259"/>
                <a:gd name="T4" fmla="*/ 85 w 243"/>
                <a:gd name="T5" fmla="*/ 238 h 259"/>
                <a:gd name="T6" fmla="*/ 173 w 243"/>
                <a:gd name="T7" fmla="*/ 224 h 259"/>
                <a:gd name="T8" fmla="*/ 188 w 243"/>
                <a:gd name="T9" fmla="*/ 226 h 259"/>
                <a:gd name="T10" fmla="*/ 193 w 243"/>
                <a:gd name="T11" fmla="*/ 192 h 259"/>
                <a:gd name="T12" fmla="*/ 243 w 243"/>
                <a:gd name="T13" fmla="*/ 88 h 259"/>
                <a:gd name="T14" fmla="*/ 201 w 243"/>
                <a:gd name="T15" fmla="*/ 0 h 259"/>
                <a:gd name="T16" fmla="*/ 66 w 243"/>
                <a:gd name="T17" fmla="*/ 1 h 259"/>
                <a:gd name="T18" fmla="*/ 65 w 243"/>
                <a:gd name="T19" fmla="*/ 37 h 259"/>
                <a:gd name="T20" fmla="*/ 84 w 243"/>
                <a:gd name="T21" fmla="*/ 55 h 259"/>
                <a:gd name="T22" fmla="*/ 81 w 243"/>
                <a:gd name="T23" fmla="*/ 91 h 259"/>
                <a:gd name="T24" fmla="*/ 0 w 243"/>
                <a:gd name="T25" fmla="*/ 21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3" h="259">
                  <a:moveTo>
                    <a:pt x="0" y="211"/>
                  </a:moveTo>
                  <a:lnTo>
                    <a:pt x="52" y="259"/>
                  </a:lnTo>
                  <a:lnTo>
                    <a:pt x="85" y="238"/>
                  </a:lnTo>
                  <a:lnTo>
                    <a:pt x="173" y="224"/>
                  </a:lnTo>
                  <a:lnTo>
                    <a:pt x="188" y="226"/>
                  </a:lnTo>
                  <a:lnTo>
                    <a:pt x="193" y="192"/>
                  </a:lnTo>
                  <a:lnTo>
                    <a:pt x="243" y="88"/>
                  </a:lnTo>
                  <a:lnTo>
                    <a:pt x="201" y="0"/>
                  </a:lnTo>
                  <a:lnTo>
                    <a:pt x="66" y="1"/>
                  </a:lnTo>
                  <a:lnTo>
                    <a:pt x="65" y="37"/>
                  </a:lnTo>
                  <a:lnTo>
                    <a:pt x="84" y="55"/>
                  </a:lnTo>
                  <a:lnTo>
                    <a:pt x="81" y="91"/>
                  </a:lnTo>
                  <a:lnTo>
                    <a:pt x="0" y="21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1" name="Freeform 52">
              <a:extLst>
                <a:ext uri="{FF2B5EF4-FFF2-40B4-BE49-F238E27FC236}">
                  <a16:creationId xmlns:a16="http://schemas.microsoft.com/office/drawing/2014/main" id="{B01F886F-E65A-4217-9C93-2EA2D3EF0908}"/>
                </a:ext>
              </a:extLst>
            </p:cNvPr>
            <p:cNvSpPr>
              <a:spLocks/>
            </p:cNvSpPr>
            <p:nvPr/>
          </p:nvSpPr>
          <p:spPr bwMode="auto">
            <a:xfrm>
              <a:off x="6773069" y="3923506"/>
              <a:ext cx="195263" cy="249238"/>
            </a:xfrm>
            <a:custGeom>
              <a:avLst/>
              <a:gdLst>
                <a:gd name="T0" fmla="*/ 18 w 368"/>
                <a:gd name="T1" fmla="*/ 64 h 471"/>
                <a:gd name="T2" fmla="*/ 62 w 368"/>
                <a:gd name="T3" fmla="*/ 153 h 471"/>
                <a:gd name="T4" fmla="*/ 8 w 368"/>
                <a:gd name="T5" fmla="*/ 267 h 471"/>
                <a:gd name="T6" fmla="*/ 0 w 368"/>
                <a:gd name="T7" fmla="*/ 303 h 471"/>
                <a:gd name="T8" fmla="*/ 273 w 368"/>
                <a:gd name="T9" fmla="*/ 471 h 471"/>
                <a:gd name="T10" fmla="*/ 359 w 368"/>
                <a:gd name="T11" fmla="*/ 338 h 471"/>
                <a:gd name="T12" fmla="*/ 315 w 368"/>
                <a:gd name="T13" fmla="*/ 304 h 471"/>
                <a:gd name="T14" fmla="*/ 315 w 368"/>
                <a:gd name="T15" fmla="*/ 128 h 471"/>
                <a:gd name="T16" fmla="*/ 368 w 368"/>
                <a:gd name="T17" fmla="*/ 69 h 471"/>
                <a:gd name="T18" fmla="*/ 282 w 368"/>
                <a:gd name="T19" fmla="*/ 98 h 471"/>
                <a:gd name="T20" fmla="*/ 219 w 368"/>
                <a:gd name="T21" fmla="*/ 99 h 471"/>
                <a:gd name="T22" fmla="*/ 117 w 368"/>
                <a:gd name="T23" fmla="*/ 14 h 471"/>
                <a:gd name="T24" fmla="*/ 86 w 368"/>
                <a:gd name="T25" fmla="*/ 0 h 471"/>
                <a:gd name="T26" fmla="*/ 26 w 368"/>
                <a:gd name="T27" fmla="*/ 5 h 471"/>
                <a:gd name="T28" fmla="*/ 16 w 368"/>
                <a:gd name="T29" fmla="*/ 23 h 471"/>
                <a:gd name="T30" fmla="*/ 18 w 368"/>
                <a:gd name="T31" fmla="*/ 64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471">
                  <a:moveTo>
                    <a:pt x="18" y="64"/>
                  </a:moveTo>
                  <a:lnTo>
                    <a:pt x="62" y="153"/>
                  </a:lnTo>
                  <a:lnTo>
                    <a:pt x="8" y="267"/>
                  </a:lnTo>
                  <a:lnTo>
                    <a:pt x="0" y="303"/>
                  </a:lnTo>
                  <a:lnTo>
                    <a:pt x="273" y="471"/>
                  </a:lnTo>
                  <a:lnTo>
                    <a:pt x="359" y="338"/>
                  </a:lnTo>
                  <a:lnTo>
                    <a:pt x="315" y="304"/>
                  </a:lnTo>
                  <a:lnTo>
                    <a:pt x="315" y="128"/>
                  </a:lnTo>
                  <a:lnTo>
                    <a:pt x="368" y="69"/>
                  </a:lnTo>
                  <a:lnTo>
                    <a:pt x="282" y="98"/>
                  </a:lnTo>
                  <a:lnTo>
                    <a:pt x="219" y="99"/>
                  </a:lnTo>
                  <a:lnTo>
                    <a:pt x="117" y="14"/>
                  </a:lnTo>
                  <a:lnTo>
                    <a:pt x="86" y="0"/>
                  </a:lnTo>
                  <a:lnTo>
                    <a:pt x="26" y="5"/>
                  </a:lnTo>
                  <a:lnTo>
                    <a:pt x="16" y="23"/>
                  </a:lnTo>
                  <a:lnTo>
                    <a:pt x="18" y="6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2" name="Freeform 53">
              <a:extLst>
                <a:ext uri="{FF2B5EF4-FFF2-40B4-BE49-F238E27FC236}">
                  <a16:creationId xmlns:a16="http://schemas.microsoft.com/office/drawing/2014/main" id="{D8DF24BC-1509-4E34-AEC7-2F3AD50A70F7}"/>
                </a:ext>
              </a:extLst>
            </p:cNvPr>
            <p:cNvSpPr>
              <a:spLocks/>
            </p:cNvSpPr>
            <p:nvPr/>
          </p:nvSpPr>
          <p:spPr bwMode="auto">
            <a:xfrm>
              <a:off x="6658769" y="4083843"/>
              <a:ext cx="279400" cy="280988"/>
            </a:xfrm>
            <a:custGeom>
              <a:avLst/>
              <a:gdLst>
                <a:gd name="T0" fmla="*/ 228 w 528"/>
                <a:gd name="T1" fmla="*/ 530 h 530"/>
                <a:gd name="T2" fmla="*/ 528 w 528"/>
                <a:gd name="T3" fmla="*/ 493 h 530"/>
                <a:gd name="T4" fmla="*/ 461 w 528"/>
                <a:gd name="T5" fmla="*/ 363 h 530"/>
                <a:gd name="T6" fmla="*/ 457 w 528"/>
                <a:gd name="T7" fmla="*/ 238 h 530"/>
                <a:gd name="T8" fmla="*/ 478 w 528"/>
                <a:gd name="T9" fmla="*/ 179 h 530"/>
                <a:gd name="T10" fmla="*/ 194 w 528"/>
                <a:gd name="T11" fmla="*/ 0 h 530"/>
                <a:gd name="T12" fmla="*/ 105 w 528"/>
                <a:gd name="T13" fmla="*/ 15 h 530"/>
                <a:gd name="T14" fmla="*/ 74 w 528"/>
                <a:gd name="T15" fmla="*/ 37 h 530"/>
                <a:gd name="T16" fmla="*/ 71 w 528"/>
                <a:gd name="T17" fmla="*/ 90 h 530"/>
                <a:gd name="T18" fmla="*/ 51 w 528"/>
                <a:gd name="T19" fmla="*/ 162 h 530"/>
                <a:gd name="T20" fmla="*/ 31 w 528"/>
                <a:gd name="T21" fmla="*/ 188 h 530"/>
                <a:gd name="T22" fmla="*/ 0 w 528"/>
                <a:gd name="T23" fmla="*/ 190 h 530"/>
                <a:gd name="T24" fmla="*/ 58 w 528"/>
                <a:gd name="T25" fmla="*/ 389 h 530"/>
                <a:gd name="T26" fmla="*/ 151 w 528"/>
                <a:gd name="T27" fmla="*/ 433 h 530"/>
                <a:gd name="T28" fmla="*/ 215 w 528"/>
                <a:gd name="T29" fmla="*/ 435 h 530"/>
                <a:gd name="T30" fmla="*/ 228 w 528"/>
                <a:gd name="T31"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8" h="530">
                  <a:moveTo>
                    <a:pt x="228" y="530"/>
                  </a:moveTo>
                  <a:lnTo>
                    <a:pt x="528" y="493"/>
                  </a:lnTo>
                  <a:lnTo>
                    <a:pt x="461" y="363"/>
                  </a:lnTo>
                  <a:lnTo>
                    <a:pt x="457" y="238"/>
                  </a:lnTo>
                  <a:lnTo>
                    <a:pt x="478" y="179"/>
                  </a:lnTo>
                  <a:lnTo>
                    <a:pt x="194" y="0"/>
                  </a:lnTo>
                  <a:lnTo>
                    <a:pt x="105" y="15"/>
                  </a:lnTo>
                  <a:lnTo>
                    <a:pt x="74" y="37"/>
                  </a:lnTo>
                  <a:lnTo>
                    <a:pt x="71" y="90"/>
                  </a:lnTo>
                  <a:lnTo>
                    <a:pt x="51" y="162"/>
                  </a:lnTo>
                  <a:lnTo>
                    <a:pt x="31" y="188"/>
                  </a:lnTo>
                  <a:lnTo>
                    <a:pt x="0" y="190"/>
                  </a:lnTo>
                  <a:lnTo>
                    <a:pt x="58" y="389"/>
                  </a:lnTo>
                  <a:lnTo>
                    <a:pt x="151" y="433"/>
                  </a:lnTo>
                  <a:lnTo>
                    <a:pt x="215" y="435"/>
                  </a:lnTo>
                  <a:lnTo>
                    <a:pt x="228" y="53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3" name="Freeform 54">
              <a:extLst>
                <a:ext uri="{FF2B5EF4-FFF2-40B4-BE49-F238E27FC236}">
                  <a16:creationId xmlns:a16="http://schemas.microsoft.com/office/drawing/2014/main" id="{F055F1D6-CC1F-47C8-B4E7-8F8E11BD2096}"/>
                </a:ext>
              </a:extLst>
            </p:cNvPr>
            <p:cNvSpPr>
              <a:spLocks/>
            </p:cNvSpPr>
            <p:nvPr/>
          </p:nvSpPr>
          <p:spPr bwMode="auto">
            <a:xfrm>
              <a:off x="6452394" y="4288631"/>
              <a:ext cx="298450" cy="247650"/>
            </a:xfrm>
            <a:custGeom>
              <a:avLst/>
              <a:gdLst>
                <a:gd name="T0" fmla="*/ 0 w 564"/>
                <a:gd name="T1" fmla="*/ 369 h 468"/>
                <a:gd name="T2" fmla="*/ 55 w 564"/>
                <a:gd name="T3" fmla="*/ 445 h 468"/>
                <a:gd name="T4" fmla="*/ 139 w 564"/>
                <a:gd name="T5" fmla="*/ 450 h 468"/>
                <a:gd name="T6" fmla="*/ 169 w 564"/>
                <a:gd name="T7" fmla="*/ 467 h 468"/>
                <a:gd name="T8" fmla="*/ 257 w 564"/>
                <a:gd name="T9" fmla="*/ 468 h 468"/>
                <a:gd name="T10" fmla="*/ 333 w 564"/>
                <a:gd name="T11" fmla="*/ 361 h 468"/>
                <a:gd name="T12" fmla="*/ 544 w 564"/>
                <a:gd name="T13" fmla="*/ 267 h 468"/>
                <a:gd name="T14" fmla="*/ 564 w 564"/>
                <a:gd name="T15" fmla="*/ 182 h 468"/>
                <a:gd name="T16" fmla="*/ 538 w 564"/>
                <a:gd name="T17" fmla="*/ 63 h 468"/>
                <a:gd name="T18" fmla="*/ 428 w 564"/>
                <a:gd name="T19" fmla="*/ 0 h 468"/>
                <a:gd name="T20" fmla="*/ 355 w 564"/>
                <a:gd name="T21" fmla="*/ 5 h 468"/>
                <a:gd name="T22" fmla="*/ 317 w 564"/>
                <a:gd name="T23" fmla="*/ 87 h 468"/>
                <a:gd name="T24" fmla="*/ 318 w 564"/>
                <a:gd name="T25" fmla="*/ 123 h 468"/>
                <a:gd name="T26" fmla="*/ 405 w 564"/>
                <a:gd name="T27" fmla="*/ 166 h 468"/>
                <a:gd name="T28" fmla="*/ 410 w 564"/>
                <a:gd name="T29" fmla="*/ 258 h 468"/>
                <a:gd name="T30" fmla="*/ 335 w 564"/>
                <a:gd name="T31" fmla="*/ 263 h 468"/>
                <a:gd name="T32" fmla="*/ 317 w 564"/>
                <a:gd name="T33" fmla="*/ 231 h 468"/>
                <a:gd name="T34" fmla="*/ 109 w 564"/>
                <a:gd name="T35" fmla="*/ 143 h 468"/>
                <a:gd name="T36" fmla="*/ 103 w 564"/>
                <a:gd name="T37" fmla="*/ 211 h 468"/>
                <a:gd name="T38" fmla="*/ 4 w 564"/>
                <a:gd name="T39" fmla="*/ 214 h 468"/>
                <a:gd name="T40" fmla="*/ 0 w 564"/>
                <a:gd name="T41" fmla="*/ 369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4" h="468">
                  <a:moveTo>
                    <a:pt x="0" y="369"/>
                  </a:moveTo>
                  <a:lnTo>
                    <a:pt x="55" y="445"/>
                  </a:lnTo>
                  <a:lnTo>
                    <a:pt x="139" y="450"/>
                  </a:lnTo>
                  <a:lnTo>
                    <a:pt x="169" y="467"/>
                  </a:lnTo>
                  <a:lnTo>
                    <a:pt x="257" y="468"/>
                  </a:lnTo>
                  <a:lnTo>
                    <a:pt x="333" y="361"/>
                  </a:lnTo>
                  <a:lnTo>
                    <a:pt x="544" y="267"/>
                  </a:lnTo>
                  <a:lnTo>
                    <a:pt x="564" y="182"/>
                  </a:lnTo>
                  <a:lnTo>
                    <a:pt x="538" y="63"/>
                  </a:lnTo>
                  <a:lnTo>
                    <a:pt x="428" y="0"/>
                  </a:lnTo>
                  <a:lnTo>
                    <a:pt x="355" y="5"/>
                  </a:lnTo>
                  <a:lnTo>
                    <a:pt x="317" y="87"/>
                  </a:lnTo>
                  <a:lnTo>
                    <a:pt x="318" y="123"/>
                  </a:lnTo>
                  <a:lnTo>
                    <a:pt x="405" y="166"/>
                  </a:lnTo>
                  <a:lnTo>
                    <a:pt x="410" y="258"/>
                  </a:lnTo>
                  <a:lnTo>
                    <a:pt x="335" y="263"/>
                  </a:lnTo>
                  <a:lnTo>
                    <a:pt x="317" y="231"/>
                  </a:lnTo>
                  <a:lnTo>
                    <a:pt x="109" y="143"/>
                  </a:lnTo>
                  <a:lnTo>
                    <a:pt x="103" y="211"/>
                  </a:lnTo>
                  <a:lnTo>
                    <a:pt x="4" y="214"/>
                  </a:lnTo>
                  <a:lnTo>
                    <a:pt x="0" y="36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4" name="Freeform 55">
              <a:extLst>
                <a:ext uri="{FF2B5EF4-FFF2-40B4-BE49-F238E27FC236}">
                  <a16:creationId xmlns:a16="http://schemas.microsoft.com/office/drawing/2014/main" id="{964715DD-BCF7-46DB-83F9-FD4D4B5A3977}"/>
                </a:ext>
              </a:extLst>
            </p:cNvPr>
            <p:cNvSpPr>
              <a:spLocks/>
            </p:cNvSpPr>
            <p:nvPr/>
          </p:nvSpPr>
          <p:spPr bwMode="auto">
            <a:xfrm>
              <a:off x="6196807" y="4229893"/>
              <a:ext cx="303213" cy="301625"/>
            </a:xfrm>
            <a:custGeom>
              <a:avLst/>
              <a:gdLst>
                <a:gd name="T0" fmla="*/ 42 w 574"/>
                <a:gd name="T1" fmla="*/ 3 h 572"/>
                <a:gd name="T2" fmla="*/ 100 w 574"/>
                <a:gd name="T3" fmla="*/ 221 h 572"/>
                <a:gd name="T4" fmla="*/ 99 w 574"/>
                <a:gd name="T5" fmla="*/ 290 h 572"/>
                <a:gd name="T6" fmla="*/ 13 w 574"/>
                <a:gd name="T7" fmla="*/ 382 h 572"/>
                <a:gd name="T8" fmla="*/ 0 w 574"/>
                <a:gd name="T9" fmla="*/ 531 h 572"/>
                <a:gd name="T10" fmla="*/ 329 w 574"/>
                <a:gd name="T11" fmla="*/ 534 h 572"/>
                <a:gd name="T12" fmla="*/ 436 w 574"/>
                <a:gd name="T13" fmla="*/ 572 h 572"/>
                <a:gd name="T14" fmla="*/ 524 w 574"/>
                <a:gd name="T15" fmla="*/ 561 h 572"/>
                <a:gd name="T16" fmla="*/ 473 w 574"/>
                <a:gd name="T17" fmla="*/ 496 h 572"/>
                <a:gd name="T18" fmla="*/ 473 w 574"/>
                <a:gd name="T19" fmla="*/ 313 h 572"/>
                <a:gd name="T20" fmla="*/ 574 w 574"/>
                <a:gd name="T21" fmla="*/ 309 h 572"/>
                <a:gd name="T22" fmla="*/ 574 w 574"/>
                <a:gd name="T23" fmla="*/ 236 h 572"/>
                <a:gd name="T24" fmla="*/ 492 w 574"/>
                <a:gd name="T25" fmla="*/ 233 h 572"/>
                <a:gd name="T26" fmla="*/ 475 w 574"/>
                <a:gd name="T27" fmla="*/ 64 h 572"/>
                <a:gd name="T28" fmla="*/ 441 w 574"/>
                <a:gd name="T29" fmla="*/ 64 h 572"/>
                <a:gd name="T30" fmla="*/ 422 w 574"/>
                <a:gd name="T31" fmla="*/ 48 h 572"/>
                <a:gd name="T32" fmla="*/ 402 w 574"/>
                <a:gd name="T33" fmla="*/ 49 h 572"/>
                <a:gd name="T34" fmla="*/ 375 w 574"/>
                <a:gd name="T35" fmla="*/ 100 h 572"/>
                <a:gd name="T36" fmla="*/ 271 w 574"/>
                <a:gd name="T37" fmla="*/ 100 h 572"/>
                <a:gd name="T38" fmla="*/ 247 w 574"/>
                <a:gd name="T39" fmla="*/ 76 h 572"/>
                <a:gd name="T40" fmla="*/ 254 w 574"/>
                <a:gd name="T41" fmla="*/ 42 h 572"/>
                <a:gd name="T42" fmla="*/ 226 w 574"/>
                <a:gd name="T43" fmla="*/ 0 h 572"/>
                <a:gd name="T44" fmla="*/ 42 w 574"/>
                <a:gd name="T45" fmla="*/ 3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4" h="572">
                  <a:moveTo>
                    <a:pt x="42" y="3"/>
                  </a:moveTo>
                  <a:lnTo>
                    <a:pt x="100" y="221"/>
                  </a:lnTo>
                  <a:lnTo>
                    <a:pt x="99" y="290"/>
                  </a:lnTo>
                  <a:lnTo>
                    <a:pt x="13" y="382"/>
                  </a:lnTo>
                  <a:lnTo>
                    <a:pt x="0" y="531"/>
                  </a:lnTo>
                  <a:lnTo>
                    <a:pt x="329" y="534"/>
                  </a:lnTo>
                  <a:lnTo>
                    <a:pt x="436" y="572"/>
                  </a:lnTo>
                  <a:lnTo>
                    <a:pt x="524" y="561"/>
                  </a:lnTo>
                  <a:lnTo>
                    <a:pt x="473" y="496"/>
                  </a:lnTo>
                  <a:lnTo>
                    <a:pt x="473" y="313"/>
                  </a:lnTo>
                  <a:lnTo>
                    <a:pt x="574" y="309"/>
                  </a:lnTo>
                  <a:lnTo>
                    <a:pt x="574" y="236"/>
                  </a:lnTo>
                  <a:lnTo>
                    <a:pt x="492" y="233"/>
                  </a:lnTo>
                  <a:lnTo>
                    <a:pt x="475" y="64"/>
                  </a:lnTo>
                  <a:lnTo>
                    <a:pt x="441" y="64"/>
                  </a:lnTo>
                  <a:lnTo>
                    <a:pt x="422" y="48"/>
                  </a:lnTo>
                  <a:lnTo>
                    <a:pt x="402" y="49"/>
                  </a:lnTo>
                  <a:lnTo>
                    <a:pt x="375" y="100"/>
                  </a:lnTo>
                  <a:lnTo>
                    <a:pt x="271" y="100"/>
                  </a:lnTo>
                  <a:lnTo>
                    <a:pt x="247" y="76"/>
                  </a:lnTo>
                  <a:lnTo>
                    <a:pt x="254" y="42"/>
                  </a:lnTo>
                  <a:lnTo>
                    <a:pt x="226" y="0"/>
                  </a:lnTo>
                  <a:lnTo>
                    <a:pt x="42" y="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5" name="Freeform 56">
              <a:extLst>
                <a:ext uri="{FF2B5EF4-FFF2-40B4-BE49-F238E27FC236}">
                  <a16:creationId xmlns:a16="http://schemas.microsoft.com/office/drawing/2014/main" id="{E8128221-E12E-43A5-9E98-77656B0DB3C6}"/>
                </a:ext>
              </a:extLst>
            </p:cNvPr>
            <p:cNvSpPr>
              <a:spLocks/>
            </p:cNvSpPr>
            <p:nvPr/>
          </p:nvSpPr>
          <p:spPr bwMode="auto">
            <a:xfrm>
              <a:off x="6746082" y="4321968"/>
              <a:ext cx="73025" cy="198438"/>
            </a:xfrm>
            <a:custGeom>
              <a:avLst/>
              <a:gdLst>
                <a:gd name="T0" fmla="*/ 5 w 138"/>
                <a:gd name="T1" fmla="*/ 218 h 375"/>
                <a:gd name="T2" fmla="*/ 57 w 138"/>
                <a:gd name="T3" fmla="*/ 274 h 375"/>
                <a:gd name="T4" fmla="*/ 56 w 138"/>
                <a:gd name="T5" fmla="*/ 345 h 375"/>
                <a:gd name="T6" fmla="*/ 67 w 138"/>
                <a:gd name="T7" fmla="*/ 375 h 375"/>
                <a:gd name="T8" fmla="*/ 138 w 138"/>
                <a:gd name="T9" fmla="*/ 298 h 375"/>
                <a:gd name="T10" fmla="*/ 129 w 138"/>
                <a:gd name="T11" fmla="*/ 202 h 375"/>
                <a:gd name="T12" fmla="*/ 91 w 138"/>
                <a:gd name="T13" fmla="*/ 172 h 375"/>
                <a:gd name="T14" fmla="*/ 57 w 138"/>
                <a:gd name="T15" fmla="*/ 2 h 375"/>
                <a:gd name="T16" fmla="*/ 0 w 138"/>
                <a:gd name="T17" fmla="*/ 0 h 375"/>
                <a:gd name="T18" fmla="*/ 26 w 138"/>
                <a:gd name="T19" fmla="*/ 122 h 375"/>
                <a:gd name="T20" fmla="*/ 5 w 138"/>
                <a:gd name="T21" fmla="*/ 218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375">
                  <a:moveTo>
                    <a:pt x="5" y="218"/>
                  </a:moveTo>
                  <a:lnTo>
                    <a:pt x="57" y="274"/>
                  </a:lnTo>
                  <a:lnTo>
                    <a:pt x="56" y="345"/>
                  </a:lnTo>
                  <a:lnTo>
                    <a:pt x="67" y="375"/>
                  </a:lnTo>
                  <a:lnTo>
                    <a:pt x="138" y="298"/>
                  </a:lnTo>
                  <a:lnTo>
                    <a:pt x="129" y="202"/>
                  </a:lnTo>
                  <a:lnTo>
                    <a:pt x="91" y="172"/>
                  </a:lnTo>
                  <a:lnTo>
                    <a:pt x="57" y="2"/>
                  </a:lnTo>
                  <a:lnTo>
                    <a:pt x="0" y="0"/>
                  </a:lnTo>
                  <a:lnTo>
                    <a:pt x="26" y="122"/>
                  </a:lnTo>
                  <a:lnTo>
                    <a:pt x="5" y="21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6" name="Freeform 57">
              <a:extLst>
                <a:ext uri="{FF2B5EF4-FFF2-40B4-BE49-F238E27FC236}">
                  <a16:creationId xmlns:a16="http://schemas.microsoft.com/office/drawing/2014/main" id="{3996261D-CA64-4D73-A2E2-F90450813EE2}"/>
                </a:ext>
              </a:extLst>
            </p:cNvPr>
            <p:cNvSpPr>
              <a:spLocks/>
            </p:cNvSpPr>
            <p:nvPr/>
          </p:nvSpPr>
          <p:spPr bwMode="auto">
            <a:xfrm>
              <a:off x="6669882" y="4352131"/>
              <a:ext cx="279400" cy="411163"/>
            </a:xfrm>
            <a:custGeom>
              <a:avLst/>
              <a:gdLst>
                <a:gd name="T0" fmla="*/ 48 w 529"/>
                <a:gd name="T1" fmla="*/ 740 h 778"/>
                <a:gd name="T2" fmla="*/ 94 w 529"/>
                <a:gd name="T3" fmla="*/ 778 h 778"/>
                <a:gd name="T4" fmla="*/ 202 w 529"/>
                <a:gd name="T5" fmla="*/ 712 h 778"/>
                <a:gd name="T6" fmla="*/ 220 w 529"/>
                <a:gd name="T7" fmla="*/ 614 h 778"/>
                <a:gd name="T8" fmla="*/ 220 w 529"/>
                <a:gd name="T9" fmla="*/ 452 h 778"/>
                <a:gd name="T10" fmla="*/ 394 w 529"/>
                <a:gd name="T11" fmla="*/ 309 h 778"/>
                <a:gd name="T12" fmla="*/ 424 w 529"/>
                <a:gd name="T13" fmla="*/ 310 h 778"/>
                <a:gd name="T14" fmla="*/ 529 w 529"/>
                <a:gd name="T15" fmla="*/ 210 h 778"/>
                <a:gd name="T16" fmla="*/ 513 w 529"/>
                <a:gd name="T17" fmla="*/ 0 h 778"/>
                <a:gd name="T18" fmla="*/ 233 w 529"/>
                <a:gd name="T19" fmla="*/ 36 h 778"/>
                <a:gd name="T20" fmla="*/ 241 w 529"/>
                <a:gd name="T21" fmla="*/ 99 h 778"/>
                <a:gd name="T22" fmla="*/ 290 w 529"/>
                <a:gd name="T23" fmla="*/ 136 h 778"/>
                <a:gd name="T24" fmla="*/ 301 w 529"/>
                <a:gd name="T25" fmla="*/ 250 h 778"/>
                <a:gd name="T26" fmla="*/ 206 w 529"/>
                <a:gd name="T27" fmla="*/ 342 h 778"/>
                <a:gd name="T28" fmla="*/ 184 w 529"/>
                <a:gd name="T29" fmla="*/ 290 h 778"/>
                <a:gd name="T30" fmla="*/ 188 w 529"/>
                <a:gd name="T31" fmla="*/ 222 h 778"/>
                <a:gd name="T32" fmla="*/ 133 w 529"/>
                <a:gd name="T33" fmla="*/ 163 h 778"/>
                <a:gd name="T34" fmla="*/ 0 w 529"/>
                <a:gd name="T35" fmla="*/ 225 h 778"/>
                <a:gd name="T36" fmla="*/ 124 w 529"/>
                <a:gd name="T37" fmla="*/ 288 h 778"/>
                <a:gd name="T38" fmla="*/ 128 w 529"/>
                <a:gd name="T39" fmla="*/ 471 h 778"/>
                <a:gd name="T40" fmla="*/ 46 w 529"/>
                <a:gd name="T41" fmla="*/ 593 h 778"/>
                <a:gd name="T42" fmla="*/ 48 w 529"/>
                <a:gd name="T43" fmla="*/ 740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9" h="778">
                  <a:moveTo>
                    <a:pt x="48" y="740"/>
                  </a:moveTo>
                  <a:lnTo>
                    <a:pt x="94" y="778"/>
                  </a:lnTo>
                  <a:lnTo>
                    <a:pt x="202" y="712"/>
                  </a:lnTo>
                  <a:lnTo>
                    <a:pt x="220" y="614"/>
                  </a:lnTo>
                  <a:lnTo>
                    <a:pt x="220" y="452"/>
                  </a:lnTo>
                  <a:lnTo>
                    <a:pt x="394" y="309"/>
                  </a:lnTo>
                  <a:lnTo>
                    <a:pt x="424" y="310"/>
                  </a:lnTo>
                  <a:lnTo>
                    <a:pt x="529" y="210"/>
                  </a:lnTo>
                  <a:lnTo>
                    <a:pt x="513" y="0"/>
                  </a:lnTo>
                  <a:lnTo>
                    <a:pt x="233" y="36"/>
                  </a:lnTo>
                  <a:lnTo>
                    <a:pt x="241" y="99"/>
                  </a:lnTo>
                  <a:lnTo>
                    <a:pt x="290" y="136"/>
                  </a:lnTo>
                  <a:lnTo>
                    <a:pt x="301" y="250"/>
                  </a:lnTo>
                  <a:lnTo>
                    <a:pt x="206" y="342"/>
                  </a:lnTo>
                  <a:lnTo>
                    <a:pt x="184" y="290"/>
                  </a:lnTo>
                  <a:lnTo>
                    <a:pt x="188" y="222"/>
                  </a:lnTo>
                  <a:lnTo>
                    <a:pt x="133" y="163"/>
                  </a:lnTo>
                  <a:lnTo>
                    <a:pt x="0" y="225"/>
                  </a:lnTo>
                  <a:lnTo>
                    <a:pt x="124" y="288"/>
                  </a:lnTo>
                  <a:lnTo>
                    <a:pt x="128" y="471"/>
                  </a:lnTo>
                  <a:lnTo>
                    <a:pt x="46" y="593"/>
                  </a:lnTo>
                  <a:lnTo>
                    <a:pt x="48" y="74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7" name="Freeform 58">
              <a:extLst>
                <a:ext uri="{FF2B5EF4-FFF2-40B4-BE49-F238E27FC236}">
                  <a16:creationId xmlns:a16="http://schemas.microsoft.com/office/drawing/2014/main" id="{06E56A08-DEAA-49D0-8917-CEE15571C48F}"/>
                </a:ext>
              </a:extLst>
            </p:cNvPr>
            <p:cNvSpPr>
              <a:spLocks/>
            </p:cNvSpPr>
            <p:nvPr/>
          </p:nvSpPr>
          <p:spPr bwMode="auto">
            <a:xfrm>
              <a:off x="6542882" y="4474368"/>
              <a:ext cx="187325" cy="187325"/>
            </a:xfrm>
            <a:custGeom>
              <a:avLst/>
              <a:gdLst>
                <a:gd name="T0" fmla="*/ 3 w 353"/>
                <a:gd name="T1" fmla="*/ 151 h 354"/>
                <a:gd name="T2" fmla="*/ 156 w 353"/>
                <a:gd name="T3" fmla="*/ 325 h 354"/>
                <a:gd name="T4" fmla="*/ 274 w 353"/>
                <a:gd name="T5" fmla="*/ 354 h 354"/>
                <a:gd name="T6" fmla="*/ 353 w 353"/>
                <a:gd name="T7" fmla="*/ 230 h 354"/>
                <a:gd name="T8" fmla="*/ 347 w 353"/>
                <a:gd name="T9" fmla="*/ 66 h 354"/>
                <a:gd name="T10" fmla="*/ 219 w 353"/>
                <a:gd name="T11" fmla="*/ 0 h 354"/>
                <a:gd name="T12" fmla="*/ 170 w 353"/>
                <a:gd name="T13" fmla="*/ 22 h 354"/>
                <a:gd name="T14" fmla="*/ 99 w 353"/>
                <a:gd name="T15" fmla="*/ 132 h 354"/>
                <a:gd name="T16" fmla="*/ 0 w 353"/>
                <a:gd name="T17" fmla="*/ 131 h 354"/>
                <a:gd name="T18" fmla="*/ 3 w 353"/>
                <a:gd name="T19" fmla="*/ 151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3" h="354">
                  <a:moveTo>
                    <a:pt x="3" y="151"/>
                  </a:moveTo>
                  <a:lnTo>
                    <a:pt x="156" y="325"/>
                  </a:lnTo>
                  <a:lnTo>
                    <a:pt x="274" y="354"/>
                  </a:lnTo>
                  <a:lnTo>
                    <a:pt x="353" y="230"/>
                  </a:lnTo>
                  <a:lnTo>
                    <a:pt x="347" y="66"/>
                  </a:lnTo>
                  <a:lnTo>
                    <a:pt x="219" y="0"/>
                  </a:lnTo>
                  <a:lnTo>
                    <a:pt x="170" y="22"/>
                  </a:lnTo>
                  <a:lnTo>
                    <a:pt x="99" y="132"/>
                  </a:lnTo>
                  <a:lnTo>
                    <a:pt x="0" y="131"/>
                  </a:lnTo>
                  <a:lnTo>
                    <a:pt x="3" y="15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8" name="Freeform 59">
              <a:extLst>
                <a:ext uri="{FF2B5EF4-FFF2-40B4-BE49-F238E27FC236}">
                  <a16:creationId xmlns:a16="http://schemas.microsoft.com/office/drawing/2014/main" id="{F79797B7-6D42-4A47-A598-5485E4E37EB9}"/>
                </a:ext>
              </a:extLst>
            </p:cNvPr>
            <p:cNvSpPr>
              <a:spLocks/>
            </p:cNvSpPr>
            <p:nvPr/>
          </p:nvSpPr>
          <p:spPr bwMode="auto">
            <a:xfrm>
              <a:off x="6195219" y="4518818"/>
              <a:ext cx="327025" cy="323850"/>
            </a:xfrm>
            <a:custGeom>
              <a:avLst/>
              <a:gdLst>
                <a:gd name="T0" fmla="*/ 180 w 617"/>
                <a:gd name="T1" fmla="*/ 575 h 614"/>
                <a:gd name="T2" fmla="*/ 237 w 617"/>
                <a:gd name="T3" fmla="*/ 579 h 614"/>
                <a:gd name="T4" fmla="*/ 270 w 617"/>
                <a:gd name="T5" fmla="*/ 613 h 614"/>
                <a:gd name="T6" fmla="*/ 350 w 617"/>
                <a:gd name="T7" fmla="*/ 614 h 614"/>
                <a:gd name="T8" fmla="*/ 370 w 617"/>
                <a:gd name="T9" fmla="*/ 387 h 614"/>
                <a:gd name="T10" fmla="*/ 370 w 617"/>
                <a:gd name="T11" fmla="*/ 239 h 614"/>
                <a:gd name="T12" fmla="*/ 421 w 617"/>
                <a:gd name="T13" fmla="*/ 227 h 614"/>
                <a:gd name="T14" fmla="*/ 441 w 617"/>
                <a:gd name="T15" fmla="*/ 72 h 614"/>
                <a:gd name="T16" fmla="*/ 571 w 617"/>
                <a:gd name="T17" fmla="*/ 68 h 614"/>
                <a:gd name="T18" fmla="*/ 617 w 617"/>
                <a:gd name="T19" fmla="*/ 30 h 614"/>
                <a:gd name="T20" fmla="*/ 539 w 617"/>
                <a:gd name="T21" fmla="*/ 26 h 614"/>
                <a:gd name="T22" fmla="*/ 434 w 617"/>
                <a:gd name="T23" fmla="*/ 41 h 614"/>
                <a:gd name="T24" fmla="*/ 320 w 617"/>
                <a:gd name="T25" fmla="*/ 0 h 614"/>
                <a:gd name="T26" fmla="*/ 0 w 617"/>
                <a:gd name="T27" fmla="*/ 0 h 614"/>
                <a:gd name="T28" fmla="*/ 8 w 617"/>
                <a:gd name="T29" fmla="*/ 90 h 614"/>
                <a:gd name="T30" fmla="*/ 115 w 617"/>
                <a:gd name="T31" fmla="*/ 248 h 614"/>
                <a:gd name="T32" fmla="*/ 97 w 617"/>
                <a:gd name="T33" fmla="*/ 328 h 614"/>
                <a:gd name="T34" fmla="*/ 98 w 617"/>
                <a:gd name="T35" fmla="*/ 371 h 614"/>
                <a:gd name="T36" fmla="*/ 180 w 617"/>
                <a:gd name="T37" fmla="*/ 57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7" h="614">
                  <a:moveTo>
                    <a:pt x="180" y="575"/>
                  </a:moveTo>
                  <a:lnTo>
                    <a:pt x="237" y="579"/>
                  </a:lnTo>
                  <a:lnTo>
                    <a:pt x="270" y="613"/>
                  </a:lnTo>
                  <a:lnTo>
                    <a:pt x="350" y="614"/>
                  </a:lnTo>
                  <a:lnTo>
                    <a:pt x="370" y="387"/>
                  </a:lnTo>
                  <a:lnTo>
                    <a:pt x="370" y="239"/>
                  </a:lnTo>
                  <a:lnTo>
                    <a:pt x="421" y="227"/>
                  </a:lnTo>
                  <a:lnTo>
                    <a:pt x="441" y="72"/>
                  </a:lnTo>
                  <a:lnTo>
                    <a:pt x="571" y="68"/>
                  </a:lnTo>
                  <a:lnTo>
                    <a:pt x="617" y="30"/>
                  </a:lnTo>
                  <a:lnTo>
                    <a:pt x="539" y="26"/>
                  </a:lnTo>
                  <a:lnTo>
                    <a:pt x="434" y="41"/>
                  </a:lnTo>
                  <a:lnTo>
                    <a:pt x="320" y="0"/>
                  </a:lnTo>
                  <a:lnTo>
                    <a:pt x="0" y="0"/>
                  </a:lnTo>
                  <a:lnTo>
                    <a:pt x="8" y="90"/>
                  </a:lnTo>
                  <a:lnTo>
                    <a:pt x="115" y="248"/>
                  </a:lnTo>
                  <a:lnTo>
                    <a:pt x="97" y="328"/>
                  </a:lnTo>
                  <a:lnTo>
                    <a:pt x="98" y="371"/>
                  </a:lnTo>
                  <a:lnTo>
                    <a:pt x="180" y="57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19" name="Freeform 60">
              <a:extLst>
                <a:ext uri="{FF2B5EF4-FFF2-40B4-BE49-F238E27FC236}">
                  <a16:creationId xmlns:a16="http://schemas.microsoft.com/office/drawing/2014/main" id="{5F2FBBFF-8F3D-490A-8116-D2405731B7C8}"/>
                </a:ext>
              </a:extLst>
            </p:cNvPr>
            <p:cNvSpPr>
              <a:spLocks/>
            </p:cNvSpPr>
            <p:nvPr/>
          </p:nvSpPr>
          <p:spPr bwMode="auto">
            <a:xfrm>
              <a:off x="6398419" y="4537868"/>
              <a:ext cx="222250" cy="252413"/>
            </a:xfrm>
            <a:custGeom>
              <a:avLst/>
              <a:gdLst>
                <a:gd name="T0" fmla="*/ 0 w 421"/>
                <a:gd name="T1" fmla="*/ 354 h 476"/>
                <a:gd name="T2" fmla="*/ 37 w 421"/>
                <a:gd name="T3" fmla="*/ 365 h 476"/>
                <a:gd name="T4" fmla="*/ 32 w 421"/>
                <a:gd name="T5" fmla="*/ 471 h 476"/>
                <a:gd name="T6" fmla="*/ 70 w 421"/>
                <a:gd name="T7" fmla="*/ 476 h 476"/>
                <a:gd name="T8" fmla="*/ 157 w 421"/>
                <a:gd name="T9" fmla="*/ 398 h 476"/>
                <a:gd name="T10" fmla="*/ 262 w 421"/>
                <a:gd name="T11" fmla="*/ 409 h 476"/>
                <a:gd name="T12" fmla="*/ 289 w 421"/>
                <a:gd name="T13" fmla="*/ 339 h 476"/>
                <a:gd name="T14" fmla="*/ 421 w 421"/>
                <a:gd name="T15" fmla="*/ 218 h 476"/>
                <a:gd name="T16" fmla="*/ 263 w 421"/>
                <a:gd name="T17" fmla="*/ 35 h 476"/>
                <a:gd name="T18" fmla="*/ 261 w 421"/>
                <a:gd name="T19" fmla="*/ 5 h 476"/>
                <a:gd name="T20" fmla="*/ 243 w 421"/>
                <a:gd name="T21" fmla="*/ 0 h 476"/>
                <a:gd name="T22" fmla="*/ 195 w 421"/>
                <a:gd name="T23" fmla="*/ 44 h 476"/>
                <a:gd name="T24" fmla="*/ 70 w 421"/>
                <a:gd name="T25" fmla="*/ 47 h 476"/>
                <a:gd name="T26" fmla="*/ 53 w 421"/>
                <a:gd name="T27" fmla="*/ 203 h 476"/>
                <a:gd name="T28" fmla="*/ 3 w 421"/>
                <a:gd name="T29" fmla="*/ 215 h 476"/>
                <a:gd name="T30" fmla="*/ 0 w 421"/>
                <a:gd name="T31" fmla="*/ 35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1" h="476">
                  <a:moveTo>
                    <a:pt x="0" y="354"/>
                  </a:moveTo>
                  <a:lnTo>
                    <a:pt x="37" y="365"/>
                  </a:lnTo>
                  <a:lnTo>
                    <a:pt x="32" y="471"/>
                  </a:lnTo>
                  <a:lnTo>
                    <a:pt x="70" y="476"/>
                  </a:lnTo>
                  <a:lnTo>
                    <a:pt x="157" y="398"/>
                  </a:lnTo>
                  <a:lnTo>
                    <a:pt x="262" y="409"/>
                  </a:lnTo>
                  <a:lnTo>
                    <a:pt x="289" y="339"/>
                  </a:lnTo>
                  <a:lnTo>
                    <a:pt x="421" y="218"/>
                  </a:lnTo>
                  <a:lnTo>
                    <a:pt x="263" y="35"/>
                  </a:lnTo>
                  <a:lnTo>
                    <a:pt x="261" y="5"/>
                  </a:lnTo>
                  <a:lnTo>
                    <a:pt x="243" y="0"/>
                  </a:lnTo>
                  <a:lnTo>
                    <a:pt x="195" y="44"/>
                  </a:lnTo>
                  <a:lnTo>
                    <a:pt x="70" y="47"/>
                  </a:lnTo>
                  <a:lnTo>
                    <a:pt x="53" y="203"/>
                  </a:lnTo>
                  <a:lnTo>
                    <a:pt x="3" y="215"/>
                  </a:lnTo>
                  <a:lnTo>
                    <a:pt x="0" y="35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0" name="Freeform 61">
              <a:extLst>
                <a:ext uri="{FF2B5EF4-FFF2-40B4-BE49-F238E27FC236}">
                  <a16:creationId xmlns:a16="http://schemas.microsoft.com/office/drawing/2014/main" id="{8CB466DB-BE1F-4BAD-BB07-28D43A4B9A6B}"/>
                </a:ext>
              </a:extLst>
            </p:cNvPr>
            <p:cNvSpPr>
              <a:spLocks/>
            </p:cNvSpPr>
            <p:nvPr/>
          </p:nvSpPr>
          <p:spPr bwMode="auto">
            <a:xfrm>
              <a:off x="6658769" y="4750593"/>
              <a:ext cx="57150" cy="46038"/>
            </a:xfrm>
            <a:custGeom>
              <a:avLst/>
              <a:gdLst>
                <a:gd name="T0" fmla="*/ 61 w 107"/>
                <a:gd name="T1" fmla="*/ 0 h 87"/>
                <a:gd name="T2" fmla="*/ 18 w 107"/>
                <a:gd name="T3" fmla="*/ 7 h 87"/>
                <a:gd name="T4" fmla="*/ 0 w 107"/>
                <a:gd name="T5" fmla="*/ 57 h 87"/>
                <a:gd name="T6" fmla="*/ 33 w 107"/>
                <a:gd name="T7" fmla="*/ 87 h 87"/>
                <a:gd name="T8" fmla="*/ 73 w 107"/>
                <a:gd name="T9" fmla="*/ 87 h 87"/>
                <a:gd name="T10" fmla="*/ 107 w 107"/>
                <a:gd name="T11" fmla="*/ 38 h 87"/>
                <a:gd name="T12" fmla="*/ 61 w 107"/>
                <a:gd name="T13" fmla="*/ 0 h 87"/>
              </a:gdLst>
              <a:ahLst/>
              <a:cxnLst>
                <a:cxn ang="0">
                  <a:pos x="T0" y="T1"/>
                </a:cxn>
                <a:cxn ang="0">
                  <a:pos x="T2" y="T3"/>
                </a:cxn>
                <a:cxn ang="0">
                  <a:pos x="T4" y="T5"/>
                </a:cxn>
                <a:cxn ang="0">
                  <a:pos x="T6" y="T7"/>
                </a:cxn>
                <a:cxn ang="0">
                  <a:pos x="T8" y="T9"/>
                </a:cxn>
                <a:cxn ang="0">
                  <a:pos x="T10" y="T11"/>
                </a:cxn>
                <a:cxn ang="0">
                  <a:pos x="T12" y="T13"/>
                </a:cxn>
              </a:cxnLst>
              <a:rect l="0" t="0" r="r" b="b"/>
              <a:pathLst>
                <a:path w="107" h="87">
                  <a:moveTo>
                    <a:pt x="61" y="0"/>
                  </a:moveTo>
                  <a:lnTo>
                    <a:pt x="18" y="7"/>
                  </a:lnTo>
                  <a:lnTo>
                    <a:pt x="0" y="57"/>
                  </a:lnTo>
                  <a:lnTo>
                    <a:pt x="33" y="87"/>
                  </a:lnTo>
                  <a:lnTo>
                    <a:pt x="73" y="87"/>
                  </a:lnTo>
                  <a:lnTo>
                    <a:pt x="107" y="38"/>
                  </a:lnTo>
                  <a:lnTo>
                    <a:pt x="6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1" name="Freeform 62">
              <a:extLst>
                <a:ext uri="{FF2B5EF4-FFF2-40B4-BE49-F238E27FC236}">
                  <a16:creationId xmlns:a16="http://schemas.microsoft.com/office/drawing/2014/main" id="{EE31F77D-26B1-440A-BF92-73351ABCE9DA}"/>
                </a:ext>
              </a:extLst>
            </p:cNvPr>
            <p:cNvSpPr>
              <a:spLocks/>
            </p:cNvSpPr>
            <p:nvPr/>
          </p:nvSpPr>
          <p:spPr bwMode="auto">
            <a:xfrm>
              <a:off x="6561932" y="4831556"/>
              <a:ext cx="63500" cy="58738"/>
            </a:xfrm>
            <a:custGeom>
              <a:avLst/>
              <a:gdLst>
                <a:gd name="T0" fmla="*/ 16 w 122"/>
                <a:gd name="T1" fmla="*/ 41 h 109"/>
                <a:gd name="T2" fmla="*/ 68 w 122"/>
                <a:gd name="T3" fmla="*/ 0 h 109"/>
                <a:gd name="T4" fmla="*/ 93 w 122"/>
                <a:gd name="T5" fmla="*/ 1 h 109"/>
                <a:gd name="T6" fmla="*/ 122 w 122"/>
                <a:gd name="T7" fmla="*/ 39 h 109"/>
                <a:gd name="T8" fmla="*/ 119 w 122"/>
                <a:gd name="T9" fmla="*/ 76 h 109"/>
                <a:gd name="T10" fmla="*/ 69 w 122"/>
                <a:gd name="T11" fmla="*/ 94 h 109"/>
                <a:gd name="T12" fmla="*/ 69 w 122"/>
                <a:gd name="T13" fmla="*/ 109 h 109"/>
                <a:gd name="T14" fmla="*/ 14 w 122"/>
                <a:gd name="T15" fmla="*/ 106 h 109"/>
                <a:gd name="T16" fmla="*/ 0 w 122"/>
                <a:gd name="T17" fmla="*/ 65 h 109"/>
                <a:gd name="T18" fmla="*/ 16 w 122"/>
                <a:gd name="T19" fmla="*/ 4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109">
                  <a:moveTo>
                    <a:pt x="16" y="41"/>
                  </a:moveTo>
                  <a:lnTo>
                    <a:pt x="68" y="0"/>
                  </a:lnTo>
                  <a:lnTo>
                    <a:pt x="93" y="1"/>
                  </a:lnTo>
                  <a:lnTo>
                    <a:pt x="122" y="39"/>
                  </a:lnTo>
                  <a:lnTo>
                    <a:pt x="119" y="76"/>
                  </a:lnTo>
                  <a:lnTo>
                    <a:pt x="69" y="94"/>
                  </a:lnTo>
                  <a:lnTo>
                    <a:pt x="69" y="109"/>
                  </a:lnTo>
                  <a:lnTo>
                    <a:pt x="14" y="106"/>
                  </a:lnTo>
                  <a:lnTo>
                    <a:pt x="0" y="65"/>
                  </a:lnTo>
                  <a:lnTo>
                    <a:pt x="16" y="4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2" name="Freeform 63">
              <a:extLst>
                <a:ext uri="{FF2B5EF4-FFF2-40B4-BE49-F238E27FC236}">
                  <a16:creationId xmlns:a16="http://schemas.microsoft.com/office/drawing/2014/main" id="{8EAB8004-7602-4627-8629-827A67537BA0}"/>
                </a:ext>
              </a:extLst>
            </p:cNvPr>
            <p:cNvSpPr>
              <a:spLocks noEditPoints="1"/>
            </p:cNvSpPr>
            <p:nvPr/>
          </p:nvSpPr>
          <p:spPr bwMode="auto">
            <a:xfrm>
              <a:off x="6293644" y="4656931"/>
              <a:ext cx="423863" cy="368300"/>
            </a:xfrm>
            <a:custGeom>
              <a:avLst/>
              <a:gdLst>
                <a:gd name="T0" fmla="*/ 637 w 801"/>
                <a:gd name="T1" fmla="*/ 0 h 696"/>
                <a:gd name="T2" fmla="*/ 502 w 801"/>
                <a:gd name="T3" fmla="*/ 125 h 696"/>
                <a:gd name="T4" fmla="*/ 470 w 801"/>
                <a:gd name="T5" fmla="*/ 202 h 696"/>
                <a:gd name="T6" fmla="*/ 363 w 801"/>
                <a:gd name="T7" fmla="*/ 189 h 696"/>
                <a:gd name="T8" fmla="*/ 274 w 801"/>
                <a:gd name="T9" fmla="*/ 268 h 696"/>
                <a:gd name="T10" fmla="*/ 214 w 801"/>
                <a:gd name="T11" fmla="*/ 262 h 696"/>
                <a:gd name="T12" fmla="*/ 219 w 801"/>
                <a:gd name="T13" fmla="*/ 152 h 696"/>
                <a:gd name="T14" fmla="*/ 198 w 801"/>
                <a:gd name="T15" fmla="*/ 145 h 696"/>
                <a:gd name="T16" fmla="*/ 184 w 801"/>
                <a:gd name="T17" fmla="*/ 369 h 696"/>
                <a:gd name="T18" fmla="*/ 78 w 801"/>
                <a:gd name="T19" fmla="*/ 368 h 696"/>
                <a:gd name="T20" fmla="*/ 47 w 801"/>
                <a:gd name="T21" fmla="*/ 331 h 696"/>
                <a:gd name="T22" fmla="*/ 0 w 801"/>
                <a:gd name="T23" fmla="*/ 331 h 696"/>
                <a:gd name="T24" fmla="*/ 43 w 801"/>
                <a:gd name="T25" fmla="*/ 452 h 696"/>
                <a:gd name="T26" fmla="*/ 118 w 801"/>
                <a:gd name="T27" fmla="*/ 524 h 696"/>
                <a:gd name="T28" fmla="*/ 64 w 801"/>
                <a:gd name="T29" fmla="*/ 587 h 696"/>
                <a:gd name="T30" fmla="*/ 99 w 801"/>
                <a:gd name="T31" fmla="*/ 665 h 696"/>
                <a:gd name="T32" fmla="*/ 180 w 801"/>
                <a:gd name="T33" fmla="*/ 696 h 696"/>
                <a:gd name="T34" fmla="*/ 245 w 801"/>
                <a:gd name="T35" fmla="*/ 642 h 696"/>
                <a:gd name="T36" fmla="*/ 428 w 801"/>
                <a:gd name="T37" fmla="*/ 643 h 696"/>
                <a:gd name="T38" fmla="*/ 441 w 801"/>
                <a:gd name="T39" fmla="*/ 625 h 696"/>
                <a:gd name="T40" fmla="*/ 524 w 801"/>
                <a:gd name="T41" fmla="*/ 611 h 696"/>
                <a:gd name="T42" fmla="*/ 801 w 801"/>
                <a:gd name="T43" fmla="*/ 336 h 696"/>
                <a:gd name="T44" fmla="*/ 800 w 801"/>
                <a:gd name="T45" fmla="*/ 249 h 696"/>
                <a:gd name="T46" fmla="*/ 770 w 801"/>
                <a:gd name="T47" fmla="*/ 287 h 696"/>
                <a:gd name="T48" fmla="*/ 726 w 801"/>
                <a:gd name="T49" fmla="*/ 287 h 696"/>
                <a:gd name="T50" fmla="*/ 672 w 801"/>
                <a:gd name="T51" fmla="*/ 242 h 696"/>
                <a:gd name="T52" fmla="*/ 699 w 801"/>
                <a:gd name="T53" fmla="*/ 174 h 696"/>
                <a:gd name="T54" fmla="*/ 746 w 801"/>
                <a:gd name="T55" fmla="*/ 164 h 696"/>
                <a:gd name="T56" fmla="*/ 742 w 801"/>
                <a:gd name="T57" fmla="*/ 24 h 696"/>
                <a:gd name="T58" fmla="*/ 637 w 801"/>
                <a:gd name="T59" fmla="*/ 0 h 696"/>
                <a:gd name="T60" fmla="*/ 572 w 801"/>
                <a:gd name="T61" fmla="*/ 317 h 696"/>
                <a:gd name="T62" fmla="*/ 599 w 801"/>
                <a:gd name="T63" fmla="*/ 316 h 696"/>
                <a:gd name="T64" fmla="*/ 640 w 801"/>
                <a:gd name="T65" fmla="*/ 361 h 696"/>
                <a:gd name="T66" fmla="*/ 639 w 801"/>
                <a:gd name="T67" fmla="*/ 414 h 696"/>
                <a:gd name="T68" fmla="*/ 590 w 801"/>
                <a:gd name="T69" fmla="*/ 439 h 696"/>
                <a:gd name="T70" fmla="*/ 587 w 801"/>
                <a:gd name="T71" fmla="*/ 456 h 696"/>
                <a:gd name="T72" fmla="*/ 512 w 801"/>
                <a:gd name="T73" fmla="*/ 457 h 696"/>
                <a:gd name="T74" fmla="*/ 488 w 801"/>
                <a:gd name="T75" fmla="*/ 401 h 696"/>
                <a:gd name="T76" fmla="*/ 510 w 801"/>
                <a:gd name="T77" fmla="*/ 359 h 696"/>
                <a:gd name="T78" fmla="*/ 572 w 801"/>
                <a:gd name="T79" fmla="*/ 31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1" h="696">
                  <a:moveTo>
                    <a:pt x="637" y="0"/>
                  </a:moveTo>
                  <a:lnTo>
                    <a:pt x="502" y="125"/>
                  </a:lnTo>
                  <a:lnTo>
                    <a:pt x="470" y="202"/>
                  </a:lnTo>
                  <a:lnTo>
                    <a:pt x="363" y="189"/>
                  </a:lnTo>
                  <a:lnTo>
                    <a:pt x="274" y="268"/>
                  </a:lnTo>
                  <a:lnTo>
                    <a:pt x="214" y="262"/>
                  </a:lnTo>
                  <a:lnTo>
                    <a:pt x="219" y="152"/>
                  </a:lnTo>
                  <a:lnTo>
                    <a:pt x="198" y="145"/>
                  </a:lnTo>
                  <a:lnTo>
                    <a:pt x="184" y="369"/>
                  </a:lnTo>
                  <a:lnTo>
                    <a:pt x="78" y="368"/>
                  </a:lnTo>
                  <a:lnTo>
                    <a:pt x="47" y="331"/>
                  </a:lnTo>
                  <a:lnTo>
                    <a:pt x="0" y="331"/>
                  </a:lnTo>
                  <a:lnTo>
                    <a:pt x="43" y="452"/>
                  </a:lnTo>
                  <a:lnTo>
                    <a:pt x="118" y="524"/>
                  </a:lnTo>
                  <a:lnTo>
                    <a:pt x="64" y="587"/>
                  </a:lnTo>
                  <a:lnTo>
                    <a:pt x="99" y="665"/>
                  </a:lnTo>
                  <a:lnTo>
                    <a:pt x="180" y="696"/>
                  </a:lnTo>
                  <a:lnTo>
                    <a:pt x="245" y="642"/>
                  </a:lnTo>
                  <a:lnTo>
                    <a:pt x="428" y="643"/>
                  </a:lnTo>
                  <a:lnTo>
                    <a:pt x="441" y="625"/>
                  </a:lnTo>
                  <a:lnTo>
                    <a:pt x="524" y="611"/>
                  </a:lnTo>
                  <a:lnTo>
                    <a:pt x="801" y="336"/>
                  </a:lnTo>
                  <a:lnTo>
                    <a:pt x="800" y="249"/>
                  </a:lnTo>
                  <a:lnTo>
                    <a:pt x="770" y="287"/>
                  </a:lnTo>
                  <a:lnTo>
                    <a:pt x="726" y="287"/>
                  </a:lnTo>
                  <a:lnTo>
                    <a:pt x="672" y="242"/>
                  </a:lnTo>
                  <a:lnTo>
                    <a:pt x="699" y="174"/>
                  </a:lnTo>
                  <a:lnTo>
                    <a:pt x="746" y="164"/>
                  </a:lnTo>
                  <a:lnTo>
                    <a:pt x="742" y="24"/>
                  </a:lnTo>
                  <a:lnTo>
                    <a:pt x="637" y="0"/>
                  </a:lnTo>
                  <a:close/>
                  <a:moveTo>
                    <a:pt x="572" y="317"/>
                  </a:moveTo>
                  <a:lnTo>
                    <a:pt x="599" y="316"/>
                  </a:lnTo>
                  <a:lnTo>
                    <a:pt x="640" y="361"/>
                  </a:lnTo>
                  <a:lnTo>
                    <a:pt x="639" y="414"/>
                  </a:lnTo>
                  <a:lnTo>
                    <a:pt x="590" y="439"/>
                  </a:lnTo>
                  <a:lnTo>
                    <a:pt x="587" y="456"/>
                  </a:lnTo>
                  <a:lnTo>
                    <a:pt x="512" y="457"/>
                  </a:lnTo>
                  <a:lnTo>
                    <a:pt x="488" y="401"/>
                  </a:lnTo>
                  <a:lnTo>
                    <a:pt x="510" y="359"/>
                  </a:lnTo>
                  <a:lnTo>
                    <a:pt x="572" y="31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3" name="Freeform 64">
              <a:extLst>
                <a:ext uri="{FF2B5EF4-FFF2-40B4-BE49-F238E27FC236}">
                  <a16:creationId xmlns:a16="http://schemas.microsoft.com/office/drawing/2014/main" id="{29239D97-0F90-4F82-899F-3F4B07234EC0}"/>
                </a:ext>
              </a:extLst>
            </p:cNvPr>
            <p:cNvSpPr>
              <a:spLocks/>
            </p:cNvSpPr>
            <p:nvPr/>
          </p:nvSpPr>
          <p:spPr bwMode="auto">
            <a:xfrm>
              <a:off x="4688682" y="1251743"/>
              <a:ext cx="1062038" cy="1035050"/>
            </a:xfrm>
            <a:custGeom>
              <a:avLst/>
              <a:gdLst>
                <a:gd name="T0" fmla="*/ 0 w 2007"/>
                <a:gd name="T1" fmla="*/ 414 h 1956"/>
                <a:gd name="T2" fmla="*/ 24 w 2007"/>
                <a:gd name="T3" fmla="*/ 499 h 1956"/>
                <a:gd name="T4" fmla="*/ 159 w 2007"/>
                <a:gd name="T5" fmla="*/ 554 h 1956"/>
                <a:gd name="T6" fmla="*/ 368 w 2007"/>
                <a:gd name="T7" fmla="*/ 666 h 1956"/>
                <a:gd name="T8" fmla="*/ 382 w 2007"/>
                <a:gd name="T9" fmla="*/ 992 h 1956"/>
                <a:gd name="T10" fmla="*/ 513 w 2007"/>
                <a:gd name="T11" fmla="*/ 1006 h 1956"/>
                <a:gd name="T12" fmla="*/ 414 w 2007"/>
                <a:gd name="T13" fmla="*/ 1071 h 1956"/>
                <a:gd name="T14" fmla="*/ 540 w 2007"/>
                <a:gd name="T15" fmla="*/ 1141 h 1956"/>
                <a:gd name="T16" fmla="*/ 368 w 2007"/>
                <a:gd name="T17" fmla="*/ 1471 h 1956"/>
                <a:gd name="T18" fmla="*/ 377 w 2007"/>
                <a:gd name="T19" fmla="*/ 1634 h 1956"/>
                <a:gd name="T20" fmla="*/ 499 w 2007"/>
                <a:gd name="T21" fmla="*/ 1854 h 1956"/>
                <a:gd name="T22" fmla="*/ 573 w 2007"/>
                <a:gd name="T23" fmla="*/ 1834 h 1956"/>
                <a:gd name="T24" fmla="*/ 610 w 2007"/>
                <a:gd name="T25" fmla="*/ 1956 h 1956"/>
                <a:gd name="T26" fmla="*/ 717 w 2007"/>
                <a:gd name="T27" fmla="*/ 1779 h 1956"/>
                <a:gd name="T28" fmla="*/ 1066 w 2007"/>
                <a:gd name="T29" fmla="*/ 1523 h 1956"/>
                <a:gd name="T30" fmla="*/ 1257 w 2007"/>
                <a:gd name="T31" fmla="*/ 1388 h 1956"/>
                <a:gd name="T32" fmla="*/ 1485 w 2007"/>
                <a:gd name="T33" fmla="*/ 1285 h 1956"/>
                <a:gd name="T34" fmla="*/ 1625 w 2007"/>
                <a:gd name="T35" fmla="*/ 1155 h 1956"/>
                <a:gd name="T36" fmla="*/ 1476 w 2007"/>
                <a:gd name="T37" fmla="*/ 1062 h 1956"/>
                <a:gd name="T38" fmla="*/ 1528 w 2007"/>
                <a:gd name="T39" fmla="*/ 913 h 1956"/>
                <a:gd name="T40" fmla="*/ 1714 w 2007"/>
                <a:gd name="T41" fmla="*/ 936 h 1956"/>
                <a:gd name="T42" fmla="*/ 1798 w 2007"/>
                <a:gd name="T43" fmla="*/ 680 h 1956"/>
                <a:gd name="T44" fmla="*/ 1695 w 2007"/>
                <a:gd name="T45" fmla="*/ 582 h 1956"/>
                <a:gd name="T46" fmla="*/ 1816 w 2007"/>
                <a:gd name="T47" fmla="*/ 456 h 1956"/>
                <a:gd name="T48" fmla="*/ 1951 w 2007"/>
                <a:gd name="T49" fmla="*/ 228 h 1956"/>
                <a:gd name="T50" fmla="*/ 1625 w 2007"/>
                <a:gd name="T51" fmla="*/ 358 h 1956"/>
                <a:gd name="T52" fmla="*/ 1616 w 2007"/>
                <a:gd name="T53" fmla="*/ 196 h 1956"/>
                <a:gd name="T54" fmla="*/ 1514 w 2007"/>
                <a:gd name="T55" fmla="*/ 219 h 1956"/>
                <a:gd name="T56" fmla="*/ 1393 w 2007"/>
                <a:gd name="T57" fmla="*/ 164 h 1956"/>
                <a:gd name="T58" fmla="*/ 1598 w 2007"/>
                <a:gd name="T59" fmla="*/ 61 h 1956"/>
                <a:gd name="T60" fmla="*/ 1179 w 2007"/>
                <a:gd name="T61" fmla="*/ 23 h 1956"/>
                <a:gd name="T62" fmla="*/ 1057 w 2007"/>
                <a:gd name="T63" fmla="*/ 42 h 1956"/>
                <a:gd name="T64" fmla="*/ 974 w 2007"/>
                <a:gd name="T65" fmla="*/ 18 h 1956"/>
                <a:gd name="T66" fmla="*/ 1048 w 2007"/>
                <a:gd name="T67" fmla="*/ 98 h 1956"/>
                <a:gd name="T68" fmla="*/ 880 w 2007"/>
                <a:gd name="T69" fmla="*/ 88 h 1956"/>
                <a:gd name="T70" fmla="*/ 769 w 2007"/>
                <a:gd name="T71" fmla="*/ 135 h 1956"/>
                <a:gd name="T72" fmla="*/ 634 w 2007"/>
                <a:gd name="T73" fmla="*/ 56 h 1956"/>
                <a:gd name="T74" fmla="*/ 396 w 2007"/>
                <a:gd name="T75" fmla="*/ 75 h 1956"/>
                <a:gd name="T76" fmla="*/ 284 w 2007"/>
                <a:gd name="T77" fmla="*/ 117 h 1956"/>
                <a:gd name="T78" fmla="*/ 224 w 2007"/>
                <a:gd name="T79" fmla="*/ 210 h 1956"/>
                <a:gd name="T80" fmla="*/ 103 w 2007"/>
                <a:gd name="T81" fmla="*/ 266 h 1956"/>
                <a:gd name="T82" fmla="*/ 9 w 2007"/>
                <a:gd name="T83" fmla="*/ 289 h 1956"/>
                <a:gd name="T84" fmla="*/ 182 w 2007"/>
                <a:gd name="T85" fmla="*/ 335 h 1956"/>
                <a:gd name="T86" fmla="*/ 103 w 2007"/>
                <a:gd name="T87" fmla="*/ 415 h 1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7" h="1956">
                  <a:moveTo>
                    <a:pt x="24" y="377"/>
                  </a:moveTo>
                  <a:lnTo>
                    <a:pt x="0" y="414"/>
                  </a:lnTo>
                  <a:lnTo>
                    <a:pt x="42" y="456"/>
                  </a:lnTo>
                  <a:lnTo>
                    <a:pt x="24" y="499"/>
                  </a:lnTo>
                  <a:lnTo>
                    <a:pt x="84" y="578"/>
                  </a:lnTo>
                  <a:lnTo>
                    <a:pt x="159" y="554"/>
                  </a:lnTo>
                  <a:lnTo>
                    <a:pt x="256" y="545"/>
                  </a:lnTo>
                  <a:lnTo>
                    <a:pt x="368" y="666"/>
                  </a:lnTo>
                  <a:lnTo>
                    <a:pt x="443" y="866"/>
                  </a:lnTo>
                  <a:lnTo>
                    <a:pt x="382" y="992"/>
                  </a:lnTo>
                  <a:lnTo>
                    <a:pt x="466" y="978"/>
                  </a:lnTo>
                  <a:lnTo>
                    <a:pt x="513" y="1006"/>
                  </a:lnTo>
                  <a:lnTo>
                    <a:pt x="517" y="1066"/>
                  </a:lnTo>
                  <a:lnTo>
                    <a:pt x="414" y="1071"/>
                  </a:lnTo>
                  <a:lnTo>
                    <a:pt x="470" y="1127"/>
                  </a:lnTo>
                  <a:lnTo>
                    <a:pt x="540" y="1141"/>
                  </a:lnTo>
                  <a:lnTo>
                    <a:pt x="387" y="1346"/>
                  </a:lnTo>
                  <a:lnTo>
                    <a:pt x="368" y="1471"/>
                  </a:lnTo>
                  <a:lnTo>
                    <a:pt x="400" y="1574"/>
                  </a:lnTo>
                  <a:lnTo>
                    <a:pt x="377" y="1634"/>
                  </a:lnTo>
                  <a:lnTo>
                    <a:pt x="419" y="1764"/>
                  </a:lnTo>
                  <a:lnTo>
                    <a:pt x="499" y="1854"/>
                  </a:lnTo>
                  <a:lnTo>
                    <a:pt x="522" y="1849"/>
                  </a:lnTo>
                  <a:lnTo>
                    <a:pt x="573" y="1834"/>
                  </a:lnTo>
                  <a:lnTo>
                    <a:pt x="578" y="1910"/>
                  </a:lnTo>
                  <a:lnTo>
                    <a:pt x="610" y="1956"/>
                  </a:lnTo>
                  <a:lnTo>
                    <a:pt x="670" y="1951"/>
                  </a:lnTo>
                  <a:lnTo>
                    <a:pt x="717" y="1779"/>
                  </a:lnTo>
                  <a:lnTo>
                    <a:pt x="857" y="1607"/>
                  </a:lnTo>
                  <a:lnTo>
                    <a:pt x="1066" y="1523"/>
                  </a:lnTo>
                  <a:lnTo>
                    <a:pt x="1197" y="1359"/>
                  </a:lnTo>
                  <a:lnTo>
                    <a:pt x="1257" y="1388"/>
                  </a:lnTo>
                  <a:lnTo>
                    <a:pt x="1383" y="1388"/>
                  </a:lnTo>
                  <a:lnTo>
                    <a:pt x="1485" y="1285"/>
                  </a:lnTo>
                  <a:lnTo>
                    <a:pt x="1611" y="1234"/>
                  </a:lnTo>
                  <a:lnTo>
                    <a:pt x="1625" y="1155"/>
                  </a:lnTo>
                  <a:lnTo>
                    <a:pt x="1546" y="1085"/>
                  </a:lnTo>
                  <a:lnTo>
                    <a:pt x="1476" y="1062"/>
                  </a:lnTo>
                  <a:lnTo>
                    <a:pt x="1438" y="963"/>
                  </a:lnTo>
                  <a:lnTo>
                    <a:pt x="1528" y="913"/>
                  </a:lnTo>
                  <a:lnTo>
                    <a:pt x="1667" y="987"/>
                  </a:lnTo>
                  <a:lnTo>
                    <a:pt x="1714" y="936"/>
                  </a:lnTo>
                  <a:lnTo>
                    <a:pt x="1639" y="894"/>
                  </a:lnTo>
                  <a:lnTo>
                    <a:pt x="1798" y="680"/>
                  </a:lnTo>
                  <a:lnTo>
                    <a:pt x="1769" y="587"/>
                  </a:lnTo>
                  <a:lnTo>
                    <a:pt x="1695" y="582"/>
                  </a:lnTo>
                  <a:lnTo>
                    <a:pt x="1723" y="499"/>
                  </a:lnTo>
                  <a:lnTo>
                    <a:pt x="1816" y="456"/>
                  </a:lnTo>
                  <a:lnTo>
                    <a:pt x="2007" y="288"/>
                  </a:lnTo>
                  <a:lnTo>
                    <a:pt x="1951" y="228"/>
                  </a:lnTo>
                  <a:lnTo>
                    <a:pt x="1737" y="247"/>
                  </a:lnTo>
                  <a:lnTo>
                    <a:pt x="1625" y="358"/>
                  </a:lnTo>
                  <a:lnTo>
                    <a:pt x="1690" y="214"/>
                  </a:lnTo>
                  <a:lnTo>
                    <a:pt x="1616" y="196"/>
                  </a:lnTo>
                  <a:lnTo>
                    <a:pt x="1574" y="270"/>
                  </a:lnTo>
                  <a:lnTo>
                    <a:pt x="1514" y="219"/>
                  </a:lnTo>
                  <a:lnTo>
                    <a:pt x="1346" y="238"/>
                  </a:lnTo>
                  <a:lnTo>
                    <a:pt x="1393" y="164"/>
                  </a:lnTo>
                  <a:lnTo>
                    <a:pt x="1667" y="153"/>
                  </a:lnTo>
                  <a:lnTo>
                    <a:pt x="1598" y="61"/>
                  </a:lnTo>
                  <a:lnTo>
                    <a:pt x="1299" y="5"/>
                  </a:lnTo>
                  <a:lnTo>
                    <a:pt x="1179" y="23"/>
                  </a:lnTo>
                  <a:lnTo>
                    <a:pt x="1183" y="84"/>
                  </a:lnTo>
                  <a:lnTo>
                    <a:pt x="1057" y="42"/>
                  </a:lnTo>
                  <a:lnTo>
                    <a:pt x="1062" y="0"/>
                  </a:lnTo>
                  <a:lnTo>
                    <a:pt x="974" y="18"/>
                  </a:lnTo>
                  <a:lnTo>
                    <a:pt x="954" y="65"/>
                  </a:lnTo>
                  <a:lnTo>
                    <a:pt x="1048" y="98"/>
                  </a:lnTo>
                  <a:lnTo>
                    <a:pt x="950" y="168"/>
                  </a:lnTo>
                  <a:lnTo>
                    <a:pt x="880" y="88"/>
                  </a:lnTo>
                  <a:lnTo>
                    <a:pt x="783" y="61"/>
                  </a:lnTo>
                  <a:lnTo>
                    <a:pt x="769" y="135"/>
                  </a:lnTo>
                  <a:lnTo>
                    <a:pt x="670" y="135"/>
                  </a:lnTo>
                  <a:lnTo>
                    <a:pt x="634" y="56"/>
                  </a:lnTo>
                  <a:lnTo>
                    <a:pt x="479" y="33"/>
                  </a:lnTo>
                  <a:lnTo>
                    <a:pt x="396" y="75"/>
                  </a:lnTo>
                  <a:lnTo>
                    <a:pt x="391" y="131"/>
                  </a:lnTo>
                  <a:lnTo>
                    <a:pt x="284" y="117"/>
                  </a:lnTo>
                  <a:lnTo>
                    <a:pt x="219" y="144"/>
                  </a:lnTo>
                  <a:lnTo>
                    <a:pt x="224" y="210"/>
                  </a:lnTo>
                  <a:lnTo>
                    <a:pt x="224" y="243"/>
                  </a:lnTo>
                  <a:lnTo>
                    <a:pt x="103" y="266"/>
                  </a:lnTo>
                  <a:lnTo>
                    <a:pt x="47" y="228"/>
                  </a:lnTo>
                  <a:lnTo>
                    <a:pt x="9" y="289"/>
                  </a:lnTo>
                  <a:lnTo>
                    <a:pt x="65" y="349"/>
                  </a:lnTo>
                  <a:lnTo>
                    <a:pt x="182" y="335"/>
                  </a:lnTo>
                  <a:lnTo>
                    <a:pt x="191" y="373"/>
                  </a:lnTo>
                  <a:lnTo>
                    <a:pt x="103" y="415"/>
                  </a:lnTo>
                  <a:lnTo>
                    <a:pt x="24" y="377"/>
                  </a:ln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4" name="Freeform 65">
              <a:extLst>
                <a:ext uri="{FF2B5EF4-FFF2-40B4-BE49-F238E27FC236}">
                  <a16:creationId xmlns:a16="http://schemas.microsoft.com/office/drawing/2014/main" id="{4089A4A4-24AC-4E6D-9D76-15A4F895EA9C}"/>
                </a:ext>
              </a:extLst>
            </p:cNvPr>
            <p:cNvSpPr>
              <a:spLocks/>
            </p:cNvSpPr>
            <p:nvPr/>
          </p:nvSpPr>
          <p:spPr bwMode="auto">
            <a:xfrm>
              <a:off x="4869657" y="1835943"/>
              <a:ext cx="42863" cy="49213"/>
            </a:xfrm>
            <a:custGeom>
              <a:avLst/>
              <a:gdLst>
                <a:gd name="T0" fmla="*/ 52 w 80"/>
                <a:gd name="T1" fmla="*/ 0 h 93"/>
                <a:gd name="T2" fmla="*/ 80 w 80"/>
                <a:gd name="T3" fmla="*/ 41 h 93"/>
                <a:gd name="T4" fmla="*/ 66 w 80"/>
                <a:gd name="T5" fmla="*/ 93 h 93"/>
                <a:gd name="T6" fmla="*/ 38 w 80"/>
                <a:gd name="T7" fmla="*/ 93 h 93"/>
                <a:gd name="T8" fmla="*/ 0 w 80"/>
                <a:gd name="T9" fmla="*/ 51 h 93"/>
                <a:gd name="T10" fmla="*/ 10 w 80"/>
                <a:gd name="T11" fmla="*/ 19 h 93"/>
                <a:gd name="T12" fmla="*/ 52 w 80"/>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80" h="93">
                  <a:moveTo>
                    <a:pt x="52" y="0"/>
                  </a:moveTo>
                  <a:lnTo>
                    <a:pt x="80" y="41"/>
                  </a:lnTo>
                  <a:lnTo>
                    <a:pt x="66" y="93"/>
                  </a:lnTo>
                  <a:lnTo>
                    <a:pt x="38" y="93"/>
                  </a:lnTo>
                  <a:lnTo>
                    <a:pt x="0" y="51"/>
                  </a:lnTo>
                  <a:lnTo>
                    <a:pt x="10" y="19"/>
                  </a:lnTo>
                  <a:lnTo>
                    <a:pt x="5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5" name="Freeform 66">
              <a:extLst>
                <a:ext uri="{FF2B5EF4-FFF2-40B4-BE49-F238E27FC236}">
                  <a16:creationId xmlns:a16="http://schemas.microsoft.com/office/drawing/2014/main" id="{61ADEEF5-89F9-4B68-980F-69AAB722DC4E}"/>
                </a:ext>
              </a:extLst>
            </p:cNvPr>
            <p:cNvSpPr>
              <a:spLocks/>
            </p:cNvSpPr>
            <p:nvPr/>
          </p:nvSpPr>
          <p:spPr bwMode="auto">
            <a:xfrm>
              <a:off x="5498307" y="1774031"/>
              <a:ext cx="57150" cy="47625"/>
            </a:xfrm>
            <a:custGeom>
              <a:avLst/>
              <a:gdLst>
                <a:gd name="T0" fmla="*/ 28 w 107"/>
                <a:gd name="T1" fmla="*/ 0 h 89"/>
                <a:gd name="T2" fmla="*/ 107 w 107"/>
                <a:gd name="T3" fmla="*/ 23 h 89"/>
                <a:gd name="T4" fmla="*/ 102 w 107"/>
                <a:gd name="T5" fmla="*/ 89 h 89"/>
                <a:gd name="T6" fmla="*/ 19 w 107"/>
                <a:gd name="T7" fmla="*/ 46 h 89"/>
                <a:gd name="T8" fmla="*/ 0 w 107"/>
                <a:gd name="T9" fmla="*/ 23 h 89"/>
                <a:gd name="T10" fmla="*/ 28 w 107"/>
                <a:gd name="T11" fmla="*/ 0 h 89"/>
              </a:gdLst>
              <a:ahLst/>
              <a:cxnLst>
                <a:cxn ang="0">
                  <a:pos x="T0" y="T1"/>
                </a:cxn>
                <a:cxn ang="0">
                  <a:pos x="T2" y="T3"/>
                </a:cxn>
                <a:cxn ang="0">
                  <a:pos x="T4" y="T5"/>
                </a:cxn>
                <a:cxn ang="0">
                  <a:pos x="T6" y="T7"/>
                </a:cxn>
                <a:cxn ang="0">
                  <a:pos x="T8" y="T9"/>
                </a:cxn>
                <a:cxn ang="0">
                  <a:pos x="T10" y="T11"/>
                </a:cxn>
              </a:cxnLst>
              <a:rect l="0" t="0" r="r" b="b"/>
              <a:pathLst>
                <a:path w="107" h="89">
                  <a:moveTo>
                    <a:pt x="28" y="0"/>
                  </a:moveTo>
                  <a:lnTo>
                    <a:pt x="107" y="23"/>
                  </a:lnTo>
                  <a:lnTo>
                    <a:pt x="102" y="89"/>
                  </a:lnTo>
                  <a:lnTo>
                    <a:pt x="19" y="46"/>
                  </a:lnTo>
                  <a:lnTo>
                    <a:pt x="0" y="23"/>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6" name="Freeform 76">
              <a:extLst>
                <a:ext uri="{FF2B5EF4-FFF2-40B4-BE49-F238E27FC236}">
                  <a16:creationId xmlns:a16="http://schemas.microsoft.com/office/drawing/2014/main" id="{1F5F02B0-A0E4-4478-BA6C-0051D9696163}"/>
                </a:ext>
              </a:extLst>
            </p:cNvPr>
            <p:cNvSpPr>
              <a:spLocks/>
            </p:cNvSpPr>
            <p:nvPr/>
          </p:nvSpPr>
          <p:spPr bwMode="auto">
            <a:xfrm>
              <a:off x="8646319" y="4452143"/>
              <a:ext cx="1038225" cy="969963"/>
            </a:xfrm>
            <a:custGeom>
              <a:avLst/>
              <a:gdLst>
                <a:gd name="T0" fmla="*/ 80 w 1963"/>
                <a:gd name="T1" fmla="*/ 803 h 1832"/>
                <a:gd name="T2" fmla="*/ 73 w 1963"/>
                <a:gd name="T3" fmla="*/ 1238 h 1832"/>
                <a:gd name="T4" fmla="*/ 6 w 1963"/>
                <a:gd name="T5" fmla="*/ 1286 h 1832"/>
                <a:gd name="T6" fmla="*/ 0 w 1963"/>
                <a:gd name="T7" fmla="*/ 1329 h 1832"/>
                <a:gd name="T8" fmla="*/ 92 w 1963"/>
                <a:gd name="T9" fmla="*/ 1391 h 1832"/>
                <a:gd name="T10" fmla="*/ 316 w 1963"/>
                <a:gd name="T11" fmla="*/ 1347 h 1832"/>
                <a:gd name="T12" fmla="*/ 432 w 1963"/>
                <a:gd name="T13" fmla="*/ 1347 h 1832"/>
                <a:gd name="T14" fmla="*/ 474 w 1963"/>
                <a:gd name="T15" fmla="*/ 1286 h 1832"/>
                <a:gd name="T16" fmla="*/ 729 w 1963"/>
                <a:gd name="T17" fmla="*/ 1238 h 1832"/>
                <a:gd name="T18" fmla="*/ 912 w 1963"/>
                <a:gd name="T19" fmla="*/ 1293 h 1832"/>
                <a:gd name="T20" fmla="*/ 900 w 1963"/>
                <a:gd name="T21" fmla="*/ 1366 h 1832"/>
                <a:gd name="T22" fmla="*/ 924 w 1963"/>
                <a:gd name="T23" fmla="*/ 1440 h 1832"/>
                <a:gd name="T24" fmla="*/ 1063 w 1963"/>
                <a:gd name="T25" fmla="*/ 1415 h 1832"/>
                <a:gd name="T26" fmla="*/ 1069 w 1963"/>
                <a:gd name="T27" fmla="*/ 1452 h 1832"/>
                <a:gd name="T28" fmla="*/ 979 w 1963"/>
                <a:gd name="T29" fmla="*/ 1519 h 1832"/>
                <a:gd name="T30" fmla="*/ 1008 w 1963"/>
                <a:gd name="T31" fmla="*/ 1543 h 1832"/>
                <a:gd name="T32" fmla="*/ 1075 w 1963"/>
                <a:gd name="T33" fmla="*/ 1519 h 1832"/>
                <a:gd name="T34" fmla="*/ 1057 w 1963"/>
                <a:gd name="T35" fmla="*/ 1721 h 1832"/>
                <a:gd name="T36" fmla="*/ 1185 w 1963"/>
                <a:gd name="T37" fmla="*/ 1819 h 1832"/>
                <a:gd name="T38" fmla="*/ 1258 w 1963"/>
                <a:gd name="T39" fmla="*/ 1795 h 1832"/>
                <a:gd name="T40" fmla="*/ 1294 w 1963"/>
                <a:gd name="T41" fmla="*/ 1832 h 1832"/>
                <a:gd name="T42" fmla="*/ 1507 w 1963"/>
                <a:gd name="T43" fmla="*/ 1801 h 1832"/>
                <a:gd name="T44" fmla="*/ 1708 w 1963"/>
                <a:gd name="T45" fmla="*/ 1476 h 1832"/>
                <a:gd name="T46" fmla="*/ 1781 w 1963"/>
                <a:gd name="T47" fmla="*/ 1458 h 1832"/>
                <a:gd name="T48" fmla="*/ 1927 w 1963"/>
                <a:gd name="T49" fmla="*/ 1188 h 1832"/>
                <a:gd name="T50" fmla="*/ 1963 w 1963"/>
                <a:gd name="T51" fmla="*/ 955 h 1832"/>
                <a:gd name="T52" fmla="*/ 1872 w 1963"/>
                <a:gd name="T53" fmla="*/ 840 h 1832"/>
                <a:gd name="T54" fmla="*/ 1908 w 1963"/>
                <a:gd name="T55" fmla="*/ 815 h 1832"/>
                <a:gd name="T56" fmla="*/ 1835 w 1963"/>
                <a:gd name="T57" fmla="*/ 588 h 1832"/>
                <a:gd name="T58" fmla="*/ 1756 w 1963"/>
                <a:gd name="T59" fmla="*/ 533 h 1832"/>
                <a:gd name="T60" fmla="*/ 1768 w 1963"/>
                <a:gd name="T61" fmla="*/ 227 h 1832"/>
                <a:gd name="T62" fmla="*/ 1695 w 1963"/>
                <a:gd name="T63" fmla="*/ 172 h 1832"/>
                <a:gd name="T64" fmla="*/ 1677 w 1963"/>
                <a:gd name="T65" fmla="*/ 0 h 1832"/>
                <a:gd name="T66" fmla="*/ 1641 w 1963"/>
                <a:gd name="T67" fmla="*/ 0 h 1832"/>
                <a:gd name="T68" fmla="*/ 1519 w 1963"/>
                <a:gd name="T69" fmla="*/ 404 h 1832"/>
                <a:gd name="T70" fmla="*/ 1453 w 1963"/>
                <a:gd name="T71" fmla="*/ 410 h 1832"/>
                <a:gd name="T72" fmla="*/ 1301 w 1963"/>
                <a:gd name="T73" fmla="*/ 257 h 1832"/>
                <a:gd name="T74" fmla="*/ 1386 w 1963"/>
                <a:gd name="T75" fmla="*/ 31 h 1832"/>
                <a:gd name="T76" fmla="*/ 1227 w 1963"/>
                <a:gd name="T77" fmla="*/ 0 h 1832"/>
                <a:gd name="T78" fmla="*/ 1052 w 1963"/>
                <a:gd name="T79" fmla="*/ 49 h 1832"/>
                <a:gd name="T80" fmla="*/ 1003 w 1963"/>
                <a:gd name="T81" fmla="*/ 190 h 1832"/>
                <a:gd name="T82" fmla="*/ 924 w 1963"/>
                <a:gd name="T83" fmla="*/ 208 h 1832"/>
                <a:gd name="T84" fmla="*/ 918 w 1963"/>
                <a:gd name="T85" fmla="*/ 111 h 1832"/>
                <a:gd name="T86" fmla="*/ 596 w 1963"/>
                <a:gd name="T87" fmla="*/ 307 h 1832"/>
                <a:gd name="T88" fmla="*/ 602 w 1963"/>
                <a:gd name="T89" fmla="*/ 380 h 1832"/>
                <a:gd name="T90" fmla="*/ 554 w 1963"/>
                <a:gd name="T91" fmla="*/ 447 h 1832"/>
                <a:gd name="T92" fmla="*/ 432 w 1963"/>
                <a:gd name="T93" fmla="*/ 447 h 1832"/>
                <a:gd name="T94" fmla="*/ 171 w 1963"/>
                <a:gd name="T95" fmla="*/ 558 h 1832"/>
                <a:gd name="T96" fmla="*/ 80 w 1963"/>
                <a:gd name="T97" fmla="*/ 803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3" h="1832">
                  <a:moveTo>
                    <a:pt x="80" y="803"/>
                  </a:moveTo>
                  <a:lnTo>
                    <a:pt x="73" y="1238"/>
                  </a:lnTo>
                  <a:lnTo>
                    <a:pt x="6" y="1286"/>
                  </a:lnTo>
                  <a:lnTo>
                    <a:pt x="0" y="1329"/>
                  </a:lnTo>
                  <a:lnTo>
                    <a:pt x="92" y="1391"/>
                  </a:lnTo>
                  <a:lnTo>
                    <a:pt x="316" y="1347"/>
                  </a:lnTo>
                  <a:lnTo>
                    <a:pt x="432" y="1347"/>
                  </a:lnTo>
                  <a:lnTo>
                    <a:pt x="474" y="1286"/>
                  </a:lnTo>
                  <a:lnTo>
                    <a:pt x="729" y="1238"/>
                  </a:lnTo>
                  <a:lnTo>
                    <a:pt x="912" y="1293"/>
                  </a:lnTo>
                  <a:lnTo>
                    <a:pt x="900" y="1366"/>
                  </a:lnTo>
                  <a:lnTo>
                    <a:pt x="924" y="1440"/>
                  </a:lnTo>
                  <a:lnTo>
                    <a:pt x="1063" y="1415"/>
                  </a:lnTo>
                  <a:lnTo>
                    <a:pt x="1069" y="1452"/>
                  </a:lnTo>
                  <a:lnTo>
                    <a:pt x="979" y="1519"/>
                  </a:lnTo>
                  <a:lnTo>
                    <a:pt x="1008" y="1543"/>
                  </a:lnTo>
                  <a:lnTo>
                    <a:pt x="1075" y="1519"/>
                  </a:lnTo>
                  <a:lnTo>
                    <a:pt x="1057" y="1721"/>
                  </a:lnTo>
                  <a:lnTo>
                    <a:pt x="1185" y="1819"/>
                  </a:lnTo>
                  <a:lnTo>
                    <a:pt x="1258" y="1795"/>
                  </a:lnTo>
                  <a:lnTo>
                    <a:pt x="1294" y="1832"/>
                  </a:lnTo>
                  <a:lnTo>
                    <a:pt x="1507" y="1801"/>
                  </a:lnTo>
                  <a:lnTo>
                    <a:pt x="1708" y="1476"/>
                  </a:lnTo>
                  <a:lnTo>
                    <a:pt x="1781" y="1458"/>
                  </a:lnTo>
                  <a:lnTo>
                    <a:pt x="1927" y="1188"/>
                  </a:lnTo>
                  <a:lnTo>
                    <a:pt x="1963" y="955"/>
                  </a:lnTo>
                  <a:lnTo>
                    <a:pt x="1872" y="840"/>
                  </a:lnTo>
                  <a:lnTo>
                    <a:pt x="1908" y="815"/>
                  </a:lnTo>
                  <a:lnTo>
                    <a:pt x="1835" y="588"/>
                  </a:lnTo>
                  <a:lnTo>
                    <a:pt x="1756" y="533"/>
                  </a:lnTo>
                  <a:lnTo>
                    <a:pt x="1768" y="227"/>
                  </a:lnTo>
                  <a:lnTo>
                    <a:pt x="1695" y="172"/>
                  </a:lnTo>
                  <a:lnTo>
                    <a:pt x="1677" y="0"/>
                  </a:lnTo>
                  <a:lnTo>
                    <a:pt x="1641" y="0"/>
                  </a:lnTo>
                  <a:lnTo>
                    <a:pt x="1519" y="404"/>
                  </a:lnTo>
                  <a:lnTo>
                    <a:pt x="1453" y="410"/>
                  </a:lnTo>
                  <a:lnTo>
                    <a:pt x="1301" y="257"/>
                  </a:lnTo>
                  <a:lnTo>
                    <a:pt x="1386" y="31"/>
                  </a:lnTo>
                  <a:lnTo>
                    <a:pt x="1227" y="0"/>
                  </a:lnTo>
                  <a:lnTo>
                    <a:pt x="1052" y="49"/>
                  </a:lnTo>
                  <a:lnTo>
                    <a:pt x="1003" y="190"/>
                  </a:lnTo>
                  <a:lnTo>
                    <a:pt x="924" y="208"/>
                  </a:lnTo>
                  <a:lnTo>
                    <a:pt x="918" y="111"/>
                  </a:lnTo>
                  <a:lnTo>
                    <a:pt x="596" y="307"/>
                  </a:lnTo>
                  <a:lnTo>
                    <a:pt x="602" y="380"/>
                  </a:lnTo>
                  <a:lnTo>
                    <a:pt x="554" y="447"/>
                  </a:lnTo>
                  <a:lnTo>
                    <a:pt x="432" y="447"/>
                  </a:lnTo>
                  <a:lnTo>
                    <a:pt x="171" y="558"/>
                  </a:lnTo>
                  <a:lnTo>
                    <a:pt x="80" y="80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7" name="Freeform 77">
              <a:extLst>
                <a:ext uri="{FF2B5EF4-FFF2-40B4-BE49-F238E27FC236}">
                  <a16:creationId xmlns:a16="http://schemas.microsoft.com/office/drawing/2014/main" id="{DA54106A-BAB5-4BFC-9604-9F9BC53F2A88}"/>
                </a:ext>
              </a:extLst>
            </p:cNvPr>
            <p:cNvSpPr>
              <a:spLocks/>
            </p:cNvSpPr>
            <p:nvPr/>
          </p:nvSpPr>
          <p:spPr bwMode="auto">
            <a:xfrm>
              <a:off x="9257507" y="5496718"/>
              <a:ext cx="106363" cy="109538"/>
            </a:xfrm>
            <a:custGeom>
              <a:avLst/>
              <a:gdLst>
                <a:gd name="T0" fmla="*/ 31 w 201"/>
                <a:gd name="T1" fmla="*/ 0 h 208"/>
                <a:gd name="T2" fmla="*/ 0 w 201"/>
                <a:gd name="T3" fmla="*/ 121 h 208"/>
                <a:gd name="T4" fmla="*/ 6 w 201"/>
                <a:gd name="T5" fmla="*/ 208 h 208"/>
                <a:gd name="T6" fmla="*/ 98 w 201"/>
                <a:gd name="T7" fmla="*/ 202 h 208"/>
                <a:gd name="T8" fmla="*/ 201 w 201"/>
                <a:gd name="T9" fmla="*/ 42 h 208"/>
                <a:gd name="T10" fmla="*/ 31 w 201"/>
                <a:gd name="T11" fmla="*/ 0 h 208"/>
              </a:gdLst>
              <a:ahLst/>
              <a:cxnLst>
                <a:cxn ang="0">
                  <a:pos x="T0" y="T1"/>
                </a:cxn>
                <a:cxn ang="0">
                  <a:pos x="T2" y="T3"/>
                </a:cxn>
                <a:cxn ang="0">
                  <a:pos x="T4" y="T5"/>
                </a:cxn>
                <a:cxn ang="0">
                  <a:pos x="T6" y="T7"/>
                </a:cxn>
                <a:cxn ang="0">
                  <a:pos x="T8" y="T9"/>
                </a:cxn>
                <a:cxn ang="0">
                  <a:pos x="T10" y="T11"/>
                </a:cxn>
              </a:cxnLst>
              <a:rect l="0" t="0" r="r" b="b"/>
              <a:pathLst>
                <a:path w="201" h="208">
                  <a:moveTo>
                    <a:pt x="31" y="0"/>
                  </a:moveTo>
                  <a:lnTo>
                    <a:pt x="0" y="121"/>
                  </a:lnTo>
                  <a:lnTo>
                    <a:pt x="6" y="208"/>
                  </a:lnTo>
                  <a:lnTo>
                    <a:pt x="98" y="202"/>
                  </a:lnTo>
                  <a:lnTo>
                    <a:pt x="201" y="42"/>
                  </a:lnTo>
                  <a:lnTo>
                    <a:pt x="3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8" name="Freeform 78">
              <a:extLst>
                <a:ext uri="{FF2B5EF4-FFF2-40B4-BE49-F238E27FC236}">
                  <a16:creationId xmlns:a16="http://schemas.microsoft.com/office/drawing/2014/main" id="{CE797E8E-E982-4D93-9704-21810089D212}"/>
                </a:ext>
              </a:extLst>
            </p:cNvPr>
            <p:cNvSpPr>
              <a:spLocks/>
            </p:cNvSpPr>
            <p:nvPr/>
          </p:nvSpPr>
          <p:spPr bwMode="auto">
            <a:xfrm>
              <a:off x="10013157" y="5366543"/>
              <a:ext cx="147638" cy="293688"/>
            </a:xfrm>
            <a:custGeom>
              <a:avLst/>
              <a:gdLst>
                <a:gd name="T0" fmla="*/ 98 w 280"/>
                <a:gd name="T1" fmla="*/ 0 h 557"/>
                <a:gd name="T2" fmla="*/ 116 w 280"/>
                <a:gd name="T3" fmla="*/ 203 h 557"/>
                <a:gd name="T4" fmla="*/ 92 w 280"/>
                <a:gd name="T5" fmla="*/ 294 h 557"/>
                <a:gd name="T6" fmla="*/ 0 w 280"/>
                <a:gd name="T7" fmla="*/ 361 h 557"/>
                <a:gd name="T8" fmla="*/ 6 w 280"/>
                <a:gd name="T9" fmla="*/ 442 h 557"/>
                <a:gd name="T10" fmla="*/ 6 w 280"/>
                <a:gd name="T11" fmla="*/ 527 h 557"/>
                <a:gd name="T12" fmla="*/ 31 w 280"/>
                <a:gd name="T13" fmla="*/ 557 h 557"/>
                <a:gd name="T14" fmla="*/ 280 w 280"/>
                <a:gd name="T15" fmla="*/ 343 h 557"/>
                <a:gd name="T16" fmla="*/ 280 w 280"/>
                <a:gd name="T17" fmla="*/ 294 h 557"/>
                <a:gd name="T18" fmla="*/ 219 w 280"/>
                <a:gd name="T19" fmla="*/ 294 h 557"/>
                <a:gd name="T20" fmla="*/ 134 w 280"/>
                <a:gd name="T21" fmla="*/ 7 h 557"/>
                <a:gd name="T22" fmla="*/ 98 w 280"/>
                <a:gd name="T23" fmla="*/ 0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0" h="557">
                  <a:moveTo>
                    <a:pt x="98" y="0"/>
                  </a:moveTo>
                  <a:lnTo>
                    <a:pt x="116" y="203"/>
                  </a:lnTo>
                  <a:lnTo>
                    <a:pt x="92" y="294"/>
                  </a:lnTo>
                  <a:lnTo>
                    <a:pt x="0" y="361"/>
                  </a:lnTo>
                  <a:lnTo>
                    <a:pt x="6" y="442"/>
                  </a:lnTo>
                  <a:lnTo>
                    <a:pt x="6" y="527"/>
                  </a:lnTo>
                  <a:lnTo>
                    <a:pt x="31" y="557"/>
                  </a:lnTo>
                  <a:lnTo>
                    <a:pt x="280" y="343"/>
                  </a:lnTo>
                  <a:lnTo>
                    <a:pt x="280" y="294"/>
                  </a:lnTo>
                  <a:lnTo>
                    <a:pt x="219" y="294"/>
                  </a:lnTo>
                  <a:lnTo>
                    <a:pt x="134" y="7"/>
                  </a:lnTo>
                  <a:lnTo>
                    <a:pt x="9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29" name="Freeform 79">
              <a:extLst>
                <a:ext uri="{FF2B5EF4-FFF2-40B4-BE49-F238E27FC236}">
                  <a16:creationId xmlns:a16="http://schemas.microsoft.com/office/drawing/2014/main" id="{78EC4937-6F9B-4A18-BF1F-A50C34F9C82D}"/>
                </a:ext>
              </a:extLst>
            </p:cNvPr>
            <p:cNvSpPr>
              <a:spLocks/>
            </p:cNvSpPr>
            <p:nvPr/>
          </p:nvSpPr>
          <p:spPr bwMode="auto">
            <a:xfrm>
              <a:off x="9706769" y="5599906"/>
              <a:ext cx="287338" cy="233363"/>
            </a:xfrm>
            <a:custGeom>
              <a:avLst/>
              <a:gdLst>
                <a:gd name="T0" fmla="*/ 492 w 541"/>
                <a:gd name="T1" fmla="*/ 0 h 440"/>
                <a:gd name="T2" fmla="*/ 541 w 541"/>
                <a:gd name="T3" fmla="*/ 91 h 440"/>
                <a:gd name="T4" fmla="*/ 407 w 541"/>
                <a:gd name="T5" fmla="*/ 220 h 440"/>
                <a:gd name="T6" fmla="*/ 395 w 541"/>
                <a:gd name="T7" fmla="*/ 287 h 440"/>
                <a:gd name="T8" fmla="*/ 304 w 541"/>
                <a:gd name="T9" fmla="*/ 299 h 440"/>
                <a:gd name="T10" fmla="*/ 152 w 541"/>
                <a:gd name="T11" fmla="*/ 440 h 440"/>
                <a:gd name="T12" fmla="*/ 12 w 541"/>
                <a:gd name="T13" fmla="*/ 373 h 440"/>
                <a:gd name="T14" fmla="*/ 0 w 541"/>
                <a:gd name="T15" fmla="*/ 323 h 440"/>
                <a:gd name="T16" fmla="*/ 256 w 541"/>
                <a:gd name="T17" fmla="*/ 214 h 440"/>
                <a:gd name="T18" fmla="*/ 492 w 541"/>
                <a:gd name="T19" fmla="*/ 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1" h="440">
                  <a:moveTo>
                    <a:pt x="492" y="0"/>
                  </a:moveTo>
                  <a:lnTo>
                    <a:pt x="541" y="91"/>
                  </a:lnTo>
                  <a:lnTo>
                    <a:pt x="407" y="220"/>
                  </a:lnTo>
                  <a:lnTo>
                    <a:pt x="395" y="287"/>
                  </a:lnTo>
                  <a:lnTo>
                    <a:pt x="304" y="299"/>
                  </a:lnTo>
                  <a:lnTo>
                    <a:pt x="152" y="440"/>
                  </a:lnTo>
                  <a:lnTo>
                    <a:pt x="12" y="373"/>
                  </a:lnTo>
                  <a:lnTo>
                    <a:pt x="0" y="323"/>
                  </a:lnTo>
                  <a:lnTo>
                    <a:pt x="256" y="214"/>
                  </a:lnTo>
                  <a:lnTo>
                    <a:pt x="49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0" name="Freeform 80">
              <a:extLst>
                <a:ext uri="{FF2B5EF4-FFF2-40B4-BE49-F238E27FC236}">
                  <a16:creationId xmlns:a16="http://schemas.microsoft.com/office/drawing/2014/main" id="{FCA1B1EB-5FD5-45D9-8B63-EB4344D31A86}"/>
                </a:ext>
              </a:extLst>
            </p:cNvPr>
            <p:cNvSpPr>
              <a:spLocks/>
            </p:cNvSpPr>
            <p:nvPr/>
          </p:nvSpPr>
          <p:spPr bwMode="auto">
            <a:xfrm>
              <a:off x="10003632" y="4809331"/>
              <a:ext cx="66675" cy="84138"/>
            </a:xfrm>
            <a:custGeom>
              <a:avLst/>
              <a:gdLst>
                <a:gd name="T0" fmla="*/ 6 w 128"/>
                <a:gd name="T1" fmla="*/ 0 h 160"/>
                <a:gd name="T2" fmla="*/ 0 w 128"/>
                <a:gd name="T3" fmla="*/ 31 h 160"/>
                <a:gd name="T4" fmla="*/ 79 w 128"/>
                <a:gd name="T5" fmla="*/ 141 h 160"/>
                <a:gd name="T6" fmla="*/ 122 w 128"/>
                <a:gd name="T7" fmla="*/ 160 h 160"/>
                <a:gd name="T8" fmla="*/ 128 w 128"/>
                <a:gd name="T9" fmla="*/ 117 h 160"/>
                <a:gd name="T10" fmla="*/ 6 w 128"/>
                <a:gd name="T11" fmla="*/ 0 h 160"/>
              </a:gdLst>
              <a:ahLst/>
              <a:cxnLst>
                <a:cxn ang="0">
                  <a:pos x="T0" y="T1"/>
                </a:cxn>
                <a:cxn ang="0">
                  <a:pos x="T2" y="T3"/>
                </a:cxn>
                <a:cxn ang="0">
                  <a:pos x="T4" y="T5"/>
                </a:cxn>
                <a:cxn ang="0">
                  <a:pos x="T6" y="T7"/>
                </a:cxn>
                <a:cxn ang="0">
                  <a:pos x="T8" y="T9"/>
                </a:cxn>
                <a:cxn ang="0">
                  <a:pos x="T10" y="T11"/>
                </a:cxn>
              </a:cxnLst>
              <a:rect l="0" t="0" r="r" b="b"/>
              <a:pathLst>
                <a:path w="128" h="160">
                  <a:moveTo>
                    <a:pt x="6" y="0"/>
                  </a:moveTo>
                  <a:lnTo>
                    <a:pt x="0" y="31"/>
                  </a:lnTo>
                  <a:lnTo>
                    <a:pt x="79" y="141"/>
                  </a:lnTo>
                  <a:lnTo>
                    <a:pt x="122" y="160"/>
                  </a:lnTo>
                  <a:lnTo>
                    <a:pt x="128" y="117"/>
                  </a:lnTo>
                  <a:lnTo>
                    <a:pt x="6"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1" name="Freeform 81">
              <a:extLst>
                <a:ext uri="{FF2B5EF4-FFF2-40B4-BE49-F238E27FC236}">
                  <a16:creationId xmlns:a16="http://schemas.microsoft.com/office/drawing/2014/main" id="{B50A05DF-A4C8-4E6F-8D68-4742902D6724}"/>
                </a:ext>
              </a:extLst>
            </p:cNvPr>
            <p:cNvSpPr>
              <a:spLocks/>
            </p:cNvSpPr>
            <p:nvPr/>
          </p:nvSpPr>
          <p:spPr bwMode="auto">
            <a:xfrm>
              <a:off x="8335169" y="3875881"/>
              <a:ext cx="284163" cy="344488"/>
            </a:xfrm>
            <a:custGeom>
              <a:avLst/>
              <a:gdLst>
                <a:gd name="T0" fmla="*/ 5 w 538"/>
                <a:gd name="T1" fmla="*/ 0 h 650"/>
                <a:gd name="T2" fmla="*/ 0 w 538"/>
                <a:gd name="T3" fmla="*/ 39 h 650"/>
                <a:gd name="T4" fmla="*/ 116 w 538"/>
                <a:gd name="T5" fmla="*/ 235 h 650"/>
                <a:gd name="T6" fmla="*/ 150 w 538"/>
                <a:gd name="T7" fmla="*/ 235 h 650"/>
                <a:gd name="T8" fmla="*/ 393 w 538"/>
                <a:gd name="T9" fmla="*/ 640 h 650"/>
                <a:gd name="T10" fmla="*/ 489 w 538"/>
                <a:gd name="T11" fmla="*/ 650 h 650"/>
                <a:gd name="T12" fmla="*/ 538 w 538"/>
                <a:gd name="T13" fmla="*/ 508 h 650"/>
                <a:gd name="T14" fmla="*/ 461 w 538"/>
                <a:gd name="T15" fmla="*/ 459 h 650"/>
                <a:gd name="T16" fmla="*/ 445 w 538"/>
                <a:gd name="T17" fmla="*/ 381 h 650"/>
                <a:gd name="T18" fmla="*/ 5 w 538"/>
                <a:gd name="T19"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8" h="650">
                  <a:moveTo>
                    <a:pt x="5" y="0"/>
                  </a:moveTo>
                  <a:lnTo>
                    <a:pt x="0" y="39"/>
                  </a:lnTo>
                  <a:lnTo>
                    <a:pt x="116" y="235"/>
                  </a:lnTo>
                  <a:lnTo>
                    <a:pt x="150" y="235"/>
                  </a:lnTo>
                  <a:lnTo>
                    <a:pt x="393" y="640"/>
                  </a:lnTo>
                  <a:lnTo>
                    <a:pt x="489" y="650"/>
                  </a:lnTo>
                  <a:lnTo>
                    <a:pt x="538" y="508"/>
                  </a:lnTo>
                  <a:lnTo>
                    <a:pt x="461" y="459"/>
                  </a:lnTo>
                  <a:lnTo>
                    <a:pt x="445" y="381"/>
                  </a:lnTo>
                  <a:lnTo>
                    <a:pt x="5" y="0"/>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2" name="Freeform 82">
              <a:extLst>
                <a:ext uri="{FF2B5EF4-FFF2-40B4-BE49-F238E27FC236}">
                  <a16:creationId xmlns:a16="http://schemas.microsoft.com/office/drawing/2014/main" id="{FD29C1DC-F5ED-4B4C-BFBE-B6EF2FDE4D14}"/>
                </a:ext>
              </a:extLst>
            </p:cNvPr>
            <p:cNvSpPr>
              <a:spLocks/>
            </p:cNvSpPr>
            <p:nvPr/>
          </p:nvSpPr>
          <p:spPr bwMode="auto">
            <a:xfrm>
              <a:off x="8714582" y="3833018"/>
              <a:ext cx="242888" cy="214313"/>
            </a:xfrm>
            <a:custGeom>
              <a:avLst/>
              <a:gdLst>
                <a:gd name="T0" fmla="*/ 0 w 458"/>
                <a:gd name="T1" fmla="*/ 344 h 404"/>
                <a:gd name="T2" fmla="*/ 52 w 458"/>
                <a:gd name="T3" fmla="*/ 404 h 404"/>
                <a:gd name="T4" fmla="*/ 250 w 458"/>
                <a:gd name="T5" fmla="*/ 335 h 404"/>
                <a:gd name="T6" fmla="*/ 290 w 458"/>
                <a:gd name="T7" fmla="*/ 184 h 404"/>
                <a:gd name="T8" fmla="*/ 378 w 458"/>
                <a:gd name="T9" fmla="*/ 177 h 404"/>
                <a:gd name="T10" fmla="*/ 458 w 458"/>
                <a:gd name="T11" fmla="*/ 119 h 404"/>
                <a:gd name="T12" fmla="*/ 354 w 458"/>
                <a:gd name="T13" fmla="*/ 42 h 404"/>
                <a:gd name="T14" fmla="*/ 330 w 458"/>
                <a:gd name="T15" fmla="*/ 0 h 404"/>
                <a:gd name="T16" fmla="*/ 278 w 458"/>
                <a:gd name="T17" fmla="*/ 95 h 404"/>
                <a:gd name="T18" fmla="*/ 297 w 458"/>
                <a:gd name="T19" fmla="*/ 150 h 404"/>
                <a:gd name="T20" fmla="*/ 265 w 458"/>
                <a:gd name="T21" fmla="*/ 196 h 404"/>
                <a:gd name="T22" fmla="*/ 206 w 458"/>
                <a:gd name="T23" fmla="*/ 180 h 404"/>
                <a:gd name="T24" fmla="*/ 62 w 458"/>
                <a:gd name="T25" fmla="*/ 286 h 404"/>
                <a:gd name="T26" fmla="*/ 66 w 458"/>
                <a:gd name="T27" fmla="*/ 348 h 404"/>
                <a:gd name="T28" fmla="*/ 0 w 458"/>
                <a:gd name="T29" fmla="*/ 344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8" h="404">
                  <a:moveTo>
                    <a:pt x="0" y="344"/>
                  </a:moveTo>
                  <a:lnTo>
                    <a:pt x="52" y="404"/>
                  </a:lnTo>
                  <a:lnTo>
                    <a:pt x="250" y="335"/>
                  </a:lnTo>
                  <a:lnTo>
                    <a:pt x="290" y="184"/>
                  </a:lnTo>
                  <a:lnTo>
                    <a:pt x="378" y="177"/>
                  </a:lnTo>
                  <a:lnTo>
                    <a:pt x="458" y="119"/>
                  </a:lnTo>
                  <a:lnTo>
                    <a:pt x="354" y="42"/>
                  </a:lnTo>
                  <a:lnTo>
                    <a:pt x="330" y="0"/>
                  </a:lnTo>
                  <a:lnTo>
                    <a:pt x="278" y="95"/>
                  </a:lnTo>
                  <a:lnTo>
                    <a:pt x="297" y="150"/>
                  </a:lnTo>
                  <a:lnTo>
                    <a:pt x="265" y="196"/>
                  </a:lnTo>
                  <a:lnTo>
                    <a:pt x="206" y="180"/>
                  </a:lnTo>
                  <a:lnTo>
                    <a:pt x="62" y="286"/>
                  </a:lnTo>
                  <a:lnTo>
                    <a:pt x="66" y="348"/>
                  </a:lnTo>
                  <a:lnTo>
                    <a:pt x="0" y="3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3" name="Freeform 83">
              <a:extLst>
                <a:ext uri="{FF2B5EF4-FFF2-40B4-BE49-F238E27FC236}">
                  <a16:creationId xmlns:a16="http://schemas.microsoft.com/office/drawing/2014/main" id="{5C1E8756-1CD4-4449-B0C7-FDEAF3E82161}"/>
                </a:ext>
              </a:extLst>
            </p:cNvPr>
            <p:cNvSpPr>
              <a:spLocks/>
            </p:cNvSpPr>
            <p:nvPr/>
          </p:nvSpPr>
          <p:spPr bwMode="auto">
            <a:xfrm>
              <a:off x="8830469" y="3891756"/>
              <a:ext cx="33338" cy="38100"/>
            </a:xfrm>
            <a:custGeom>
              <a:avLst/>
              <a:gdLst>
                <a:gd name="T0" fmla="*/ 48 w 62"/>
                <a:gd name="T1" fmla="*/ 0 h 74"/>
                <a:gd name="T2" fmla="*/ 0 w 62"/>
                <a:gd name="T3" fmla="*/ 60 h 74"/>
                <a:gd name="T4" fmla="*/ 40 w 62"/>
                <a:gd name="T5" fmla="*/ 74 h 74"/>
                <a:gd name="T6" fmla="*/ 62 w 62"/>
                <a:gd name="T7" fmla="*/ 41 h 74"/>
                <a:gd name="T8" fmla="*/ 48 w 62"/>
                <a:gd name="T9" fmla="*/ 0 h 74"/>
              </a:gdLst>
              <a:ahLst/>
              <a:cxnLst>
                <a:cxn ang="0">
                  <a:pos x="T0" y="T1"/>
                </a:cxn>
                <a:cxn ang="0">
                  <a:pos x="T2" y="T3"/>
                </a:cxn>
                <a:cxn ang="0">
                  <a:pos x="T4" y="T5"/>
                </a:cxn>
                <a:cxn ang="0">
                  <a:pos x="T6" y="T7"/>
                </a:cxn>
                <a:cxn ang="0">
                  <a:pos x="T8" y="T9"/>
                </a:cxn>
              </a:cxnLst>
              <a:rect l="0" t="0" r="r" b="b"/>
              <a:pathLst>
                <a:path w="62" h="74">
                  <a:moveTo>
                    <a:pt x="48" y="0"/>
                  </a:moveTo>
                  <a:lnTo>
                    <a:pt x="0" y="60"/>
                  </a:lnTo>
                  <a:lnTo>
                    <a:pt x="40" y="74"/>
                  </a:lnTo>
                  <a:lnTo>
                    <a:pt x="62" y="41"/>
                  </a:lnTo>
                  <a:lnTo>
                    <a:pt x="4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4" name="Freeform 84">
              <a:extLst>
                <a:ext uri="{FF2B5EF4-FFF2-40B4-BE49-F238E27FC236}">
                  <a16:creationId xmlns:a16="http://schemas.microsoft.com/office/drawing/2014/main" id="{D7A8A14F-6C8F-4942-A60C-10B327C54F30}"/>
                </a:ext>
              </a:extLst>
            </p:cNvPr>
            <p:cNvSpPr>
              <a:spLocks/>
            </p:cNvSpPr>
            <p:nvPr/>
          </p:nvSpPr>
          <p:spPr bwMode="auto">
            <a:xfrm>
              <a:off x="8944769" y="4002881"/>
              <a:ext cx="182563" cy="228600"/>
            </a:xfrm>
            <a:custGeom>
              <a:avLst/>
              <a:gdLst>
                <a:gd name="T0" fmla="*/ 0 w 345"/>
                <a:gd name="T1" fmla="*/ 300 h 432"/>
                <a:gd name="T2" fmla="*/ 38 w 345"/>
                <a:gd name="T3" fmla="*/ 348 h 432"/>
                <a:gd name="T4" fmla="*/ 13 w 345"/>
                <a:gd name="T5" fmla="*/ 419 h 432"/>
                <a:gd name="T6" fmla="*/ 13 w 345"/>
                <a:gd name="T7" fmla="*/ 432 h 432"/>
                <a:gd name="T8" fmla="*/ 71 w 345"/>
                <a:gd name="T9" fmla="*/ 432 h 432"/>
                <a:gd name="T10" fmla="*/ 91 w 345"/>
                <a:gd name="T11" fmla="*/ 254 h 432"/>
                <a:gd name="T12" fmla="*/ 109 w 345"/>
                <a:gd name="T13" fmla="*/ 259 h 432"/>
                <a:gd name="T14" fmla="*/ 143 w 345"/>
                <a:gd name="T15" fmla="*/ 422 h 432"/>
                <a:gd name="T16" fmla="*/ 175 w 345"/>
                <a:gd name="T17" fmla="*/ 431 h 432"/>
                <a:gd name="T18" fmla="*/ 205 w 345"/>
                <a:gd name="T19" fmla="*/ 361 h 432"/>
                <a:gd name="T20" fmla="*/ 175 w 345"/>
                <a:gd name="T21" fmla="*/ 255 h 432"/>
                <a:gd name="T22" fmla="*/ 150 w 345"/>
                <a:gd name="T23" fmla="*/ 210 h 432"/>
                <a:gd name="T24" fmla="*/ 229 w 345"/>
                <a:gd name="T25" fmla="*/ 153 h 432"/>
                <a:gd name="T26" fmla="*/ 211 w 345"/>
                <a:gd name="T27" fmla="*/ 126 h 432"/>
                <a:gd name="T28" fmla="*/ 135 w 345"/>
                <a:gd name="T29" fmla="*/ 176 h 432"/>
                <a:gd name="T30" fmla="*/ 114 w 345"/>
                <a:gd name="T31" fmla="*/ 176 h 432"/>
                <a:gd name="T32" fmla="*/ 78 w 345"/>
                <a:gd name="T33" fmla="*/ 121 h 432"/>
                <a:gd name="T34" fmla="*/ 89 w 345"/>
                <a:gd name="T35" fmla="*/ 98 h 432"/>
                <a:gd name="T36" fmla="*/ 152 w 345"/>
                <a:gd name="T37" fmla="*/ 68 h 432"/>
                <a:gd name="T38" fmla="*/ 245 w 345"/>
                <a:gd name="T39" fmla="*/ 96 h 432"/>
                <a:gd name="T40" fmla="*/ 275 w 345"/>
                <a:gd name="T41" fmla="*/ 94 h 432"/>
                <a:gd name="T42" fmla="*/ 345 w 345"/>
                <a:gd name="T43" fmla="*/ 28 h 432"/>
                <a:gd name="T44" fmla="*/ 316 w 345"/>
                <a:gd name="T45" fmla="*/ 0 h 432"/>
                <a:gd name="T46" fmla="*/ 251 w 345"/>
                <a:gd name="T47" fmla="*/ 50 h 432"/>
                <a:gd name="T48" fmla="*/ 209 w 345"/>
                <a:gd name="T49" fmla="*/ 50 h 432"/>
                <a:gd name="T50" fmla="*/ 145 w 345"/>
                <a:gd name="T51" fmla="*/ 20 h 432"/>
                <a:gd name="T52" fmla="*/ 99 w 345"/>
                <a:gd name="T53" fmla="*/ 22 h 432"/>
                <a:gd name="T54" fmla="*/ 49 w 345"/>
                <a:gd name="T55" fmla="*/ 103 h 432"/>
                <a:gd name="T56" fmla="*/ 17 w 345"/>
                <a:gd name="T57" fmla="*/ 244 h 432"/>
                <a:gd name="T58" fmla="*/ 0 w 345"/>
                <a:gd name="T59" fmla="*/ 30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5" h="432">
                  <a:moveTo>
                    <a:pt x="0" y="300"/>
                  </a:moveTo>
                  <a:lnTo>
                    <a:pt x="38" y="348"/>
                  </a:lnTo>
                  <a:lnTo>
                    <a:pt x="13" y="419"/>
                  </a:lnTo>
                  <a:lnTo>
                    <a:pt x="13" y="432"/>
                  </a:lnTo>
                  <a:lnTo>
                    <a:pt x="71" y="432"/>
                  </a:lnTo>
                  <a:lnTo>
                    <a:pt x="91" y="254"/>
                  </a:lnTo>
                  <a:lnTo>
                    <a:pt x="109" y="259"/>
                  </a:lnTo>
                  <a:lnTo>
                    <a:pt x="143" y="422"/>
                  </a:lnTo>
                  <a:lnTo>
                    <a:pt x="175" y="431"/>
                  </a:lnTo>
                  <a:lnTo>
                    <a:pt x="205" y="361"/>
                  </a:lnTo>
                  <a:lnTo>
                    <a:pt x="175" y="255"/>
                  </a:lnTo>
                  <a:lnTo>
                    <a:pt x="150" y="210"/>
                  </a:lnTo>
                  <a:lnTo>
                    <a:pt x="229" y="153"/>
                  </a:lnTo>
                  <a:lnTo>
                    <a:pt x="211" y="126"/>
                  </a:lnTo>
                  <a:lnTo>
                    <a:pt x="135" y="176"/>
                  </a:lnTo>
                  <a:lnTo>
                    <a:pt x="114" y="176"/>
                  </a:lnTo>
                  <a:lnTo>
                    <a:pt x="78" y="121"/>
                  </a:lnTo>
                  <a:lnTo>
                    <a:pt x="89" y="98"/>
                  </a:lnTo>
                  <a:lnTo>
                    <a:pt x="152" y="68"/>
                  </a:lnTo>
                  <a:lnTo>
                    <a:pt x="245" y="96"/>
                  </a:lnTo>
                  <a:lnTo>
                    <a:pt x="275" y="94"/>
                  </a:lnTo>
                  <a:lnTo>
                    <a:pt x="345" y="28"/>
                  </a:lnTo>
                  <a:lnTo>
                    <a:pt x="316" y="0"/>
                  </a:lnTo>
                  <a:lnTo>
                    <a:pt x="251" y="50"/>
                  </a:lnTo>
                  <a:lnTo>
                    <a:pt x="209" y="50"/>
                  </a:lnTo>
                  <a:lnTo>
                    <a:pt x="145" y="20"/>
                  </a:lnTo>
                  <a:lnTo>
                    <a:pt x="99" y="22"/>
                  </a:lnTo>
                  <a:lnTo>
                    <a:pt x="49" y="103"/>
                  </a:lnTo>
                  <a:lnTo>
                    <a:pt x="17" y="244"/>
                  </a:lnTo>
                  <a:lnTo>
                    <a:pt x="0" y="300"/>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5" name="Freeform 85">
              <a:extLst>
                <a:ext uri="{FF2B5EF4-FFF2-40B4-BE49-F238E27FC236}">
                  <a16:creationId xmlns:a16="http://schemas.microsoft.com/office/drawing/2014/main" id="{775B6EB4-2EEE-4492-9E68-061DF609072F}"/>
                </a:ext>
              </a:extLst>
            </p:cNvPr>
            <p:cNvSpPr>
              <a:spLocks/>
            </p:cNvSpPr>
            <p:nvPr/>
          </p:nvSpPr>
          <p:spPr bwMode="auto">
            <a:xfrm>
              <a:off x="9151144" y="3993356"/>
              <a:ext cx="53975" cy="76200"/>
            </a:xfrm>
            <a:custGeom>
              <a:avLst/>
              <a:gdLst>
                <a:gd name="T0" fmla="*/ 32 w 101"/>
                <a:gd name="T1" fmla="*/ 0 h 144"/>
                <a:gd name="T2" fmla="*/ 0 w 101"/>
                <a:gd name="T3" fmla="*/ 78 h 144"/>
                <a:gd name="T4" fmla="*/ 50 w 101"/>
                <a:gd name="T5" fmla="*/ 144 h 144"/>
                <a:gd name="T6" fmla="*/ 67 w 101"/>
                <a:gd name="T7" fmla="*/ 144 h 144"/>
                <a:gd name="T8" fmla="*/ 90 w 101"/>
                <a:gd name="T9" fmla="*/ 100 h 144"/>
                <a:gd name="T10" fmla="*/ 101 w 101"/>
                <a:gd name="T11" fmla="*/ 85 h 144"/>
                <a:gd name="T12" fmla="*/ 80 w 101"/>
                <a:gd name="T13" fmla="*/ 61 h 144"/>
                <a:gd name="T14" fmla="*/ 47 w 101"/>
                <a:gd name="T15" fmla="*/ 49 h 144"/>
                <a:gd name="T16" fmla="*/ 32 w 101"/>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144">
                  <a:moveTo>
                    <a:pt x="32" y="0"/>
                  </a:moveTo>
                  <a:lnTo>
                    <a:pt x="0" y="78"/>
                  </a:lnTo>
                  <a:lnTo>
                    <a:pt x="50" y="144"/>
                  </a:lnTo>
                  <a:lnTo>
                    <a:pt x="67" y="144"/>
                  </a:lnTo>
                  <a:lnTo>
                    <a:pt x="90" y="100"/>
                  </a:lnTo>
                  <a:lnTo>
                    <a:pt x="101" y="85"/>
                  </a:lnTo>
                  <a:lnTo>
                    <a:pt x="80" y="61"/>
                  </a:lnTo>
                  <a:lnTo>
                    <a:pt x="47" y="49"/>
                  </a:lnTo>
                  <a:lnTo>
                    <a:pt x="32" y="0"/>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6" name="Freeform 86">
              <a:extLst>
                <a:ext uri="{FF2B5EF4-FFF2-40B4-BE49-F238E27FC236}">
                  <a16:creationId xmlns:a16="http://schemas.microsoft.com/office/drawing/2014/main" id="{98930152-A685-4A94-B830-ED6F2D7F554E}"/>
                </a:ext>
              </a:extLst>
            </p:cNvPr>
            <p:cNvSpPr>
              <a:spLocks/>
            </p:cNvSpPr>
            <p:nvPr/>
          </p:nvSpPr>
          <p:spPr bwMode="auto">
            <a:xfrm>
              <a:off x="9173369" y="4128293"/>
              <a:ext cx="80963" cy="34925"/>
            </a:xfrm>
            <a:custGeom>
              <a:avLst/>
              <a:gdLst>
                <a:gd name="T0" fmla="*/ 89 w 151"/>
                <a:gd name="T1" fmla="*/ 0 h 66"/>
                <a:gd name="T2" fmla="*/ 20 w 151"/>
                <a:gd name="T3" fmla="*/ 15 h 66"/>
                <a:gd name="T4" fmla="*/ 0 w 151"/>
                <a:gd name="T5" fmla="*/ 38 h 66"/>
                <a:gd name="T6" fmla="*/ 17 w 151"/>
                <a:gd name="T7" fmla="*/ 66 h 66"/>
                <a:gd name="T8" fmla="*/ 62 w 151"/>
                <a:gd name="T9" fmla="*/ 50 h 66"/>
                <a:gd name="T10" fmla="*/ 91 w 151"/>
                <a:gd name="T11" fmla="*/ 33 h 66"/>
                <a:gd name="T12" fmla="*/ 133 w 151"/>
                <a:gd name="T13" fmla="*/ 66 h 66"/>
                <a:gd name="T14" fmla="*/ 151 w 151"/>
                <a:gd name="T15" fmla="*/ 51 h 66"/>
                <a:gd name="T16" fmla="*/ 118 w 151"/>
                <a:gd name="T17" fmla="*/ 10 h 66"/>
                <a:gd name="T18" fmla="*/ 89 w 151"/>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66">
                  <a:moveTo>
                    <a:pt x="89" y="0"/>
                  </a:moveTo>
                  <a:lnTo>
                    <a:pt x="20" y="15"/>
                  </a:lnTo>
                  <a:lnTo>
                    <a:pt x="0" y="38"/>
                  </a:lnTo>
                  <a:lnTo>
                    <a:pt x="17" y="66"/>
                  </a:lnTo>
                  <a:lnTo>
                    <a:pt x="62" y="50"/>
                  </a:lnTo>
                  <a:lnTo>
                    <a:pt x="91" y="33"/>
                  </a:lnTo>
                  <a:lnTo>
                    <a:pt x="133" y="66"/>
                  </a:lnTo>
                  <a:lnTo>
                    <a:pt x="151" y="51"/>
                  </a:lnTo>
                  <a:lnTo>
                    <a:pt x="118" y="10"/>
                  </a:lnTo>
                  <a:lnTo>
                    <a:pt x="89" y="0"/>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7" name="Freeform 87">
              <a:extLst>
                <a:ext uri="{FF2B5EF4-FFF2-40B4-BE49-F238E27FC236}">
                  <a16:creationId xmlns:a16="http://schemas.microsoft.com/office/drawing/2014/main" id="{41CC5BA0-F21B-4618-BB9E-048D065BAC59}"/>
                </a:ext>
              </a:extLst>
            </p:cNvPr>
            <p:cNvSpPr>
              <a:spLocks/>
            </p:cNvSpPr>
            <p:nvPr/>
          </p:nvSpPr>
          <p:spPr bwMode="auto">
            <a:xfrm>
              <a:off x="8590757" y="4245768"/>
              <a:ext cx="246063" cy="95250"/>
            </a:xfrm>
            <a:custGeom>
              <a:avLst/>
              <a:gdLst>
                <a:gd name="T0" fmla="*/ 48 w 465"/>
                <a:gd name="T1" fmla="*/ 0 h 182"/>
                <a:gd name="T2" fmla="*/ 0 w 465"/>
                <a:gd name="T3" fmla="*/ 33 h 182"/>
                <a:gd name="T4" fmla="*/ 10 w 465"/>
                <a:gd name="T5" fmla="*/ 60 h 182"/>
                <a:gd name="T6" fmla="*/ 160 w 465"/>
                <a:gd name="T7" fmla="*/ 94 h 182"/>
                <a:gd name="T8" fmla="*/ 235 w 465"/>
                <a:gd name="T9" fmla="*/ 107 h 182"/>
                <a:gd name="T10" fmla="*/ 268 w 465"/>
                <a:gd name="T11" fmla="*/ 142 h 182"/>
                <a:gd name="T12" fmla="*/ 353 w 465"/>
                <a:gd name="T13" fmla="*/ 149 h 182"/>
                <a:gd name="T14" fmla="*/ 394 w 465"/>
                <a:gd name="T15" fmla="*/ 182 h 182"/>
                <a:gd name="T16" fmla="*/ 431 w 465"/>
                <a:gd name="T17" fmla="*/ 174 h 182"/>
                <a:gd name="T18" fmla="*/ 465 w 465"/>
                <a:gd name="T19" fmla="*/ 144 h 182"/>
                <a:gd name="T20" fmla="*/ 403 w 465"/>
                <a:gd name="T21" fmla="*/ 114 h 182"/>
                <a:gd name="T22" fmla="*/ 349 w 465"/>
                <a:gd name="T23" fmla="*/ 68 h 182"/>
                <a:gd name="T24" fmla="*/ 209 w 465"/>
                <a:gd name="T25" fmla="*/ 35 h 182"/>
                <a:gd name="T26" fmla="*/ 48 w 465"/>
                <a:gd name="T2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5" h="182">
                  <a:moveTo>
                    <a:pt x="48" y="0"/>
                  </a:moveTo>
                  <a:lnTo>
                    <a:pt x="0" y="33"/>
                  </a:lnTo>
                  <a:lnTo>
                    <a:pt x="10" y="60"/>
                  </a:lnTo>
                  <a:lnTo>
                    <a:pt x="160" y="94"/>
                  </a:lnTo>
                  <a:lnTo>
                    <a:pt x="235" y="107"/>
                  </a:lnTo>
                  <a:lnTo>
                    <a:pt x="268" y="142"/>
                  </a:lnTo>
                  <a:lnTo>
                    <a:pt x="353" y="149"/>
                  </a:lnTo>
                  <a:lnTo>
                    <a:pt x="394" y="182"/>
                  </a:lnTo>
                  <a:lnTo>
                    <a:pt x="431" y="174"/>
                  </a:lnTo>
                  <a:lnTo>
                    <a:pt x="465" y="144"/>
                  </a:lnTo>
                  <a:lnTo>
                    <a:pt x="403" y="114"/>
                  </a:lnTo>
                  <a:lnTo>
                    <a:pt x="349" y="68"/>
                  </a:lnTo>
                  <a:lnTo>
                    <a:pt x="209" y="35"/>
                  </a:lnTo>
                  <a:lnTo>
                    <a:pt x="48" y="0"/>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8" name="Freeform 88">
              <a:extLst>
                <a:ext uri="{FF2B5EF4-FFF2-40B4-BE49-F238E27FC236}">
                  <a16:creationId xmlns:a16="http://schemas.microsoft.com/office/drawing/2014/main" id="{79E7AFF1-86EF-4927-997E-B85CB764A211}"/>
                </a:ext>
              </a:extLst>
            </p:cNvPr>
            <p:cNvSpPr>
              <a:spLocks/>
            </p:cNvSpPr>
            <p:nvPr/>
          </p:nvSpPr>
          <p:spPr bwMode="auto">
            <a:xfrm>
              <a:off x="8855869" y="4323556"/>
              <a:ext cx="39688" cy="23813"/>
            </a:xfrm>
            <a:custGeom>
              <a:avLst/>
              <a:gdLst>
                <a:gd name="T0" fmla="*/ 37 w 75"/>
                <a:gd name="T1" fmla="*/ 0 h 43"/>
                <a:gd name="T2" fmla="*/ 0 w 75"/>
                <a:gd name="T3" fmla="*/ 20 h 43"/>
                <a:gd name="T4" fmla="*/ 22 w 75"/>
                <a:gd name="T5" fmla="*/ 43 h 43"/>
                <a:gd name="T6" fmla="*/ 75 w 75"/>
                <a:gd name="T7" fmla="*/ 23 h 43"/>
                <a:gd name="T8" fmla="*/ 37 w 75"/>
                <a:gd name="T9" fmla="*/ 0 h 43"/>
              </a:gdLst>
              <a:ahLst/>
              <a:cxnLst>
                <a:cxn ang="0">
                  <a:pos x="T0" y="T1"/>
                </a:cxn>
                <a:cxn ang="0">
                  <a:pos x="T2" y="T3"/>
                </a:cxn>
                <a:cxn ang="0">
                  <a:pos x="T4" y="T5"/>
                </a:cxn>
                <a:cxn ang="0">
                  <a:pos x="T6" y="T7"/>
                </a:cxn>
                <a:cxn ang="0">
                  <a:pos x="T8" y="T9"/>
                </a:cxn>
              </a:cxnLst>
              <a:rect l="0" t="0" r="r" b="b"/>
              <a:pathLst>
                <a:path w="75" h="43">
                  <a:moveTo>
                    <a:pt x="37" y="0"/>
                  </a:moveTo>
                  <a:lnTo>
                    <a:pt x="0" y="20"/>
                  </a:lnTo>
                  <a:lnTo>
                    <a:pt x="22" y="43"/>
                  </a:lnTo>
                  <a:lnTo>
                    <a:pt x="75" y="23"/>
                  </a:lnTo>
                  <a:lnTo>
                    <a:pt x="37" y="0"/>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39" name="Freeform 89">
              <a:extLst>
                <a:ext uri="{FF2B5EF4-FFF2-40B4-BE49-F238E27FC236}">
                  <a16:creationId xmlns:a16="http://schemas.microsoft.com/office/drawing/2014/main" id="{9B907A27-889A-4EEE-861B-0ACEFE7A1A34}"/>
                </a:ext>
              </a:extLst>
            </p:cNvPr>
            <p:cNvSpPr>
              <a:spLocks/>
            </p:cNvSpPr>
            <p:nvPr/>
          </p:nvSpPr>
          <p:spPr bwMode="auto">
            <a:xfrm>
              <a:off x="8908257" y="4314031"/>
              <a:ext cx="33338" cy="23813"/>
            </a:xfrm>
            <a:custGeom>
              <a:avLst/>
              <a:gdLst>
                <a:gd name="T0" fmla="*/ 0 w 61"/>
                <a:gd name="T1" fmla="*/ 2 h 44"/>
                <a:gd name="T2" fmla="*/ 7 w 61"/>
                <a:gd name="T3" fmla="*/ 34 h 44"/>
                <a:gd name="T4" fmla="*/ 45 w 61"/>
                <a:gd name="T5" fmla="*/ 44 h 44"/>
                <a:gd name="T6" fmla="*/ 61 w 61"/>
                <a:gd name="T7" fmla="*/ 26 h 44"/>
                <a:gd name="T8" fmla="*/ 43 w 61"/>
                <a:gd name="T9" fmla="*/ 0 h 44"/>
                <a:gd name="T10" fmla="*/ 0 w 61"/>
                <a:gd name="T11" fmla="*/ 2 h 44"/>
              </a:gdLst>
              <a:ahLst/>
              <a:cxnLst>
                <a:cxn ang="0">
                  <a:pos x="T0" y="T1"/>
                </a:cxn>
                <a:cxn ang="0">
                  <a:pos x="T2" y="T3"/>
                </a:cxn>
                <a:cxn ang="0">
                  <a:pos x="T4" y="T5"/>
                </a:cxn>
                <a:cxn ang="0">
                  <a:pos x="T6" y="T7"/>
                </a:cxn>
                <a:cxn ang="0">
                  <a:pos x="T8" y="T9"/>
                </a:cxn>
                <a:cxn ang="0">
                  <a:pos x="T10" y="T11"/>
                </a:cxn>
              </a:cxnLst>
              <a:rect l="0" t="0" r="r" b="b"/>
              <a:pathLst>
                <a:path w="61" h="44">
                  <a:moveTo>
                    <a:pt x="0" y="2"/>
                  </a:moveTo>
                  <a:lnTo>
                    <a:pt x="7" y="34"/>
                  </a:lnTo>
                  <a:lnTo>
                    <a:pt x="45" y="44"/>
                  </a:lnTo>
                  <a:lnTo>
                    <a:pt x="61" y="26"/>
                  </a:lnTo>
                  <a:lnTo>
                    <a:pt x="43" y="0"/>
                  </a:lnTo>
                  <a:lnTo>
                    <a:pt x="0" y="2"/>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0" name="Freeform 90">
              <a:extLst>
                <a:ext uri="{FF2B5EF4-FFF2-40B4-BE49-F238E27FC236}">
                  <a16:creationId xmlns:a16="http://schemas.microsoft.com/office/drawing/2014/main" id="{DBC22E5F-A53B-4DDC-8569-80E0C02F7301}"/>
                </a:ext>
              </a:extLst>
            </p:cNvPr>
            <p:cNvSpPr>
              <a:spLocks/>
            </p:cNvSpPr>
            <p:nvPr/>
          </p:nvSpPr>
          <p:spPr bwMode="auto">
            <a:xfrm>
              <a:off x="8932069" y="4360068"/>
              <a:ext cx="41275" cy="22225"/>
            </a:xfrm>
            <a:custGeom>
              <a:avLst/>
              <a:gdLst>
                <a:gd name="T0" fmla="*/ 47 w 76"/>
                <a:gd name="T1" fmla="*/ 0 h 42"/>
                <a:gd name="T2" fmla="*/ 0 w 76"/>
                <a:gd name="T3" fmla="*/ 7 h 42"/>
                <a:gd name="T4" fmla="*/ 43 w 76"/>
                <a:gd name="T5" fmla="*/ 42 h 42"/>
                <a:gd name="T6" fmla="*/ 76 w 76"/>
                <a:gd name="T7" fmla="*/ 42 h 42"/>
                <a:gd name="T8" fmla="*/ 47 w 76"/>
                <a:gd name="T9" fmla="*/ 0 h 42"/>
              </a:gdLst>
              <a:ahLst/>
              <a:cxnLst>
                <a:cxn ang="0">
                  <a:pos x="T0" y="T1"/>
                </a:cxn>
                <a:cxn ang="0">
                  <a:pos x="T2" y="T3"/>
                </a:cxn>
                <a:cxn ang="0">
                  <a:pos x="T4" y="T5"/>
                </a:cxn>
                <a:cxn ang="0">
                  <a:pos x="T6" y="T7"/>
                </a:cxn>
                <a:cxn ang="0">
                  <a:pos x="T8" y="T9"/>
                </a:cxn>
              </a:cxnLst>
              <a:rect l="0" t="0" r="r" b="b"/>
              <a:pathLst>
                <a:path w="76" h="42">
                  <a:moveTo>
                    <a:pt x="47" y="0"/>
                  </a:moveTo>
                  <a:lnTo>
                    <a:pt x="0" y="7"/>
                  </a:lnTo>
                  <a:lnTo>
                    <a:pt x="43" y="42"/>
                  </a:lnTo>
                  <a:lnTo>
                    <a:pt x="76" y="42"/>
                  </a:lnTo>
                  <a:lnTo>
                    <a:pt x="47" y="0"/>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1" name="Freeform 91">
              <a:extLst>
                <a:ext uri="{FF2B5EF4-FFF2-40B4-BE49-F238E27FC236}">
                  <a16:creationId xmlns:a16="http://schemas.microsoft.com/office/drawing/2014/main" id="{E8A01D35-B43C-447A-BA08-46528633920D}"/>
                </a:ext>
              </a:extLst>
            </p:cNvPr>
            <p:cNvSpPr>
              <a:spLocks/>
            </p:cNvSpPr>
            <p:nvPr/>
          </p:nvSpPr>
          <p:spPr bwMode="auto">
            <a:xfrm>
              <a:off x="8959057" y="4323556"/>
              <a:ext cx="71438" cy="23813"/>
            </a:xfrm>
            <a:custGeom>
              <a:avLst/>
              <a:gdLst>
                <a:gd name="T0" fmla="*/ 10 w 134"/>
                <a:gd name="T1" fmla="*/ 13 h 45"/>
                <a:gd name="T2" fmla="*/ 0 w 134"/>
                <a:gd name="T3" fmla="*/ 33 h 45"/>
                <a:gd name="T4" fmla="*/ 75 w 134"/>
                <a:gd name="T5" fmla="*/ 45 h 45"/>
                <a:gd name="T6" fmla="*/ 134 w 134"/>
                <a:gd name="T7" fmla="*/ 11 h 45"/>
                <a:gd name="T8" fmla="*/ 101 w 134"/>
                <a:gd name="T9" fmla="*/ 1 h 45"/>
                <a:gd name="T10" fmla="*/ 47 w 134"/>
                <a:gd name="T11" fmla="*/ 16 h 45"/>
                <a:gd name="T12" fmla="*/ 26 w 134"/>
                <a:gd name="T13" fmla="*/ 0 h 45"/>
                <a:gd name="T14" fmla="*/ 10 w 134"/>
                <a:gd name="T15" fmla="*/ 13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45">
                  <a:moveTo>
                    <a:pt x="10" y="13"/>
                  </a:moveTo>
                  <a:lnTo>
                    <a:pt x="0" y="33"/>
                  </a:lnTo>
                  <a:lnTo>
                    <a:pt x="75" y="45"/>
                  </a:lnTo>
                  <a:lnTo>
                    <a:pt x="134" y="11"/>
                  </a:lnTo>
                  <a:lnTo>
                    <a:pt x="101" y="1"/>
                  </a:lnTo>
                  <a:lnTo>
                    <a:pt x="47" y="16"/>
                  </a:lnTo>
                  <a:lnTo>
                    <a:pt x="26" y="0"/>
                  </a:lnTo>
                  <a:lnTo>
                    <a:pt x="10" y="13"/>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2" name="Freeform 92">
              <a:extLst>
                <a:ext uri="{FF2B5EF4-FFF2-40B4-BE49-F238E27FC236}">
                  <a16:creationId xmlns:a16="http://schemas.microsoft.com/office/drawing/2014/main" id="{2B7E1C2F-E625-4065-B27C-F33B55C81003}"/>
                </a:ext>
              </a:extLst>
            </p:cNvPr>
            <p:cNvSpPr>
              <a:spLocks/>
            </p:cNvSpPr>
            <p:nvPr/>
          </p:nvSpPr>
          <p:spPr bwMode="auto">
            <a:xfrm>
              <a:off x="9049544" y="4337843"/>
              <a:ext cx="92075" cy="47625"/>
            </a:xfrm>
            <a:custGeom>
              <a:avLst/>
              <a:gdLst>
                <a:gd name="T0" fmla="*/ 87 w 174"/>
                <a:gd name="T1" fmla="*/ 0 h 91"/>
                <a:gd name="T2" fmla="*/ 0 w 174"/>
                <a:gd name="T3" fmla="*/ 73 h 91"/>
                <a:gd name="T4" fmla="*/ 8 w 174"/>
                <a:gd name="T5" fmla="*/ 91 h 91"/>
                <a:gd name="T6" fmla="*/ 45 w 174"/>
                <a:gd name="T7" fmla="*/ 84 h 91"/>
                <a:gd name="T8" fmla="*/ 89 w 174"/>
                <a:gd name="T9" fmla="*/ 44 h 91"/>
                <a:gd name="T10" fmla="*/ 174 w 174"/>
                <a:gd name="T11" fmla="*/ 31 h 91"/>
                <a:gd name="T12" fmla="*/ 158 w 174"/>
                <a:gd name="T13" fmla="*/ 3 h 91"/>
                <a:gd name="T14" fmla="*/ 87 w 174"/>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91">
                  <a:moveTo>
                    <a:pt x="87" y="0"/>
                  </a:moveTo>
                  <a:lnTo>
                    <a:pt x="0" y="73"/>
                  </a:lnTo>
                  <a:lnTo>
                    <a:pt x="8" y="91"/>
                  </a:lnTo>
                  <a:lnTo>
                    <a:pt x="45" y="84"/>
                  </a:lnTo>
                  <a:lnTo>
                    <a:pt x="89" y="44"/>
                  </a:lnTo>
                  <a:lnTo>
                    <a:pt x="174" y="31"/>
                  </a:lnTo>
                  <a:lnTo>
                    <a:pt x="158" y="3"/>
                  </a:lnTo>
                  <a:lnTo>
                    <a:pt x="87" y="0"/>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3" name="Freeform 93">
              <a:extLst>
                <a:ext uri="{FF2B5EF4-FFF2-40B4-BE49-F238E27FC236}">
                  <a16:creationId xmlns:a16="http://schemas.microsoft.com/office/drawing/2014/main" id="{D44D66F7-D7D2-4AB2-A0A8-6C6ABA2B1A72}"/>
                </a:ext>
              </a:extLst>
            </p:cNvPr>
            <p:cNvSpPr>
              <a:spLocks/>
            </p:cNvSpPr>
            <p:nvPr/>
          </p:nvSpPr>
          <p:spPr bwMode="auto">
            <a:xfrm>
              <a:off x="9760744" y="4161631"/>
              <a:ext cx="63500" cy="71438"/>
            </a:xfrm>
            <a:custGeom>
              <a:avLst/>
              <a:gdLst>
                <a:gd name="T0" fmla="*/ 16 w 119"/>
                <a:gd name="T1" fmla="*/ 0 h 137"/>
                <a:gd name="T2" fmla="*/ 0 w 119"/>
                <a:gd name="T3" fmla="*/ 21 h 137"/>
                <a:gd name="T4" fmla="*/ 83 w 119"/>
                <a:gd name="T5" fmla="*/ 94 h 137"/>
                <a:gd name="T6" fmla="*/ 94 w 119"/>
                <a:gd name="T7" fmla="*/ 137 h 137"/>
                <a:gd name="T8" fmla="*/ 116 w 119"/>
                <a:gd name="T9" fmla="*/ 135 h 137"/>
                <a:gd name="T10" fmla="*/ 119 w 119"/>
                <a:gd name="T11" fmla="*/ 90 h 137"/>
                <a:gd name="T12" fmla="*/ 94 w 119"/>
                <a:gd name="T13" fmla="*/ 68 h 137"/>
                <a:gd name="T14" fmla="*/ 16 w 119"/>
                <a:gd name="T15" fmla="*/ 0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37">
                  <a:moveTo>
                    <a:pt x="16" y="0"/>
                  </a:moveTo>
                  <a:lnTo>
                    <a:pt x="0" y="21"/>
                  </a:lnTo>
                  <a:lnTo>
                    <a:pt x="83" y="94"/>
                  </a:lnTo>
                  <a:lnTo>
                    <a:pt x="94" y="137"/>
                  </a:lnTo>
                  <a:lnTo>
                    <a:pt x="116" y="135"/>
                  </a:lnTo>
                  <a:lnTo>
                    <a:pt x="119" y="90"/>
                  </a:lnTo>
                  <a:lnTo>
                    <a:pt x="94" y="68"/>
                  </a:lnTo>
                  <a:lnTo>
                    <a:pt x="16"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4" name="Freeform 94">
              <a:extLst>
                <a:ext uri="{FF2B5EF4-FFF2-40B4-BE49-F238E27FC236}">
                  <a16:creationId xmlns:a16="http://schemas.microsoft.com/office/drawing/2014/main" id="{AE0D5BA7-4722-4230-ADD9-638634A4A3CC}"/>
                </a:ext>
              </a:extLst>
            </p:cNvPr>
            <p:cNvSpPr>
              <a:spLocks/>
            </p:cNvSpPr>
            <p:nvPr/>
          </p:nvSpPr>
          <p:spPr bwMode="auto">
            <a:xfrm>
              <a:off x="9711532" y="4215606"/>
              <a:ext cx="87313" cy="63500"/>
            </a:xfrm>
            <a:custGeom>
              <a:avLst/>
              <a:gdLst>
                <a:gd name="T0" fmla="*/ 150 w 164"/>
                <a:gd name="T1" fmla="*/ 0 h 119"/>
                <a:gd name="T2" fmla="*/ 134 w 164"/>
                <a:gd name="T3" fmla="*/ 4 h 119"/>
                <a:gd name="T4" fmla="*/ 125 w 164"/>
                <a:gd name="T5" fmla="*/ 47 h 119"/>
                <a:gd name="T6" fmla="*/ 93 w 164"/>
                <a:gd name="T7" fmla="*/ 68 h 119"/>
                <a:gd name="T8" fmla="*/ 0 w 164"/>
                <a:gd name="T9" fmla="*/ 84 h 119"/>
                <a:gd name="T10" fmla="*/ 3 w 164"/>
                <a:gd name="T11" fmla="*/ 119 h 119"/>
                <a:gd name="T12" fmla="*/ 103 w 164"/>
                <a:gd name="T13" fmla="*/ 114 h 119"/>
                <a:gd name="T14" fmla="*/ 164 w 164"/>
                <a:gd name="T15" fmla="*/ 75 h 119"/>
                <a:gd name="T16" fmla="*/ 160 w 164"/>
                <a:gd name="T17" fmla="*/ 7 h 119"/>
                <a:gd name="T18" fmla="*/ 150 w 164"/>
                <a:gd name="T19"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19">
                  <a:moveTo>
                    <a:pt x="150" y="0"/>
                  </a:moveTo>
                  <a:lnTo>
                    <a:pt x="134" y="4"/>
                  </a:lnTo>
                  <a:lnTo>
                    <a:pt x="125" y="47"/>
                  </a:lnTo>
                  <a:lnTo>
                    <a:pt x="93" y="68"/>
                  </a:lnTo>
                  <a:lnTo>
                    <a:pt x="0" y="84"/>
                  </a:lnTo>
                  <a:lnTo>
                    <a:pt x="3" y="119"/>
                  </a:lnTo>
                  <a:lnTo>
                    <a:pt x="103" y="114"/>
                  </a:lnTo>
                  <a:lnTo>
                    <a:pt x="164" y="75"/>
                  </a:lnTo>
                  <a:lnTo>
                    <a:pt x="160" y="7"/>
                  </a:lnTo>
                  <a:lnTo>
                    <a:pt x="15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5" name="Freeform 95">
              <a:extLst>
                <a:ext uri="{FF2B5EF4-FFF2-40B4-BE49-F238E27FC236}">
                  <a16:creationId xmlns:a16="http://schemas.microsoft.com/office/drawing/2014/main" id="{19B7C202-C460-4EDF-8A16-BA8F88A84FD1}"/>
                </a:ext>
              </a:extLst>
            </p:cNvPr>
            <p:cNvSpPr>
              <a:spLocks/>
            </p:cNvSpPr>
            <p:nvPr/>
          </p:nvSpPr>
          <p:spPr bwMode="auto">
            <a:xfrm>
              <a:off x="9849644" y="4253706"/>
              <a:ext cx="38100" cy="53975"/>
            </a:xfrm>
            <a:custGeom>
              <a:avLst/>
              <a:gdLst>
                <a:gd name="T0" fmla="*/ 0 w 70"/>
                <a:gd name="T1" fmla="*/ 5 h 101"/>
                <a:gd name="T2" fmla="*/ 21 w 70"/>
                <a:gd name="T3" fmla="*/ 65 h 101"/>
                <a:gd name="T4" fmla="*/ 59 w 70"/>
                <a:gd name="T5" fmla="*/ 101 h 101"/>
                <a:gd name="T6" fmla="*/ 70 w 70"/>
                <a:gd name="T7" fmla="*/ 91 h 101"/>
                <a:gd name="T8" fmla="*/ 66 w 70"/>
                <a:gd name="T9" fmla="*/ 51 h 101"/>
                <a:gd name="T10" fmla="*/ 23 w 70"/>
                <a:gd name="T11" fmla="*/ 0 h 101"/>
                <a:gd name="T12" fmla="*/ 0 w 70"/>
                <a:gd name="T13" fmla="*/ 5 h 101"/>
              </a:gdLst>
              <a:ahLst/>
              <a:cxnLst>
                <a:cxn ang="0">
                  <a:pos x="T0" y="T1"/>
                </a:cxn>
                <a:cxn ang="0">
                  <a:pos x="T2" y="T3"/>
                </a:cxn>
                <a:cxn ang="0">
                  <a:pos x="T4" y="T5"/>
                </a:cxn>
                <a:cxn ang="0">
                  <a:pos x="T6" y="T7"/>
                </a:cxn>
                <a:cxn ang="0">
                  <a:pos x="T8" y="T9"/>
                </a:cxn>
                <a:cxn ang="0">
                  <a:pos x="T10" y="T11"/>
                </a:cxn>
                <a:cxn ang="0">
                  <a:pos x="T12" y="T13"/>
                </a:cxn>
              </a:cxnLst>
              <a:rect l="0" t="0" r="r" b="b"/>
              <a:pathLst>
                <a:path w="70" h="101">
                  <a:moveTo>
                    <a:pt x="0" y="5"/>
                  </a:moveTo>
                  <a:lnTo>
                    <a:pt x="21" y="65"/>
                  </a:lnTo>
                  <a:lnTo>
                    <a:pt x="59" y="101"/>
                  </a:lnTo>
                  <a:lnTo>
                    <a:pt x="70" y="91"/>
                  </a:lnTo>
                  <a:lnTo>
                    <a:pt x="66" y="51"/>
                  </a:lnTo>
                  <a:lnTo>
                    <a:pt x="23" y="0"/>
                  </a:lnTo>
                  <a:lnTo>
                    <a:pt x="0" y="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6" name="Freeform 96">
              <a:extLst>
                <a:ext uri="{FF2B5EF4-FFF2-40B4-BE49-F238E27FC236}">
                  <a16:creationId xmlns:a16="http://schemas.microsoft.com/office/drawing/2014/main" id="{F2192764-3054-4469-86BC-B5878A4ED5CA}"/>
                </a:ext>
              </a:extLst>
            </p:cNvPr>
            <p:cNvSpPr>
              <a:spLocks/>
            </p:cNvSpPr>
            <p:nvPr/>
          </p:nvSpPr>
          <p:spPr bwMode="auto">
            <a:xfrm>
              <a:off x="9905207" y="4302918"/>
              <a:ext cx="25400" cy="33338"/>
            </a:xfrm>
            <a:custGeom>
              <a:avLst/>
              <a:gdLst>
                <a:gd name="T0" fmla="*/ 0 w 49"/>
                <a:gd name="T1" fmla="*/ 0 h 62"/>
                <a:gd name="T2" fmla="*/ 3 w 49"/>
                <a:gd name="T3" fmla="*/ 40 h 62"/>
                <a:gd name="T4" fmla="*/ 27 w 49"/>
                <a:gd name="T5" fmla="*/ 62 h 62"/>
                <a:gd name="T6" fmla="*/ 49 w 49"/>
                <a:gd name="T7" fmla="*/ 48 h 62"/>
                <a:gd name="T8" fmla="*/ 29 w 49"/>
                <a:gd name="T9" fmla="*/ 6 h 62"/>
                <a:gd name="T10" fmla="*/ 0 w 49"/>
                <a:gd name="T11" fmla="*/ 0 h 62"/>
              </a:gdLst>
              <a:ahLst/>
              <a:cxnLst>
                <a:cxn ang="0">
                  <a:pos x="T0" y="T1"/>
                </a:cxn>
                <a:cxn ang="0">
                  <a:pos x="T2" y="T3"/>
                </a:cxn>
                <a:cxn ang="0">
                  <a:pos x="T4" y="T5"/>
                </a:cxn>
                <a:cxn ang="0">
                  <a:pos x="T6" y="T7"/>
                </a:cxn>
                <a:cxn ang="0">
                  <a:pos x="T8" y="T9"/>
                </a:cxn>
                <a:cxn ang="0">
                  <a:pos x="T10" y="T11"/>
                </a:cxn>
              </a:cxnLst>
              <a:rect l="0" t="0" r="r" b="b"/>
              <a:pathLst>
                <a:path w="49" h="62">
                  <a:moveTo>
                    <a:pt x="0" y="0"/>
                  </a:moveTo>
                  <a:lnTo>
                    <a:pt x="3" y="40"/>
                  </a:lnTo>
                  <a:lnTo>
                    <a:pt x="27" y="62"/>
                  </a:lnTo>
                  <a:lnTo>
                    <a:pt x="49" y="48"/>
                  </a:lnTo>
                  <a:lnTo>
                    <a:pt x="29" y="6"/>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7" name="Freeform 97">
              <a:extLst>
                <a:ext uri="{FF2B5EF4-FFF2-40B4-BE49-F238E27FC236}">
                  <a16:creationId xmlns:a16="http://schemas.microsoft.com/office/drawing/2014/main" id="{36F47760-34DF-4464-B0B4-77D8102C3D8B}"/>
                </a:ext>
              </a:extLst>
            </p:cNvPr>
            <p:cNvSpPr>
              <a:spLocks/>
            </p:cNvSpPr>
            <p:nvPr/>
          </p:nvSpPr>
          <p:spPr bwMode="auto">
            <a:xfrm>
              <a:off x="9909969" y="4353718"/>
              <a:ext cx="23813" cy="36513"/>
            </a:xfrm>
            <a:custGeom>
              <a:avLst/>
              <a:gdLst>
                <a:gd name="T0" fmla="*/ 20 w 45"/>
                <a:gd name="T1" fmla="*/ 0 h 68"/>
                <a:gd name="T2" fmla="*/ 0 w 45"/>
                <a:gd name="T3" fmla="*/ 22 h 68"/>
                <a:gd name="T4" fmla="*/ 21 w 45"/>
                <a:gd name="T5" fmla="*/ 60 h 68"/>
                <a:gd name="T6" fmla="*/ 45 w 45"/>
                <a:gd name="T7" fmla="*/ 68 h 68"/>
                <a:gd name="T8" fmla="*/ 44 w 45"/>
                <a:gd name="T9" fmla="*/ 42 h 68"/>
                <a:gd name="T10" fmla="*/ 20 w 45"/>
                <a:gd name="T11" fmla="*/ 0 h 68"/>
              </a:gdLst>
              <a:ahLst/>
              <a:cxnLst>
                <a:cxn ang="0">
                  <a:pos x="T0" y="T1"/>
                </a:cxn>
                <a:cxn ang="0">
                  <a:pos x="T2" y="T3"/>
                </a:cxn>
                <a:cxn ang="0">
                  <a:pos x="T4" y="T5"/>
                </a:cxn>
                <a:cxn ang="0">
                  <a:pos x="T6" y="T7"/>
                </a:cxn>
                <a:cxn ang="0">
                  <a:pos x="T8" y="T9"/>
                </a:cxn>
                <a:cxn ang="0">
                  <a:pos x="T10" y="T11"/>
                </a:cxn>
              </a:cxnLst>
              <a:rect l="0" t="0" r="r" b="b"/>
              <a:pathLst>
                <a:path w="45" h="68">
                  <a:moveTo>
                    <a:pt x="20" y="0"/>
                  </a:moveTo>
                  <a:lnTo>
                    <a:pt x="0" y="22"/>
                  </a:lnTo>
                  <a:lnTo>
                    <a:pt x="21" y="60"/>
                  </a:lnTo>
                  <a:lnTo>
                    <a:pt x="45" y="68"/>
                  </a:lnTo>
                  <a:lnTo>
                    <a:pt x="44" y="42"/>
                  </a:lnTo>
                  <a:lnTo>
                    <a:pt x="2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8" name="Freeform 98">
              <a:extLst>
                <a:ext uri="{FF2B5EF4-FFF2-40B4-BE49-F238E27FC236}">
                  <a16:creationId xmlns:a16="http://schemas.microsoft.com/office/drawing/2014/main" id="{768DC498-B215-4B5C-89C0-C76438E41FFE}"/>
                </a:ext>
              </a:extLst>
            </p:cNvPr>
            <p:cNvSpPr>
              <a:spLocks/>
            </p:cNvSpPr>
            <p:nvPr/>
          </p:nvSpPr>
          <p:spPr bwMode="auto">
            <a:xfrm>
              <a:off x="9946482" y="4342606"/>
              <a:ext cx="36513" cy="42863"/>
            </a:xfrm>
            <a:custGeom>
              <a:avLst/>
              <a:gdLst>
                <a:gd name="T0" fmla="*/ 0 w 69"/>
                <a:gd name="T1" fmla="*/ 0 h 83"/>
                <a:gd name="T2" fmla="*/ 17 w 69"/>
                <a:gd name="T3" fmla="*/ 44 h 83"/>
                <a:gd name="T4" fmla="*/ 50 w 69"/>
                <a:gd name="T5" fmla="*/ 83 h 83"/>
                <a:gd name="T6" fmla="*/ 69 w 69"/>
                <a:gd name="T7" fmla="*/ 54 h 83"/>
                <a:gd name="T8" fmla="*/ 44 w 69"/>
                <a:gd name="T9" fmla="*/ 10 h 83"/>
                <a:gd name="T10" fmla="*/ 0 w 69"/>
                <a:gd name="T11" fmla="*/ 0 h 83"/>
              </a:gdLst>
              <a:ahLst/>
              <a:cxnLst>
                <a:cxn ang="0">
                  <a:pos x="T0" y="T1"/>
                </a:cxn>
                <a:cxn ang="0">
                  <a:pos x="T2" y="T3"/>
                </a:cxn>
                <a:cxn ang="0">
                  <a:pos x="T4" y="T5"/>
                </a:cxn>
                <a:cxn ang="0">
                  <a:pos x="T6" y="T7"/>
                </a:cxn>
                <a:cxn ang="0">
                  <a:pos x="T8" y="T9"/>
                </a:cxn>
                <a:cxn ang="0">
                  <a:pos x="T10" y="T11"/>
                </a:cxn>
              </a:cxnLst>
              <a:rect l="0" t="0" r="r" b="b"/>
              <a:pathLst>
                <a:path w="69" h="83">
                  <a:moveTo>
                    <a:pt x="0" y="0"/>
                  </a:moveTo>
                  <a:lnTo>
                    <a:pt x="17" y="44"/>
                  </a:lnTo>
                  <a:lnTo>
                    <a:pt x="50" y="83"/>
                  </a:lnTo>
                  <a:lnTo>
                    <a:pt x="69" y="54"/>
                  </a:lnTo>
                  <a:lnTo>
                    <a:pt x="44" y="1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49" name="Freeform 99">
              <a:extLst>
                <a:ext uri="{FF2B5EF4-FFF2-40B4-BE49-F238E27FC236}">
                  <a16:creationId xmlns:a16="http://schemas.microsoft.com/office/drawing/2014/main" id="{B38D44FA-677D-42F7-863D-D38EC6B6310A}"/>
                </a:ext>
              </a:extLst>
            </p:cNvPr>
            <p:cNvSpPr>
              <a:spLocks/>
            </p:cNvSpPr>
            <p:nvPr/>
          </p:nvSpPr>
          <p:spPr bwMode="auto">
            <a:xfrm>
              <a:off x="9992519" y="4375943"/>
              <a:ext cx="28575" cy="46038"/>
            </a:xfrm>
            <a:custGeom>
              <a:avLst/>
              <a:gdLst>
                <a:gd name="T0" fmla="*/ 0 w 54"/>
                <a:gd name="T1" fmla="*/ 0 h 85"/>
                <a:gd name="T2" fmla="*/ 10 w 54"/>
                <a:gd name="T3" fmla="*/ 53 h 85"/>
                <a:gd name="T4" fmla="*/ 33 w 54"/>
                <a:gd name="T5" fmla="*/ 85 h 85"/>
                <a:gd name="T6" fmla="*/ 54 w 54"/>
                <a:gd name="T7" fmla="*/ 44 h 85"/>
                <a:gd name="T8" fmla="*/ 0 w 54"/>
                <a:gd name="T9" fmla="*/ 0 h 85"/>
              </a:gdLst>
              <a:ahLst/>
              <a:cxnLst>
                <a:cxn ang="0">
                  <a:pos x="T0" y="T1"/>
                </a:cxn>
                <a:cxn ang="0">
                  <a:pos x="T2" y="T3"/>
                </a:cxn>
                <a:cxn ang="0">
                  <a:pos x="T4" y="T5"/>
                </a:cxn>
                <a:cxn ang="0">
                  <a:pos x="T6" y="T7"/>
                </a:cxn>
                <a:cxn ang="0">
                  <a:pos x="T8" y="T9"/>
                </a:cxn>
              </a:cxnLst>
              <a:rect l="0" t="0" r="r" b="b"/>
              <a:pathLst>
                <a:path w="54" h="85">
                  <a:moveTo>
                    <a:pt x="0" y="0"/>
                  </a:moveTo>
                  <a:lnTo>
                    <a:pt x="10" y="53"/>
                  </a:lnTo>
                  <a:lnTo>
                    <a:pt x="33" y="85"/>
                  </a:lnTo>
                  <a:lnTo>
                    <a:pt x="54" y="44"/>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0" name="Freeform 100">
              <a:extLst>
                <a:ext uri="{FF2B5EF4-FFF2-40B4-BE49-F238E27FC236}">
                  <a16:creationId xmlns:a16="http://schemas.microsoft.com/office/drawing/2014/main" id="{694E6FB8-E895-4D66-9B93-62135CB55345}"/>
                </a:ext>
              </a:extLst>
            </p:cNvPr>
            <p:cNvSpPr>
              <a:spLocks/>
            </p:cNvSpPr>
            <p:nvPr/>
          </p:nvSpPr>
          <p:spPr bwMode="auto">
            <a:xfrm>
              <a:off x="10002044" y="4439443"/>
              <a:ext cx="26988" cy="28575"/>
            </a:xfrm>
            <a:custGeom>
              <a:avLst/>
              <a:gdLst>
                <a:gd name="T0" fmla="*/ 9 w 49"/>
                <a:gd name="T1" fmla="*/ 0 h 55"/>
                <a:gd name="T2" fmla="*/ 0 w 49"/>
                <a:gd name="T3" fmla="*/ 15 h 55"/>
                <a:gd name="T4" fmla="*/ 30 w 49"/>
                <a:gd name="T5" fmla="*/ 53 h 55"/>
                <a:gd name="T6" fmla="*/ 49 w 49"/>
                <a:gd name="T7" fmla="*/ 55 h 55"/>
                <a:gd name="T8" fmla="*/ 37 w 49"/>
                <a:gd name="T9" fmla="*/ 5 h 55"/>
                <a:gd name="T10" fmla="*/ 9 w 49"/>
                <a:gd name="T11" fmla="*/ 0 h 55"/>
              </a:gdLst>
              <a:ahLst/>
              <a:cxnLst>
                <a:cxn ang="0">
                  <a:pos x="T0" y="T1"/>
                </a:cxn>
                <a:cxn ang="0">
                  <a:pos x="T2" y="T3"/>
                </a:cxn>
                <a:cxn ang="0">
                  <a:pos x="T4" y="T5"/>
                </a:cxn>
                <a:cxn ang="0">
                  <a:pos x="T6" y="T7"/>
                </a:cxn>
                <a:cxn ang="0">
                  <a:pos x="T8" y="T9"/>
                </a:cxn>
                <a:cxn ang="0">
                  <a:pos x="T10" y="T11"/>
                </a:cxn>
              </a:cxnLst>
              <a:rect l="0" t="0" r="r" b="b"/>
              <a:pathLst>
                <a:path w="49" h="55">
                  <a:moveTo>
                    <a:pt x="9" y="0"/>
                  </a:moveTo>
                  <a:lnTo>
                    <a:pt x="0" y="15"/>
                  </a:lnTo>
                  <a:lnTo>
                    <a:pt x="30" y="53"/>
                  </a:lnTo>
                  <a:lnTo>
                    <a:pt x="49" y="55"/>
                  </a:lnTo>
                  <a:lnTo>
                    <a:pt x="37" y="5"/>
                  </a:lnTo>
                  <a:lnTo>
                    <a:pt x="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1" name="Freeform 101">
              <a:extLst>
                <a:ext uri="{FF2B5EF4-FFF2-40B4-BE49-F238E27FC236}">
                  <a16:creationId xmlns:a16="http://schemas.microsoft.com/office/drawing/2014/main" id="{430771B0-B2DF-43F3-A7F0-E4A68997A603}"/>
                </a:ext>
              </a:extLst>
            </p:cNvPr>
            <p:cNvSpPr>
              <a:spLocks/>
            </p:cNvSpPr>
            <p:nvPr/>
          </p:nvSpPr>
          <p:spPr bwMode="auto">
            <a:xfrm>
              <a:off x="9957594" y="4479131"/>
              <a:ext cx="25400" cy="26988"/>
            </a:xfrm>
            <a:custGeom>
              <a:avLst/>
              <a:gdLst>
                <a:gd name="T0" fmla="*/ 29 w 48"/>
                <a:gd name="T1" fmla="*/ 0 h 51"/>
                <a:gd name="T2" fmla="*/ 0 w 48"/>
                <a:gd name="T3" fmla="*/ 14 h 51"/>
                <a:gd name="T4" fmla="*/ 25 w 48"/>
                <a:gd name="T5" fmla="*/ 51 h 51"/>
                <a:gd name="T6" fmla="*/ 48 w 48"/>
                <a:gd name="T7" fmla="*/ 39 h 51"/>
                <a:gd name="T8" fmla="*/ 29 w 48"/>
                <a:gd name="T9" fmla="*/ 0 h 51"/>
              </a:gdLst>
              <a:ahLst/>
              <a:cxnLst>
                <a:cxn ang="0">
                  <a:pos x="T0" y="T1"/>
                </a:cxn>
                <a:cxn ang="0">
                  <a:pos x="T2" y="T3"/>
                </a:cxn>
                <a:cxn ang="0">
                  <a:pos x="T4" y="T5"/>
                </a:cxn>
                <a:cxn ang="0">
                  <a:pos x="T6" y="T7"/>
                </a:cxn>
                <a:cxn ang="0">
                  <a:pos x="T8" y="T9"/>
                </a:cxn>
              </a:cxnLst>
              <a:rect l="0" t="0" r="r" b="b"/>
              <a:pathLst>
                <a:path w="48" h="51">
                  <a:moveTo>
                    <a:pt x="29" y="0"/>
                  </a:moveTo>
                  <a:lnTo>
                    <a:pt x="0" y="14"/>
                  </a:lnTo>
                  <a:lnTo>
                    <a:pt x="25" y="51"/>
                  </a:lnTo>
                  <a:lnTo>
                    <a:pt x="48" y="3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2" name="Freeform 102">
              <a:extLst>
                <a:ext uri="{FF2B5EF4-FFF2-40B4-BE49-F238E27FC236}">
                  <a16:creationId xmlns:a16="http://schemas.microsoft.com/office/drawing/2014/main" id="{BCA4CB9D-F161-437B-93F7-6A1E4A0A1C65}"/>
                </a:ext>
              </a:extLst>
            </p:cNvPr>
            <p:cNvSpPr>
              <a:spLocks/>
            </p:cNvSpPr>
            <p:nvPr/>
          </p:nvSpPr>
          <p:spPr bwMode="auto">
            <a:xfrm>
              <a:off x="10124282" y="4598193"/>
              <a:ext cx="20638" cy="34925"/>
            </a:xfrm>
            <a:custGeom>
              <a:avLst/>
              <a:gdLst>
                <a:gd name="T0" fmla="*/ 22 w 40"/>
                <a:gd name="T1" fmla="*/ 0 h 67"/>
                <a:gd name="T2" fmla="*/ 0 w 40"/>
                <a:gd name="T3" fmla="*/ 29 h 67"/>
                <a:gd name="T4" fmla="*/ 10 w 40"/>
                <a:gd name="T5" fmla="*/ 60 h 67"/>
                <a:gd name="T6" fmla="*/ 21 w 40"/>
                <a:gd name="T7" fmla="*/ 67 h 67"/>
                <a:gd name="T8" fmla="*/ 40 w 40"/>
                <a:gd name="T9" fmla="*/ 43 h 67"/>
                <a:gd name="T10" fmla="*/ 22 w 40"/>
                <a:gd name="T11" fmla="*/ 0 h 67"/>
              </a:gdLst>
              <a:ahLst/>
              <a:cxnLst>
                <a:cxn ang="0">
                  <a:pos x="T0" y="T1"/>
                </a:cxn>
                <a:cxn ang="0">
                  <a:pos x="T2" y="T3"/>
                </a:cxn>
                <a:cxn ang="0">
                  <a:pos x="T4" y="T5"/>
                </a:cxn>
                <a:cxn ang="0">
                  <a:pos x="T6" y="T7"/>
                </a:cxn>
                <a:cxn ang="0">
                  <a:pos x="T8" y="T9"/>
                </a:cxn>
                <a:cxn ang="0">
                  <a:pos x="T10" y="T11"/>
                </a:cxn>
              </a:cxnLst>
              <a:rect l="0" t="0" r="r" b="b"/>
              <a:pathLst>
                <a:path w="40" h="67">
                  <a:moveTo>
                    <a:pt x="22" y="0"/>
                  </a:moveTo>
                  <a:lnTo>
                    <a:pt x="0" y="29"/>
                  </a:lnTo>
                  <a:lnTo>
                    <a:pt x="10" y="60"/>
                  </a:lnTo>
                  <a:lnTo>
                    <a:pt x="21" y="67"/>
                  </a:lnTo>
                  <a:lnTo>
                    <a:pt x="40" y="43"/>
                  </a:lnTo>
                  <a:lnTo>
                    <a:pt x="2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3" name="Freeform 103">
              <a:extLst>
                <a:ext uri="{FF2B5EF4-FFF2-40B4-BE49-F238E27FC236}">
                  <a16:creationId xmlns:a16="http://schemas.microsoft.com/office/drawing/2014/main" id="{40F57F4D-23B8-488A-970D-2438306C0F10}"/>
                </a:ext>
              </a:extLst>
            </p:cNvPr>
            <p:cNvSpPr>
              <a:spLocks/>
            </p:cNvSpPr>
            <p:nvPr/>
          </p:nvSpPr>
          <p:spPr bwMode="auto">
            <a:xfrm>
              <a:off x="10141744" y="4642643"/>
              <a:ext cx="20638" cy="17463"/>
            </a:xfrm>
            <a:custGeom>
              <a:avLst/>
              <a:gdLst>
                <a:gd name="T0" fmla="*/ 0 w 41"/>
                <a:gd name="T1" fmla="*/ 4 h 33"/>
                <a:gd name="T2" fmla="*/ 1 w 41"/>
                <a:gd name="T3" fmla="*/ 26 h 33"/>
                <a:gd name="T4" fmla="*/ 24 w 41"/>
                <a:gd name="T5" fmla="*/ 33 h 33"/>
                <a:gd name="T6" fmla="*/ 41 w 41"/>
                <a:gd name="T7" fmla="*/ 25 h 33"/>
                <a:gd name="T8" fmla="*/ 24 w 41"/>
                <a:gd name="T9" fmla="*/ 0 h 33"/>
                <a:gd name="T10" fmla="*/ 0 w 41"/>
                <a:gd name="T11" fmla="*/ 4 h 33"/>
              </a:gdLst>
              <a:ahLst/>
              <a:cxnLst>
                <a:cxn ang="0">
                  <a:pos x="T0" y="T1"/>
                </a:cxn>
                <a:cxn ang="0">
                  <a:pos x="T2" y="T3"/>
                </a:cxn>
                <a:cxn ang="0">
                  <a:pos x="T4" y="T5"/>
                </a:cxn>
                <a:cxn ang="0">
                  <a:pos x="T6" y="T7"/>
                </a:cxn>
                <a:cxn ang="0">
                  <a:pos x="T8" y="T9"/>
                </a:cxn>
                <a:cxn ang="0">
                  <a:pos x="T10" y="T11"/>
                </a:cxn>
              </a:cxnLst>
              <a:rect l="0" t="0" r="r" b="b"/>
              <a:pathLst>
                <a:path w="41" h="33">
                  <a:moveTo>
                    <a:pt x="0" y="4"/>
                  </a:moveTo>
                  <a:lnTo>
                    <a:pt x="1" y="26"/>
                  </a:lnTo>
                  <a:lnTo>
                    <a:pt x="24" y="33"/>
                  </a:lnTo>
                  <a:lnTo>
                    <a:pt x="41" y="25"/>
                  </a:lnTo>
                  <a:lnTo>
                    <a:pt x="24" y="0"/>
                  </a:lnTo>
                  <a:lnTo>
                    <a:pt x="0" y="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4" name="Freeform 104">
              <a:extLst>
                <a:ext uri="{FF2B5EF4-FFF2-40B4-BE49-F238E27FC236}">
                  <a16:creationId xmlns:a16="http://schemas.microsoft.com/office/drawing/2014/main" id="{3643B4A1-9E9A-4A9B-8ED3-9529CFFBC721}"/>
                </a:ext>
              </a:extLst>
            </p:cNvPr>
            <p:cNvSpPr>
              <a:spLocks/>
            </p:cNvSpPr>
            <p:nvPr/>
          </p:nvSpPr>
          <p:spPr bwMode="auto">
            <a:xfrm>
              <a:off x="10152857" y="4753768"/>
              <a:ext cx="22225" cy="17463"/>
            </a:xfrm>
            <a:custGeom>
              <a:avLst/>
              <a:gdLst>
                <a:gd name="T0" fmla="*/ 11 w 43"/>
                <a:gd name="T1" fmla="*/ 0 h 33"/>
                <a:gd name="T2" fmla="*/ 0 w 43"/>
                <a:gd name="T3" fmla="*/ 16 h 33"/>
                <a:gd name="T4" fmla="*/ 17 w 43"/>
                <a:gd name="T5" fmla="*/ 33 h 33"/>
                <a:gd name="T6" fmla="*/ 43 w 43"/>
                <a:gd name="T7" fmla="*/ 25 h 33"/>
                <a:gd name="T8" fmla="*/ 11 w 43"/>
                <a:gd name="T9" fmla="*/ 0 h 33"/>
              </a:gdLst>
              <a:ahLst/>
              <a:cxnLst>
                <a:cxn ang="0">
                  <a:pos x="T0" y="T1"/>
                </a:cxn>
                <a:cxn ang="0">
                  <a:pos x="T2" y="T3"/>
                </a:cxn>
                <a:cxn ang="0">
                  <a:pos x="T4" y="T5"/>
                </a:cxn>
                <a:cxn ang="0">
                  <a:pos x="T6" y="T7"/>
                </a:cxn>
                <a:cxn ang="0">
                  <a:pos x="T8" y="T9"/>
                </a:cxn>
              </a:cxnLst>
              <a:rect l="0" t="0" r="r" b="b"/>
              <a:pathLst>
                <a:path w="43" h="33">
                  <a:moveTo>
                    <a:pt x="11" y="0"/>
                  </a:moveTo>
                  <a:lnTo>
                    <a:pt x="0" y="16"/>
                  </a:lnTo>
                  <a:lnTo>
                    <a:pt x="17" y="33"/>
                  </a:lnTo>
                  <a:lnTo>
                    <a:pt x="43" y="2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5" name="Freeform 105">
              <a:extLst>
                <a:ext uri="{FF2B5EF4-FFF2-40B4-BE49-F238E27FC236}">
                  <a16:creationId xmlns:a16="http://schemas.microsoft.com/office/drawing/2014/main" id="{04D6443F-4B0E-40D7-9166-6888D6311B95}"/>
                </a:ext>
              </a:extLst>
            </p:cNvPr>
            <p:cNvSpPr>
              <a:spLocks/>
            </p:cNvSpPr>
            <p:nvPr/>
          </p:nvSpPr>
          <p:spPr bwMode="auto">
            <a:xfrm>
              <a:off x="10375107" y="4734718"/>
              <a:ext cx="12700" cy="44450"/>
            </a:xfrm>
            <a:custGeom>
              <a:avLst/>
              <a:gdLst>
                <a:gd name="T0" fmla="*/ 24 w 25"/>
                <a:gd name="T1" fmla="*/ 0 h 85"/>
                <a:gd name="T2" fmla="*/ 2 w 25"/>
                <a:gd name="T3" fmla="*/ 29 h 85"/>
                <a:gd name="T4" fmla="*/ 0 w 25"/>
                <a:gd name="T5" fmla="*/ 61 h 85"/>
                <a:gd name="T6" fmla="*/ 25 w 25"/>
                <a:gd name="T7" fmla="*/ 85 h 85"/>
                <a:gd name="T8" fmla="*/ 24 w 25"/>
                <a:gd name="T9" fmla="*/ 0 h 85"/>
              </a:gdLst>
              <a:ahLst/>
              <a:cxnLst>
                <a:cxn ang="0">
                  <a:pos x="T0" y="T1"/>
                </a:cxn>
                <a:cxn ang="0">
                  <a:pos x="T2" y="T3"/>
                </a:cxn>
                <a:cxn ang="0">
                  <a:pos x="T4" y="T5"/>
                </a:cxn>
                <a:cxn ang="0">
                  <a:pos x="T6" y="T7"/>
                </a:cxn>
                <a:cxn ang="0">
                  <a:pos x="T8" y="T9"/>
                </a:cxn>
              </a:cxnLst>
              <a:rect l="0" t="0" r="r" b="b"/>
              <a:pathLst>
                <a:path w="25" h="85">
                  <a:moveTo>
                    <a:pt x="24" y="0"/>
                  </a:moveTo>
                  <a:lnTo>
                    <a:pt x="2" y="29"/>
                  </a:lnTo>
                  <a:lnTo>
                    <a:pt x="0" y="61"/>
                  </a:lnTo>
                  <a:lnTo>
                    <a:pt x="25" y="85"/>
                  </a:lnTo>
                  <a:lnTo>
                    <a:pt x="2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6" name="Freeform 106">
              <a:extLst>
                <a:ext uri="{FF2B5EF4-FFF2-40B4-BE49-F238E27FC236}">
                  <a16:creationId xmlns:a16="http://schemas.microsoft.com/office/drawing/2014/main" id="{D3C9B1D8-DAA7-4474-AFEA-3F543AD4D9DA}"/>
                </a:ext>
              </a:extLst>
            </p:cNvPr>
            <p:cNvSpPr>
              <a:spLocks/>
            </p:cNvSpPr>
            <p:nvPr/>
          </p:nvSpPr>
          <p:spPr bwMode="auto">
            <a:xfrm>
              <a:off x="8887619" y="3694906"/>
              <a:ext cx="77788" cy="100013"/>
            </a:xfrm>
            <a:custGeom>
              <a:avLst/>
              <a:gdLst>
                <a:gd name="T0" fmla="*/ 105 w 146"/>
                <a:gd name="T1" fmla="*/ 0 h 188"/>
                <a:gd name="T2" fmla="*/ 90 w 146"/>
                <a:gd name="T3" fmla="*/ 27 h 188"/>
                <a:gd name="T4" fmla="*/ 82 w 146"/>
                <a:gd name="T5" fmla="*/ 62 h 188"/>
                <a:gd name="T6" fmla="*/ 0 w 146"/>
                <a:gd name="T7" fmla="*/ 166 h 188"/>
                <a:gd name="T8" fmla="*/ 5 w 146"/>
                <a:gd name="T9" fmla="*/ 188 h 188"/>
                <a:gd name="T10" fmla="*/ 40 w 146"/>
                <a:gd name="T11" fmla="*/ 183 h 188"/>
                <a:gd name="T12" fmla="*/ 146 w 146"/>
                <a:gd name="T13" fmla="*/ 64 h 188"/>
                <a:gd name="T14" fmla="*/ 105 w 146"/>
                <a:gd name="T15" fmla="*/ 0 h 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88">
                  <a:moveTo>
                    <a:pt x="105" y="0"/>
                  </a:moveTo>
                  <a:lnTo>
                    <a:pt x="90" y="27"/>
                  </a:lnTo>
                  <a:lnTo>
                    <a:pt x="82" y="62"/>
                  </a:lnTo>
                  <a:lnTo>
                    <a:pt x="0" y="166"/>
                  </a:lnTo>
                  <a:lnTo>
                    <a:pt x="5" y="188"/>
                  </a:lnTo>
                  <a:lnTo>
                    <a:pt x="40" y="183"/>
                  </a:lnTo>
                  <a:lnTo>
                    <a:pt x="146" y="64"/>
                  </a:lnTo>
                  <a:lnTo>
                    <a:pt x="10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7" name="Freeform 107">
              <a:extLst>
                <a:ext uri="{FF2B5EF4-FFF2-40B4-BE49-F238E27FC236}">
                  <a16:creationId xmlns:a16="http://schemas.microsoft.com/office/drawing/2014/main" id="{35E673E4-ADB5-47FA-8660-A092B382544B}"/>
                </a:ext>
              </a:extLst>
            </p:cNvPr>
            <p:cNvSpPr>
              <a:spLocks/>
            </p:cNvSpPr>
            <p:nvPr/>
          </p:nvSpPr>
          <p:spPr bwMode="auto">
            <a:xfrm>
              <a:off x="9013032" y="3674268"/>
              <a:ext cx="47625" cy="96838"/>
            </a:xfrm>
            <a:custGeom>
              <a:avLst/>
              <a:gdLst>
                <a:gd name="T0" fmla="*/ 2 w 89"/>
                <a:gd name="T1" fmla="*/ 0 h 185"/>
                <a:gd name="T2" fmla="*/ 0 w 89"/>
                <a:gd name="T3" fmla="*/ 86 h 185"/>
                <a:gd name="T4" fmla="*/ 31 w 89"/>
                <a:gd name="T5" fmla="*/ 117 h 185"/>
                <a:gd name="T6" fmla="*/ 42 w 89"/>
                <a:gd name="T7" fmla="*/ 178 h 185"/>
                <a:gd name="T8" fmla="*/ 74 w 89"/>
                <a:gd name="T9" fmla="*/ 185 h 185"/>
                <a:gd name="T10" fmla="*/ 89 w 89"/>
                <a:gd name="T11" fmla="*/ 146 h 185"/>
                <a:gd name="T12" fmla="*/ 64 w 89"/>
                <a:gd name="T13" fmla="*/ 128 h 185"/>
                <a:gd name="T14" fmla="*/ 57 w 89"/>
                <a:gd name="T15" fmla="*/ 22 h 185"/>
                <a:gd name="T16" fmla="*/ 2 w 89"/>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185">
                  <a:moveTo>
                    <a:pt x="2" y="0"/>
                  </a:moveTo>
                  <a:lnTo>
                    <a:pt x="0" y="86"/>
                  </a:lnTo>
                  <a:lnTo>
                    <a:pt x="31" y="117"/>
                  </a:lnTo>
                  <a:lnTo>
                    <a:pt x="42" y="178"/>
                  </a:lnTo>
                  <a:lnTo>
                    <a:pt x="74" y="185"/>
                  </a:lnTo>
                  <a:lnTo>
                    <a:pt x="89" y="146"/>
                  </a:lnTo>
                  <a:lnTo>
                    <a:pt x="64" y="128"/>
                  </a:lnTo>
                  <a:lnTo>
                    <a:pt x="57" y="22"/>
                  </a:lnTo>
                  <a:lnTo>
                    <a:pt x="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8" name="Freeform 108">
              <a:extLst>
                <a:ext uri="{FF2B5EF4-FFF2-40B4-BE49-F238E27FC236}">
                  <a16:creationId xmlns:a16="http://schemas.microsoft.com/office/drawing/2014/main" id="{60B3412B-E7A7-4619-B853-D1A6E725227B}"/>
                </a:ext>
              </a:extLst>
            </p:cNvPr>
            <p:cNvSpPr>
              <a:spLocks/>
            </p:cNvSpPr>
            <p:nvPr/>
          </p:nvSpPr>
          <p:spPr bwMode="auto">
            <a:xfrm>
              <a:off x="9060657" y="3691731"/>
              <a:ext cx="25400" cy="55563"/>
            </a:xfrm>
            <a:custGeom>
              <a:avLst/>
              <a:gdLst>
                <a:gd name="T0" fmla="*/ 1 w 49"/>
                <a:gd name="T1" fmla="*/ 0 h 105"/>
                <a:gd name="T2" fmla="*/ 0 w 49"/>
                <a:gd name="T3" fmla="*/ 76 h 105"/>
                <a:gd name="T4" fmla="*/ 17 w 49"/>
                <a:gd name="T5" fmla="*/ 105 h 105"/>
                <a:gd name="T6" fmla="*/ 49 w 49"/>
                <a:gd name="T7" fmla="*/ 69 h 105"/>
                <a:gd name="T8" fmla="*/ 40 w 49"/>
                <a:gd name="T9" fmla="*/ 3 h 105"/>
                <a:gd name="T10" fmla="*/ 1 w 49"/>
                <a:gd name="T11" fmla="*/ 0 h 105"/>
              </a:gdLst>
              <a:ahLst/>
              <a:cxnLst>
                <a:cxn ang="0">
                  <a:pos x="T0" y="T1"/>
                </a:cxn>
                <a:cxn ang="0">
                  <a:pos x="T2" y="T3"/>
                </a:cxn>
                <a:cxn ang="0">
                  <a:pos x="T4" y="T5"/>
                </a:cxn>
                <a:cxn ang="0">
                  <a:pos x="T6" y="T7"/>
                </a:cxn>
                <a:cxn ang="0">
                  <a:pos x="T8" y="T9"/>
                </a:cxn>
                <a:cxn ang="0">
                  <a:pos x="T10" y="T11"/>
                </a:cxn>
              </a:cxnLst>
              <a:rect l="0" t="0" r="r" b="b"/>
              <a:pathLst>
                <a:path w="49" h="105">
                  <a:moveTo>
                    <a:pt x="1" y="0"/>
                  </a:moveTo>
                  <a:lnTo>
                    <a:pt x="0" y="76"/>
                  </a:lnTo>
                  <a:lnTo>
                    <a:pt x="17" y="105"/>
                  </a:lnTo>
                  <a:lnTo>
                    <a:pt x="49" y="69"/>
                  </a:lnTo>
                  <a:lnTo>
                    <a:pt x="40" y="3"/>
                  </a:lnTo>
                  <a:lnTo>
                    <a:pt x="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59" name="Freeform 109">
              <a:extLst>
                <a:ext uri="{FF2B5EF4-FFF2-40B4-BE49-F238E27FC236}">
                  <a16:creationId xmlns:a16="http://schemas.microsoft.com/office/drawing/2014/main" id="{36F09C16-E411-4DF1-9DC0-A4627A9ED50E}"/>
                </a:ext>
              </a:extLst>
            </p:cNvPr>
            <p:cNvSpPr>
              <a:spLocks/>
            </p:cNvSpPr>
            <p:nvPr/>
          </p:nvSpPr>
          <p:spPr bwMode="auto">
            <a:xfrm>
              <a:off x="9071769" y="3652043"/>
              <a:ext cx="38100" cy="47625"/>
            </a:xfrm>
            <a:custGeom>
              <a:avLst/>
              <a:gdLst>
                <a:gd name="T0" fmla="*/ 0 w 73"/>
                <a:gd name="T1" fmla="*/ 8 h 89"/>
                <a:gd name="T2" fmla="*/ 31 w 73"/>
                <a:gd name="T3" fmla="*/ 49 h 89"/>
                <a:gd name="T4" fmla="*/ 46 w 73"/>
                <a:gd name="T5" fmla="*/ 89 h 89"/>
                <a:gd name="T6" fmla="*/ 73 w 73"/>
                <a:gd name="T7" fmla="*/ 89 h 89"/>
                <a:gd name="T8" fmla="*/ 68 w 73"/>
                <a:gd name="T9" fmla="*/ 21 h 89"/>
                <a:gd name="T10" fmla="*/ 38 w 73"/>
                <a:gd name="T11" fmla="*/ 0 h 89"/>
                <a:gd name="T12" fmla="*/ 0 w 73"/>
                <a:gd name="T13" fmla="*/ 8 h 89"/>
              </a:gdLst>
              <a:ahLst/>
              <a:cxnLst>
                <a:cxn ang="0">
                  <a:pos x="T0" y="T1"/>
                </a:cxn>
                <a:cxn ang="0">
                  <a:pos x="T2" y="T3"/>
                </a:cxn>
                <a:cxn ang="0">
                  <a:pos x="T4" y="T5"/>
                </a:cxn>
                <a:cxn ang="0">
                  <a:pos x="T6" y="T7"/>
                </a:cxn>
                <a:cxn ang="0">
                  <a:pos x="T8" y="T9"/>
                </a:cxn>
                <a:cxn ang="0">
                  <a:pos x="T10" y="T11"/>
                </a:cxn>
                <a:cxn ang="0">
                  <a:pos x="T12" y="T13"/>
                </a:cxn>
              </a:cxnLst>
              <a:rect l="0" t="0" r="r" b="b"/>
              <a:pathLst>
                <a:path w="73" h="89">
                  <a:moveTo>
                    <a:pt x="0" y="8"/>
                  </a:moveTo>
                  <a:lnTo>
                    <a:pt x="31" y="49"/>
                  </a:lnTo>
                  <a:lnTo>
                    <a:pt x="46" y="89"/>
                  </a:lnTo>
                  <a:lnTo>
                    <a:pt x="73" y="89"/>
                  </a:lnTo>
                  <a:lnTo>
                    <a:pt x="68" y="21"/>
                  </a:lnTo>
                  <a:lnTo>
                    <a:pt x="38" y="0"/>
                  </a:lnTo>
                  <a:lnTo>
                    <a:pt x="0" y="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0" name="Freeform 110">
              <a:extLst>
                <a:ext uri="{FF2B5EF4-FFF2-40B4-BE49-F238E27FC236}">
                  <a16:creationId xmlns:a16="http://schemas.microsoft.com/office/drawing/2014/main" id="{D89A28D8-4FD5-471D-BD89-51BE22BD4F91}"/>
                </a:ext>
              </a:extLst>
            </p:cNvPr>
            <p:cNvSpPr>
              <a:spLocks/>
            </p:cNvSpPr>
            <p:nvPr/>
          </p:nvSpPr>
          <p:spPr bwMode="auto">
            <a:xfrm>
              <a:off x="9024144" y="3737768"/>
              <a:ext cx="119063" cy="133350"/>
            </a:xfrm>
            <a:custGeom>
              <a:avLst/>
              <a:gdLst>
                <a:gd name="T0" fmla="*/ 149 w 225"/>
                <a:gd name="T1" fmla="*/ 0 h 250"/>
                <a:gd name="T2" fmla="*/ 156 w 225"/>
                <a:gd name="T3" fmla="*/ 50 h 250"/>
                <a:gd name="T4" fmla="*/ 98 w 225"/>
                <a:gd name="T5" fmla="*/ 96 h 250"/>
                <a:gd name="T6" fmla="*/ 51 w 225"/>
                <a:gd name="T7" fmla="*/ 101 h 250"/>
                <a:gd name="T8" fmla="*/ 0 w 225"/>
                <a:gd name="T9" fmla="*/ 155 h 250"/>
                <a:gd name="T10" fmla="*/ 2 w 225"/>
                <a:gd name="T11" fmla="*/ 180 h 250"/>
                <a:gd name="T12" fmla="*/ 50 w 225"/>
                <a:gd name="T13" fmla="*/ 166 h 250"/>
                <a:gd name="T14" fmla="*/ 82 w 225"/>
                <a:gd name="T15" fmla="*/ 144 h 250"/>
                <a:gd name="T16" fmla="*/ 111 w 225"/>
                <a:gd name="T17" fmla="*/ 214 h 250"/>
                <a:gd name="T18" fmla="*/ 159 w 225"/>
                <a:gd name="T19" fmla="*/ 250 h 250"/>
                <a:gd name="T20" fmla="*/ 179 w 225"/>
                <a:gd name="T21" fmla="*/ 243 h 250"/>
                <a:gd name="T22" fmla="*/ 197 w 225"/>
                <a:gd name="T23" fmla="*/ 221 h 250"/>
                <a:gd name="T24" fmla="*/ 158 w 225"/>
                <a:gd name="T25" fmla="*/ 182 h 250"/>
                <a:gd name="T26" fmla="*/ 181 w 225"/>
                <a:gd name="T27" fmla="*/ 164 h 250"/>
                <a:gd name="T28" fmla="*/ 207 w 225"/>
                <a:gd name="T29" fmla="*/ 185 h 250"/>
                <a:gd name="T30" fmla="*/ 225 w 225"/>
                <a:gd name="T31" fmla="*/ 155 h 250"/>
                <a:gd name="T32" fmla="*/ 207 w 225"/>
                <a:gd name="T33" fmla="*/ 119 h 250"/>
                <a:gd name="T34" fmla="*/ 204 w 225"/>
                <a:gd name="T35" fmla="*/ 38 h 250"/>
                <a:gd name="T36" fmla="*/ 149 w 225"/>
                <a:gd name="T37"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5" h="250">
                  <a:moveTo>
                    <a:pt x="149" y="0"/>
                  </a:moveTo>
                  <a:lnTo>
                    <a:pt x="156" y="50"/>
                  </a:lnTo>
                  <a:lnTo>
                    <a:pt x="98" y="96"/>
                  </a:lnTo>
                  <a:lnTo>
                    <a:pt x="51" y="101"/>
                  </a:lnTo>
                  <a:lnTo>
                    <a:pt x="0" y="155"/>
                  </a:lnTo>
                  <a:lnTo>
                    <a:pt x="2" y="180"/>
                  </a:lnTo>
                  <a:lnTo>
                    <a:pt x="50" y="166"/>
                  </a:lnTo>
                  <a:lnTo>
                    <a:pt x="82" y="144"/>
                  </a:lnTo>
                  <a:lnTo>
                    <a:pt x="111" y="214"/>
                  </a:lnTo>
                  <a:lnTo>
                    <a:pt x="159" y="250"/>
                  </a:lnTo>
                  <a:lnTo>
                    <a:pt x="179" y="243"/>
                  </a:lnTo>
                  <a:lnTo>
                    <a:pt x="197" y="221"/>
                  </a:lnTo>
                  <a:lnTo>
                    <a:pt x="158" y="182"/>
                  </a:lnTo>
                  <a:lnTo>
                    <a:pt x="181" y="164"/>
                  </a:lnTo>
                  <a:lnTo>
                    <a:pt x="207" y="185"/>
                  </a:lnTo>
                  <a:lnTo>
                    <a:pt x="225" y="155"/>
                  </a:lnTo>
                  <a:lnTo>
                    <a:pt x="207" y="119"/>
                  </a:lnTo>
                  <a:lnTo>
                    <a:pt x="204" y="38"/>
                  </a:lnTo>
                  <a:lnTo>
                    <a:pt x="14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1" name="Freeform 111">
              <a:extLst>
                <a:ext uri="{FF2B5EF4-FFF2-40B4-BE49-F238E27FC236}">
                  <a16:creationId xmlns:a16="http://schemas.microsoft.com/office/drawing/2014/main" id="{A2D066D9-3219-48E4-9D14-CDA27B30B0DC}"/>
                </a:ext>
              </a:extLst>
            </p:cNvPr>
            <p:cNvSpPr>
              <a:spLocks/>
            </p:cNvSpPr>
            <p:nvPr/>
          </p:nvSpPr>
          <p:spPr bwMode="auto">
            <a:xfrm>
              <a:off x="8935244" y="3472656"/>
              <a:ext cx="127000" cy="168275"/>
            </a:xfrm>
            <a:custGeom>
              <a:avLst/>
              <a:gdLst>
                <a:gd name="T0" fmla="*/ 49 w 238"/>
                <a:gd name="T1" fmla="*/ 0 h 318"/>
                <a:gd name="T2" fmla="*/ 6 w 238"/>
                <a:gd name="T3" fmla="*/ 31 h 318"/>
                <a:gd name="T4" fmla="*/ 0 w 238"/>
                <a:gd name="T5" fmla="*/ 131 h 318"/>
                <a:gd name="T6" fmla="*/ 69 w 238"/>
                <a:gd name="T7" fmla="*/ 264 h 318"/>
                <a:gd name="T8" fmla="*/ 92 w 238"/>
                <a:gd name="T9" fmla="*/ 282 h 318"/>
                <a:gd name="T10" fmla="*/ 121 w 238"/>
                <a:gd name="T11" fmla="*/ 263 h 318"/>
                <a:gd name="T12" fmla="*/ 172 w 238"/>
                <a:gd name="T13" fmla="*/ 271 h 318"/>
                <a:gd name="T14" fmla="*/ 182 w 238"/>
                <a:gd name="T15" fmla="*/ 315 h 318"/>
                <a:gd name="T16" fmla="*/ 220 w 238"/>
                <a:gd name="T17" fmla="*/ 318 h 318"/>
                <a:gd name="T18" fmla="*/ 238 w 238"/>
                <a:gd name="T19" fmla="*/ 293 h 318"/>
                <a:gd name="T20" fmla="*/ 215 w 238"/>
                <a:gd name="T21" fmla="*/ 263 h 318"/>
                <a:gd name="T22" fmla="*/ 187 w 238"/>
                <a:gd name="T23" fmla="*/ 236 h 318"/>
                <a:gd name="T24" fmla="*/ 128 w 238"/>
                <a:gd name="T25" fmla="*/ 229 h 318"/>
                <a:gd name="T26" fmla="*/ 97 w 238"/>
                <a:gd name="T27" fmla="*/ 178 h 318"/>
                <a:gd name="T28" fmla="*/ 132 w 238"/>
                <a:gd name="T29" fmla="*/ 123 h 318"/>
                <a:gd name="T30" fmla="*/ 136 w 238"/>
                <a:gd name="T31" fmla="*/ 76 h 318"/>
                <a:gd name="T32" fmla="*/ 111 w 238"/>
                <a:gd name="T33" fmla="*/ 15 h 318"/>
                <a:gd name="T34" fmla="*/ 49 w 238"/>
                <a:gd name="T35"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318">
                  <a:moveTo>
                    <a:pt x="49" y="0"/>
                  </a:moveTo>
                  <a:lnTo>
                    <a:pt x="6" y="31"/>
                  </a:lnTo>
                  <a:lnTo>
                    <a:pt x="0" y="131"/>
                  </a:lnTo>
                  <a:lnTo>
                    <a:pt x="69" y="264"/>
                  </a:lnTo>
                  <a:lnTo>
                    <a:pt x="92" y="282"/>
                  </a:lnTo>
                  <a:lnTo>
                    <a:pt x="121" y="263"/>
                  </a:lnTo>
                  <a:lnTo>
                    <a:pt x="172" y="271"/>
                  </a:lnTo>
                  <a:lnTo>
                    <a:pt x="182" y="315"/>
                  </a:lnTo>
                  <a:lnTo>
                    <a:pt x="220" y="318"/>
                  </a:lnTo>
                  <a:lnTo>
                    <a:pt x="238" y="293"/>
                  </a:lnTo>
                  <a:lnTo>
                    <a:pt x="215" y="263"/>
                  </a:lnTo>
                  <a:lnTo>
                    <a:pt x="187" y="236"/>
                  </a:lnTo>
                  <a:lnTo>
                    <a:pt x="128" y="229"/>
                  </a:lnTo>
                  <a:lnTo>
                    <a:pt x="97" y="178"/>
                  </a:lnTo>
                  <a:lnTo>
                    <a:pt x="132" y="123"/>
                  </a:lnTo>
                  <a:lnTo>
                    <a:pt x="136" y="76"/>
                  </a:lnTo>
                  <a:lnTo>
                    <a:pt x="111" y="15"/>
                  </a:lnTo>
                  <a:lnTo>
                    <a:pt x="4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2" name="Freeform 112">
              <a:extLst>
                <a:ext uri="{FF2B5EF4-FFF2-40B4-BE49-F238E27FC236}">
                  <a16:creationId xmlns:a16="http://schemas.microsoft.com/office/drawing/2014/main" id="{52E53427-022E-4BF5-8C86-569E9F9E031D}"/>
                </a:ext>
              </a:extLst>
            </p:cNvPr>
            <p:cNvSpPr>
              <a:spLocks/>
            </p:cNvSpPr>
            <p:nvPr/>
          </p:nvSpPr>
          <p:spPr bwMode="auto">
            <a:xfrm>
              <a:off x="8974932" y="3628231"/>
              <a:ext cx="26988" cy="31750"/>
            </a:xfrm>
            <a:custGeom>
              <a:avLst/>
              <a:gdLst>
                <a:gd name="T0" fmla="*/ 0 w 52"/>
                <a:gd name="T1" fmla="*/ 0 h 61"/>
                <a:gd name="T2" fmla="*/ 13 w 52"/>
                <a:gd name="T3" fmla="*/ 47 h 61"/>
                <a:gd name="T4" fmla="*/ 35 w 52"/>
                <a:gd name="T5" fmla="*/ 61 h 61"/>
                <a:gd name="T6" fmla="*/ 52 w 52"/>
                <a:gd name="T7" fmla="*/ 40 h 61"/>
                <a:gd name="T8" fmla="*/ 26 w 52"/>
                <a:gd name="T9" fmla="*/ 4 h 61"/>
                <a:gd name="T10" fmla="*/ 0 w 52"/>
                <a:gd name="T11" fmla="*/ 0 h 61"/>
              </a:gdLst>
              <a:ahLst/>
              <a:cxnLst>
                <a:cxn ang="0">
                  <a:pos x="T0" y="T1"/>
                </a:cxn>
                <a:cxn ang="0">
                  <a:pos x="T2" y="T3"/>
                </a:cxn>
                <a:cxn ang="0">
                  <a:pos x="T4" y="T5"/>
                </a:cxn>
                <a:cxn ang="0">
                  <a:pos x="T6" y="T7"/>
                </a:cxn>
                <a:cxn ang="0">
                  <a:pos x="T8" y="T9"/>
                </a:cxn>
                <a:cxn ang="0">
                  <a:pos x="T10" y="T11"/>
                </a:cxn>
              </a:cxnLst>
              <a:rect l="0" t="0" r="r" b="b"/>
              <a:pathLst>
                <a:path w="52" h="61">
                  <a:moveTo>
                    <a:pt x="0" y="0"/>
                  </a:moveTo>
                  <a:lnTo>
                    <a:pt x="13" y="47"/>
                  </a:lnTo>
                  <a:lnTo>
                    <a:pt x="35" y="61"/>
                  </a:lnTo>
                  <a:lnTo>
                    <a:pt x="52" y="40"/>
                  </a:lnTo>
                  <a:lnTo>
                    <a:pt x="26"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3" name="Freeform 113">
              <a:extLst>
                <a:ext uri="{FF2B5EF4-FFF2-40B4-BE49-F238E27FC236}">
                  <a16:creationId xmlns:a16="http://schemas.microsoft.com/office/drawing/2014/main" id="{AF5B1118-3989-4E68-A0A7-97C766EC4CBF}"/>
                </a:ext>
              </a:extLst>
            </p:cNvPr>
            <p:cNvSpPr>
              <a:spLocks/>
            </p:cNvSpPr>
            <p:nvPr/>
          </p:nvSpPr>
          <p:spPr bwMode="auto">
            <a:xfrm>
              <a:off x="8638382" y="3447256"/>
              <a:ext cx="58738" cy="50800"/>
            </a:xfrm>
            <a:custGeom>
              <a:avLst/>
              <a:gdLst>
                <a:gd name="T0" fmla="*/ 70 w 111"/>
                <a:gd name="T1" fmla="*/ 0 h 98"/>
                <a:gd name="T2" fmla="*/ 30 w 111"/>
                <a:gd name="T3" fmla="*/ 11 h 98"/>
                <a:gd name="T4" fmla="*/ 0 w 111"/>
                <a:gd name="T5" fmla="*/ 48 h 98"/>
                <a:gd name="T6" fmla="*/ 25 w 111"/>
                <a:gd name="T7" fmla="*/ 95 h 98"/>
                <a:gd name="T8" fmla="*/ 60 w 111"/>
                <a:gd name="T9" fmla="*/ 98 h 98"/>
                <a:gd name="T10" fmla="*/ 102 w 111"/>
                <a:gd name="T11" fmla="*/ 63 h 98"/>
                <a:gd name="T12" fmla="*/ 111 w 111"/>
                <a:gd name="T13" fmla="*/ 15 h 98"/>
                <a:gd name="T14" fmla="*/ 70 w 111"/>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98">
                  <a:moveTo>
                    <a:pt x="70" y="0"/>
                  </a:moveTo>
                  <a:lnTo>
                    <a:pt x="30" y="11"/>
                  </a:lnTo>
                  <a:lnTo>
                    <a:pt x="0" y="48"/>
                  </a:lnTo>
                  <a:lnTo>
                    <a:pt x="25" y="95"/>
                  </a:lnTo>
                  <a:lnTo>
                    <a:pt x="60" y="98"/>
                  </a:lnTo>
                  <a:lnTo>
                    <a:pt x="102" y="63"/>
                  </a:lnTo>
                  <a:lnTo>
                    <a:pt x="111" y="15"/>
                  </a:lnTo>
                  <a:lnTo>
                    <a:pt x="7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4" name="Freeform 114">
              <a:extLst>
                <a:ext uri="{FF2B5EF4-FFF2-40B4-BE49-F238E27FC236}">
                  <a16:creationId xmlns:a16="http://schemas.microsoft.com/office/drawing/2014/main" id="{F245CF57-156B-4EEC-8109-F3B045C71630}"/>
                </a:ext>
              </a:extLst>
            </p:cNvPr>
            <p:cNvSpPr>
              <a:spLocks/>
            </p:cNvSpPr>
            <p:nvPr/>
          </p:nvSpPr>
          <p:spPr bwMode="auto">
            <a:xfrm>
              <a:off x="8892382" y="3248818"/>
              <a:ext cx="34925" cy="103188"/>
            </a:xfrm>
            <a:custGeom>
              <a:avLst/>
              <a:gdLst>
                <a:gd name="T0" fmla="*/ 64 w 66"/>
                <a:gd name="T1" fmla="*/ 0 h 197"/>
                <a:gd name="T2" fmla="*/ 3 w 66"/>
                <a:gd name="T3" fmla="*/ 47 h 197"/>
                <a:gd name="T4" fmla="*/ 0 w 66"/>
                <a:gd name="T5" fmla="*/ 136 h 197"/>
                <a:gd name="T6" fmla="*/ 53 w 66"/>
                <a:gd name="T7" fmla="*/ 197 h 197"/>
                <a:gd name="T8" fmla="*/ 66 w 66"/>
                <a:gd name="T9" fmla="*/ 185 h 197"/>
                <a:gd name="T10" fmla="*/ 64 w 66"/>
                <a:gd name="T11" fmla="*/ 0 h 197"/>
              </a:gdLst>
              <a:ahLst/>
              <a:cxnLst>
                <a:cxn ang="0">
                  <a:pos x="T0" y="T1"/>
                </a:cxn>
                <a:cxn ang="0">
                  <a:pos x="T2" y="T3"/>
                </a:cxn>
                <a:cxn ang="0">
                  <a:pos x="T4" y="T5"/>
                </a:cxn>
                <a:cxn ang="0">
                  <a:pos x="T6" y="T7"/>
                </a:cxn>
                <a:cxn ang="0">
                  <a:pos x="T8" y="T9"/>
                </a:cxn>
                <a:cxn ang="0">
                  <a:pos x="T10" y="T11"/>
                </a:cxn>
              </a:cxnLst>
              <a:rect l="0" t="0" r="r" b="b"/>
              <a:pathLst>
                <a:path w="66" h="197">
                  <a:moveTo>
                    <a:pt x="64" y="0"/>
                  </a:moveTo>
                  <a:lnTo>
                    <a:pt x="3" y="47"/>
                  </a:lnTo>
                  <a:lnTo>
                    <a:pt x="0" y="136"/>
                  </a:lnTo>
                  <a:lnTo>
                    <a:pt x="53" y="197"/>
                  </a:lnTo>
                  <a:lnTo>
                    <a:pt x="66" y="185"/>
                  </a:lnTo>
                  <a:lnTo>
                    <a:pt x="6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5" name="Freeform 115">
              <a:extLst>
                <a:ext uri="{FF2B5EF4-FFF2-40B4-BE49-F238E27FC236}">
                  <a16:creationId xmlns:a16="http://schemas.microsoft.com/office/drawing/2014/main" id="{FFF0E421-EDB5-45B5-B80D-C1CEF44C743B}"/>
                </a:ext>
              </a:extLst>
            </p:cNvPr>
            <p:cNvSpPr>
              <a:spLocks/>
            </p:cNvSpPr>
            <p:nvPr/>
          </p:nvSpPr>
          <p:spPr bwMode="auto">
            <a:xfrm>
              <a:off x="9054307" y="2959893"/>
              <a:ext cx="65088" cy="93663"/>
            </a:xfrm>
            <a:custGeom>
              <a:avLst/>
              <a:gdLst>
                <a:gd name="T0" fmla="*/ 27 w 121"/>
                <a:gd name="T1" fmla="*/ 0 h 177"/>
                <a:gd name="T2" fmla="*/ 0 w 121"/>
                <a:gd name="T3" fmla="*/ 29 h 177"/>
                <a:gd name="T4" fmla="*/ 11 w 121"/>
                <a:gd name="T5" fmla="*/ 68 h 177"/>
                <a:gd name="T6" fmla="*/ 35 w 121"/>
                <a:gd name="T7" fmla="*/ 69 h 177"/>
                <a:gd name="T8" fmla="*/ 52 w 121"/>
                <a:gd name="T9" fmla="*/ 155 h 177"/>
                <a:gd name="T10" fmla="*/ 72 w 121"/>
                <a:gd name="T11" fmla="*/ 177 h 177"/>
                <a:gd name="T12" fmla="*/ 106 w 121"/>
                <a:gd name="T13" fmla="*/ 145 h 177"/>
                <a:gd name="T14" fmla="*/ 121 w 121"/>
                <a:gd name="T15" fmla="*/ 90 h 177"/>
                <a:gd name="T16" fmla="*/ 78 w 121"/>
                <a:gd name="T17" fmla="*/ 29 h 177"/>
                <a:gd name="T18" fmla="*/ 27 w 121"/>
                <a:gd name="T1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77">
                  <a:moveTo>
                    <a:pt x="27" y="0"/>
                  </a:moveTo>
                  <a:lnTo>
                    <a:pt x="0" y="29"/>
                  </a:lnTo>
                  <a:lnTo>
                    <a:pt x="11" y="68"/>
                  </a:lnTo>
                  <a:lnTo>
                    <a:pt x="35" y="69"/>
                  </a:lnTo>
                  <a:lnTo>
                    <a:pt x="52" y="155"/>
                  </a:lnTo>
                  <a:lnTo>
                    <a:pt x="72" y="177"/>
                  </a:lnTo>
                  <a:lnTo>
                    <a:pt x="106" y="145"/>
                  </a:lnTo>
                  <a:lnTo>
                    <a:pt x="121" y="90"/>
                  </a:lnTo>
                  <a:lnTo>
                    <a:pt x="78" y="29"/>
                  </a:lnTo>
                  <a:lnTo>
                    <a:pt x="27"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6" name="Freeform 116">
              <a:extLst>
                <a:ext uri="{FF2B5EF4-FFF2-40B4-BE49-F238E27FC236}">
                  <a16:creationId xmlns:a16="http://schemas.microsoft.com/office/drawing/2014/main" id="{D8B6CFD6-1A25-40E8-96DC-A25BA39A4CC9}"/>
                </a:ext>
              </a:extLst>
            </p:cNvPr>
            <p:cNvSpPr>
              <a:spLocks/>
            </p:cNvSpPr>
            <p:nvPr/>
          </p:nvSpPr>
          <p:spPr bwMode="auto">
            <a:xfrm>
              <a:off x="9122569" y="2929731"/>
              <a:ext cx="41275" cy="58738"/>
            </a:xfrm>
            <a:custGeom>
              <a:avLst/>
              <a:gdLst>
                <a:gd name="T0" fmla="*/ 49 w 76"/>
                <a:gd name="T1" fmla="*/ 0 h 111"/>
                <a:gd name="T2" fmla="*/ 2 w 76"/>
                <a:gd name="T3" fmla="*/ 45 h 111"/>
                <a:gd name="T4" fmla="*/ 0 w 76"/>
                <a:gd name="T5" fmla="*/ 96 h 111"/>
                <a:gd name="T6" fmla="*/ 12 w 76"/>
                <a:gd name="T7" fmla="*/ 111 h 111"/>
                <a:gd name="T8" fmla="*/ 76 w 76"/>
                <a:gd name="T9" fmla="*/ 56 h 111"/>
                <a:gd name="T10" fmla="*/ 71 w 76"/>
                <a:gd name="T11" fmla="*/ 2 h 111"/>
                <a:gd name="T12" fmla="*/ 49 w 76"/>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76" h="111">
                  <a:moveTo>
                    <a:pt x="49" y="0"/>
                  </a:moveTo>
                  <a:lnTo>
                    <a:pt x="2" y="45"/>
                  </a:lnTo>
                  <a:lnTo>
                    <a:pt x="0" y="96"/>
                  </a:lnTo>
                  <a:lnTo>
                    <a:pt x="12" y="111"/>
                  </a:lnTo>
                  <a:lnTo>
                    <a:pt x="76" y="56"/>
                  </a:lnTo>
                  <a:lnTo>
                    <a:pt x="71" y="2"/>
                  </a:lnTo>
                  <a:lnTo>
                    <a:pt x="4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7" name="Freeform 117">
              <a:extLst>
                <a:ext uri="{FF2B5EF4-FFF2-40B4-BE49-F238E27FC236}">
                  <a16:creationId xmlns:a16="http://schemas.microsoft.com/office/drawing/2014/main" id="{24C6C5DD-9BD3-4381-B7DB-6F1F5D50D88E}"/>
                </a:ext>
              </a:extLst>
            </p:cNvPr>
            <p:cNvSpPr>
              <a:spLocks/>
            </p:cNvSpPr>
            <p:nvPr/>
          </p:nvSpPr>
          <p:spPr bwMode="auto">
            <a:xfrm>
              <a:off x="9070182" y="2659856"/>
              <a:ext cx="225425" cy="279400"/>
            </a:xfrm>
            <a:custGeom>
              <a:avLst/>
              <a:gdLst>
                <a:gd name="T0" fmla="*/ 83 w 427"/>
                <a:gd name="T1" fmla="*/ 404 h 528"/>
                <a:gd name="T2" fmla="*/ 0 w 427"/>
                <a:gd name="T3" fmla="*/ 499 h 528"/>
                <a:gd name="T4" fmla="*/ 14 w 427"/>
                <a:gd name="T5" fmla="*/ 523 h 528"/>
                <a:gd name="T6" fmla="*/ 56 w 427"/>
                <a:gd name="T7" fmla="*/ 528 h 528"/>
                <a:gd name="T8" fmla="*/ 132 w 427"/>
                <a:gd name="T9" fmla="*/ 468 h 528"/>
                <a:gd name="T10" fmla="*/ 187 w 427"/>
                <a:gd name="T11" fmla="*/ 459 h 528"/>
                <a:gd name="T12" fmla="*/ 236 w 427"/>
                <a:gd name="T13" fmla="*/ 515 h 528"/>
                <a:gd name="T14" fmla="*/ 273 w 427"/>
                <a:gd name="T15" fmla="*/ 502 h 528"/>
                <a:gd name="T16" fmla="*/ 288 w 427"/>
                <a:gd name="T17" fmla="*/ 446 h 528"/>
                <a:gd name="T18" fmla="*/ 358 w 427"/>
                <a:gd name="T19" fmla="*/ 444 h 528"/>
                <a:gd name="T20" fmla="*/ 427 w 427"/>
                <a:gd name="T21" fmla="*/ 362 h 528"/>
                <a:gd name="T22" fmla="*/ 392 w 427"/>
                <a:gd name="T23" fmla="*/ 225 h 528"/>
                <a:gd name="T24" fmla="*/ 375 w 427"/>
                <a:gd name="T25" fmla="*/ 153 h 528"/>
                <a:gd name="T26" fmla="*/ 411 w 427"/>
                <a:gd name="T27" fmla="*/ 123 h 528"/>
                <a:gd name="T28" fmla="*/ 329 w 427"/>
                <a:gd name="T29" fmla="*/ 0 h 528"/>
                <a:gd name="T30" fmla="*/ 308 w 427"/>
                <a:gd name="T31" fmla="*/ 1 h 528"/>
                <a:gd name="T32" fmla="*/ 264 w 427"/>
                <a:gd name="T33" fmla="*/ 51 h 528"/>
                <a:gd name="T34" fmla="*/ 264 w 427"/>
                <a:gd name="T35" fmla="*/ 92 h 528"/>
                <a:gd name="T36" fmla="*/ 283 w 427"/>
                <a:gd name="T37" fmla="*/ 114 h 528"/>
                <a:gd name="T38" fmla="*/ 289 w 427"/>
                <a:gd name="T39" fmla="*/ 224 h 528"/>
                <a:gd name="T40" fmla="*/ 240 w 427"/>
                <a:gd name="T41" fmla="*/ 286 h 528"/>
                <a:gd name="T42" fmla="*/ 210 w 427"/>
                <a:gd name="T43" fmla="*/ 269 h 528"/>
                <a:gd name="T44" fmla="*/ 187 w 427"/>
                <a:gd name="T45" fmla="*/ 320 h 528"/>
                <a:gd name="T46" fmla="*/ 182 w 427"/>
                <a:gd name="T47" fmla="*/ 367 h 528"/>
                <a:gd name="T48" fmla="*/ 200 w 427"/>
                <a:gd name="T49" fmla="*/ 396 h 528"/>
                <a:gd name="T50" fmla="*/ 188 w 427"/>
                <a:gd name="T51" fmla="*/ 417 h 528"/>
                <a:gd name="T52" fmla="*/ 150 w 427"/>
                <a:gd name="T53" fmla="*/ 386 h 528"/>
                <a:gd name="T54" fmla="*/ 124 w 427"/>
                <a:gd name="T55" fmla="*/ 386 h 528"/>
                <a:gd name="T56" fmla="*/ 102 w 427"/>
                <a:gd name="T57" fmla="*/ 399 h 528"/>
                <a:gd name="T58" fmla="*/ 83 w 427"/>
                <a:gd name="T59" fmla="*/ 404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7" h="528">
                  <a:moveTo>
                    <a:pt x="83" y="404"/>
                  </a:moveTo>
                  <a:lnTo>
                    <a:pt x="0" y="499"/>
                  </a:lnTo>
                  <a:lnTo>
                    <a:pt x="14" y="523"/>
                  </a:lnTo>
                  <a:lnTo>
                    <a:pt x="56" y="528"/>
                  </a:lnTo>
                  <a:lnTo>
                    <a:pt x="132" y="468"/>
                  </a:lnTo>
                  <a:lnTo>
                    <a:pt x="187" y="459"/>
                  </a:lnTo>
                  <a:lnTo>
                    <a:pt x="236" y="515"/>
                  </a:lnTo>
                  <a:lnTo>
                    <a:pt x="273" y="502"/>
                  </a:lnTo>
                  <a:lnTo>
                    <a:pt x="288" y="446"/>
                  </a:lnTo>
                  <a:lnTo>
                    <a:pt x="358" y="444"/>
                  </a:lnTo>
                  <a:lnTo>
                    <a:pt x="427" y="362"/>
                  </a:lnTo>
                  <a:lnTo>
                    <a:pt x="392" y="225"/>
                  </a:lnTo>
                  <a:lnTo>
                    <a:pt x="375" y="153"/>
                  </a:lnTo>
                  <a:lnTo>
                    <a:pt x="411" y="123"/>
                  </a:lnTo>
                  <a:lnTo>
                    <a:pt x="329" y="0"/>
                  </a:lnTo>
                  <a:lnTo>
                    <a:pt x="308" y="1"/>
                  </a:lnTo>
                  <a:lnTo>
                    <a:pt x="264" y="51"/>
                  </a:lnTo>
                  <a:lnTo>
                    <a:pt x="264" y="92"/>
                  </a:lnTo>
                  <a:lnTo>
                    <a:pt x="283" y="114"/>
                  </a:lnTo>
                  <a:lnTo>
                    <a:pt x="289" y="224"/>
                  </a:lnTo>
                  <a:lnTo>
                    <a:pt x="240" y="286"/>
                  </a:lnTo>
                  <a:lnTo>
                    <a:pt x="210" y="269"/>
                  </a:lnTo>
                  <a:lnTo>
                    <a:pt x="187" y="320"/>
                  </a:lnTo>
                  <a:lnTo>
                    <a:pt x="182" y="367"/>
                  </a:lnTo>
                  <a:lnTo>
                    <a:pt x="200" y="396"/>
                  </a:lnTo>
                  <a:lnTo>
                    <a:pt x="188" y="417"/>
                  </a:lnTo>
                  <a:lnTo>
                    <a:pt x="150" y="386"/>
                  </a:lnTo>
                  <a:lnTo>
                    <a:pt x="124" y="386"/>
                  </a:lnTo>
                  <a:lnTo>
                    <a:pt x="102" y="399"/>
                  </a:lnTo>
                  <a:lnTo>
                    <a:pt x="83" y="40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8" name="Freeform 118">
              <a:extLst>
                <a:ext uri="{FF2B5EF4-FFF2-40B4-BE49-F238E27FC236}">
                  <a16:creationId xmlns:a16="http://schemas.microsoft.com/office/drawing/2014/main" id="{B0AD537F-3722-428B-8E99-49B4026A2FE4}"/>
                </a:ext>
              </a:extLst>
            </p:cNvPr>
            <p:cNvSpPr>
              <a:spLocks/>
            </p:cNvSpPr>
            <p:nvPr/>
          </p:nvSpPr>
          <p:spPr bwMode="auto">
            <a:xfrm>
              <a:off x="9165432" y="2478881"/>
              <a:ext cx="139700" cy="173038"/>
            </a:xfrm>
            <a:custGeom>
              <a:avLst/>
              <a:gdLst>
                <a:gd name="T0" fmla="*/ 44 w 264"/>
                <a:gd name="T1" fmla="*/ 0 h 327"/>
                <a:gd name="T2" fmla="*/ 18 w 264"/>
                <a:gd name="T3" fmla="*/ 23 h 327"/>
                <a:gd name="T4" fmla="*/ 31 w 264"/>
                <a:gd name="T5" fmla="*/ 73 h 327"/>
                <a:gd name="T6" fmla="*/ 55 w 264"/>
                <a:gd name="T7" fmla="*/ 96 h 327"/>
                <a:gd name="T8" fmla="*/ 53 w 264"/>
                <a:gd name="T9" fmla="*/ 171 h 327"/>
                <a:gd name="T10" fmla="*/ 23 w 264"/>
                <a:gd name="T11" fmla="*/ 183 h 327"/>
                <a:gd name="T12" fmla="*/ 0 w 264"/>
                <a:gd name="T13" fmla="*/ 234 h 327"/>
                <a:gd name="T14" fmla="*/ 68 w 264"/>
                <a:gd name="T15" fmla="*/ 327 h 327"/>
                <a:gd name="T16" fmla="*/ 111 w 264"/>
                <a:gd name="T17" fmla="*/ 311 h 327"/>
                <a:gd name="T18" fmla="*/ 120 w 264"/>
                <a:gd name="T19" fmla="*/ 289 h 327"/>
                <a:gd name="T20" fmla="*/ 73 w 264"/>
                <a:gd name="T21" fmla="*/ 245 h 327"/>
                <a:gd name="T22" fmla="*/ 102 w 264"/>
                <a:gd name="T23" fmla="*/ 208 h 327"/>
                <a:gd name="T24" fmla="*/ 133 w 264"/>
                <a:gd name="T25" fmla="*/ 213 h 327"/>
                <a:gd name="T26" fmla="*/ 157 w 264"/>
                <a:gd name="T27" fmla="*/ 239 h 327"/>
                <a:gd name="T28" fmla="*/ 159 w 264"/>
                <a:gd name="T29" fmla="*/ 184 h 327"/>
                <a:gd name="T30" fmla="*/ 226 w 264"/>
                <a:gd name="T31" fmla="*/ 130 h 327"/>
                <a:gd name="T32" fmla="*/ 264 w 264"/>
                <a:gd name="T33" fmla="*/ 120 h 327"/>
                <a:gd name="T34" fmla="*/ 233 w 264"/>
                <a:gd name="T35" fmla="*/ 68 h 327"/>
                <a:gd name="T36" fmla="*/ 218 w 264"/>
                <a:gd name="T37" fmla="*/ 44 h 327"/>
                <a:gd name="T38" fmla="*/ 194 w 264"/>
                <a:gd name="T39" fmla="*/ 61 h 327"/>
                <a:gd name="T40" fmla="*/ 172 w 264"/>
                <a:gd name="T41" fmla="*/ 87 h 327"/>
                <a:gd name="T42" fmla="*/ 127 w 264"/>
                <a:gd name="T43" fmla="*/ 77 h 327"/>
                <a:gd name="T44" fmla="*/ 79 w 264"/>
                <a:gd name="T45" fmla="*/ 45 h 327"/>
                <a:gd name="T46" fmla="*/ 44 w 264"/>
                <a:gd name="T47"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 h="327">
                  <a:moveTo>
                    <a:pt x="44" y="0"/>
                  </a:moveTo>
                  <a:lnTo>
                    <a:pt x="18" y="23"/>
                  </a:lnTo>
                  <a:lnTo>
                    <a:pt x="31" y="73"/>
                  </a:lnTo>
                  <a:lnTo>
                    <a:pt x="55" y="96"/>
                  </a:lnTo>
                  <a:lnTo>
                    <a:pt x="53" y="171"/>
                  </a:lnTo>
                  <a:lnTo>
                    <a:pt x="23" y="183"/>
                  </a:lnTo>
                  <a:lnTo>
                    <a:pt x="0" y="234"/>
                  </a:lnTo>
                  <a:lnTo>
                    <a:pt x="68" y="327"/>
                  </a:lnTo>
                  <a:lnTo>
                    <a:pt x="111" y="311"/>
                  </a:lnTo>
                  <a:lnTo>
                    <a:pt x="120" y="289"/>
                  </a:lnTo>
                  <a:lnTo>
                    <a:pt x="73" y="245"/>
                  </a:lnTo>
                  <a:lnTo>
                    <a:pt x="102" y="208"/>
                  </a:lnTo>
                  <a:lnTo>
                    <a:pt x="133" y="213"/>
                  </a:lnTo>
                  <a:lnTo>
                    <a:pt x="157" y="239"/>
                  </a:lnTo>
                  <a:lnTo>
                    <a:pt x="159" y="184"/>
                  </a:lnTo>
                  <a:lnTo>
                    <a:pt x="226" y="130"/>
                  </a:lnTo>
                  <a:lnTo>
                    <a:pt x="264" y="120"/>
                  </a:lnTo>
                  <a:lnTo>
                    <a:pt x="233" y="68"/>
                  </a:lnTo>
                  <a:lnTo>
                    <a:pt x="218" y="44"/>
                  </a:lnTo>
                  <a:lnTo>
                    <a:pt x="194" y="61"/>
                  </a:lnTo>
                  <a:lnTo>
                    <a:pt x="172" y="87"/>
                  </a:lnTo>
                  <a:lnTo>
                    <a:pt x="127" y="77"/>
                  </a:lnTo>
                  <a:lnTo>
                    <a:pt x="79" y="45"/>
                  </a:lnTo>
                  <a:lnTo>
                    <a:pt x="4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69" name="Freeform 119">
              <a:extLst>
                <a:ext uri="{FF2B5EF4-FFF2-40B4-BE49-F238E27FC236}">
                  <a16:creationId xmlns:a16="http://schemas.microsoft.com/office/drawing/2014/main" id="{DE150054-F25E-4D9A-941B-B9D4D7BD26EA}"/>
                </a:ext>
              </a:extLst>
            </p:cNvPr>
            <p:cNvSpPr>
              <a:spLocks/>
            </p:cNvSpPr>
            <p:nvPr/>
          </p:nvSpPr>
          <p:spPr bwMode="auto">
            <a:xfrm>
              <a:off x="9295607" y="2451893"/>
              <a:ext cx="42863" cy="50800"/>
            </a:xfrm>
            <a:custGeom>
              <a:avLst/>
              <a:gdLst>
                <a:gd name="T0" fmla="*/ 47 w 81"/>
                <a:gd name="T1" fmla="*/ 0 h 95"/>
                <a:gd name="T2" fmla="*/ 0 w 81"/>
                <a:gd name="T3" fmla="*/ 64 h 95"/>
                <a:gd name="T4" fmla="*/ 3 w 81"/>
                <a:gd name="T5" fmla="*/ 95 h 95"/>
                <a:gd name="T6" fmla="*/ 27 w 81"/>
                <a:gd name="T7" fmla="*/ 85 h 95"/>
                <a:gd name="T8" fmla="*/ 81 w 81"/>
                <a:gd name="T9" fmla="*/ 18 h 95"/>
                <a:gd name="T10" fmla="*/ 47 w 81"/>
                <a:gd name="T11" fmla="*/ 0 h 95"/>
              </a:gdLst>
              <a:ahLst/>
              <a:cxnLst>
                <a:cxn ang="0">
                  <a:pos x="T0" y="T1"/>
                </a:cxn>
                <a:cxn ang="0">
                  <a:pos x="T2" y="T3"/>
                </a:cxn>
                <a:cxn ang="0">
                  <a:pos x="T4" y="T5"/>
                </a:cxn>
                <a:cxn ang="0">
                  <a:pos x="T6" y="T7"/>
                </a:cxn>
                <a:cxn ang="0">
                  <a:pos x="T8" y="T9"/>
                </a:cxn>
                <a:cxn ang="0">
                  <a:pos x="T10" y="T11"/>
                </a:cxn>
              </a:cxnLst>
              <a:rect l="0" t="0" r="r" b="b"/>
              <a:pathLst>
                <a:path w="81" h="95">
                  <a:moveTo>
                    <a:pt x="47" y="0"/>
                  </a:moveTo>
                  <a:lnTo>
                    <a:pt x="0" y="64"/>
                  </a:lnTo>
                  <a:lnTo>
                    <a:pt x="3" y="95"/>
                  </a:lnTo>
                  <a:lnTo>
                    <a:pt x="27" y="85"/>
                  </a:lnTo>
                  <a:lnTo>
                    <a:pt x="81" y="18"/>
                  </a:lnTo>
                  <a:lnTo>
                    <a:pt x="47"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0" name="Freeform 120">
              <a:extLst>
                <a:ext uri="{FF2B5EF4-FFF2-40B4-BE49-F238E27FC236}">
                  <a16:creationId xmlns:a16="http://schemas.microsoft.com/office/drawing/2014/main" id="{0F250538-36ED-45B4-A854-0C15EC9480DB}"/>
                </a:ext>
              </a:extLst>
            </p:cNvPr>
            <p:cNvSpPr>
              <a:spLocks/>
            </p:cNvSpPr>
            <p:nvPr/>
          </p:nvSpPr>
          <p:spPr bwMode="auto">
            <a:xfrm>
              <a:off x="9343232" y="2393156"/>
              <a:ext cx="30163" cy="49213"/>
            </a:xfrm>
            <a:custGeom>
              <a:avLst/>
              <a:gdLst>
                <a:gd name="T0" fmla="*/ 16 w 56"/>
                <a:gd name="T1" fmla="*/ 16 h 91"/>
                <a:gd name="T2" fmla="*/ 0 w 56"/>
                <a:gd name="T3" fmla="*/ 61 h 91"/>
                <a:gd name="T4" fmla="*/ 2 w 56"/>
                <a:gd name="T5" fmla="*/ 91 h 91"/>
                <a:gd name="T6" fmla="*/ 29 w 56"/>
                <a:gd name="T7" fmla="*/ 72 h 91"/>
                <a:gd name="T8" fmla="*/ 56 w 56"/>
                <a:gd name="T9" fmla="*/ 20 h 91"/>
                <a:gd name="T10" fmla="*/ 56 w 56"/>
                <a:gd name="T11" fmla="*/ 0 h 91"/>
                <a:gd name="T12" fmla="*/ 16 w 56"/>
                <a:gd name="T13" fmla="*/ 16 h 91"/>
              </a:gdLst>
              <a:ahLst/>
              <a:cxnLst>
                <a:cxn ang="0">
                  <a:pos x="T0" y="T1"/>
                </a:cxn>
                <a:cxn ang="0">
                  <a:pos x="T2" y="T3"/>
                </a:cxn>
                <a:cxn ang="0">
                  <a:pos x="T4" y="T5"/>
                </a:cxn>
                <a:cxn ang="0">
                  <a:pos x="T6" y="T7"/>
                </a:cxn>
                <a:cxn ang="0">
                  <a:pos x="T8" y="T9"/>
                </a:cxn>
                <a:cxn ang="0">
                  <a:pos x="T10" y="T11"/>
                </a:cxn>
                <a:cxn ang="0">
                  <a:pos x="T12" y="T13"/>
                </a:cxn>
              </a:cxnLst>
              <a:rect l="0" t="0" r="r" b="b"/>
              <a:pathLst>
                <a:path w="56" h="91">
                  <a:moveTo>
                    <a:pt x="16" y="16"/>
                  </a:moveTo>
                  <a:lnTo>
                    <a:pt x="0" y="61"/>
                  </a:lnTo>
                  <a:lnTo>
                    <a:pt x="2" y="91"/>
                  </a:lnTo>
                  <a:lnTo>
                    <a:pt x="29" y="72"/>
                  </a:lnTo>
                  <a:lnTo>
                    <a:pt x="56" y="20"/>
                  </a:lnTo>
                  <a:lnTo>
                    <a:pt x="56" y="0"/>
                  </a:lnTo>
                  <a:lnTo>
                    <a:pt x="16" y="1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1" name="Freeform 121">
              <a:extLst>
                <a:ext uri="{FF2B5EF4-FFF2-40B4-BE49-F238E27FC236}">
                  <a16:creationId xmlns:a16="http://schemas.microsoft.com/office/drawing/2014/main" id="{94D14EBB-F080-43F5-AA8F-B95A285AB72C}"/>
                </a:ext>
              </a:extLst>
            </p:cNvPr>
            <p:cNvSpPr>
              <a:spLocks/>
            </p:cNvSpPr>
            <p:nvPr/>
          </p:nvSpPr>
          <p:spPr bwMode="auto">
            <a:xfrm>
              <a:off x="9390857" y="2194718"/>
              <a:ext cx="30163" cy="36513"/>
            </a:xfrm>
            <a:custGeom>
              <a:avLst/>
              <a:gdLst>
                <a:gd name="T0" fmla="*/ 21 w 55"/>
                <a:gd name="T1" fmla="*/ 0 h 68"/>
                <a:gd name="T2" fmla="*/ 0 w 55"/>
                <a:gd name="T3" fmla="*/ 26 h 68"/>
                <a:gd name="T4" fmla="*/ 2 w 55"/>
                <a:gd name="T5" fmla="*/ 68 h 68"/>
                <a:gd name="T6" fmla="*/ 22 w 55"/>
                <a:gd name="T7" fmla="*/ 66 h 68"/>
                <a:gd name="T8" fmla="*/ 55 w 55"/>
                <a:gd name="T9" fmla="*/ 8 h 68"/>
                <a:gd name="T10" fmla="*/ 21 w 55"/>
                <a:gd name="T11" fmla="*/ 0 h 68"/>
              </a:gdLst>
              <a:ahLst/>
              <a:cxnLst>
                <a:cxn ang="0">
                  <a:pos x="T0" y="T1"/>
                </a:cxn>
                <a:cxn ang="0">
                  <a:pos x="T2" y="T3"/>
                </a:cxn>
                <a:cxn ang="0">
                  <a:pos x="T4" y="T5"/>
                </a:cxn>
                <a:cxn ang="0">
                  <a:pos x="T6" y="T7"/>
                </a:cxn>
                <a:cxn ang="0">
                  <a:pos x="T8" y="T9"/>
                </a:cxn>
                <a:cxn ang="0">
                  <a:pos x="T10" y="T11"/>
                </a:cxn>
              </a:cxnLst>
              <a:rect l="0" t="0" r="r" b="b"/>
              <a:pathLst>
                <a:path w="55" h="68">
                  <a:moveTo>
                    <a:pt x="21" y="0"/>
                  </a:moveTo>
                  <a:lnTo>
                    <a:pt x="0" y="26"/>
                  </a:lnTo>
                  <a:lnTo>
                    <a:pt x="2" y="68"/>
                  </a:lnTo>
                  <a:lnTo>
                    <a:pt x="22" y="66"/>
                  </a:lnTo>
                  <a:lnTo>
                    <a:pt x="55" y="8"/>
                  </a:lnTo>
                  <a:lnTo>
                    <a:pt x="2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2" name="Freeform 122">
              <a:extLst>
                <a:ext uri="{FF2B5EF4-FFF2-40B4-BE49-F238E27FC236}">
                  <a16:creationId xmlns:a16="http://schemas.microsoft.com/office/drawing/2014/main" id="{2D7F4D13-9AD4-42B9-9B9D-0A25F4B541C1}"/>
                </a:ext>
              </a:extLst>
            </p:cNvPr>
            <p:cNvSpPr>
              <a:spLocks/>
            </p:cNvSpPr>
            <p:nvPr/>
          </p:nvSpPr>
          <p:spPr bwMode="auto">
            <a:xfrm>
              <a:off x="9382919" y="2247106"/>
              <a:ext cx="20638" cy="42863"/>
            </a:xfrm>
            <a:custGeom>
              <a:avLst/>
              <a:gdLst>
                <a:gd name="T0" fmla="*/ 0 w 39"/>
                <a:gd name="T1" fmla="*/ 1 h 82"/>
                <a:gd name="T2" fmla="*/ 0 w 39"/>
                <a:gd name="T3" fmla="*/ 74 h 82"/>
                <a:gd name="T4" fmla="*/ 22 w 39"/>
                <a:gd name="T5" fmla="*/ 82 h 82"/>
                <a:gd name="T6" fmla="*/ 39 w 39"/>
                <a:gd name="T7" fmla="*/ 56 h 82"/>
                <a:gd name="T8" fmla="*/ 39 w 39"/>
                <a:gd name="T9" fmla="*/ 0 h 82"/>
                <a:gd name="T10" fmla="*/ 0 w 39"/>
                <a:gd name="T11" fmla="*/ 1 h 82"/>
              </a:gdLst>
              <a:ahLst/>
              <a:cxnLst>
                <a:cxn ang="0">
                  <a:pos x="T0" y="T1"/>
                </a:cxn>
                <a:cxn ang="0">
                  <a:pos x="T2" y="T3"/>
                </a:cxn>
                <a:cxn ang="0">
                  <a:pos x="T4" y="T5"/>
                </a:cxn>
                <a:cxn ang="0">
                  <a:pos x="T6" y="T7"/>
                </a:cxn>
                <a:cxn ang="0">
                  <a:pos x="T8" y="T9"/>
                </a:cxn>
                <a:cxn ang="0">
                  <a:pos x="T10" y="T11"/>
                </a:cxn>
              </a:cxnLst>
              <a:rect l="0" t="0" r="r" b="b"/>
              <a:pathLst>
                <a:path w="39" h="82">
                  <a:moveTo>
                    <a:pt x="0" y="1"/>
                  </a:moveTo>
                  <a:lnTo>
                    <a:pt x="0" y="74"/>
                  </a:lnTo>
                  <a:lnTo>
                    <a:pt x="22" y="82"/>
                  </a:lnTo>
                  <a:lnTo>
                    <a:pt x="39" y="56"/>
                  </a:lnTo>
                  <a:lnTo>
                    <a:pt x="39" y="0"/>
                  </a:lnTo>
                  <a:lnTo>
                    <a:pt x="0" y="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3" name="Freeform 123">
              <a:extLst>
                <a:ext uri="{FF2B5EF4-FFF2-40B4-BE49-F238E27FC236}">
                  <a16:creationId xmlns:a16="http://schemas.microsoft.com/office/drawing/2014/main" id="{0E8831C1-18AF-4021-9B14-C7DAE49755C4}"/>
                </a:ext>
              </a:extLst>
            </p:cNvPr>
            <p:cNvSpPr>
              <a:spLocks/>
            </p:cNvSpPr>
            <p:nvPr/>
          </p:nvSpPr>
          <p:spPr bwMode="auto">
            <a:xfrm>
              <a:off x="9027319" y="2108993"/>
              <a:ext cx="177800" cy="349250"/>
            </a:xfrm>
            <a:custGeom>
              <a:avLst/>
              <a:gdLst>
                <a:gd name="T0" fmla="*/ 2 w 338"/>
                <a:gd name="T1" fmla="*/ 0 h 659"/>
                <a:gd name="T2" fmla="*/ 0 w 338"/>
                <a:gd name="T3" fmla="*/ 106 h 659"/>
                <a:gd name="T4" fmla="*/ 133 w 338"/>
                <a:gd name="T5" fmla="*/ 311 h 659"/>
                <a:gd name="T6" fmla="*/ 181 w 338"/>
                <a:gd name="T7" fmla="*/ 489 h 659"/>
                <a:gd name="T8" fmla="*/ 264 w 338"/>
                <a:gd name="T9" fmla="*/ 647 h 659"/>
                <a:gd name="T10" fmla="*/ 296 w 338"/>
                <a:gd name="T11" fmla="*/ 659 h 659"/>
                <a:gd name="T12" fmla="*/ 325 w 338"/>
                <a:gd name="T13" fmla="*/ 636 h 659"/>
                <a:gd name="T14" fmla="*/ 338 w 338"/>
                <a:gd name="T15" fmla="*/ 597 h 659"/>
                <a:gd name="T16" fmla="*/ 218 w 338"/>
                <a:gd name="T17" fmla="*/ 467 h 659"/>
                <a:gd name="T18" fmla="*/ 221 w 338"/>
                <a:gd name="T19" fmla="*/ 399 h 659"/>
                <a:gd name="T20" fmla="*/ 248 w 338"/>
                <a:gd name="T21" fmla="*/ 388 h 659"/>
                <a:gd name="T22" fmla="*/ 254 w 338"/>
                <a:gd name="T23" fmla="*/ 348 h 659"/>
                <a:gd name="T24" fmla="*/ 20 w 338"/>
                <a:gd name="T25" fmla="*/ 16 h 659"/>
                <a:gd name="T26" fmla="*/ 2 w 338"/>
                <a:gd name="T27" fmla="*/ 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659">
                  <a:moveTo>
                    <a:pt x="2" y="0"/>
                  </a:moveTo>
                  <a:lnTo>
                    <a:pt x="0" y="106"/>
                  </a:lnTo>
                  <a:lnTo>
                    <a:pt x="133" y="311"/>
                  </a:lnTo>
                  <a:lnTo>
                    <a:pt x="181" y="489"/>
                  </a:lnTo>
                  <a:lnTo>
                    <a:pt x="264" y="647"/>
                  </a:lnTo>
                  <a:lnTo>
                    <a:pt x="296" y="659"/>
                  </a:lnTo>
                  <a:lnTo>
                    <a:pt x="325" y="636"/>
                  </a:lnTo>
                  <a:lnTo>
                    <a:pt x="338" y="597"/>
                  </a:lnTo>
                  <a:lnTo>
                    <a:pt x="218" y="467"/>
                  </a:lnTo>
                  <a:lnTo>
                    <a:pt x="221" y="399"/>
                  </a:lnTo>
                  <a:lnTo>
                    <a:pt x="248" y="388"/>
                  </a:lnTo>
                  <a:lnTo>
                    <a:pt x="254" y="348"/>
                  </a:lnTo>
                  <a:lnTo>
                    <a:pt x="20" y="16"/>
                  </a:lnTo>
                  <a:lnTo>
                    <a:pt x="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4" name="Freeform 124">
              <a:extLst>
                <a:ext uri="{FF2B5EF4-FFF2-40B4-BE49-F238E27FC236}">
                  <a16:creationId xmlns:a16="http://schemas.microsoft.com/office/drawing/2014/main" id="{057C61CF-EC7D-4B57-A660-9C4EB6774B7A}"/>
                </a:ext>
              </a:extLst>
            </p:cNvPr>
            <p:cNvSpPr>
              <a:spLocks/>
            </p:cNvSpPr>
            <p:nvPr/>
          </p:nvSpPr>
          <p:spPr bwMode="auto">
            <a:xfrm>
              <a:off x="9498807" y="1935956"/>
              <a:ext cx="38100" cy="30163"/>
            </a:xfrm>
            <a:custGeom>
              <a:avLst/>
              <a:gdLst>
                <a:gd name="T0" fmla="*/ 33 w 72"/>
                <a:gd name="T1" fmla="*/ 0 h 59"/>
                <a:gd name="T2" fmla="*/ 0 w 72"/>
                <a:gd name="T3" fmla="*/ 3 h 59"/>
                <a:gd name="T4" fmla="*/ 19 w 72"/>
                <a:gd name="T5" fmla="*/ 31 h 59"/>
                <a:gd name="T6" fmla="*/ 60 w 72"/>
                <a:gd name="T7" fmla="*/ 59 h 59"/>
                <a:gd name="T8" fmla="*/ 72 w 72"/>
                <a:gd name="T9" fmla="*/ 46 h 59"/>
                <a:gd name="T10" fmla="*/ 33 w 72"/>
                <a:gd name="T11" fmla="*/ 0 h 59"/>
              </a:gdLst>
              <a:ahLst/>
              <a:cxnLst>
                <a:cxn ang="0">
                  <a:pos x="T0" y="T1"/>
                </a:cxn>
                <a:cxn ang="0">
                  <a:pos x="T2" y="T3"/>
                </a:cxn>
                <a:cxn ang="0">
                  <a:pos x="T4" y="T5"/>
                </a:cxn>
                <a:cxn ang="0">
                  <a:pos x="T6" y="T7"/>
                </a:cxn>
                <a:cxn ang="0">
                  <a:pos x="T8" y="T9"/>
                </a:cxn>
                <a:cxn ang="0">
                  <a:pos x="T10" y="T11"/>
                </a:cxn>
              </a:cxnLst>
              <a:rect l="0" t="0" r="r" b="b"/>
              <a:pathLst>
                <a:path w="72" h="59">
                  <a:moveTo>
                    <a:pt x="33" y="0"/>
                  </a:moveTo>
                  <a:lnTo>
                    <a:pt x="0" y="3"/>
                  </a:lnTo>
                  <a:lnTo>
                    <a:pt x="19" y="31"/>
                  </a:lnTo>
                  <a:lnTo>
                    <a:pt x="60" y="59"/>
                  </a:lnTo>
                  <a:lnTo>
                    <a:pt x="72" y="46"/>
                  </a:lnTo>
                  <a:lnTo>
                    <a:pt x="3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5" name="Freeform 125">
              <a:extLst>
                <a:ext uri="{FF2B5EF4-FFF2-40B4-BE49-F238E27FC236}">
                  <a16:creationId xmlns:a16="http://schemas.microsoft.com/office/drawing/2014/main" id="{3C01F949-C4BD-4110-8305-A16695D19603}"/>
                </a:ext>
              </a:extLst>
            </p:cNvPr>
            <p:cNvSpPr>
              <a:spLocks/>
            </p:cNvSpPr>
            <p:nvPr/>
          </p:nvSpPr>
          <p:spPr bwMode="auto">
            <a:xfrm>
              <a:off x="9551194" y="1945481"/>
              <a:ext cx="30163" cy="22225"/>
            </a:xfrm>
            <a:custGeom>
              <a:avLst/>
              <a:gdLst>
                <a:gd name="T0" fmla="*/ 0 w 59"/>
                <a:gd name="T1" fmla="*/ 0 h 42"/>
                <a:gd name="T2" fmla="*/ 4 w 59"/>
                <a:gd name="T3" fmla="*/ 28 h 42"/>
                <a:gd name="T4" fmla="*/ 54 w 59"/>
                <a:gd name="T5" fmla="*/ 42 h 42"/>
                <a:gd name="T6" fmla="*/ 59 w 59"/>
                <a:gd name="T7" fmla="*/ 23 h 42"/>
                <a:gd name="T8" fmla="*/ 0 w 59"/>
                <a:gd name="T9" fmla="*/ 0 h 42"/>
              </a:gdLst>
              <a:ahLst/>
              <a:cxnLst>
                <a:cxn ang="0">
                  <a:pos x="T0" y="T1"/>
                </a:cxn>
                <a:cxn ang="0">
                  <a:pos x="T2" y="T3"/>
                </a:cxn>
                <a:cxn ang="0">
                  <a:pos x="T4" y="T5"/>
                </a:cxn>
                <a:cxn ang="0">
                  <a:pos x="T6" y="T7"/>
                </a:cxn>
                <a:cxn ang="0">
                  <a:pos x="T8" y="T9"/>
                </a:cxn>
              </a:cxnLst>
              <a:rect l="0" t="0" r="r" b="b"/>
              <a:pathLst>
                <a:path w="59" h="42">
                  <a:moveTo>
                    <a:pt x="0" y="0"/>
                  </a:moveTo>
                  <a:lnTo>
                    <a:pt x="4" y="28"/>
                  </a:lnTo>
                  <a:lnTo>
                    <a:pt x="54" y="42"/>
                  </a:lnTo>
                  <a:lnTo>
                    <a:pt x="59" y="23"/>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6" name="Freeform 126">
              <a:extLst>
                <a:ext uri="{FF2B5EF4-FFF2-40B4-BE49-F238E27FC236}">
                  <a16:creationId xmlns:a16="http://schemas.microsoft.com/office/drawing/2014/main" id="{A7F3D9C2-6E0C-4D80-AAE7-1825C4259330}"/>
                </a:ext>
              </a:extLst>
            </p:cNvPr>
            <p:cNvSpPr>
              <a:spLocks/>
            </p:cNvSpPr>
            <p:nvPr/>
          </p:nvSpPr>
          <p:spPr bwMode="auto">
            <a:xfrm>
              <a:off x="9697244" y="2002631"/>
              <a:ext cx="34925" cy="20638"/>
            </a:xfrm>
            <a:custGeom>
              <a:avLst/>
              <a:gdLst>
                <a:gd name="T0" fmla="*/ 0 w 64"/>
                <a:gd name="T1" fmla="*/ 0 h 39"/>
                <a:gd name="T2" fmla="*/ 21 w 64"/>
                <a:gd name="T3" fmla="*/ 39 h 39"/>
                <a:gd name="T4" fmla="*/ 56 w 64"/>
                <a:gd name="T5" fmla="*/ 37 h 39"/>
                <a:gd name="T6" fmla="*/ 64 w 64"/>
                <a:gd name="T7" fmla="*/ 10 h 39"/>
                <a:gd name="T8" fmla="*/ 0 w 64"/>
                <a:gd name="T9" fmla="*/ 0 h 39"/>
              </a:gdLst>
              <a:ahLst/>
              <a:cxnLst>
                <a:cxn ang="0">
                  <a:pos x="T0" y="T1"/>
                </a:cxn>
                <a:cxn ang="0">
                  <a:pos x="T2" y="T3"/>
                </a:cxn>
                <a:cxn ang="0">
                  <a:pos x="T4" y="T5"/>
                </a:cxn>
                <a:cxn ang="0">
                  <a:pos x="T6" y="T7"/>
                </a:cxn>
                <a:cxn ang="0">
                  <a:pos x="T8" y="T9"/>
                </a:cxn>
              </a:cxnLst>
              <a:rect l="0" t="0" r="r" b="b"/>
              <a:pathLst>
                <a:path w="64" h="39">
                  <a:moveTo>
                    <a:pt x="0" y="0"/>
                  </a:moveTo>
                  <a:lnTo>
                    <a:pt x="21" y="39"/>
                  </a:lnTo>
                  <a:lnTo>
                    <a:pt x="56" y="37"/>
                  </a:lnTo>
                  <a:lnTo>
                    <a:pt x="64" y="1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7" name="Freeform 131">
              <a:extLst>
                <a:ext uri="{FF2B5EF4-FFF2-40B4-BE49-F238E27FC236}">
                  <a16:creationId xmlns:a16="http://schemas.microsoft.com/office/drawing/2014/main" id="{8857EDC1-1505-4371-B7EE-98C2E841D4B7}"/>
                </a:ext>
              </a:extLst>
            </p:cNvPr>
            <p:cNvSpPr>
              <a:spLocks/>
            </p:cNvSpPr>
            <p:nvPr/>
          </p:nvSpPr>
          <p:spPr bwMode="auto">
            <a:xfrm>
              <a:off x="9749632" y="1345406"/>
              <a:ext cx="68263" cy="47625"/>
            </a:xfrm>
            <a:custGeom>
              <a:avLst/>
              <a:gdLst>
                <a:gd name="T0" fmla="*/ 50 w 129"/>
                <a:gd name="T1" fmla="*/ 0 h 89"/>
                <a:gd name="T2" fmla="*/ 10 w 129"/>
                <a:gd name="T3" fmla="*/ 26 h 89"/>
                <a:gd name="T4" fmla="*/ 0 w 129"/>
                <a:gd name="T5" fmla="*/ 60 h 89"/>
                <a:gd name="T6" fmla="*/ 19 w 129"/>
                <a:gd name="T7" fmla="*/ 82 h 89"/>
                <a:gd name="T8" fmla="*/ 62 w 129"/>
                <a:gd name="T9" fmla="*/ 67 h 89"/>
                <a:gd name="T10" fmla="*/ 105 w 129"/>
                <a:gd name="T11" fmla="*/ 82 h 89"/>
                <a:gd name="T12" fmla="*/ 129 w 129"/>
                <a:gd name="T13" fmla="*/ 89 h 89"/>
                <a:gd name="T14" fmla="*/ 126 w 129"/>
                <a:gd name="T15" fmla="*/ 10 h 89"/>
                <a:gd name="T16" fmla="*/ 50 w 129"/>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89">
                  <a:moveTo>
                    <a:pt x="50" y="0"/>
                  </a:moveTo>
                  <a:lnTo>
                    <a:pt x="10" y="26"/>
                  </a:lnTo>
                  <a:lnTo>
                    <a:pt x="0" y="60"/>
                  </a:lnTo>
                  <a:lnTo>
                    <a:pt x="19" y="82"/>
                  </a:lnTo>
                  <a:lnTo>
                    <a:pt x="62" y="67"/>
                  </a:lnTo>
                  <a:lnTo>
                    <a:pt x="105" y="82"/>
                  </a:lnTo>
                  <a:lnTo>
                    <a:pt x="129" y="89"/>
                  </a:lnTo>
                  <a:lnTo>
                    <a:pt x="126" y="10"/>
                  </a:lnTo>
                  <a:lnTo>
                    <a:pt x="5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8" name="Freeform 136">
              <a:extLst>
                <a:ext uri="{FF2B5EF4-FFF2-40B4-BE49-F238E27FC236}">
                  <a16:creationId xmlns:a16="http://schemas.microsoft.com/office/drawing/2014/main" id="{01457424-E244-472E-811A-286D6FC7D7B0}"/>
                </a:ext>
              </a:extLst>
            </p:cNvPr>
            <p:cNvSpPr>
              <a:spLocks/>
            </p:cNvSpPr>
            <p:nvPr/>
          </p:nvSpPr>
          <p:spPr bwMode="auto">
            <a:xfrm>
              <a:off x="2239169" y="1997868"/>
              <a:ext cx="19050" cy="26988"/>
            </a:xfrm>
            <a:custGeom>
              <a:avLst/>
              <a:gdLst>
                <a:gd name="T0" fmla="*/ 3 w 38"/>
                <a:gd name="T1" fmla="*/ 0 h 52"/>
                <a:gd name="T2" fmla="*/ 0 w 38"/>
                <a:gd name="T3" fmla="*/ 52 h 52"/>
                <a:gd name="T4" fmla="*/ 38 w 38"/>
                <a:gd name="T5" fmla="*/ 43 h 52"/>
                <a:gd name="T6" fmla="*/ 38 w 38"/>
                <a:gd name="T7" fmla="*/ 20 h 52"/>
                <a:gd name="T8" fmla="*/ 3 w 38"/>
                <a:gd name="T9" fmla="*/ 0 h 52"/>
              </a:gdLst>
              <a:ahLst/>
              <a:cxnLst>
                <a:cxn ang="0">
                  <a:pos x="T0" y="T1"/>
                </a:cxn>
                <a:cxn ang="0">
                  <a:pos x="T2" y="T3"/>
                </a:cxn>
                <a:cxn ang="0">
                  <a:pos x="T4" y="T5"/>
                </a:cxn>
                <a:cxn ang="0">
                  <a:pos x="T6" y="T7"/>
                </a:cxn>
                <a:cxn ang="0">
                  <a:pos x="T8" y="T9"/>
                </a:cxn>
              </a:cxnLst>
              <a:rect l="0" t="0" r="r" b="b"/>
              <a:pathLst>
                <a:path w="38" h="52">
                  <a:moveTo>
                    <a:pt x="3" y="0"/>
                  </a:moveTo>
                  <a:lnTo>
                    <a:pt x="0" y="52"/>
                  </a:lnTo>
                  <a:lnTo>
                    <a:pt x="38" y="43"/>
                  </a:lnTo>
                  <a:lnTo>
                    <a:pt x="38" y="20"/>
                  </a:lnTo>
                  <a:lnTo>
                    <a:pt x="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79" name="Freeform 137">
              <a:extLst>
                <a:ext uri="{FF2B5EF4-FFF2-40B4-BE49-F238E27FC236}">
                  <a16:creationId xmlns:a16="http://schemas.microsoft.com/office/drawing/2014/main" id="{79EE9564-D74A-48E7-9E67-D61E5D7256D2}"/>
                </a:ext>
              </a:extLst>
            </p:cNvPr>
            <p:cNvSpPr>
              <a:spLocks/>
            </p:cNvSpPr>
            <p:nvPr/>
          </p:nvSpPr>
          <p:spPr bwMode="auto">
            <a:xfrm>
              <a:off x="2170907" y="2008981"/>
              <a:ext cx="52388" cy="41275"/>
            </a:xfrm>
            <a:custGeom>
              <a:avLst/>
              <a:gdLst>
                <a:gd name="T0" fmla="*/ 74 w 98"/>
                <a:gd name="T1" fmla="*/ 0 h 78"/>
                <a:gd name="T2" fmla="*/ 0 w 98"/>
                <a:gd name="T3" fmla="*/ 37 h 78"/>
                <a:gd name="T4" fmla="*/ 12 w 98"/>
                <a:gd name="T5" fmla="*/ 78 h 78"/>
                <a:gd name="T6" fmla="*/ 41 w 98"/>
                <a:gd name="T7" fmla="*/ 54 h 78"/>
                <a:gd name="T8" fmla="*/ 98 w 98"/>
                <a:gd name="T9" fmla="*/ 29 h 78"/>
                <a:gd name="T10" fmla="*/ 74 w 98"/>
                <a:gd name="T11" fmla="*/ 0 h 78"/>
              </a:gdLst>
              <a:ahLst/>
              <a:cxnLst>
                <a:cxn ang="0">
                  <a:pos x="T0" y="T1"/>
                </a:cxn>
                <a:cxn ang="0">
                  <a:pos x="T2" y="T3"/>
                </a:cxn>
                <a:cxn ang="0">
                  <a:pos x="T4" y="T5"/>
                </a:cxn>
                <a:cxn ang="0">
                  <a:pos x="T6" y="T7"/>
                </a:cxn>
                <a:cxn ang="0">
                  <a:pos x="T8" y="T9"/>
                </a:cxn>
                <a:cxn ang="0">
                  <a:pos x="T10" y="T11"/>
                </a:cxn>
              </a:cxnLst>
              <a:rect l="0" t="0" r="r" b="b"/>
              <a:pathLst>
                <a:path w="98" h="78">
                  <a:moveTo>
                    <a:pt x="74" y="0"/>
                  </a:moveTo>
                  <a:lnTo>
                    <a:pt x="0" y="37"/>
                  </a:lnTo>
                  <a:lnTo>
                    <a:pt x="12" y="78"/>
                  </a:lnTo>
                  <a:lnTo>
                    <a:pt x="41" y="54"/>
                  </a:lnTo>
                  <a:lnTo>
                    <a:pt x="98" y="29"/>
                  </a:lnTo>
                  <a:lnTo>
                    <a:pt x="7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0" name="Freeform 138">
              <a:extLst>
                <a:ext uri="{FF2B5EF4-FFF2-40B4-BE49-F238E27FC236}">
                  <a16:creationId xmlns:a16="http://schemas.microsoft.com/office/drawing/2014/main" id="{7406E5CF-C087-42E6-97DF-B0AC04303FF9}"/>
                </a:ext>
              </a:extLst>
            </p:cNvPr>
            <p:cNvSpPr>
              <a:spLocks/>
            </p:cNvSpPr>
            <p:nvPr/>
          </p:nvSpPr>
          <p:spPr bwMode="auto">
            <a:xfrm>
              <a:off x="2015332" y="2029618"/>
              <a:ext cx="31750" cy="34925"/>
            </a:xfrm>
            <a:custGeom>
              <a:avLst/>
              <a:gdLst>
                <a:gd name="T0" fmla="*/ 60 w 60"/>
                <a:gd name="T1" fmla="*/ 11 h 66"/>
                <a:gd name="T2" fmla="*/ 9 w 60"/>
                <a:gd name="T3" fmla="*/ 0 h 66"/>
                <a:gd name="T4" fmla="*/ 0 w 60"/>
                <a:gd name="T5" fmla="*/ 23 h 66"/>
                <a:gd name="T6" fmla="*/ 6 w 60"/>
                <a:gd name="T7" fmla="*/ 66 h 66"/>
                <a:gd name="T8" fmla="*/ 60 w 60"/>
                <a:gd name="T9" fmla="*/ 11 h 66"/>
              </a:gdLst>
              <a:ahLst/>
              <a:cxnLst>
                <a:cxn ang="0">
                  <a:pos x="T0" y="T1"/>
                </a:cxn>
                <a:cxn ang="0">
                  <a:pos x="T2" y="T3"/>
                </a:cxn>
                <a:cxn ang="0">
                  <a:pos x="T4" y="T5"/>
                </a:cxn>
                <a:cxn ang="0">
                  <a:pos x="T6" y="T7"/>
                </a:cxn>
                <a:cxn ang="0">
                  <a:pos x="T8" y="T9"/>
                </a:cxn>
              </a:cxnLst>
              <a:rect l="0" t="0" r="r" b="b"/>
              <a:pathLst>
                <a:path w="60" h="66">
                  <a:moveTo>
                    <a:pt x="60" y="11"/>
                  </a:moveTo>
                  <a:lnTo>
                    <a:pt x="9" y="0"/>
                  </a:lnTo>
                  <a:lnTo>
                    <a:pt x="0" y="23"/>
                  </a:lnTo>
                  <a:lnTo>
                    <a:pt x="6" y="66"/>
                  </a:lnTo>
                  <a:lnTo>
                    <a:pt x="60" y="1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1" name="Freeform 139">
              <a:extLst>
                <a:ext uri="{FF2B5EF4-FFF2-40B4-BE49-F238E27FC236}">
                  <a16:creationId xmlns:a16="http://schemas.microsoft.com/office/drawing/2014/main" id="{5C693B80-868C-480A-85C7-C6117504B903}"/>
                </a:ext>
              </a:extLst>
            </p:cNvPr>
            <p:cNvSpPr>
              <a:spLocks/>
            </p:cNvSpPr>
            <p:nvPr/>
          </p:nvSpPr>
          <p:spPr bwMode="auto">
            <a:xfrm>
              <a:off x="1955007" y="2023268"/>
              <a:ext cx="34925" cy="33338"/>
            </a:xfrm>
            <a:custGeom>
              <a:avLst/>
              <a:gdLst>
                <a:gd name="T0" fmla="*/ 66 w 66"/>
                <a:gd name="T1" fmla="*/ 20 h 63"/>
                <a:gd name="T2" fmla="*/ 18 w 66"/>
                <a:gd name="T3" fmla="*/ 0 h 63"/>
                <a:gd name="T4" fmla="*/ 0 w 66"/>
                <a:gd name="T5" fmla="*/ 31 h 63"/>
                <a:gd name="T6" fmla="*/ 32 w 66"/>
                <a:gd name="T7" fmla="*/ 63 h 63"/>
                <a:gd name="T8" fmla="*/ 66 w 66"/>
                <a:gd name="T9" fmla="*/ 20 h 63"/>
              </a:gdLst>
              <a:ahLst/>
              <a:cxnLst>
                <a:cxn ang="0">
                  <a:pos x="T0" y="T1"/>
                </a:cxn>
                <a:cxn ang="0">
                  <a:pos x="T2" y="T3"/>
                </a:cxn>
                <a:cxn ang="0">
                  <a:pos x="T4" y="T5"/>
                </a:cxn>
                <a:cxn ang="0">
                  <a:pos x="T6" y="T7"/>
                </a:cxn>
                <a:cxn ang="0">
                  <a:pos x="T8" y="T9"/>
                </a:cxn>
              </a:cxnLst>
              <a:rect l="0" t="0" r="r" b="b"/>
              <a:pathLst>
                <a:path w="66" h="63">
                  <a:moveTo>
                    <a:pt x="66" y="20"/>
                  </a:moveTo>
                  <a:lnTo>
                    <a:pt x="18" y="0"/>
                  </a:lnTo>
                  <a:lnTo>
                    <a:pt x="0" y="31"/>
                  </a:lnTo>
                  <a:lnTo>
                    <a:pt x="32" y="63"/>
                  </a:lnTo>
                  <a:lnTo>
                    <a:pt x="66"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2" name="Freeform 140">
              <a:extLst>
                <a:ext uri="{FF2B5EF4-FFF2-40B4-BE49-F238E27FC236}">
                  <a16:creationId xmlns:a16="http://schemas.microsoft.com/office/drawing/2014/main" id="{E8CA4AA2-DE02-41B1-BC5D-D29F8614CBCE}"/>
                </a:ext>
              </a:extLst>
            </p:cNvPr>
            <p:cNvSpPr>
              <a:spLocks/>
            </p:cNvSpPr>
            <p:nvPr/>
          </p:nvSpPr>
          <p:spPr bwMode="auto">
            <a:xfrm>
              <a:off x="1877219" y="1993106"/>
              <a:ext cx="23813" cy="36513"/>
            </a:xfrm>
            <a:custGeom>
              <a:avLst/>
              <a:gdLst>
                <a:gd name="T0" fmla="*/ 46 w 46"/>
                <a:gd name="T1" fmla="*/ 31 h 68"/>
                <a:gd name="T2" fmla="*/ 23 w 46"/>
                <a:gd name="T3" fmla="*/ 0 h 68"/>
                <a:gd name="T4" fmla="*/ 0 w 46"/>
                <a:gd name="T5" fmla="*/ 8 h 68"/>
                <a:gd name="T6" fmla="*/ 0 w 46"/>
                <a:gd name="T7" fmla="*/ 51 h 68"/>
                <a:gd name="T8" fmla="*/ 27 w 46"/>
                <a:gd name="T9" fmla="*/ 68 h 68"/>
                <a:gd name="T10" fmla="*/ 46 w 46"/>
                <a:gd name="T11" fmla="*/ 31 h 68"/>
              </a:gdLst>
              <a:ahLst/>
              <a:cxnLst>
                <a:cxn ang="0">
                  <a:pos x="T0" y="T1"/>
                </a:cxn>
                <a:cxn ang="0">
                  <a:pos x="T2" y="T3"/>
                </a:cxn>
                <a:cxn ang="0">
                  <a:pos x="T4" y="T5"/>
                </a:cxn>
                <a:cxn ang="0">
                  <a:pos x="T6" y="T7"/>
                </a:cxn>
                <a:cxn ang="0">
                  <a:pos x="T8" y="T9"/>
                </a:cxn>
                <a:cxn ang="0">
                  <a:pos x="T10" y="T11"/>
                </a:cxn>
              </a:cxnLst>
              <a:rect l="0" t="0" r="r" b="b"/>
              <a:pathLst>
                <a:path w="46" h="68">
                  <a:moveTo>
                    <a:pt x="46" y="31"/>
                  </a:moveTo>
                  <a:lnTo>
                    <a:pt x="23" y="0"/>
                  </a:lnTo>
                  <a:lnTo>
                    <a:pt x="0" y="8"/>
                  </a:lnTo>
                  <a:lnTo>
                    <a:pt x="0" y="51"/>
                  </a:lnTo>
                  <a:lnTo>
                    <a:pt x="27" y="68"/>
                  </a:lnTo>
                  <a:lnTo>
                    <a:pt x="46"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3" name="Freeform 141">
              <a:extLst>
                <a:ext uri="{FF2B5EF4-FFF2-40B4-BE49-F238E27FC236}">
                  <a16:creationId xmlns:a16="http://schemas.microsoft.com/office/drawing/2014/main" id="{0249694B-6B05-4B64-A879-0788DF569D9A}"/>
                </a:ext>
              </a:extLst>
            </p:cNvPr>
            <p:cNvSpPr>
              <a:spLocks/>
            </p:cNvSpPr>
            <p:nvPr/>
          </p:nvSpPr>
          <p:spPr bwMode="auto">
            <a:xfrm>
              <a:off x="1804194" y="1901031"/>
              <a:ext cx="14288" cy="23813"/>
            </a:xfrm>
            <a:custGeom>
              <a:avLst/>
              <a:gdLst>
                <a:gd name="T0" fmla="*/ 0 w 28"/>
                <a:gd name="T1" fmla="*/ 0 h 43"/>
                <a:gd name="T2" fmla="*/ 28 w 28"/>
                <a:gd name="T3" fmla="*/ 21 h 43"/>
                <a:gd name="T4" fmla="*/ 20 w 28"/>
                <a:gd name="T5" fmla="*/ 43 h 43"/>
                <a:gd name="T6" fmla="*/ 0 w 28"/>
                <a:gd name="T7" fmla="*/ 43 h 43"/>
                <a:gd name="T8" fmla="*/ 0 w 28"/>
                <a:gd name="T9" fmla="*/ 0 h 43"/>
              </a:gdLst>
              <a:ahLst/>
              <a:cxnLst>
                <a:cxn ang="0">
                  <a:pos x="T0" y="T1"/>
                </a:cxn>
                <a:cxn ang="0">
                  <a:pos x="T2" y="T3"/>
                </a:cxn>
                <a:cxn ang="0">
                  <a:pos x="T4" y="T5"/>
                </a:cxn>
                <a:cxn ang="0">
                  <a:pos x="T6" y="T7"/>
                </a:cxn>
                <a:cxn ang="0">
                  <a:pos x="T8" y="T9"/>
                </a:cxn>
              </a:cxnLst>
              <a:rect l="0" t="0" r="r" b="b"/>
              <a:pathLst>
                <a:path w="28" h="43">
                  <a:moveTo>
                    <a:pt x="0" y="0"/>
                  </a:moveTo>
                  <a:lnTo>
                    <a:pt x="28" y="21"/>
                  </a:lnTo>
                  <a:lnTo>
                    <a:pt x="20" y="43"/>
                  </a:lnTo>
                  <a:lnTo>
                    <a:pt x="0" y="43"/>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4" name="Freeform 142">
              <a:extLst>
                <a:ext uri="{FF2B5EF4-FFF2-40B4-BE49-F238E27FC236}">
                  <a16:creationId xmlns:a16="http://schemas.microsoft.com/office/drawing/2014/main" id="{0301ECA6-0337-4610-92FC-D6CE6DF846BF}"/>
                </a:ext>
              </a:extLst>
            </p:cNvPr>
            <p:cNvSpPr>
              <a:spLocks/>
            </p:cNvSpPr>
            <p:nvPr/>
          </p:nvSpPr>
          <p:spPr bwMode="auto">
            <a:xfrm>
              <a:off x="7433469" y="5525293"/>
              <a:ext cx="65088" cy="52388"/>
            </a:xfrm>
            <a:custGeom>
              <a:avLst/>
              <a:gdLst>
                <a:gd name="T0" fmla="*/ 2 w 124"/>
                <a:gd name="T1" fmla="*/ 0 h 98"/>
                <a:gd name="T2" fmla="*/ 0 w 124"/>
                <a:gd name="T3" fmla="*/ 75 h 98"/>
                <a:gd name="T4" fmla="*/ 101 w 124"/>
                <a:gd name="T5" fmla="*/ 98 h 98"/>
                <a:gd name="T6" fmla="*/ 124 w 124"/>
                <a:gd name="T7" fmla="*/ 38 h 98"/>
                <a:gd name="T8" fmla="*/ 88 w 124"/>
                <a:gd name="T9" fmla="*/ 48 h 98"/>
                <a:gd name="T10" fmla="*/ 41 w 124"/>
                <a:gd name="T11" fmla="*/ 58 h 98"/>
                <a:gd name="T12" fmla="*/ 28 w 124"/>
                <a:gd name="T13" fmla="*/ 4 h 98"/>
                <a:gd name="T14" fmla="*/ 2 w 124"/>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98">
                  <a:moveTo>
                    <a:pt x="2" y="0"/>
                  </a:moveTo>
                  <a:lnTo>
                    <a:pt x="0" y="75"/>
                  </a:lnTo>
                  <a:lnTo>
                    <a:pt x="101" y="98"/>
                  </a:lnTo>
                  <a:lnTo>
                    <a:pt x="124" y="38"/>
                  </a:lnTo>
                  <a:lnTo>
                    <a:pt x="88" y="48"/>
                  </a:lnTo>
                  <a:lnTo>
                    <a:pt x="41" y="58"/>
                  </a:lnTo>
                  <a:lnTo>
                    <a:pt x="28" y="4"/>
                  </a:lnTo>
                  <a:lnTo>
                    <a:pt x="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5" name="Freeform 143">
              <a:extLst>
                <a:ext uri="{FF2B5EF4-FFF2-40B4-BE49-F238E27FC236}">
                  <a16:creationId xmlns:a16="http://schemas.microsoft.com/office/drawing/2014/main" id="{DE5D6A4F-7226-4879-AE95-CA44B448CC25}"/>
                </a:ext>
              </a:extLst>
            </p:cNvPr>
            <p:cNvSpPr>
              <a:spLocks/>
            </p:cNvSpPr>
            <p:nvPr/>
          </p:nvSpPr>
          <p:spPr bwMode="auto">
            <a:xfrm>
              <a:off x="7331869" y="4614068"/>
              <a:ext cx="31750" cy="38100"/>
            </a:xfrm>
            <a:custGeom>
              <a:avLst/>
              <a:gdLst>
                <a:gd name="T0" fmla="*/ 26 w 60"/>
                <a:gd name="T1" fmla="*/ 0 h 70"/>
                <a:gd name="T2" fmla="*/ 0 w 60"/>
                <a:gd name="T3" fmla="*/ 33 h 70"/>
                <a:gd name="T4" fmla="*/ 5 w 60"/>
                <a:gd name="T5" fmla="*/ 70 h 70"/>
                <a:gd name="T6" fmla="*/ 60 w 60"/>
                <a:gd name="T7" fmla="*/ 25 h 70"/>
                <a:gd name="T8" fmla="*/ 26 w 60"/>
                <a:gd name="T9" fmla="*/ 0 h 70"/>
              </a:gdLst>
              <a:ahLst/>
              <a:cxnLst>
                <a:cxn ang="0">
                  <a:pos x="T0" y="T1"/>
                </a:cxn>
                <a:cxn ang="0">
                  <a:pos x="T2" y="T3"/>
                </a:cxn>
                <a:cxn ang="0">
                  <a:pos x="T4" y="T5"/>
                </a:cxn>
                <a:cxn ang="0">
                  <a:pos x="T6" y="T7"/>
                </a:cxn>
                <a:cxn ang="0">
                  <a:pos x="T8" y="T9"/>
                </a:cxn>
              </a:cxnLst>
              <a:rect l="0" t="0" r="r" b="b"/>
              <a:pathLst>
                <a:path w="60" h="70">
                  <a:moveTo>
                    <a:pt x="26" y="0"/>
                  </a:moveTo>
                  <a:lnTo>
                    <a:pt x="0" y="33"/>
                  </a:lnTo>
                  <a:lnTo>
                    <a:pt x="5" y="70"/>
                  </a:lnTo>
                  <a:lnTo>
                    <a:pt x="60" y="25"/>
                  </a:lnTo>
                  <a:lnTo>
                    <a:pt x="26"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6" name="Freeform 144">
              <a:extLst>
                <a:ext uri="{FF2B5EF4-FFF2-40B4-BE49-F238E27FC236}">
                  <a16:creationId xmlns:a16="http://schemas.microsoft.com/office/drawing/2014/main" id="{CAD7E644-D50A-42E0-A605-AF9EBEBB8C9B}"/>
                </a:ext>
              </a:extLst>
            </p:cNvPr>
            <p:cNvSpPr>
              <a:spLocks/>
            </p:cNvSpPr>
            <p:nvPr/>
          </p:nvSpPr>
          <p:spPr bwMode="auto">
            <a:xfrm>
              <a:off x="7273132" y="4645818"/>
              <a:ext cx="33338" cy="20638"/>
            </a:xfrm>
            <a:custGeom>
              <a:avLst/>
              <a:gdLst>
                <a:gd name="T0" fmla="*/ 42 w 65"/>
                <a:gd name="T1" fmla="*/ 0 h 41"/>
                <a:gd name="T2" fmla="*/ 2 w 65"/>
                <a:gd name="T3" fmla="*/ 2 h 41"/>
                <a:gd name="T4" fmla="*/ 0 w 65"/>
                <a:gd name="T5" fmla="*/ 36 h 41"/>
                <a:gd name="T6" fmla="*/ 26 w 65"/>
                <a:gd name="T7" fmla="*/ 41 h 41"/>
                <a:gd name="T8" fmla="*/ 65 w 65"/>
                <a:gd name="T9" fmla="*/ 23 h 41"/>
                <a:gd name="T10" fmla="*/ 42 w 65"/>
                <a:gd name="T11" fmla="*/ 0 h 41"/>
              </a:gdLst>
              <a:ahLst/>
              <a:cxnLst>
                <a:cxn ang="0">
                  <a:pos x="T0" y="T1"/>
                </a:cxn>
                <a:cxn ang="0">
                  <a:pos x="T2" y="T3"/>
                </a:cxn>
                <a:cxn ang="0">
                  <a:pos x="T4" y="T5"/>
                </a:cxn>
                <a:cxn ang="0">
                  <a:pos x="T6" y="T7"/>
                </a:cxn>
                <a:cxn ang="0">
                  <a:pos x="T8" y="T9"/>
                </a:cxn>
                <a:cxn ang="0">
                  <a:pos x="T10" y="T11"/>
                </a:cxn>
              </a:cxnLst>
              <a:rect l="0" t="0" r="r" b="b"/>
              <a:pathLst>
                <a:path w="65" h="41">
                  <a:moveTo>
                    <a:pt x="42" y="0"/>
                  </a:moveTo>
                  <a:lnTo>
                    <a:pt x="2" y="2"/>
                  </a:lnTo>
                  <a:lnTo>
                    <a:pt x="0" y="36"/>
                  </a:lnTo>
                  <a:lnTo>
                    <a:pt x="26" y="41"/>
                  </a:lnTo>
                  <a:lnTo>
                    <a:pt x="65" y="23"/>
                  </a:lnTo>
                  <a:lnTo>
                    <a:pt x="4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7" name="Freeform 145">
              <a:extLst>
                <a:ext uri="{FF2B5EF4-FFF2-40B4-BE49-F238E27FC236}">
                  <a16:creationId xmlns:a16="http://schemas.microsoft.com/office/drawing/2014/main" id="{007832BC-7617-4DEB-8BB5-D44174E80380}"/>
                </a:ext>
              </a:extLst>
            </p:cNvPr>
            <p:cNvSpPr>
              <a:spLocks/>
            </p:cNvSpPr>
            <p:nvPr/>
          </p:nvSpPr>
          <p:spPr bwMode="auto">
            <a:xfrm>
              <a:off x="6990557" y="4374356"/>
              <a:ext cx="204788" cy="377825"/>
            </a:xfrm>
            <a:custGeom>
              <a:avLst/>
              <a:gdLst>
                <a:gd name="T0" fmla="*/ 315 w 386"/>
                <a:gd name="T1" fmla="*/ 6 h 713"/>
                <a:gd name="T2" fmla="*/ 278 w 386"/>
                <a:gd name="T3" fmla="*/ 92 h 713"/>
                <a:gd name="T4" fmla="*/ 217 w 386"/>
                <a:gd name="T5" fmla="*/ 203 h 713"/>
                <a:gd name="T6" fmla="*/ 107 w 386"/>
                <a:gd name="T7" fmla="*/ 210 h 713"/>
                <a:gd name="T8" fmla="*/ 60 w 386"/>
                <a:gd name="T9" fmla="*/ 266 h 713"/>
                <a:gd name="T10" fmla="*/ 67 w 386"/>
                <a:gd name="T11" fmla="*/ 435 h 713"/>
                <a:gd name="T12" fmla="*/ 0 w 386"/>
                <a:gd name="T13" fmla="*/ 513 h 713"/>
                <a:gd name="T14" fmla="*/ 7 w 386"/>
                <a:gd name="T15" fmla="*/ 647 h 713"/>
                <a:gd name="T16" fmla="*/ 65 w 386"/>
                <a:gd name="T17" fmla="*/ 713 h 713"/>
                <a:gd name="T18" fmla="*/ 133 w 386"/>
                <a:gd name="T19" fmla="*/ 705 h 713"/>
                <a:gd name="T20" fmla="*/ 201 w 386"/>
                <a:gd name="T21" fmla="*/ 655 h 713"/>
                <a:gd name="T22" fmla="*/ 185 w 386"/>
                <a:gd name="T23" fmla="*/ 576 h 713"/>
                <a:gd name="T24" fmla="*/ 341 w 386"/>
                <a:gd name="T25" fmla="*/ 305 h 713"/>
                <a:gd name="T26" fmla="*/ 310 w 386"/>
                <a:gd name="T27" fmla="*/ 271 h 713"/>
                <a:gd name="T28" fmla="*/ 341 w 386"/>
                <a:gd name="T29" fmla="*/ 205 h 713"/>
                <a:gd name="T30" fmla="*/ 376 w 386"/>
                <a:gd name="T31" fmla="*/ 216 h 713"/>
                <a:gd name="T32" fmla="*/ 386 w 386"/>
                <a:gd name="T33" fmla="*/ 190 h 713"/>
                <a:gd name="T34" fmla="*/ 355 w 386"/>
                <a:gd name="T35" fmla="*/ 56 h 713"/>
                <a:gd name="T36" fmla="*/ 336 w 386"/>
                <a:gd name="T37" fmla="*/ 0 h 713"/>
                <a:gd name="T38" fmla="*/ 315 w 386"/>
                <a:gd name="T39" fmla="*/ 6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6" h="713">
                  <a:moveTo>
                    <a:pt x="315" y="6"/>
                  </a:moveTo>
                  <a:lnTo>
                    <a:pt x="278" y="92"/>
                  </a:lnTo>
                  <a:lnTo>
                    <a:pt x="217" y="203"/>
                  </a:lnTo>
                  <a:lnTo>
                    <a:pt x="107" y="210"/>
                  </a:lnTo>
                  <a:lnTo>
                    <a:pt x="60" y="266"/>
                  </a:lnTo>
                  <a:lnTo>
                    <a:pt x="67" y="435"/>
                  </a:lnTo>
                  <a:lnTo>
                    <a:pt x="0" y="513"/>
                  </a:lnTo>
                  <a:lnTo>
                    <a:pt x="7" y="647"/>
                  </a:lnTo>
                  <a:lnTo>
                    <a:pt x="65" y="713"/>
                  </a:lnTo>
                  <a:lnTo>
                    <a:pt x="133" y="705"/>
                  </a:lnTo>
                  <a:lnTo>
                    <a:pt x="201" y="655"/>
                  </a:lnTo>
                  <a:lnTo>
                    <a:pt x="185" y="576"/>
                  </a:lnTo>
                  <a:lnTo>
                    <a:pt x="341" y="305"/>
                  </a:lnTo>
                  <a:lnTo>
                    <a:pt x="310" y="271"/>
                  </a:lnTo>
                  <a:lnTo>
                    <a:pt x="341" y="205"/>
                  </a:lnTo>
                  <a:lnTo>
                    <a:pt x="376" y="216"/>
                  </a:lnTo>
                  <a:lnTo>
                    <a:pt x="386" y="190"/>
                  </a:lnTo>
                  <a:lnTo>
                    <a:pt x="355" y="56"/>
                  </a:lnTo>
                  <a:lnTo>
                    <a:pt x="336" y="0"/>
                  </a:lnTo>
                  <a:lnTo>
                    <a:pt x="315" y="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8" name="Freeform 146">
              <a:extLst>
                <a:ext uri="{FF2B5EF4-FFF2-40B4-BE49-F238E27FC236}">
                  <a16:creationId xmlns:a16="http://schemas.microsoft.com/office/drawing/2014/main" id="{9D820331-0806-46EE-8934-148809B56F40}"/>
                </a:ext>
              </a:extLst>
            </p:cNvPr>
            <p:cNvSpPr>
              <a:spLocks/>
            </p:cNvSpPr>
            <p:nvPr/>
          </p:nvSpPr>
          <p:spPr bwMode="auto">
            <a:xfrm>
              <a:off x="7025482" y="4361656"/>
              <a:ext cx="28575" cy="17463"/>
            </a:xfrm>
            <a:custGeom>
              <a:avLst/>
              <a:gdLst>
                <a:gd name="T0" fmla="*/ 0 w 55"/>
                <a:gd name="T1" fmla="*/ 2 h 33"/>
                <a:gd name="T2" fmla="*/ 7 w 55"/>
                <a:gd name="T3" fmla="*/ 28 h 33"/>
                <a:gd name="T4" fmla="*/ 42 w 55"/>
                <a:gd name="T5" fmla="*/ 33 h 33"/>
                <a:gd name="T6" fmla="*/ 55 w 55"/>
                <a:gd name="T7" fmla="*/ 0 h 33"/>
                <a:gd name="T8" fmla="*/ 0 w 55"/>
                <a:gd name="T9" fmla="*/ 2 h 33"/>
              </a:gdLst>
              <a:ahLst/>
              <a:cxnLst>
                <a:cxn ang="0">
                  <a:pos x="T0" y="T1"/>
                </a:cxn>
                <a:cxn ang="0">
                  <a:pos x="T2" y="T3"/>
                </a:cxn>
                <a:cxn ang="0">
                  <a:pos x="T4" y="T5"/>
                </a:cxn>
                <a:cxn ang="0">
                  <a:pos x="T6" y="T7"/>
                </a:cxn>
                <a:cxn ang="0">
                  <a:pos x="T8" y="T9"/>
                </a:cxn>
              </a:cxnLst>
              <a:rect l="0" t="0" r="r" b="b"/>
              <a:pathLst>
                <a:path w="55" h="33">
                  <a:moveTo>
                    <a:pt x="0" y="2"/>
                  </a:moveTo>
                  <a:lnTo>
                    <a:pt x="7" y="28"/>
                  </a:lnTo>
                  <a:lnTo>
                    <a:pt x="42" y="33"/>
                  </a:lnTo>
                  <a:lnTo>
                    <a:pt x="55" y="0"/>
                  </a:lnTo>
                  <a:lnTo>
                    <a:pt x="0"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89" name="Freeform 147">
              <a:extLst>
                <a:ext uri="{FF2B5EF4-FFF2-40B4-BE49-F238E27FC236}">
                  <a16:creationId xmlns:a16="http://schemas.microsoft.com/office/drawing/2014/main" id="{D36E4025-6227-40C8-A71D-3A859488708F}"/>
                </a:ext>
              </a:extLst>
            </p:cNvPr>
            <p:cNvSpPr>
              <a:spLocks/>
            </p:cNvSpPr>
            <p:nvPr/>
          </p:nvSpPr>
          <p:spPr bwMode="auto">
            <a:xfrm>
              <a:off x="7050882" y="4385468"/>
              <a:ext cx="23813" cy="20638"/>
            </a:xfrm>
            <a:custGeom>
              <a:avLst/>
              <a:gdLst>
                <a:gd name="T0" fmla="*/ 0 w 45"/>
                <a:gd name="T1" fmla="*/ 8 h 37"/>
                <a:gd name="T2" fmla="*/ 13 w 45"/>
                <a:gd name="T3" fmla="*/ 37 h 37"/>
                <a:gd name="T4" fmla="*/ 35 w 45"/>
                <a:gd name="T5" fmla="*/ 37 h 37"/>
                <a:gd name="T6" fmla="*/ 45 w 45"/>
                <a:gd name="T7" fmla="*/ 0 h 37"/>
                <a:gd name="T8" fmla="*/ 0 w 45"/>
                <a:gd name="T9" fmla="*/ 8 h 37"/>
              </a:gdLst>
              <a:ahLst/>
              <a:cxnLst>
                <a:cxn ang="0">
                  <a:pos x="T0" y="T1"/>
                </a:cxn>
                <a:cxn ang="0">
                  <a:pos x="T2" y="T3"/>
                </a:cxn>
                <a:cxn ang="0">
                  <a:pos x="T4" y="T5"/>
                </a:cxn>
                <a:cxn ang="0">
                  <a:pos x="T6" y="T7"/>
                </a:cxn>
                <a:cxn ang="0">
                  <a:pos x="T8" y="T9"/>
                </a:cxn>
              </a:cxnLst>
              <a:rect l="0" t="0" r="r" b="b"/>
              <a:pathLst>
                <a:path w="45" h="37">
                  <a:moveTo>
                    <a:pt x="0" y="8"/>
                  </a:moveTo>
                  <a:lnTo>
                    <a:pt x="13" y="37"/>
                  </a:lnTo>
                  <a:lnTo>
                    <a:pt x="35" y="37"/>
                  </a:lnTo>
                  <a:lnTo>
                    <a:pt x="45" y="0"/>
                  </a:lnTo>
                  <a:lnTo>
                    <a:pt x="0" y="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0" name="Freeform 148">
              <a:extLst>
                <a:ext uri="{FF2B5EF4-FFF2-40B4-BE49-F238E27FC236}">
                  <a16:creationId xmlns:a16="http://schemas.microsoft.com/office/drawing/2014/main" id="{D0EFED32-3F06-41BD-B65D-CB4A99502472}"/>
                </a:ext>
              </a:extLst>
            </p:cNvPr>
            <p:cNvSpPr>
              <a:spLocks/>
            </p:cNvSpPr>
            <p:nvPr/>
          </p:nvSpPr>
          <p:spPr bwMode="auto">
            <a:xfrm>
              <a:off x="7242969" y="4245768"/>
              <a:ext cx="26988" cy="23813"/>
            </a:xfrm>
            <a:custGeom>
              <a:avLst/>
              <a:gdLst>
                <a:gd name="T0" fmla="*/ 11 w 49"/>
                <a:gd name="T1" fmla="*/ 0 h 45"/>
                <a:gd name="T2" fmla="*/ 0 w 49"/>
                <a:gd name="T3" fmla="*/ 21 h 45"/>
                <a:gd name="T4" fmla="*/ 29 w 49"/>
                <a:gd name="T5" fmla="*/ 45 h 45"/>
                <a:gd name="T6" fmla="*/ 49 w 49"/>
                <a:gd name="T7" fmla="*/ 21 h 45"/>
                <a:gd name="T8" fmla="*/ 11 w 49"/>
                <a:gd name="T9" fmla="*/ 0 h 45"/>
              </a:gdLst>
              <a:ahLst/>
              <a:cxnLst>
                <a:cxn ang="0">
                  <a:pos x="T0" y="T1"/>
                </a:cxn>
                <a:cxn ang="0">
                  <a:pos x="T2" y="T3"/>
                </a:cxn>
                <a:cxn ang="0">
                  <a:pos x="T4" y="T5"/>
                </a:cxn>
                <a:cxn ang="0">
                  <a:pos x="T6" y="T7"/>
                </a:cxn>
                <a:cxn ang="0">
                  <a:pos x="T8" y="T9"/>
                </a:cxn>
              </a:cxnLst>
              <a:rect l="0" t="0" r="r" b="b"/>
              <a:pathLst>
                <a:path w="49" h="45">
                  <a:moveTo>
                    <a:pt x="11" y="0"/>
                  </a:moveTo>
                  <a:lnTo>
                    <a:pt x="0" y="21"/>
                  </a:lnTo>
                  <a:lnTo>
                    <a:pt x="29" y="45"/>
                  </a:lnTo>
                  <a:lnTo>
                    <a:pt x="49" y="21"/>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1" name="Freeform 149">
              <a:extLst>
                <a:ext uri="{FF2B5EF4-FFF2-40B4-BE49-F238E27FC236}">
                  <a16:creationId xmlns:a16="http://schemas.microsoft.com/office/drawing/2014/main" id="{27E90863-2EE7-4A66-90FD-C8105A81AE2E}"/>
                </a:ext>
              </a:extLst>
            </p:cNvPr>
            <p:cNvSpPr>
              <a:spLocks/>
            </p:cNvSpPr>
            <p:nvPr/>
          </p:nvSpPr>
          <p:spPr bwMode="auto">
            <a:xfrm>
              <a:off x="7309644" y="4161631"/>
              <a:ext cx="28575" cy="31750"/>
            </a:xfrm>
            <a:custGeom>
              <a:avLst/>
              <a:gdLst>
                <a:gd name="T0" fmla="*/ 32 w 55"/>
                <a:gd name="T1" fmla="*/ 0 h 58"/>
                <a:gd name="T2" fmla="*/ 0 w 55"/>
                <a:gd name="T3" fmla="*/ 21 h 58"/>
                <a:gd name="T4" fmla="*/ 24 w 55"/>
                <a:gd name="T5" fmla="*/ 58 h 58"/>
                <a:gd name="T6" fmla="*/ 55 w 55"/>
                <a:gd name="T7" fmla="*/ 58 h 58"/>
                <a:gd name="T8" fmla="*/ 32 w 55"/>
                <a:gd name="T9" fmla="*/ 0 h 58"/>
              </a:gdLst>
              <a:ahLst/>
              <a:cxnLst>
                <a:cxn ang="0">
                  <a:pos x="T0" y="T1"/>
                </a:cxn>
                <a:cxn ang="0">
                  <a:pos x="T2" y="T3"/>
                </a:cxn>
                <a:cxn ang="0">
                  <a:pos x="T4" y="T5"/>
                </a:cxn>
                <a:cxn ang="0">
                  <a:pos x="T6" y="T7"/>
                </a:cxn>
                <a:cxn ang="0">
                  <a:pos x="T8" y="T9"/>
                </a:cxn>
              </a:cxnLst>
              <a:rect l="0" t="0" r="r" b="b"/>
              <a:pathLst>
                <a:path w="55" h="58">
                  <a:moveTo>
                    <a:pt x="32" y="0"/>
                  </a:moveTo>
                  <a:lnTo>
                    <a:pt x="0" y="21"/>
                  </a:lnTo>
                  <a:lnTo>
                    <a:pt x="24" y="58"/>
                  </a:lnTo>
                  <a:lnTo>
                    <a:pt x="55" y="58"/>
                  </a:lnTo>
                  <a:lnTo>
                    <a:pt x="3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2" name="Freeform 150">
              <a:extLst>
                <a:ext uri="{FF2B5EF4-FFF2-40B4-BE49-F238E27FC236}">
                  <a16:creationId xmlns:a16="http://schemas.microsoft.com/office/drawing/2014/main" id="{1E48B6AA-08A3-4AA3-B5A9-DF150841C130}"/>
                </a:ext>
              </a:extLst>
            </p:cNvPr>
            <p:cNvSpPr>
              <a:spLocks/>
            </p:cNvSpPr>
            <p:nvPr/>
          </p:nvSpPr>
          <p:spPr bwMode="auto">
            <a:xfrm>
              <a:off x="7322344" y="4210843"/>
              <a:ext cx="23813" cy="28575"/>
            </a:xfrm>
            <a:custGeom>
              <a:avLst/>
              <a:gdLst>
                <a:gd name="T0" fmla="*/ 21 w 46"/>
                <a:gd name="T1" fmla="*/ 0 h 53"/>
                <a:gd name="T2" fmla="*/ 0 w 46"/>
                <a:gd name="T3" fmla="*/ 24 h 53"/>
                <a:gd name="T4" fmla="*/ 15 w 46"/>
                <a:gd name="T5" fmla="*/ 48 h 53"/>
                <a:gd name="T6" fmla="*/ 44 w 46"/>
                <a:gd name="T7" fmla="*/ 53 h 53"/>
                <a:gd name="T8" fmla="*/ 46 w 46"/>
                <a:gd name="T9" fmla="*/ 3 h 53"/>
                <a:gd name="T10" fmla="*/ 21 w 46"/>
                <a:gd name="T11" fmla="*/ 0 h 53"/>
              </a:gdLst>
              <a:ahLst/>
              <a:cxnLst>
                <a:cxn ang="0">
                  <a:pos x="T0" y="T1"/>
                </a:cxn>
                <a:cxn ang="0">
                  <a:pos x="T2" y="T3"/>
                </a:cxn>
                <a:cxn ang="0">
                  <a:pos x="T4" y="T5"/>
                </a:cxn>
                <a:cxn ang="0">
                  <a:pos x="T6" y="T7"/>
                </a:cxn>
                <a:cxn ang="0">
                  <a:pos x="T8" y="T9"/>
                </a:cxn>
                <a:cxn ang="0">
                  <a:pos x="T10" y="T11"/>
                </a:cxn>
              </a:cxnLst>
              <a:rect l="0" t="0" r="r" b="b"/>
              <a:pathLst>
                <a:path w="46" h="53">
                  <a:moveTo>
                    <a:pt x="21" y="0"/>
                  </a:moveTo>
                  <a:lnTo>
                    <a:pt x="0" y="24"/>
                  </a:lnTo>
                  <a:lnTo>
                    <a:pt x="15" y="48"/>
                  </a:lnTo>
                  <a:lnTo>
                    <a:pt x="44" y="53"/>
                  </a:lnTo>
                  <a:lnTo>
                    <a:pt x="46" y="3"/>
                  </a:lnTo>
                  <a:lnTo>
                    <a:pt x="2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3" name="Freeform 151">
              <a:extLst>
                <a:ext uri="{FF2B5EF4-FFF2-40B4-BE49-F238E27FC236}">
                  <a16:creationId xmlns:a16="http://schemas.microsoft.com/office/drawing/2014/main" id="{BEF02C28-17B6-4F2F-9671-3EC8AF41EA2A}"/>
                </a:ext>
              </a:extLst>
            </p:cNvPr>
            <p:cNvSpPr>
              <a:spLocks/>
            </p:cNvSpPr>
            <p:nvPr/>
          </p:nvSpPr>
          <p:spPr bwMode="auto">
            <a:xfrm>
              <a:off x="7738269" y="3906043"/>
              <a:ext cx="20638" cy="28575"/>
            </a:xfrm>
            <a:custGeom>
              <a:avLst/>
              <a:gdLst>
                <a:gd name="T0" fmla="*/ 0 w 39"/>
                <a:gd name="T1" fmla="*/ 0 h 55"/>
                <a:gd name="T2" fmla="*/ 5 w 39"/>
                <a:gd name="T3" fmla="*/ 44 h 55"/>
                <a:gd name="T4" fmla="*/ 34 w 39"/>
                <a:gd name="T5" fmla="*/ 55 h 55"/>
                <a:gd name="T6" fmla="*/ 39 w 39"/>
                <a:gd name="T7" fmla="*/ 15 h 55"/>
                <a:gd name="T8" fmla="*/ 0 w 39"/>
                <a:gd name="T9" fmla="*/ 0 h 55"/>
              </a:gdLst>
              <a:ahLst/>
              <a:cxnLst>
                <a:cxn ang="0">
                  <a:pos x="T0" y="T1"/>
                </a:cxn>
                <a:cxn ang="0">
                  <a:pos x="T2" y="T3"/>
                </a:cxn>
                <a:cxn ang="0">
                  <a:pos x="T4" y="T5"/>
                </a:cxn>
                <a:cxn ang="0">
                  <a:pos x="T6" y="T7"/>
                </a:cxn>
                <a:cxn ang="0">
                  <a:pos x="T8" y="T9"/>
                </a:cxn>
              </a:cxnLst>
              <a:rect l="0" t="0" r="r" b="b"/>
              <a:pathLst>
                <a:path w="39" h="55">
                  <a:moveTo>
                    <a:pt x="0" y="0"/>
                  </a:moveTo>
                  <a:lnTo>
                    <a:pt x="5" y="44"/>
                  </a:lnTo>
                  <a:lnTo>
                    <a:pt x="34" y="55"/>
                  </a:lnTo>
                  <a:lnTo>
                    <a:pt x="39" y="15"/>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4" name="Freeform 152">
              <a:extLst>
                <a:ext uri="{FF2B5EF4-FFF2-40B4-BE49-F238E27FC236}">
                  <a16:creationId xmlns:a16="http://schemas.microsoft.com/office/drawing/2014/main" id="{A138455F-A27E-4F10-9D08-B413D2C08CD8}"/>
                </a:ext>
              </a:extLst>
            </p:cNvPr>
            <p:cNvSpPr>
              <a:spLocks/>
            </p:cNvSpPr>
            <p:nvPr/>
          </p:nvSpPr>
          <p:spPr bwMode="auto">
            <a:xfrm>
              <a:off x="7757319" y="3955256"/>
              <a:ext cx="20638" cy="34925"/>
            </a:xfrm>
            <a:custGeom>
              <a:avLst/>
              <a:gdLst>
                <a:gd name="T0" fmla="*/ 3 w 39"/>
                <a:gd name="T1" fmla="*/ 0 h 65"/>
                <a:gd name="T2" fmla="*/ 0 w 39"/>
                <a:gd name="T3" fmla="*/ 55 h 65"/>
                <a:gd name="T4" fmla="*/ 21 w 39"/>
                <a:gd name="T5" fmla="*/ 65 h 65"/>
                <a:gd name="T6" fmla="*/ 39 w 39"/>
                <a:gd name="T7" fmla="*/ 29 h 65"/>
                <a:gd name="T8" fmla="*/ 3 w 39"/>
                <a:gd name="T9" fmla="*/ 0 h 65"/>
              </a:gdLst>
              <a:ahLst/>
              <a:cxnLst>
                <a:cxn ang="0">
                  <a:pos x="T0" y="T1"/>
                </a:cxn>
                <a:cxn ang="0">
                  <a:pos x="T2" y="T3"/>
                </a:cxn>
                <a:cxn ang="0">
                  <a:pos x="T4" y="T5"/>
                </a:cxn>
                <a:cxn ang="0">
                  <a:pos x="T6" y="T7"/>
                </a:cxn>
                <a:cxn ang="0">
                  <a:pos x="T8" y="T9"/>
                </a:cxn>
              </a:cxnLst>
              <a:rect l="0" t="0" r="r" b="b"/>
              <a:pathLst>
                <a:path w="39" h="65">
                  <a:moveTo>
                    <a:pt x="3" y="0"/>
                  </a:moveTo>
                  <a:lnTo>
                    <a:pt x="0" y="55"/>
                  </a:lnTo>
                  <a:lnTo>
                    <a:pt x="21" y="65"/>
                  </a:lnTo>
                  <a:lnTo>
                    <a:pt x="39" y="29"/>
                  </a:lnTo>
                  <a:lnTo>
                    <a:pt x="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5" name="Freeform 153">
              <a:extLst>
                <a:ext uri="{FF2B5EF4-FFF2-40B4-BE49-F238E27FC236}">
                  <a16:creationId xmlns:a16="http://schemas.microsoft.com/office/drawing/2014/main" id="{E588EA5F-90B8-4637-9100-1431C9D54029}"/>
                </a:ext>
              </a:extLst>
            </p:cNvPr>
            <p:cNvSpPr>
              <a:spLocks/>
            </p:cNvSpPr>
            <p:nvPr/>
          </p:nvSpPr>
          <p:spPr bwMode="auto">
            <a:xfrm>
              <a:off x="7750969" y="4012406"/>
              <a:ext cx="25400" cy="19050"/>
            </a:xfrm>
            <a:custGeom>
              <a:avLst/>
              <a:gdLst>
                <a:gd name="T0" fmla="*/ 19 w 47"/>
                <a:gd name="T1" fmla="*/ 0 h 36"/>
                <a:gd name="T2" fmla="*/ 0 w 47"/>
                <a:gd name="T3" fmla="*/ 18 h 36"/>
                <a:gd name="T4" fmla="*/ 22 w 47"/>
                <a:gd name="T5" fmla="*/ 36 h 36"/>
                <a:gd name="T6" fmla="*/ 47 w 47"/>
                <a:gd name="T7" fmla="*/ 18 h 36"/>
                <a:gd name="T8" fmla="*/ 19 w 47"/>
                <a:gd name="T9" fmla="*/ 0 h 36"/>
              </a:gdLst>
              <a:ahLst/>
              <a:cxnLst>
                <a:cxn ang="0">
                  <a:pos x="T0" y="T1"/>
                </a:cxn>
                <a:cxn ang="0">
                  <a:pos x="T2" y="T3"/>
                </a:cxn>
                <a:cxn ang="0">
                  <a:pos x="T4" y="T5"/>
                </a:cxn>
                <a:cxn ang="0">
                  <a:pos x="T6" y="T7"/>
                </a:cxn>
                <a:cxn ang="0">
                  <a:pos x="T8" y="T9"/>
                </a:cxn>
              </a:cxnLst>
              <a:rect l="0" t="0" r="r" b="b"/>
              <a:pathLst>
                <a:path w="47" h="36">
                  <a:moveTo>
                    <a:pt x="19" y="0"/>
                  </a:moveTo>
                  <a:lnTo>
                    <a:pt x="0" y="18"/>
                  </a:lnTo>
                  <a:lnTo>
                    <a:pt x="22" y="36"/>
                  </a:lnTo>
                  <a:lnTo>
                    <a:pt x="47" y="18"/>
                  </a:lnTo>
                  <a:lnTo>
                    <a:pt x="1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6" name="Freeform 154">
              <a:extLst>
                <a:ext uri="{FF2B5EF4-FFF2-40B4-BE49-F238E27FC236}">
                  <a16:creationId xmlns:a16="http://schemas.microsoft.com/office/drawing/2014/main" id="{7A0764E0-3F97-4199-893E-458D12CE6F00}"/>
                </a:ext>
              </a:extLst>
            </p:cNvPr>
            <p:cNvSpPr>
              <a:spLocks/>
            </p:cNvSpPr>
            <p:nvPr/>
          </p:nvSpPr>
          <p:spPr bwMode="auto">
            <a:xfrm>
              <a:off x="5155407" y="2964656"/>
              <a:ext cx="23813" cy="25400"/>
            </a:xfrm>
            <a:custGeom>
              <a:avLst/>
              <a:gdLst>
                <a:gd name="T0" fmla="*/ 24 w 47"/>
                <a:gd name="T1" fmla="*/ 0 h 48"/>
                <a:gd name="T2" fmla="*/ 0 w 47"/>
                <a:gd name="T3" fmla="*/ 24 h 48"/>
                <a:gd name="T4" fmla="*/ 42 w 47"/>
                <a:gd name="T5" fmla="*/ 48 h 48"/>
                <a:gd name="T6" fmla="*/ 47 w 47"/>
                <a:gd name="T7" fmla="*/ 15 h 48"/>
                <a:gd name="T8" fmla="*/ 24 w 47"/>
                <a:gd name="T9" fmla="*/ 0 h 48"/>
              </a:gdLst>
              <a:ahLst/>
              <a:cxnLst>
                <a:cxn ang="0">
                  <a:pos x="T0" y="T1"/>
                </a:cxn>
                <a:cxn ang="0">
                  <a:pos x="T2" y="T3"/>
                </a:cxn>
                <a:cxn ang="0">
                  <a:pos x="T4" y="T5"/>
                </a:cxn>
                <a:cxn ang="0">
                  <a:pos x="T6" y="T7"/>
                </a:cxn>
                <a:cxn ang="0">
                  <a:pos x="T8" y="T9"/>
                </a:cxn>
              </a:cxnLst>
              <a:rect l="0" t="0" r="r" b="b"/>
              <a:pathLst>
                <a:path w="47" h="48">
                  <a:moveTo>
                    <a:pt x="24" y="0"/>
                  </a:moveTo>
                  <a:lnTo>
                    <a:pt x="0" y="24"/>
                  </a:lnTo>
                  <a:lnTo>
                    <a:pt x="42" y="48"/>
                  </a:lnTo>
                  <a:lnTo>
                    <a:pt x="47" y="15"/>
                  </a:lnTo>
                  <a:lnTo>
                    <a:pt x="2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7" name="Freeform 155">
              <a:extLst>
                <a:ext uri="{FF2B5EF4-FFF2-40B4-BE49-F238E27FC236}">
                  <a16:creationId xmlns:a16="http://schemas.microsoft.com/office/drawing/2014/main" id="{66937606-A25C-43AB-8480-E6A5CB7BDA34}"/>
                </a:ext>
              </a:extLst>
            </p:cNvPr>
            <p:cNvSpPr>
              <a:spLocks/>
            </p:cNvSpPr>
            <p:nvPr/>
          </p:nvSpPr>
          <p:spPr bwMode="auto">
            <a:xfrm>
              <a:off x="5218907" y="2956718"/>
              <a:ext cx="31750" cy="20638"/>
            </a:xfrm>
            <a:custGeom>
              <a:avLst/>
              <a:gdLst>
                <a:gd name="T0" fmla="*/ 28 w 61"/>
                <a:gd name="T1" fmla="*/ 0 h 38"/>
                <a:gd name="T2" fmla="*/ 0 w 61"/>
                <a:gd name="T3" fmla="*/ 19 h 38"/>
                <a:gd name="T4" fmla="*/ 23 w 61"/>
                <a:gd name="T5" fmla="*/ 38 h 38"/>
                <a:gd name="T6" fmla="*/ 61 w 61"/>
                <a:gd name="T7" fmla="*/ 29 h 38"/>
                <a:gd name="T8" fmla="*/ 28 w 61"/>
                <a:gd name="T9" fmla="*/ 0 h 38"/>
              </a:gdLst>
              <a:ahLst/>
              <a:cxnLst>
                <a:cxn ang="0">
                  <a:pos x="T0" y="T1"/>
                </a:cxn>
                <a:cxn ang="0">
                  <a:pos x="T2" y="T3"/>
                </a:cxn>
                <a:cxn ang="0">
                  <a:pos x="T4" y="T5"/>
                </a:cxn>
                <a:cxn ang="0">
                  <a:pos x="T6" y="T7"/>
                </a:cxn>
                <a:cxn ang="0">
                  <a:pos x="T8" y="T9"/>
                </a:cxn>
              </a:cxnLst>
              <a:rect l="0" t="0" r="r" b="b"/>
              <a:pathLst>
                <a:path w="61" h="38">
                  <a:moveTo>
                    <a:pt x="28" y="0"/>
                  </a:moveTo>
                  <a:lnTo>
                    <a:pt x="0" y="19"/>
                  </a:lnTo>
                  <a:lnTo>
                    <a:pt x="23" y="38"/>
                  </a:lnTo>
                  <a:lnTo>
                    <a:pt x="61" y="2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8" name="Freeform 156">
              <a:extLst>
                <a:ext uri="{FF2B5EF4-FFF2-40B4-BE49-F238E27FC236}">
                  <a16:creationId xmlns:a16="http://schemas.microsoft.com/office/drawing/2014/main" id="{0E0FB539-F60D-4197-A1A3-4C3607926976}"/>
                </a:ext>
              </a:extLst>
            </p:cNvPr>
            <p:cNvSpPr>
              <a:spLocks/>
            </p:cNvSpPr>
            <p:nvPr/>
          </p:nvSpPr>
          <p:spPr bwMode="auto">
            <a:xfrm>
              <a:off x="5236369" y="2991643"/>
              <a:ext cx="22225" cy="33338"/>
            </a:xfrm>
            <a:custGeom>
              <a:avLst/>
              <a:gdLst>
                <a:gd name="T0" fmla="*/ 14 w 41"/>
                <a:gd name="T1" fmla="*/ 0 h 61"/>
                <a:gd name="T2" fmla="*/ 0 w 41"/>
                <a:gd name="T3" fmla="*/ 38 h 61"/>
                <a:gd name="T4" fmla="*/ 18 w 41"/>
                <a:gd name="T5" fmla="*/ 61 h 61"/>
                <a:gd name="T6" fmla="*/ 41 w 41"/>
                <a:gd name="T7" fmla="*/ 43 h 61"/>
                <a:gd name="T8" fmla="*/ 14 w 41"/>
                <a:gd name="T9" fmla="*/ 0 h 61"/>
              </a:gdLst>
              <a:ahLst/>
              <a:cxnLst>
                <a:cxn ang="0">
                  <a:pos x="T0" y="T1"/>
                </a:cxn>
                <a:cxn ang="0">
                  <a:pos x="T2" y="T3"/>
                </a:cxn>
                <a:cxn ang="0">
                  <a:pos x="T4" y="T5"/>
                </a:cxn>
                <a:cxn ang="0">
                  <a:pos x="T6" y="T7"/>
                </a:cxn>
                <a:cxn ang="0">
                  <a:pos x="T8" y="T9"/>
                </a:cxn>
              </a:cxnLst>
              <a:rect l="0" t="0" r="r" b="b"/>
              <a:pathLst>
                <a:path w="41" h="61">
                  <a:moveTo>
                    <a:pt x="14" y="0"/>
                  </a:moveTo>
                  <a:lnTo>
                    <a:pt x="0" y="38"/>
                  </a:lnTo>
                  <a:lnTo>
                    <a:pt x="18" y="61"/>
                  </a:lnTo>
                  <a:lnTo>
                    <a:pt x="41" y="43"/>
                  </a:lnTo>
                  <a:lnTo>
                    <a:pt x="1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299" name="Freeform 157">
              <a:extLst>
                <a:ext uri="{FF2B5EF4-FFF2-40B4-BE49-F238E27FC236}">
                  <a16:creationId xmlns:a16="http://schemas.microsoft.com/office/drawing/2014/main" id="{0AC6A827-B8A4-48C6-820A-C318CEA467E8}"/>
                </a:ext>
              </a:extLst>
            </p:cNvPr>
            <p:cNvSpPr>
              <a:spLocks/>
            </p:cNvSpPr>
            <p:nvPr/>
          </p:nvSpPr>
          <p:spPr bwMode="auto">
            <a:xfrm>
              <a:off x="5298282" y="3031331"/>
              <a:ext cx="26988" cy="20638"/>
            </a:xfrm>
            <a:custGeom>
              <a:avLst/>
              <a:gdLst>
                <a:gd name="T0" fmla="*/ 9 w 51"/>
                <a:gd name="T1" fmla="*/ 0 h 38"/>
                <a:gd name="T2" fmla="*/ 0 w 51"/>
                <a:gd name="T3" fmla="*/ 24 h 38"/>
                <a:gd name="T4" fmla="*/ 13 w 51"/>
                <a:gd name="T5" fmla="*/ 38 h 38"/>
                <a:gd name="T6" fmla="*/ 51 w 51"/>
                <a:gd name="T7" fmla="*/ 14 h 38"/>
                <a:gd name="T8" fmla="*/ 9 w 51"/>
                <a:gd name="T9" fmla="*/ 0 h 38"/>
              </a:gdLst>
              <a:ahLst/>
              <a:cxnLst>
                <a:cxn ang="0">
                  <a:pos x="T0" y="T1"/>
                </a:cxn>
                <a:cxn ang="0">
                  <a:pos x="T2" y="T3"/>
                </a:cxn>
                <a:cxn ang="0">
                  <a:pos x="T4" y="T5"/>
                </a:cxn>
                <a:cxn ang="0">
                  <a:pos x="T6" y="T7"/>
                </a:cxn>
                <a:cxn ang="0">
                  <a:pos x="T8" y="T9"/>
                </a:cxn>
              </a:cxnLst>
              <a:rect l="0" t="0" r="r" b="b"/>
              <a:pathLst>
                <a:path w="51" h="38">
                  <a:moveTo>
                    <a:pt x="9" y="0"/>
                  </a:moveTo>
                  <a:lnTo>
                    <a:pt x="0" y="24"/>
                  </a:lnTo>
                  <a:lnTo>
                    <a:pt x="13" y="38"/>
                  </a:lnTo>
                  <a:lnTo>
                    <a:pt x="51" y="14"/>
                  </a:lnTo>
                  <a:lnTo>
                    <a:pt x="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0" name="Freeform 158">
              <a:extLst>
                <a:ext uri="{FF2B5EF4-FFF2-40B4-BE49-F238E27FC236}">
                  <a16:creationId xmlns:a16="http://schemas.microsoft.com/office/drawing/2014/main" id="{ADBCEB68-D89F-4AA0-B577-67D07D05438C}"/>
                </a:ext>
              </a:extLst>
            </p:cNvPr>
            <p:cNvSpPr>
              <a:spLocks/>
            </p:cNvSpPr>
            <p:nvPr/>
          </p:nvSpPr>
          <p:spPr bwMode="auto">
            <a:xfrm>
              <a:off x="5479257" y="3140868"/>
              <a:ext cx="25400" cy="25400"/>
            </a:xfrm>
            <a:custGeom>
              <a:avLst/>
              <a:gdLst>
                <a:gd name="T0" fmla="*/ 20 w 47"/>
                <a:gd name="T1" fmla="*/ 0 h 47"/>
                <a:gd name="T2" fmla="*/ 0 w 47"/>
                <a:gd name="T3" fmla="*/ 24 h 47"/>
                <a:gd name="T4" fmla="*/ 20 w 47"/>
                <a:gd name="T5" fmla="*/ 47 h 47"/>
                <a:gd name="T6" fmla="*/ 47 w 47"/>
                <a:gd name="T7" fmla="*/ 33 h 47"/>
                <a:gd name="T8" fmla="*/ 20 w 47"/>
                <a:gd name="T9" fmla="*/ 0 h 47"/>
              </a:gdLst>
              <a:ahLst/>
              <a:cxnLst>
                <a:cxn ang="0">
                  <a:pos x="T0" y="T1"/>
                </a:cxn>
                <a:cxn ang="0">
                  <a:pos x="T2" y="T3"/>
                </a:cxn>
                <a:cxn ang="0">
                  <a:pos x="T4" y="T5"/>
                </a:cxn>
                <a:cxn ang="0">
                  <a:pos x="T6" y="T7"/>
                </a:cxn>
                <a:cxn ang="0">
                  <a:pos x="T8" y="T9"/>
                </a:cxn>
              </a:cxnLst>
              <a:rect l="0" t="0" r="r" b="b"/>
              <a:pathLst>
                <a:path w="47" h="47">
                  <a:moveTo>
                    <a:pt x="20" y="0"/>
                  </a:moveTo>
                  <a:lnTo>
                    <a:pt x="0" y="24"/>
                  </a:lnTo>
                  <a:lnTo>
                    <a:pt x="20" y="47"/>
                  </a:lnTo>
                  <a:lnTo>
                    <a:pt x="47" y="33"/>
                  </a:lnTo>
                  <a:lnTo>
                    <a:pt x="2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1" name="Freeform 159">
              <a:extLst>
                <a:ext uri="{FF2B5EF4-FFF2-40B4-BE49-F238E27FC236}">
                  <a16:creationId xmlns:a16="http://schemas.microsoft.com/office/drawing/2014/main" id="{92BC7F8C-5169-489A-8BF1-7640D197CBDA}"/>
                </a:ext>
              </a:extLst>
            </p:cNvPr>
            <p:cNvSpPr>
              <a:spLocks/>
            </p:cNvSpPr>
            <p:nvPr/>
          </p:nvSpPr>
          <p:spPr bwMode="auto">
            <a:xfrm>
              <a:off x="5541169" y="3298031"/>
              <a:ext cx="15875" cy="15875"/>
            </a:xfrm>
            <a:custGeom>
              <a:avLst/>
              <a:gdLst>
                <a:gd name="T0" fmla="*/ 29 w 29"/>
                <a:gd name="T1" fmla="*/ 0 h 31"/>
                <a:gd name="T2" fmla="*/ 0 w 29"/>
                <a:gd name="T3" fmla="*/ 17 h 31"/>
                <a:gd name="T4" fmla="*/ 13 w 29"/>
                <a:gd name="T5" fmla="*/ 31 h 31"/>
                <a:gd name="T6" fmla="*/ 29 w 29"/>
                <a:gd name="T7" fmla="*/ 0 h 31"/>
              </a:gdLst>
              <a:ahLst/>
              <a:cxnLst>
                <a:cxn ang="0">
                  <a:pos x="T0" y="T1"/>
                </a:cxn>
                <a:cxn ang="0">
                  <a:pos x="T2" y="T3"/>
                </a:cxn>
                <a:cxn ang="0">
                  <a:pos x="T4" y="T5"/>
                </a:cxn>
                <a:cxn ang="0">
                  <a:pos x="T6" y="T7"/>
                </a:cxn>
              </a:cxnLst>
              <a:rect l="0" t="0" r="r" b="b"/>
              <a:pathLst>
                <a:path w="29" h="31">
                  <a:moveTo>
                    <a:pt x="29" y="0"/>
                  </a:moveTo>
                  <a:lnTo>
                    <a:pt x="0" y="17"/>
                  </a:lnTo>
                  <a:lnTo>
                    <a:pt x="13" y="31"/>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2" name="Freeform 160">
              <a:extLst>
                <a:ext uri="{FF2B5EF4-FFF2-40B4-BE49-F238E27FC236}">
                  <a16:creationId xmlns:a16="http://schemas.microsoft.com/office/drawing/2014/main" id="{9A14C711-EBC2-4F41-89D0-9604DF6639E5}"/>
                </a:ext>
              </a:extLst>
            </p:cNvPr>
            <p:cNvSpPr>
              <a:spLocks/>
            </p:cNvSpPr>
            <p:nvPr/>
          </p:nvSpPr>
          <p:spPr bwMode="auto">
            <a:xfrm>
              <a:off x="5482432" y="3299618"/>
              <a:ext cx="23813" cy="19050"/>
            </a:xfrm>
            <a:custGeom>
              <a:avLst/>
              <a:gdLst>
                <a:gd name="T0" fmla="*/ 38 w 47"/>
                <a:gd name="T1" fmla="*/ 0 h 37"/>
                <a:gd name="T2" fmla="*/ 0 w 47"/>
                <a:gd name="T3" fmla="*/ 9 h 37"/>
                <a:gd name="T4" fmla="*/ 19 w 47"/>
                <a:gd name="T5" fmla="*/ 37 h 37"/>
                <a:gd name="T6" fmla="*/ 47 w 47"/>
                <a:gd name="T7" fmla="*/ 37 h 37"/>
                <a:gd name="T8" fmla="*/ 38 w 47"/>
                <a:gd name="T9" fmla="*/ 0 h 37"/>
              </a:gdLst>
              <a:ahLst/>
              <a:cxnLst>
                <a:cxn ang="0">
                  <a:pos x="T0" y="T1"/>
                </a:cxn>
                <a:cxn ang="0">
                  <a:pos x="T2" y="T3"/>
                </a:cxn>
                <a:cxn ang="0">
                  <a:pos x="T4" y="T5"/>
                </a:cxn>
                <a:cxn ang="0">
                  <a:pos x="T6" y="T7"/>
                </a:cxn>
                <a:cxn ang="0">
                  <a:pos x="T8" y="T9"/>
                </a:cxn>
              </a:cxnLst>
              <a:rect l="0" t="0" r="r" b="b"/>
              <a:pathLst>
                <a:path w="47" h="37">
                  <a:moveTo>
                    <a:pt x="38" y="0"/>
                  </a:moveTo>
                  <a:lnTo>
                    <a:pt x="0" y="9"/>
                  </a:lnTo>
                  <a:lnTo>
                    <a:pt x="19" y="37"/>
                  </a:lnTo>
                  <a:lnTo>
                    <a:pt x="47" y="37"/>
                  </a:lnTo>
                  <a:lnTo>
                    <a:pt x="3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3" name="Freeform 161">
              <a:extLst>
                <a:ext uri="{FF2B5EF4-FFF2-40B4-BE49-F238E27FC236}">
                  <a16:creationId xmlns:a16="http://schemas.microsoft.com/office/drawing/2014/main" id="{68A8655A-0FD3-42F6-8297-C5867C7478D2}"/>
                </a:ext>
              </a:extLst>
            </p:cNvPr>
            <p:cNvSpPr>
              <a:spLocks/>
            </p:cNvSpPr>
            <p:nvPr/>
          </p:nvSpPr>
          <p:spPr bwMode="auto">
            <a:xfrm>
              <a:off x="5442744" y="3283743"/>
              <a:ext cx="26988" cy="28575"/>
            </a:xfrm>
            <a:custGeom>
              <a:avLst/>
              <a:gdLst>
                <a:gd name="T0" fmla="*/ 24 w 52"/>
                <a:gd name="T1" fmla="*/ 0 h 52"/>
                <a:gd name="T2" fmla="*/ 0 w 52"/>
                <a:gd name="T3" fmla="*/ 24 h 52"/>
                <a:gd name="T4" fmla="*/ 34 w 52"/>
                <a:gd name="T5" fmla="*/ 52 h 52"/>
                <a:gd name="T6" fmla="*/ 52 w 52"/>
                <a:gd name="T7" fmla="*/ 9 h 52"/>
                <a:gd name="T8" fmla="*/ 24 w 52"/>
                <a:gd name="T9" fmla="*/ 0 h 52"/>
              </a:gdLst>
              <a:ahLst/>
              <a:cxnLst>
                <a:cxn ang="0">
                  <a:pos x="T0" y="T1"/>
                </a:cxn>
                <a:cxn ang="0">
                  <a:pos x="T2" y="T3"/>
                </a:cxn>
                <a:cxn ang="0">
                  <a:pos x="T4" y="T5"/>
                </a:cxn>
                <a:cxn ang="0">
                  <a:pos x="T6" y="T7"/>
                </a:cxn>
                <a:cxn ang="0">
                  <a:pos x="T8" y="T9"/>
                </a:cxn>
              </a:cxnLst>
              <a:rect l="0" t="0" r="r" b="b"/>
              <a:pathLst>
                <a:path w="52" h="52">
                  <a:moveTo>
                    <a:pt x="24" y="0"/>
                  </a:moveTo>
                  <a:lnTo>
                    <a:pt x="0" y="24"/>
                  </a:lnTo>
                  <a:lnTo>
                    <a:pt x="34" y="52"/>
                  </a:lnTo>
                  <a:lnTo>
                    <a:pt x="52" y="9"/>
                  </a:lnTo>
                  <a:lnTo>
                    <a:pt x="2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4" name="Freeform 162">
              <a:extLst>
                <a:ext uri="{FF2B5EF4-FFF2-40B4-BE49-F238E27FC236}">
                  <a16:creationId xmlns:a16="http://schemas.microsoft.com/office/drawing/2014/main" id="{1730082B-EA45-44C4-913D-6D671B5334DB}"/>
                </a:ext>
              </a:extLst>
            </p:cNvPr>
            <p:cNvSpPr>
              <a:spLocks/>
            </p:cNvSpPr>
            <p:nvPr/>
          </p:nvSpPr>
          <p:spPr bwMode="auto">
            <a:xfrm>
              <a:off x="5285582" y="3631406"/>
              <a:ext cx="26988" cy="20638"/>
            </a:xfrm>
            <a:custGeom>
              <a:avLst/>
              <a:gdLst>
                <a:gd name="T0" fmla="*/ 32 w 51"/>
                <a:gd name="T1" fmla="*/ 0 h 38"/>
                <a:gd name="T2" fmla="*/ 0 w 51"/>
                <a:gd name="T3" fmla="*/ 18 h 38"/>
                <a:gd name="T4" fmla="*/ 23 w 51"/>
                <a:gd name="T5" fmla="*/ 38 h 38"/>
                <a:gd name="T6" fmla="*/ 51 w 51"/>
                <a:gd name="T7" fmla="*/ 23 h 38"/>
                <a:gd name="T8" fmla="*/ 32 w 51"/>
                <a:gd name="T9" fmla="*/ 0 h 38"/>
              </a:gdLst>
              <a:ahLst/>
              <a:cxnLst>
                <a:cxn ang="0">
                  <a:pos x="T0" y="T1"/>
                </a:cxn>
                <a:cxn ang="0">
                  <a:pos x="T2" y="T3"/>
                </a:cxn>
                <a:cxn ang="0">
                  <a:pos x="T4" y="T5"/>
                </a:cxn>
                <a:cxn ang="0">
                  <a:pos x="T6" y="T7"/>
                </a:cxn>
                <a:cxn ang="0">
                  <a:pos x="T8" y="T9"/>
                </a:cxn>
              </a:cxnLst>
              <a:rect l="0" t="0" r="r" b="b"/>
              <a:pathLst>
                <a:path w="51" h="38">
                  <a:moveTo>
                    <a:pt x="32" y="0"/>
                  </a:moveTo>
                  <a:lnTo>
                    <a:pt x="0" y="18"/>
                  </a:lnTo>
                  <a:lnTo>
                    <a:pt x="23" y="38"/>
                  </a:lnTo>
                  <a:lnTo>
                    <a:pt x="51" y="23"/>
                  </a:lnTo>
                  <a:lnTo>
                    <a:pt x="3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5" name="Freeform 163">
              <a:extLst>
                <a:ext uri="{FF2B5EF4-FFF2-40B4-BE49-F238E27FC236}">
                  <a16:creationId xmlns:a16="http://schemas.microsoft.com/office/drawing/2014/main" id="{E5E720C0-2CC2-4E7A-8DA7-D5FF42DCD7E4}"/>
                </a:ext>
              </a:extLst>
            </p:cNvPr>
            <p:cNvSpPr>
              <a:spLocks/>
            </p:cNvSpPr>
            <p:nvPr/>
          </p:nvSpPr>
          <p:spPr bwMode="auto">
            <a:xfrm>
              <a:off x="5333207" y="3652043"/>
              <a:ext cx="26988" cy="23813"/>
            </a:xfrm>
            <a:custGeom>
              <a:avLst/>
              <a:gdLst>
                <a:gd name="T0" fmla="*/ 22 w 52"/>
                <a:gd name="T1" fmla="*/ 0 h 46"/>
                <a:gd name="T2" fmla="*/ 0 w 52"/>
                <a:gd name="T3" fmla="*/ 18 h 46"/>
                <a:gd name="T4" fmla="*/ 15 w 52"/>
                <a:gd name="T5" fmla="*/ 46 h 46"/>
                <a:gd name="T6" fmla="*/ 52 w 52"/>
                <a:gd name="T7" fmla="*/ 30 h 46"/>
                <a:gd name="T8" fmla="*/ 22 w 52"/>
                <a:gd name="T9" fmla="*/ 0 h 46"/>
              </a:gdLst>
              <a:ahLst/>
              <a:cxnLst>
                <a:cxn ang="0">
                  <a:pos x="T0" y="T1"/>
                </a:cxn>
                <a:cxn ang="0">
                  <a:pos x="T2" y="T3"/>
                </a:cxn>
                <a:cxn ang="0">
                  <a:pos x="T4" y="T5"/>
                </a:cxn>
                <a:cxn ang="0">
                  <a:pos x="T6" y="T7"/>
                </a:cxn>
                <a:cxn ang="0">
                  <a:pos x="T8" y="T9"/>
                </a:cxn>
              </a:cxnLst>
              <a:rect l="0" t="0" r="r" b="b"/>
              <a:pathLst>
                <a:path w="52" h="46">
                  <a:moveTo>
                    <a:pt x="22" y="0"/>
                  </a:moveTo>
                  <a:lnTo>
                    <a:pt x="0" y="18"/>
                  </a:lnTo>
                  <a:lnTo>
                    <a:pt x="15" y="46"/>
                  </a:lnTo>
                  <a:lnTo>
                    <a:pt x="52" y="30"/>
                  </a:lnTo>
                  <a:lnTo>
                    <a:pt x="2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6" name="Freeform 164">
              <a:extLst>
                <a:ext uri="{FF2B5EF4-FFF2-40B4-BE49-F238E27FC236}">
                  <a16:creationId xmlns:a16="http://schemas.microsoft.com/office/drawing/2014/main" id="{9ECA17B5-30A7-4A8E-A167-E47065F32285}"/>
                </a:ext>
              </a:extLst>
            </p:cNvPr>
            <p:cNvSpPr>
              <a:spLocks/>
            </p:cNvSpPr>
            <p:nvPr/>
          </p:nvSpPr>
          <p:spPr bwMode="auto">
            <a:xfrm>
              <a:off x="5306219" y="3679031"/>
              <a:ext cx="26988" cy="30163"/>
            </a:xfrm>
            <a:custGeom>
              <a:avLst/>
              <a:gdLst>
                <a:gd name="T0" fmla="*/ 28 w 52"/>
                <a:gd name="T1" fmla="*/ 0 h 56"/>
                <a:gd name="T2" fmla="*/ 0 w 52"/>
                <a:gd name="T3" fmla="*/ 17 h 56"/>
                <a:gd name="T4" fmla="*/ 30 w 52"/>
                <a:gd name="T5" fmla="*/ 56 h 56"/>
                <a:gd name="T6" fmla="*/ 52 w 52"/>
                <a:gd name="T7" fmla="*/ 44 h 56"/>
                <a:gd name="T8" fmla="*/ 28 w 52"/>
                <a:gd name="T9" fmla="*/ 0 h 56"/>
              </a:gdLst>
              <a:ahLst/>
              <a:cxnLst>
                <a:cxn ang="0">
                  <a:pos x="T0" y="T1"/>
                </a:cxn>
                <a:cxn ang="0">
                  <a:pos x="T2" y="T3"/>
                </a:cxn>
                <a:cxn ang="0">
                  <a:pos x="T4" y="T5"/>
                </a:cxn>
                <a:cxn ang="0">
                  <a:pos x="T6" y="T7"/>
                </a:cxn>
                <a:cxn ang="0">
                  <a:pos x="T8" y="T9"/>
                </a:cxn>
              </a:cxnLst>
              <a:rect l="0" t="0" r="r" b="b"/>
              <a:pathLst>
                <a:path w="52" h="56">
                  <a:moveTo>
                    <a:pt x="28" y="0"/>
                  </a:moveTo>
                  <a:lnTo>
                    <a:pt x="0" y="17"/>
                  </a:lnTo>
                  <a:lnTo>
                    <a:pt x="30" y="56"/>
                  </a:lnTo>
                  <a:lnTo>
                    <a:pt x="52" y="44"/>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7" name="Freeform 171">
              <a:extLst>
                <a:ext uri="{FF2B5EF4-FFF2-40B4-BE49-F238E27FC236}">
                  <a16:creationId xmlns:a16="http://schemas.microsoft.com/office/drawing/2014/main" id="{37F30071-A4DE-47AD-AEF9-62BCDBCFA9BA}"/>
                </a:ext>
              </a:extLst>
            </p:cNvPr>
            <p:cNvSpPr>
              <a:spLocks/>
            </p:cNvSpPr>
            <p:nvPr/>
          </p:nvSpPr>
          <p:spPr bwMode="auto">
            <a:xfrm>
              <a:off x="4283869" y="3566318"/>
              <a:ext cx="20638" cy="17463"/>
            </a:xfrm>
            <a:custGeom>
              <a:avLst/>
              <a:gdLst>
                <a:gd name="T0" fmla="*/ 25 w 40"/>
                <a:gd name="T1" fmla="*/ 0 h 34"/>
                <a:gd name="T2" fmla="*/ 0 w 40"/>
                <a:gd name="T3" fmla="*/ 10 h 34"/>
                <a:gd name="T4" fmla="*/ 9 w 40"/>
                <a:gd name="T5" fmla="*/ 34 h 34"/>
                <a:gd name="T6" fmla="*/ 40 w 40"/>
                <a:gd name="T7" fmla="*/ 13 h 34"/>
                <a:gd name="T8" fmla="*/ 34 w 40"/>
                <a:gd name="T9" fmla="*/ 7 h 34"/>
                <a:gd name="T10" fmla="*/ 25 w 40"/>
                <a:gd name="T11" fmla="*/ 0 h 34"/>
              </a:gdLst>
              <a:ahLst/>
              <a:cxnLst>
                <a:cxn ang="0">
                  <a:pos x="T0" y="T1"/>
                </a:cxn>
                <a:cxn ang="0">
                  <a:pos x="T2" y="T3"/>
                </a:cxn>
                <a:cxn ang="0">
                  <a:pos x="T4" y="T5"/>
                </a:cxn>
                <a:cxn ang="0">
                  <a:pos x="T6" y="T7"/>
                </a:cxn>
                <a:cxn ang="0">
                  <a:pos x="T8" y="T9"/>
                </a:cxn>
                <a:cxn ang="0">
                  <a:pos x="T10" y="T11"/>
                </a:cxn>
              </a:cxnLst>
              <a:rect l="0" t="0" r="r" b="b"/>
              <a:pathLst>
                <a:path w="40" h="34">
                  <a:moveTo>
                    <a:pt x="25" y="0"/>
                  </a:moveTo>
                  <a:lnTo>
                    <a:pt x="0" y="10"/>
                  </a:lnTo>
                  <a:lnTo>
                    <a:pt x="9" y="34"/>
                  </a:lnTo>
                  <a:lnTo>
                    <a:pt x="40" y="13"/>
                  </a:lnTo>
                  <a:lnTo>
                    <a:pt x="34" y="7"/>
                  </a:lnTo>
                  <a:lnTo>
                    <a:pt x="2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8" name="Freeform 172">
              <a:extLst>
                <a:ext uri="{FF2B5EF4-FFF2-40B4-BE49-F238E27FC236}">
                  <a16:creationId xmlns:a16="http://schemas.microsoft.com/office/drawing/2014/main" id="{CC94560A-D10E-44B1-8F0B-63825E2FCF39}"/>
                </a:ext>
              </a:extLst>
            </p:cNvPr>
            <p:cNvSpPr>
              <a:spLocks/>
            </p:cNvSpPr>
            <p:nvPr/>
          </p:nvSpPr>
          <p:spPr bwMode="auto">
            <a:xfrm>
              <a:off x="4310857" y="3580606"/>
              <a:ext cx="22225" cy="30163"/>
            </a:xfrm>
            <a:custGeom>
              <a:avLst/>
              <a:gdLst>
                <a:gd name="T0" fmla="*/ 15 w 40"/>
                <a:gd name="T1" fmla="*/ 0 h 57"/>
                <a:gd name="T2" fmla="*/ 0 w 40"/>
                <a:gd name="T3" fmla="*/ 32 h 57"/>
                <a:gd name="T4" fmla="*/ 18 w 40"/>
                <a:gd name="T5" fmla="*/ 57 h 57"/>
                <a:gd name="T6" fmla="*/ 40 w 40"/>
                <a:gd name="T7" fmla="*/ 36 h 57"/>
                <a:gd name="T8" fmla="*/ 15 w 40"/>
                <a:gd name="T9" fmla="*/ 0 h 57"/>
              </a:gdLst>
              <a:ahLst/>
              <a:cxnLst>
                <a:cxn ang="0">
                  <a:pos x="T0" y="T1"/>
                </a:cxn>
                <a:cxn ang="0">
                  <a:pos x="T2" y="T3"/>
                </a:cxn>
                <a:cxn ang="0">
                  <a:pos x="T4" y="T5"/>
                </a:cxn>
                <a:cxn ang="0">
                  <a:pos x="T6" y="T7"/>
                </a:cxn>
                <a:cxn ang="0">
                  <a:pos x="T8" y="T9"/>
                </a:cxn>
              </a:cxnLst>
              <a:rect l="0" t="0" r="r" b="b"/>
              <a:pathLst>
                <a:path w="40" h="57">
                  <a:moveTo>
                    <a:pt x="15" y="0"/>
                  </a:moveTo>
                  <a:lnTo>
                    <a:pt x="0" y="32"/>
                  </a:lnTo>
                  <a:lnTo>
                    <a:pt x="18" y="57"/>
                  </a:lnTo>
                  <a:lnTo>
                    <a:pt x="40" y="36"/>
                  </a:lnTo>
                  <a:lnTo>
                    <a:pt x="1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09" name="Freeform 173">
              <a:extLst>
                <a:ext uri="{FF2B5EF4-FFF2-40B4-BE49-F238E27FC236}">
                  <a16:creationId xmlns:a16="http://schemas.microsoft.com/office/drawing/2014/main" id="{9D21EA6C-406F-45E9-A609-244437C22C1B}"/>
                </a:ext>
              </a:extLst>
            </p:cNvPr>
            <p:cNvSpPr>
              <a:spLocks/>
            </p:cNvSpPr>
            <p:nvPr/>
          </p:nvSpPr>
          <p:spPr bwMode="auto">
            <a:xfrm>
              <a:off x="4337844" y="3626643"/>
              <a:ext cx="19050" cy="23813"/>
            </a:xfrm>
            <a:custGeom>
              <a:avLst/>
              <a:gdLst>
                <a:gd name="T0" fmla="*/ 18 w 38"/>
                <a:gd name="T1" fmla="*/ 0 h 45"/>
                <a:gd name="T2" fmla="*/ 0 w 38"/>
                <a:gd name="T3" fmla="*/ 17 h 45"/>
                <a:gd name="T4" fmla="*/ 13 w 38"/>
                <a:gd name="T5" fmla="*/ 45 h 45"/>
                <a:gd name="T6" fmla="*/ 38 w 38"/>
                <a:gd name="T7" fmla="*/ 37 h 45"/>
                <a:gd name="T8" fmla="*/ 18 w 38"/>
                <a:gd name="T9" fmla="*/ 0 h 45"/>
              </a:gdLst>
              <a:ahLst/>
              <a:cxnLst>
                <a:cxn ang="0">
                  <a:pos x="T0" y="T1"/>
                </a:cxn>
                <a:cxn ang="0">
                  <a:pos x="T2" y="T3"/>
                </a:cxn>
                <a:cxn ang="0">
                  <a:pos x="T4" y="T5"/>
                </a:cxn>
                <a:cxn ang="0">
                  <a:pos x="T6" y="T7"/>
                </a:cxn>
                <a:cxn ang="0">
                  <a:pos x="T8" y="T9"/>
                </a:cxn>
              </a:cxnLst>
              <a:rect l="0" t="0" r="r" b="b"/>
              <a:pathLst>
                <a:path w="38" h="45">
                  <a:moveTo>
                    <a:pt x="18" y="0"/>
                  </a:moveTo>
                  <a:lnTo>
                    <a:pt x="0" y="17"/>
                  </a:lnTo>
                  <a:lnTo>
                    <a:pt x="13" y="45"/>
                  </a:lnTo>
                  <a:lnTo>
                    <a:pt x="38" y="37"/>
                  </a:lnTo>
                  <a:lnTo>
                    <a:pt x="1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0" name="Freeform 174">
              <a:extLst>
                <a:ext uri="{FF2B5EF4-FFF2-40B4-BE49-F238E27FC236}">
                  <a16:creationId xmlns:a16="http://schemas.microsoft.com/office/drawing/2014/main" id="{4F7F1B80-B3C6-4E67-BADD-1EF2C47CE837}"/>
                </a:ext>
              </a:extLst>
            </p:cNvPr>
            <p:cNvSpPr>
              <a:spLocks/>
            </p:cNvSpPr>
            <p:nvPr/>
          </p:nvSpPr>
          <p:spPr bwMode="auto">
            <a:xfrm>
              <a:off x="4339432" y="3663156"/>
              <a:ext cx="23813" cy="25400"/>
            </a:xfrm>
            <a:custGeom>
              <a:avLst/>
              <a:gdLst>
                <a:gd name="T0" fmla="*/ 12 w 45"/>
                <a:gd name="T1" fmla="*/ 0 h 47"/>
                <a:gd name="T2" fmla="*/ 0 w 45"/>
                <a:gd name="T3" fmla="*/ 25 h 47"/>
                <a:gd name="T4" fmla="*/ 20 w 45"/>
                <a:gd name="T5" fmla="*/ 47 h 47"/>
                <a:gd name="T6" fmla="*/ 45 w 45"/>
                <a:gd name="T7" fmla="*/ 34 h 47"/>
                <a:gd name="T8" fmla="*/ 12 w 45"/>
                <a:gd name="T9" fmla="*/ 0 h 47"/>
              </a:gdLst>
              <a:ahLst/>
              <a:cxnLst>
                <a:cxn ang="0">
                  <a:pos x="T0" y="T1"/>
                </a:cxn>
                <a:cxn ang="0">
                  <a:pos x="T2" y="T3"/>
                </a:cxn>
                <a:cxn ang="0">
                  <a:pos x="T4" y="T5"/>
                </a:cxn>
                <a:cxn ang="0">
                  <a:pos x="T6" y="T7"/>
                </a:cxn>
                <a:cxn ang="0">
                  <a:pos x="T8" y="T9"/>
                </a:cxn>
              </a:cxnLst>
              <a:rect l="0" t="0" r="r" b="b"/>
              <a:pathLst>
                <a:path w="45" h="47">
                  <a:moveTo>
                    <a:pt x="12" y="0"/>
                  </a:moveTo>
                  <a:lnTo>
                    <a:pt x="0" y="25"/>
                  </a:lnTo>
                  <a:lnTo>
                    <a:pt x="20" y="47"/>
                  </a:lnTo>
                  <a:lnTo>
                    <a:pt x="45" y="34"/>
                  </a:lnTo>
                  <a:lnTo>
                    <a:pt x="1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1" name="Freeform 175">
              <a:extLst>
                <a:ext uri="{FF2B5EF4-FFF2-40B4-BE49-F238E27FC236}">
                  <a16:creationId xmlns:a16="http://schemas.microsoft.com/office/drawing/2014/main" id="{C61B9D2D-67CD-4F31-A5E5-F52FA25EEACC}"/>
                </a:ext>
              </a:extLst>
            </p:cNvPr>
            <p:cNvSpPr>
              <a:spLocks/>
            </p:cNvSpPr>
            <p:nvPr/>
          </p:nvSpPr>
          <p:spPr bwMode="auto">
            <a:xfrm>
              <a:off x="4334669" y="3698081"/>
              <a:ext cx="23813" cy="23813"/>
            </a:xfrm>
            <a:custGeom>
              <a:avLst/>
              <a:gdLst>
                <a:gd name="T0" fmla="*/ 22 w 44"/>
                <a:gd name="T1" fmla="*/ 0 h 46"/>
                <a:gd name="T2" fmla="*/ 0 w 44"/>
                <a:gd name="T3" fmla="*/ 15 h 46"/>
                <a:gd name="T4" fmla="*/ 17 w 44"/>
                <a:gd name="T5" fmla="*/ 46 h 46"/>
                <a:gd name="T6" fmla="*/ 44 w 44"/>
                <a:gd name="T7" fmla="*/ 30 h 46"/>
                <a:gd name="T8" fmla="*/ 22 w 44"/>
                <a:gd name="T9" fmla="*/ 0 h 46"/>
              </a:gdLst>
              <a:ahLst/>
              <a:cxnLst>
                <a:cxn ang="0">
                  <a:pos x="T0" y="T1"/>
                </a:cxn>
                <a:cxn ang="0">
                  <a:pos x="T2" y="T3"/>
                </a:cxn>
                <a:cxn ang="0">
                  <a:pos x="T4" y="T5"/>
                </a:cxn>
                <a:cxn ang="0">
                  <a:pos x="T6" y="T7"/>
                </a:cxn>
                <a:cxn ang="0">
                  <a:pos x="T8" y="T9"/>
                </a:cxn>
              </a:cxnLst>
              <a:rect l="0" t="0" r="r" b="b"/>
              <a:pathLst>
                <a:path w="44" h="46">
                  <a:moveTo>
                    <a:pt x="22" y="0"/>
                  </a:moveTo>
                  <a:lnTo>
                    <a:pt x="0" y="15"/>
                  </a:lnTo>
                  <a:lnTo>
                    <a:pt x="17" y="46"/>
                  </a:lnTo>
                  <a:lnTo>
                    <a:pt x="44" y="30"/>
                  </a:lnTo>
                  <a:lnTo>
                    <a:pt x="2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2" name="Freeform 176">
              <a:extLst>
                <a:ext uri="{FF2B5EF4-FFF2-40B4-BE49-F238E27FC236}">
                  <a16:creationId xmlns:a16="http://schemas.microsoft.com/office/drawing/2014/main" id="{89F1AAC1-36D3-4126-BA15-F5B0DA0E0286}"/>
                </a:ext>
              </a:extLst>
            </p:cNvPr>
            <p:cNvSpPr>
              <a:spLocks/>
            </p:cNvSpPr>
            <p:nvPr/>
          </p:nvSpPr>
          <p:spPr bwMode="auto">
            <a:xfrm>
              <a:off x="4321969" y="3728243"/>
              <a:ext cx="22225" cy="17463"/>
            </a:xfrm>
            <a:custGeom>
              <a:avLst/>
              <a:gdLst>
                <a:gd name="T0" fmla="*/ 19 w 40"/>
                <a:gd name="T1" fmla="*/ 0 h 32"/>
                <a:gd name="T2" fmla="*/ 0 w 40"/>
                <a:gd name="T3" fmla="*/ 20 h 32"/>
                <a:gd name="T4" fmla="*/ 7 w 40"/>
                <a:gd name="T5" fmla="*/ 32 h 32"/>
                <a:gd name="T6" fmla="*/ 32 w 40"/>
                <a:gd name="T7" fmla="*/ 32 h 32"/>
                <a:gd name="T8" fmla="*/ 40 w 40"/>
                <a:gd name="T9" fmla="*/ 12 h 32"/>
                <a:gd name="T10" fmla="*/ 19 w 40"/>
                <a:gd name="T11" fmla="*/ 0 h 32"/>
              </a:gdLst>
              <a:ahLst/>
              <a:cxnLst>
                <a:cxn ang="0">
                  <a:pos x="T0" y="T1"/>
                </a:cxn>
                <a:cxn ang="0">
                  <a:pos x="T2" y="T3"/>
                </a:cxn>
                <a:cxn ang="0">
                  <a:pos x="T4" y="T5"/>
                </a:cxn>
                <a:cxn ang="0">
                  <a:pos x="T6" y="T7"/>
                </a:cxn>
                <a:cxn ang="0">
                  <a:pos x="T8" y="T9"/>
                </a:cxn>
                <a:cxn ang="0">
                  <a:pos x="T10" y="T11"/>
                </a:cxn>
              </a:cxnLst>
              <a:rect l="0" t="0" r="r" b="b"/>
              <a:pathLst>
                <a:path w="40" h="32">
                  <a:moveTo>
                    <a:pt x="19" y="0"/>
                  </a:moveTo>
                  <a:lnTo>
                    <a:pt x="0" y="20"/>
                  </a:lnTo>
                  <a:lnTo>
                    <a:pt x="7" y="32"/>
                  </a:lnTo>
                  <a:lnTo>
                    <a:pt x="32" y="32"/>
                  </a:lnTo>
                  <a:lnTo>
                    <a:pt x="40" y="12"/>
                  </a:lnTo>
                  <a:lnTo>
                    <a:pt x="1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3" name="Freeform 177">
              <a:extLst>
                <a:ext uri="{FF2B5EF4-FFF2-40B4-BE49-F238E27FC236}">
                  <a16:creationId xmlns:a16="http://schemas.microsoft.com/office/drawing/2014/main" id="{0AB04D1D-FF8D-4DBF-9E56-E5B3CE58A0B6}"/>
                </a:ext>
              </a:extLst>
            </p:cNvPr>
            <p:cNvSpPr>
              <a:spLocks/>
            </p:cNvSpPr>
            <p:nvPr/>
          </p:nvSpPr>
          <p:spPr bwMode="auto">
            <a:xfrm>
              <a:off x="4328319" y="3759993"/>
              <a:ext cx="31750" cy="41275"/>
            </a:xfrm>
            <a:custGeom>
              <a:avLst/>
              <a:gdLst>
                <a:gd name="T0" fmla="*/ 39 w 61"/>
                <a:gd name="T1" fmla="*/ 0 h 77"/>
                <a:gd name="T2" fmla="*/ 21 w 61"/>
                <a:gd name="T3" fmla="*/ 17 h 77"/>
                <a:gd name="T4" fmla="*/ 0 w 61"/>
                <a:gd name="T5" fmla="*/ 20 h 77"/>
                <a:gd name="T6" fmla="*/ 0 w 61"/>
                <a:gd name="T7" fmla="*/ 44 h 77"/>
                <a:gd name="T8" fmla="*/ 37 w 61"/>
                <a:gd name="T9" fmla="*/ 77 h 77"/>
                <a:gd name="T10" fmla="*/ 52 w 61"/>
                <a:gd name="T11" fmla="*/ 53 h 77"/>
                <a:gd name="T12" fmla="*/ 61 w 61"/>
                <a:gd name="T13" fmla="*/ 25 h 77"/>
                <a:gd name="T14" fmla="*/ 58 w 61"/>
                <a:gd name="T15" fmla="*/ 3 h 77"/>
                <a:gd name="T16" fmla="*/ 39 w 61"/>
                <a:gd name="T1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77">
                  <a:moveTo>
                    <a:pt x="39" y="0"/>
                  </a:moveTo>
                  <a:lnTo>
                    <a:pt x="21" y="17"/>
                  </a:lnTo>
                  <a:lnTo>
                    <a:pt x="0" y="20"/>
                  </a:lnTo>
                  <a:lnTo>
                    <a:pt x="0" y="44"/>
                  </a:lnTo>
                  <a:lnTo>
                    <a:pt x="37" y="77"/>
                  </a:lnTo>
                  <a:lnTo>
                    <a:pt x="52" y="53"/>
                  </a:lnTo>
                  <a:lnTo>
                    <a:pt x="61" y="25"/>
                  </a:lnTo>
                  <a:lnTo>
                    <a:pt x="58" y="3"/>
                  </a:lnTo>
                  <a:lnTo>
                    <a:pt x="3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4" name="Freeform 178">
              <a:extLst>
                <a:ext uri="{FF2B5EF4-FFF2-40B4-BE49-F238E27FC236}">
                  <a16:creationId xmlns:a16="http://schemas.microsoft.com/office/drawing/2014/main" id="{7AA180F4-E780-426D-8038-9F486CA0551E}"/>
                </a:ext>
              </a:extLst>
            </p:cNvPr>
            <p:cNvSpPr>
              <a:spLocks/>
            </p:cNvSpPr>
            <p:nvPr/>
          </p:nvSpPr>
          <p:spPr bwMode="auto">
            <a:xfrm>
              <a:off x="4202907" y="3537743"/>
              <a:ext cx="44450" cy="26988"/>
            </a:xfrm>
            <a:custGeom>
              <a:avLst/>
              <a:gdLst>
                <a:gd name="T0" fmla="*/ 82 w 82"/>
                <a:gd name="T1" fmla="*/ 16 h 53"/>
                <a:gd name="T2" fmla="*/ 36 w 82"/>
                <a:gd name="T3" fmla="*/ 0 h 53"/>
                <a:gd name="T4" fmla="*/ 0 w 82"/>
                <a:gd name="T5" fmla="*/ 23 h 53"/>
                <a:gd name="T6" fmla="*/ 18 w 82"/>
                <a:gd name="T7" fmla="*/ 44 h 53"/>
                <a:gd name="T8" fmla="*/ 80 w 82"/>
                <a:gd name="T9" fmla="*/ 53 h 53"/>
                <a:gd name="T10" fmla="*/ 82 w 82"/>
                <a:gd name="T11" fmla="*/ 16 h 53"/>
              </a:gdLst>
              <a:ahLst/>
              <a:cxnLst>
                <a:cxn ang="0">
                  <a:pos x="T0" y="T1"/>
                </a:cxn>
                <a:cxn ang="0">
                  <a:pos x="T2" y="T3"/>
                </a:cxn>
                <a:cxn ang="0">
                  <a:pos x="T4" y="T5"/>
                </a:cxn>
                <a:cxn ang="0">
                  <a:pos x="T6" y="T7"/>
                </a:cxn>
                <a:cxn ang="0">
                  <a:pos x="T8" y="T9"/>
                </a:cxn>
                <a:cxn ang="0">
                  <a:pos x="T10" y="T11"/>
                </a:cxn>
              </a:cxnLst>
              <a:rect l="0" t="0" r="r" b="b"/>
              <a:pathLst>
                <a:path w="82" h="53">
                  <a:moveTo>
                    <a:pt x="82" y="16"/>
                  </a:moveTo>
                  <a:lnTo>
                    <a:pt x="36" y="0"/>
                  </a:lnTo>
                  <a:lnTo>
                    <a:pt x="0" y="23"/>
                  </a:lnTo>
                  <a:lnTo>
                    <a:pt x="18" y="44"/>
                  </a:lnTo>
                  <a:lnTo>
                    <a:pt x="80" y="53"/>
                  </a:lnTo>
                  <a:lnTo>
                    <a:pt x="82" y="1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5" name="Freeform 179">
              <a:extLst>
                <a:ext uri="{FF2B5EF4-FFF2-40B4-BE49-F238E27FC236}">
                  <a16:creationId xmlns:a16="http://schemas.microsoft.com/office/drawing/2014/main" id="{655D973E-DBAE-4121-868C-40C3F2454064}"/>
                </a:ext>
              </a:extLst>
            </p:cNvPr>
            <p:cNvSpPr>
              <a:spLocks/>
            </p:cNvSpPr>
            <p:nvPr/>
          </p:nvSpPr>
          <p:spPr bwMode="auto">
            <a:xfrm>
              <a:off x="4029869" y="3493293"/>
              <a:ext cx="144463" cy="77788"/>
            </a:xfrm>
            <a:custGeom>
              <a:avLst/>
              <a:gdLst>
                <a:gd name="T0" fmla="*/ 63 w 273"/>
                <a:gd name="T1" fmla="*/ 0 h 145"/>
                <a:gd name="T2" fmla="*/ 35 w 273"/>
                <a:gd name="T3" fmla="*/ 30 h 145"/>
                <a:gd name="T4" fmla="*/ 67 w 273"/>
                <a:gd name="T5" fmla="*/ 43 h 145"/>
                <a:gd name="T6" fmla="*/ 72 w 273"/>
                <a:gd name="T7" fmla="*/ 83 h 145"/>
                <a:gd name="T8" fmla="*/ 0 w 273"/>
                <a:gd name="T9" fmla="*/ 91 h 145"/>
                <a:gd name="T10" fmla="*/ 7 w 273"/>
                <a:gd name="T11" fmla="*/ 129 h 145"/>
                <a:gd name="T12" fmla="*/ 28 w 273"/>
                <a:gd name="T13" fmla="*/ 131 h 145"/>
                <a:gd name="T14" fmla="*/ 41 w 273"/>
                <a:gd name="T15" fmla="*/ 113 h 145"/>
                <a:gd name="T16" fmla="*/ 125 w 273"/>
                <a:gd name="T17" fmla="*/ 116 h 145"/>
                <a:gd name="T18" fmla="*/ 140 w 273"/>
                <a:gd name="T19" fmla="*/ 145 h 145"/>
                <a:gd name="T20" fmla="*/ 159 w 273"/>
                <a:gd name="T21" fmla="*/ 122 h 145"/>
                <a:gd name="T22" fmla="*/ 216 w 273"/>
                <a:gd name="T23" fmla="*/ 107 h 145"/>
                <a:gd name="T24" fmla="*/ 267 w 273"/>
                <a:gd name="T25" fmla="*/ 117 h 145"/>
                <a:gd name="T26" fmla="*/ 273 w 273"/>
                <a:gd name="T27" fmla="*/ 87 h 145"/>
                <a:gd name="T28" fmla="*/ 183 w 273"/>
                <a:gd name="T29" fmla="*/ 28 h 145"/>
                <a:gd name="T30" fmla="*/ 124 w 273"/>
                <a:gd name="T31" fmla="*/ 6 h 145"/>
                <a:gd name="T32" fmla="*/ 63 w 273"/>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3" h="145">
                  <a:moveTo>
                    <a:pt x="63" y="0"/>
                  </a:moveTo>
                  <a:lnTo>
                    <a:pt x="35" y="30"/>
                  </a:lnTo>
                  <a:lnTo>
                    <a:pt x="67" y="43"/>
                  </a:lnTo>
                  <a:lnTo>
                    <a:pt x="72" y="83"/>
                  </a:lnTo>
                  <a:lnTo>
                    <a:pt x="0" y="91"/>
                  </a:lnTo>
                  <a:lnTo>
                    <a:pt x="7" y="129"/>
                  </a:lnTo>
                  <a:lnTo>
                    <a:pt x="28" y="131"/>
                  </a:lnTo>
                  <a:lnTo>
                    <a:pt x="41" y="113"/>
                  </a:lnTo>
                  <a:lnTo>
                    <a:pt x="125" y="116"/>
                  </a:lnTo>
                  <a:lnTo>
                    <a:pt x="140" y="145"/>
                  </a:lnTo>
                  <a:lnTo>
                    <a:pt x="159" y="122"/>
                  </a:lnTo>
                  <a:lnTo>
                    <a:pt x="216" y="107"/>
                  </a:lnTo>
                  <a:lnTo>
                    <a:pt x="267" y="117"/>
                  </a:lnTo>
                  <a:lnTo>
                    <a:pt x="273" y="87"/>
                  </a:lnTo>
                  <a:lnTo>
                    <a:pt x="183" y="28"/>
                  </a:lnTo>
                  <a:lnTo>
                    <a:pt x="124" y="6"/>
                  </a:lnTo>
                  <a:lnTo>
                    <a:pt x="6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6" name="Freeform 180">
              <a:extLst>
                <a:ext uri="{FF2B5EF4-FFF2-40B4-BE49-F238E27FC236}">
                  <a16:creationId xmlns:a16="http://schemas.microsoft.com/office/drawing/2014/main" id="{22FC9661-B6E8-4018-9DBD-3D4C4A1B66BD}"/>
                </a:ext>
              </a:extLst>
            </p:cNvPr>
            <p:cNvSpPr>
              <a:spLocks/>
            </p:cNvSpPr>
            <p:nvPr/>
          </p:nvSpPr>
          <p:spPr bwMode="auto">
            <a:xfrm>
              <a:off x="4096544" y="3501231"/>
              <a:ext cx="77788" cy="68263"/>
            </a:xfrm>
            <a:custGeom>
              <a:avLst/>
              <a:gdLst>
                <a:gd name="T0" fmla="*/ 148 w 148"/>
                <a:gd name="T1" fmla="*/ 74 h 131"/>
                <a:gd name="T2" fmla="*/ 58 w 148"/>
                <a:gd name="T3" fmla="*/ 15 h 131"/>
                <a:gd name="T4" fmla="*/ 14 w 148"/>
                <a:gd name="T5" fmla="*/ 0 h 131"/>
                <a:gd name="T6" fmla="*/ 0 w 148"/>
                <a:gd name="T7" fmla="*/ 103 h 131"/>
                <a:gd name="T8" fmla="*/ 15 w 148"/>
                <a:gd name="T9" fmla="*/ 131 h 131"/>
                <a:gd name="T10" fmla="*/ 34 w 148"/>
                <a:gd name="T11" fmla="*/ 109 h 131"/>
                <a:gd name="T12" fmla="*/ 92 w 148"/>
                <a:gd name="T13" fmla="*/ 94 h 131"/>
                <a:gd name="T14" fmla="*/ 142 w 148"/>
                <a:gd name="T15" fmla="*/ 104 h 131"/>
                <a:gd name="T16" fmla="*/ 148 w 148"/>
                <a:gd name="T17" fmla="*/ 7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131">
                  <a:moveTo>
                    <a:pt x="148" y="74"/>
                  </a:moveTo>
                  <a:lnTo>
                    <a:pt x="58" y="15"/>
                  </a:lnTo>
                  <a:lnTo>
                    <a:pt x="14" y="0"/>
                  </a:lnTo>
                  <a:lnTo>
                    <a:pt x="0" y="103"/>
                  </a:lnTo>
                  <a:lnTo>
                    <a:pt x="15" y="131"/>
                  </a:lnTo>
                  <a:lnTo>
                    <a:pt x="34" y="109"/>
                  </a:lnTo>
                  <a:lnTo>
                    <a:pt x="92" y="94"/>
                  </a:lnTo>
                  <a:lnTo>
                    <a:pt x="142" y="104"/>
                  </a:lnTo>
                  <a:lnTo>
                    <a:pt x="148" y="7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7" name="Freeform 181">
              <a:extLst>
                <a:ext uri="{FF2B5EF4-FFF2-40B4-BE49-F238E27FC236}">
                  <a16:creationId xmlns:a16="http://schemas.microsoft.com/office/drawing/2014/main" id="{EB4C71AF-5CA5-427C-A4CC-BEAEEF5DC459}"/>
                </a:ext>
              </a:extLst>
            </p:cNvPr>
            <p:cNvSpPr>
              <a:spLocks/>
            </p:cNvSpPr>
            <p:nvPr/>
          </p:nvSpPr>
          <p:spPr bwMode="auto">
            <a:xfrm>
              <a:off x="4029869" y="3493293"/>
              <a:ext cx="65088" cy="69850"/>
            </a:xfrm>
            <a:custGeom>
              <a:avLst/>
              <a:gdLst>
                <a:gd name="T0" fmla="*/ 63 w 122"/>
                <a:gd name="T1" fmla="*/ 0 h 131"/>
                <a:gd name="T2" fmla="*/ 122 w 122"/>
                <a:gd name="T3" fmla="*/ 6 h 131"/>
                <a:gd name="T4" fmla="*/ 115 w 122"/>
                <a:gd name="T5" fmla="*/ 78 h 131"/>
                <a:gd name="T6" fmla="*/ 109 w 122"/>
                <a:gd name="T7" fmla="*/ 117 h 131"/>
                <a:gd name="T8" fmla="*/ 41 w 122"/>
                <a:gd name="T9" fmla="*/ 113 h 131"/>
                <a:gd name="T10" fmla="*/ 28 w 122"/>
                <a:gd name="T11" fmla="*/ 131 h 131"/>
                <a:gd name="T12" fmla="*/ 7 w 122"/>
                <a:gd name="T13" fmla="*/ 130 h 131"/>
                <a:gd name="T14" fmla="*/ 0 w 122"/>
                <a:gd name="T15" fmla="*/ 91 h 131"/>
                <a:gd name="T16" fmla="*/ 72 w 122"/>
                <a:gd name="T17" fmla="*/ 84 h 131"/>
                <a:gd name="T18" fmla="*/ 68 w 122"/>
                <a:gd name="T19" fmla="*/ 43 h 131"/>
                <a:gd name="T20" fmla="*/ 35 w 122"/>
                <a:gd name="T21" fmla="*/ 30 h 131"/>
                <a:gd name="T22" fmla="*/ 63 w 122"/>
                <a:gd name="T2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2" h="131">
                  <a:moveTo>
                    <a:pt x="63" y="0"/>
                  </a:moveTo>
                  <a:lnTo>
                    <a:pt x="122" y="6"/>
                  </a:lnTo>
                  <a:lnTo>
                    <a:pt x="115" y="78"/>
                  </a:lnTo>
                  <a:lnTo>
                    <a:pt x="109" y="117"/>
                  </a:lnTo>
                  <a:lnTo>
                    <a:pt x="41" y="113"/>
                  </a:lnTo>
                  <a:lnTo>
                    <a:pt x="28" y="131"/>
                  </a:lnTo>
                  <a:lnTo>
                    <a:pt x="7" y="130"/>
                  </a:lnTo>
                  <a:lnTo>
                    <a:pt x="0" y="91"/>
                  </a:lnTo>
                  <a:lnTo>
                    <a:pt x="72" y="84"/>
                  </a:lnTo>
                  <a:lnTo>
                    <a:pt x="68" y="43"/>
                  </a:lnTo>
                  <a:lnTo>
                    <a:pt x="35" y="30"/>
                  </a:lnTo>
                  <a:lnTo>
                    <a:pt x="6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8" name="Freeform 182">
              <a:extLst>
                <a:ext uri="{FF2B5EF4-FFF2-40B4-BE49-F238E27FC236}">
                  <a16:creationId xmlns:a16="http://schemas.microsoft.com/office/drawing/2014/main" id="{BD4369C0-1CE4-49F3-AEED-21EABE298813}"/>
                </a:ext>
              </a:extLst>
            </p:cNvPr>
            <p:cNvSpPr>
              <a:spLocks/>
            </p:cNvSpPr>
            <p:nvPr/>
          </p:nvSpPr>
          <p:spPr bwMode="auto">
            <a:xfrm>
              <a:off x="4533107" y="5601493"/>
              <a:ext cx="47625" cy="34925"/>
            </a:xfrm>
            <a:custGeom>
              <a:avLst/>
              <a:gdLst>
                <a:gd name="T0" fmla="*/ 89 w 89"/>
                <a:gd name="T1" fmla="*/ 5 h 65"/>
                <a:gd name="T2" fmla="*/ 45 w 89"/>
                <a:gd name="T3" fmla="*/ 0 h 65"/>
                <a:gd name="T4" fmla="*/ 0 w 89"/>
                <a:gd name="T5" fmla="*/ 30 h 65"/>
                <a:gd name="T6" fmla="*/ 32 w 89"/>
                <a:gd name="T7" fmla="*/ 65 h 65"/>
                <a:gd name="T8" fmla="*/ 89 w 89"/>
                <a:gd name="T9" fmla="*/ 5 h 65"/>
              </a:gdLst>
              <a:ahLst/>
              <a:cxnLst>
                <a:cxn ang="0">
                  <a:pos x="T0" y="T1"/>
                </a:cxn>
                <a:cxn ang="0">
                  <a:pos x="T2" y="T3"/>
                </a:cxn>
                <a:cxn ang="0">
                  <a:pos x="T4" y="T5"/>
                </a:cxn>
                <a:cxn ang="0">
                  <a:pos x="T6" y="T7"/>
                </a:cxn>
                <a:cxn ang="0">
                  <a:pos x="T8" y="T9"/>
                </a:cxn>
              </a:cxnLst>
              <a:rect l="0" t="0" r="r" b="b"/>
              <a:pathLst>
                <a:path w="89" h="65">
                  <a:moveTo>
                    <a:pt x="89" y="5"/>
                  </a:moveTo>
                  <a:lnTo>
                    <a:pt x="45" y="0"/>
                  </a:lnTo>
                  <a:lnTo>
                    <a:pt x="0" y="30"/>
                  </a:lnTo>
                  <a:lnTo>
                    <a:pt x="32" y="65"/>
                  </a:lnTo>
                  <a:lnTo>
                    <a:pt x="89" y="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19" name="Freeform 183">
              <a:extLst>
                <a:ext uri="{FF2B5EF4-FFF2-40B4-BE49-F238E27FC236}">
                  <a16:creationId xmlns:a16="http://schemas.microsoft.com/office/drawing/2014/main" id="{BFD91B49-D940-47FE-B523-604EDC8169E8}"/>
                </a:ext>
              </a:extLst>
            </p:cNvPr>
            <p:cNvSpPr>
              <a:spLocks/>
            </p:cNvSpPr>
            <p:nvPr/>
          </p:nvSpPr>
          <p:spPr bwMode="auto">
            <a:xfrm>
              <a:off x="4574382" y="5591968"/>
              <a:ext cx="55563" cy="52388"/>
            </a:xfrm>
            <a:custGeom>
              <a:avLst/>
              <a:gdLst>
                <a:gd name="T0" fmla="*/ 58 w 105"/>
                <a:gd name="T1" fmla="*/ 0 h 98"/>
                <a:gd name="T2" fmla="*/ 43 w 105"/>
                <a:gd name="T3" fmla="*/ 48 h 98"/>
                <a:gd name="T4" fmla="*/ 0 w 105"/>
                <a:gd name="T5" fmla="*/ 86 h 98"/>
                <a:gd name="T6" fmla="*/ 3 w 105"/>
                <a:gd name="T7" fmla="*/ 98 h 98"/>
                <a:gd name="T8" fmla="*/ 75 w 105"/>
                <a:gd name="T9" fmla="*/ 70 h 98"/>
                <a:gd name="T10" fmla="*/ 105 w 105"/>
                <a:gd name="T11" fmla="*/ 33 h 98"/>
                <a:gd name="T12" fmla="*/ 58 w 105"/>
                <a:gd name="T13" fmla="*/ 0 h 98"/>
              </a:gdLst>
              <a:ahLst/>
              <a:cxnLst>
                <a:cxn ang="0">
                  <a:pos x="T0" y="T1"/>
                </a:cxn>
                <a:cxn ang="0">
                  <a:pos x="T2" y="T3"/>
                </a:cxn>
                <a:cxn ang="0">
                  <a:pos x="T4" y="T5"/>
                </a:cxn>
                <a:cxn ang="0">
                  <a:pos x="T6" y="T7"/>
                </a:cxn>
                <a:cxn ang="0">
                  <a:pos x="T8" y="T9"/>
                </a:cxn>
                <a:cxn ang="0">
                  <a:pos x="T10" y="T11"/>
                </a:cxn>
                <a:cxn ang="0">
                  <a:pos x="T12" y="T13"/>
                </a:cxn>
              </a:cxnLst>
              <a:rect l="0" t="0" r="r" b="b"/>
              <a:pathLst>
                <a:path w="105" h="98">
                  <a:moveTo>
                    <a:pt x="58" y="0"/>
                  </a:moveTo>
                  <a:lnTo>
                    <a:pt x="43" y="48"/>
                  </a:lnTo>
                  <a:lnTo>
                    <a:pt x="0" y="86"/>
                  </a:lnTo>
                  <a:lnTo>
                    <a:pt x="3" y="98"/>
                  </a:lnTo>
                  <a:lnTo>
                    <a:pt x="75" y="70"/>
                  </a:lnTo>
                  <a:lnTo>
                    <a:pt x="105" y="33"/>
                  </a:lnTo>
                  <a:lnTo>
                    <a:pt x="5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0" name="Freeform 184">
              <a:extLst>
                <a:ext uri="{FF2B5EF4-FFF2-40B4-BE49-F238E27FC236}">
                  <a16:creationId xmlns:a16="http://schemas.microsoft.com/office/drawing/2014/main" id="{2616432A-64D9-4751-AD7F-8461AAD5DD4F}"/>
                </a:ext>
              </a:extLst>
            </p:cNvPr>
            <p:cNvSpPr>
              <a:spLocks/>
            </p:cNvSpPr>
            <p:nvPr/>
          </p:nvSpPr>
          <p:spPr bwMode="auto">
            <a:xfrm>
              <a:off x="5410994" y="2051843"/>
              <a:ext cx="209550" cy="134938"/>
            </a:xfrm>
            <a:custGeom>
              <a:avLst/>
              <a:gdLst>
                <a:gd name="T0" fmla="*/ 118 w 397"/>
                <a:gd name="T1" fmla="*/ 19 h 256"/>
                <a:gd name="T2" fmla="*/ 85 w 397"/>
                <a:gd name="T3" fmla="*/ 0 h 256"/>
                <a:gd name="T4" fmla="*/ 39 w 397"/>
                <a:gd name="T5" fmla="*/ 28 h 256"/>
                <a:gd name="T6" fmla="*/ 0 w 397"/>
                <a:gd name="T7" fmla="*/ 65 h 256"/>
                <a:gd name="T8" fmla="*/ 1 w 397"/>
                <a:gd name="T9" fmla="*/ 85 h 256"/>
                <a:gd name="T10" fmla="*/ 52 w 397"/>
                <a:gd name="T11" fmla="*/ 91 h 256"/>
                <a:gd name="T12" fmla="*/ 49 w 397"/>
                <a:gd name="T13" fmla="*/ 126 h 256"/>
                <a:gd name="T14" fmla="*/ 31 w 397"/>
                <a:gd name="T15" fmla="*/ 145 h 256"/>
                <a:gd name="T16" fmla="*/ 35 w 397"/>
                <a:gd name="T17" fmla="*/ 156 h 256"/>
                <a:gd name="T18" fmla="*/ 86 w 397"/>
                <a:gd name="T19" fmla="*/ 160 h 256"/>
                <a:gd name="T20" fmla="*/ 86 w 397"/>
                <a:gd name="T21" fmla="*/ 218 h 256"/>
                <a:gd name="T22" fmla="*/ 158 w 397"/>
                <a:gd name="T23" fmla="*/ 230 h 256"/>
                <a:gd name="T24" fmla="*/ 201 w 397"/>
                <a:gd name="T25" fmla="*/ 254 h 256"/>
                <a:gd name="T26" fmla="*/ 249 w 397"/>
                <a:gd name="T27" fmla="*/ 256 h 256"/>
                <a:gd name="T28" fmla="*/ 332 w 397"/>
                <a:gd name="T29" fmla="*/ 216 h 256"/>
                <a:gd name="T30" fmla="*/ 396 w 397"/>
                <a:gd name="T31" fmla="*/ 131 h 256"/>
                <a:gd name="T32" fmla="*/ 397 w 397"/>
                <a:gd name="T33" fmla="*/ 74 h 256"/>
                <a:gd name="T34" fmla="*/ 359 w 397"/>
                <a:gd name="T35" fmla="*/ 41 h 256"/>
                <a:gd name="T36" fmla="*/ 326 w 397"/>
                <a:gd name="T37" fmla="*/ 14 h 256"/>
                <a:gd name="T38" fmla="*/ 311 w 397"/>
                <a:gd name="T39" fmla="*/ 24 h 256"/>
                <a:gd name="T40" fmla="*/ 289 w 397"/>
                <a:gd name="T41" fmla="*/ 52 h 256"/>
                <a:gd name="T42" fmla="*/ 263 w 397"/>
                <a:gd name="T43" fmla="*/ 49 h 256"/>
                <a:gd name="T44" fmla="*/ 239 w 397"/>
                <a:gd name="T45" fmla="*/ 22 h 256"/>
                <a:gd name="T46" fmla="*/ 206 w 397"/>
                <a:gd name="T47" fmla="*/ 25 h 256"/>
                <a:gd name="T48" fmla="*/ 159 w 397"/>
                <a:gd name="T49" fmla="*/ 64 h 256"/>
                <a:gd name="T50" fmla="*/ 130 w 397"/>
                <a:gd name="T51" fmla="*/ 95 h 256"/>
                <a:gd name="T52" fmla="*/ 114 w 397"/>
                <a:gd name="T53" fmla="*/ 81 h 256"/>
                <a:gd name="T54" fmla="*/ 113 w 397"/>
                <a:gd name="T55" fmla="*/ 47 h 256"/>
                <a:gd name="T56" fmla="*/ 129 w 397"/>
                <a:gd name="T57" fmla="*/ 36 h 256"/>
                <a:gd name="T58" fmla="*/ 118 w 397"/>
                <a:gd name="T59" fmla="*/ 1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97" h="256">
                  <a:moveTo>
                    <a:pt x="118" y="19"/>
                  </a:moveTo>
                  <a:lnTo>
                    <a:pt x="85" y="0"/>
                  </a:lnTo>
                  <a:lnTo>
                    <a:pt x="39" y="28"/>
                  </a:lnTo>
                  <a:lnTo>
                    <a:pt x="0" y="65"/>
                  </a:lnTo>
                  <a:lnTo>
                    <a:pt x="1" y="85"/>
                  </a:lnTo>
                  <a:lnTo>
                    <a:pt x="52" y="91"/>
                  </a:lnTo>
                  <a:lnTo>
                    <a:pt x="49" y="126"/>
                  </a:lnTo>
                  <a:lnTo>
                    <a:pt x="31" y="145"/>
                  </a:lnTo>
                  <a:lnTo>
                    <a:pt x="35" y="156"/>
                  </a:lnTo>
                  <a:lnTo>
                    <a:pt x="86" y="160"/>
                  </a:lnTo>
                  <a:lnTo>
                    <a:pt x="86" y="218"/>
                  </a:lnTo>
                  <a:lnTo>
                    <a:pt x="158" y="230"/>
                  </a:lnTo>
                  <a:lnTo>
                    <a:pt x="201" y="254"/>
                  </a:lnTo>
                  <a:lnTo>
                    <a:pt x="249" y="256"/>
                  </a:lnTo>
                  <a:lnTo>
                    <a:pt x="332" y="216"/>
                  </a:lnTo>
                  <a:lnTo>
                    <a:pt x="396" y="131"/>
                  </a:lnTo>
                  <a:lnTo>
                    <a:pt x="397" y="74"/>
                  </a:lnTo>
                  <a:lnTo>
                    <a:pt x="359" y="41"/>
                  </a:lnTo>
                  <a:lnTo>
                    <a:pt x="326" y="14"/>
                  </a:lnTo>
                  <a:lnTo>
                    <a:pt x="311" y="24"/>
                  </a:lnTo>
                  <a:lnTo>
                    <a:pt x="289" y="52"/>
                  </a:lnTo>
                  <a:lnTo>
                    <a:pt x="263" y="49"/>
                  </a:lnTo>
                  <a:lnTo>
                    <a:pt x="239" y="22"/>
                  </a:lnTo>
                  <a:lnTo>
                    <a:pt x="206" y="25"/>
                  </a:lnTo>
                  <a:lnTo>
                    <a:pt x="159" y="64"/>
                  </a:lnTo>
                  <a:lnTo>
                    <a:pt x="130" y="95"/>
                  </a:lnTo>
                  <a:lnTo>
                    <a:pt x="114" y="81"/>
                  </a:lnTo>
                  <a:lnTo>
                    <a:pt x="113" y="47"/>
                  </a:lnTo>
                  <a:lnTo>
                    <a:pt x="129" y="36"/>
                  </a:lnTo>
                  <a:lnTo>
                    <a:pt x="118" y="1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1" name="Freeform 185">
              <a:extLst>
                <a:ext uri="{FF2B5EF4-FFF2-40B4-BE49-F238E27FC236}">
                  <a16:creationId xmlns:a16="http://schemas.microsoft.com/office/drawing/2014/main" id="{408FEEC4-5113-436A-B514-DCCCDE5CCA08}"/>
                </a:ext>
              </a:extLst>
            </p:cNvPr>
            <p:cNvSpPr>
              <a:spLocks/>
            </p:cNvSpPr>
            <p:nvPr/>
          </p:nvSpPr>
          <p:spPr bwMode="auto">
            <a:xfrm>
              <a:off x="6096794" y="1472406"/>
              <a:ext cx="157163" cy="142875"/>
            </a:xfrm>
            <a:custGeom>
              <a:avLst/>
              <a:gdLst>
                <a:gd name="T0" fmla="*/ 225 w 299"/>
                <a:gd name="T1" fmla="*/ 29 h 271"/>
                <a:gd name="T2" fmla="*/ 196 w 299"/>
                <a:gd name="T3" fmla="*/ 0 h 271"/>
                <a:gd name="T4" fmla="*/ 133 w 299"/>
                <a:gd name="T5" fmla="*/ 31 h 271"/>
                <a:gd name="T6" fmla="*/ 19 w 299"/>
                <a:gd name="T7" fmla="*/ 31 h 271"/>
                <a:gd name="T8" fmla="*/ 0 w 299"/>
                <a:gd name="T9" fmla="*/ 98 h 271"/>
                <a:gd name="T10" fmla="*/ 65 w 299"/>
                <a:gd name="T11" fmla="*/ 155 h 271"/>
                <a:gd name="T12" fmla="*/ 93 w 299"/>
                <a:gd name="T13" fmla="*/ 151 h 271"/>
                <a:gd name="T14" fmla="*/ 133 w 299"/>
                <a:gd name="T15" fmla="*/ 81 h 271"/>
                <a:gd name="T16" fmla="*/ 168 w 299"/>
                <a:gd name="T17" fmla="*/ 106 h 271"/>
                <a:gd name="T18" fmla="*/ 144 w 299"/>
                <a:gd name="T19" fmla="*/ 155 h 271"/>
                <a:gd name="T20" fmla="*/ 131 w 299"/>
                <a:gd name="T21" fmla="*/ 227 h 271"/>
                <a:gd name="T22" fmla="*/ 160 w 299"/>
                <a:gd name="T23" fmla="*/ 271 h 271"/>
                <a:gd name="T24" fmla="*/ 221 w 299"/>
                <a:gd name="T25" fmla="*/ 169 h 271"/>
                <a:gd name="T26" fmla="*/ 299 w 299"/>
                <a:gd name="T27" fmla="*/ 73 h 271"/>
                <a:gd name="T28" fmla="*/ 268 w 299"/>
                <a:gd name="T29" fmla="*/ 47 h 271"/>
                <a:gd name="T30" fmla="*/ 225 w 299"/>
                <a:gd name="T31" fmla="*/ 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9" h="271">
                  <a:moveTo>
                    <a:pt x="225" y="29"/>
                  </a:moveTo>
                  <a:lnTo>
                    <a:pt x="196" y="0"/>
                  </a:lnTo>
                  <a:lnTo>
                    <a:pt x="133" y="31"/>
                  </a:lnTo>
                  <a:lnTo>
                    <a:pt x="19" y="31"/>
                  </a:lnTo>
                  <a:lnTo>
                    <a:pt x="0" y="98"/>
                  </a:lnTo>
                  <a:lnTo>
                    <a:pt x="65" y="155"/>
                  </a:lnTo>
                  <a:lnTo>
                    <a:pt x="93" y="151"/>
                  </a:lnTo>
                  <a:lnTo>
                    <a:pt x="133" y="81"/>
                  </a:lnTo>
                  <a:lnTo>
                    <a:pt x="168" y="106"/>
                  </a:lnTo>
                  <a:lnTo>
                    <a:pt x="144" y="155"/>
                  </a:lnTo>
                  <a:lnTo>
                    <a:pt x="131" y="227"/>
                  </a:lnTo>
                  <a:lnTo>
                    <a:pt x="160" y="271"/>
                  </a:lnTo>
                  <a:lnTo>
                    <a:pt x="221" y="169"/>
                  </a:lnTo>
                  <a:lnTo>
                    <a:pt x="299" y="73"/>
                  </a:lnTo>
                  <a:lnTo>
                    <a:pt x="268" y="47"/>
                  </a:lnTo>
                  <a:lnTo>
                    <a:pt x="225" y="2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2" name="Freeform 186">
              <a:extLst>
                <a:ext uri="{FF2B5EF4-FFF2-40B4-BE49-F238E27FC236}">
                  <a16:creationId xmlns:a16="http://schemas.microsoft.com/office/drawing/2014/main" id="{AC2B7AB0-B309-42C2-B98E-20B38176148A}"/>
                </a:ext>
              </a:extLst>
            </p:cNvPr>
            <p:cNvSpPr>
              <a:spLocks/>
            </p:cNvSpPr>
            <p:nvPr/>
          </p:nvSpPr>
          <p:spPr bwMode="auto">
            <a:xfrm>
              <a:off x="6206332" y="1421606"/>
              <a:ext cx="160338" cy="84138"/>
            </a:xfrm>
            <a:custGeom>
              <a:avLst/>
              <a:gdLst>
                <a:gd name="T0" fmla="*/ 49 w 302"/>
                <a:gd name="T1" fmla="*/ 2 h 160"/>
                <a:gd name="T2" fmla="*/ 0 w 302"/>
                <a:gd name="T3" fmla="*/ 49 h 160"/>
                <a:gd name="T4" fmla="*/ 30 w 302"/>
                <a:gd name="T5" fmla="*/ 95 h 160"/>
                <a:gd name="T6" fmla="*/ 84 w 302"/>
                <a:gd name="T7" fmla="*/ 95 h 160"/>
                <a:gd name="T8" fmla="*/ 106 w 302"/>
                <a:gd name="T9" fmla="*/ 126 h 160"/>
                <a:gd name="T10" fmla="*/ 173 w 302"/>
                <a:gd name="T11" fmla="*/ 160 h 160"/>
                <a:gd name="T12" fmla="*/ 249 w 302"/>
                <a:gd name="T13" fmla="*/ 116 h 160"/>
                <a:gd name="T14" fmla="*/ 302 w 302"/>
                <a:gd name="T15" fmla="*/ 71 h 160"/>
                <a:gd name="T16" fmla="*/ 284 w 302"/>
                <a:gd name="T17" fmla="*/ 34 h 160"/>
                <a:gd name="T18" fmla="*/ 232 w 302"/>
                <a:gd name="T19" fmla="*/ 4 h 160"/>
                <a:gd name="T20" fmla="*/ 193 w 302"/>
                <a:gd name="T21" fmla="*/ 38 h 160"/>
                <a:gd name="T22" fmla="*/ 167 w 302"/>
                <a:gd name="T23" fmla="*/ 6 h 160"/>
                <a:gd name="T24" fmla="*/ 147 w 302"/>
                <a:gd name="T25" fmla="*/ 8 h 160"/>
                <a:gd name="T26" fmla="*/ 120 w 302"/>
                <a:gd name="T27" fmla="*/ 65 h 160"/>
                <a:gd name="T28" fmla="*/ 82 w 302"/>
                <a:gd name="T29" fmla="*/ 26 h 160"/>
                <a:gd name="T30" fmla="*/ 78 w 302"/>
                <a:gd name="T31" fmla="*/ 0 h 160"/>
                <a:gd name="T32" fmla="*/ 49 w 302"/>
                <a:gd name="T33" fmla="*/ 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2" h="160">
                  <a:moveTo>
                    <a:pt x="49" y="2"/>
                  </a:moveTo>
                  <a:lnTo>
                    <a:pt x="0" y="49"/>
                  </a:lnTo>
                  <a:lnTo>
                    <a:pt x="30" y="95"/>
                  </a:lnTo>
                  <a:lnTo>
                    <a:pt x="84" y="95"/>
                  </a:lnTo>
                  <a:lnTo>
                    <a:pt x="106" y="126"/>
                  </a:lnTo>
                  <a:lnTo>
                    <a:pt x="173" y="160"/>
                  </a:lnTo>
                  <a:lnTo>
                    <a:pt x="249" y="116"/>
                  </a:lnTo>
                  <a:lnTo>
                    <a:pt x="302" y="71"/>
                  </a:lnTo>
                  <a:lnTo>
                    <a:pt x="284" y="34"/>
                  </a:lnTo>
                  <a:lnTo>
                    <a:pt x="232" y="4"/>
                  </a:lnTo>
                  <a:lnTo>
                    <a:pt x="193" y="38"/>
                  </a:lnTo>
                  <a:lnTo>
                    <a:pt x="167" y="6"/>
                  </a:lnTo>
                  <a:lnTo>
                    <a:pt x="147" y="8"/>
                  </a:lnTo>
                  <a:lnTo>
                    <a:pt x="120" y="65"/>
                  </a:lnTo>
                  <a:lnTo>
                    <a:pt x="82" y="26"/>
                  </a:lnTo>
                  <a:lnTo>
                    <a:pt x="78" y="0"/>
                  </a:lnTo>
                  <a:lnTo>
                    <a:pt x="49"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3" name="Freeform 187">
              <a:extLst>
                <a:ext uri="{FF2B5EF4-FFF2-40B4-BE49-F238E27FC236}">
                  <a16:creationId xmlns:a16="http://schemas.microsoft.com/office/drawing/2014/main" id="{DAEFDABE-59F8-4E6F-BDBC-AF2A62247875}"/>
                </a:ext>
              </a:extLst>
            </p:cNvPr>
            <p:cNvSpPr>
              <a:spLocks/>
            </p:cNvSpPr>
            <p:nvPr/>
          </p:nvSpPr>
          <p:spPr bwMode="auto">
            <a:xfrm>
              <a:off x="6253957" y="1532731"/>
              <a:ext cx="66675" cy="53975"/>
            </a:xfrm>
            <a:custGeom>
              <a:avLst/>
              <a:gdLst>
                <a:gd name="T0" fmla="*/ 75 w 126"/>
                <a:gd name="T1" fmla="*/ 0 h 102"/>
                <a:gd name="T2" fmla="*/ 34 w 126"/>
                <a:gd name="T3" fmla="*/ 37 h 102"/>
                <a:gd name="T4" fmla="*/ 0 w 126"/>
                <a:gd name="T5" fmla="*/ 63 h 102"/>
                <a:gd name="T6" fmla="*/ 16 w 126"/>
                <a:gd name="T7" fmla="*/ 91 h 102"/>
                <a:gd name="T8" fmla="*/ 49 w 126"/>
                <a:gd name="T9" fmla="*/ 102 h 102"/>
                <a:gd name="T10" fmla="*/ 101 w 126"/>
                <a:gd name="T11" fmla="*/ 77 h 102"/>
                <a:gd name="T12" fmla="*/ 126 w 126"/>
                <a:gd name="T13" fmla="*/ 47 h 102"/>
                <a:gd name="T14" fmla="*/ 103 w 126"/>
                <a:gd name="T15" fmla="*/ 10 h 102"/>
                <a:gd name="T16" fmla="*/ 75 w 126"/>
                <a:gd name="T1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02">
                  <a:moveTo>
                    <a:pt x="75" y="0"/>
                  </a:moveTo>
                  <a:lnTo>
                    <a:pt x="34" y="37"/>
                  </a:lnTo>
                  <a:lnTo>
                    <a:pt x="0" y="63"/>
                  </a:lnTo>
                  <a:lnTo>
                    <a:pt x="16" y="91"/>
                  </a:lnTo>
                  <a:lnTo>
                    <a:pt x="49" y="102"/>
                  </a:lnTo>
                  <a:lnTo>
                    <a:pt x="101" y="77"/>
                  </a:lnTo>
                  <a:lnTo>
                    <a:pt x="126" y="47"/>
                  </a:lnTo>
                  <a:lnTo>
                    <a:pt x="103" y="10"/>
                  </a:lnTo>
                  <a:lnTo>
                    <a:pt x="7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4" name="Freeform 188">
              <a:extLst>
                <a:ext uri="{FF2B5EF4-FFF2-40B4-BE49-F238E27FC236}">
                  <a16:creationId xmlns:a16="http://schemas.microsoft.com/office/drawing/2014/main" id="{4D196FBA-EB4C-4DBA-ADEA-B3AC1228BF14}"/>
                </a:ext>
              </a:extLst>
            </p:cNvPr>
            <p:cNvSpPr>
              <a:spLocks/>
            </p:cNvSpPr>
            <p:nvPr/>
          </p:nvSpPr>
          <p:spPr bwMode="auto">
            <a:xfrm>
              <a:off x="6696869" y="1350168"/>
              <a:ext cx="73025" cy="65088"/>
            </a:xfrm>
            <a:custGeom>
              <a:avLst/>
              <a:gdLst>
                <a:gd name="T0" fmla="*/ 110 w 139"/>
                <a:gd name="T1" fmla="*/ 0 h 125"/>
                <a:gd name="T2" fmla="*/ 139 w 139"/>
                <a:gd name="T3" fmla="*/ 12 h 125"/>
                <a:gd name="T4" fmla="*/ 118 w 139"/>
                <a:gd name="T5" fmla="*/ 48 h 125"/>
                <a:gd name="T6" fmla="*/ 118 w 139"/>
                <a:gd name="T7" fmla="*/ 98 h 125"/>
                <a:gd name="T8" fmla="*/ 74 w 139"/>
                <a:gd name="T9" fmla="*/ 125 h 125"/>
                <a:gd name="T10" fmla="*/ 27 w 139"/>
                <a:gd name="T11" fmla="*/ 125 h 125"/>
                <a:gd name="T12" fmla="*/ 0 w 139"/>
                <a:gd name="T13" fmla="*/ 92 h 125"/>
                <a:gd name="T14" fmla="*/ 3 w 139"/>
                <a:gd name="T15" fmla="*/ 57 h 125"/>
                <a:gd name="T16" fmla="*/ 25 w 139"/>
                <a:gd name="T17" fmla="*/ 29 h 125"/>
                <a:gd name="T18" fmla="*/ 65 w 139"/>
                <a:gd name="T19" fmla="*/ 29 h 125"/>
                <a:gd name="T20" fmla="*/ 110 w 139"/>
                <a:gd name="T21"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125">
                  <a:moveTo>
                    <a:pt x="110" y="0"/>
                  </a:moveTo>
                  <a:lnTo>
                    <a:pt x="139" y="12"/>
                  </a:lnTo>
                  <a:lnTo>
                    <a:pt x="118" y="48"/>
                  </a:lnTo>
                  <a:lnTo>
                    <a:pt x="118" y="98"/>
                  </a:lnTo>
                  <a:lnTo>
                    <a:pt x="74" y="125"/>
                  </a:lnTo>
                  <a:lnTo>
                    <a:pt x="27" y="125"/>
                  </a:lnTo>
                  <a:lnTo>
                    <a:pt x="0" y="92"/>
                  </a:lnTo>
                  <a:lnTo>
                    <a:pt x="3" y="57"/>
                  </a:lnTo>
                  <a:lnTo>
                    <a:pt x="25" y="29"/>
                  </a:lnTo>
                  <a:lnTo>
                    <a:pt x="65" y="29"/>
                  </a:lnTo>
                  <a:lnTo>
                    <a:pt x="11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5" name="Freeform 189">
              <a:extLst>
                <a:ext uri="{FF2B5EF4-FFF2-40B4-BE49-F238E27FC236}">
                  <a16:creationId xmlns:a16="http://schemas.microsoft.com/office/drawing/2014/main" id="{84400B84-E944-4272-A594-3676A93D5133}"/>
                </a:ext>
              </a:extLst>
            </p:cNvPr>
            <p:cNvSpPr>
              <a:spLocks/>
            </p:cNvSpPr>
            <p:nvPr/>
          </p:nvSpPr>
          <p:spPr bwMode="auto">
            <a:xfrm>
              <a:off x="6814344" y="1324768"/>
              <a:ext cx="55563" cy="38100"/>
            </a:xfrm>
            <a:custGeom>
              <a:avLst/>
              <a:gdLst>
                <a:gd name="T0" fmla="*/ 0 w 107"/>
                <a:gd name="T1" fmla="*/ 15 h 74"/>
                <a:gd name="T2" fmla="*/ 0 w 107"/>
                <a:gd name="T3" fmla="*/ 51 h 74"/>
                <a:gd name="T4" fmla="*/ 30 w 107"/>
                <a:gd name="T5" fmla="*/ 74 h 74"/>
                <a:gd name="T6" fmla="*/ 71 w 107"/>
                <a:gd name="T7" fmla="*/ 72 h 74"/>
                <a:gd name="T8" fmla="*/ 107 w 107"/>
                <a:gd name="T9" fmla="*/ 39 h 74"/>
                <a:gd name="T10" fmla="*/ 107 w 107"/>
                <a:gd name="T11" fmla="*/ 15 h 74"/>
                <a:gd name="T12" fmla="*/ 75 w 107"/>
                <a:gd name="T13" fmla="*/ 15 h 74"/>
                <a:gd name="T14" fmla="*/ 48 w 107"/>
                <a:gd name="T15" fmla="*/ 24 h 74"/>
                <a:gd name="T16" fmla="*/ 27 w 107"/>
                <a:gd name="T17" fmla="*/ 0 h 74"/>
                <a:gd name="T18" fmla="*/ 0 w 107"/>
                <a:gd name="T19" fmla="*/ 1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74">
                  <a:moveTo>
                    <a:pt x="0" y="15"/>
                  </a:moveTo>
                  <a:lnTo>
                    <a:pt x="0" y="51"/>
                  </a:lnTo>
                  <a:lnTo>
                    <a:pt x="30" y="74"/>
                  </a:lnTo>
                  <a:lnTo>
                    <a:pt x="71" y="72"/>
                  </a:lnTo>
                  <a:lnTo>
                    <a:pt x="107" y="39"/>
                  </a:lnTo>
                  <a:lnTo>
                    <a:pt x="107" y="15"/>
                  </a:lnTo>
                  <a:lnTo>
                    <a:pt x="75" y="15"/>
                  </a:lnTo>
                  <a:lnTo>
                    <a:pt x="48" y="24"/>
                  </a:lnTo>
                  <a:lnTo>
                    <a:pt x="27" y="0"/>
                  </a:lnTo>
                  <a:lnTo>
                    <a:pt x="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6" name="Freeform 190">
              <a:extLst>
                <a:ext uri="{FF2B5EF4-FFF2-40B4-BE49-F238E27FC236}">
                  <a16:creationId xmlns:a16="http://schemas.microsoft.com/office/drawing/2014/main" id="{9832C6E4-BB82-4619-8D44-757CBCB137C3}"/>
                </a:ext>
              </a:extLst>
            </p:cNvPr>
            <p:cNvSpPr>
              <a:spLocks/>
            </p:cNvSpPr>
            <p:nvPr/>
          </p:nvSpPr>
          <p:spPr bwMode="auto">
            <a:xfrm>
              <a:off x="6903244" y="1326356"/>
              <a:ext cx="47625" cy="33338"/>
            </a:xfrm>
            <a:custGeom>
              <a:avLst/>
              <a:gdLst>
                <a:gd name="T0" fmla="*/ 0 w 91"/>
                <a:gd name="T1" fmla="*/ 15 h 63"/>
                <a:gd name="T2" fmla="*/ 20 w 91"/>
                <a:gd name="T3" fmla="*/ 60 h 63"/>
                <a:gd name="T4" fmla="*/ 62 w 91"/>
                <a:gd name="T5" fmla="*/ 63 h 63"/>
                <a:gd name="T6" fmla="*/ 91 w 91"/>
                <a:gd name="T7" fmla="*/ 51 h 63"/>
                <a:gd name="T8" fmla="*/ 76 w 91"/>
                <a:gd name="T9" fmla="*/ 9 h 63"/>
                <a:gd name="T10" fmla="*/ 38 w 91"/>
                <a:gd name="T11" fmla="*/ 0 h 63"/>
                <a:gd name="T12" fmla="*/ 0 w 91"/>
                <a:gd name="T13" fmla="*/ 15 h 63"/>
              </a:gdLst>
              <a:ahLst/>
              <a:cxnLst>
                <a:cxn ang="0">
                  <a:pos x="T0" y="T1"/>
                </a:cxn>
                <a:cxn ang="0">
                  <a:pos x="T2" y="T3"/>
                </a:cxn>
                <a:cxn ang="0">
                  <a:pos x="T4" y="T5"/>
                </a:cxn>
                <a:cxn ang="0">
                  <a:pos x="T6" y="T7"/>
                </a:cxn>
                <a:cxn ang="0">
                  <a:pos x="T8" y="T9"/>
                </a:cxn>
                <a:cxn ang="0">
                  <a:pos x="T10" y="T11"/>
                </a:cxn>
                <a:cxn ang="0">
                  <a:pos x="T12" y="T13"/>
                </a:cxn>
              </a:cxnLst>
              <a:rect l="0" t="0" r="r" b="b"/>
              <a:pathLst>
                <a:path w="91" h="63">
                  <a:moveTo>
                    <a:pt x="0" y="15"/>
                  </a:moveTo>
                  <a:lnTo>
                    <a:pt x="20" y="60"/>
                  </a:lnTo>
                  <a:lnTo>
                    <a:pt x="62" y="63"/>
                  </a:lnTo>
                  <a:lnTo>
                    <a:pt x="91" y="51"/>
                  </a:lnTo>
                  <a:lnTo>
                    <a:pt x="76" y="9"/>
                  </a:lnTo>
                  <a:lnTo>
                    <a:pt x="38" y="0"/>
                  </a:lnTo>
                  <a:lnTo>
                    <a:pt x="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7" name="Freeform 191">
              <a:extLst>
                <a:ext uri="{FF2B5EF4-FFF2-40B4-BE49-F238E27FC236}">
                  <a16:creationId xmlns:a16="http://schemas.microsoft.com/office/drawing/2014/main" id="{2FB32E23-9CFA-4C70-BEC2-D584DF92BCE9}"/>
                </a:ext>
              </a:extLst>
            </p:cNvPr>
            <p:cNvSpPr>
              <a:spLocks/>
            </p:cNvSpPr>
            <p:nvPr/>
          </p:nvSpPr>
          <p:spPr bwMode="auto">
            <a:xfrm>
              <a:off x="6958807" y="1299368"/>
              <a:ext cx="38100" cy="52388"/>
            </a:xfrm>
            <a:custGeom>
              <a:avLst/>
              <a:gdLst>
                <a:gd name="T0" fmla="*/ 62 w 72"/>
                <a:gd name="T1" fmla="*/ 6 h 99"/>
                <a:gd name="T2" fmla="*/ 30 w 72"/>
                <a:gd name="T3" fmla="*/ 0 h 99"/>
                <a:gd name="T4" fmla="*/ 0 w 72"/>
                <a:gd name="T5" fmla="*/ 31 h 99"/>
                <a:gd name="T6" fmla="*/ 16 w 72"/>
                <a:gd name="T7" fmla="*/ 57 h 99"/>
                <a:gd name="T8" fmla="*/ 25 w 72"/>
                <a:gd name="T9" fmla="*/ 99 h 99"/>
                <a:gd name="T10" fmla="*/ 62 w 72"/>
                <a:gd name="T11" fmla="*/ 69 h 99"/>
                <a:gd name="T12" fmla="*/ 72 w 72"/>
                <a:gd name="T13" fmla="*/ 37 h 99"/>
                <a:gd name="T14" fmla="*/ 62 w 72"/>
                <a:gd name="T15" fmla="*/ 6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99">
                  <a:moveTo>
                    <a:pt x="62" y="6"/>
                  </a:moveTo>
                  <a:lnTo>
                    <a:pt x="30" y="0"/>
                  </a:lnTo>
                  <a:lnTo>
                    <a:pt x="0" y="31"/>
                  </a:lnTo>
                  <a:lnTo>
                    <a:pt x="16" y="57"/>
                  </a:lnTo>
                  <a:lnTo>
                    <a:pt x="25" y="99"/>
                  </a:lnTo>
                  <a:lnTo>
                    <a:pt x="62" y="69"/>
                  </a:lnTo>
                  <a:lnTo>
                    <a:pt x="72" y="37"/>
                  </a:lnTo>
                  <a:lnTo>
                    <a:pt x="62" y="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8" name="Freeform 192">
              <a:extLst>
                <a:ext uri="{FF2B5EF4-FFF2-40B4-BE49-F238E27FC236}">
                  <a16:creationId xmlns:a16="http://schemas.microsoft.com/office/drawing/2014/main" id="{0C4FA7D9-44AA-4CDE-ACB1-D55B601A746E}"/>
                </a:ext>
              </a:extLst>
            </p:cNvPr>
            <p:cNvSpPr>
              <a:spLocks/>
            </p:cNvSpPr>
            <p:nvPr/>
          </p:nvSpPr>
          <p:spPr bwMode="auto">
            <a:xfrm>
              <a:off x="6896894" y="1469231"/>
              <a:ext cx="223838" cy="220663"/>
            </a:xfrm>
            <a:custGeom>
              <a:avLst/>
              <a:gdLst>
                <a:gd name="T0" fmla="*/ 359 w 424"/>
                <a:gd name="T1" fmla="*/ 0 h 416"/>
                <a:gd name="T2" fmla="*/ 351 w 424"/>
                <a:gd name="T3" fmla="*/ 42 h 416"/>
                <a:gd name="T4" fmla="*/ 283 w 424"/>
                <a:gd name="T5" fmla="*/ 101 h 416"/>
                <a:gd name="T6" fmla="*/ 138 w 424"/>
                <a:gd name="T7" fmla="*/ 133 h 416"/>
                <a:gd name="T8" fmla="*/ 20 w 424"/>
                <a:gd name="T9" fmla="*/ 330 h 416"/>
                <a:gd name="T10" fmla="*/ 0 w 424"/>
                <a:gd name="T11" fmla="*/ 386 h 416"/>
                <a:gd name="T12" fmla="*/ 117 w 424"/>
                <a:gd name="T13" fmla="*/ 416 h 416"/>
                <a:gd name="T14" fmla="*/ 135 w 424"/>
                <a:gd name="T15" fmla="*/ 344 h 416"/>
                <a:gd name="T16" fmla="*/ 170 w 424"/>
                <a:gd name="T17" fmla="*/ 235 h 416"/>
                <a:gd name="T18" fmla="*/ 262 w 424"/>
                <a:gd name="T19" fmla="*/ 187 h 416"/>
                <a:gd name="T20" fmla="*/ 339 w 424"/>
                <a:gd name="T21" fmla="*/ 128 h 416"/>
                <a:gd name="T22" fmla="*/ 395 w 424"/>
                <a:gd name="T23" fmla="*/ 104 h 416"/>
                <a:gd name="T24" fmla="*/ 424 w 424"/>
                <a:gd name="T25" fmla="*/ 104 h 416"/>
                <a:gd name="T26" fmla="*/ 424 w 424"/>
                <a:gd name="T27" fmla="*/ 24 h 416"/>
                <a:gd name="T28" fmla="*/ 359 w 424"/>
                <a:gd name="T29"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416">
                  <a:moveTo>
                    <a:pt x="359" y="0"/>
                  </a:moveTo>
                  <a:lnTo>
                    <a:pt x="351" y="42"/>
                  </a:lnTo>
                  <a:lnTo>
                    <a:pt x="283" y="101"/>
                  </a:lnTo>
                  <a:lnTo>
                    <a:pt x="138" y="133"/>
                  </a:lnTo>
                  <a:lnTo>
                    <a:pt x="20" y="330"/>
                  </a:lnTo>
                  <a:lnTo>
                    <a:pt x="0" y="386"/>
                  </a:lnTo>
                  <a:lnTo>
                    <a:pt x="117" y="416"/>
                  </a:lnTo>
                  <a:lnTo>
                    <a:pt x="135" y="344"/>
                  </a:lnTo>
                  <a:lnTo>
                    <a:pt x="170" y="235"/>
                  </a:lnTo>
                  <a:lnTo>
                    <a:pt x="262" y="187"/>
                  </a:lnTo>
                  <a:lnTo>
                    <a:pt x="339" y="128"/>
                  </a:lnTo>
                  <a:lnTo>
                    <a:pt x="395" y="104"/>
                  </a:lnTo>
                  <a:lnTo>
                    <a:pt x="424" y="104"/>
                  </a:lnTo>
                  <a:lnTo>
                    <a:pt x="424" y="24"/>
                  </a:lnTo>
                  <a:lnTo>
                    <a:pt x="35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29" name="Freeform 193">
              <a:extLst>
                <a:ext uri="{FF2B5EF4-FFF2-40B4-BE49-F238E27FC236}">
                  <a16:creationId xmlns:a16="http://schemas.microsoft.com/office/drawing/2014/main" id="{CD3FC17B-49C3-4DC4-80A4-4E22696C8529}"/>
                </a:ext>
              </a:extLst>
            </p:cNvPr>
            <p:cNvSpPr>
              <a:spLocks/>
            </p:cNvSpPr>
            <p:nvPr/>
          </p:nvSpPr>
          <p:spPr bwMode="auto">
            <a:xfrm>
              <a:off x="6858794" y="1699418"/>
              <a:ext cx="119063" cy="115888"/>
            </a:xfrm>
            <a:custGeom>
              <a:avLst/>
              <a:gdLst>
                <a:gd name="T0" fmla="*/ 50 w 224"/>
                <a:gd name="T1" fmla="*/ 0 h 220"/>
                <a:gd name="T2" fmla="*/ 130 w 224"/>
                <a:gd name="T3" fmla="*/ 9 h 220"/>
                <a:gd name="T4" fmla="*/ 156 w 224"/>
                <a:gd name="T5" fmla="*/ 101 h 220"/>
                <a:gd name="T6" fmla="*/ 224 w 224"/>
                <a:gd name="T7" fmla="*/ 172 h 220"/>
                <a:gd name="T8" fmla="*/ 201 w 224"/>
                <a:gd name="T9" fmla="*/ 220 h 220"/>
                <a:gd name="T10" fmla="*/ 159 w 224"/>
                <a:gd name="T11" fmla="*/ 220 h 220"/>
                <a:gd name="T12" fmla="*/ 120 w 224"/>
                <a:gd name="T13" fmla="*/ 175 h 220"/>
                <a:gd name="T14" fmla="*/ 35 w 224"/>
                <a:gd name="T15" fmla="*/ 172 h 220"/>
                <a:gd name="T16" fmla="*/ 0 w 224"/>
                <a:gd name="T17" fmla="*/ 125 h 220"/>
                <a:gd name="T18" fmla="*/ 0 w 224"/>
                <a:gd name="T19" fmla="*/ 92 h 220"/>
                <a:gd name="T20" fmla="*/ 53 w 224"/>
                <a:gd name="T21" fmla="*/ 77 h 220"/>
                <a:gd name="T22" fmla="*/ 50 w 224"/>
                <a:gd name="T2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220">
                  <a:moveTo>
                    <a:pt x="50" y="0"/>
                  </a:moveTo>
                  <a:lnTo>
                    <a:pt x="130" y="9"/>
                  </a:lnTo>
                  <a:lnTo>
                    <a:pt x="156" y="101"/>
                  </a:lnTo>
                  <a:lnTo>
                    <a:pt x="224" y="172"/>
                  </a:lnTo>
                  <a:lnTo>
                    <a:pt x="201" y="220"/>
                  </a:lnTo>
                  <a:lnTo>
                    <a:pt x="159" y="220"/>
                  </a:lnTo>
                  <a:lnTo>
                    <a:pt x="120" y="175"/>
                  </a:lnTo>
                  <a:lnTo>
                    <a:pt x="35" y="172"/>
                  </a:lnTo>
                  <a:lnTo>
                    <a:pt x="0" y="125"/>
                  </a:lnTo>
                  <a:lnTo>
                    <a:pt x="0" y="92"/>
                  </a:lnTo>
                  <a:lnTo>
                    <a:pt x="53" y="77"/>
                  </a:lnTo>
                  <a:lnTo>
                    <a:pt x="5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0" name="Freeform 194">
              <a:extLst>
                <a:ext uri="{FF2B5EF4-FFF2-40B4-BE49-F238E27FC236}">
                  <a16:creationId xmlns:a16="http://schemas.microsoft.com/office/drawing/2014/main" id="{50498DFB-CA9F-4C73-8484-98622DE9B844}"/>
                </a:ext>
              </a:extLst>
            </p:cNvPr>
            <p:cNvSpPr>
              <a:spLocks/>
            </p:cNvSpPr>
            <p:nvPr/>
          </p:nvSpPr>
          <p:spPr bwMode="auto">
            <a:xfrm>
              <a:off x="7449344" y="1150143"/>
              <a:ext cx="95250" cy="57150"/>
            </a:xfrm>
            <a:custGeom>
              <a:avLst/>
              <a:gdLst>
                <a:gd name="T0" fmla="*/ 180 w 180"/>
                <a:gd name="T1" fmla="*/ 25 h 108"/>
                <a:gd name="T2" fmla="*/ 141 w 180"/>
                <a:gd name="T3" fmla="*/ 0 h 108"/>
                <a:gd name="T4" fmla="*/ 98 w 180"/>
                <a:gd name="T5" fmla="*/ 0 h 108"/>
                <a:gd name="T6" fmla="*/ 88 w 180"/>
                <a:gd name="T7" fmla="*/ 28 h 108"/>
                <a:gd name="T8" fmla="*/ 41 w 180"/>
                <a:gd name="T9" fmla="*/ 54 h 108"/>
                <a:gd name="T10" fmla="*/ 5 w 180"/>
                <a:gd name="T11" fmla="*/ 66 h 108"/>
                <a:gd name="T12" fmla="*/ 0 w 180"/>
                <a:gd name="T13" fmla="*/ 102 h 108"/>
                <a:gd name="T14" fmla="*/ 82 w 180"/>
                <a:gd name="T15" fmla="*/ 108 h 108"/>
                <a:gd name="T16" fmla="*/ 180 w 180"/>
                <a:gd name="T17"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08">
                  <a:moveTo>
                    <a:pt x="180" y="25"/>
                  </a:moveTo>
                  <a:lnTo>
                    <a:pt x="141" y="0"/>
                  </a:lnTo>
                  <a:lnTo>
                    <a:pt x="98" y="0"/>
                  </a:lnTo>
                  <a:lnTo>
                    <a:pt x="88" y="28"/>
                  </a:lnTo>
                  <a:lnTo>
                    <a:pt x="41" y="54"/>
                  </a:lnTo>
                  <a:lnTo>
                    <a:pt x="5" y="66"/>
                  </a:lnTo>
                  <a:lnTo>
                    <a:pt x="0" y="102"/>
                  </a:lnTo>
                  <a:lnTo>
                    <a:pt x="82" y="108"/>
                  </a:lnTo>
                  <a:lnTo>
                    <a:pt x="180" y="2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1" name="Freeform 195">
              <a:extLst>
                <a:ext uri="{FF2B5EF4-FFF2-40B4-BE49-F238E27FC236}">
                  <a16:creationId xmlns:a16="http://schemas.microsoft.com/office/drawing/2014/main" id="{11768A0E-4869-4CBC-9D69-0B46A72346AE}"/>
                </a:ext>
              </a:extLst>
            </p:cNvPr>
            <p:cNvSpPr>
              <a:spLocks/>
            </p:cNvSpPr>
            <p:nvPr/>
          </p:nvSpPr>
          <p:spPr bwMode="auto">
            <a:xfrm>
              <a:off x="7516019" y="1167606"/>
              <a:ext cx="112713" cy="79375"/>
            </a:xfrm>
            <a:custGeom>
              <a:avLst/>
              <a:gdLst>
                <a:gd name="T0" fmla="*/ 145 w 213"/>
                <a:gd name="T1" fmla="*/ 0 h 151"/>
                <a:gd name="T2" fmla="*/ 124 w 213"/>
                <a:gd name="T3" fmla="*/ 43 h 151"/>
                <a:gd name="T4" fmla="*/ 83 w 213"/>
                <a:gd name="T5" fmla="*/ 41 h 151"/>
                <a:gd name="T6" fmla="*/ 18 w 213"/>
                <a:gd name="T7" fmla="*/ 89 h 151"/>
                <a:gd name="T8" fmla="*/ 0 w 213"/>
                <a:gd name="T9" fmla="*/ 148 h 151"/>
                <a:gd name="T10" fmla="*/ 42 w 213"/>
                <a:gd name="T11" fmla="*/ 148 h 151"/>
                <a:gd name="T12" fmla="*/ 65 w 213"/>
                <a:gd name="T13" fmla="*/ 109 h 151"/>
                <a:gd name="T14" fmla="*/ 122 w 213"/>
                <a:gd name="T15" fmla="*/ 151 h 151"/>
                <a:gd name="T16" fmla="*/ 175 w 213"/>
                <a:gd name="T17" fmla="*/ 127 h 151"/>
                <a:gd name="T18" fmla="*/ 213 w 213"/>
                <a:gd name="T19" fmla="*/ 94 h 151"/>
                <a:gd name="T20" fmla="*/ 198 w 213"/>
                <a:gd name="T21" fmla="*/ 43 h 151"/>
                <a:gd name="T22" fmla="*/ 178 w 213"/>
                <a:gd name="T23" fmla="*/ 8 h 151"/>
                <a:gd name="T24" fmla="*/ 145 w 213"/>
                <a:gd name="T25"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3" h="151">
                  <a:moveTo>
                    <a:pt x="145" y="0"/>
                  </a:moveTo>
                  <a:lnTo>
                    <a:pt x="124" y="43"/>
                  </a:lnTo>
                  <a:lnTo>
                    <a:pt x="83" y="41"/>
                  </a:lnTo>
                  <a:lnTo>
                    <a:pt x="18" y="89"/>
                  </a:lnTo>
                  <a:lnTo>
                    <a:pt x="0" y="148"/>
                  </a:lnTo>
                  <a:lnTo>
                    <a:pt x="42" y="148"/>
                  </a:lnTo>
                  <a:lnTo>
                    <a:pt x="65" y="109"/>
                  </a:lnTo>
                  <a:lnTo>
                    <a:pt x="122" y="151"/>
                  </a:lnTo>
                  <a:lnTo>
                    <a:pt x="175" y="127"/>
                  </a:lnTo>
                  <a:lnTo>
                    <a:pt x="213" y="94"/>
                  </a:lnTo>
                  <a:lnTo>
                    <a:pt x="198" y="43"/>
                  </a:lnTo>
                  <a:lnTo>
                    <a:pt x="178" y="8"/>
                  </a:lnTo>
                  <a:lnTo>
                    <a:pt x="1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2" name="Freeform 196">
              <a:extLst>
                <a:ext uri="{FF2B5EF4-FFF2-40B4-BE49-F238E27FC236}">
                  <a16:creationId xmlns:a16="http://schemas.microsoft.com/office/drawing/2014/main" id="{A1F20C50-D51D-4E66-9187-358683C23613}"/>
                </a:ext>
              </a:extLst>
            </p:cNvPr>
            <p:cNvSpPr>
              <a:spLocks/>
            </p:cNvSpPr>
            <p:nvPr/>
          </p:nvSpPr>
          <p:spPr bwMode="auto">
            <a:xfrm>
              <a:off x="7638257" y="1185068"/>
              <a:ext cx="82550" cy="84138"/>
            </a:xfrm>
            <a:custGeom>
              <a:avLst/>
              <a:gdLst>
                <a:gd name="T0" fmla="*/ 0 w 157"/>
                <a:gd name="T1" fmla="*/ 0 h 161"/>
                <a:gd name="T2" fmla="*/ 22 w 157"/>
                <a:gd name="T3" fmla="*/ 83 h 161"/>
                <a:gd name="T4" fmla="*/ 53 w 157"/>
                <a:gd name="T5" fmla="*/ 161 h 161"/>
                <a:gd name="T6" fmla="*/ 89 w 157"/>
                <a:gd name="T7" fmla="*/ 99 h 161"/>
                <a:gd name="T8" fmla="*/ 157 w 157"/>
                <a:gd name="T9" fmla="*/ 83 h 161"/>
                <a:gd name="T10" fmla="*/ 157 w 157"/>
                <a:gd name="T11" fmla="*/ 39 h 161"/>
                <a:gd name="T12" fmla="*/ 113 w 157"/>
                <a:gd name="T13" fmla="*/ 6 h 161"/>
                <a:gd name="T14" fmla="*/ 0 w 157"/>
                <a:gd name="T15" fmla="*/ 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61">
                  <a:moveTo>
                    <a:pt x="0" y="0"/>
                  </a:moveTo>
                  <a:lnTo>
                    <a:pt x="22" y="83"/>
                  </a:lnTo>
                  <a:lnTo>
                    <a:pt x="53" y="161"/>
                  </a:lnTo>
                  <a:lnTo>
                    <a:pt x="89" y="99"/>
                  </a:lnTo>
                  <a:lnTo>
                    <a:pt x="157" y="83"/>
                  </a:lnTo>
                  <a:lnTo>
                    <a:pt x="157" y="39"/>
                  </a:lnTo>
                  <a:lnTo>
                    <a:pt x="113" y="6"/>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3" name="Freeform 197">
              <a:extLst>
                <a:ext uri="{FF2B5EF4-FFF2-40B4-BE49-F238E27FC236}">
                  <a16:creationId xmlns:a16="http://schemas.microsoft.com/office/drawing/2014/main" id="{6755EA14-E936-4CE2-9156-4B954A59461B}"/>
                </a:ext>
              </a:extLst>
            </p:cNvPr>
            <p:cNvSpPr>
              <a:spLocks/>
            </p:cNvSpPr>
            <p:nvPr/>
          </p:nvSpPr>
          <p:spPr bwMode="auto">
            <a:xfrm>
              <a:off x="8365332" y="1073943"/>
              <a:ext cx="174625" cy="141288"/>
            </a:xfrm>
            <a:custGeom>
              <a:avLst/>
              <a:gdLst>
                <a:gd name="T0" fmla="*/ 243 w 331"/>
                <a:gd name="T1" fmla="*/ 76 h 267"/>
                <a:gd name="T2" fmla="*/ 290 w 331"/>
                <a:gd name="T3" fmla="*/ 115 h 267"/>
                <a:gd name="T4" fmla="*/ 322 w 331"/>
                <a:gd name="T5" fmla="*/ 101 h 267"/>
                <a:gd name="T6" fmla="*/ 331 w 331"/>
                <a:gd name="T7" fmla="*/ 47 h 267"/>
                <a:gd name="T8" fmla="*/ 264 w 331"/>
                <a:gd name="T9" fmla="*/ 0 h 267"/>
                <a:gd name="T10" fmla="*/ 221 w 331"/>
                <a:gd name="T11" fmla="*/ 29 h 267"/>
                <a:gd name="T12" fmla="*/ 113 w 331"/>
                <a:gd name="T13" fmla="*/ 39 h 267"/>
                <a:gd name="T14" fmla="*/ 113 w 331"/>
                <a:gd name="T15" fmla="*/ 87 h 267"/>
                <a:gd name="T16" fmla="*/ 0 w 331"/>
                <a:gd name="T17" fmla="*/ 89 h 267"/>
                <a:gd name="T18" fmla="*/ 0 w 331"/>
                <a:gd name="T19" fmla="*/ 169 h 267"/>
                <a:gd name="T20" fmla="*/ 133 w 331"/>
                <a:gd name="T21" fmla="*/ 267 h 267"/>
                <a:gd name="T22" fmla="*/ 167 w 331"/>
                <a:gd name="T23" fmla="*/ 243 h 267"/>
                <a:gd name="T24" fmla="*/ 159 w 331"/>
                <a:gd name="T25" fmla="*/ 173 h 267"/>
                <a:gd name="T26" fmla="*/ 244 w 331"/>
                <a:gd name="T27" fmla="*/ 151 h 267"/>
                <a:gd name="T28" fmla="*/ 226 w 331"/>
                <a:gd name="T29" fmla="*/ 119 h 267"/>
                <a:gd name="T30" fmla="*/ 195 w 331"/>
                <a:gd name="T31" fmla="*/ 87 h 267"/>
                <a:gd name="T32" fmla="*/ 243 w 331"/>
                <a:gd name="T33" fmla="*/ 7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1" h="267">
                  <a:moveTo>
                    <a:pt x="243" y="76"/>
                  </a:moveTo>
                  <a:lnTo>
                    <a:pt x="290" y="115"/>
                  </a:lnTo>
                  <a:lnTo>
                    <a:pt x="322" y="101"/>
                  </a:lnTo>
                  <a:lnTo>
                    <a:pt x="331" y="47"/>
                  </a:lnTo>
                  <a:lnTo>
                    <a:pt x="264" y="0"/>
                  </a:lnTo>
                  <a:lnTo>
                    <a:pt x="221" y="29"/>
                  </a:lnTo>
                  <a:lnTo>
                    <a:pt x="113" y="39"/>
                  </a:lnTo>
                  <a:lnTo>
                    <a:pt x="113" y="87"/>
                  </a:lnTo>
                  <a:lnTo>
                    <a:pt x="0" y="89"/>
                  </a:lnTo>
                  <a:lnTo>
                    <a:pt x="0" y="169"/>
                  </a:lnTo>
                  <a:lnTo>
                    <a:pt x="133" y="267"/>
                  </a:lnTo>
                  <a:lnTo>
                    <a:pt x="167" y="243"/>
                  </a:lnTo>
                  <a:lnTo>
                    <a:pt x="159" y="173"/>
                  </a:lnTo>
                  <a:lnTo>
                    <a:pt x="244" y="151"/>
                  </a:lnTo>
                  <a:lnTo>
                    <a:pt x="226" y="119"/>
                  </a:lnTo>
                  <a:lnTo>
                    <a:pt x="195" y="87"/>
                  </a:lnTo>
                  <a:lnTo>
                    <a:pt x="243" y="7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4" name="Freeform 198">
              <a:extLst>
                <a:ext uri="{FF2B5EF4-FFF2-40B4-BE49-F238E27FC236}">
                  <a16:creationId xmlns:a16="http://schemas.microsoft.com/office/drawing/2014/main" id="{3A983495-3AFE-46FD-B868-A85E30322255}"/>
                </a:ext>
              </a:extLst>
            </p:cNvPr>
            <p:cNvSpPr>
              <a:spLocks/>
            </p:cNvSpPr>
            <p:nvPr/>
          </p:nvSpPr>
          <p:spPr bwMode="auto">
            <a:xfrm>
              <a:off x="8559007" y="1064418"/>
              <a:ext cx="96838" cy="55563"/>
            </a:xfrm>
            <a:custGeom>
              <a:avLst/>
              <a:gdLst>
                <a:gd name="T0" fmla="*/ 0 w 182"/>
                <a:gd name="T1" fmla="*/ 48 h 106"/>
                <a:gd name="T2" fmla="*/ 30 w 182"/>
                <a:gd name="T3" fmla="*/ 106 h 106"/>
                <a:gd name="T4" fmla="*/ 149 w 182"/>
                <a:gd name="T5" fmla="*/ 93 h 106"/>
                <a:gd name="T6" fmla="*/ 182 w 182"/>
                <a:gd name="T7" fmla="*/ 51 h 106"/>
                <a:gd name="T8" fmla="*/ 175 w 182"/>
                <a:gd name="T9" fmla="*/ 13 h 106"/>
                <a:gd name="T10" fmla="*/ 142 w 182"/>
                <a:gd name="T11" fmla="*/ 0 h 106"/>
                <a:gd name="T12" fmla="*/ 111 w 182"/>
                <a:gd name="T13" fmla="*/ 23 h 106"/>
                <a:gd name="T14" fmla="*/ 22 w 182"/>
                <a:gd name="T15" fmla="*/ 42 h 106"/>
                <a:gd name="T16" fmla="*/ 0 w 182"/>
                <a:gd name="T17" fmla="*/ 4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06">
                  <a:moveTo>
                    <a:pt x="0" y="48"/>
                  </a:moveTo>
                  <a:lnTo>
                    <a:pt x="30" y="106"/>
                  </a:lnTo>
                  <a:lnTo>
                    <a:pt x="149" y="93"/>
                  </a:lnTo>
                  <a:lnTo>
                    <a:pt x="182" y="51"/>
                  </a:lnTo>
                  <a:lnTo>
                    <a:pt x="175" y="13"/>
                  </a:lnTo>
                  <a:lnTo>
                    <a:pt x="142" y="0"/>
                  </a:lnTo>
                  <a:lnTo>
                    <a:pt x="111" y="23"/>
                  </a:lnTo>
                  <a:lnTo>
                    <a:pt x="22" y="42"/>
                  </a:lnTo>
                  <a:lnTo>
                    <a:pt x="0" y="4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5" name="Freeform 199">
              <a:extLst>
                <a:ext uri="{FF2B5EF4-FFF2-40B4-BE49-F238E27FC236}">
                  <a16:creationId xmlns:a16="http://schemas.microsoft.com/office/drawing/2014/main" id="{69DF2684-9736-4527-8865-D07D3AF9B0A8}"/>
                </a:ext>
              </a:extLst>
            </p:cNvPr>
            <p:cNvSpPr>
              <a:spLocks/>
            </p:cNvSpPr>
            <p:nvPr/>
          </p:nvSpPr>
          <p:spPr bwMode="auto">
            <a:xfrm>
              <a:off x="8497094" y="1200943"/>
              <a:ext cx="74613" cy="46038"/>
            </a:xfrm>
            <a:custGeom>
              <a:avLst/>
              <a:gdLst>
                <a:gd name="T0" fmla="*/ 110 w 142"/>
                <a:gd name="T1" fmla="*/ 15 h 87"/>
                <a:gd name="T2" fmla="*/ 50 w 142"/>
                <a:gd name="T3" fmla="*/ 0 h 87"/>
                <a:gd name="T4" fmla="*/ 15 w 142"/>
                <a:gd name="T5" fmla="*/ 36 h 87"/>
                <a:gd name="T6" fmla="*/ 0 w 142"/>
                <a:gd name="T7" fmla="*/ 87 h 87"/>
                <a:gd name="T8" fmla="*/ 81 w 142"/>
                <a:gd name="T9" fmla="*/ 79 h 87"/>
                <a:gd name="T10" fmla="*/ 142 w 142"/>
                <a:gd name="T11" fmla="*/ 47 h 87"/>
                <a:gd name="T12" fmla="*/ 110 w 142"/>
                <a:gd name="T13" fmla="*/ 15 h 87"/>
              </a:gdLst>
              <a:ahLst/>
              <a:cxnLst>
                <a:cxn ang="0">
                  <a:pos x="T0" y="T1"/>
                </a:cxn>
                <a:cxn ang="0">
                  <a:pos x="T2" y="T3"/>
                </a:cxn>
                <a:cxn ang="0">
                  <a:pos x="T4" y="T5"/>
                </a:cxn>
                <a:cxn ang="0">
                  <a:pos x="T6" y="T7"/>
                </a:cxn>
                <a:cxn ang="0">
                  <a:pos x="T8" y="T9"/>
                </a:cxn>
                <a:cxn ang="0">
                  <a:pos x="T10" y="T11"/>
                </a:cxn>
                <a:cxn ang="0">
                  <a:pos x="T12" y="T13"/>
                </a:cxn>
              </a:cxnLst>
              <a:rect l="0" t="0" r="r" b="b"/>
              <a:pathLst>
                <a:path w="142" h="87">
                  <a:moveTo>
                    <a:pt x="110" y="15"/>
                  </a:moveTo>
                  <a:lnTo>
                    <a:pt x="50" y="0"/>
                  </a:lnTo>
                  <a:lnTo>
                    <a:pt x="15" y="36"/>
                  </a:lnTo>
                  <a:lnTo>
                    <a:pt x="0" y="87"/>
                  </a:lnTo>
                  <a:lnTo>
                    <a:pt x="81" y="79"/>
                  </a:lnTo>
                  <a:lnTo>
                    <a:pt x="142" y="47"/>
                  </a:lnTo>
                  <a:lnTo>
                    <a:pt x="11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6" name="Freeform 200">
              <a:extLst>
                <a:ext uri="{FF2B5EF4-FFF2-40B4-BE49-F238E27FC236}">
                  <a16:creationId xmlns:a16="http://schemas.microsoft.com/office/drawing/2014/main" id="{376BA357-01E1-4C71-97AE-4927ABA16BC2}"/>
                </a:ext>
              </a:extLst>
            </p:cNvPr>
            <p:cNvSpPr>
              <a:spLocks/>
            </p:cNvSpPr>
            <p:nvPr/>
          </p:nvSpPr>
          <p:spPr bwMode="auto">
            <a:xfrm>
              <a:off x="9300369" y="1024731"/>
              <a:ext cx="80963" cy="58738"/>
            </a:xfrm>
            <a:custGeom>
              <a:avLst/>
              <a:gdLst>
                <a:gd name="T0" fmla="*/ 137 w 152"/>
                <a:gd name="T1" fmla="*/ 15 h 112"/>
                <a:gd name="T2" fmla="*/ 86 w 152"/>
                <a:gd name="T3" fmla="*/ 0 h 112"/>
                <a:gd name="T4" fmla="*/ 29 w 152"/>
                <a:gd name="T5" fmla="*/ 21 h 112"/>
                <a:gd name="T6" fmla="*/ 0 w 152"/>
                <a:gd name="T7" fmla="*/ 64 h 112"/>
                <a:gd name="T8" fmla="*/ 36 w 152"/>
                <a:gd name="T9" fmla="*/ 112 h 112"/>
                <a:gd name="T10" fmla="*/ 133 w 152"/>
                <a:gd name="T11" fmla="*/ 70 h 112"/>
                <a:gd name="T12" fmla="*/ 152 w 152"/>
                <a:gd name="T13" fmla="*/ 48 h 112"/>
                <a:gd name="T14" fmla="*/ 137 w 152"/>
                <a:gd name="T15" fmla="*/ 15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12">
                  <a:moveTo>
                    <a:pt x="137" y="15"/>
                  </a:moveTo>
                  <a:lnTo>
                    <a:pt x="86" y="0"/>
                  </a:lnTo>
                  <a:lnTo>
                    <a:pt x="29" y="21"/>
                  </a:lnTo>
                  <a:lnTo>
                    <a:pt x="0" y="64"/>
                  </a:lnTo>
                  <a:lnTo>
                    <a:pt x="36" y="112"/>
                  </a:lnTo>
                  <a:lnTo>
                    <a:pt x="133" y="70"/>
                  </a:lnTo>
                  <a:lnTo>
                    <a:pt x="152" y="48"/>
                  </a:lnTo>
                  <a:lnTo>
                    <a:pt x="137"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7" name="Freeform 201">
              <a:extLst>
                <a:ext uri="{FF2B5EF4-FFF2-40B4-BE49-F238E27FC236}">
                  <a16:creationId xmlns:a16="http://schemas.microsoft.com/office/drawing/2014/main" id="{1C0B3DCB-6844-4D60-AA38-C5D6231B8ABF}"/>
                </a:ext>
              </a:extLst>
            </p:cNvPr>
            <p:cNvSpPr>
              <a:spLocks/>
            </p:cNvSpPr>
            <p:nvPr/>
          </p:nvSpPr>
          <p:spPr bwMode="auto">
            <a:xfrm>
              <a:off x="7949407" y="3783806"/>
              <a:ext cx="57150" cy="103188"/>
            </a:xfrm>
            <a:custGeom>
              <a:avLst/>
              <a:gdLst>
                <a:gd name="T0" fmla="*/ 16 w 109"/>
                <a:gd name="T1" fmla="*/ 13 h 195"/>
                <a:gd name="T2" fmla="*/ 20 w 109"/>
                <a:gd name="T3" fmla="*/ 59 h 195"/>
                <a:gd name="T4" fmla="*/ 25 w 109"/>
                <a:gd name="T5" fmla="*/ 93 h 195"/>
                <a:gd name="T6" fmla="*/ 0 w 109"/>
                <a:gd name="T7" fmla="*/ 98 h 195"/>
                <a:gd name="T8" fmla="*/ 12 w 109"/>
                <a:gd name="T9" fmla="*/ 174 h 195"/>
                <a:gd name="T10" fmla="*/ 51 w 109"/>
                <a:gd name="T11" fmla="*/ 195 h 195"/>
                <a:gd name="T12" fmla="*/ 109 w 109"/>
                <a:gd name="T13" fmla="*/ 161 h 195"/>
                <a:gd name="T14" fmla="*/ 92 w 109"/>
                <a:gd name="T15" fmla="*/ 81 h 195"/>
                <a:gd name="T16" fmla="*/ 96 w 109"/>
                <a:gd name="T17" fmla="*/ 51 h 195"/>
                <a:gd name="T18" fmla="*/ 42 w 109"/>
                <a:gd name="T19" fmla="*/ 0 h 195"/>
                <a:gd name="T20" fmla="*/ 16 w 109"/>
                <a:gd name="T21" fmla="*/ 13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195">
                  <a:moveTo>
                    <a:pt x="16" y="13"/>
                  </a:moveTo>
                  <a:lnTo>
                    <a:pt x="20" y="59"/>
                  </a:lnTo>
                  <a:lnTo>
                    <a:pt x="25" y="93"/>
                  </a:lnTo>
                  <a:lnTo>
                    <a:pt x="0" y="98"/>
                  </a:lnTo>
                  <a:lnTo>
                    <a:pt x="12" y="174"/>
                  </a:lnTo>
                  <a:lnTo>
                    <a:pt x="51" y="195"/>
                  </a:lnTo>
                  <a:lnTo>
                    <a:pt x="109" y="161"/>
                  </a:lnTo>
                  <a:lnTo>
                    <a:pt x="92" y="81"/>
                  </a:lnTo>
                  <a:lnTo>
                    <a:pt x="96" y="51"/>
                  </a:lnTo>
                  <a:lnTo>
                    <a:pt x="42" y="0"/>
                  </a:lnTo>
                  <a:lnTo>
                    <a:pt x="16" y="1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8" name="Freeform 202">
              <a:extLst>
                <a:ext uri="{FF2B5EF4-FFF2-40B4-BE49-F238E27FC236}">
                  <a16:creationId xmlns:a16="http://schemas.microsoft.com/office/drawing/2014/main" id="{8A9E60CA-EB09-466E-9DFA-14EE6603B7E5}"/>
                </a:ext>
              </a:extLst>
            </p:cNvPr>
            <p:cNvSpPr>
              <a:spLocks/>
            </p:cNvSpPr>
            <p:nvPr/>
          </p:nvSpPr>
          <p:spPr bwMode="auto">
            <a:xfrm>
              <a:off x="3791744" y="3396456"/>
              <a:ext cx="241300" cy="115888"/>
            </a:xfrm>
            <a:custGeom>
              <a:avLst/>
              <a:gdLst>
                <a:gd name="T0" fmla="*/ 0 w 457"/>
                <a:gd name="T1" fmla="*/ 40 h 221"/>
                <a:gd name="T2" fmla="*/ 0 w 457"/>
                <a:gd name="T3" fmla="*/ 62 h 221"/>
                <a:gd name="T4" fmla="*/ 91 w 457"/>
                <a:gd name="T5" fmla="*/ 63 h 221"/>
                <a:gd name="T6" fmla="*/ 134 w 457"/>
                <a:gd name="T7" fmla="*/ 39 h 221"/>
                <a:gd name="T8" fmla="*/ 140 w 457"/>
                <a:gd name="T9" fmla="*/ 57 h 221"/>
                <a:gd name="T10" fmla="*/ 230 w 457"/>
                <a:gd name="T11" fmla="*/ 79 h 221"/>
                <a:gd name="T12" fmla="*/ 310 w 457"/>
                <a:gd name="T13" fmla="*/ 151 h 221"/>
                <a:gd name="T14" fmla="*/ 292 w 457"/>
                <a:gd name="T15" fmla="*/ 175 h 221"/>
                <a:gd name="T16" fmla="*/ 295 w 457"/>
                <a:gd name="T17" fmla="*/ 205 h 221"/>
                <a:gd name="T18" fmla="*/ 361 w 457"/>
                <a:gd name="T19" fmla="*/ 221 h 221"/>
                <a:gd name="T20" fmla="*/ 428 w 457"/>
                <a:gd name="T21" fmla="*/ 190 h 221"/>
                <a:gd name="T22" fmla="*/ 457 w 457"/>
                <a:gd name="T23" fmla="*/ 161 h 221"/>
                <a:gd name="T24" fmla="*/ 414 w 457"/>
                <a:gd name="T25" fmla="*/ 139 h 221"/>
                <a:gd name="T26" fmla="*/ 192 w 457"/>
                <a:gd name="T27" fmla="*/ 9 h 221"/>
                <a:gd name="T28" fmla="*/ 115 w 457"/>
                <a:gd name="T29" fmla="*/ 0 h 221"/>
                <a:gd name="T30" fmla="*/ 0 w 457"/>
                <a:gd name="T31" fmla="*/ 4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7" h="221">
                  <a:moveTo>
                    <a:pt x="0" y="40"/>
                  </a:moveTo>
                  <a:lnTo>
                    <a:pt x="0" y="62"/>
                  </a:lnTo>
                  <a:lnTo>
                    <a:pt x="91" y="63"/>
                  </a:lnTo>
                  <a:lnTo>
                    <a:pt x="134" y="39"/>
                  </a:lnTo>
                  <a:lnTo>
                    <a:pt x="140" y="57"/>
                  </a:lnTo>
                  <a:lnTo>
                    <a:pt x="230" y="79"/>
                  </a:lnTo>
                  <a:lnTo>
                    <a:pt x="310" y="151"/>
                  </a:lnTo>
                  <a:lnTo>
                    <a:pt x="292" y="175"/>
                  </a:lnTo>
                  <a:lnTo>
                    <a:pt x="295" y="205"/>
                  </a:lnTo>
                  <a:lnTo>
                    <a:pt x="361" y="221"/>
                  </a:lnTo>
                  <a:lnTo>
                    <a:pt x="428" y="190"/>
                  </a:lnTo>
                  <a:lnTo>
                    <a:pt x="457" y="161"/>
                  </a:lnTo>
                  <a:lnTo>
                    <a:pt x="414" y="139"/>
                  </a:lnTo>
                  <a:lnTo>
                    <a:pt x="192" y="9"/>
                  </a:lnTo>
                  <a:lnTo>
                    <a:pt x="115" y="0"/>
                  </a:lnTo>
                  <a:lnTo>
                    <a:pt x="0" y="4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39" name="Freeform 203">
              <a:extLst>
                <a:ext uri="{FF2B5EF4-FFF2-40B4-BE49-F238E27FC236}">
                  <a16:creationId xmlns:a16="http://schemas.microsoft.com/office/drawing/2014/main" id="{AB01A2CF-5CE6-4C50-9AFE-AAF140E298B2}"/>
                </a:ext>
              </a:extLst>
            </p:cNvPr>
            <p:cNvSpPr>
              <a:spLocks/>
            </p:cNvSpPr>
            <p:nvPr/>
          </p:nvSpPr>
          <p:spPr bwMode="auto">
            <a:xfrm>
              <a:off x="3948907" y="3342481"/>
              <a:ext cx="23813" cy="36513"/>
            </a:xfrm>
            <a:custGeom>
              <a:avLst/>
              <a:gdLst>
                <a:gd name="T0" fmla="*/ 23 w 44"/>
                <a:gd name="T1" fmla="*/ 7 h 69"/>
                <a:gd name="T2" fmla="*/ 2 w 44"/>
                <a:gd name="T3" fmla="*/ 0 h 69"/>
                <a:gd name="T4" fmla="*/ 0 w 44"/>
                <a:gd name="T5" fmla="*/ 42 h 69"/>
                <a:gd name="T6" fmla="*/ 26 w 44"/>
                <a:gd name="T7" fmla="*/ 69 h 69"/>
                <a:gd name="T8" fmla="*/ 44 w 44"/>
                <a:gd name="T9" fmla="*/ 42 h 69"/>
                <a:gd name="T10" fmla="*/ 23 w 44"/>
                <a:gd name="T11" fmla="*/ 7 h 69"/>
              </a:gdLst>
              <a:ahLst/>
              <a:cxnLst>
                <a:cxn ang="0">
                  <a:pos x="T0" y="T1"/>
                </a:cxn>
                <a:cxn ang="0">
                  <a:pos x="T2" y="T3"/>
                </a:cxn>
                <a:cxn ang="0">
                  <a:pos x="T4" y="T5"/>
                </a:cxn>
                <a:cxn ang="0">
                  <a:pos x="T6" y="T7"/>
                </a:cxn>
                <a:cxn ang="0">
                  <a:pos x="T8" y="T9"/>
                </a:cxn>
                <a:cxn ang="0">
                  <a:pos x="T10" y="T11"/>
                </a:cxn>
              </a:cxnLst>
              <a:rect l="0" t="0" r="r" b="b"/>
              <a:pathLst>
                <a:path w="44" h="69">
                  <a:moveTo>
                    <a:pt x="23" y="7"/>
                  </a:moveTo>
                  <a:lnTo>
                    <a:pt x="2" y="0"/>
                  </a:lnTo>
                  <a:lnTo>
                    <a:pt x="0" y="42"/>
                  </a:lnTo>
                  <a:lnTo>
                    <a:pt x="26" y="69"/>
                  </a:lnTo>
                  <a:lnTo>
                    <a:pt x="44" y="42"/>
                  </a:lnTo>
                  <a:lnTo>
                    <a:pt x="23" y="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0" name="Freeform 204">
              <a:extLst>
                <a:ext uri="{FF2B5EF4-FFF2-40B4-BE49-F238E27FC236}">
                  <a16:creationId xmlns:a16="http://schemas.microsoft.com/office/drawing/2014/main" id="{52EC6092-21C5-4647-947F-580D1D11738A}"/>
                </a:ext>
              </a:extLst>
            </p:cNvPr>
            <p:cNvSpPr>
              <a:spLocks/>
            </p:cNvSpPr>
            <p:nvPr/>
          </p:nvSpPr>
          <p:spPr bwMode="auto">
            <a:xfrm>
              <a:off x="3967957" y="3380581"/>
              <a:ext cx="23813" cy="30163"/>
            </a:xfrm>
            <a:custGeom>
              <a:avLst/>
              <a:gdLst>
                <a:gd name="T0" fmla="*/ 31 w 44"/>
                <a:gd name="T1" fmla="*/ 0 h 57"/>
                <a:gd name="T2" fmla="*/ 0 w 44"/>
                <a:gd name="T3" fmla="*/ 16 h 57"/>
                <a:gd name="T4" fmla="*/ 29 w 44"/>
                <a:gd name="T5" fmla="*/ 57 h 57"/>
                <a:gd name="T6" fmla="*/ 44 w 44"/>
                <a:gd name="T7" fmla="*/ 37 h 57"/>
                <a:gd name="T8" fmla="*/ 31 w 44"/>
                <a:gd name="T9" fmla="*/ 0 h 57"/>
              </a:gdLst>
              <a:ahLst/>
              <a:cxnLst>
                <a:cxn ang="0">
                  <a:pos x="T0" y="T1"/>
                </a:cxn>
                <a:cxn ang="0">
                  <a:pos x="T2" y="T3"/>
                </a:cxn>
                <a:cxn ang="0">
                  <a:pos x="T4" y="T5"/>
                </a:cxn>
                <a:cxn ang="0">
                  <a:pos x="T6" y="T7"/>
                </a:cxn>
                <a:cxn ang="0">
                  <a:pos x="T8" y="T9"/>
                </a:cxn>
              </a:cxnLst>
              <a:rect l="0" t="0" r="r" b="b"/>
              <a:pathLst>
                <a:path w="44" h="57">
                  <a:moveTo>
                    <a:pt x="31" y="0"/>
                  </a:moveTo>
                  <a:lnTo>
                    <a:pt x="0" y="16"/>
                  </a:lnTo>
                  <a:lnTo>
                    <a:pt x="29" y="57"/>
                  </a:lnTo>
                  <a:lnTo>
                    <a:pt x="44" y="37"/>
                  </a:lnTo>
                  <a:lnTo>
                    <a:pt x="3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1" name="Freeform 205">
              <a:extLst>
                <a:ext uri="{FF2B5EF4-FFF2-40B4-BE49-F238E27FC236}">
                  <a16:creationId xmlns:a16="http://schemas.microsoft.com/office/drawing/2014/main" id="{EFFFA415-5645-4373-B923-4F4FAB57DE65}"/>
                </a:ext>
              </a:extLst>
            </p:cNvPr>
            <p:cNvSpPr>
              <a:spLocks/>
            </p:cNvSpPr>
            <p:nvPr/>
          </p:nvSpPr>
          <p:spPr bwMode="auto">
            <a:xfrm>
              <a:off x="4018757" y="3396456"/>
              <a:ext cx="23813" cy="26988"/>
            </a:xfrm>
            <a:custGeom>
              <a:avLst/>
              <a:gdLst>
                <a:gd name="T0" fmla="*/ 31 w 46"/>
                <a:gd name="T1" fmla="*/ 1 h 53"/>
                <a:gd name="T2" fmla="*/ 0 w 46"/>
                <a:gd name="T3" fmla="*/ 0 h 53"/>
                <a:gd name="T4" fmla="*/ 3 w 46"/>
                <a:gd name="T5" fmla="*/ 20 h 53"/>
                <a:gd name="T6" fmla="*/ 26 w 46"/>
                <a:gd name="T7" fmla="*/ 53 h 53"/>
                <a:gd name="T8" fmla="*/ 46 w 46"/>
                <a:gd name="T9" fmla="*/ 32 h 53"/>
                <a:gd name="T10" fmla="*/ 31 w 46"/>
                <a:gd name="T11" fmla="*/ 1 h 53"/>
              </a:gdLst>
              <a:ahLst/>
              <a:cxnLst>
                <a:cxn ang="0">
                  <a:pos x="T0" y="T1"/>
                </a:cxn>
                <a:cxn ang="0">
                  <a:pos x="T2" y="T3"/>
                </a:cxn>
                <a:cxn ang="0">
                  <a:pos x="T4" y="T5"/>
                </a:cxn>
                <a:cxn ang="0">
                  <a:pos x="T6" y="T7"/>
                </a:cxn>
                <a:cxn ang="0">
                  <a:pos x="T8" y="T9"/>
                </a:cxn>
                <a:cxn ang="0">
                  <a:pos x="T10" y="T11"/>
                </a:cxn>
              </a:cxnLst>
              <a:rect l="0" t="0" r="r" b="b"/>
              <a:pathLst>
                <a:path w="46" h="53">
                  <a:moveTo>
                    <a:pt x="31" y="1"/>
                  </a:moveTo>
                  <a:lnTo>
                    <a:pt x="0" y="0"/>
                  </a:lnTo>
                  <a:lnTo>
                    <a:pt x="3" y="20"/>
                  </a:lnTo>
                  <a:lnTo>
                    <a:pt x="26" y="53"/>
                  </a:lnTo>
                  <a:lnTo>
                    <a:pt x="46" y="32"/>
                  </a:lnTo>
                  <a:lnTo>
                    <a:pt x="31" y="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2" name="Freeform 207">
              <a:extLst>
                <a:ext uri="{FF2B5EF4-FFF2-40B4-BE49-F238E27FC236}">
                  <a16:creationId xmlns:a16="http://schemas.microsoft.com/office/drawing/2014/main" id="{360C88A4-B00C-408A-92D7-615A08AA7D50}"/>
                </a:ext>
              </a:extLst>
            </p:cNvPr>
            <p:cNvSpPr>
              <a:spLocks/>
            </p:cNvSpPr>
            <p:nvPr/>
          </p:nvSpPr>
          <p:spPr bwMode="auto">
            <a:xfrm>
              <a:off x="3994944" y="3332956"/>
              <a:ext cx="33338" cy="42863"/>
            </a:xfrm>
            <a:custGeom>
              <a:avLst/>
              <a:gdLst>
                <a:gd name="T0" fmla="*/ 62 w 62"/>
                <a:gd name="T1" fmla="*/ 82 h 82"/>
                <a:gd name="T2" fmla="*/ 10 w 62"/>
                <a:gd name="T3" fmla="*/ 61 h 82"/>
                <a:gd name="T4" fmla="*/ 0 w 62"/>
                <a:gd name="T5" fmla="*/ 9 h 82"/>
                <a:gd name="T6" fmla="*/ 20 w 62"/>
                <a:gd name="T7" fmla="*/ 0 h 82"/>
                <a:gd name="T8" fmla="*/ 40 w 62"/>
                <a:gd name="T9" fmla="*/ 40 h 82"/>
                <a:gd name="T10" fmla="*/ 60 w 62"/>
                <a:gd name="T11" fmla="*/ 56 h 82"/>
                <a:gd name="T12" fmla="*/ 62 w 62"/>
                <a:gd name="T13" fmla="*/ 82 h 82"/>
              </a:gdLst>
              <a:ahLst/>
              <a:cxnLst>
                <a:cxn ang="0">
                  <a:pos x="T0" y="T1"/>
                </a:cxn>
                <a:cxn ang="0">
                  <a:pos x="T2" y="T3"/>
                </a:cxn>
                <a:cxn ang="0">
                  <a:pos x="T4" y="T5"/>
                </a:cxn>
                <a:cxn ang="0">
                  <a:pos x="T6" y="T7"/>
                </a:cxn>
                <a:cxn ang="0">
                  <a:pos x="T8" y="T9"/>
                </a:cxn>
                <a:cxn ang="0">
                  <a:pos x="T10" y="T11"/>
                </a:cxn>
                <a:cxn ang="0">
                  <a:pos x="T12" y="T13"/>
                </a:cxn>
              </a:cxnLst>
              <a:rect l="0" t="0" r="r" b="b"/>
              <a:pathLst>
                <a:path w="62" h="82">
                  <a:moveTo>
                    <a:pt x="62" y="82"/>
                  </a:moveTo>
                  <a:lnTo>
                    <a:pt x="10" y="61"/>
                  </a:lnTo>
                  <a:lnTo>
                    <a:pt x="0" y="9"/>
                  </a:lnTo>
                  <a:lnTo>
                    <a:pt x="20" y="0"/>
                  </a:lnTo>
                  <a:lnTo>
                    <a:pt x="40" y="40"/>
                  </a:lnTo>
                  <a:lnTo>
                    <a:pt x="60" y="56"/>
                  </a:lnTo>
                  <a:lnTo>
                    <a:pt x="62" y="8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3" name="Freeform 208">
              <a:extLst>
                <a:ext uri="{FF2B5EF4-FFF2-40B4-BE49-F238E27FC236}">
                  <a16:creationId xmlns:a16="http://schemas.microsoft.com/office/drawing/2014/main" id="{48BF87ED-FCC3-470D-AD77-49C8628F62F6}"/>
                </a:ext>
              </a:extLst>
            </p:cNvPr>
            <p:cNvSpPr>
              <a:spLocks/>
            </p:cNvSpPr>
            <p:nvPr/>
          </p:nvSpPr>
          <p:spPr bwMode="auto">
            <a:xfrm>
              <a:off x="3969544" y="3283743"/>
              <a:ext cx="39688" cy="36513"/>
            </a:xfrm>
            <a:custGeom>
              <a:avLst/>
              <a:gdLst>
                <a:gd name="T0" fmla="*/ 60 w 76"/>
                <a:gd name="T1" fmla="*/ 69 h 69"/>
                <a:gd name="T2" fmla="*/ 33 w 76"/>
                <a:gd name="T3" fmla="*/ 62 h 69"/>
                <a:gd name="T4" fmla="*/ 29 w 76"/>
                <a:gd name="T5" fmla="*/ 29 h 69"/>
                <a:gd name="T6" fmla="*/ 0 w 76"/>
                <a:gd name="T7" fmla="*/ 19 h 69"/>
                <a:gd name="T8" fmla="*/ 19 w 76"/>
                <a:gd name="T9" fmla="*/ 0 h 69"/>
                <a:gd name="T10" fmla="*/ 51 w 76"/>
                <a:gd name="T11" fmla="*/ 13 h 69"/>
                <a:gd name="T12" fmla="*/ 76 w 76"/>
                <a:gd name="T13" fmla="*/ 28 h 69"/>
                <a:gd name="T14" fmla="*/ 60 w 76"/>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69">
                  <a:moveTo>
                    <a:pt x="60" y="69"/>
                  </a:moveTo>
                  <a:lnTo>
                    <a:pt x="33" y="62"/>
                  </a:lnTo>
                  <a:lnTo>
                    <a:pt x="29" y="29"/>
                  </a:lnTo>
                  <a:lnTo>
                    <a:pt x="0" y="19"/>
                  </a:lnTo>
                  <a:lnTo>
                    <a:pt x="19" y="0"/>
                  </a:lnTo>
                  <a:lnTo>
                    <a:pt x="51" y="13"/>
                  </a:lnTo>
                  <a:lnTo>
                    <a:pt x="76" y="28"/>
                  </a:lnTo>
                  <a:lnTo>
                    <a:pt x="60" y="6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4" name="Freeform 209">
              <a:extLst>
                <a:ext uri="{FF2B5EF4-FFF2-40B4-BE49-F238E27FC236}">
                  <a16:creationId xmlns:a16="http://schemas.microsoft.com/office/drawing/2014/main" id="{2B836043-E68D-447C-99E0-A9D91270BDD5}"/>
                </a:ext>
              </a:extLst>
            </p:cNvPr>
            <p:cNvSpPr>
              <a:spLocks/>
            </p:cNvSpPr>
            <p:nvPr/>
          </p:nvSpPr>
          <p:spPr bwMode="auto">
            <a:xfrm>
              <a:off x="3923507" y="3531393"/>
              <a:ext cx="50800" cy="28575"/>
            </a:xfrm>
            <a:custGeom>
              <a:avLst/>
              <a:gdLst>
                <a:gd name="T0" fmla="*/ 60 w 94"/>
                <a:gd name="T1" fmla="*/ 0 h 52"/>
                <a:gd name="T2" fmla="*/ 0 w 94"/>
                <a:gd name="T3" fmla="*/ 16 h 52"/>
                <a:gd name="T4" fmla="*/ 0 w 94"/>
                <a:gd name="T5" fmla="*/ 32 h 52"/>
                <a:gd name="T6" fmla="*/ 35 w 94"/>
                <a:gd name="T7" fmla="*/ 52 h 52"/>
                <a:gd name="T8" fmla="*/ 71 w 94"/>
                <a:gd name="T9" fmla="*/ 52 h 52"/>
                <a:gd name="T10" fmla="*/ 94 w 94"/>
                <a:gd name="T11" fmla="*/ 26 h 52"/>
                <a:gd name="T12" fmla="*/ 60 w 94"/>
                <a:gd name="T13" fmla="*/ 0 h 52"/>
              </a:gdLst>
              <a:ahLst/>
              <a:cxnLst>
                <a:cxn ang="0">
                  <a:pos x="T0" y="T1"/>
                </a:cxn>
                <a:cxn ang="0">
                  <a:pos x="T2" y="T3"/>
                </a:cxn>
                <a:cxn ang="0">
                  <a:pos x="T4" y="T5"/>
                </a:cxn>
                <a:cxn ang="0">
                  <a:pos x="T6" y="T7"/>
                </a:cxn>
                <a:cxn ang="0">
                  <a:pos x="T8" y="T9"/>
                </a:cxn>
                <a:cxn ang="0">
                  <a:pos x="T10" y="T11"/>
                </a:cxn>
                <a:cxn ang="0">
                  <a:pos x="T12" y="T13"/>
                </a:cxn>
              </a:cxnLst>
              <a:rect l="0" t="0" r="r" b="b"/>
              <a:pathLst>
                <a:path w="94" h="52">
                  <a:moveTo>
                    <a:pt x="60" y="0"/>
                  </a:moveTo>
                  <a:lnTo>
                    <a:pt x="0" y="16"/>
                  </a:lnTo>
                  <a:lnTo>
                    <a:pt x="0" y="32"/>
                  </a:lnTo>
                  <a:lnTo>
                    <a:pt x="35" y="52"/>
                  </a:lnTo>
                  <a:lnTo>
                    <a:pt x="71" y="52"/>
                  </a:lnTo>
                  <a:lnTo>
                    <a:pt x="94" y="26"/>
                  </a:lnTo>
                  <a:lnTo>
                    <a:pt x="6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5" name="Freeform 210">
              <a:extLst>
                <a:ext uri="{FF2B5EF4-FFF2-40B4-BE49-F238E27FC236}">
                  <a16:creationId xmlns:a16="http://schemas.microsoft.com/office/drawing/2014/main" id="{526C3024-F70A-4F55-BAED-3345DDEFE095}"/>
                </a:ext>
              </a:extLst>
            </p:cNvPr>
            <p:cNvSpPr>
              <a:spLocks/>
            </p:cNvSpPr>
            <p:nvPr/>
          </p:nvSpPr>
          <p:spPr bwMode="auto">
            <a:xfrm>
              <a:off x="9267032" y="4074318"/>
              <a:ext cx="242888" cy="303213"/>
            </a:xfrm>
            <a:custGeom>
              <a:avLst/>
              <a:gdLst>
                <a:gd name="T0" fmla="*/ 117 w 458"/>
                <a:gd name="T1" fmla="*/ 0 h 573"/>
                <a:gd name="T2" fmla="*/ 45 w 458"/>
                <a:gd name="T3" fmla="*/ 8 h 573"/>
                <a:gd name="T4" fmla="*/ 0 w 458"/>
                <a:gd name="T5" fmla="*/ 41 h 573"/>
                <a:gd name="T6" fmla="*/ 19 w 458"/>
                <a:gd name="T7" fmla="*/ 80 h 573"/>
                <a:gd name="T8" fmla="*/ 96 w 458"/>
                <a:gd name="T9" fmla="*/ 94 h 573"/>
                <a:gd name="T10" fmla="*/ 96 w 458"/>
                <a:gd name="T11" fmla="*/ 108 h 573"/>
                <a:gd name="T12" fmla="*/ 47 w 458"/>
                <a:gd name="T13" fmla="*/ 149 h 573"/>
                <a:gd name="T14" fmla="*/ 71 w 458"/>
                <a:gd name="T15" fmla="*/ 231 h 573"/>
                <a:gd name="T16" fmla="*/ 95 w 458"/>
                <a:gd name="T17" fmla="*/ 233 h 573"/>
                <a:gd name="T18" fmla="*/ 115 w 458"/>
                <a:gd name="T19" fmla="*/ 152 h 573"/>
                <a:gd name="T20" fmla="*/ 154 w 458"/>
                <a:gd name="T21" fmla="*/ 152 h 573"/>
                <a:gd name="T22" fmla="*/ 169 w 458"/>
                <a:gd name="T23" fmla="*/ 231 h 573"/>
                <a:gd name="T24" fmla="*/ 355 w 458"/>
                <a:gd name="T25" fmla="*/ 384 h 573"/>
                <a:gd name="T26" fmla="*/ 360 w 458"/>
                <a:gd name="T27" fmla="*/ 505 h 573"/>
                <a:gd name="T28" fmla="*/ 423 w 458"/>
                <a:gd name="T29" fmla="*/ 573 h 573"/>
                <a:gd name="T30" fmla="*/ 451 w 458"/>
                <a:gd name="T31" fmla="*/ 572 h 573"/>
                <a:gd name="T32" fmla="*/ 458 w 458"/>
                <a:gd name="T33" fmla="*/ 149 h 573"/>
                <a:gd name="T34" fmla="*/ 350 w 458"/>
                <a:gd name="T35" fmla="*/ 74 h 573"/>
                <a:gd name="T36" fmla="*/ 248 w 458"/>
                <a:gd name="T37" fmla="*/ 142 h 573"/>
                <a:gd name="T38" fmla="*/ 212 w 458"/>
                <a:gd name="T39" fmla="*/ 164 h 573"/>
                <a:gd name="T40" fmla="*/ 152 w 458"/>
                <a:gd name="T41" fmla="*/ 126 h 573"/>
                <a:gd name="T42" fmla="*/ 150 w 458"/>
                <a:gd name="T43" fmla="*/ 5 h 573"/>
                <a:gd name="T44" fmla="*/ 117 w 458"/>
                <a:gd name="T45" fmla="*/ 0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8" h="573">
                  <a:moveTo>
                    <a:pt x="117" y="0"/>
                  </a:moveTo>
                  <a:lnTo>
                    <a:pt x="45" y="8"/>
                  </a:lnTo>
                  <a:lnTo>
                    <a:pt x="0" y="41"/>
                  </a:lnTo>
                  <a:lnTo>
                    <a:pt x="19" y="80"/>
                  </a:lnTo>
                  <a:lnTo>
                    <a:pt x="96" y="94"/>
                  </a:lnTo>
                  <a:lnTo>
                    <a:pt x="96" y="108"/>
                  </a:lnTo>
                  <a:lnTo>
                    <a:pt x="47" y="149"/>
                  </a:lnTo>
                  <a:lnTo>
                    <a:pt x="71" y="231"/>
                  </a:lnTo>
                  <a:lnTo>
                    <a:pt x="95" y="233"/>
                  </a:lnTo>
                  <a:lnTo>
                    <a:pt x="115" y="152"/>
                  </a:lnTo>
                  <a:lnTo>
                    <a:pt x="154" y="152"/>
                  </a:lnTo>
                  <a:lnTo>
                    <a:pt x="169" y="231"/>
                  </a:lnTo>
                  <a:lnTo>
                    <a:pt x="355" y="384"/>
                  </a:lnTo>
                  <a:lnTo>
                    <a:pt x="360" y="505"/>
                  </a:lnTo>
                  <a:lnTo>
                    <a:pt x="423" y="573"/>
                  </a:lnTo>
                  <a:lnTo>
                    <a:pt x="451" y="572"/>
                  </a:lnTo>
                  <a:lnTo>
                    <a:pt x="458" y="149"/>
                  </a:lnTo>
                  <a:lnTo>
                    <a:pt x="350" y="74"/>
                  </a:lnTo>
                  <a:lnTo>
                    <a:pt x="248" y="142"/>
                  </a:lnTo>
                  <a:lnTo>
                    <a:pt x="212" y="164"/>
                  </a:lnTo>
                  <a:lnTo>
                    <a:pt x="152" y="126"/>
                  </a:lnTo>
                  <a:lnTo>
                    <a:pt x="150" y="5"/>
                  </a:lnTo>
                  <a:lnTo>
                    <a:pt x="117" y="0"/>
                  </a:lnTo>
                  <a:close/>
                </a:path>
              </a:pathLst>
            </a:custGeom>
            <a:solidFill>
              <a:srgbClr val="E75F7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6" name="Freeform 211">
              <a:extLst>
                <a:ext uri="{FF2B5EF4-FFF2-40B4-BE49-F238E27FC236}">
                  <a16:creationId xmlns:a16="http://schemas.microsoft.com/office/drawing/2014/main" id="{3CC09835-824E-4181-BFD3-2291FFEB4A15}"/>
                </a:ext>
              </a:extLst>
            </p:cNvPr>
            <p:cNvSpPr>
              <a:spLocks/>
            </p:cNvSpPr>
            <p:nvPr/>
          </p:nvSpPr>
          <p:spPr bwMode="auto">
            <a:xfrm>
              <a:off x="2291557" y="1235868"/>
              <a:ext cx="925513" cy="912813"/>
            </a:xfrm>
            <a:custGeom>
              <a:avLst/>
              <a:gdLst>
                <a:gd name="T0" fmla="*/ 646 w 1749"/>
                <a:gd name="T1" fmla="*/ 319 h 1724"/>
                <a:gd name="T2" fmla="*/ 503 w 1749"/>
                <a:gd name="T3" fmla="*/ 354 h 1724"/>
                <a:gd name="T4" fmla="*/ 532 w 1749"/>
                <a:gd name="T5" fmla="*/ 515 h 1724"/>
                <a:gd name="T6" fmla="*/ 689 w 1749"/>
                <a:gd name="T7" fmla="*/ 558 h 1724"/>
                <a:gd name="T8" fmla="*/ 697 w 1749"/>
                <a:gd name="T9" fmla="*/ 592 h 1724"/>
                <a:gd name="T10" fmla="*/ 464 w 1749"/>
                <a:gd name="T11" fmla="*/ 665 h 1724"/>
                <a:gd name="T12" fmla="*/ 334 w 1749"/>
                <a:gd name="T13" fmla="*/ 882 h 1724"/>
                <a:gd name="T14" fmla="*/ 380 w 1749"/>
                <a:gd name="T15" fmla="*/ 1112 h 1724"/>
                <a:gd name="T16" fmla="*/ 456 w 1749"/>
                <a:gd name="T17" fmla="*/ 1163 h 1724"/>
                <a:gd name="T18" fmla="*/ 515 w 1749"/>
                <a:gd name="T19" fmla="*/ 1107 h 1724"/>
                <a:gd name="T20" fmla="*/ 532 w 1749"/>
                <a:gd name="T21" fmla="*/ 1142 h 1724"/>
                <a:gd name="T22" fmla="*/ 460 w 1749"/>
                <a:gd name="T23" fmla="*/ 1227 h 1724"/>
                <a:gd name="T24" fmla="*/ 181 w 1749"/>
                <a:gd name="T25" fmla="*/ 1355 h 1724"/>
                <a:gd name="T26" fmla="*/ 4 w 1749"/>
                <a:gd name="T27" fmla="*/ 1397 h 1724"/>
                <a:gd name="T28" fmla="*/ 0 w 1749"/>
                <a:gd name="T29" fmla="*/ 1461 h 1724"/>
                <a:gd name="T30" fmla="*/ 410 w 1749"/>
                <a:gd name="T31" fmla="*/ 1342 h 1724"/>
                <a:gd name="T32" fmla="*/ 578 w 1749"/>
                <a:gd name="T33" fmla="*/ 1295 h 1724"/>
                <a:gd name="T34" fmla="*/ 735 w 1749"/>
                <a:gd name="T35" fmla="*/ 1103 h 1724"/>
                <a:gd name="T36" fmla="*/ 908 w 1749"/>
                <a:gd name="T37" fmla="*/ 988 h 1724"/>
                <a:gd name="T38" fmla="*/ 820 w 1749"/>
                <a:gd name="T39" fmla="*/ 1138 h 1724"/>
                <a:gd name="T40" fmla="*/ 917 w 1749"/>
                <a:gd name="T41" fmla="*/ 1150 h 1724"/>
                <a:gd name="T42" fmla="*/ 1082 w 1749"/>
                <a:gd name="T43" fmla="*/ 1078 h 1724"/>
                <a:gd name="T44" fmla="*/ 1111 w 1749"/>
                <a:gd name="T45" fmla="*/ 1196 h 1724"/>
                <a:gd name="T46" fmla="*/ 1226 w 1749"/>
                <a:gd name="T47" fmla="*/ 1223 h 1724"/>
                <a:gd name="T48" fmla="*/ 1343 w 1749"/>
                <a:gd name="T49" fmla="*/ 1338 h 1724"/>
                <a:gd name="T50" fmla="*/ 1353 w 1749"/>
                <a:gd name="T51" fmla="*/ 1423 h 1724"/>
                <a:gd name="T52" fmla="*/ 1335 w 1749"/>
                <a:gd name="T53" fmla="*/ 1444 h 1724"/>
                <a:gd name="T54" fmla="*/ 1357 w 1749"/>
                <a:gd name="T55" fmla="*/ 1524 h 1724"/>
                <a:gd name="T56" fmla="*/ 1386 w 1749"/>
                <a:gd name="T57" fmla="*/ 1524 h 1724"/>
                <a:gd name="T58" fmla="*/ 1390 w 1749"/>
                <a:gd name="T59" fmla="*/ 1388 h 1724"/>
                <a:gd name="T60" fmla="*/ 1424 w 1749"/>
                <a:gd name="T61" fmla="*/ 1388 h 1724"/>
                <a:gd name="T62" fmla="*/ 1433 w 1749"/>
                <a:gd name="T63" fmla="*/ 1724 h 1724"/>
                <a:gd name="T64" fmla="*/ 1517 w 1749"/>
                <a:gd name="T65" fmla="*/ 1652 h 1724"/>
                <a:gd name="T66" fmla="*/ 1458 w 1749"/>
                <a:gd name="T67" fmla="*/ 1303 h 1724"/>
                <a:gd name="T68" fmla="*/ 1369 w 1749"/>
                <a:gd name="T69" fmla="*/ 1303 h 1724"/>
                <a:gd name="T70" fmla="*/ 1271 w 1749"/>
                <a:gd name="T71" fmla="*/ 1179 h 1724"/>
                <a:gd name="T72" fmla="*/ 1749 w 1749"/>
                <a:gd name="T73" fmla="*/ 370 h 1724"/>
                <a:gd name="T74" fmla="*/ 1276 w 1749"/>
                <a:gd name="T75" fmla="*/ 0 h 1724"/>
                <a:gd name="T76" fmla="*/ 748 w 1749"/>
                <a:gd name="T77" fmla="*/ 102 h 1724"/>
                <a:gd name="T78" fmla="*/ 726 w 1749"/>
                <a:gd name="T79" fmla="*/ 264 h 1724"/>
                <a:gd name="T80" fmla="*/ 841 w 1749"/>
                <a:gd name="T81" fmla="*/ 332 h 1724"/>
                <a:gd name="T82" fmla="*/ 798 w 1749"/>
                <a:gd name="T83" fmla="*/ 442 h 1724"/>
                <a:gd name="T84" fmla="*/ 646 w 1749"/>
                <a:gd name="T85" fmla="*/ 319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9" h="1724">
                  <a:moveTo>
                    <a:pt x="646" y="319"/>
                  </a:moveTo>
                  <a:lnTo>
                    <a:pt x="503" y="354"/>
                  </a:lnTo>
                  <a:lnTo>
                    <a:pt x="532" y="515"/>
                  </a:lnTo>
                  <a:lnTo>
                    <a:pt x="689" y="558"/>
                  </a:lnTo>
                  <a:lnTo>
                    <a:pt x="697" y="592"/>
                  </a:lnTo>
                  <a:lnTo>
                    <a:pt x="464" y="665"/>
                  </a:lnTo>
                  <a:lnTo>
                    <a:pt x="334" y="882"/>
                  </a:lnTo>
                  <a:lnTo>
                    <a:pt x="380" y="1112"/>
                  </a:lnTo>
                  <a:lnTo>
                    <a:pt x="456" y="1163"/>
                  </a:lnTo>
                  <a:lnTo>
                    <a:pt x="515" y="1107"/>
                  </a:lnTo>
                  <a:lnTo>
                    <a:pt x="532" y="1142"/>
                  </a:lnTo>
                  <a:lnTo>
                    <a:pt x="460" y="1227"/>
                  </a:lnTo>
                  <a:lnTo>
                    <a:pt x="181" y="1355"/>
                  </a:lnTo>
                  <a:lnTo>
                    <a:pt x="4" y="1397"/>
                  </a:lnTo>
                  <a:lnTo>
                    <a:pt x="0" y="1461"/>
                  </a:lnTo>
                  <a:lnTo>
                    <a:pt x="410" y="1342"/>
                  </a:lnTo>
                  <a:lnTo>
                    <a:pt x="578" y="1295"/>
                  </a:lnTo>
                  <a:lnTo>
                    <a:pt x="735" y="1103"/>
                  </a:lnTo>
                  <a:lnTo>
                    <a:pt x="908" y="988"/>
                  </a:lnTo>
                  <a:lnTo>
                    <a:pt x="820" y="1138"/>
                  </a:lnTo>
                  <a:lnTo>
                    <a:pt x="917" y="1150"/>
                  </a:lnTo>
                  <a:lnTo>
                    <a:pt x="1082" y="1078"/>
                  </a:lnTo>
                  <a:lnTo>
                    <a:pt x="1111" y="1196"/>
                  </a:lnTo>
                  <a:lnTo>
                    <a:pt x="1226" y="1223"/>
                  </a:lnTo>
                  <a:lnTo>
                    <a:pt x="1343" y="1338"/>
                  </a:lnTo>
                  <a:lnTo>
                    <a:pt x="1353" y="1423"/>
                  </a:lnTo>
                  <a:lnTo>
                    <a:pt x="1335" y="1444"/>
                  </a:lnTo>
                  <a:lnTo>
                    <a:pt x="1357" y="1524"/>
                  </a:lnTo>
                  <a:lnTo>
                    <a:pt x="1386" y="1524"/>
                  </a:lnTo>
                  <a:lnTo>
                    <a:pt x="1390" y="1388"/>
                  </a:lnTo>
                  <a:lnTo>
                    <a:pt x="1424" y="1388"/>
                  </a:lnTo>
                  <a:lnTo>
                    <a:pt x="1433" y="1724"/>
                  </a:lnTo>
                  <a:lnTo>
                    <a:pt x="1517" y="1652"/>
                  </a:lnTo>
                  <a:lnTo>
                    <a:pt x="1458" y="1303"/>
                  </a:lnTo>
                  <a:lnTo>
                    <a:pt x="1369" y="1303"/>
                  </a:lnTo>
                  <a:lnTo>
                    <a:pt x="1271" y="1179"/>
                  </a:lnTo>
                  <a:lnTo>
                    <a:pt x="1749" y="370"/>
                  </a:lnTo>
                  <a:lnTo>
                    <a:pt x="1276" y="0"/>
                  </a:lnTo>
                  <a:lnTo>
                    <a:pt x="748" y="102"/>
                  </a:lnTo>
                  <a:lnTo>
                    <a:pt x="726" y="264"/>
                  </a:lnTo>
                  <a:lnTo>
                    <a:pt x="841" y="332"/>
                  </a:lnTo>
                  <a:lnTo>
                    <a:pt x="798" y="442"/>
                  </a:lnTo>
                  <a:lnTo>
                    <a:pt x="646" y="31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7" name="Freeform 212">
              <a:extLst>
                <a:ext uri="{FF2B5EF4-FFF2-40B4-BE49-F238E27FC236}">
                  <a16:creationId xmlns:a16="http://schemas.microsoft.com/office/drawing/2014/main" id="{2444BB86-999A-487D-AC68-167C37C60A88}"/>
                </a:ext>
              </a:extLst>
            </p:cNvPr>
            <p:cNvSpPr>
              <a:spLocks/>
            </p:cNvSpPr>
            <p:nvPr/>
          </p:nvSpPr>
          <p:spPr bwMode="auto">
            <a:xfrm>
              <a:off x="3540919" y="4063206"/>
              <a:ext cx="34925" cy="47625"/>
            </a:xfrm>
            <a:custGeom>
              <a:avLst/>
              <a:gdLst>
                <a:gd name="T0" fmla="*/ 31 w 65"/>
                <a:gd name="T1" fmla="*/ 0 h 91"/>
                <a:gd name="T2" fmla="*/ 21 w 65"/>
                <a:gd name="T3" fmla="*/ 47 h 91"/>
                <a:gd name="T4" fmla="*/ 0 w 65"/>
                <a:gd name="T5" fmla="*/ 67 h 91"/>
                <a:gd name="T6" fmla="*/ 14 w 65"/>
                <a:gd name="T7" fmla="*/ 91 h 91"/>
                <a:gd name="T8" fmla="*/ 49 w 65"/>
                <a:gd name="T9" fmla="*/ 77 h 91"/>
                <a:gd name="T10" fmla="*/ 65 w 65"/>
                <a:gd name="T11" fmla="*/ 48 h 91"/>
                <a:gd name="T12" fmla="*/ 55 w 65"/>
                <a:gd name="T13" fmla="*/ 18 h 91"/>
                <a:gd name="T14" fmla="*/ 31 w 65"/>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91">
                  <a:moveTo>
                    <a:pt x="31" y="0"/>
                  </a:moveTo>
                  <a:lnTo>
                    <a:pt x="21" y="47"/>
                  </a:lnTo>
                  <a:lnTo>
                    <a:pt x="0" y="67"/>
                  </a:lnTo>
                  <a:lnTo>
                    <a:pt x="14" y="91"/>
                  </a:lnTo>
                  <a:lnTo>
                    <a:pt x="49" y="77"/>
                  </a:lnTo>
                  <a:lnTo>
                    <a:pt x="65" y="48"/>
                  </a:lnTo>
                  <a:lnTo>
                    <a:pt x="55" y="18"/>
                  </a:lnTo>
                  <a:lnTo>
                    <a:pt x="3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8" name="Freeform 213">
              <a:extLst>
                <a:ext uri="{FF2B5EF4-FFF2-40B4-BE49-F238E27FC236}">
                  <a16:creationId xmlns:a16="http://schemas.microsoft.com/office/drawing/2014/main" id="{D1BBEE7D-3F6D-44E0-9E11-58780C86B79A}"/>
                </a:ext>
              </a:extLst>
            </p:cNvPr>
            <p:cNvSpPr>
              <a:spLocks/>
            </p:cNvSpPr>
            <p:nvPr/>
          </p:nvSpPr>
          <p:spPr bwMode="auto">
            <a:xfrm>
              <a:off x="3566319" y="1318418"/>
              <a:ext cx="239713" cy="177800"/>
            </a:xfrm>
            <a:custGeom>
              <a:avLst/>
              <a:gdLst>
                <a:gd name="T0" fmla="*/ 133 w 452"/>
                <a:gd name="T1" fmla="*/ 8 h 334"/>
                <a:gd name="T2" fmla="*/ 137 w 452"/>
                <a:gd name="T3" fmla="*/ 77 h 334"/>
                <a:gd name="T4" fmla="*/ 0 w 452"/>
                <a:gd name="T5" fmla="*/ 219 h 334"/>
                <a:gd name="T6" fmla="*/ 35 w 452"/>
                <a:gd name="T7" fmla="*/ 334 h 334"/>
                <a:gd name="T8" fmla="*/ 133 w 452"/>
                <a:gd name="T9" fmla="*/ 307 h 334"/>
                <a:gd name="T10" fmla="*/ 190 w 452"/>
                <a:gd name="T11" fmla="*/ 222 h 334"/>
                <a:gd name="T12" fmla="*/ 334 w 452"/>
                <a:gd name="T13" fmla="*/ 168 h 334"/>
                <a:gd name="T14" fmla="*/ 452 w 452"/>
                <a:gd name="T15" fmla="*/ 161 h 334"/>
                <a:gd name="T16" fmla="*/ 360 w 452"/>
                <a:gd name="T17" fmla="*/ 62 h 334"/>
                <a:gd name="T18" fmla="*/ 315 w 452"/>
                <a:gd name="T19" fmla="*/ 96 h 334"/>
                <a:gd name="T20" fmla="*/ 281 w 452"/>
                <a:gd name="T21" fmla="*/ 84 h 334"/>
                <a:gd name="T22" fmla="*/ 262 w 452"/>
                <a:gd name="T23" fmla="*/ 43 h 334"/>
                <a:gd name="T24" fmla="*/ 220 w 452"/>
                <a:gd name="T25" fmla="*/ 0 h 334"/>
                <a:gd name="T26" fmla="*/ 133 w 452"/>
                <a:gd name="T27" fmla="*/ 8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 h="334">
                  <a:moveTo>
                    <a:pt x="133" y="8"/>
                  </a:moveTo>
                  <a:lnTo>
                    <a:pt x="137" y="77"/>
                  </a:lnTo>
                  <a:lnTo>
                    <a:pt x="0" y="219"/>
                  </a:lnTo>
                  <a:lnTo>
                    <a:pt x="35" y="334"/>
                  </a:lnTo>
                  <a:lnTo>
                    <a:pt x="133" y="307"/>
                  </a:lnTo>
                  <a:lnTo>
                    <a:pt x="190" y="222"/>
                  </a:lnTo>
                  <a:lnTo>
                    <a:pt x="334" y="168"/>
                  </a:lnTo>
                  <a:lnTo>
                    <a:pt x="452" y="161"/>
                  </a:lnTo>
                  <a:lnTo>
                    <a:pt x="360" y="62"/>
                  </a:lnTo>
                  <a:lnTo>
                    <a:pt x="315" y="96"/>
                  </a:lnTo>
                  <a:lnTo>
                    <a:pt x="281" y="84"/>
                  </a:lnTo>
                  <a:lnTo>
                    <a:pt x="262" y="43"/>
                  </a:lnTo>
                  <a:lnTo>
                    <a:pt x="220" y="0"/>
                  </a:lnTo>
                  <a:lnTo>
                    <a:pt x="133" y="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49" name="Freeform 214">
              <a:extLst>
                <a:ext uri="{FF2B5EF4-FFF2-40B4-BE49-F238E27FC236}">
                  <a16:creationId xmlns:a16="http://schemas.microsoft.com/office/drawing/2014/main" id="{A7B003F7-B97A-47E1-869A-959149101F6B}"/>
                </a:ext>
              </a:extLst>
            </p:cNvPr>
            <p:cNvSpPr>
              <a:spLocks/>
            </p:cNvSpPr>
            <p:nvPr/>
          </p:nvSpPr>
          <p:spPr bwMode="auto">
            <a:xfrm>
              <a:off x="3715544" y="1189831"/>
              <a:ext cx="176213" cy="82550"/>
            </a:xfrm>
            <a:custGeom>
              <a:avLst/>
              <a:gdLst>
                <a:gd name="T0" fmla="*/ 31 w 334"/>
                <a:gd name="T1" fmla="*/ 49 h 157"/>
                <a:gd name="T2" fmla="*/ 0 w 334"/>
                <a:gd name="T3" fmla="*/ 103 h 157"/>
                <a:gd name="T4" fmla="*/ 148 w 334"/>
                <a:gd name="T5" fmla="*/ 157 h 157"/>
                <a:gd name="T6" fmla="*/ 201 w 334"/>
                <a:gd name="T7" fmla="*/ 76 h 157"/>
                <a:gd name="T8" fmla="*/ 224 w 334"/>
                <a:gd name="T9" fmla="*/ 130 h 157"/>
                <a:gd name="T10" fmla="*/ 262 w 334"/>
                <a:gd name="T11" fmla="*/ 130 h 157"/>
                <a:gd name="T12" fmla="*/ 334 w 334"/>
                <a:gd name="T13" fmla="*/ 50 h 157"/>
                <a:gd name="T14" fmla="*/ 247 w 334"/>
                <a:gd name="T15" fmla="*/ 27 h 157"/>
                <a:gd name="T16" fmla="*/ 212 w 334"/>
                <a:gd name="T17" fmla="*/ 0 h 157"/>
                <a:gd name="T18" fmla="*/ 167 w 334"/>
                <a:gd name="T19" fmla="*/ 46 h 157"/>
                <a:gd name="T20" fmla="*/ 31 w 334"/>
                <a:gd name="T21" fmla="*/ 4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157">
                  <a:moveTo>
                    <a:pt x="31" y="49"/>
                  </a:moveTo>
                  <a:lnTo>
                    <a:pt x="0" y="103"/>
                  </a:lnTo>
                  <a:lnTo>
                    <a:pt x="148" y="157"/>
                  </a:lnTo>
                  <a:lnTo>
                    <a:pt x="201" y="76"/>
                  </a:lnTo>
                  <a:lnTo>
                    <a:pt x="224" y="130"/>
                  </a:lnTo>
                  <a:lnTo>
                    <a:pt x="262" y="130"/>
                  </a:lnTo>
                  <a:lnTo>
                    <a:pt x="334" y="50"/>
                  </a:lnTo>
                  <a:lnTo>
                    <a:pt x="247" y="27"/>
                  </a:lnTo>
                  <a:lnTo>
                    <a:pt x="212" y="0"/>
                  </a:lnTo>
                  <a:lnTo>
                    <a:pt x="167" y="46"/>
                  </a:lnTo>
                  <a:lnTo>
                    <a:pt x="31" y="4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0" name="Freeform 215">
              <a:extLst>
                <a:ext uri="{FF2B5EF4-FFF2-40B4-BE49-F238E27FC236}">
                  <a16:creationId xmlns:a16="http://schemas.microsoft.com/office/drawing/2014/main" id="{652709C1-87E4-4FBF-AF99-36DBA0A10B82}"/>
                </a:ext>
              </a:extLst>
            </p:cNvPr>
            <p:cNvSpPr>
              <a:spLocks/>
            </p:cNvSpPr>
            <p:nvPr/>
          </p:nvSpPr>
          <p:spPr bwMode="auto">
            <a:xfrm>
              <a:off x="3806032" y="1272381"/>
              <a:ext cx="220663" cy="133350"/>
            </a:xfrm>
            <a:custGeom>
              <a:avLst/>
              <a:gdLst>
                <a:gd name="T0" fmla="*/ 117 w 418"/>
                <a:gd name="T1" fmla="*/ 0 h 251"/>
                <a:gd name="T2" fmla="*/ 0 w 418"/>
                <a:gd name="T3" fmla="*/ 49 h 251"/>
                <a:gd name="T4" fmla="*/ 0 w 418"/>
                <a:gd name="T5" fmla="*/ 88 h 251"/>
                <a:gd name="T6" fmla="*/ 152 w 418"/>
                <a:gd name="T7" fmla="*/ 145 h 251"/>
                <a:gd name="T8" fmla="*/ 117 w 418"/>
                <a:gd name="T9" fmla="*/ 183 h 251"/>
                <a:gd name="T10" fmla="*/ 141 w 418"/>
                <a:gd name="T11" fmla="*/ 233 h 251"/>
                <a:gd name="T12" fmla="*/ 235 w 418"/>
                <a:gd name="T13" fmla="*/ 191 h 251"/>
                <a:gd name="T14" fmla="*/ 315 w 418"/>
                <a:gd name="T15" fmla="*/ 191 h 251"/>
                <a:gd name="T16" fmla="*/ 353 w 418"/>
                <a:gd name="T17" fmla="*/ 251 h 251"/>
                <a:gd name="T18" fmla="*/ 418 w 418"/>
                <a:gd name="T19" fmla="*/ 186 h 251"/>
                <a:gd name="T20" fmla="*/ 403 w 418"/>
                <a:gd name="T21" fmla="*/ 126 h 251"/>
                <a:gd name="T22" fmla="*/ 349 w 418"/>
                <a:gd name="T23" fmla="*/ 145 h 251"/>
                <a:gd name="T24" fmla="*/ 342 w 418"/>
                <a:gd name="T25" fmla="*/ 68 h 251"/>
                <a:gd name="T26" fmla="*/ 368 w 418"/>
                <a:gd name="T27" fmla="*/ 22 h 251"/>
                <a:gd name="T28" fmla="*/ 342 w 418"/>
                <a:gd name="T29" fmla="*/ 22 h 251"/>
                <a:gd name="T30" fmla="*/ 300 w 418"/>
                <a:gd name="T31" fmla="*/ 48 h 251"/>
                <a:gd name="T32" fmla="*/ 281 w 418"/>
                <a:gd name="T33" fmla="*/ 64 h 251"/>
                <a:gd name="T34" fmla="*/ 292 w 418"/>
                <a:gd name="T35" fmla="*/ 117 h 251"/>
                <a:gd name="T36" fmla="*/ 263 w 418"/>
                <a:gd name="T37" fmla="*/ 141 h 251"/>
                <a:gd name="T38" fmla="*/ 217 w 418"/>
                <a:gd name="T39" fmla="*/ 137 h 251"/>
                <a:gd name="T40" fmla="*/ 205 w 418"/>
                <a:gd name="T41" fmla="*/ 68 h 251"/>
                <a:gd name="T42" fmla="*/ 117 w 418"/>
                <a:gd name="T43"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8" h="251">
                  <a:moveTo>
                    <a:pt x="117" y="0"/>
                  </a:moveTo>
                  <a:lnTo>
                    <a:pt x="0" y="49"/>
                  </a:lnTo>
                  <a:lnTo>
                    <a:pt x="0" y="88"/>
                  </a:lnTo>
                  <a:lnTo>
                    <a:pt x="152" y="145"/>
                  </a:lnTo>
                  <a:lnTo>
                    <a:pt x="117" y="183"/>
                  </a:lnTo>
                  <a:lnTo>
                    <a:pt x="141" y="233"/>
                  </a:lnTo>
                  <a:lnTo>
                    <a:pt x="235" y="191"/>
                  </a:lnTo>
                  <a:lnTo>
                    <a:pt x="315" y="191"/>
                  </a:lnTo>
                  <a:lnTo>
                    <a:pt x="353" y="251"/>
                  </a:lnTo>
                  <a:lnTo>
                    <a:pt x="418" y="186"/>
                  </a:lnTo>
                  <a:lnTo>
                    <a:pt x="403" y="126"/>
                  </a:lnTo>
                  <a:lnTo>
                    <a:pt x="349" y="145"/>
                  </a:lnTo>
                  <a:lnTo>
                    <a:pt x="342" y="68"/>
                  </a:lnTo>
                  <a:lnTo>
                    <a:pt x="368" y="22"/>
                  </a:lnTo>
                  <a:lnTo>
                    <a:pt x="342" y="22"/>
                  </a:lnTo>
                  <a:lnTo>
                    <a:pt x="300" y="48"/>
                  </a:lnTo>
                  <a:lnTo>
                    <a:pt x="281" y="64"/>
                  </a:lnTo>
                  <a:lnTo>
                    <a:pt x="292" y="117"/>
                  </a:lnTo>
                  <a:lnTo>
                    <a:pt x="263" y="141"/>
                  </a:lnTo>
                  <a:lnTo>
                    <a:pt x="217" y="137"/>
                  </a:lnTo>
                  <a:lnTo>
                    <a:pt x="205" y="68"/>
                  </a:lnTo>
                  <a:lnTo>
                    <a:pt x="117"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1" name="Freeform 216">
              <a:extLst>
                <a:ext uri="{FF2B5EF4-FFF2-40B4-BE49-F238E27FC236}">
                  <a16:creationId xmlns:a16="http://schemas.microsoft.com/office/drawing/2014/main" id="{10D977D3-2169-4905-A940-F1C2776A8A46}"/>
                </a:ext>
              </a:extLst>
            </p:cNvPr>
            <p:cNvSpPr>
              <a:spLocks/>
            </p:cNvSpPr>
            <p:nvPr/>
          </p:nvSpPr>
          <p:spPr bwMode="auto">
            <a:xfrm>
              <a:off x="3944144" y="1210468"/>
              <a:ext cx="66675" cy="38100"/>
            </a:xfrm>
            <a:custGeom>
              <a:avLst/>
              <a:gdLst>
                <a:gd name="T0" fmla="*/ 11 w 125"/>
                <a:gd name="T1" fmla="*/ 0 h 73"/>
                <a:gd name="T2" fmla="*/ 0 w 125"/>
                <a:gd name="T3" fmla="*/ 38 h 73"/>
                <a:gd name="T4" fmla="*/ 72 w 125"/>
                <a:gd name="T5" fmla="*/ 73 h 73"/>
                <a:gd name="T6" fmla="*/ 125 w 125"/>
                <a:gd name="T7" fmla="*/ 42 h 73"/>
                <a:gd name="T8" fmla="*/ 121 w 125"/>
                <a:gd name="T9" fmla="*/ 19 h 73"/>
                <a:gd name="T10" fmla="*/ 11 w 125"/>
                <a:gd name="T11" fmla="*/ 0 h 73"/>
              </a:gdLst>
              <a:ahLst/>
              <a:cxnLst>
                <a:cxn ang="0">
                  <a:pos x="T0" y="T1"/>
                </a:cxn>
                <a:cxn ang="0">
                  <a:pos x="T2" y="T3"/>
                </a:cxn>
                <a:cxn ang="0">
                  <a:pos x="T4" y="T5"/>
                </a:cxn>
                <a:cxn ang="0">
                  <a:pos x="T6" y="T7"/>
                </a:cxn>
                <a:cxn ang="0">
                  <a:pos x="T8" y="T9"/>
                </a:cxn>
                <a:cxn ang="0">
                  <a:pos x="T10" y="T11"/>
                </a:cxn>
              </a:cxnLst>
              <a:rect l="0" t="0" r="r" b="b"/>
              <a:pathLst>
                <a:path w="125" h="73">
                  <a:moveTo>
                    <a:pt x="11" y="0"/>
                  </a:moveTo>
                  <a:lnTo>
                    <a:pt x="0" y="38"/>
                  </a:lnTo>
                  <a:lnTo>
                    <a:pt x="72" y="73"/>
                  </a:lnTo>
                  <a:lnTo>
                    <a:pt x="125" y="42"/>
                  </a:lnTo>
                  <a:lnTo>
                    <a:pt x="121" y="19"/>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2" name="Freeform 217">
              <a:extLst>
                <a:ext uri="{FF2B5EF4-FFF2-40B4-BE49-F238E27FC236}">
                  <a16:creationId xmlns:a16="http://schemas.microsoft.com/office/drawing/2014/main" id="{DCE2D3AE-EDE2-484F-ACDB-1EFA6A7CA0D9}"/>
                </a:ext>
              </a:extLst>
            </p:cNvPr>
            <p:cNvSpPr>
              <a:spLocks/>
            </p:cNvSpPr>
            <p:nvPr/>
          </p:nvSpPr>
          <p:spPr bwMode="auto">
            <a:xfrm>
              <a:off x="3952082" y="1175543"/>
              <a:ext cx="65088" cy="23813"/>
            </a:xfrm>
            <a:custGeom>
              <a:avLst/>
              <a:gdLst>
                <a:gd name="T0" fmla="*/ 53 w 122"/>
                <a:gd name="T1" fmla="*/ 0 h 46"/>
                <a:gd name="T2" fmla="*/ 0 w 122"/>
                <a:gd name="T3" fmla="*/ 19 h 46"/>
                <a:gd name="T4" fmla="*/ 4 w 122"/>
                <a:gd name="T5" fmla="*/ 46 h 46"/>
                <a:gd name="T6" fmla="*/ 122 w 122"/>
                <a:gd name="T7" fmla="*/ 38 h 46"/>
                <a:gd name="T8" fmla="*/ 118 w 122"/>
                <a:gd name="T9" fmla="*/ 11 h 46"/>
                <a:gd name="T10" fmla="*/ 53 w 122"/>
                <a:gd name="T11" fmla="*/ 0 h 46"/>
              </a:gdLst>
              <a:ahLst/>
              <a:cxnLst>
                <a:cxn ang="0">
                  <a:pos x="T0" y="T1"/>
                </a:cxn>
                <a:cxn ang="0">
                  <a:pos x="T2" y="T3"/>
                </a:cxn>
                <a:cxn ang="0">
                  <a:pos x="T4" y="T5"/>
                </a:cxn>
                <a:cxn ang="0">
                  <a:pos x="T6" y="T7"/>
                </a:cxn>
                <a:cxn ang="0">
                  <a:pos x="T8" y="T9"/>
                </a:cxn>
                <a:cxn ang="0">
                  <a:pos x="T10" y="T11"/>
                </a:cxn>
              </a:cxnLst>
              <a:rect l="0" t="0" r="r" b="b"/>
              <a:pathLst>
                <a:path w="122" h="46">
                  <a:moveTo>
                    <a:pt x="53" y="0"/>
                  </a:moveTo>
                  <a:lnTo>
                    <a:pt x="0" y="19"/>
                  </a:lnTo>
                  <a:lnTo>
                    <a:pt x="4" y="46"/>
                  </a:lnTo>
                  <a:lnTo>
                    <a:pt x="122" y="38"/>
                  </a:lnTo>
                  <a:lnTo>
                    <a:pt x="118" y="11"/>
                  </a:lnTo>
                  <a:lnTo>
                    <a:pt x="5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3" name="Freeform 218">
              <a:extLst>
                <a:ext uri="{FF2B5EF4-FFF2-40B4-BE49-F238E27FC236}">
                  <a16:creationId xmlns:a16="http://schemas.microsoft.com/office/drawing/2014/main" id="{38866A32-057A-4BE9-B52A-D41AE9F6DE04}"/>
                </a:ext>
              </a:extLst>
            </p:cNvPr>
            <p:cNvSpPr>
              <a:spLocks/>
            </p:cNvSpPr>
            <p:nvPr/>
          </p:nvSpPr>
          <p:spPr bwMode="auto">
            <a:xfrm>
              <a:off x="4101307" y="1207293"/>
              <a:ext cx="92075" cy="79375"/>
            </a:xfrm>
            <a:custGeom>
              <a:avLst/>
              <a:gdLst>
                <a:gd name="T0" fmla="*/ 26 w 175"/>
                <a:gd name="T1" fmla="*/ 4 h 149"/>
                <a:gd name="T2" fmla="*/ 19 w 175"/>
                <a:gd name="T3" fmla="*/ 30 h 149"/>
                <a:gd name="T4" fmla="*/ 0 w 175"/>
                <a:gd name="T5" fmla="*/ 58 h 149"/>
                <a:gd name="T6" fmla="*/ 0 w 175"/>
                <a:gd name="T7" fmla="*/ 95 h 149"/>
                <a:gd name="T8" fmla="*/ 72 w 175"/>
                <a:gd name="T9" fmla="*/ 84 h 149"/>
                <a:gd name="T10" fmla="*/ 148 w 175"/>
                <a:gd name="T11" fmla="*/ 149 h 149"/>
                <a:gd name="T12" fmla="*/ 175 w 175"/>
                <a:gd name="T13" fmla="*/ 149 h 149"/>
                <a:gd name="T14" fmla="*/ 175 w 175"/>
                <a:gd name="T15" fmla="*/ 84 h 149"/>
                <a:gd name="T16" fmla="*/ 98 w 175"/>
                <a:gd name="T17" fmla="*/ 0 h 149"/>
                <a:gd name="T18" fmla="*/ 26 w 175"/>
                <a:gd name="T19" fmla="*/ 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5" h="149">
                  <a:moveTo>
                    <a:pt x="26" y="4"/>
                  </a:moveTo>
                  <a:lnTo>
                    <a:pt x="19" y="30"/>
                  </a:lnTo>
                  <a:lnTo>
                    <a:pt x="0" y="58"/>
                  </a:lnTo>
                  <a:lnTo>
                    <a:pt x="0" y="95"/>
                  </a:lnTo>
                  <a:lnTo>
                    <a:pt x="72" y="84"/>
                  </a:lnTo>
                  <a:lnTo>
                    <a:pt x="148" y="149"/>
                  </a:lnTo>
                  <a:lnTo>
                    <a:pt x="175" y="149"/>
                  </a:lnTo>
                  <a:lnTo>
                    <a:pt x="175" y="84"/>
                  </a:lnTo>
                  <a:lnTo>
                    <a:pt x="98" y="0"/>
                  </a:lnTo>
                  <a:lnTo>
                    <a:pt x="26" y="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4" name="Freeform 219">
              <a:extLst>
                <a:ext uri="{FF2B5EF4-FFF2-40B4-BE49-F238E27FC236}">
                  <a16:creationId xmlns:a16="http://schemas.microsoft.com/office/drawing/2014/main" id="{1DD5F2C6-E2F4-4404-8979-2880BD889351}"/>
                </a:ext>
              </a:extLst>
            </p:cNvPr>
            <p:cNvSpPr>
              <a:spLocks/>
            </p:cNvSpPr>
            <p:nvPr/>
          </p:nvSpPr>
          <p:spPr bwMode="auto">
            <a:xfrm>
              <a:off x="4217194" y="1246981"/>
              <a:ext cx="57150" cy="73025"/>
            </a:xfrm>
            <a:custGeom>
              <a:avLst/>
              <a:gdLst>
                <a:gd name="T0" fmla="*/ 0 w 107"/>
                <a:gd name="T1" fmla="*/ 7 h 138"/>
                <a:gd name="T2" fmla="*/ 31 w 107"/>
                <a:gd name="T3" fmla="*/ 42 h 138"/>
                <a:gd name="T4" fmla="*/ 4 w 107"/>
                <a:gd name="T5" fmla="*/ 88 h 138"/>
                <a:gd name="T6" fmla="*/ 24 w 107"/>
                <a:gd name="T7" fmla="*/ 138 h 138"/>
                <a:gd name="T8" fmla="*/ 107 w 107"/>
                <a:gd name="T9" fmla="*/ 91 h 138"/>
                <a:gd name="T10" fmla="*/ 107 w 107"/>
                <a:gd name="T11" fmla="*/ 57 h 138"/>
                <a:gd name="T12" fmla="*/ 57 w 107"/>
                <a:gd name="T13" fmla="*/ 0 h 138"/>
                <a:gd name="T14" fmla="*/ 0 w 107"/>
                <a:gd name="T15" fmla="*/ 7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38">
                  <a:moveTo>
                    <a:pt x="0" y="7"/>
                  </a:moveTo>
                  <a:lnTo>
                    <a:pt x="31" y="42"/>
                  </a:lnTo>
                  <a:lnTo>
                    <a:pt x="4" y="88"/>
                  </a:lnTo>
                  <a:lnTo>
                    <a:pt x="24" y="138"/>
                  </a:lnTo>
                  <a:lnTo>
                    <a:pt x="107" y="91"/>
                  </a:lnTo>
                  <a:lnTo>
                    <a:pt x="107" y="57"/>
                  </a:lnTo>
                  <a:lnTo>
                    <a:pt x="57" y="0"/>
                  </a:lnTo>
                  <a:lnTo>
                    <a:pt x="0" y="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5" name="Freeform 220">
              <a:extLst>
                <a:ext uri="{FF2B5EF4-FFF2-40B4-BE49-F238E27FC236}">
                  <a16:creationId xmlns:a16="http://schemas.microsoft.com/office/drawing/2014/main" id="{C7E2DFD9-C397-4B3A-B6E4-F09404AB7433}"/>
                </a:ext>
              </a:extLst>
            </p:cNvPr>
            <p:cNvSpPr>
              <a:spLocks/>
            </p:cNvSpPr>
            <p:nvPr/>
          </p:nvSpPr>
          <p:spPr bwMode="auto">
            <a:xfrm>
              <a:off x="4275932" y="1154906"/>
              <a:ext cx="163513" cy="168275"/>
            </a:xfrm>
            <a:custGeom>
              <a:avLst/>
              <a:gdLst>
                <a:gd name="T0" fmla="*/ 0 w 310"/>
                <a:gd name="T1" fmla="*/ 93 h 318"/>
                <a:gd name="T2" fmla="*/ 3 w 310"/>
                <a:gd name="T3" fmla="*/ 154 h 318"/>
                <a:gd name="T4" fmla="*/ 105 w 310"/>
                <a:gd name="T5" fmla="*/ 154 h 318"/>
                <a:gd name="T6" fmla="*/ 132 w 310"/>
                <a:gd name="T7" fmla="*/ 177 h 318"/>
                <a:gd name="T8" fmla="*/ 129 w 310"/>
                <a:gd name="T9" fmla="*/ 203 h 318"/>
                <a:gd name="T10" fmla="*/ 37 w 310"/>
                <a:gd name="T11" fmla="*/ 215 h 318"/>
                <a:gd name="T12" fmla="*/ 102 w 310"/>
                <a:gd name="T13" fmla="*/ 303 h 318"/>
                <a:gd name="T14" fmla="*/ 190 w 310"/>
                <a:gd name="T15" fmla="*/ 318 h 318"/>
                <a:gd name="T16" fmla="*/ 310 w 310"/>
                <a:gd name="T17" fmla="*/ 264 h 318"/>
                <a:gd name="T18" fmla="*/ 136 w 310"/>
                <a:gd name="T19" fmla="*/ 0 h 318"/>
                <a:gd name="T20" fmla="*/ 83 w 310"/>
                <a:gd name="T21" fmla="*/ 35 h 318"/>
                <a:gd name="T22" fmla="*/ 87 w 310"/>
                <a:gd name="T23" fmla="*/ 81 h 318"/>
                <a:gd name="T24" fmla="*/ 26 w 310"/>
                <a:gd name="T25" fmla="*/ 58 h 318"/>
                <a:gd name="T26" fmla="*/ 0 w 310"/>
                <a:gd name="T27" fmla="*/ 9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0" h="318">
                  <a:moveTo>
                    <a:pt x="0" y="93"/>
                  </a:moveTo>
                  <a:lnTo>
                    <a:pt x="3" y="154"/>
                  </a:lnTo>
                  <a:lnTo>
                    <a:pt x="105" y="154"/>
                  </a:lnTo>
                  <a:lnTo>
                    <a:pt x="132" y="177"/>
                  </a:lnTo>
                  <a:lnTo>
                    <a:pt x="129" y="203"/>
                  </a:lnTo>
                  <a:lnTo>
                    <a:pt x="37" y="215"/>
                  </a:lnTo>
                  <a:lnTo>
                    <a:pt x="102" y="303"/>
                  </a:lnTo>
                  <a:lnTo>
                    <a:pt x="190" y="318"/>
                  </a:lnTo>
                  <a:lnTo>
                    <a:pt x="310" y="264"/>
                  </a:lnTo>
                  <a:lnTo>
                    <a:pt x="136" y="0"/>
                  </a:lnTo>
                  <a:lnTo>
                    <a:pt x="83" y="35"/>
                  </a:lnTo>
                  <a:lnTo>
                    <a:pt x="87" y="81"/>
                  </a:lnTo>
                  <a:lnTo>
                    <a:pt x="26" y="58"/>
                  </a:lnTo>
                  <a:lnTo>
                    <a:pt x="0" y="9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6" name="Freeform 221">
              <a:extLst>
                <a:ext uri="{FF2B5EF4-FFF2-40B4-BE49-F238E27FC236}">
                  <a16:creationId xmlns:a16="http://schemas.microsoft.com/office/drawing/2014/main" id="{26678C80-60FF-4F7A-9331-C49150979F09}"/>
                </a:ext>
              </a:extLst>
            </p:cNvPr>
            <p:cNvSpPr>
              <a:spLocks/>
            </p:cNvSpPr>
            <p:nvPr/>
          </p:nvSpPr>
          <p:spPr bwMode="auto">
            <a:xfrm>
              <a:off x="3679032" y="1432718"/>
              <a:ext cx="301625" cy="277813"/>
            </a:xfrm>
            <a:custGeom>
              <a:avLst/>
              <a:gdLst>
                <a:gd name="T0" fmla="*/ 244 w 570"/>
                <a:gd name="T1" fmla="*/ 0 h 524"/>
                <a:gd name="T2" fmla="*/ 100 w 570"/>
                <a:gd name="T3" fmla="*/ 38 h 524"/>
                <a:gd name="T4" fmla="*/ 15 w 570"/>
                <a:gd name="T5" fmla="*/ 111 h 524"/>
                <a:gd name="T6" fmla="*/ 24 w 570"/>
                <a:gd name="T7" fmla="*/ 191 h 524"/>
                <a:gd name="T8" fmla="*/ 176 w 570"/>
                <a:gd name="T9" fmla="*/ 237 h 524"/>
                <a:gd name="T10" fmla="*/ 141 w 570"/>
                <a:gd name="T11" fmla="*/ 314 h 524"/>
                <a:gd name="T12" fmla="*/ 31 w 570"/>
                <a:gd name="T13" fmla="*/ 245 h 524"/>
                <a:gd name="T14" fmla="*/ 0 w 570"/>
                <a:gd name="T15" fmla="*/ 303 h 524"/>
                <a:gd name="T16" fmla="*/ 72 w 570"/>
                <a:gd name="T17" fmla="*/ 352 h 524"/>
                <a:gd name="T18" fmla="*/ 69 w 570"/>
                <a:gd name="T19" fmla="*/ 433 h 524"/>
                <a:gd name="T20" fmla="*/ 179 w 570"/>
                <a:gd name="T21" fmla="*/ 463 h 524"/>
                <a:gd name="T22" fmla="*/ 312 w 570"/>
                <a:gd name="T23" fmla="*/ 455 h 524"/>
                <a:gd name="T24" fmla="*/ 335 w 570"/>
                <a:gd name="T25" fmla="*/ 413 h 524"/>
                <a:gd name="T26" fmla="*/ 434 w 570"/>
                <a:gd name="T27" fmla="*/ 524 h 524"/>
                <a:gd name="T28" fmla="*/ 502 w 570"/>
                <a:gd name="T29" fmla="*/ 502 h 524"/>
                <a:gd name="T30" fmla="*/ 513 w 570"/>
                <a:gd name="T31" fmla="*/ 424 h 524"/>
                <a:gd name="T32" fmla="*/ 562 w 570"/>
                <a:gd name="T33" fmla="*/ 459 h 524"/>
                <a:gd name="T34" fmla="*/ 570 w 570"/>
                <a:gd name="T35" fmla="*/ 383 h 524"/>
                <a:gd name="T36" fmla="*/ 510 w 570"/>
                <a:gd name="T37" fmla="*/ 344 h 524"/>
                <a:gd name="T38" fmla="*/ 513 w 570"/>
                <a:gd name="T39" fmla="*/ 104 h 524"/>
                <a:gd name="T40" fmla="*/ 460 w 570"/>
                <a:gd name="T41" fmla="*/ 61 h 524"/>
                <a:gd name="T42" fmla="*/ 403 w 570"/>
                <a:gd name="T43" fmla="*/ 137 h 524"/>
                <a:gd name="T44" fmla="*/ 244 w 570"/>
                <a:gd name="T45"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0" h="524">
                  <a:moveTo>
                    <a:pt x="244" y="0"/>
                  </a:moveTo>
                  <a:lnTo>
                    <a:pt x="100" y="38"/>
                  </a:lnTo>
                  <a:lnTo>
                    <a:pt x="15" y="111"/>
                  </a:lnTo>
                  <a:lnTo>
                    <a:pt x="24" y="191"/>
                  </a:lnTo>
                  <a:lnTo>
                    <a:pt x="176" y="237"/>
                  </a:lnTo>
                  <a:lnTo>
                    <a:pt x="141" y="314"/>
                  </a:lnTo>
                  <a:lnTo>
                    <a:pt x="31" y="245"/>
                  </a:lnTo>
                  <a:lnTo>
                    <a:pt x="0" y="303"/>
                  </a:lnTo>
                  <a:lnTo>
                    <a:pt x="72" y="352"/>
                  </a:lnTo>
                  <a:lnTo>
                    <a:pt x="69" y="433"/>
                  </a:lnTo>
                  <a:lnTo>
                    <a:pt x="179" y="463"/>
                  </a:lnTo>
                  <a:lnTo>
                    <a:pt x="312" y="455"/>
                  </a:lnTo>
                  <a:lnTo>
                    <a:pt x="335" y="413"/>
                  </a:lnTo>
                  <a:lnTo>
                    <a:pt x="434" y="524"/>
                  </a:lnTo>
                  <a:lnTo>
                    <a:pt x="502" y="502"/>
                  </a:lnTo>
                  <a:lnTo>
                    <a:pt x="513" y="424"/>
                  </a:lnTo>
                  <a:lnTo>
                    <a:pt x="562" y="459"/>
                  </a:lnTo>
                  <a:lnTo>
                    <a:pt x="570" y="383"/>
                  </a:lnTo>
                  <a:lnTo>
                    <a:pt x="510" y="344"/>
                  </a:lnTo>
                  <a:lnTo>
                    <a:pt x="513" y="104"/>
                  </a:lnTo>
                  <a:lnTo>
                    <a:pt x="460" y="61"/>
                  </a:lnTo>
                  <a:lnTo>
                    <a:pt x="403" y="137"/>
                  </a:lnTo>
                  <a:lnTo>
                    <a:pt x="24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7" name="Freeform 222">
              <a:extLst>
                <a:ext uri="{FF2B5EF4-FFF2-40B4-BE49-F238E27FC236}">
                  <a16:creationId xmlns:a16="http://schemas.microsoft.com/office/drawing/2014/main" id="{3F8A8A0C-9365-4548-8666-17E6DC67B5D2}"/>
                </a:ext>
              </a:extLst>
            </p:cNvPr>
            <p:cNvSpPr>
              <a:spLocks/>
            </p:cNvSpPr>
            <p:nvPr/>
          </p:nvSpPr>
          <p:spPr bwMode="auto">
            <a:xfrm>
              <a:off x="4012407" y="1488281"/>
              <a:ext cx="112713" cy="127000"/>
            </a:xfrm>
            <a:custGeom>
              <a:avLst/>
              <a:gdLst>
                <a:gd name="T0" fmla="*/ 75 w 212"/>
                <a:gd name="T1" fmla="*/ 65 h 240"/>
                <a:gd name="T2" fmla="*/ 26 w 212"/>
                <a:gd name="T3" fmla="*/ 41 h 240"/>
                <a:gd name="T4" fmla="*/ 0 w 212"/>
                <a:gd name="T5" fmla="*/ 76 h 240"/>
                <a:gd name="T6" fmla="*/ 52 w 212"/>
                <a:gd name="T7" fmla="*/ 160 h 240"/>
                <a:gd name="T8" fmla="*/ 56 w 212"/>
                <a:gd name="T9" fmla="*/ 240 h 240"/>
                <a:gd name="T10" fmla="*/ 170 w 212"/>
                <a:gd name="T11" fmla="*/ 171 h 240"/>
                <a:gd name="T12" fmla="*/ 170 w 212"/>
                <a:gd name="T13" fmla="*/ 72 h 240"/>
                <a:gd name="T14" fmla="*/ 212 w 212"/>
                <a:gd name="T15" fmla="*/ 30 h 240"/>
                <a:gd name="T16" fmla="*/ 170 w 212"/>
                <a:gd name="T17" fmla="*/ 0 h 240"/>
                <a:gd name="T18" fmla="*/ 101 w 212"/>
                <a:gd name="T19" fmla="*/ 0 h 240"/>
                <a:gd name="T20" fmla="*/ 75 w 212"/>
                <a:gd name="T21" fmla="*/ 6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2" h="240">
                  <a:moveTo>
                    <a:pt x="75" y="65"/>
                  </a:moveTo>
                  <a:lnTo>
                    <a:pt x="26" y="41"/>
                  </a:lnTo>
                  <a:lnTo>
                    <a:pt x="0" y="76"/>
                  </a:lnTo>
                  <a:lnTo>
                    <a:pt x="52" y="160"/>
                  </a:lnTo>
                  <a:lnTo>
                    <a:pt x="56" y="240"/>
                  </a:lnTo>
                  <a:lnTo>
                    <a:pt x="170" y="171"/>
                  </a:lnTo>
                  <a:lnTo>
                    <a:pt x="170" y="72"/>
                  </a:lnTo>
                  <a:lnTo>
                    <a:pt x="212" y="30"/>
                  </a:lnTo>
                  <a:lnTo>
                    <a:pt x="170" y="0"/>
                  </a:lnTo>
                  <a:lnTo>
                    <a:pt x="101" y="0"/>
                  </a:lnTo>
                  <a:lnTo>
                    <a:pt x="75" y="6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8" name="Freeform 223">
              <a:extLst>
                <a:ext uri="{FF2B5EF4-FFF2-40B4-BE49-F238E27FC236}">
                  <a16:creationId xmlns:a16="http://schemas.microsoft.com/office/drawing/2014/main" id="{AE15BA59-7C24-4D06-B4A6-EFE599798367}"/>
                </a:ext>
              </a:extLst>
            </p:cNvPr>
            <p:cNvSpPr>
              <a:spLocks/>
            </p:cNvSpPr>
            <p:nvPr/>
          </p:nvSpPr>
          <p:spPr bwMode="auto">
            <a:xfrm>
              <a:off x="4139407" y="1504156"/>
              <a:ext cx="131763" cy="76200"/>
            </a:xfrm>
            <a:custGeom>
              <a:avLst/>
              <a:gdLst>
                <a:gd name="T0" fmla="*/ 80 w 251"/>
                <a:gd name="T1" fmla="*/ 0 h 145"/>
                <a:gd name="T2" fmla="*/ 0 w 251"/>
                <a:gd name="T3" fmla="*/ 65 h 145"/>
                <a:gd name="T4" fmla="*/ 19 w 251"/>
                <a:gd name="T5" fmla="*/ 145 h 145"/>
                <a:gd name="T6" fmla="*/ 68 w 251"/>
                <a:gd name="T7" fmla="*/ 145 h 145"/>
                <a:gd name="T8" fmla="*/ 91 w 251"/>
                <a:gd name="T9" fmla="*/ 103 h 145"/>
                <a:gd name="T10" fmla="*/ 126 w 251"/>
                <a:gd name="T11" fmla="*/ 137 h 145"/>
                <a:gd name="T12" fmla="*/ 159 w 251"/>
                <a:gd name="T13" fmla="*/ 134 h 145"/>
                <a:gd name="T14" fmla="*/ 251 w 251"/>
                <a:gd name="T15" fmla="*/ 57 h 145"/>
                <a:gd name="T16" fmla="*/ 80 w 251"/>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45">
                  <a:moveTo>
                    <a:pt x="80" y="0"/>
                  </a:moveTo>
                  <a:lnTo>
                    <a:pt x="0" y="65"/>
                  </a:lnTo>
                  <a:lnTo>
                    <a:pt x="19" y="145"/>
                  </a:lnTo>
                  <a:lnTo>
                    <a:pt x="68" y="145"/>
                  </a:lnTo>
                  <a:lnTo>
                    <a:pt x="91" y="103"/>
                  </a:lnTo>
                  <a:lnTo>
                    <a:pt x="126" y="137"/>
                  </a:lnTo>
                  <a:lnTo>
                    <a:pt x="159" y="134"/>
                  </a:lnTo>
                  <a:lnTo>
                    <a:pt x="251" y="57"/>
                  </a:lnTo>
                  <a:lnTo>
                    <a:pt x="8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59" name="Freeform 224">
              <a:extLst>
                <a:ext uri="{FF2B5EF4-FFF2-40B4-BE49-F238E27FC236}">
                  <a16:creationId xmlns:a16="http://schemas.microsoft.com/office/drawing/2014/main" id="{E83EF6AB-2904-4A42-A115-430C66AD2851}"/>
                </a:ext>
              </a:extLst>
            </p:cNvPr>
            <p:cNvSpPr>
              <a:spLocks/>
            </p:cNvSpPr>
            <p:nvPr/>
          </p:nvSpPr>
          <p:spPr bwMode="auto">
            <a:xfrm>
              <a:off x="4166394" y="1435893"/>
              <a:ext cx="57150" cy="36513"/>
            </a:xfrm>
            <a:custGeom>
              <a:avLst/>
              <a:gdLst>
                <a:gd name="T0" fmla="*/ 19 w 106"/>
                <a:gd name="T1" fmla="*/ 0 h 69"/>
                <a:gd name="T2" fmla="*/ 0 w 106"/>
                <a:gd name="T3" fmla="*/ 39 h 69"/>
                <a:gd name="T4" fmla="*/ 84 w 106"/>
                <a:gd name="T5" fmla="*/ 69 h 69"/>
                <a:gd name="T6" fmla="*/ 106 w 106"/>
                <a:gd name="T7" fmla="*/ 35 h 69"/>
                <a:gd name="T8" fmla="*/ 19 w 106"/>
                <a:gd name="T9" fmla="*/ 0 h 69"/>
              </a:gdLst>
              <a:ahLst/>
              <a:cxnLst>
                <a:cxn ang="0">
                  <a:pos x="T0" y="T1"/>
                </a:cxn>
                <a:cxn ang="0">
                  <a:pos x="T2" y="T3"/>
                </a:cxn>
                <a:cxn ang="0">
                  <a:pos x="T4" y="T5"/>
                </a:cxn>
                <a:cxn ang="0">
                  <a:pos x="T6" y="T7"/>
                </a:cxn>
                <a:cxn ang="0">
                  <a:pos x="T8" y="T9"/>
                </a:cxn>
              </a:cxnLst>
              <a:rect l="0" t="0" r="r" b="b"/>
              <a:pathLst>
                <a:path w="106" h="69">
                  <a:moveTo>
                    <a:pt x="19" y="0"/>
                  </a:moveTo>
                  <a:lnTo>
                    <a:pt x="0" y="39"/>
                  </a:lnTo>
                  <a:lnTo>
                    <a:pt x="84" y="69"/>
                  </a:lnTo>
                  <a:lnTo>
                    <a:pt x="106" y="35"/>
                  </a:lnTo>
                  <a:lnTo>
                    <a:pt x="1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0" name="Freeform 225">
              <a:extLst>
                <a:ext uri="{FF2B5EF4-FFF2-40B4-BE49-F238E27FC236}">
                  <a16:creationId xmlns:a16="http://schemas.microsoft.com/office/drawing/2014/main" id="{DFC5FDB9-3312-4644-BB70-1D0B36615935}"/>
                </a:ext>
              </a:extLst>
            </p:cNvPr>
            <p:cNvSpPr>
              <a:spLocks/>
            </p:cNvSpPr>
            <p:nvPr/>
          </p:nvSpPr>
          <p:spPr bwMode="auto">
            <a:xfrm>
              <a:off x="4080669" y="1359693"/>
              <a:ext cx="92075" cy="85725"/>
            </a:xfrm>
            <a:custGeom>
              <a:avLst/>
              <a:gdLst>
                <a:gd name="T0" fmla="*/ 133 w 175"/>
                <a:gd name="T1" fmla="*/ 0 h 161"/>
                <a:gd name="T2" fmla="*/ 49 w 175"/>
                <a:gd name="T3" fmla="*/ 11 h 161"/>
                <a:gd name="T4" fmla="*/ 0 w 175"/>
                <a:gd name="T5" fmla="*/ 58 h 161"/>
                <a:gd name="T6" fmla="*/ 91 w 175"/>
                <a:gd name="T7" fmla="*/ 61 h 161"/>
                <a:gd name="T8" fmla="*/ 64 w 175"/>
                <a:gd name="T9" fmla="*/ 130 h 161"/>
                <a:gd name="T10" fmla="*/ 84 w 175"/>
                <a:gd name="T11" fmla="*/ 161 h 161"/>
                <a:gd name="T12" fmla="*/ 110 w 175"/>
                <a:gd name="T13" fmla="*/ 157 h 161"/>
                <a:gd name="T14" fmla="*/ 175 w 175"/>
                <a:gd name="T15" fmla="*/ 54 h 161"/>
                <a:gd name="T16" fmla="*/ 133 w 175"/>
                <a:gd name="T1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61">
                  <a:moveTo>
                    <a:pt x="133" y="0"/>
                  </a:moveTo>
                  <a:lnTo>
                    <a:pt x="49" y="11"/>
                  </a:lnTo>
                  <a:lnTo>
                    <a:pt x="0" y="58"/>
                  </a:lnTo>
                  <a:lnTo>
                    <a:pt x="91" y="61"/>
                  </a:lnTo>
                  <a:lnTo>
                    <a:pt x="64" y="130"/>
                  </a:lnTo>
                  <a:lnTo>
                    <a:pt x="84" y="161"/>
                  </a:lnTo>
                  <a:lnTo>
                    <a:pt x="110" y="157"/>
                  </a:lnTo>
                  <a:lnTo>
                    <a:pt x="175" y="54"/>
                  </a:lnTo>
                  <a:lnTo>
                    <a:pt x="13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1" name="Freeform 226">
              <a:extLst>
                <a:ext uri="{FF2B5EF4-FFF2-40B4-BE49-F238E27FC236}">
                  <a16:creationId xmlns:a16="http://schemas.microsoft.com/office/drawing/2014/main" id="{FC943BA4-367F-40DF-8DCE-52A2F54578B1}"/>
                </a:ext>
              </a:extLst>
            </p:cNvPr>
            <p:cNvSpPr>
              <a:spLocks/>
            </p:cNvSpPr>
            <p:nvPr/>
          </p:nvSpPr>
          <p:spPr bwMode="auto">
            <a:xfrm>
              <a:off x="4202907" y="1345406"/>
              <a:ext cx="279400" cy="204788"/>
            </a:xfrm>
            <a:custGeom>
              <a:avLst/>
              <a:gdLst>
                <a:gd name="T0" fmla="*/ 45 w 528"/>
                <a:gd name="T1" fmla="*/ 0 h 385"/>
                <a:gd name="T2" fmla="*/ 0 w 528"/>
                <a:gd name="T3" fmla="*/ 15 h 385"/>
                <a:gd name="T4" fmla="*/ 7 w 528"/>
                <a:gd name="T5" fmla="*/ 76 h 385"/>
                <a:gd name="T6" fmla="*/ 83 w 528"/>
                <a:gd name="T7" fmla="*/ 126 h 385"/>
                <a:gd name="T8" fmla="*/ 87 w 528"/>
                <a:gd name="T9" fmla="*/ 163 h 385"/>
                <a:gd name="T10" fmla="*/ 64 w 528"/>
                <a:gd name="T11" fmla="*/ 187 h 385"/>
                <a:gd name="T12" fmla="*/ 76 w 528"/>
                <a:gd name="T13" fmla="*/ 263 h 385"/>
                <a:gd name="T14" fmla="*/ 368 w 528"/>
                <a:gd name="T15" fmla="*/ 359 h 385"/>
                <a:gd name="T16" fmla="*/ 447 w 528"/>
                <a:gd name="T17" fmla="*/ 385 h 385"/>
                <a:gd name="T18" fmla="*/ 528 w 528"/>
                <a:gd name="T19" fmla="*/ 316 h 385"/>
                <a:gd name="T20" fmla="*/ 432 w 528"/>
                <a:gd name="T21" fmla="*/ 240 h 385"/>
                <a:gd name="T22" fmla="*/ 345 w 528"/>
                <a:gd name="T23" fmla="*/ 263 h 385"/>
                <a:gd name="T24" fmla="*/ 224 w 528"/>
                <a:gd name="T25" fmla="*/ 251 h 385"/>
                <a:gd name="T26" fmla="*/ 178 w 528"/>
                <a:gd name="T27" fmla="*/ 206 h 385"/>
                <a:gd name="T28" fmla="*/ 167 w 528"/>
                <a:gd name="T29" fmla="*/ 79 h 385"/>
                <a:gd name="T30" fmla="*/ 91 w 528"/>
                <a:gd name="T31" fmla="*/ 41 h 385"/>
                <a:gd name="T32" fmla="*/ 45 w 528"/>
                <a:gd name="T33"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8" h="385">
                  <a:moveTo>
                    <a:pt x="45" y="0"/>
                  </a:moveTo>
                  <a:lnTo>
                    <a:pt x="0" y="15"/>
                  </a:lnTo>
                  <a:lnTo>
                    <a:pt x="7" y="76"/>
                  </a:lnTo>
                  <a:lnTo>
                    <a:pt x="83" y="126"/>
                  </a:lnTo>
                  <a:lnTo>
                    <a:pt x="87" y="163"/>
                  </a:lnTo>
                  <a:lnTo>
                    <a:pt x="64" y="187"/>
                  </a:lnTo>
                  <a:lnTo>
                    <a:pt x="76" y="263"/>
                  </a:lnTo>
                  <a:lnTo>
                    <a:pt x="368" y="359"/>
                  </a:lnTo>
                  <a:lnTo>
                    <a:pt x="447" y="385"/>
                  </a:lnTo>
                  <a:lnTo>
                    <a:pt x="528" y="316"/>
                  </a:lnTo>
                  <a:lnTo>
                    <a:pt x="432" y="240"/>
                  </a:lnTo>
                  <a:lnTo>
                    <a:pt x="345" y="263"/>
                  </a:lnTo>
                  <a:lnTo>
                    <a:pt x="224" y="251"/>
                  </a:lnTo>
                  <a:lnTo>
                    <a:pt x="178" y="206"/>
                  </a:lnTo>
                  <a:lnTo>
                    <a:pt x="167" y="79"/>
                  </a:lnTo>
                  <a:lnTo>
                    <a:pt x="91" y="41"/>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2" name="Freeform 227">
              <a:extLst>
                <a:ext uri="{FF2B5EF4-FFF2-40B4-BE49-F238E27FC236}">
                  <a16:creationId xmlns:a16="http://schemas.microsoft.com/office/drawing/2014/main" id="{F9861381-B17E-4F1B-A5D8-284FAF6239E6}"/>
                </a:ext>
              </a:extLst>
            </p:cNvPr>
            <p:cNvSpPr>
              <a:spLocks/>
            </p:cNvSpPr>
            <p:nvPr/>
          </p:nvSpPr>
          <p:spPr bwMode="auto">
            <a:xfrm>
              <a:off x="4229894" y="1551781"/>
              <a:ext cx="482600" cy="601663"/>
            </a:xfrm>
            <a:custGeom>
              <a:avLst/>
              <a:gdLst>
                <a:gd name="T0" fmla="*/ 234 w 911"/>
                <a:gd name="T1" fmla="*/ 8 h 1136"/>
                <a:gd name="T2" fmla="*/ 151 w 911"/>
                <a:gd name="T3" fmla="*/ 0 h 1136"/>
                <a:gd name="T4" fmla="*/ 52 w 911"/>
                <a:gd name="T5" fmla="*/ 38 h 1136"/>
                <a:gd name="T6" fmla="*/ 0 w 911"/>
                <a:gd name="T7" fmla="*/ 110 h 1136"/>
                <a:gd name="T8" fmla="*/ 15 w 911"/>
                <a:gd name="T9" fmla="*/ 309 h 1136"/>
                <a:gd name="T10" fmla="*/ 177 w 911"/>
                <a:gd name="T11" fmla="*/ 317 h 1136"/>
                <a:gd name="T12" fmla="*/ 333 w 911"/>
                <a:gd name="T13" fmla="*/ 393 h 1136"/>
                <a:gd name="T14" fmla="*/ 443 w 911"/>
                <a:gd name="T15" fmla="*/ 520 h 1136"/>
                <a:gd name="T16" fmla="*/ 527 w 911"/>
                <a:gd name="T17" fmla="*/ 516 h 1136"/>
                <a:gd name="T18" fmla="*/ 504 w 911"/>
                <a:gd name="T19" fmla="*/ 635 h 1136"/>
                <a:gd name="T20" fmla="*/ 428 w 911"/>
                <a:gd name="T21" fmla="*/ 761 h 1136"/>
                <a:gd name="T22" fmla="*/ 345 w 911"/>
                <a:gd name="T23" fmla="*/ 799 h 1136"/>
                <a:gd name="T24" fmla="*/ 284 w 911"/>
                <a:gd name="T25" fmla="*/ 787 h 1136"/>
                <a:gd name="T26" fmla="*/ 253 w 911"/>
                <a:gd name="T27" fmla="*/ 761 h 1136"/>
                <a:gd name="T28" fmla="*/ 208 w 911"/>
                <a:gd name="T29" fmla="*/ 822 h 1136"/>
                <a:gd name="T30" fmla="*/ 227 w 911"/>
                <a:gd name="T31" fmla="*/ 884 h 1136"/>
                <a:gd name="T32" fmla="*/ 292 w 911"/>
                <a:gd name="T33" fmla="*/ 887 h 1136"/>
                <a:gd name="T34" fmla="*/ 371 w 911"/>
                <a:gd name="T35" fmla="*/ 849 h 1136"/>
                <a:gd name="T36" fmla="*/ 440 w 911"/>
                <a:gd name="T37" fmla="*/ 1025 h 1136"/>
                <a:gd name="T38" fmla="*/ 611 w 911"/>
                <a:gd name="T39" fmla="*/ 1136 h 1136"/>
                <a:gd name="T40" fmla="*/ 728 w 911"/>
                <a:gd name="T41" fmla="*/ 987 h 1136"/>
                <a:gd name="T42" fmla="*/ 630 w 911"/>
                <a:gd name="T43" fmla="*/ 826 h 1136"/>
                <a:gd name="T44" fmla="*/ 687 w 911"/>
                <a:gd name="T45" fmla="*/ 761 h 1136"/>
                <a:gd name="T46" fmla="*/ 767 w 911"/>
                <a:gd name="T47" fmla="*/ 895 h 1136"/>
                <a:gd name="T48" fmla="*/ 911 w 911"/>
                <a:gd name="T49" fmla="*/ 769 h 1136"/>
                <a:gd name="T50" fmla="*/ 885 w 911"/>
                <a:gd name="T51" fmla="*/ 711 h 1136"/>
                <a:gd name="T52" fmla="*/ 785 w 911"/>
                <a:gd name="T53" fmla="*/ 742 h 1136"/>
                <a:gd name="T54" fmla="*/ 717 w 911"/>
                <a:gd name="T55" fmla="*/ 555 h 1136"/>
                <a:gd name="T56" fmla="*/ 782 w 911"/>
                <a:gd name="T57" fmla="*/ 447 h 1136"/>
                <a:gd name="T58" fmla="*/ 652 w 911"/>
                <a:gd name="T59" fmla="*/ 310 h 1136"/>
                <a:gd name="T60" fmla="*/ 580 w 911"/>
                <a:gd name="T61" fmla="*/ 360 h 1136"/>
                <a:gd name="T62" fmla="*/ 512 w 911"/>
                <a:gd name="T63" fmla="*/ 211 h 1136"/>
                <a:gd name="T64" fmla="*/ 368 w 911"/>
                <a:gd name="T65" fmla="*/ 229 h 1136"/>
                <a:gd name="T66" fmla="*/ 330 w 911"/>
                <a:gd name="T67" fmla="*/ 49 h 1136"/>
                <a:gd name="T68" fmla="*/ 213 w 911"/>
                <a:gd name="T69" fmla="*/ 129 h 1136"/>
                <a:gd name="T70" fmla="*/ 201 w 911"/>
                <a:gd name="T71" fmla="*/ 229 h 1136"/>
                <a:gd name="T72" fmla="*/ 137 w 911"/>
                <a:gd name="T73" fmla="*/ 229 h 1136"/>
                <a:gd name="T74" fmla="*/ 144 w 911"/>
                <a:gd name="T75" fmla="*/ 142 h 1136"/>
                <a:gd name="T76" fmla="*/ 234 w 911"/>
                <a:gd name="T77" fmla="*/ 8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1" h="1136">
                  <a:moveTo>
                    <a:pt x="234" y="8"/>
                  </a:moveTo>
                  <a:lnTo>
                    <a:pt x="151" y="0"/>
                  </a:lnTo>
                  <a:lnTo>
                    <a:pt x="52" y="38"/>
                  </a:lnTo>
                  <a:lnTo>
                    <a:pt x="0" y="110"/>
                  </a:lnTo>
                  <a:lnTo>
                    <a:pt x="15" y="309"/>
                  </a:lnTo>
                  <a:lnTo>
                    <a:pt x="177" y="317"/>
                  </a:lnTo>
                  <a:lnTo>
                    <a:pt x="333" y="393"/>
                  </a:lnTo>
                  <a:lnTo>
                    <a:pt x="443" y="520"/>
                  </a:lnTo>
                  <a:lnTo>
                    <a:pt x="527" y="516"/>
                  </a:lnTo>
                  <a:lnTo>
                    <a:pt x="504" y="635"/>
                  </a:lnTo>
                  <a:lnTo>
                    <a:pt x="428" y="761"/>
                  </a:lnTo>
                  <a:lnTo>
                    <a:pt x="345" y="799"/>
                  </a:lnTo>
                  <a:lnTo>
                    <a:pt x="284" y="787"/>
                  </a:lnTo>
                  <a:lnTo>
                    <a:pt x="253" y="761"/>
                  </a:lnTo>
                  <a:lnTo>
                    <a:pt x="208" y="822"/>
                  </a:lnTo>
                  <a:lnTo>
                    <a:pt x="227" y="884"/>
                  </a:lnTo>
                  <a:lnTo>
                    <a:pt x="292" y="887"/>
                  </a:lnTo>
                  <a:lnTo>
                    <a:pt x="371" y="849"/>
                  </a:lnTo>
                  <a:lnTo>
                    <a:pt x="440" y="1025"/>
                  </a:lnTo>
                  <a:lnTo>
                    <a:pt x="611" y="1136"/>
                  </a:lnTo>
                  <a:lnTo>
                    <a:pt x="728" y="987"/>
                  </a:lnTo>
                  <a:lnTo>
                    <a:pt x="630" y="826"/>
                  </a:lnTo>
                  <a:lnTo>
                    <a:pt x="687" y="761"/>
                  </a:lnTo>
                  <a:lnTo>
                    <a:pt x="767" y="895"/>
                  </a:lnTo>
                  <a:lnTo>
                    <a:pt x="911" y="769"/>
                  </a:lnTo>
                  <a:lnTo>
                    <a:pt x="885" y="711"/>
                  </a:lnTo>
                  <a:lnTo>
                    <a:pt x="785" y="742"/>
                  </a:lnTo>
                  <a:lnTo>
                    <a:pt x="717" y="555"/>
                  </a:lnTo>
                  <a:lnTo>
                    <a:pt x="782" y="447"/>
                  </a:lnTo>
                  <a:lnTo>
                    <a:pt x="652" y="310"/>
                  </a:lnTo>
                  <a:lnTo>
                    <a:pt x="580" y="360"/>
                  </a:lnTo>
                  <a:lnTo>
                    <a:pt x="512" y="211"/>
                  </a:lnTo>
                  <a:lnTo>
                    <a:pt x="368" y="229"/>
                  </a:lnTo>
                  <a:lnTo>
                    <a:pt x="330" y="49"/>
                  </a:lnTo>
                  <a:lnTo>
                    <a:pt x="213" y="129"/>
                  </a:lnTo>
                  <a:lnTo>
                    <a:pt x="201" y="229"/>
                  </a:lnTo>
                  <a:lnTo>
                    <a:pt x="137" y="229"/>
                  </a:lnTo>
                  <a:lnTo>
                    <a:pt x="144" y="142"/>
                  </a:lnTo>
                  <a:lnTo>
                    <a:pt x="234" y="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3" name="Freeform 228">
              <a:extLst>
                <a:ext uri="{FF2B5EF4-FFF2-40B4-BE49-F238E27FC236}">
                  <a16:creationId xmlns:a16="http://schemas.microsoft.com/office/drawing/2014/main" id="{8A9984A6-2993-4BEE-869D-399CB5C9AC4D}"/>
                </a:ext>
              </a:extLst>
            </p:cNvPr>
            <p:cNvSpPr>
              <a:spLocks/>
            </p:cNvSpPr>
            <p:nvPr/>
          </p:nvSpPr>
          <p:spPr bwMode="auto">
            <a:xfrm>
              <a:off x="4428332" y="1593056"/>
              <a:ext cx="80963" cy="46038"/>
            </a:xfrm>
            <a:custGeom>
              <a:avLst/>
              <a:gdLst>
                <a:gd name="T0" fmla="*/ 31 w 152"/>
                <a:gd name="T1" fmla="*/ 0 h 87"/>
                <a:gd name="T2" fmla="*/ 0 w 152"/>
                <a:gd name="T3" fmla="*/ 30 h 87"/>
                <a:gd name="T4" fmla="*/ 26 w 152"/>
                <a:gd name="T5" fmla="*/ 72 h 87"/>
                <a:gd name="T6" fmla="*/ 152 w 152"/>
                <a:gd name="T7" fmla="*/ 87 h 87"/>
                <a:gd name="T8" fmla="*/ 72 w 152"/>
                <a:gd name="T9" fmla="*/ 3 h 87"/>
                <a:gd name="T10" fmla="*/ 31 w 152"/>
                <a:gd name="T11" fmla="*/ 0 h 87"/>
              </a:gdLst>
              <a:ahLst/>
              <a:cxnLst>
                <a:cxn ang="0">
                  <a:pos x="T0" y="T1"/>
                </a:cxn>
                <a:cxn ang="0">
                  <a:pos x="T2" y="T3"/>
                </a:cxn>
                <a:cxn ang="0">
                  <a:pos x="T4" y="T5"/>
                </a:cxn>
                <a:cxn ang="0">
                  <a:pos x="T6" y="T7"/>
                </a:cxn>
                <a:cxn ang="0">
                  <a:pos x="T8" y="T9"/>
                </a:cxn>
                <a:cxn ang="0">
                  <a:pos x="T10" y="T11"/>
                </a:cxn>
              </a:cxnLst>
              <a:rect l="0" t="0" r="r" b="b"/>
              <a:pathLst>
                <a:path w="152" h="87">
                  <a:moveTo>
                    <a:pt x="31" y="0"/>
                  </a:moveTo>
                  <a:lnTo>
                    <a:pt x="0" y="30"/>
                  </a:lnTo>
                  <a:lnTo>
                    <a:pt x="26" y="72"/>
                  </a:lnTo>
                  <a:lnTo>
                    <a:pt x="152" y="87"/>
                  </a:lnTo>
                  <a:lnTo>
                    <a:pt x="72" y="3"/>
                  </a:lnTo>
                  <a:lnTo>
                    <a:pt x="3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4" name="Freeform 229">
              <a:extLst>
                <a:ext uri="{FF2B5EF4-FFF2-40B4-BE49-F238E27FC236}">
                  <a16:creationId xmlns:a16="http://schemas.microsoft.com/office/drawing/2014/main" id="{DEB38277-A382-44E5-AA7F-E378C1E5E954}"/>
                </a:ext>
              </a:extLst>
            </p:cNvPr>
            <p:cNvSpPr>
              <a:spLocks/>
            </p:cNvSpPr>
            <p:nvPr/>
          </p:nvSpPr>
          <p:spPr bwMode="auto">
            <a:xfrm>
              <a:off x="4336257" y="1151731"/>
              <a:ext cx="544513" cy="315913"/>
            </a:xfrm>
            <a:custGeom>
              <a:avLst/>
              <a:gdLst>
                <a:gd name="T0" fmla="*/ 83 w 1028"/>
                <a:gd name="T1" fmla="*/ 402 h 597"/>
                <a:gd name="T2" fmla="*/ 83 w 1028"/>
                <a:gd name="T3" fmla="*/ 436 h 597"/>
                <a:gd name="T4" fmla="*/ 0 w 1028"/>
                <a:gd name="T5" fmla="*/ 455 h 597"/>
                <a:gd name="T6" fmla="*/ 22 w 1028"/>
                <a:gd name="T7" fmla="*/ 494 h 597"/>
                <a:gd name="T8" fmla="*/ 117 w 1028"/>
                <a:gd name="T9" fmla="*/ 532 h 597"/>
                <a:gd name="T10" fmla="*/ 223 w 1028"/>
                <a:gd name="T11" fmla="*/ 543 h 597"/>
                <a:gd name="T12" fmla="*/ 299 w 1028"/>
                <a:gd name="T13" fmla="*/ 597 h 597"/>
                <a:gd name="T14" fmla="*/ 375 w 1028"/>
                <a:gd name="T15" fmla="*/ 555 h 597"/>
                <a:gd name="T16" fmla="*/ 322 w 1028"/>
                <a:gd name="T17" fmla="*/ 501 h 597"/>
                <a:gd name="T18" fmla="*/ 390 w 1028"/>
                <a:gd name="T19" fmla="*/ 501 h 597"/>
                <a:gd name="T20" fmla="*/ 432 w 1028"/>
                <a:gd name="T21" fmla="*/ 455 h 597"/>
                <a:gd name="T22" fmla="*/ 534 w 1028"/>
                <a:gd name="T23" fmla="*/ 440 h 597"/>
                <a:gd name="T24" fmla="*/ 534 w 1028"/>
                <a:gd name="T25" fmla="*/ 417 h 597"/>
                <a:gd name="T26" fmla="*/ 478 w 1028"/>
                <a:gd name="T27" fmla="*/ 379 h 597"/>
                <a:gd name="T28" fmla="*/ 485 w 1028"/>
                <a:gd name="T29" fmla="*/ 336 h 597"/>
                <a:gd name="T30" fmla="*/ 645 w 1028"/>
                <a:gd name="T31" fmla="*/ 364 h 597"/>
                <a:gd name="T32" fmla="*/ 880 w 1028"/>
                <a:gd name="T33" fmla="*/ 271 h 597"/>
                <a:gd name="T34" fmla="*/ 792 w 1028"/>
                <a:gd name="T35" fmla="*/ 245 h 597"/>
                <a:gd name="T36" fmla="*/ 816 w 1028"/>
                <a:gd name="T37" fmla="*/ 214 h 597"/>
                <a:gd name="T38" fmla="*/ 997 w 1028"/>
                <a:gd name="T39" fmla="*/ 214 h 597"/>
                <a:gd name="T40" fmla="*/ 1028 w 1028"/>
                <a:gd name="T41" fmla="*/ 184 h 597"/>
                <a:gd name="T42" fmla="*/ 659 w 1028"/>
                <a:gd name="T43" fmla="*/ 53 h 597"/>
                <a:gd name="T44" fmla="*/ 572 w 1028"/>
                <a:gd name="T45" fmla="*/ 23 h 597"/>
                <a:gd name="T46" fmla="*/ 478 w 1028"/>
                <a:gd name="T47" fmla="*/ 92 h 597"/>
                <a:gd name="T48" fmla="*/ 371 w 1028"/>
                <a:gd name="T49" fmla="*/ 3 h 597"/>
                <a:gd name="T50" fmla="*/ 314 w 1028"/>
                <a:gd name="T51" fmla="*/ 0 h 597"/>
                <a:gd name="T52" fmla="*/ 303 w 1028"/>
                <a:gd name="T53" fmla="*/ 72 h 597"/>
                <a:gd name="T54" fmla="*/ 231 w 1028"/>
                <a:gd name="T55" fmla="*/ 7 h 597"/>
                <a:gd name="T56" fmla="*/ 147 w 1028"/>
                <a:gd name="T57" fmla="*/ 35 h 597"/>
                <a:gd name="T58" fmla="*/ 162 w 1028"/>
                <a:gd name="T59" fmla="*/ 76 h 597"/>
                <a:gd name="T60" fmla="*/ 288 w 1028"/>
                <a:gd name="T61" fmla="*/ 103 h 597"/>
                <a:gd name="T62" fmla="*/ 280 w 1028"/>
                <a:gd name="T63" fmla="*/ 165 h 597"/>
                <a:gd name="T64" fmla="*/ 349 w 1028"/>
                <a:gd name="T65" fmla="*/ 206 h 597"/>
                <a:gd name="T66" fmla="*/ 515 w 1028"/>
                <a:gd name="T67" fmla="*/ 165 h 597"/>
                <a:gd name="T68" fmla="*/ 519 w 1028"/>
                <a:gd name="T69" fmla="*/ 222 h 597"/>
                <a:gd name="T70" fmla="*/ 382 w 1028"/>
                <a:gd name="T71" fmla="*/ 287 h 597"/>
                <a:gd name="T72" fmla="*/ 299 w 1028"/>
                <a:gd name="T73" fmla="*/ 222 h 597"/>
                <a:gd name="T74" fmla="*/ 223 w 1028"/>
                <a:gd name="T75" fmla="*/ 230 h 597"/>
                <a:gd name="T76" fmla="*/ 299 w 1028"/>
                <a:gd name="T77" fmla="*/ 336 h 597"/>
                <a:gd name="T78" fmla="*/ 261 w 1028"/>
                <a:gd name="T79" fmla="*/ 356 h 597"/>
                <a:gd name="T80" fmla="*/ 204 w 1028"/>
                <a:gd name="T81" fmla="*/ 306 h 597"/>
                <a:gd name="T82" fmla="*/ 162 w 1028"/>
                <a:gd name="T83" fmla="*/ 333 h 597"/>
                <a:gd name="T84" fmla="*/ 200 w 1028"/>
                <a:gd name="T85" fmla="*/ 405 h 597"/>
                <a:gd name="T86" fmla="*/ 264 w 1028"/>
                <a:gd name="T87" fmla="*/ 405 h 597"/>
                <a:gd name="T88" fmla="*/ 249 w 1028"/>
                <a:gd name="T89" fmla="*/ 474 h 597"/>
                <a:gd name="T90" fmla="*/ 196 w 1028"/>
                <a:gd name="T91" fmla="*/ 466 h 597"/>
                <a:gd name="T92" fmla="*/ 128 w 1028"/>
                <a:gd name="T93" fmla="*/ 394 h 597"/>
                <a:gd name="T94" fmla="*/ 83 w 1028"/>
                <a:gd name="T95" fmla="*/ 402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8" h="597">
                  <a:moveTo>
                    <a:pt x="83" y="402"/>
                  </a:moveTo>
                  <a:lnTo>
                    <a:pt x="83" y="436"/>
                  </a:lnTo>
                  <a:lnTo>
                    <a:pt x="0" y="455"/>
                  </a:lnTo>
                  <a:lnTo>
                    <a:pt x="22" y="494"/>
                  </a:lnTo>
                  <a:lnTo>
                    <a:pt x="117" y="532"/>
                  </a:lnTo>
                  <a:lnTo>
                    <a:pt x="223" y="543"/>
                  </a:lnTo>
                  <a:lnTo>
                    <a:pt x="299" y="597"/>
                  </a:lnTo>
                  <a:lnTo>
                    <a:pt x="375" y="555"/>
                  </a:lnTo>
                  <a:lnTo>
                    <a:pt x="322" y="501"/>
                  </a:lnTo>
                  <a:lnTo>
                    <a:pt x="390" y="501"/>
                  </a:lnTo>
                  <a:lnTo>
                    <a:pt x="432" y="455"/>
                  </a:lnTo>
                  <a:lnTo>
                    <a:pt x="534" y="440"/>
                  </a:lnTo>
                  <a:lnTo>
                    <a:pt x="534" y="417"/>
                  </a:lnTo>
                  <a:lnTo>
                    <a:pt x="478" y="379"/>
                  </a:lnTo>
                  <a:lnTo>
                    <a:pt x="485" y="336"/>
                  </a:lnTo>
                  <a:lnTo>
                    <a:pt x="645" y="364"/>
                  </a:lnTo>
                  <a:lnTo>
                    <a:pt x="880" y="271"/>
                  </a:lnTo>
                  <a:lnTo>
                    <a:pt x="792" y="245"/>
                  </a:lnTo>
                  <a:lnTo>
                    <a:pt x="816" y="214"/>
                  </a:lnTo>
                  <a:lnTo>
                    <a:pt x="997" y="214"/>
                  </a:lnTo>
                  <a:lnTo>
                    <a:pt x="1028" y="184"/>
                  </a:lnTo>
                  <a:lnTo>
                    <a:pt x="659" y="53"/>
                  </a:lnTo>
                  <a:lnTo>
                    <a:pt x="572" y="23"/>
                  </a:lnTo>
                  <a:lnTo>
                    <a:pt x="478" y="92"/>
                  </a:lnTo>
                  <a:lnTo>
                    <a:pt x="371" y="3"/>
                  </a:lnTo>
                  <a:lnTo>
                    <a:pt x="314" y="0"/>
                  </a:lnTo>
                  <a:lnTo>
                    <a:pt x="303" y="72"/>
                  </a:lnTo>
                  <a:lnTo>
                    <a:pt x="231" y="7"/>
                  </a:lnTo>
                  <a:lnTo>
                    <a:pt x="147" y="35"/>
                  </a:lnTo>
                  <a:lnTo>
                    <a:pt x="162" y="76"/>
                  </a:lnTo>
                  <a:lnTo>
                    <a:pt x="288" y="103"/>
                  </a:lnTo>
                  <a:lnTo>
                    <a:pt x="280" y="165"/>
                  </a:lnTo>
                  <a:lnTo>
                    <a:pt x="349" y="206"/>
                  </a:lnTo>
                  <a:lnTo>
                    <a:pt x="515" y="165"/>
                  </a:lnTo>
                  <a:lnTo>
                    <a:pt x="519" y="222"/>
                  </a:lnTo>
                  <a:lnTo>
                    <a:pt x="382" y="287"/>
                  </a:lnTo>
                  <a:lnTo>
                    <a:pt x="299" y="222"/>
                  </a:lnTo>
                  <a:lnTo>
                    <a:pt x="223" y="230"/>
                  </a:lnTo>
                  <a:lnTo>
                    <a:pt x="299" y="336"/>
                  </a:lnTo>
                  <a:lnTo>
                    <a:pt x="261" y="356"/>
                  </a:lnTo>
                  <a:lnTo>
                    <a:pt x="204" y="306"/>
                  </a:lnTo>
                  <a:lnTo>
                    <a:pt x="162" y="333"/>
                  </a:lnTo>
                  <a:lnTo>
                    <a:pt x="200" y="405"/>
                  </a:lnTo>
                  <a:lnTo>
                    <a:pt x="264" y="405"/>
                  </a:lnTo>
                  <a:lnTo>
                    <a:pt x="249" y="474"/>
                  </a:lnTo>
                  <a:lnTo>
                    <a:pt x="196" y="466"/>
                  </a:lnTo>
                  <a:lnTo>
                    <a:pt x="128" y="394"/>
                  </a:lnTo>
                  <a:lnTo>
                    <a:pt x="83" y="40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5" name="Freeform 230">
              <a:extLst>
                <a:ext uri="{FF2B5EF4-FFF2-40B4-BE49-F238E27FC236}">
                  <a16:creationId xmlns:a16="http://schemas.microsoft.com/office/drawing/2014/main" id="{75E6B915-4E53-421A-B9E0-4B875C2E1260}"/>
                </a:ext>
              </a:extLst>
            </p:cNvPr>
            <p:cNvSpPr>
              <a:spLocks/>
            </p:cNvSpPr>
            <p:nvPr/>
          </p:nvSpPr>
          <p:spPr bwMode="auto">
            <a:xfrm>
              <a:off x="4160044" y="1921668"/>
              <a:ext cx="130175" cy="107950"/>
            </a:xfrm>
            <a:custGeom>
              <a:avLst/>
              <a:gdLst>
                <a:gd name="T0" fmla="*/ 77 w 244"/>
                <a:gd name="T1" fmla="*/ 0 h 205"/>
                <a:gd name="T2" fmla="*/ 4 w 244"/>
                <a:gd name="T3" fmla="*/ 91 h 205"/>
                <a:gd name="T4" fmla="*/ 0 w 244"/>
                <a:gd name="T5" fmla="*/ 192 h 205"/>
                <a:gd name="T6" fmla="*/ 63 w 244"/>
                <a:gd name="T7" fmla="*/ 155 h 205"/>
                <a:gd name="T8" fmla="*/ 140 w 244"/>
                <a:gd name="T9" fmla="*/ 155 h 205"/>
                <a:gd name="T10" fmla="*/ 194 w 244"/>
                <a:gd name="T11" fmla="*/ 205 h 205"/>
                <a:gd name="T12" fmla="*/ 244 w 244"/>
                <a:gd name="T13" fmla="*/ 164 h 205"/>
                <a:gd name="T14" fmla="*/ 77 w 244"/>
                <a:gd name="T15" fmla="*/ 0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4" h="205">
                  <a:moveTo>
                    <a:pt x="77" y="0"/>
                  </a:moveTo>
                  <a:lnTo>
                    <a:pt x="4" y="91"/>
                  </a:lnTo>
                  <a:lnTo>
                    <a:pt x="0" y="192"/>
                  </a:lnTo>
                  <a:lnTo>
                    <a:pt x="63" y="155"/>
                  </a:lnTo>
                  <a:lnTo>
                    <a:pt x="140" y="155"/>
                  </a:lnTo>
                  <a:lnTo>
                    <a:pt x="194" y="205"/>
                  </a:lnTo>
                  <a:lnTo>
                    <a:pt x="244" y="164"/>
                  </a:lnTo>
                  <a:lnTo>
                    <a:pt x="77"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6" name="Freeform 231">
              <a:extLst>
                <a:ext uri="{FF2B5EF4-FFF2-40B4-BE49-F238E27FC236}">
                  <a16:creationId xmlns:a16="http://schemas.microsoft.com/office/drawing/2014/main" id="{C1F60920-40D1-4488-A2B3-14ABFFF35E3B}"/>
                </a:ext>
              </a:extLst>
            </p:cNvPr>
            <p:cNvSpPr>
              <a:spLocks/>
            </p:cNvSpPr>
            <p:nvPr/>
          </p:nvSpPr>
          <p:spPr bwMode="auto">
            <a:xfrm>
              <a:off x="4571207" y="2548731"/>
              <a:ext cx="144463" cy="157163"/>
            </a:xfrm>
            <a:custGeom>
              <a:avLst/>
              <a:gdLst>
                <a:gd name="T0" fmla="*/ 182 w 272"/>
                <a:gd name="T1" fmla="*/ 0 h 296"/>
                <a:gd name="T2" fmla="*/ 0 w 272"/>
                <a:gd name="T3" fmla="*/ 172 h 296"/>
                <a:gd name="T4" fmla="*/ 18 w 272"/>
                <a:gd name="T5" fmla="*/ 214 h 296"/>
                <a:gd name="T6" fmla="*/ 241 w 272"/>
                <a:gd name="T7" fmla="*/ 296 h 296"/>
                <a:gd name="T8" fmla="*/ 272 w 272"/>
                <a:gd name="T9" fmla="*/ 241 h 296"/>
                <a:gd name="T10" fmla="*/ 254 w 272"/>
                <a:gd name="T11" fmla="*/ 150 h 296"/>
                <a:gd name="T12" fmla="*/ 182 w 272"/>
                <a:gd name="T13" fmla="*/ 159 h 296"/>
                <a:gd name="T14" fmla="*/ 141 w 272"/>
                <a:gd name="T15" fmla="*/ 113 h 296"/>
                <a:gd name="T16" fmla="*/ 208 w 272"/>
                <a:gd name="T17" fmla="*/ 45 h 296"/>
                <a:gd name="T18" fmla="*/ 182 w 272"/>
                <a:gd name="T19"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 h="296">
                  <a:moveTo>
                    <a:pt x="182" y="0"/>
                  </a:moveTo>
                  <a:lnTo>
                    <a:pt x="0" y="172"/>
                  </a:lnTo>
                  <a:lnTo>
                    <a:pt x="18" y="214"/>
                  </a:lnTo>
                  <a:lnTo>
                    <a:pt x="241" y="296"/>
                  </a:lnTo>
                  <a:lnTo>
                    <a:pt x="272" y="241"/>
                  </a:lnTo>
                  <a:lnTo>
                    <a:pt x="254" y="150"/>
                  </a:lnTo>
                  <a:lnTo>
                    <a:pt x="182" y="159"/>
                  </a:lnTo>
                  <a:lnTo>
                    <a:pt x="141" y="113"/>
                  </a:lnTo>
                  <a:lnTo>
                    <a:pt x="208" y="45"/>
                  </a:lnTo>
                  <a:lnTo>
                    <a:pt x="18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7" name="Freeform 232">
              <a:extLst>
                <a:ext uri="{FF2B5EF4-FFF2-40B4-BE49-F238E27FC236}">
                  <a16:creationId xmlns:a16="http://schemas.microsoft.com/office/drawing/2014/main" id="{08B912BC-C274-490B-87CC-9CA35073CB30}"/>
                </a:ext>
              </a:extLst>
            </p:cNvPr>
            <p:cNvSpPr>
              <a:spLocks/>
            </p:cNvSpPr>
            <p:nvPr/>
          </p:nvSpPr>
          <p:spPr bwMode="auto">
            <a:xfrm>
              <a:off x="2975769" y="1439068"/>
              <a:ext cx="1711325" cy="1381125"/>
            </a:xfrm>
            <a:custGeom>
              <a:avLst/>
              <a:gdLst>
                <a:gd name="T0" fmla="*/ 503 w 3233"/>
                <a:gd name="T1" fmla="*/ 51 h 2610"/>
                <a:gd name="T2" fmla="*/ 605 w 3233"/>
                <a:gd name="T3" fmla="*/ 141 h 2610"/>
                <a:gd name="T4" fmla="*/ 716 w 3233"/>
                <a:gd name="T5" fmla="*/ 103 h 2610"/>
                <a:gd name="T6" fmla="*/ 964 w 3233"/>
                <a:gd name="T7" fmla="*/ 73 h 2610"/>
                <a:gd name="T8" fmla="*/ 1040 w 3233"/>
                <a:gd name="T9" fmla="*/ 215 h 2610"/>
                <a:gd name="T10" fmla="*/ 1100 w 3233"/>
                <a:gd name="T11" fmla="*/ 159 h 2610"/>
                <a:gd name="T12" fmla="*/ 1348 w 3233"/>
                <a:gd name="T13" fmla="*/ 395 h 2610"/>
                <a:gd name="T14" fmla="*/ 1318 w 3233"/>
                <a:gd name="T15" fmla="*/ 499 h 2610"/>
                <a:gd name="T16" fmla="*/ 1514 w 3233"/>
                <a:gd name="T17" fmla="*/ 624 h 2610"/>
                <a:gd name="T18" fmla="*/ 1578 w 3233"/>
                <a:gd name="T19" fmla="*/ 503 h 2610"/>
                <a:gd name="T20" fmla="*/ 1719 w 3233"/>
                <a:gd name="T21" fmla="*/ 572 h 2610"/>
                <a:gd name="T22" fmla="*/ 1911 w 3233"/>
                <a:gd name="T23" fmla="*/ 645 h 2610"/>
                <a:gd name="T24" fmla="*/ 1957 w 3233"/>
                <a:gd name="T25" fmla="*/ 511 h 2610"/>
                <a:gd name="T26" fmla="*/ 2060 w 3233"/>
                <a:gd name="T27" fmla="*/ 533 h 2610"/>
                <a:gd name="T28" fmla="*/ 2000 w 3233"/>
                <a:gd name="T29" fmla="*/ 714 h 2610"/>
                <a:gd name="T30" fmla="*/ 2115 w 3233"/>
                <a:gd name="T31" fmla="*/ 584 h 2610"/>
                <a:gd name="T32" fmla="*/ 2076 w 3233"/>
                <a:gd name="T33" fmla="*/ 426 h 2610"/>
                <a:gd name="T34" fmla="*/ 2192 w 3233"/>
                <a:gd name="T35" fmla="*/ 318 h 2610"/>
                <a:gd name="T36" fmla="*/ 2248 w 3233"/>
                <a:gd name="T37" fmla="*/ 653 h 2610"/>
                <a:gd name="T38" fmla="*/ 2362 w 3233"/>
                <a:gd name="T39" fmla="*/ 615 h 2610"/>
                <a:gd name="T40" fmla="*/ 2380 w 3233"/>
                <a:gd name="T41" fmla="*/ 735 h 2610"/>
                <a:gd name="T42" fmla="*/ 2584 w 3233"/>
                <a:gd name="T43" fmla="*/ 662 h 2610"/>
                <a:gd name="T44" fmla="*/ 2452 w 3233"/>
                <a:gd name="T45" fmla="*/ 890 h 2610"/>
                <a:gd name="T46" fmla="*/ 2200 w 3233"/>
                <a:gd name="T47" fmla="*/ 881 h 2610"/>
                <a:gd name="T48" fmla="*/ 2175 w 3233"/>
                <a:gd name="T49" fmla="*/ 1006 h 2610"/>
                <a:gd name="T50" fmla="*/ 1894 w 3233"/>
                <a:gd name="T51" fmla="*/ 1153 h 2610"/>
                <a:gd name="T52" fmla="*/ 1744 w 3233"/>
                <a:gd name="T53" fmla="*/ 1384 h 2610"/>
                <a:gd name="T54" fmla="*/ 1867 w 3233"/>
                <a:gd name="T55" fmla="*/ 1505 h 2610"/>
                <a:gd name="T56" fmla="*/ 2188 w 3233"/>
                <a:gd name="T57" fmla="*/ 1715 h 2610"/>
                <a:gd name="T58" fmla="*/ 2140 w 3233"/>
                <a:gd name="T59" fmla="*/ 1969 h 2610"/>
                <a:gd name="T60" fmla="*/ 2260 w 3233"/>
                <a:gd name="T61" fmla="*/ 1913 h 2610"/>
                <a:gd name="T62" fmla="*/ 2376 w 3233"/>
                <a:gd name="T63" fmla="*/ 1736 h 2610"/>
                <a:gd name="T64" fmla="*/ 2436 w 3233"/>
                <a:gd name="T65" fmla="*/ 1488 h 2610"/>
                <a:gd name="T66" fmla="*/ 2742 w 3233"/>
                <a:gd name="T67" fmla="*/ 1281 h 2610"/>
                <a:gd name="T68" fmla="*/ 2794 w 3233"/>
                <a:gd name="T69" fmla="*/ 1530 h 2610"/>
                <a:gd name="T70" fmla="*/ 3028 w 3233"/>
                <a:gd name="T71" fmla="*/ 1457 h 2610"/>
                <a:gd name="T72" fmla="*/ 3228 w 3233"/>
                <a:gd name="T73" fmla="*/ 1947 h 2610"/>
                <a:gd name="T74" fmla="*/ 3063 w 3233"/>
                <a:gd name="T75" fmla="*/ 2085 h 2610"/>
                <a:gd name="T76" fmla="*/ 2811 w 3233"/>
                <a:gd name="T77" fmla="*/ 2132 h 2610"/>
                <a:gd name="T78" fmla="*/ 2576 w 3233"/>
                <a:gd name="T79" fmla="*/ 2244 h 2610"/>
                <a:gd name="T80" fmla="*/ 2777 w 3233"/>
                <a:gd name="T81" fmla="*/ 2201 h 2610"/>
                <a:gd name="T82" fmla="*/ 2768 w 3233"/>
                <a:gd name="T83" fmla="*/ 2322 h 2610"/>
                <a:gd name="T84" fmla="*/ 2823 w 3233"/>
                <a:gd name="T85" fmla="*/ 2442 h 2610"/>
                <a:gd name="T86" fmla="*/ 2900 w 3233"/>
                <a:gd name="T87" fmla="*/ 2391 h 2610"/>
                <a:gd name="T88" fmla="*/ 2879 w 3233"/>
                <a:gd name="T89" fmla="*/ 2494 h 2610"/>
                <a:gd name="T90" fmla="*/ 2726 w 3233"/>
                <a:gd name="T91" fmla="*/ 2567 h 2610"/>
                <a:gd name="T92" fmla="*/ 2649 w 3233"/>
                <a:gd name="T93" fmla="*/ 2515 h 2610"/>
                <a:gd name="T94" fmla="*/ 2631 w 3233"/>
                <a:gd name="T95" fmla="*/ 2464 h 2610"/>
                <a:gd name="T96" fmla="*/ 2598 w 3233"/>
                <a:gd name="T97" fmla="*/ 2301 h 2610"/>
                <a:gd name="T98" fmla="*/ 2499 w 3233"/>
                <a:gd name="T99" fmla="*/ 2412 h 2610"/>
                <a:gd name="T100" fmla="*/ 2120 w 3233"/>
                <a:gd name="T101" fmla="*/ 2533 h 2610"/>
                <a:gd name="T102" fmla="*/ 1860 w 3233"/>
                <a:gd name="T103" fmla="*/ 2576 h 2610"/>
                <a:gd name="T104" fmla="*/ 1911 w 3233"/>
                <a:gd name="T105" fmla="*/ 2335 h 2610"/>
                <a:gd name="T106" fmla="*/ 1781 w 3233"/>
                <a:gd name="T107" fmla="*/ 2187 h 2610"/>
                <a:gd name="T108" fmla="*/ 1521 w 3233"/>
                <a:gd name="T109" fmla="*/ 2062 h 2610"/>
                <a:gd name="T110" fmla="*/ 290 w 3233"/>
                <a:gd name="T111" fmla="*/ 1781 h 2610"/>
                <a:gd name="T112" fmla="*/ 179 w 3233"/>
                <a:gd name="T113" fmla="*/ 1592 h 2610"/>
                <a:gd name="T114" fmla="*/ 187 w 3233"/>
                <a:gd name="T115" fmla="*/ 1471 h 2610"/>
                <a:gd name="T116" fmla="*/ 137 w 3233"/>
                <a:gd name="T117" fmla="*/ 1360 h 2610"/>
                <a:gd name="T118" fmla="*/ 179 w 3233"/>
                <a:gd name="T119" fmla="*/ 912 h 2610"/>
                <a:gd name="T120" fmla="*/ 0 w 3233"/>
                <a:gd name="T121" fmla="*/ 796 h 2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33" h="2610">
                  <a:moveTo>
                    <a:pt x="469" y="0"/>
                  </a:moveTo>
                  <a:lnTo>
                    <a:pt x="503" y="51"/>
                  </a:lnTo>
                  <a:lnTo>
                    <a:pt x="519" y="120"/>
                  </a:lnTo>
                  <a:lnTo>
                    <a:pt x="605" y="141"/>
                  </a:lnTo>
                  <a:lnTo>
                    <a:pt x="664" y="77"/>
                  </a:lnTo>
                  <a:lnTo>
                    <a:pt x="716" y="103"/>
                  </a:lnTo>
                  <a:lnTo>
                    <a:pt x="861" y="116"/>
                  </a:lnTo>
                  <a:lnTo>
                    <a:pt x="964" y="73"/>
                  </a:lnTo>
                  <a:lnTo>
                    <a:pt x="980" y="215"/>
                  </a:lnTo>
                  <a:lnTo>
                    <a:pt x="1040" y="215"/>
                  </a:lnTo>
                  <a:lnTo>
                    <a:pt x="1040" y="155"/>
                  </a:lnTo>
                  <a:lnTo>
                    <a:pt x="1100" y="159"/>
                  </a:lnTo>
                  <a:lnTo>
                    <a:pt x="1249" y="335"/>
                  </a:lnTo>
                  <a:lnTo>
                    <a:pt x="1348" y="395"/>
                  </a:lnTo>
                  <a:lnTo>
                    <a:pt x="1297" y="477"/>
                  </a:lnTo>
                  <a:lnTo>
                    <a:pt x="1318" y="499"/>
                  </a:lnTo>
                  <a:lnTo>
                    <a:pt x="1509" y="537"/>
                  </a:lnTo>
                  <a:lnTo>
                    <a:pt x="1514" y="624"/>
                  </a:lnTo>
                  <a:lnTo>
                    <a:pt x="1565" y="632"/>
                  </a:lnTo>
                  <a:lnTo>
                    <a:pt x="1578" y="503"/>
                  </a:lnTo>
                  <a:lnTo>
                    <a:pt x="1659" y="482"/>
                  </a:lnTo>
                  <a:lnTo>
                    <a:pt x="1719" y="572"/>
                  </a:lnTo>
                  <a:lnTo>
                    <a:pt x="1847" y="632"/>
                  </a:lnTo>
                  <a:lnTo>
                    <a:pt x="1911" y="645"/>
                  </a:lnTo>
                  <a:lnTo>
                    <a:pt x="1953" y="593"/>
                  </a:lnTo>
                  <a:lnTo>
                    <a:pt x="1957" y="511"/>
                  </a:lnTo>
                  <a:lnTo>
                    <a:pt x="2034" y="464"/>
                  </a:lnTo>
                  <a:lnTo>
                    <a:pt x="2060" y="533"/>
                  </a:lnTo>
                  <a:lnTo>
                    <a:pt x="1991" y="653"/>
                  </a:lnTo>
                  <a:lnTo>
                    <a:pt x="2000" y="714"/>
                  </a:lnTo>
                  <a:lnTo>
                    <a:pt x="2039" y="653"/>
                  </a:lnTo>
                  <a:lnTo>
                    <a:pt x="2115" y="584"/>
                  </a:lnTo>
                  <a:lnTo>
                    <a:pt x="2119" y="495"/>
                  </a:lnTo>
                  <a:lnTo>
                    <a:pt x="2076" y="426"/>
                  </a:lnTo>
                  <a:lnTo>
                    <a:pt x="2089" y="370"/>
                  </a:lnTo>
                  <a:lnTo>
                    <a:pt x="2192" y="318"/>
                  </a:lnTo>
                  <a:lnTo>
                    <a:pt x="2239" y="353"/>
                  </a:lnTo>
                  <a:lnTo>
                    <a:pt x="2248" y="653"/>
                  </a:lnTo>
                  <a:lnTo>
                    <a:pt x="2320" y="589"/>
                  </a:lnTo>
                  <a:lnTo>
                    <a:pt x="2362" y="615"/>
                  </a:lnTo>
                  <a:lnTo>
                    <a:pt x="2303" y="718"/>
                  </a:lnTo>
                  <a:lnTo>
                    <a:pt x="2380" y="735"/>
                  </a:lnTo>
                  <a:lnTo>
                    <a:pt x="2490" y="563"/>
                  </a:lnTo>
                  <a:lnTo>
                    <a:pt x="2584" y="662"/>
                  </a:lnTo>
                  <a:lnTo>
                    <a:pt x="2546" y="838"/>
                  </a:lnTo>
                  <a:lnTo>
                    <a:pt x="2452" y="890"/>
                  </a:lnTo>
                  <a:lnTo>
                    <a:pt x="2362" y="847"/>
                  </a:lnTo>
                  <a:lnTo>
                    <a:pt x="2200" y="881"/>
                  </a:lnTo>
                  <a:lnTo>
                    <a:pt x="2217" y="937"/>
                  </a:lnTo>
                  <a:lnTo>
                    <a:pt x="2175" y="1006"/>
                  </a:lnTo>
                  <a:lnTo>
                    <a:pt x="2043" y="1036"/>
                  </a:lnTo>
                  <a:lnTo>
                    <a:pt x="1894" y="1153"/>
                  </a:lnTo>
                  <a:lnTo>
                    <a:pt x="1761" y="1328"/>
                  </a:lnTo>
                  <a:lnTo>
                    <a:pt x="1744" y="1384"/>
                  </a:lnTo>
                  <a:lnTo>
                    <a:pt x="1834" y="1418"/>
                  </a:lnTo>
                  <a:lnTo>
                    <a:pt x="1867" y="1505"/>
                  </a:lnTo>
                  <a:lnTo>
                    <a:pt x="1991" y="1630"/>
                  </a:lnTo>
                  <a:lnTo>
                    <a:pt x="2188" y="1715"/>
                  </a:lnTo>
                  <a:lnTo>
                    <a:pt x="2145" y="1913"/>
                  </a:lnTo>
                  <a:lnTo>
                    <a:pt x="2140" y="1969"/>
                  </a:lnTo>
                  <a:lnTo>
                    <a:pt x="2192" y="2003"/>
                  </a:lnTo>
                  <a:lnTo>
                    <a:pt x="2260" y="1913"/>
                  </a:lnTo>
                  <a:lnTo>
                    <a:pt x="2269" y="1741"/>
                  </a:lnTo>
                  <a:lnTo>
                    <a:pt x="2376" y="1736"/>
                  </a:lnTo>
                  <a:lnTo>
                    <a:pt x="2426" y="1638"/>
                  </a:lnTo>
                  <a:lnTo>
                    <a:pt x="2436" y="1488"/>
                  </a:lnTo>
                  <a:lnTo>
                    <a:pt x="2572" y="1221"/>
                  </a:lnTo>
                  <a:lnTo>
                    <a:pt x="2742" y="1281"/>
                  </a:lnTo>
                  <a:lnTo>
                    <a:pt x="2831" y="1406"/>
                  </a:lnTo>
                  <a:lnTo>
                    <a:pt x="2794" y="1530"/>
                  </a:lnTo>
                  <a:lnTo>
                    <a:pt x="2862" y="1569"/>
                  </a:lnTo>
                  <a:lnTo>
                    <a:pt x="3028" y="1457"/>
                  </a:lnTo>
                  <a:lnTo>
                    <a:pt x="3075" y="1763"/>
                  </a:lnTo>
                  <a:lnTo>
                    <a:pt x="3228" y="1947"/>
                  </a:lnTo>
                  <a:lnTo>
                    <a:pt x="3233" y="2042"/>
                  </a:lnTo>
                  <a:lnTo>
                    <a:pt x="3063" y="2085"/>
                  </a:lnTo>
                  <a:lnTo>
                    <a:pt x="2982" y="2171"/>
                  </a:lnTo>
                  <a:lnTo>
                    <a:pt x="2811" y="2132"/>
                  </a:lnTo>
                  <a:lnTo>
                    <a:pt x="2726" y="2128"/>
                  </a:lnTo>
                  <a:lnTo>
                    <a:pt x="2576" y="2244"/>
                  </a:lnTo>
                  <a:lnTo>
                    <a:pt x="2666" y="2222"/>
                  </a:lnTo>
                  <a:lnTo>
                    <a:pt x="2777" y="2201"/>
                  </a:lnTo>
                  <a:lnTo>
                    <a:pt x="2798" y="2228"/>
                  </a:lnTo>
                  <a:lnTo>
                    <a:pt x="2768" y="2322"/>
                  </a:lnTo>
                  <a:lnTo>
                    <a:pt x="2772" y="2407"/>
                  </a:lnTo>
                  <a:lnTo>
                    <a:pt x="2823" y="2442"/>
                  </a:lnTo>
                  <a:lnTo>
                    <a:pt x="2875" y="2430"/>
                  </a:lnTo>
                  <a:lnTo>
                    <a:pt x="2900" y="2391"/>
                  </a:lnTo>
                  <a:lnTo>
                    <a:pt x="2935" y="2391"/>
                  </a:lnTo>
                  <a:lnTo>
                    <a:pt x="2879" y="2494"/>
                  </a:lnTo>
                  <a:lnTo>
                    <a:pt x="2772" y="2498"/>
                  </a:lnTo>
                  <a:lnTo>
                    <a:pt x="2726" y="2567"/>
                  </a:lnTo>
                  <a:lnTo>
                    <a:pt x="2666" y="2567"/>
                  </a:lnTo>
                  <a:lnTo>
                    <a:pt x="2649" y="2515"/>
                  </a:lnTo>
                  <a:lnTo>
                    <a:pt x="2734" y="2430"/>
                  </a:lnTo>
                  <a:lnTo>
                    <a:pt x="2631" y="2464"/>
                  </a:lnTo>
                  <a:lnTo>
                    <a:pt x="2627" y="2318"/>
                  </a:lnTo>
                  <a:lnTo>
                    <a:pt x="2598" y="2301"/>
                  </a:lnTo>
                  <a:lnTo>
                    <a:pt x="2508" y="2339"/>
                  </a:lnTo>
                  <a:lnTo>
                    <a:pt x="2499" y="2412"/>
                  </a:lnTo>
                  <a:lnTo>
                    <a:pt x="2294" y="2412"/>
                  </a:lnTo>
                  <a:lnTo>
                    <a:pt x="2120" y="2533"/>
                  </a:lnTo>
                  <a:lnTo>
                    <a:pt x="1885" y="2610"/>
                  </a:lnTo>
                  <a:lnTo>
                    <a:pt x="1860" y="2576"/>
                  </a:lnTo>
                  <a:lnTo>
                    <a:pt x="1978" y="2399"/>
                  </a:lnTo>
                  <a:lnTo>
                    <a:pt x="1911" y="2335"/>
                  </a:lnTo>
                  <a:lnTo>
                    <a:pt x="1868" y="2253"/>
                  </a:lnTo>
                  <a:lnTo>
                    <a:pt x="1781" y="2187"/>
                  </a:lnTo>
                  <a:lnTo>
                    <a:pt x="1688" y="2179"/>
                  </a:lnTo>
                  <a:lnTo>
                    <a:pt x="1521" y="2062"/>
                  </a:lnTo>
                  <a:lnTo>
                    <a:pt x="310" y="1863"/>
                  </a:lnTo>
                  <a:lnTo>
                    <a:pt x="290" y="1781"/>
                  </a:lnTo>
                  <a:lnTo>
                    <a:pt x="179" y="1677"/>
                  </a:lnTo>
                  <a:lnTo>
                    <a:pt x="179" y="1592"/>
                  </a:lnTo>
                  <a:lnTo>
                    <a:pt x="197" y="1514"/>
                  </a:lnTo>
                  <a:lnTo>
                    <a:pt x="187" y="1471"/>
                  </a:lnTo>
                  <a:lnTo>
                    <a:pt x="145" y="1429"/>
                  </a:lnTo>
                  <a:lnTo>
                    <a:pt x="137" y="1360"/>
                  </a:lnTo>
                  <a:lnTo>
                    <a:pt x="247" y="1282"/>
                  </a:lnTo>
                  <a:lnTo>
                    <a:pt x="179" y="912"/>
                  </a:lnTo>
                  <a:lnTo>
                    <a:pt x="85" y="908"/>
                  </a:lnTo>
                  <a:lnTo>
                    <a:pt x="0" y="796"/>
                  </a:lnTo>
                  <a:lnTo>
                    <a:pt x="46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8" name="Freeform 233">
              <a:extLst>
                <a:ext uri="{FF2B5EF4-FFF2-40B4-BE49-F238E27FC236}">
                  <a16:creationId xmlns:a16="http://schemas.microsoft.com/office/drawing/2014/main" id="{A70CAC7E-C41F-4D13-A0DD-61B2DE2B4E65}"/>
                </a:ext>
              </a:extLst>
            </p:cNvPr>
            <p:cNvSpPr>
              <a:spLocks/>
            </p:cNvSpPr>
            <p:nvPr/>
          </p:nvSpPr>
          <p:spPr bwMode="auto">
            <a:xfrm>
              <a:off x="2961482" y="2432843"/>
              <a:ext cx="1395413" cy="903288"/>
            </a:xfrm>
            <a:custGeom>
              <a:avLst/>
              <a:gdLst>
                <a:gd name="T0" fmla="*/ 333 w 2637"/>
                <a:gd name="T1" fmla="*/ 0 h 1707"/>
                <a:gd name="T2" fmla="*/ 316 w 2637"/>
                <a:gd name="T3" fmla="*/ 69 h 1707"/>
                <a:gd name="T4" fmla="*/ 257 w 2637"/>
                <a:gd name="T5" fmla="*/ 31 h 1707"/>
                <a:gd name="T6" fmla="*/ 227 w 2637"/>
                <a:gd name="T7" fmla="*/ 31 h 1707"/>
                <a:gd name="T8" fmla="*/ 209 w 2637"/>
                <a:gd name="T9" fmla="*/ 104 h 1707"/>
                <a:gd name="T10" fmla="*/ 0 w 2637"/>
                <a:gd name="T11" fmla="*/ 573 h 1707"/>
                <a:gd name="T12" fmla="*/ 56 w 2637"/>
                <a:gd name="T13" fmla="*/ 981 h 1707"/>
                <a:gd name="T14" fmla="*/ 124 w 2637"/>
                <a:gd name="T15" fmla="*/ 1015 h 1707"/>
                <a:gd name="T16" fmla="*/ 137 w 2637"/>
                <a:gd name="T17" fmla="*/ 1127 h 1707"/>
                <a:gd name="T18" fmla="*/ 278 w 2637"/>
                <a:gd name="T19" fmla="*/ 1127 h 1707"/>
                <a:gd name="T20" fmla="*/ 414 w 2637"/>
                <a:gd name="T21" fmla="*/ 1230 h 1707"/>
                <a:gd name="T22" fmla="*/ 683 w 2637"/>
                <a:gd name="T23" fmla="*/ 1256 h 1707"/>
                <a:gd name="T24" fmla="*/ 713 w 2637"/>
                <a:gd name="T25" fmla="*/ 1393 h 1707"/>
                <a:gd name="T26" fmla="*/ 755 w 2637"/>
                <a:gd name="T27" fmla="*/ 1424 h 1707"/>
                <a:gd name="T28" fmla="*/ 815 w 2637"/>
                <a:gd name="T29" fmla="*/ 1364 h 1707"/>
                <a:gd name="T30" fmla="*/ 862 w 2637"/>
                <a:gd name="T31" fmla="*/ 1385 h 1707"/>
                <a:gd name="T32" fmla="*/ 905 w 2637"/>
                <a:gd name="T33" fmla="*/ 1583 h 1707"/>
                <a:gd name="T34" fmla="*/ 978 w 2637"/>
                <a:gd name="T35" fmla="*/ 1630 h 1707"/>
                <a:gd name="T36" fmla="*/ 1038 w 2637"/>
                <a:gd name="T37" fmla="*/ 1518 h 1707"/>
                <a:gd name="T38" fmla="*/ 1220 w 2637"/>
                <a:gd name="T39" fmla="*/ 1385 h 1707"/>
                <a:gd name="T40" fmla="*/ 1340 w 2637"/>
                <a:gd name="T41" fmla="*/ 1441 h 1707"/>
                <a:gd name="T42" fmla="*/ 1443 w 2637"/>
                <a:gd name="T43" fmla="*/ 1449 h 1707"/>
                <a:gd name="T44" fmla="*/ 1447 w 2637"/>
                <a:gd name="T45" fmla="*/ 1385 h 1707"/>
                <a:gd name="T46" fmla="*/ 1660 w 2637"/>
                <a:gd name="T47" fmla="*/ 1389 h 1707"/>
                <a:gd name="T48" fmla="*/ 1702 w 2637"/>
                <a:gd name="T49" fmla="*/ 1437 h 1707"/>
                <a:gd name="T50" fmla="*/ 1711 w 2637"/>
                <a:gd name="T51" fmla="*/ 1543 h 1707"/>
                <a:gd name="T52" fmla="*/ 1685 w 2637"/>
                <a:gd name="T53" fmla="*/ 1604 h 1707"/>
                <a:gd name="T54" fmla="*/ 1716 w 2637"/>
                <a:gd name="T55" fmla="*/ 1707 h 1707"/>
                <a:gd name="T56" fmla="*/ 1779 w 2637"/>
                <a:gd name="T57" fmla="*/ 1707 h 1707"/>
                <a:gd name="T58" fmla="*/ 1843 w 2637"/>
                <a:gd name="T59" fmla="*/ 1608 h 1707"/>
                <a:gd name="T60" fmla="*/ 1818 w 2637"/>
                <a:gd name="T61" fmla="*/ 1561 h 1707"/>
                <a:gd name="T62" fmla="*/ 1793 w 2637"/>
                <a:gd name="T63" fmla="*/ 1458 h 1707"/>
                <a:gd name="T64" fmla="*/ 1831 w 2637"/>
                <a:gd name="T65" fmla="*/ 1341 h 1707"/>
                <a:gd name="T66" fmla="*/ 2006 w 2637"/>
                <a:gd name="T67" fmla="*/ 1191 h 1707"/>
                <a:gd name="T68" fmla="*/ 2138 w 2637"/>
                <a:gd name="T69" fmla="*/ 1153 h 1707"/>
                <a:gd name="T70" fmla="*/ 2120 w 2637"/>
                <a:gd name="T71" fmla="*/ 1028 h 1707"/>
                <a:gd name="T72" fmla="*/ 2304 w 2637"/>
                <a:gd name="T73" fmla="*/ 830 h 1707"/>
                <a:gd name="T74" fmla="*/ 2488 w 2637"/>
                <a:gd name="T75" fmla="*/ 800 h 1707"/>
                <a:gd name="T76" fmla="*/ 2457 w 2637"/>
                <a:gd name="T77" fmla="*/ 697 h 1707"/>
                <a:gd name="T78" fmla="*/ 2637 w 2637"/>
                <a:gd name="T79" fmla="*/ 594 h 1707"/>
                <a:gd name="T80" fmla="*/ 2637 w 2637"/>
                <a:gd name="T81" fmla="*/ 456 h 1707"/>
                <a:gd name="T82" fmla="*/ 2620 w 2637"/>
                <a:gd name="T83" fmla="*/ 448 h 1707"/>
                <a:gd name="T84" fmla="*/ 2556 w 2637"/>
                <a:gd name="T85" fmla="*/ 469 h 1707"/>
                <a:gd name="T86" fmla="*/ 2547 w 2637"/>
                <a:gd name="T87" fmla="*/ 554 h 1707"/>
                <a:gd name="T88" fmla="*/ 2335 w 2637"/>
                <a:gd name="T89" fmla="*/ 556 h 1707"/>
                <a:gd name="T90" fmla="*/ 2167 w 2637"/>
                <a:gd name="T91" fmla="*/ 667 h 1707"/>
                <a:gd name="T92" fmla="*/ 1905 w 2637"/>
                <a:gd name="T93" fmla="*/ 753 h 1707"/>
                <a:gd name="T94" fmla="*/ 1864 w 2637"/>
                <a:gd name="T95" fmla="*/ 701 h 1707"/>
                <a:gd name="T96" fmla="*/ 1982 w 2637"/>
                <a:gd name="T97" fmla="*/ 521 h 1707"/>
                <a:gd name="T98" fmla="*/ 1924 w 2637"/>
                <a:gd name="T99" fmla="*/ 465 h 1707"/>
                <a:gd name="T100" fmla="*/ 1884 w 2637"/>
                <a:gd name="T101" fmla="*/ 389 h 1707"/>
                <a:gd name="T102" fmla="*/ 1802 w 2637"/>
                <a:gd name="T103" fmla="*/ 323 h 1707"/>
                <a:gd name="T104" fmla="*/ 1711 w 2637"/>
                <a:gd name="T105" fmla="*/ 315 h 1707"/>
                <a:gd name="T106" fmla="*/ 1542 w 2637"/>
                <a:gd name="T107" fmla="*/ 199 h 1707"/>
                <a:gd name="T108" fmla="*/ 333 w 2637"/>
                <a:gd name="T109" fmla="*/ 0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37" h="1707">
                  <a:moveTo>
                    <a:pt x="333" y="0"/>
                  </a:moveTo>
                  <a:lnTo>
                    <a:pt x="316" y="69"/>
                  </a:lnTo>
                  <a:lnTo>
                    <a:pt x="257" y="31"/>
                  </a:lnTo>
                  <a:lnTo>
                    <a:pt x="227" y="31"/>
                  </a:lnTo>
                  <a:lnTo>
                    <a:pt x="209" y="104"/>
                  </a:lnTo>
                  <a:lnTo>
                    <a:pt x="0" y="573"/>
                  </a:lnTo>
                  <a:lnTo>
                    <a:pt x="56" y="981"/>
                  </a:lnTo>
                  <a:lnTo>
                    <a:pt x="124" y="1015"/>
                  </a:lnTo>
                  <a:lnTo>
                    <a:pt x="137" y="1127"/>
                  </a:lnTo>
                  <a:lnTo>
                    <a:pt x="278" y="1127"/>
                  </a:lnTo>
                  <a:lnTo>
                    <a:pt x="414" y="1230"/>
                  </a:lnTo>
                  <a:lnTo>
                    <a:pt x="683" y="1256"/>
                  </a:lnTo>
                  <a:lnTo>
                    <a:pt x="713" y="1393"/>
                  </a:lnTo>
                  <a:lnTo>
                    <a:pt x="755" y="1424"/>
                  </a:lnTo>
                  <a:lnTo>
                    <a:pt x="815" y="1364"/>
                  </a:lnTo>
                  <a:lnTo>
                    <a:pt x="862" y="1385"/>
                  </a:lnTo>
                  <a:lnTo>
                    <a:pt x="905" y="1583"/>
                  </a:lnTo>
                  <a:lnTo>
                    <a:pt x="978" y="1630"/>
                  </a:lnTo>
                  <a:lnTo>
                    <a:pt x="1038" y="1518"/>
                  </a:lnTo>
                  <a:lnTo>
                    <a:pt x="1220" y="1385"/>
                  </a:lnTo>
                  <a:lnTo>
                    <a:pt x="1340" y="1441"/>
                  </a:lnTo>
                  <a:lnTo>
                    <a:pt x="1443" y="1449"/>
                  </a:lnTo>
                  <a:lnTo>
                    <a:pt x="1447" y="1385"/>
                  </a:lnTo>
                  <a:lnTo>
                    <a:pt x="1660" y="1389"/>
                  </a:lnTo>
                  <a:lnTo>
                    <a:pt x="1702" y="1437"/>
                  </a:lnTo>
                  <a:lnTo>
                    <a:pt x="1711" y="1543"/>
                  </a:lnTo>
                  <a:lnTo>
                    <a:pt x="1685" y="1604"/>
                  </a:lnTo>
                  <a:lnTo>
                    <a:pt x="1716" y="1707"/>
                  </a:lnTo>
                  <a:lnTo>
                    <a:pt x="1779" y="1707"/>
                  </a:lnTo>
                  <a:lnTo>
                    <a:pt x="1843" y="1608"/>
                  </a:lnTo>
                  <a:lnTo>
                    <a:pt x="1818" y="1561"/>
                  </a:lnTo>
                  <a:lnTo>
                    <a:pt x="1793" y="1458"/>
                  </a:lnTo>
                  <a:lnTo>
                    <a:pt x="1831" y="1341"/>
                  </a:lnTo>
                  <a:lnTo>
                    <a:pt x="2006" y="1191"/>
                  </a:lnTo>
                  <a:lnTo>
                    <a:pt x="2138" y="1153"/>
                  </a:lnTo>
                  <a:lnTo>
                    <a:pt x="2120" y="1028"/>
                  </a:lnTo>
                  <a:lnTo>
                    <a:pt x="2304" y="830"/>
                  </a:lnTo>
                  <a:lnTo>
                    <a:pt x="2488" y="800"/>
                  </a:lnTo>
                  <a:lnTo>
                    <a:pt x="2457" y="697"/>
                  </a:lnTo>
                  <a:lnTo>
                    <a:pt x="2637" y="594"/>
                  </a:lnTo>
                  <a:lnTo>
                    <a:pt x="2637" y="456"/>
                  </a:lnTo>
                  <a:lnTo>
                    <a:pt x="2620" y="448"/>
                  </a:lnTo>
                  <a:lnTo>
                    <a:pt x="2556" y="469"/>
                  </a:lnTo>
                  <a:lnTo>
                    <a:pt x="2547" y="554"/>
                  </a:lnTo>
                  <a:lnTo>
                    <a:pt x="2335" y="556"/>
                  </a:lnTo>
                  <a:lnTo>
                    <a:pt x="2167" y="667"/>
                  </a:lnTo>
                  <a:lnTo>
                    <a:pt x="1905" y="753"/>
                  </a:lnTo>
                  <a:lnTo>
                    <a:pt x="1864" y="701"/>
                  </a:lnTo>
                  <a:lnTo>
                    <a:pt x="1982" y="521"/>
                  </a:lnTo>
                  <a:lnTo>
                    <a:pt x="1924" y="465"/>
                  </a:lnTo>
                  <a:lnTo>
                    <a:pt x="1884" y="389"/>
                  </a:lnTo>
                  <a:lnTo>
                    <a:pt x="1802" y="323"/>
                  </a:lnTo>
                  <a:lnTo>
                    <a:pt x="1711" y="315"/>
                  </a:lnTo>
                  <a:lnTo>
                    <a:pt x="1542" y="199"/>
                  </a:lnTo>
                  <a:lnTo>
                    <a:pt x="33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69" name="Freeform 234">
              <a:extLst>
                <a:ext uri="{FF2B5EF4-FFF2-40B4-BE49-F238E27FC236}">
                  <a16:creationId xmlns:a16="http://schemas.microsoft.com/office/drawing/2014/main" id="{E010214F-A0DC-4D7B-B76E-D65A1A42FA5A}"/>
                </a:ext>
              </a:extLst>
            </p:cNvPr>
            <p:cNvSpPr>
              <a:spLocks/>
            </p:cNvSpPr>
            <p:nvPr/>
          </p:nvSpPr>
          <p:spPr bwMode="auto">
            <a:xfrm>
              <a:off x="2988469" y="2161381"/>
              <a:ext cx="38100" cy="111125"/>
            </a:xfrm>
            <a:custGeom>
              <a:avLst/>
              <a:gdLst>
                <a:gd name="T0" fmla="*/ 28 w 72"/>
                <a:gd name="T1" fmla="*/ 0 h 210"/>
                <a:gd name="T2" fmla="*/ 0 w 72"/>
                <a:gd name="T3" fmla="*/ 56 h 210"/>
                <a:gd name="T4" fmla="*/ 10 w 72"/>
                <a:gd name="T5" fmla="*/ 95 h 210"/>
                <a:gd name="T6" fmla="*/ 28 w 72"/>
                <a:gd name="T7" fmla="*/ 107 h 210"/>
                <a:gd name="T8" fmla="*/ 24 w 72"/>
                <a:gd name="T9" fmla="*/ 124 h 210"/>
                <a:gd name="T10" fmla="*/ 4 w 72"/>
                <a:gd name="T11" fmla="*/ 129 h 210"/>
                <a:gd name="T12" fmla="*/ 10 w 72"/>
                <a:gd name="T13" fmla="*/ 188 h 210"/>
                <a:gd name="T14" fmla="*/ 31 w 72"/>
                <a:gd name="T15" fmla="*/ 210 h 210"/>
                <a:gd name="T16" fmla="*/ 49 w 72"/>
                <a:gd name="T17" fmla="*/ 191 h 210"/>
                <a:gd name="T18" fmla="*/ 27 w 72"/>
                <a:gd name="T19" fmla="*/ 134 h 210"/>
                <a:gd name="T20" fmla="*/ 41 w 72"/>
                <a:gd name="T21" fmla="*/ 88 h 210"/>
                <a:gd name="T22" fmla="*/ 72 w 72"/>
                <a:gd name="T23" fmla="*/ 45 h 210"/>
                <a:gd name="T24" fmla="*/ 49 w 72"/>
                <a:gd name="T25" fmla="*/ 6 h 210"/>
                <a:gd name="T26" fmla="*/ 28 w 72"/>
                <a:gd name="T2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210">
                  <a:moveTo>
                    <a:pt x="28" y="0"/>
                  </a:moveTo>
                  <a:lnTo>
                    <a:pt x="0" y="56"/>
                  </a:lnTo>
                  <a:lnTo>
                    <a:pt x="10" y="95"/>
                  </a:lnTo>
                  <a:lnTo>
                    <a:pt x="28" y="107"/>
                  </a:lnTo>
                  <a:lnTo>
                    <a:pt x="24" y="124"/>
                  </a:lnTo>
                  <a:lnTo>
                    <a:pt x="4" y="129"/>
                  </a:lnTo>
                  <a:lnTo>
                    <a:pt x="10" y="188"/>
                  </a:lnTo>
                  <a:lnTo>
                    <a:pt x="31" y="210"/>
                  </a:lnTo>
                  <a:lnTo>
                    <a:pt x="49" y="191"/>
                  </a:lnTo>
                  <a:lnTo>
                    <a:pt x="27" y="134"/>
                  </a:lnTo>
                  <a:lnTo>
                    <a:pt x="41" y="88"/>
                  </a:lnTo>
                  <a:lnTo>
                    <a:pt x="72" y="45"/>
                  </a:lnTo>
                  <a:lnTo>
                    <a:pt x="49" y="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0" name="Freeform 235">
              <a:extLst>
                <a:ext uri="{FF2B5EF4-FFF2-40B4-BE49-F238E27FC236}">
                  <a16:creationId xmlns:a16="http://schemas.microsoft.com/office/drawing/2014/main" id="{2E6B303E-9BF2-4553-B17B-9ABB775CA562}"/>
                </a:ext>
              </a:extLst>
            </p:cNvPr>
            <p:cNvSpPr>
              <a:spLocks/>
            </p:cNvSpPr>
            <p:nvPr/>
          </p:nvSpPr>
          <p:spPr bwMode="auto">
            <a:xfrm>
              <a:off x="3039269" y="2339181"/>
              <a:ext cx="79375" cy="96838"/>
            </a:xfrm>
            <a:custGeom>
              <a:avLst/>
              <a:gdLst>
                <a:gd name="T0" fmla="*/ 27 w 150"/>
                <a:gd name="T1" fmla="*/ 0 h 183"/>
                <a:gd name="T2" fmla="*/ 0 w 150"/>
                <a:gd name="T3" fmla="*/ 10 h 183"/>
                <a:gd name="T4" fmla="*/ 49 w 150"/>
                <a:gd name="T5" fmla="*/ 66 h 183"/>
                <a:gd name="T6" fmla="*/ 60 w 150"/>
                <a:gd name="T7" fmla="*/ 132 h 183"/>
                <a:gd name="T8" fmla="*/ 109 w 150"/>
                <a:gd name="T9" fmla="*/ 183 h 183"/>
                <a:gd name="T10" fmla="*/ 150 w 150"/>
                <a:gd name="T11" fmla="*/ 176 h 183"/>
                <a:gd name="T12" fmla="*/ 150 w 150"/>
                <a:gd name="T13" fmla="*/ 108 h 183"/>
                <a:gd name="T14" fmla="*/ 100 w 150"/>
                <a:gd name="T15" fmla="*/ 78 h 183"/>
                <a:gd name="T16" fmla="*/ 27 w 150"/>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183">
                  <a:moveTo>
                    <a:pt x="27" y="0"/>
                  </a:moveTo>
                  <a:lnTo>
                    <a:pt x="0" y="10"/>
                  </a:lnTo>
                  <a:lnTo>
                    <a:pt x="49" y="66"/>
                  </a:lnTo>
                  <a:lnTo>
                    <a:pt x="60" y="132"/>
                  </a:lnTo>
                  <a:lnTo>
                    <a:pt x="109" y="183"/>
                  </a:lnTo>
                  <a:lnTo>
                    <a:pt x="150" y="176"/>
                  </a:lnTo>
                  <a:lnTo>
                    <a:pt x="150" y="108"/>
                  </a:lnTo>
                  <a:lnTo>
                    <a:pt x="100" y="78"/>
                  </a:lnTo>
                  <a:lnTo>
                    <a:pt x="27"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1" name="Freeform 236">
              <a:extLst>
                <a:ext uri="{FF2B5EF4-FFF2-40B4-BE49-F238E27FC236}">
                  <a16:creationId xmlns:a16="http://schemas.microsoft.com/office/drawing/2014/main" id="{9C4DF282-9E6E-46BA-82BA-D9EE1BAD3B8D}"/>
                </a:ext>
              </a:extLst>
            </p:cNvPr>
            <p:cNvSpPr>
              <a:spLocks/>
            </p:cNvSpPr>
            <p:nvPr/>
          </p:nvSpPr>
          <p:spPr bwMode="auto">
            <a:xfrm>
              <a:off x="3556794" y="3550443"/>
              <a:ext cx="107950" cy="128588"/>
            </a:xfrm>
            <a:custGeom>
              <a:avLst/>
              <a:gdLst>
                <a:gd name="T0" fmla="*/ 0 w 203"/>
                <a:gd name="T1" fmla="*/ 170 h 245"/>
                <a:gd name="T2" fmla="*/ 101 w 203"/>
                <a:gd name="T3" fmla="*/ 245 h 245"/>
                <a:gd name="T4" fmla="*/ 203 w 203"/>
                <a:gd name="T5" fmla="*/ 118 h 245"/>
                <a:gd name="T6" fmla="*/ 186 w 203"/>
                <a:gd name="T7" fmla="*/ 91 h 245"/>
                <a:gd name="T8" fmla="*/ 151 w 203"/>
                <a:gd name="T9" fmla="*/ 90 h 245"/>
                <a:gd name="T10" fmla="*/ 151 w 203"/>
                <a:gd name="T11" fmla="*/ 16 h 245"/>
                <a:gd name="T12" fmla="*/ 125 w 203"/>
                <a:gd name="T13" fmla="*/ 0 h 245"/>
                <a:gd name="T14" fmla="*/ 46 w 203"/>
                <a:gd name="T15" fmla="*/ 23 h 245"/>
                <a:gd name="T16" fmla="*/ 76 w 203"/>
                <a:gd name="T17" fmla="*/ 93 h 245"/>
                <a:gd name="T18" fmla="*/ 0 w 203"/>
                <a:gd name="T19" fmla="*/ 17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45">
                  <a:moveTo>
                    <a:pt x="0" y="170"/>
                  </a:moveTo>
                  <a:lnTo>
                    <a:pt x="101" y="245"/>
                  </a:lnTo>
                  <a:lnTo>
                    <a:pt x="203" y="118"/>
                  </a:lnTo>
                  <a:lnTo>
                    <a:pt x="186" y="91"/>
                  </a:lnTo>
                  <a:lnTo>
                    <a:pt x="151" y="90"/>
                  </a:lnTo>
                  <a:lnTo>
                    <a:pt x="151" y="16"/>
                  </a:lnTo>
                  <a:lnTo>
                    <a:pt x="125" y="0"/>
                  </a:lnTo>
                  <a:lnTo>
                    <a:pt x="46" y="23"/>
                  </a:lnTo>
                  <a:lnTo>
                    <a:pt x="76" y="93"/>
                  </a:lnTo>
                  <a:lnTo>
                    <a:pt x="0" y="1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2" name="Freeform 237">
              <a:extLst>
                <a:ext uri="{FF2B5EF4-FFF2-40B4-BE49-F238E27FC236}">
                  <a16:creationId xmlns:a16="http://schemas.microsoft.com/office/drawing/2014/main" id="{A1A7A8A0-2F15-40A5-823B-A399EF6E57E9}"/>
                </a:ext>
              </a:extLst>
            </p:cNvPr>
            <p:cNvSpPr>
              <a:spLocks/>
            </p:cNvSpPr>
            <p:nvPr/>
          </p:nvSpPr>
          <p:spPr bwMode="auto">
            <a:xfrm>
              <a:off x="3644107" y="3612356"/>
              <a:ext cx="134938" cy="100013"/>
            </a:xfrm>
            <a:custGeom>
              <a:avLst/>
              <a:gdLst>
                <a:gd name="T0" fmla="*/ 52 w 257"/>
                <a:gd name="T1" fmla="*/ 6 h 190"/>
                <a:gd name="T2" fmla="*/ 210 w 257"/>
                <a:gd name="T3" fmla="*/ 0 h 190"/>
                <a:gd name="T4" fmla="*/ 257 w 257"/>
                <a:gd name="T5" fmla="*/ 55 h 190"/>
                <a:gd name="T6" fmla="*/ 229 w 257"/>
                <a:gd name="T7" fmla="*/ 49 h 190"/>
                <a:gd name="T8" fmla="*/ 172 w 257"/>
                <a:gd name="T9" fmla="*/ 51 h 190"/>
                <a:gd name="T10" fmla="*/ 99 w 257"/>
                <a:gd name="T11" fmla="*/ 120 h 190"/>
                <a:gd name="T12" fmla="*/ 66 w 257"/>
                <a:gd name="T13" fmla="*/ 190 h 190"/>
                <a:gd name="T14" fmla="*/ 46 w 257"/>
                <a:gd name="T15" fmla="*/ 179 h 190"/>
                <a:gd name="T16" fmla="*/ 46 w 257"/>
                <a:gd name="T17" fmla="*/ 103 h 190"/>
                <a:gd name="T18" fmla="*/ 0 w 257"/>
                <a:gd name="T19" fmla="*/ 73 h 190"/>
                <a:gd name="T20" fmla="*/ 52 w 257"/>
                <a:gd name="T21" fmla="*/ 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190">
                  <a:moveTo>
                    <a:pt x="52" y="6"/>
                  </a:moveTo>
                  <a:lnTo>
                    <a:pt x="210" y="0"/>
                  </a:lnTo>
                  <a:lnTo>
                    <a:pt x="257" y="55"/>
                  </a:lnTo>
                  <a:lnTo>
                    <a:pt x="229" y="49"/>
                  </a:lnTo>
                  <a:lnTo>
                    <a:pt x="172" y="51"/>
                  </a:lnTo>
                  <a:lnTo>
                    <a:pt x="99" y="120"/>
                  </a:lnTo>
                  <a:lnTo>
                    <a:pt x="66" y="190"/>
                  </a:lnTo>
                  <a:lnTo>
                    <a:pt x="46" y="179"/>
                  </a:lnTo>
                  <a:lnTo>
                    <a:pt x="46" y="103"/>
                  </a:lnTo>
                  <a:lnTo>
                    <a:pt x="0" y="73"/>
                  </a:lnTo>
                  <a:lnTo>
                    <a:pt x="52" y="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3" name="Freeform 238">
              <a:extLst>
                <a:ext uri="{FF2B5EF4-FFF2-40B4-BE49-F238E27FC236}">
                  <a16:creationId xmlns:a16="http://schemas.microsoft.com/office/drawing/2014/main" id="{852C56E5-D63B-4546-912E-2430B398979B}"/>
                </a:ext>
              </a:extLst>
            </p:cNvPr>
            <p:cNvSpPr>
              <a:spLocks/>
            </p:cNvSpPr>
            <p:nvPr/>
          </p:nvSpPr>
          <p:spPr bwMode="auto">
            <a:xfrm>
              <a:off x="3618707" y="3658393"/>
              <a:ext cx="41275" cy="46038"/>
            </a:xfrm>
            <a:custGeom>
              <a:avLst/>
              <a:gdLst>
                <a:gd name="T0" fmla="*/ 0 w 80"/>
                <a:gd name="T1" fmla="*/ 48 h 88"/>
                <a:gd name="T2" fmla="*/ 80 w 80"/>
                <a:gd name="T3" fmla="*/ 88 h 88"/>
                <a:gd name="T4" fmla="*/ 79 w 80"/>
                <a:gd name="T5" fmla="*/ 24 h 88"/>
                <a:gd name="T6" fmla="*/ 37 w 80"/>
                <a:gd name="T7" fmla="*/ 0 h 88"/>
                <a:gd name="T8" fmla="*/ 0 w 80"/>
                <a:gd name="T9" fmla="*/ 48 h 88"/>
              </a:gdLst>
              <a:ahLst/>
              <a:cxnLst>
                <a:cxn ang="0">
                  <a:pos x="T0" y="T1"/>
                </a:cxn>
                <a:cxn ang="0">
                  <a:pos x="T2" y="T3"/>
                </a:cxn>
                <a:cxn ang="0">
                  <a:pos x="T4" y="T5"/>
                </a:cxn>
                <a:cxn ang="0">
                  <a:pos x="T6" y="T7"/>
                </a:cxn>
                <a:cxn ang="0">
                  <a:pos x="T8" y="T9"/>
                </a:cxn>
              </a:cxnLst>
              <a:rect l="0" t="0" r="r" b="b"/>
              <a:pathLst>
                <a:path w="80" h="88">
                  <a:moveTo>
                    <a:pt x="0" y="48"/>
                  </a:moveTo>
                  <a:lnTo>
                    <a:pt x="80" y="88"/>
                  </a:lnTo>
                  <a:lnTo>
                    <a:pt x="79" y="24"/>
                  </a:lnTo>
                  <a:lnTo>
                    <a:pt x="37" y="0"/>
                  </a:lnTo>
                  <a:lnTo>
                    <a:pt x="0" y="4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4" name="Freeform 239">
              <a:extLst>
                <a:ext uri="{FF2B5EF4-FFF2-40B4-BE49-F238E27FC236}">
                  <a16:creationId xmlns:a16="http://schemas.microsoft.com/office/drawing/2014/main" id="{77CE18BB-763A-4979-B863-83F9B3BFD180}"/>
                </a:ext>
              </a:extLst>
            </p:cNvPr>
            <p:cNvSpPr>
              <a:spLocks/>
            </p:cNvSpPr>
            <p:nvPr/>
          </p:nvSpPr>
          <p:spPr bwMode="auto">
            <a:xfrm>
              <a:off x="3685382" y="3645693"/>
              <a:ext cx="98425" cy="111125"/>
            </a:xfrm>
            <a:custGeom>
              <a:avLst/>
              <a:gdLst>
                <a:gd name="T0" fmla="*/ 149 w 187"/>
                <a:gd name="T1" fmla="*/ 0 h 209"/>
                <a:gd name="T2" fmla="*/ 186 w 187"/>
                <a:gd name="T3" fmla="*/ 8 h 209"/>
                <a:gd name="T4" fmla="*/ 187 w 187"/>
                <a:gd name="T5" fmla="*/ 84 h 209"/>
                <a:gd name="T6" fmla="*/ 144 w 187"/>
                <a:gd name="T7" fmla="*/ 209 h 209"/>
                <a:gd name="T8" fmla="*/ 26 w 187"/>
                <a:gd name="T9" fmla="*/ 197 h 209"/>
                <a:gd name="T10" fmla="*/ 0 w 187"/>
                <a:gd name="T11" fmla="*/ 138 h 209"/>
                <a:gd name="T12" fmla="*/ 35 w 187"/>
                <a:gd name="T13" fmla="*/ 64 h 209"/>
                <a:gd name="T14" fmla="*/ 101 w 187"/>
                <a:gd name="T15" fmla="*/ 3 h 209"/>
                <a:gd name="T16" fmla="*/ 149 w 187"/>
                <a:gd name="T1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 h="209">
                  <a:moveTo>
                    <a:pt x="149" y="0"/>
                  </a:moveTo>
                  <a:lnTo>
                    <a:pt x="186" y="8"/>
                  </a:lnTo>
                  <a:lnTo>
                    <a:pt x="187" y="84"/>
                  </a:lnTo>
                  <a:lnTo>
                    <a:pt x="144" y="209"/>
                  </a:lnTo>
                  <a:lnTo>
                    <a:pt x="26" y="197"/>
                  </a:lnTo>
                  <a:lnTo>
                    <a:pt x="0" y="138"/>
                  </a:lnTo>
                  <a:lnTo>
                    <a:pt x="35" y="64"/>
                  </a:lnTo>
                  <a:lnTo>
                    <a:pt x="101" y="3"/>
                  </a:lnTo>
                  <a:lnTo>
                    <a:pt x="14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5" name="Freeform 240">
              <a:extLst>
                <a:ext uri="{FF2B5EF4-FFF2-40B4-BE49-F238E27FC236}">
                  <a16:creationId xmlns:a16="http://schemas.microsoft.com/office/drawing/2014/main" id="{EE2E5C37-EB8A-4224-81E3-6BD933344CB5}"/>
                </a:ext>
              </a:extLst>
            </p:cNvPr>
            <p:cNvSpPr>
              <a:spLocks/>
            </p:cNvSpPr>
            <p:nvPr/>
          </p:nvSpPr>
          <p:spPr bwMode="auto">
            <a:xfrm>
              <a:off x="3699669" y="3758406"/>
              <a:ext cx="84138" cy="82550"/>
            </a:xfrm>
            <a:custGeom>
              <a:avLst/>
              <a:gdLst>
                <a:gd name="T0" fmla="*/ 113 w 157"/>
                <a:gd name="T1" fmla="*/ 8 h 158"/>
                <a:gd name="T2" fmla="*/ 138 w 157"/>
                <a:gd name="T3" fmla="*/ 54 h 158"/>
                <a:gd name="T4" fmla="*/ 157 w 157"/>
                <a:gd name="T5" fmla="*/ 81 h 158"/>
                <a:gd name="T6" fmla="*/ 131 w 157"/>
                <a:gd name="T7" fmla="*/ 158 h 158"/>
                <a:gd name="T8" fmla="*/ 81 w 157"/>
                <a:gd name="T9" fmla="*/ 123 h 158"/>
                <a:gd name="T10" fmla="*/ 0 w 157"/>
                <a:gd name="T11" fmla="*/ 48 h 158"/>
                <a:gd name="T12" fmla="*/ 0 w 157"/>
                <a:gd name="T13" fmla="*/ 0 h 158"/>
                <a:gd name="T14" fmla="*/ 113 w 157"/>
                <a:gd name="T15" fmla="*/ 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58">
                  <a:moveTo>
                    <a:pt x="113" y="8"/>
                  </a:moveTo>
                  <a:lnTo>
                    <a:pt x="138" y="54"/>
                  </a:lnTo>
                  <a:lnTo>
                    <a:pt x="157" y="81"/>
                  </a:lnTo>
                  <a:lnTo>
                    <a:pt x="131" y="158"/>
                  </a:lnTo>
                  <a:lnTo>
                    <a:pt x="81" y="123"/>
                  </a:lnTo>
                  <a:lnTo>
                    <a:pt x="0" y="48"/>
                  </a:lnTo>
                  <a:lnTo>
                    <a:pt x="0" y="0"/>
                  </a:lnTo>
                  <a:lnTo>
                    <a:pt x="113" y="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6" name="Freeform 241">
              <a:extLst>
                <a:ext uri="{FF2B5EF4-FFF2-40B4-BE49-F238E27FC236}">
                  <a16:creationId xmlns:a16="http://schemas.microsoft.com/office/drawing/2014/main" id="{96488E5C-D7D8-471E-A860-C5F9ADEC7C93}"/>
                </a:ext>
              </a:extLst>
            </p:cNvPr>
            <p:cNvSpPr>
              <a:spLocks/>
            </p:cNvSpPr>
            <p:nvPr/>
          </p:nvSpPr>
          <p:spPr bwMode="auto">
            <a:xfrm>
              <a:off x="3775869" y="3786981"/>
              <a:ext cx="161925" cy="74613"/>
            </a:xfrm>
            <a:custGeom>
              <a:avLst/>
              <a:gdLst>
                <a:gd name="T0" fmla="*/ 24 w 306"/>
                <a:gd name="T1" fmla="*/ 32 h 141"/>
                <a:gd name="T2" fmla="*/ 0 w 306"/>
                <a:gd name="T3" fmla="*/ 109 h 141"/>
                <a:gd name="T4" fmla="*/ 82 w 306"/>
                <a:gd name="T5" fmla="*/ 131 h 141"/>
                <a:gd name="T6" fmla="*/ 133 w 306"/>
                <a:gd name="T7" fmla="*/ 141 h 141"/>
                <a:gd name="T8" fmla="*/ 142 w 306"/>
                <a:gd name="T9" fmla="*/ 81 h 141"/>
                <a:gd name="T10" fmla="*/ 197 w 306"/>
                <a:gd name="T11" fmla="*/ 53 h 141"/>
                <a:gd name="T12" fmla="*/ 246 w 306"/>
                <a:gd name="T13" fmla="*/ 78 h 141"/>
                <a:gd name="T14" fmla="*/ 265 w 306"/>
                <a:gd name="T15" fmla="*/ 109 h 141"/>
                <a:gd name="T16" fmla="*/ 288 w 306"/>
                <a:gd name="T17" fmla="*/ 106 h 141"/>
                <a:gd name="T18" fmla="*/ 306 w 306"/>
                <a:gd name="T19" fmla="*/ 50 h 141"/>
                <a:gd name="T20" fmla="*/ 246 w 306"/>
                <a:gd name="T21" fmla="*/ 25 h 141"/>
                <a:gd name="T22" fmla="*/ 200 w 306"/>
                <a:gd name="T23" fmla="*/ 0 h 141"/>
                <a:gd name="T24" fmla="*/ 153 w 306"/>
                <a:gd name="T25" fmla="*/ 32 h 141"/>
                <a:gd name="T26" fmla="*/ 98 w 306"/>
                <a:gd name="T27" fmla="*/ 59 h 141"/>
                <a:gd name="T28" fmla="*/ 43 w 306"/>
                <a:gd name="T29" fmla="*/ 37 h 141"/>
                <a:gd name="T30" fmla="*/ 24 w 306"/>
                <a:gd name="T31" fmla="*/ 3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6" h="141">
                  <a:moveTo>
                    <a:pt x="24" y="32"/>
                  </a:moveTo>
                  <a:lnTo>
                    <a:pt x="0" y="109"/>
                  </a:lnTo>
                  <a:lnTo>
                    <a:pt x="82" y="131"/>
                  </a:lnTo>
                  <a:lnTo>
                    <a:pt x="133" y="141"/>
                  </a:lnTo>
                  <a:lnTo>
                    <a:pt x="142" y="81"/>
                  </a:lnTo>
                  <a:lnTo>
                    <a:pt x="197" y="53"/>
                  </a:lnTo>
                  <a:lnTo>
                    <a:pt x="246" y="78"/>
                  </a:lnTo>
                  <a:lnTo>
                    <a:pt x="265" y="109"/>
                  </a:lnTo>
                  <a:lnTo>
                    <a:pt x="288" y="106"/>
                  </a:lnTo>
                  <a:lnTo>
                    <a:pt x="306" y="50"/>
                  </a:lnTo>
                  <a:lnTo>
                    <a:pt x="246" y="25"/>
                  </a:lnTo>
                  <a:lnTo>
                    <a:pt x="200" y="0"/>
                  </a:lnTo>
                  <a:lnTo>
                    <a:pt x="153" y="32"/>
                  </a:lnTo>
                  <a:lnTo>
                    <a:pt x="98" y="59"/>
                  </a:lnTo>
                  <a:lnTo>
                    <a:pt x="43" y="37"/>
                  </a:lnTo>
                  <a:lnTo>
                    <a:pt x="24" y="3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7" name="Freeform 242">
              <a:extLst>
                <a:ext uri="{FF2B5EF4-FFF2-40B4-BE49-F238E27FC236}">
                  <a16:creationId xmlns:a16="http://schemas.microsoft.com/office/drawing/2014/main" id="{AF45FE82-3687-4C4D-B5F4-4CB8B8D5F490}"/>
                </a:ext>
              </a:extLst>
            </p:cNvPr>
            <p:cNvSpPr>
              <a:spLocks/>
            </p:cNvSpPr>
            <p:nvPr/>
          </p:nvSpPr>
          <p:spPr bwMode="auto">
            <a:xfrm>
              <a:off x="3882232" y="3712368"/>
              <a:ext cx="282575" cy="476250"/>
            </a:xfrm>
            <a:custGeom>
              <a:avLst/>
              <a:gdLst>
                <a:gd name="T0" fmla="*/ 392 w 534"/>
                <a:gd name="T1" fmla="*/ 4 h 899"/>
                <a:gd name="T2" fmla="*/ 357 w 534"/>
                <a:gd name="T3" fmla="*/ 0 h 899"/>
                <a:gd name="T4" fmla="*/ 124 w 534"/>
                <a:gd name="T5" fmla="*/ 193 h 899"/>
                <a:gd name="T6" fmla="*/ 99 w 534"/>
                <a:gd name="T7" fmla="*/ 260 h 899"/>
                <a:gd name="T8" fmla="*/ 67 w 534"/>
                <a:gd name="T9" fmla="*/ 264 h 899"/>
                <a:gd name="T10" fmla="*/ 81 w 534"/>
                <a:gd name="T11" fmla="*/ 414 h 899"/>
                <a:gd name="T12" fmla="*/ 0 w 534"/>
                <a:gd name="T13" fmla="*/ 614 h 899"/>
                <a:gd name="T14" fmla="*/ 88 w 534"/>
                <a:gd name="T15" fmla="*/ 688 h 899"/>
                <a:gd name="T16" fmla="*/ 202 w 534"/>
                <a:gd name="T17" fmla="*/ 695 h 899"/>
                <a:gd name="T18" fmla="*/ 279 w 534"/>
                <a:gd name="T19" fmla="*/ 809 h 899"/>
                <a:gd name="T20" fmla="*/ 393 w 534"/>
                <a:gd name="T21" fmla="*/ 813 h 899"/>
                <a:gd name="T22" fmla="*/ 389 w 534"/>
                <a:gd name="T23" fmla="*/ 899 h 899"/>
                <a:gd name="T24" fmla="*/ 431 w 534"/>
                <a:gd name="T25" fmla="*/ 899 h 899"/>
                <a:gd name="T26" fmla="*/ 477 w 534"/>
                <a:gd name="T27" fmla="*/ 741 h 899"/>
                <a:gd name="T28" fmla="*/ 434 w 534"/>
                <a:gd name="T29" fmla="*/ 689 h 899"/>
                <a:gd name="T30" fmla="*/ 445 w 534"/>
                <a:gd name="T31" fmla="*/ 588 h 899"/>
                <a:gd name="T32" fmla="*/ 534 w 534"/>
                <a:gd name="T33" fmla="*/ 581 h 899"/>
                <a:gd name="T34" fmla="*/ 523 w 534"/>
                <a:gd name="T35" fmla="*/ 350 h 899"/>
                <a:gd name="T36" fmla="*/ 325 w 534"/>
                <a:gd name="T37" fmla="*/ 286 h 899"/>
                <a:gd name="T38" fmla="*/ 279 w 534"/>
                <a:gd name="T39" fmla="*/ 161 h 899"/>
                <a:gd name="T40" fmla="*/ 392 w 534"/>
                <a:gd name="T41" fmla="*/ 4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4" h="899">
                  <a:moveTo>
                    <a:pt x="392" y="4"/>
                  </a:moveTo>
                  <a:lnTo>
                    <a:pt x="357" y="0"/>
                  </a:lnTo>
                  <a:lnTo>
                    <a:pt x="124" y="193"/>
                  </a:lnTo>
                  <a:lnTo>
                    <a:pt x="99" y="260"/>
                  </a:lnTo>
                  <a:lnTo>
                    <a:pt x="67" y="264"/>
                  </a:lnTo>
                  <a:lnTo>
                    <a:pt x="81" y="414"/>
                  </a:lnTo>
                  <a:lnTo>
                    <a:pt x="0" y="614"/>
                  </a:lnTo>
                  <a:lnTo>
                    <a:pt x="88" y="688"/>
                  </a:lnTo>
                  <a:lnTo>
                    <a:pt x="202" y="695"/>
                  </a:lnTo>
                  <a:lnTo>
                    <a:pt x="279" y="809"/>
                  </a:lnTo>
                  <a:lnTo>
                    <a:pt x="393" y="813"/>
                  </a:lnTo>
                  <a:lnTo>
                    <a:pt x="389" y="899"/>
                  </a:lnTo>
                  <a:lnTo>
                    <a:pt x="431" y="899"/>
                  </a:lnTo>
                  <a:lnTo>
                    <a:pt x="477" y="741"/>
                  </a:lnTo>
                  <a:lnTo>
                    <a:pt x="434" y="689"/>
                  </a:lnTo>
                  <a:lnTo>
                    <a:pt x="445" y="588"/>
                  </a:lnTo>
                  <a:lnTo>
                    <a:pt x="534" y="581"/>
                  </a:lnTo>
                  <a:lnTo>
                    <a:pt x="523" y="350"/>
                  </a:lnTo>
                  <a:lnTo>
                    <a:pt x="325" y="286"/>
                  </a:lnTo>
                  <a:lnTo>
                    <a:pt x="279" y="161"/>
                  </a:lnTo>
                  <a:lnTo>
                    <a:pt x="392" y="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8" name="Freeform 243">
              <a:extLst>
                <a:ext uri="{FF2B5EF4-FFF2-40B4-BE49-F238E27FC236}">
                  <a16:creationId xmlns:a16="http://schemas.microsoft.com/office/drawing/2014/main" id="{F05A32BE-BBEA-413A-9F9F-4D83B18C499B}"/>
                </a:ext>
              </a:extLst>
            </p:cNvPr>
            <p:cNvSpPr>
              <a:spLocks/>
            </p:cNvSpPr>
            <p:nvPr/>
          </p:nvSpPr>
          <p:spPr bwMode="auto">
            <a:xfrm>
              <a:off x="4040982" y="3728243"/>
              <a:ext cx="325438" cy="331788"/>
            </a:xfrm>
            <a:custGeom>
              <a:avLst/>
              <a:gdLst>
                <a:gd name="T0" fmla="*/ 37 w 616"/>
                <a:gd name="T1" fmla="*/ 80 h 626"/>
                <a:gd name="T2" fmla="*/ 45 w 616"/>
                <a:gd name="T3" fmla="*/ 125 h 626"/>
                <a:gd name="T4" fmla="*/ 101 w 616"/>
                <a:gd name="T5" fmla="*/ 142 h 626"/>
                <a:gd name="T6" fmla="*/ 113 w 616"/>
                <a:gd name="T7" fmla="*/ 61 h 626"/>
                <a:gd name="T8" fmla="*/ 172 w 616"/>
                <a:gd name="T9" fmla="*/ 0 h 626"/>
                <a:gd name="T10" fmla="*/ 231 w 616"/>
                <a:gd name="T11" fmla="*/ 69 h 626"/>
                <a:gd name="T12" fmla="*/ 366 w 616"/>
                <a:gd name="T13" fmla="*/ 105 h 626"/>
                <a:gd name="T14" fmla="*/ 480 w 616"/>
                <a:gd name="T15" fmla="*/ 81 h 626"/>
                <a:gd name="T16" fmla="*/ 557 w 616"/>
                <a:gd name="T17" fmla="*/ 177 h 626"/>
                <a:gd name="T18" fmla="*/ 616 w 616"/>
                <a:gd name="T19" fmla="*/ 214 h 626"/>
                <a:gd name="T20" fmla="*/ 552 w 616"/>
                <a:gd name="T21" fmla="*/ 312 h 626"/>
                <a:gd name="T22" fmla="*/ 574 w 616"/>
                <a:gd name="T23" fmla="*/ 387 h 626"/>
                <a:gd name="T24" fmla="*/ 537 w 616"/>
                <a:gd name="T25" fmla="*/ 432 h 626"/>
                <a:gd name="T26" fmla="*/ 499 w 616"/>
                <a:gd name="T27" fmla="*/ 465 h 626"/>
                <a:gd name="T28" fmla="*/ 416 w 616"/>
                <a:gd name="T29" fmla="*/ 423 h 626"/>
                <a:gd name="T30" fmla="*/ 397 w 616"/>
                <a:gd name="T31" fmla="*/ 442 h 626"/>
                <a:gd name="T32" fmla="*/ 397 w 616"/>
                <a:gd name="T33" fmla="*/ 501 h 626"/>
                <a:gd name="T34" fmla="*/ 458 w 616"/>
                <a:gd name="T35" fmla="*/ 530 h 626"/>
                <a:gd name="T36" fmla="*/ 413 w 616"/>
                <a:gd name="T37" fmla="*/ 578 h 626"/>
                <a:gd name="T38" fmla="*/ 369 w 616"/>
                <a:gd name="T39" fmla="*/ 626 h 626"/>
                <a:gd name="T40" fmla="*/ 310 w 616"/>
                <a:gd name="T41" fmla="*/ 621 h 626"/>
                <a:gd name="T42" fmla="*/ 251 w 616"/>
                <a:gd name="T43" fmla="*/ 556 h 626"/>
                <a:gd name="T44" fmla="*/ 238 w 616"/>
                <a:gd name="T45" fmla="*/ 312 h 626"/>
                <a:gd name="T46" fmla="*/ 37 w 616"/>
                <a:gd name="T47" fmla="*/ 243 h 626"/>
                <a:gd name="T48" fmla="*/ 0 w 616"/>
                <a:gd name="T49" fmla="*/ 136 h 626"/>
                <a:gd name="T50" fmla="*/ 37 w 616"/>
                <a:gd name="T51" fmla="*/ 80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6" h="626">
                  <a:moveTo>
                    <a:pt x="37" y="80"/>
                  </a:moveTo>
                  <a:lnTo>
                    <a:pt x="45" y="125"/>
                  </a:lnTo>
                  <a:lnTo>
                    <a:pt x="101" y="142"/>
                  </a:lnTo>
                  <a:lnTo>
                    <a:pt x="113" y="61"/>
                  </a:lnTo>
                  <a:lnTo>
                    <a:pt x="172" y="0"/>
                  </a:lnTo>
                  <a:lnTo>
                    <a:pt x="231" y="69"/>
                  </a:lnTo>
                  <a:lnTo>
                    <a:pt x="366" y="105"/>
                  </a:lnTo>
                  <a:lnTo>
                    <a:pt x="480" y="81"/>
                  </a:lnTo>
                  <a:lnTo>
                    <a:pt x="557" y="177"/>
                  </a:lnTo>
                  <a:lnTo>
                    <a:pt x="616" y="214"/>
                  </a:lnTo>
                  <a:lnTo>
                    <a:pt x="552" y="312"/>
                  </a:lnTo>
                  <a:lnTo>
                    <a:pt x="574" y="387"/>
                  </a:lnTo>
                  <a:lnTo>
                    <a:pt x="537" y="432"/>
                  </a:lnTo>
                  <a:lnTo>
                    <a:pt x="499" y="465"/>
                  </a:lnTo>
                  <a:lnTo>
                    <a:pt x="416" y="423"/>
                  </a:lnTo>
                  <a:lnTo>
                    <a:pt x="397" y="442"/>
                  </a:lnTo>
                  <a:lnTo>
                    <a:pt x="397" y="501"/>
                  </a:lnTo>
                  <a:lnTo>
                    <a:pt x="458" y="530"/>
                  </a:lnTo>
                  <a:lnTo>
                    <a:pt x="413" y="578"/>
                  </a:lnTo>
                  <a:lnTo>
                    <a:pt x="369" y="626"/>
                  </a:lnTo>
                  <a:lnTo>
                    <a:pt x="310" y="621"/>
                  </a:lnTo>
                  <a:lnTo>
                    <a:pt x="251" y="556"/>
                  </a:lnTo>
                  <a:lnTo>
                    <a:pt x="238" y="312"/>
                  </a:lnTo>
                  <a:lnTo>
                    <a:pt x="37" y="243"/>
                  </a:lnTo>
                  <a:lnTo>
                    <a:pt x="0" y="136"/>
                  </a:lnTo>
                  <a:lnTo>
                    <a:pt x="37" y="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79" name="Freeform 244">
              <a:extLst>
                <a:ext uri="{FF2B5EF4-FFF2-40B4-BE49-F238E27FC236}">
                  <a16:creationId xmlns:a16="http://schemas.microsoft.com/office/drawing/2014/main" id="{AC826447-6AD7-4D95-9FED-738C6F5D0380}"/>
                </a:ext>
              </a:extLst>
            </p:cNvPr>
            <p:cNvSpPr>
              <a:spLocks/>
            </p:cNvSpPr>
            <p:nvPr/>
          </p:nvSpPr>
          <p:spPr bwMode="auto">
            <a:xfrm>
              <a:off x="4341019" y="3845718"/>
              <a:ext cx="104775" cy="198438"/>
            </a:xfrm>
            <a:custGeom>
              <a:avLst/>
              <a:gdLst>
                <a:gd name="T0" fmla="*/ 61 w 196"/>
                <a:gd name="T1" fmla="*/ 0 h 376"/>
                <a:gd name="T2" fmla="*/ 184 w 196"/>
                <a:gd name="T3" fmla="*/ 112 h 376"/>
                <a:gd name="T4" fmla="*/ 135 w 196"/>
                <a:gd name="T5" fmla="*/ 169 h 376"/>
                <a:gd name="T6" fmla="*/ 131 w 196"/>
                <a:gd name="T7" fmla="*/ 202 h 376"/>
                <a:gd name="T8" fmla="*/ 196 w 196"/>
                <a:gd name="T9" fmla="*/ 269 h 376"/>
                <a:gd name="T10" fmla="*/ 195 w 196"/>
                <a:gd name="T11" fmla="*/ 333 h 376"/>
                <a:gd name="T12" fmla="*/ 82 w 196"/>
                <a:gd name="T13" fmla="*/ 376 h 376"/>
                <a:gd name="T14" fmla="*/ 15 w 196"/>
                <a:gd name="T15" fmla="*/ 285 h 376"/>
                <a:gd name="T16" fmla="*/ 29 w 196"/>
                <a:gd name="T17" fmla="*/ 176 h 376"/>
                <a:gd name="T18" fmla="*/ 0 w 196"/>
                <a:gd name="T19" fmla="*/ 95 h 376"/>
                <a:gd name="T20" fmla="*/ 61 w 196"/>
                <a:gd name="T21"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6" h="376">
                  <a:moveTo>
                    <a:pt x="61" y="0"/>
                  </a:moveTo>
                  <a:lnTo>
                    <a:pt x="184" y="112"/>
                  </a:lnTo>
                  <a:lnTo>
                    <a:pt x="135" y="169"/>
                  </a:lnTo>
                  <a:lnTo>
                    <a:pt x="131" y="202"/>
                  </a:lnTo>
                  <a:lnTo>
                    <a:pt x="196" y="269"/>
                  </a:lnTo>
                  <a:lnTo>
                    <a:pt x="195" y="333"/>
                  </a:lnTo>
                  <a:lnTo>
                    <a:pt x="82" y="376"/>
                  </a:lnTo>
                  <a:lnTo>
                    <a:pt x="15" y="285"/>
                  </a:lnTo>
                  <a:lnTo>
                    <a:pt x="29" y="176"/>
                  </a:lnTo>
                  <a:lnTo>
                    <a:pt x="0" y="95"/>
                  </a:lnTo>
                  <a:lnTo>
                    <a:pt x="6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0" name="Freeform 245">
              <a:extLst>
                <a:ext uri="{FF2B5EF4-FFF2-40B4-BE49-F238E27FC236}">
                  <a16:creationId xmlns:a16="http://schemas.microsoft.com/office/drawing/2014/main" id="{76EDBDD9-82F6-431A-BEFE-BB72B79347D8}"/>
                </a:ext>
              </a:extLst>
            </p:cNvPr>
            <p:cNvSpPr>
              <a:spLocks/>
            </p:cNvSpPr>
            <p:nvPr/>
          </p:nvSpPr>
          <p:spPr bwMode="auto">
            <a:xfrm>
              <a:off x="4420394" y="3907631"/>
              <a:ext cx="100013" cy="112713"/>
            </a:xfrm>
            <a:custGeom>
              <a:avLst/>
              <a:gdLst>
                <a:gd name="T0" fmla="*/ 49 w 188"/>
                <a:gd name="T1" fmla="*/ 1 h 211"/>
                <a:gd name="T2" fmla="*/ 84 w 188"/>
                <a:gd name="T3" fmla="*/ 33 h 211"/>
                <a:gd name="T4" fmla="*/ 138 w 188"/>
                <a:gd name="T5" fmla="*/ 0 h 211"/>
                <a:gd name="T6" fmla="*/ 188 w 188"/>
                <a:gd name="T7" fmla="*/ 1 h 211"/>
                <a:gd name="T8" fmla="*/ 181 w 188"/>
                <a:gd name="T9" fmla="*/ 20 h 211"/>
                <a:gd name="T10" fmla="*/ 160 w 188"/>
                <a:gd name="T11" fmla="*/ 63 h 211"/>
                <a:gd name="T12" fmla="*/ 157 w 188"/>
                <a:gd name="T13" fmla="*/ 170 h 211"/>
                <a:gd name="T14" fmla="*/ 59 w 188"/>
                <a:gd name="T15" fmla="*/ 211 h 211"/>
                <a:gd name="T16" fmla="*/ 63 w 188"/>
                <a:gd name="T17" fmla="*/ 142 h 211"/>
                <a:gd name="T18" fmla="*/ 0 w 188"/>
                <a:gd name="T19" fmla="*/ 83 h 211"/>
                <a:gd name="T20" fmla="*/ 3 w 188"/>
                <a:gd name="T21" fmla="*/ 52 h 211"/>
                <a:gd name="T22" fmla="*/ 49 w 188"/>
                <a:gd name="T23" fmla="*/ 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211">
                  <a:moveTo>
                    <a:pt x="49" y="1"/>
                  </a:moveTo>
                  <a:lnTo>
                    <a:pt x="84" y="33"/>
                  </a:lnTo>
                  <a:lnTo>
                    <a:pt x="138" y="0"/>
                  </a:lnTo>
                  <a:lnTo>
                    <a:pt x="188" y="1"/>
                  </a:lnTo>
                  <a:lnTo>
                    <a:pt x="181" y="20"/>
                  </a:lnTo>
                  <a:lnTo>
                    <a:pt x="160" y="63"/>
                  </a:lnTo>
                  <a:lnTo>
                    <a:pt x="157" y="170"/>
                  </a:lnTo>
                  <a:lnTo>
                    <a:pt x="59" y="211"/>
                  </a:lnTo>
                  <a:lnTo>
                    <a:pt x="63" y="142"/>
                  </a:lnTo>
                  <a:lnTo>
                    <a:pt x="0" y="83"/>
                  </a:lnTo>
                  <a:lnTo>
                    <a:pt x="3" y="52"/>
                  </a:lnTo>
                  <a:lnTo>
                    <a:pt x="49" y="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1" name="Freeform 246">
              <a:extLst>
                <a:ext uri="{FF2B5EF4-FFF2-40B4-BE49-F238E27FC236}">
                  <a16:creationId xmlns:a16="http://schemas.microsoft.com/office/drawing/2014/main" id="{4583F230-71AF-4D8C-ADC9-CF239F77954D}"/>
                </a:ext>
              </a:extLst>
            </p:cNvPr>
            <p:cNvSpPr>
              <a:spLocks/>
            </p:cNvSpPr>
            <p:nvPr/>
          </p:nvSpPr>
          <p:spPr bwMode="auto">
            <a:xfrm>
              <a:off x="4514057" y="3913981"/>
              <a:ext cx="66675" cy="101600"/>
            </a:xfrm>
            <a:custGeom>
              <a:avLst/>
              <a:gdLst>
                <a:gd name="T0" fmla="*/ 27 w 127"/>
                <a:gd name="T1" fmla="*/ 0 h 191"/>
                <a:gd name="T2" fmla="*/ 127 w 127"/>
                <a:gd name="T3" fmla="*/ 63 h 191"/>
                <a:gd name="T4" fmla="*/ 75 w 127"/>
                <a:gd name="T5" fmla="*/ 167 h 191"/>
                <a:gd name="T6" fmla="*/ 56 w 127"/>
                <a:gd name="T7" fmla="*/ 191 h 191"/>
                <a:gd name="T8" fmla="*/ 0 w 127"/>
                <a:gd name="T9" fmla="*/ 158 h 191"/>
                <a:gd name="T10" fmla="*/ 1 w 127"/>
                <a:gd name="T11" fmla="*/ 47 h 191"/>
                <a:gd name="T12" fmla="*/ 27 w 127"/>
                <a:gd name="T13" fmla="*/ 0 h 191"/>
              </a:gdLst>
              <a:ahLst/>
              <a:cxnLst>
                <a:cxn ang="0">
                  <a:pos x="T0" y="T1"/>
                </a:cxn>
                <a:cxn ang="0">
                  <a:pos x="T2" y="T3"/>
                </a:cxn>
                <a:cxn ang="0">
                  <a:pos x="T4" y="T5"/>
                </a:cxn>
                <a:cxn ang="0">
                  <a:pos x="T6" y="T7"/>
                </a:cxn>
                <a:cxn ang="0">
                  <a:pos x="T8" y="T9"/>
                </a:cxn>
                <a:cxn ang="0">
                  <a:pos x="T10" y="T11"/>
                </a:cxn>
                <a:cxn ang="0">
                  <a:pos x="T12" y="T13"/>
                </a:cxn>
              </a:cxnLst>
              <a:rect l="0" t="0" r="r" b="b"/>
              <a:pathLst>
                <a:path w="127" h="191">
                  <a:moveTo>
                    <a:pt x="27" y="0"/>
                  </a:moveTo>
                  <a:lnTo>
                    <a:pt x="127" y="63"/>
                  </a:lnTo>
                  <a:lnTo>
                    <a:pt x="75" y="167"/>
                  </a:lnTo>
                  <a:lnTo>
                    <a:pt x="56" y="191"/>
                  </a:lnTo>
                  <a:lnTo>
                    <a:pt x="0" y="158"/>
                  </a:lnTo>
                  <a:lnTo>
                    <a:pt x="1" y="47"/>
                  </a:lnTo>
                  <a:lnTo>
                    <a:pt x="27"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2" name="Freeform 247">
              <a:extLst>
                <a:ext uri="{FF2B5EF4-FFF2-40B4-BE49-F238E27FC236}">
                  <a16:creationId xmlns:a16="http://schemas.microsoft.com/office/drawing/2014/main" id="{167F5E4A-7304-4344-B2EE-0A8B2089321F}"/>
                </a:ext>
              </a:extLst>
            </p:cNvPr>
            <p:cNvSpPr>
              <a:spLocks/>
            </p:cNvSpPr>
            <p:nvPr/>
          </p:nvSpPr>
          <p:spPr bwMode="auto">
            <a:xfrm>
              <a:off x="3821907" y="4042568"/>
              <a:ext cx="139700" cy="161925"/>
            </a:xfrm>
            <a:custGeom>
              <a:avLst/>
              <a:gdLst>
                <a:gd name="T0" fmla="*/ 103 w 264"/>
                <a:gd name="T1" fmla="*/ 0 h 306"/>
                <a:gd name="T2" fmla="*/ 23 w 264"/>
                <a:gd name="T3" fmla="*/ 50 h 306"/>
                <a:gd name="T4" fmla="*/ 16 w 264"/>
                <a:gd name="T5" fmla="*/ 125 h 306"/>
                <a:gd name="T6" fmla="*/ 0 w 264"/>
                <a:gd name="T7" fmla="*/ 150 h 306"/>
                <a:gd name="T8" fmla="*/ 51 w 264"/>
                <a:gd name="T9" fmla="*/ 199 h 306"/>
                <a:gd name="T10" fmla="*/ 29 w 264"/>
                <a:gd name="T11" fmla="*/ 223 h 306"/>
                <a:gd name="T12" fmla="*/ 34 w 264"/>
                <a:gd name="T13" fmla="*/ 284 h 306"/>
                <a:gd name="T14" fmla="*/ 125 w 264"/>
                <a:gd name="T15" fmla="*/ 306 h 306"/>
                <a:gd name="T16" fmla="*/ 264 w 264"/>
                <a:gd name="T17" fmla="*/ 143 h 306"/>
                <a:gd name="T18" fmla="*/ 263 w 264"/>
                <a:gd name="T19" fmla="*/ 85 h 306"/>
                <a:gd name="T20" fmla="*/ 197 w 264"/>
                <a:gd name="T21" fmla="*/ 81 h 306"/>
                <a:gd name="T22" fmla="*/ 103 w 264"/>
                <a:gd name="T2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4" h="306">
                  <a:moveTo>
                    <a:pt x="103" y="0"/>
                  </a:moveTo>
                  <a:lnTo>
                    <a:pt x="23" y="50"/>
                  </a:lnTo>
                  <a:lnTo>
                    <a:pt x="16" y="125"/>
                  </a:lnTo>
                  <a:lnTo>
                    <a:pt x="0" y="150"/>
                  </a:lnTo>
                  <a:lnTo>
                    <a:pt x="51" y="199"/>
                  </a:lnTo>
                  <a:lnTo>
                    <a:pt x="29" y="223"/>
                  </a:lnTo>
                  <a:lnTo>
                    <a:pt x="34" y="284"/>
                  </a:lnTo>
                  <a:lnTo>
                    <a:pt x="125" y="306"/>
                  </a:lnTo>
                  <a:lnTo>
                    <a:pt x="264" y="143"/>
                  </a:lnTo>
                  <a:lnTo>
                    <a:pt x="263" y="85"/>
                  </a:lnTo>
                  <a:lnTo>
                    <a:pt x="197" y="81"/>
                  </a:lnTo>
                  <a:lnTo>
                    <a:pt x="10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3" name="Freeform 248">
              <a:extLst>
                <a:ext uri="{FF2B5EF4-FFF2-40B4-BE49-F238E27FC236}">
                  <a16:creationId xmlns:a16="http://schemas.microsoft.com/office/drawing/2014/main" id="{168199C1-8EB1-4781-92CC-32FE19F258B7}"/>
                </a:ext>
              </a:extLst>
            </p:cNvPr>
            <p:cNvSpPr>
              <a:spLocks/>
            </p:cNvSpPr>
            <p:nvPr/>
          </p:nvSpPr>
          <p:spPr bwMode="auto">
            <a:xfrm>
              <a:off x="3812382" y="4088606"/>
              <a:ext cx="344488" cy="506413"/>
            </a:xfrm>
            <a:custGeom>
              <a:avLst/>
              <a:gdLst>
                <a:gd name="T0" fmla="*/ 33 w 652"/>
                <a:gd name="T1" fmla="*/ 147 h 957"/>
                <a:gd name="T2" fmla="*/ 0 w 652"/>
                <a:gd name="T3" fmla="*/ 181 h 957"/>
                <a:gd name="T4" fmla="*/ 3 w 652"/>
                <a:gd name="T5" fmla="*/ 234 h 957"/>
                <a:gd name="T6" fmla="*/ 293 w 652"/>
                <a:gd name="T7" fmla="*/ 763 h 957"/>
                <a:gd name="T8" fmla="*/ 594 w 652"/>
                <a:gd name="T9" fmla="*/ 957 h 957"/>
                <a:gd name="T10" fmla="*/ 640 w 652"/>
                <a:gd name="T11" fmla="*/ 879 h 957"/>
                <a:gd name="T12" fmla="*/ 652 w 652"/>
                <a:gd name="T13" fmla="*/ 708 h 957"/>
                <a:gd name="T14" fmla="*/ 627 w 652"/>
                <a:gd name="T15" fmla="*/ 600 h 957"/>
                <a:gd name="T16" fmla="*/ 545 w 652"/>
                <a:gd name="T17" fmla="*/ 462 h 957"/>
                <a:gd name="T18" fmla="*/ 496 w 652"/>
                <a:gd name="T19" fmla="*/ 478 h 957"/>
                <a:gd name="T20" fmla="*/ 475 w 652"/>
                <a:gd name="T21" fmla="*/ 502 h 957"/>
                <a:gd name="T22" fmla="*/ 377 w 652"/>
                <a:gd name="T23" fmla="*/ 391 h 957"/>
                <a:gd name="T24" fmla="*/ 402 w 652"/>
                <a:gd name="T25" fmla="*/ 259 h 957"/>
                <a:gd name="T26" fmla="*/ 514 w 652"/>
                <a:gd name="T27" fmla="*/ 185 h 957"/>
                <a:gd name="T28" fmla="*/ 505 w 652"/>
                <a:gd name="T29" fmla="*/ 116 h 957"/>
                <a:gd name="T30" fmla="*/ 391 w 652"/>
                <a:gd name="T31" fmla="*/ 112 h 957"/>
                <a:gd name="T32" fmla="*/ 331 w 652"/>
                <a:gd name="T33" fmla="*/ 11 h 957"/>
                <a:gd name="T34" fmla="*/ 297 w 652"/>
                <a:gd name="T35" fmla="*/ 0 h 957"/>
                <a:gd name="T36" fmla="*/ 299 w 652"/>
                <a:gd name="T37" fmla="*/ 60 h 957"/>
                <a:gd name="T38" fmla="*/ 151 w 652"/>
                <a:gd name="T39" fmla="*/ 237 h 957"/>
                <a:gd name="T40" fmla="*/ 41 w 652"/>
                <a:gd name="T41" fmla="*/ 210 h 957"/>
                <a:gd name="T42" fmla="*/ 33 w 652"/>
                <a:gd name="T43" fmla="*/ 147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2" h="957">
                  <a:moveTo>
                    <a:pt x="33" y="147"/>
                  </a:moveTo>
                  <a:lnTo>
                    <a:pt x="0" y="181"/>
                  </a:lnTo>
                  <a:lnTo>
                    <a:pt x="3" y="234"/>
                  </a:lnTo>
                  <a:lnTo>
                    <a:pt x="293" y="763"/>
                  </a:lnTo>
                  <a:lnTo>
                    <a:pt x="594" y="957"/>
                  </a:lnTo>
                  <a:lnTo>
                    <a:pt x="640" y="879"/>
                  </a:lnTo>
                  <a:lnTo>
                    <a:pt x="652" y="708"/>
                  </a:lnTo>
                  <a:lnTo>
                    <a:pt x="627" y="600"/>
                  </a:lnTo>
                  <a:lnTo>
                    <a:pt x="545" y="462"/>
                  </a:lnTo>
                  <a:lnTo>
                    <a:pt x="496" y="478"/>
                  </a:lnTo>
                  <a:lnTo>
                    <a:pt x="475" y="502"/>
                  </a:lnTo>
                  <a:lnTo>
                    <a:pt x="377" y="391"/>
                  </a:lnTo>
                  <a:lnTo>
                    <a:pt x="402" y="259"/>
                  </a:lnTo>
                  <a:lnTo>
                    <a:pt x="514" y="185"/>
                  </a:lnTo>
                  <a:lnTo>
                    <a:pt x="505" y="116"/>
                  </a:lnTo>
                  <a:lnTo>
                    <a:pt x="391" y="112"/>
                  </a:lnTo>
                  <a:lnTo>
                    <a:pt x="331" y="11"/>
                  </a:lnTo>
                  <a:lnTo>
                    <a:pt x="297" y="0"/>
                  </a:lnTo>
                  <a:lnTo>
                    <a:pt x="299" y="60"/>
                  </a:lnTo>
                  <a:lnTo>
                    <a:pt x="151" y="237"/>
                  </a:lnTo>
                  <a:lnTo>
                    <a:pt x="41" y="210"/>
                  </a:lnTo>
                  <a:lnTo>
                    <a:pt x="33" y="147"/>
                  </a:lnTo>
                  <a:close/>
                </a:path>
              </a:pathLst>
            </a:custGeom>
            <a:solidFill>
              <a:srgbClr val="EF95A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4" name="Freeform 249">
              <a:extLst>
                <a:ext uri="{FF2B5EF4-FFF2-40B4-BE49-F238E27FC236}">
                  <a16:creationId xmlns:a16="http://schemas.microsoft.com/office/drawing/2014/main" id="{429D5750-E360-412E-B554-0DA340C0E64F}"/>
                </a:ext>
              </a:extLst>
            </p:cNvPr>
            <p:cNvSpPr>
              <a:spLocks/>
            </p:cNvSpPr>
            <p:nvPr/>
          </p:nvSpPr>
          <p:spPr bwMode="auto">
            <a:xfrm>
              <a:off x="4134644" y="4344193"/>
              <a:ext cx="315913" cy="374650"/>
            </a:xfrm>
            <a:custGeom>
              <a:avLst/>
              <a:gdLst>
                <a:gd name="T0" fmla="*/ 0 w 595"/>
                <a:gd name="T1" fmla="*/ 62 h 707"/>
                <a:gd name="T2" fmla="*/ 140 w 595"/>
                <a:gd name="T3" fmla="*/ 0 h 707"/>
                <a:gd name="T4" fmla="*/ 187 w 595"/>
                <a:gd name="T5" fmla="*/ 4 h 707"/>
                <a:gd name="T6" fmla="*/ 218 w 595"/>
                <a:gd name="T7" fmla="*/ 134 h 707"/>
                <a:gd name="T8" fmla="*/ 432 w 595"/>
                <a:gd name="T9" fmla="*/ 205 h 707"/>
                <a:gd name="T10" fmla="*/ 468 w 595"/>
                <a:gd name="T11" fmla="*/ 315 h 707"/>
                <a:gd name="T12" fmla="*/ 557 w 595"/>
                <a:gd name="T13" fmla="*/ 326 h 707"/>
                <a:gd name="T14" fmla="*/ 595 w 595"/>
                <a:gd name="T15" fmla="*/ 419 h 707"/>
                <a:gd name="T16" fmla="*/ 568 w 595"/>
                <a:gd name="T17" fmla="*/ 505 h 707"/>
                <a:gd name="T18" fmla="*/ 424 w 595"/>
                <a:gd name="T19" fmla="*/ 516 h 707"/>
                <a:gd name="T20" fmla="*/ 370 w 595"/>
                <a:gd name="T21" fmla="*/ 652 h 707"/>
                <a:gd name="T22" fmla="*/ 258 w 595"/>
                <a:gd name="T23" fmla="*/ 650 h 707"/>
                <a:gd name="T24" fmla="*/ 222 w 595"/>
                <a:gd name="T25" fmla="*/ 643 h 707"/>
                <a:gd name="T26" fmla="*/ 157 w 595"/>
                <a:gd name="T27" fmla="*/ 707 h 707"/>
                <a:gd name="T28" fmla="*/ 125 w 595"/>
                <a:gd name="T29" fmla="*/ 704 h 707"/>
                <a:gd name="T30" fmla="*/ 14 w 595"/>
                <a:gd name="T31" fmla="*/ 447 h 707"/>
                <a:gd name="T32" fmla="*/ 45 w 595"/>
                <a:gd name="T33" fmla="*/ 400 h 707"/>
                <a:gd name="T34" fmla="*/ 56 w 595"/>
                <a:gd name="T35" fmla="*/ 219 h 707"/>
                <a:gd name="T36" fmla="*/ 28 w 595"/>
                <a:gd name="T37" fmla="*/ 111 h 707"/>
                <a:gd name="T38" fmla="*/ 0 w 595"/>
                <a:gd name="T39" fmla="*/ 6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5" h="707">
                  <a:moveTo>
                    <a:pt x="0" y="62"/>
                  </a:moveTo>
                  <a:lnTo>
                    <a:pt x="140" y="0"/>
                  </a:lnTo>
                  <a:lnTo>
                    <a:pt x="187" y="4"/>
                  </a:lnTo>
                  <a:lnTo>
                    <a:pt x="218" y="134"/>
                  </a:lnTo>
                  <a:lnTo>
                    <a:pt x="432" y="205"/>
                  </a:lnTo>
                  <a:lnTo>
                    <a:pt x="468" y="315"/>
                  </a:lnTo>
                  <a:lnTo>
                    <a:pt x="557" y="326"/>
                  </a:lnTo>
                  <a:lnTo>
                    <a:pt x="595" y="419"/>
                  </a:lnTo>
                  <a:lnTo>
                    <a:pt x="568" y="505"/>
                  </a:lnTo>
                  <a:lnTo>
                    <a:pt x="424" y="516"/>
                  </a:lnTo>
                  <a:lnTo>
                    <a:pt x="370" y="652"/>
                  </a:lnTo>
                  <a:lnTo>
                    <a:pt x="258" y="650"/>
                  </a:lnTo>
                  <a:lnTo>
                    <a:pt x="222" y="643"/>
                  </a:lnTo>
                  <a:lnTo>
                    <a:pt x="157" y="707"/>
                  </a:lnTo>
                  <a:lnTo>
                    <a:pt x="125" y="704"/>
                  </a:lnTo>
                  <a:lnTo>
                    <a:pt x="14" y="447"/>
                  </a:lnTo>
                  <a:lnTo>
                    <a:pt x="45" y="400"/>
                  </a:lnTo>
                  <a:lnTo>
                    <a:pt x="56" y="219"/>
                  </a:lnTo>
                  <a:lnTo>
                    <a:pt x="28" y="111"/>
                  </a:lnTo>
                  <a:lnTo>
                    <a:pt x="0"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5" name="Freeform 250">
              <a:extLst>
                <a:ext uri="{FF2B5EF4-FFF2-40B4-BE49-F238E27FC236}">
                  <a16:creationId xmlns:a16="http://schemas.microsoft.com/office/drawing/2014/main" id="{6789212F-4E44-45D9-9630-2CD665A15627}"/>
                </a:ext>
              </a:extLst>
            </p:cNvPr>
            <p:cNvSpPr>
              <a:spLocks/>
            </p:cNvSpPr>
            <p:nvPr/>
          </p:nvSpPr>
          <p:spPr bwMode="auto">
            <a:xfrm>
              <a:off x="4339432" y="4618831"/>
              <a:ext cx="214313" cy="214313"/>
            </a:xfrm>
            <a:custGeom>
              <a:avLst/>
              <a:gdLst>
                <a:gd name="T0" fmla="*/ 178 w 403"/>
                <a:gd name="T1" fmla="*/ 0 h 405"/>
                <a:gd name="T2" fmla="*/ 216 w 403"/>
                <a:gd name="T3" fmla="*/ 42 h 405"/>
                <a:gd name="T4" fmla="*/ 212 w 403"/>
                <a:gd name="T5" fmla="*/ 129 h 405"/>
                <a:gd name="T6" fmla="*/ 320 w 403"/>
                <a:gd name="T7" fmla="*/ 122 h 405"/>
                <a:gd name="T8" fmla="*/ 403 w 403"/>
                <a:gd name="T9" fmla="*/ 226 h 405"/>
                <a:gd name="T10" fmla="*/ 395 w 403"/>
                <a:gd name="T11" fmla="*/ 321 h 405"/>
                <a:gd name="T12" fmla="*/ 343 w 403"/>
                <a:gd name="T13" fmla="*/ 401 h 405"/>
                <a:gd name="T14" fmla="*/ 234 w 403"/>
                <a:gd name="T15" fmla="*/ 405 h 405"/>
                <a:gd name="T16" fmla="*/ 229 w 403"/>
                <a:gd name="T17" fmla="*/ 360 h 405"/>
                <a:gd name="T18" fmla="*/ 260 w 403"/>
                <a:gd name="T19" fmla="*/ 287 h 405"/>
                <a:gd name="T20" fmla="*/ 154 w 403"/>
                <a:gd name="T21" fmla="*/ 220 h 405"/>
                <a:gd name="T22" fmla="*/ 66 w 403"/>
                <a:gd name="T23" fmla="*/ 220 h 405"/>
                <a:gd name="T24" fmla="*/ 0 w 403"/>
                <a:gd name="T25" fmla="*/ 148 h 405"/>
                <a:gd name="T26" fmla="*/ 47 w 403"/>
                <a:gd name="T27" fmla="*/ 10 h 405"/>
                <a:gd name="T28" fmla="*/ 178 w 403"/>
                <a:gd name="T29"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3" h="405">
                  <a:moveTo>
                    <a:pt x="178" y="0"/>
                  </a:moveTo>
                  <a:lnTo>
                    <a:pt x="216" y="42"/>
                  </a:lnTo>
                  <a:lnTo>
                    <a:pt x="212" y="129"/>
                  </a:lnTo>
                  <a:lnTo>
                    <a:pt x="320" y="122"/>
                  </a:lnTo>
                  <a:lnTo>
                    <a:pt x="403" y="226"/>
                  </a:lnTo>
                  <a:lnTo>
                    <a:pt x="395" y="321"/>
                  </a:lnTo>
                  <a:lnTo>
                    <a:pt x="343" y="401"/>
                  </a:lnTo>
                  <a:lnTo>
                    <a:pt x="234" y="405"/>
                  </a:lnTo>
                  <a:lnTo>
                    <a:pt x="229" y="360"/>
                  </a:lnTo>
                  <a:lnTo>
                    <a:pt x="260" y="287"/>
                  </a:lnTo>
                  <a:lnTo>
                    <a:pt x="154" y="220"/>
                  </a:lnTo>
                  <a:lnTo>
                    <a:pt x="66" y="220"/>
                  </a:lnTo>
                  <a:lnTo>
                    <a:pt x="0" y="148"/>
                  </a:lnTo>
                  <a:lnTo>
                    <a:pt x="47" y="10"/>
                  </a:lnTo>
                  <a:lnTo>
                    <a:pt x="17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6" name="Freeform 251">
              <a:extLst>
                <a:ext uri="{FF2B5EF4-FFF2-40B4-BE49-F238E27FC236}">
                  <a16:creationId xmlns:a16="http://schemas.microsoft.com/office/drawing/2014/main" id="{38B5AE6A-AF92-4F36-B634-243D9B8D1C51}"/>
                </a:ext>
              </a:extLst>
            </p:cNvPr>
            <p:cNvSpPr>
              <a:spLocks/>
            </p:cNvSpPr>
            <p:nvPr/>
          </p:nvSpPr>
          <p:spPr bwMode="auto">
            <a:xfrm>
              <a:off x="4493419" y="4912518"/>
              <a:ext cx="141288" cy="144463"/>
            </a:xfrm>
            <a:custGeom>
              <a:avLst/>
              <a:gdLst>
                <a:gd name="T0" fmla="*/ 34 w 265"/>
                <a:gd name="T1" fmla="*/ 0 h 272"/>
                <a:gd name="T2" fmla="*/ 0 w 265"/>
                <a:gd name="T3" fmla="*/ 38 h 272"/>
                <a:gd name="T4" fmla="*/ 14 w 265"/>
                <a:gd name="T5" fmla="*/ 240 h 272"/>
                <a:gd name="T6" fmla="*/ 125 w 265"/>
                <a:gd name="T7" fmla="*/ 272 h 272"/>
                <a:gd name="T8" fmla="*/ 265 w 265"/>
                <a:gd name="T9" fmla="*/ 131 h 272"/>
                <a:gd name="T10" fmla="*/ 34 w 265"/>
                <a:gd name="T11" fmla="*/ 0 h 272"/>
              </a:gdLst>
              <a:ahLst/>
              <a:cxnLst>
                <a:cxn ang="0">
                  <a:pos x="T0" y="T1"/>
                </a:cxn>
                <a:cxn ang="0">
                  <a:pos x="T2" y="T3"/>
                </a:cxn>
                <a:cxn ang="0">
                  <a:pos x="T4" y="T5"/>
                </a:cxn>
                <a:cxn ang="0">
                  <a:pos x="T6" y="T7"/>
                </a:cxn>
                <a:cxn ang="0">
                  <a:pos x="T8" y="T9"/>
                </a:cxn>
                <a:cxn ang="0">
                  <a:pos x="T10" y="T11"/>
                </a:cxn>
              </a:cxnLst>
              <a:rect l="0" t="0" r="r" b="b"/>
              <a:pathLst>
                <a:path w="265" h="272">
                  <a:moveTo>
                    <a:pt x="34" y="0"/>
                  </a:moveTo>
                  <a:lnTo>
                    <a:pt x="0" y="38"/>
                  </a:lnTo>
                  <a:lnTo>
                    <a:pt x="14" y="240"/>
                  </a:lnTo>
                  <a:lnTo>
                    <a:pt x="125" y="272"/>
                  </a:lnTo>
                  <a:lnTo>
                    <a:pt x="265" y="131"/>
                  </a:lnTo>
                  <a:lnTo>
                    <a:pt x="3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7" name="Freeform 252">
              <a:extLst>
                <a:ext uri="{FF2B5EF4-FFF2-40B4-BE49-F238E27FC236}">
                  <a16:creationId xmlns:a16="http://schemas.microsoft.com/office/drawing/2014/main" id="{4FC76F4D-10AD-4910-B4FE-EFD00B9946F5}"/>
                </a:ext>
              </a:extLst>
            </p:cNvPr>
            <p:cNvSpPr>
              <a:spLocks/>
            </p:cNvSpPr>
            <p:nvPr/>
          </p:nvSpPr>
          <p:spPr bwMode="auto">
            <a:xfrm>
              <a:off x="4174332" y="4693443"/>
              <a:ext cx="401638" cy="950913"/>
            </a:xfrm>
            <a:custGeom>
              <a:avLst/>
              <a:gdLst>
                <a:gd name="T0" fmla="*/ 726 w 758"/>
                <a:gd name="T1" fmla="*/ 180 h 1798"/>
                <a:gd name="T2" fmla="*/ 758 w 758"/>
                <a:gd name="T3" fmla="*/ 210 h 1798"/>
                <a:gd name="T4" fmla="*/ 632 w 758"/>
                <a:gd name="T5" fmla="*/ 398 h 1798"/>
                <a:gd name="T6" fmla="*/ 588 w 758"/>
                <a:gd name="T7" fmla="*/ 448 h 1798"/>
                <a:gd name="T8" fmla="*/ 603 w 758"/>
                <a:gd name="T9" fmla="*/ 662 h 1798"/>
                <a:gd name="T10" fmla="*/ 700 w 758"/>
                <a:gd name="T11" fmla="*/ 780 h 1798"/>
                <a:gd name="T12" fmla="*/ 619 w 758"/>
                <a:gd name="T13" fmla="*/ 923 h 1798"/>
                <a:gd name="T14" fmla="*/ 557 w 758"/>
                <a:gd name="T15" fmla="*/ 949 h 1798"/>
                <a:gd name="T16" fmla="*/ 486 w 758"/>
                <a:gd name="T17" fmla="*/ 949 h 1798"/>
                <a:gd name="T18" fmla="*/ 505 w 758"/>
                <a:gd name="T19" fmla="*/ 1061 h 1798"/>
                <a:gd name="T20" fmla="*/ 395 w 758"/>
                <a:gd name="T21" fmla="*/ 1099 h 1798"/>
                <a:gd name="T22" fmla="*/ 421 w 758"/>
                <a:gd name="T23" fmla="*/ 1193 h 1798"/>
                <a:gd name="T24" fmla="*/ 355 w 758"/>
                <a:gd name="T25" fmla="*/ 1405 h 1798"/>
                <a:gd name="T26" fmla="*/ 437 w 758"/>
                <a:gd name="T27" fmla="*/ 1472 h 1798"/>
                <a:gd name="T28" fmla="*/ 393 w 758"/>
                <a:gd name="T29" fmla="*/ 1581 h 1798"/>
                <a:gd name="T30" fmla="*/ 318 w 758"/>
                <a:gd name="T31" fmla="*/ 1699 h 1798"/>
                <a:gd name="T32" fmla="*/ 357 w 758"/>
                <a:gd name="T33" fmla="*/ 1782 h 1798"/>
                <a:gd name="T34" fmla="*/ 260 w 758"/>
                <a:gd name="T35" fmla="*/ 1798 h 1798"/>
                <a:gd name="T36" fmla="*/ 180 w 758"/>
                <a:gd name="T37" fmla="*/ 1699 h 1798"/>
                <a:gd name="T38" fmla="*/ 166 w 758"/>
                <a:gd name="T39" fmla="*/ 1394 h 1798"/>
                <a:gd name="T40" fmla="*/ 43 w 758"/>
                <a:gd name="T41" fmla="*/ 874 h 1798"/>
                <a:gd name="T42" fmla="*/ 80 w 758"/>
                <a:gd name="T43" fmla="*/ 692 h 1798"/>
                <a:gd name="T44" fmla="*/ 0 w 758"/>
                <a:gd name="T45" fmla="*/ 461 h 1798"/>
                <a:gd name="T46" fmla="*/ 54 w 758"/>
                <a:gd name="T47" fmla="*/ 159 h 1798"/>
                <a:gd name="T48" fmla="*/ 103 w 758"/>
                <a:gd name="T49" fmla="*/ 102 h 1798"/>
                <a:gd name="T50" fmla="*/ 90 w 758"/>
                <a:gd name="T51" fmla="*/ 57 h 1798"/>
                <a:gd name="T52" fmla="*/ 153 w 758"/>
                <a:gd name="T53" fmla="*/ 0 h 1798"/>
                <a:gd name="T54" fmla="*/ 292 w 758"/>
                <a:gd name="T55" fmla="*/ 9 h 1798"/>
                <a:gd name="T56" fmla="*/ 370 w 758"/>
                <a:gd name="T57" fmla="*/ 93 h 1798"/>
                <a:gd name="T58" fmla="*/ 461 w 758"/>
                <a:gd name="T59" fmla="*/ 94 h 1798"/>
                <a:gd name="T60" fmla="*/ 553 w 758"/>
                <a:gd name="T61" fmla="*/ 151 h 1798"/>
                <a:gd name="T62" fmla="*/ 527 w 758"/>
                <a:gd name="T63" fmla="*/ 215 h 1798"/>
                <a:gd name="T64" fmla="*/ 533 w 758"/>
                <a:gd name="T65" fmla="*/ 279 h 1798"/>
                <a:gd name="T66" fmla="*/ 664 w 758"/>
                <a:gd name="T67" fmla="*/ 273 h 1798"/>
                <a:gd name="T68" fmla="*/ 726 w 758"/>
                <a:gd name="T69" fmla="*/ 180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8" h="1798">
                  <a:moveTo>
                    <a:pt x="726" y="180"/>
                  </a:moveTo>
                  <a:lnTo>
                    <a:pt x="758" y="210"/>
                  </a:lnTo>
                  <a:lnTo>
                    <a:pt x="632" y="398"/>
                  </a:lnTo>
                  <a:lnTo>
                    <a:pt x="588" y="448"/>
                  </a:lnTo>
                  <a:lnTo>
                    <a:pt x="603" y="662"/>
                  </a:lnTo>
                  <a:lnTo>
                    <a:pt x="700" y="780"/>
                  </a:lnTo>
                  <a:lnTo>
                    <a:pt x="619" y="923"/>
                  </a:lnTo>
                  <a:lnTo>
                    <a:pt x="557" y="949"/>
                  </a:lnTo>
                  <a:lnTo>
                    <a:pt x="486" y="949"/>
                  </a:lnTo>
                  <a:lnTo>
                    <a:pt x="505" y="1061"/>
                  </a:lnTo>
                  <a:lnTo>
                    <a:pt x="395" y="1099"/>
                  </a:lnTo>
                  <a:lnTo>
                    <a:pt x="421" y="1193"/>
                  </a:lnTo>
                  <a:lnTo>
                    <a:pt x="355" y="1405"/>
                  </a:lnTo>
                  <a:lnTo>
                    <a:pt x="437" y="1472"/>
                  </a:lnTo>
                  <a:lnTo>
                    <a:pt x="393" y="1581"/>
                  </a:lnTo>
                  <a:lnTo>
                    <a:pt x="318" y="1699"/>
                  </a:lnTo>
                  <a:lnTo>
                    <a:pt x="357" y="1782"/>
                  </a:lnTo>
                  <a:lnTo>
                    <a:pt x="260" y="1798"/>
                  </a:lnTo>
                  <a:lnTo>
                    <a:pt x="180" y="1699"/>
                  </a:lnTo>
                  <a:lnTo>
                    <a:pt x="166" y="1394"/>
                  </a:lnTo>
                  <a:lnTo>
                    <a:pt x="43" y="874"/>
                  </a:lnTo>
                  <a:lnTo>
                    <a:pt x="80" y="692"/>
                  </a:lnTo>
                  <a:lnTo>
                    <a:pt x="0" y="461"/>
                  </a:lnTo>
                  <a:lnTo>
                    <a:pt x="54" y="159"/>
                  </a:lnTo>
                  <a:lnTo>
                    <a:pt x="103" y="102"/>
                  </a:lnTo>
                  <a:lnTo>
                    <a:pt x="90" y="57"/>
                  </a:lnTo>
                  <a:lnTo>
                    <a:pt x="153" y="0"/>
                  </a:lnTo>
                  <a:lnTo>
                    <a:pt x="292" y="9"/>
                  </a:lnTo>
                  <a:lnTo>
                    <a:pt x="370" y="93"/>
                  </a:lnTo>
                  <a:lnTo>
                    <a:pt x="461" y="94"/>
                  </a:lnTo>
                  <a:lnTo>
                    <a:pt x="553" y="151"/>
                  </a:lnTo>
                  <a:lnTo>
                    <a:pt x="527" y="215"/>
                  </a:lnTo>
                  <a:lnTo>
                    <a:pt x="533" y="279"/>
                  </a:lnTo>
                  <a:lnTo>
                    <a:pt x="664" y="273"/>
                  </a:lnTo>
                  <a:lnTo>
                    <a:pt x="726" y="1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8" name="Freeform 253">
              <a:extLst>
                <a:ext uri="{FF2B5EF4-FFF2-40B4-BE49-F238E27FC236}">
                  <a16:creationId xmlns:a16="http://schemas.microsoft.com/office/drawing/2014/main" id="{55420833-7341-485B-BF8C-73157EC88806}"/>
                </a:ext>
              </a:extLst>
            </p:cNvPr>
            <p:cNvSpPr>
              <a:spLocks/>
            </p:cNvSpPr>
            <p:nvPr/>
          </p:nvSpPr>
          <p:spPr bwMode="auto">
            <a:xfrm>
              <a:off x="4334669" y="5657056"/>
              <a:ext cx="68263" cy="92075"/>
            </a:xfrm>
            <a:custGeom>
              <a:avLst/>
              <a:gdLst>
                <a:gd name="T0" fmla="*/ 74 w 128"/>
                <a:gd name="T1" fmla="*/ 0 h 174"/>
                <a:gd name="T2" fmla="*/ 0 w 128"/>
                <a:gd name="T3" fmla="*/ 161 h 174"/>
                <a:gd name="T4" fmla="*/ 126 w 128"/>
                <a:gd name="T5" fmla="*/ 174 h 174"/>
                <a:gd name="T6" fmla="*/ 128 w 128"/>
                <a:gd name="T7" fmla="*/ 67 h 174"/>
                <a:gd name="T8" fmla="*/ 74 w 128"/>
                <a:gd name="T9" fmla="*/ 0 h 174"/>
              </a:gdLst>
              <a:ahLst/>
              <a:cxnLst>
                <a:cxn ang="0">
                  <a:pos x="T0" y="T1"/>
                </a:cxn>
                <a:cxn ang="0">
                  <a:pos x="T2" y="T3"/>
                </a:cxn>
                <a:cxn ang="0">
                  <a:pos x="T4" y="T5"/>
                </a:cxn>
                <a:cxn ang="0">
                  <a:pos x="T6" y="T7"/>
                </a:cxn>
                <a:cxn ang="0">
                  <a:pos x="T8" y="T9"/>
                </a:cxn>
              </a:cxnLst>
              <a:rect l="0" t="0" r="r" b="b"/>
              <a:pathLst>
                <a:path w="128" h="174">
                  <a:moveTo>
                    <a:pt x="74" y="0"/>
                  </a:moveTo>
                  <a:lnTo>
                    <a:pt x="0" y="161"/>
                  </a:lnTo>
                  <a:lnTo>
                    <a:pt x="126" y="174"/>
                  </a:lnTo>
                  <a:lnTo>
                    <a:pt x="128" y="67"/>
                  </a:lnTo>
                  <a:lnTo>
                    <a:pt x="7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89" name="Freeform 254">
              <a:extLst>
                <a:ext uri="{FF2B5EF4-FFF2-40B4-BE49-F238E27FC236}">
                  <a16:creationId xmlns:a16="http://schemas.microsoft.com/office/drawing/2014/main" id="{367FF727-11A8-49E9-BFDB-FC8B20A3C5BD}"/>
                </a:ext>
              </a:extLst>
            </p:cNvPr>
            <p:cNvSpPr>
              <a:spLocks/>
            </p:cNvSpPr>
            <p:nvPr/>
          </p:nvSpPr>
          <p:spPr bwMode="auto">
            <a:xfrm>
              <a:off x="4409282" y="5699918"/>
              <a:ext cx="76200" cy="52388"/>
            </a:xfrm>
            <a:custGeom>
              <a:avLst/>
              <a:gdLst>
                <a:gd name="T0" fmla="*/ 0 w 144"/>
                <a:gd name="T1" fmla="*/ 0 h 99"/>
                <a:gd name="T2" fmla="*/ 5 w 144"/>
                <a:gd name="T3" fmla="*/ 99 h 99"/>
                <a:gd name="T4" fmla="*/ 80 w 144"/>
                <a:gd name="T5" fmla="*/ 92 h 99"/>
                <a:gd name="T6" fmla="*/ 144 w 144"/>
                <a:gd name="T7" fmla="*/ 49 h 99"/>
                <a:gd name="T8" fmla="*/ 35 w 144"/>
                <a:gd name="T9" fmla="*/ 27 h 99"/>
                <a:gd name="T10" fmla="*/ 0 w 144"/>
                <a:gd name="T11" fmla="*/ 0 h 99"/>
              </a:gdLst>
              <a:ahLst/>
              <a:cxnLst>
                <a:cxn ang="0">
                  <a:pos x="T0" y="T1"/>
                </a:cxn>
                <a:cxn ang="0">
                  <a:pos x="T2" y="T3"/>
                </a:cxn>
                <a:cxn ang="0">
                  <a:pos x="T4" y="T5"/>
                </a:cxn>
                <a:cxn ang="0">
                  <a:pos x="T6" y="T7"/>
                </a:cxn>
                <a:cxn ang="0">
                  <a:pos x="T8" y="T9"/>
                </a:cxn>
                <a:cxn ang="0">
                  <a:pos x="T10" y="T11"/>
                </a:cxn>
              </a:cxnLst>
              <a:rect l="0" t="0" r="r" b="b"/>
              <a:pathLst>
                <a:path w="144" h="99">
                  <a:moveTo>
                    <a:pt x="0" y="0"/>
                  </a:moveTo>
                  <a:lnTo>
                    <a:pt x="5" y="99"/>
                  </a:lnTo>
                  <a:lnTo>
                    <a:pt x="80" y="92"/>
                  </a:lnTo>
                  <a:lnTo>
                    <a:pt x="144" y="49"/>
                  </a:lnTo>
                  <a:lnTo>
                    <a:pt x="35" y="27"/>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0" name="Freeform 255">
              <a:extLst>
                <a:ext uri="{FF2B5EF4-FFF2-40B4-BE49-F238E27FC236}">
                  <a16:creationId xmlns:a16="http://schemas.microsoft.com/office/drawing/2014/main" id="{148FEA41-69EE-4C70-9B5F-92F657D69372}"/>
                </a:ext>
              </a:extLst>
            </p:cNvPr>
            <p:cNvSpPr>
              <a:spLocks/>
            </p:cNvSpPr>
            <p:nvPr/>
          </p:nvSpPr>
          <p:spPr bwMode="auto">
            <a:xfrm>
              <a:off x="4129882" y="4588668"/>
              <a:ext cx="230188" cy="1125538"/>
            </a:xfrm>
            <a:custGeom>
              <a:avLst/>
              <a:gdLst>
                <a:gd name="T0" fmla="*/ 434 w 434"/>
                <a:gd name="T1" fmla="*/ 1995 h 2127"/>
                <a:gd name="T2" fmla="*/ 379 w 434"/>
                <a:gd name="T3" fmla="*/ 2056 h 2127"/>
                <a:gd name="T4" fmla="*/ 373 w 434"/>
                <a:gd name="T5" fmla="*/ 2127 h 2127"/>
                <a:gd name="T6" fmla="*/ 267 w 434"/>
                <a:gd name="T7" fmla="*/ 2067 h 2127"/>
                <a:gd name="T8" fmla="*/ 153 w 434"/>
                <a:gd name="T9" fmla="*/ 1903 h 2127"/>
                <a:gd name="T10" fmla="*/ 121 w 434"/>
                <a:gd name="T11" fmla="*/ 1846 h 2127"/>
                <a:gd name="T12" fmla="*/ 167 w 434"/>
                <a:gd name="T13" fmla="*/ 1786 h 2127"/>
                <a:gd name="T14" fmla="*/ 162 w 434"/>
                <a:gd name="T15" fmla="*/ 1710 h 2127"/>
                <a:gd name="T16" fmla="*/ 109 w 434"/>
                <a:gd name="T17" fmla="*/ 1687 h 2127"/>
                <a:gd name="T18" fmla="*/ 67 w 434"/>
                <a:gd name="T19" fmla="*/ 1656 h 2127"/>
                <a:gd name="T20" fmla="*/ 76 w 434"/>
                <a:gd name="T21" fmla="*/ 1614 h 2127"/>
                <a:gd name="T22" fmla="*/ 132 w 434"/>
                <a:gd name="T23" fmla="*/ 1598 h 2127"/>
                <a:gd name="T24" fmla="*/ 143 w 434"/>
                <a:gd name="T25" fmla="*/ 1352 h 2127"/>
                <a:gd name="T26" fmla="*/ 57 w 434"/>
                <a:gd name="T27" fmla="*/ 1304 h 2127"/>
                <a:gd name="T28" fmla="*/ 0 w 434"/>
                <a:gd name="T29" fmla="*/ 25 h 2127"/>
                <a:gd name="T30" fmla="*/ 14 w 434"/>
                <a:gd name="T31" fmla="*/ 0 h 2127"/>
                <a:gd name="T32" fmla="*/ 125 w 434"/>
                <a:gd name="T33" fmla="*/ 255 h 2127"/>
                <a:gd name="T34" fmla="*/ 160 w 434"/>
                <a:gd name="T35" fmla="*/ 256 h 2127"/>
                <a:gd name="T36" fmla="*/ 171 w 434"/>
                <a:gd name="T37" fmla="*/ 297 h 2127"/>
                <a:gd name="T38" fmla="*/ 125 w 434"/>
                <a:gd name="T39" fmla="*/ 353 h 2127"/>
                <a:gd name="T40" fmla="*/ 71 w 434"/>
                <a:gd name="T41" fmla="*/ 659 h 2127"/>
                <a:gd name="T42" fmla="*/ 147 w 434"/>
                <a:gd name="T43" fmla="*/ 894 h 2127"/>
                <a:gd name="T44" fmla="*/ 111 w 434"/>
                <a:gd name="T45" fmla="*/ 1073 h 2127"/>
                <a:gd name="T46" fmla="*/ 237 w 434"/>
                <a:gd name="T47" fmla="*/ 1598 h 2127"/>
                <a:gd name="T48" fmla="*/ 250 w 434"/>
                <a:gd name="T49" fmla="*/ 1905 h 2127"/>
                <a:gd name="T50" fmla="*/ 340 w 434"/>
                <a:gd name="T51" fmla="*/ 2009 h 2127"/>
                <a:gd name="T52" fmla="*/ 434 w 434"/>
                <a:gd name="T53" fmla="*/ 1995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4" h="2127">
                  <a:moveTo>
                    <a:pt x="434" y="1995"/>
                  </a:moveTo>
                  <a:lnTo>
                    <a:pt x="379" y="2056"/>
                  </a:lnTo>
                  <a:lnTo>
                    <a:pt x="373" y="2127"/>
                  </a:lnTo>
                  <a:lnTo>
                    <a:pt x="267" y="2067"/>
                  </a:lnTo>
                  <a:lnTo>
                    <a:pt x="153" y="1903"/>
                  </a:lnTo>
                  <a:lnTo>
                    <a:pt x="121" y="1846"/>
                  </a:lnTo>
                  <a:lnTo>
                    <a:pt x="167" y="1786"/>
                  </a:lnTo>
                  <a:lnTo>
                    <a:pt x="162" y="1710"/>
                  </a:lnTo>
                  <a:lnTo>
                    <a:pt x="109" y="1687"/>
                  </a:lnTo>
                  <a:lnTo>
                    <a:pt x="67" y="1656"/>
                  </a:lnTo>
                  <a:lnTo>
                    <a:pt x="76" y="1614"/>
                  </a:lnTo>
                  <a:lnTo>
                    <a:pt x="132" y="1598"/>
                  </a:lnTo>
                  <a:lnTo>
                    <a:pt x="143" y="1352"/>
                  </a:lnTo>
                  <a:lnTo>
                    <a:pt x="57" y="1304"/>
                  </a:lnTo>
                  <a:lnTo>
                    <a:pt x="0" y="25"/>
                  </a:lnTo>
                  <a:lnTo>
                    <a:pt x="14" y="0"/>
                  </a:lnTo>
                  <a:lnTo>
                    <a:pt x="125" y="255"/>
                  </a:lnTo>
                  <a:lnTo>
                    <a:pt x="160" y="256"/>
                  </a:lnTo>
                  <a:lnTo>
                    <a:pt x="171" y="297"/>
                  </a:lnTo>
                  <a:lnTo>
                    <a:pt x="125" y="353"/>
                  </a:lnTo>
                  <a:lnTo>
                    <a:pt x="71" y="659"/>
                  </a:lnTo>
                  <a:lnTo>
                    <a:pt x="147" y="894"/>
                  </a:lnTo>
                  <a:lnTo>
                    <a:pt x="111" y="1073"/>
                  </a:lnTo>
                  <a:lnTo>
                    <a:pt x="237" y="1598"/>
                  </a:lnTo>
                  <a:lnTo>
                    <a:pt x="250" y="1905"/>
                  </a:lnTo>
                  <a:lnTo>
                    <a:pt x="340" y="2009"/>
                  </a:lnTo>
                  <a:lnTo>
                    <a:pt x="434" y="199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1" name="Freeform 256">
              <a:extLst>
                <a:ext uri="{FF2B5EF4-FFF2-40B4-BE49-F238E27FC236}">
                  <a16:creationId xmlns:a16="http://schemas.microsoft.com/office/drawing/2014/main" id="{DF989149-59A1-4DAB-A1D7-64BD337591D0}"/>
                </a:ext>
              </a:extLst>
            </p:cNvPr>
            <p:cNvSpPr>
              <a:spLocks/>
            </p:cNvSpPr>
            <p:nvPr/>
          </p:nvSpPr>
          <p:spPr bwMode="auto">
            <a:xfrm>
              <a:off x="4155282" y="5304631"/>
              <a:ext cx="23813" cy="49213"/>
            </a:xfrm>
            <a:custGeom>
              <a:avLst/>
              <a:gdLst>
                <a:gd name="T0" fmla="*/ 23 w 45"/>
                <a:gd name="T1" fmla="*/ 0 h 95"/>
                <a:gd name="T2" fmla="*/ 0 w 45"/>
                <a:gd name="T3" fmla="*/ 34 h 95"/>
                <a:gd name="T4" fmla="*/ 12 w 45"/>
                <a:gd name="T5" fmla="*/ 92 h 95"/>
                <a:gd name="T6" fmla="*/ 34 w 45"/>
                <a:gd name="T7" fmla="*/ 95 h 95"/>
                <a:gd name="T8" fmla="*/ 45 w 45"/>
                <a:gd name="T9" fmla="*/ 21 h 95"/>
                <a:gd name="T10" fmla="*/ 23 w 45"/>
                <a:gd name="T11" fmla="*/ 0 h 95"/>
              </a:gdLst>
              <a:ahLst/>
              <a:cxnLst>
                <a:cxn ang="0">
                  <a:pos x="T0" y="T1"/>
                </a:cxn>
                <a:cxn ang="0">
                  <a:pos x="T2" y="T3"/>
                </a:cxn>
                <a:cxn ang="0">
                  <a:pos x="T4" y="T5"/>
                </a:cxn>
                <a:cxn ang="0">
                  <a:pos x="T6" y="T7"/>
                </a:cxn>
                <a:cxn ang="0">
                  <a:pos x="T8" y="T9"/>
                </a:cxn>
                <a:cxn ang="0">
                  <a:pos x="T10" y="T11"/>
                </a:cxn>
              </a:cxnLst>
              <a:rect l="0" t="0" r="r" b="b"/>
              <a:pathLst>
                <a:path w="45" h="95">
                  <a:moveTo>
                    <a:pt x="23" y="0"/>
                  </a:moveTo>
                  <a:lnTo>
                    <a:pt x="0" y="34"/>
                  </a:lnTo>
                  <a:lnTo>
                    <a:pt x="12" y="92"/>
                  </a:lnTo>
                  <a:lnTo>
                    <a:pt x="34" y="95"/>
                  </a:lnTo>
                  <a:lnTo>
                    <a:pt x="45" y="21"/>
                  </a:lnTo>
                  <a:lnTo>
                    <a:pt x="2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2" name="Freeform 257">
              <a:extLst>
                <a:ext uri="{FF2B5EF4-FFF2-40B4-BE49-F238E27FC236}">
                  <a16:creationId xmlns:a16="http://schemas.microsoft.com/office/drawing/2014/main" id="{F69472B7-18F4-4F97-9C15-52B79DFA4D66}"/>
                </a:ext>
              </a:extLst>
            </p:cNvPr>
            <p:cNvSpPr>
              <a:spLocks/>
            </p:cNvSpPr>
            <p:nvPr/>
          </p:nvSpPr>
          <p:spPr bwMode="auto">
            <a:xfrm>
              <a:off x="4018757" y="3944143"/>
              <a:ext cx="995363" cy="1031875"/>
            </a:xfrm>
            <a:custGeom>
              <a:avLst/>
              <a:gdLst>
                <a:gd name="T0" fmla="*/ 1169 w 1879"/>
                <a:gd name="T1" fmla="*/ 1948 h 1948"/>
                <a:gd name="T2" fmla="*/ 1276 w 1879"/>
                <a:gd name="T3" fmla="*/ 1742 h 1948"/>
                <a:gd name="T4" fmla="*/ 1281 w 1879"/>
                <a:gd name="T5" fmla="*/ 1569 h 1948"/>
                <a:gd name="T6" fmla="*/ 1480 w 1879"/>
                <a:gd name="T7" fmla="*/ 1440 h 1948"/>
                <a:gd name="T8" fmla="*/ 1592 w 1879"/>
                <a:gd name="T9" fmla="*/ 1440 h 1948"/>
                <a:gd name="T10" fmla="*/ 1679 w 1879"/>
                <a:gd name="T11" fmla="*/ 1291 h 1948"/>
                <a:gd name="T12" fmla="*/ 1696 w 1879"/>
                <a:gd name="T13" fmla="*/ 1006 h 1948"/>
                <a:gd name="T14" fmla="*/ 1660 w 1879"/>
                <a:gd name="T15" fmla="*/ 930 h 1948"/>
                <a:gd name="T16" fmla="*/ 1871 w 1879"/>
                <a:gd name="T17" fmla="*/ 736 h 1948"/>
                <a:gd name="T18" fmla="*/ 1879 w 1879"/>
                <a:gd name="T19" fmla="*/ 523 h 1948"/>
                <a:gd name="T20" fmla="*/ 1592 w 1879"/>
                <a:gd name="T21" fmla="*/ 383 h 1948"/>
                <a:gd name="T22" fmla="*/ 1245 w 1879"/>
                <a:gd name="T23" fmla="*/ 274 h 1948"/>
                <a:gd name="T24" fmla="*/ 1081 w 1879"/>
                <a:gd name="T25" fmla="*/ 258 h 1948"/>
                <a:gd name="T26" fmla="*/ 1125 w 1879"/>
                <a:gd name="T27" fmla="*/ 165 h 1948"/>
                <a:gd name="T28" fmla="*/ 1113 w 1879"/>
                <a:gd name="T29" fmla="*/ 24 h 1948"/>
                <a:gd name="T30" fmla="*/ 1078 w 1879"/>
                <a:gd name="T31" fmla="*/ 12 h 1948"/>
                <a:gd name="T32" fmla="*/ 1024 w 1879"/>
                <a:gd name="T33" fmla="*/ 118 h 1948"/>
                <a:gd name="T34" fmla="*/ 996 w 1879"/>
                <a:gd name="T35" fmla="*/ 152 h 1948"/>
                <a:gd name="T36" fmla="*/ 925 w 1879"/>
                <a:gd name="T37" fmla="*/ 121 h 1948"/>
                <a:gd name="T38" fmla="*/ 686 w 1879"/>
                <a:gd name="T39" fmla="*/ 205 h 1948"/>
                <a:gd name="T40" fmla="*/ 606 w 1879"/>
                <a:gd name="T41" fmla="*/ 104 h 1948"/>
                <a:gd name="T42" fmla="*/ 619 w 1879"/>
                <a:gd name="T43" fmla="*/ 0 h 1948"/>
                <a:gd name="T44" fmla="*/ 544 w 1879"/>
                <a:gd name="T45" fmla="*/ 76 h 1948"/>
                <a:gd name="T46" fmla="*/ 460 w 1879"/>
                <a:gd name="T47" fmla="*/ 31 h 1948"/>
                <a:gd name="T48" fmla="*/ 451 w 1879"/>
                <a:gd name="T49" fmla="*/ 44 h 1948"/>
                <a:gd name="T50" fmla="*/ 452 w 1879"/>
                <a:gd name="T51" fmla="*/ 80 h 1948"/>
                <a:gd name="T52" fmla="*/ 523 w 1879"/>
                <a:gd name="T53" fmla="*/ 119 h 1948"/>
                <a:gd name="T54" fmla="*/ 416 w 1879"/>
                <a:gd name="T55" fmla="*/ 232 h 1948"/>
                <a:gd name="T56" fmla="*/ 348 w 1879"/>
                <a:gd name="T57" fmla="*/ 231 h 1948"/>
                <a:gd name="T58" fmla="*/ 279 w 1879"/>
                <a:gd name="T59" fmla="*/ 161 h 1948"/>
                <a:gd name="T60" fmla="*/ 201 w 1879"/>
                <a:gd name="T61" fmla="*/ 163 h 1948"/>
                <a:gd name="T62" fmla="*/ 192 w 1879"/>
                <a:gd name="T63" fmla="*/ 247 h 1948"/>
                <a:gd name="T64" fmla="*/ 236 w 1879"/>
                <a:gd name="T65" fmla="*/ 301 h 1948"/>
                <a:gd name="T66" fmla="*/ 183 w 1879"/>
                <a:gd name="T67" fmla="*/ 470 h 1948"/>
                <a:gd name="T68" fmla="*/ 121 w 1879"/>
                <a:gd name="T69" fmla="*/ 475 h 1948"/>
                <a:gd name="T70" fmla="*/ 24 w 1879"/>
                <a:gd name="T71" fmla="*/ 537 h 1948"/>
                <a:gd name="T72" fmla="*/ 0 w 1879"/>
                <a:gd name="T73" fmla="*/ 659 h 1948"/>
                <a:gd name="T74" fmla="*/ 85 w 1879"/>
                <a:gd name="T75" fmla="*/ 750 h 1948"/>
                <a:gd name="T76" fmla="*/ 100 w 1879"/>
                <a:gd name="T77" fmla="*/ 732 h 1948"/>
                <a:gd name="T78" fmla="*/ 160 w 1879"/>
                <a:gd name="T79" fmla="*/ 717 h 1948"/>
                <a:gd name="T80" fmla="*/ 211 w 1879"/>
                <a:gd name="T81" fmla="*/ 802 h 1948"/>
                <a:gd name="T82" fmla="*/ 357 w 1879"/>
                <a:gd name="T83" fmla="*/ 740 h 1948"/>
                <a:gd name="T84" fmla="*/ 414 w 1879"/>
                <a:gd name="T85" fmla="*/ 743 h 1948"/>
                <a:gd name="T86" fmla="*/ 453 w 1879"/>
                <a:gd name="T87" fmla="*/ 881 h 1948"/>
                <a:gd name="T88" fmla="*/ 661 w 1879"/>
                <a:gd name="T89" fmla="*/ 947 h 1948"/>
                <a:gd name="T90" fmla="*/ 697 w 1879"/>
                <a:gd name="T91" fmla="*/ 1058 h 1948"/>
                <a:gd name="T92" fmla="*/ 786 w 1879"/>
                <a:gd name="T93" fmla="*/ 1068 h 1948"/>
                <a:gd name="T94" fmla="*/ 829 w 1879"/>
                <a:gd name="T95" fmla="*/ 1173 h 1948"/>
                <a:gd name="T96" fmla="*/ 799 w 1879"/>
                <a:gd name="T97" fmla="*/ 1267 h 1948"/>
                <a:gd name="T98" fmla="*/ 837 w 1879"/>
                <a:gd name="T99" fmla="*/ 1316 h 1948"/>
                <a:gd name="T100" fmla="*/ 832 w 1879"/>
                <a:gd name="T101" fmla="*/ 1389 h 1948"/>
                <a:gd name="T102" fmla="*/ 931 w 1879"/>
                <a:gd name="T103" fmla="*/ 1380 h 1948"/>
                <a:gd name="T104" fmla="*/ 1024 w 1879"/>
                <a:gd name="T105" fmla="*/ 1495 h 1948"/>
                <a:gd name="T106" fmla="*/ 1016 w 1879"/>
                <a:gd name="T107" fmla="*/ 1576 h 1948"/>
                <a:gd name="T108" fmla="*/ 1070 w 1879"/>
                <a:gd name="T109" fmla="*/ 1623 h 1948"/>
                <a:gd name="T110" fmla="*/ 941 w 1879"/>
                <a:gd name="T111" fmla="*/ 1820 h 1948"/>
                <a:gd name="T112" fmla="*/ 1169 w 1879"/>
                <a:gd name="T113" fmla="*/ 1948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79" h="1948">
                  <a:moveTo>
                    <a:pt x="1169" y="1948"/>
                  </a:moveTo>
                  <a:lnTo>
                    <a:pt x="1276" y="1742"/>
                  </a:lnTo>
                  <a:lnTo>
                    <a:pt x="1281" y="1569"/>
                  </a:lnTo>
                  <a:lnTo>
                    <a:pt x="1480" y="1440"/>
                  </a:lnTo>
                  <a:lnTo>
                    <a:pt x="1592" y="1440"/>
                  </a:lnTo>
                  <a:lnTo>
                    <a:pt x="1679" y="1291"/>
                  </a:lnTo>
                  <a:lnTo>
                    <a:pt x="1696" y="1006"/>
                  </a:lnTo>
                  <a:lnTo>
                    <a:pt x="1660" y="930"/>
                  </a:lnTo>
                  <a:lnTo>
                    <a:pt x="1871" y="736"/>
                  </a:lnTo>
                  <a:lnTo>
                    <a:pt x="1879" y="523"/>
                  </a:lnTo>
                  <a:lnTo>
                    <a:pt x="1592" y="383"/>
                  </a:lnTo>
                  <a:lnTo>
                    <a:pt x="1245" y="274"/>
                  </a:lnTo>
                  <a:lnTo>
                    <a:pt x="1081" y="258"/>
                  </a:lnTo>
                  <a:lnTo>
                    <a:pt x="1125" y="165"/>
                  </a:lnTo>
                  <a:lnTo>
                    <a:pt x="1113" y="24"/>
                  </a:lnTo>
                  <a:lnTo>
                    <a:pt x="1078" y="12"/>
                  </a:lnTo>
                  <a:lnTo>
                    <a:pt x="1024" y="118"/>
                  </a:lnTo>
                  <a:lnTo>
                    <a:pt x="996" y="152"/>
                  </a:lnTo>
                  <a:lnTo>
                    <a:pt x="925" y="121"/>
                  </a:lnTo>
                  <a:lnTo>
                    <a:pt x="686" y="205"/>
                  </a:lnTo>
                  <a:lnTo>
                    <a:pt x="606" y="104"/>
                  </a:lnTo>
                  <a:lnTo>
                    <a:pt x="619" y="0"/>
                  </a:lnTo>
                  <a:lnTo>
                    <a:pt x="544" y="76"/>
                  </a:lnTo>
                  <a:lnTo>
                    <a:pt x="460" y="31"/>
                  </a:lnTo>
                  <a:lnTo>
                    <a:pt x="451" y="44"/>
                  </a:lnTo>
                  <a:lnTo>
                    <a:pt x="452" y="80"/>
                  </a:lnTo>
                  <a:lnTo>
                    <a:pt x="523" y="119"/>
                  </a:lnTo>
                  <a:lnTo>
                    <a:pt x="416" y="232"/>
                  </a:lnTo>
                  <a:lnTo>
                    <a:pt x="348" y="231"/>
                  </a:lnTo>
                  <a:lnTo>
                    <a:pt x="279" y="161"/>
                  </a:lnTo>
                  <a:lnTo>
                    <a:pt x="201" y="163"/>
                  </a:lnTo>
                  <a:lnTo>
                    <a:pt x="192" y="247"/>
                  </a:lnTo>
                  <a:lnTo>
                    <a:pt x="236" y="301"/>
                  </a:lnTo>
                  <a:lnTo>
                    <a:pt x="183" y="470"/>
                  </a:lnTo>
                  <a:lnTo>
                    <a:pt x="121" y="475"/>
                  </a:lnTo>
                  <a:lnTo>
                    <a:pt x="24" y="537"/>
                  </a:lnTo>
                  <a:lnTo>
                    <a:pt x="0" y="659"/>
                  </a:lnTo>
                  <a:lnTo>
                    <a:pt x="85" y="750"/>
                  </a:lnTo>
                  <a:lnTo>
                    <a:pt x="100" y="732"/>
                  </a:lnTo>
                  <a:lnTo>
                    <a:pt x="160" y="717"/>
                  </a:lnTo>
                  <a:lnTo>
                    <a:pt x="211" y="802"/>
                  </a:lnTo>
                  <a:lnTo>
                    <a:pt x="357" y="740"/>
                  </a:lnTo>
                  <a:lnTo>
                    <a:pt x="414" y="743"/>
                  </a:lnTo>
                  <a:lnTo>
                    <a:pt x="453" y="881"/>
                  </a:lnTo>
                  <a:lnTo>
                    <a:pt x="661" y="947"/>
                  </a:lnTo>
                  <a:lnTo>
                    <a:pt x="697" y="1058"/>
                  </a:lnTo>
                  <a:lnTo>
                    <a:pt x="786" y="1068"/>
                  </a:lnTo>
                  <a:lnTo>
                    <a:pt x="829" y="1173"/>
                  </a:lnTo>
                  <a:lnTo>
                    <a:pt x="799" y="1267"/>
                  </a:lnTo>
                  <a:lnTo>
                    <a:pt x="837" y="1316"/>
                  </a:lnTo>
                  <a:lnTo>
                    <a:pt x="832" y="1389"/>
                  </a:lnTo>
                  <a:lnTo>
                    <a:pt x="931" y="1380"/>
                  </a:lnTo>
                  <a:lnTo>
                    <a:pt x="1024" y="1495"/>
                  </a:lnTo>
                  <a:lnTo>
                    <a:pt x="1016" y="1576"/>
                  </a:lnTo>
                  <a:lnTo>
                    <a:pt x="1070" y="1623"/>
                  </a:lnTo>
                  <a:lnTo>
                    <a:pt x="941" y="1820"/>
                  </a:lnTo>
                  <a:lnTo>
                    <a:pt x="1169" y="194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3" name="Freeform 258">
              <a:extLst>
                <a:ext uri="{FF2B5EF4-FFF2-40B4-BE49-F238E27FC236}">
                  <a16:creationId xmlns:a16="http://schemas.microsoft.com/office/drawing/2014/main" id="{1196E951-F6DF-4F60-A197-5555BF473D5E}"/>
                </a:ext>
              </a:extLst>
            </p:cNvPr>
            <p:cNvSpPr>
              <a:spLocks/>
            </p:cNvSpPr>
            <p:nvPr/>
          </p:nvSpPr>
          <p:spPr bwMode="auto">
            <a:xfrm>
              <a:off x="3644107" y="3542506"/>
              <a:ext cx="33338" cy="47625"/>
            </a:xfrm>
            <a:custGeom>
              <a:avLst/>
              <a:gdLst>
                <a:gd name="T0" fmla="*/ 1 w 63"/>
                <a:gd name="T1" fmla="*/ 28 h 91"/>
                <a:gd name="T2" fmla="*/ 0 w 63"/>
                <a:gd name="T3" fmla="*/ 91 h 91"/>
                <a:gd name="T4" fmla="*/ 14 w 63"/>
                <a:gd name="T5" fmla="*/ 91 h 91"/>
                <a:gd name="T6" fmla="*/ 63 w 63"/>
                <a:gd name="T7" fmla="*/ 0 h 91"/>
                <a:gd name="T8" fmla="*/ 31 w 63"/>
                <a:gd name="T9" fmla="*/ 0 h 91"/>
                <a:gd name="T10" fmla="*/ 1 w 63"/>
                <a:gd name="T11" fmla="*/ 28 h 91"/>
              </a:gdLst>
              <a:ahLst/>
              <a:cxnLst>
                <a:cxn ang="0">
                  <a:pos x="T0" y="T1"/>
                </a:cxn>
                <a:cxn ang="0">
                  <a:pos x="T2" y="T3"/>
                </a:cxn>
                <a:cxn ang="0">
                  <a:pos x="T4" y="T5"/>
                </a:cxn>
                <a:cxn ang="0">
                  <a:pos x="T6" y="T7"/>
                </a:cxn>
                <a:cxn ang="0">
                  <a:pos x="T8" y="T9"/>
                </a:cxn>
                <a:cxn ang="0">
                  <a:pos x="T10" y="T11"/>
                </a:cxn>
              </a:cxnLst>
              <a:rect l="0" t="0" r="r" b="b"/>
              <a:pathLst>
                <a:path w="63" h="91">
                  <a:moveTo>
                    <a:pt x="1" y="28"/>
                  </a:moveTo>
                  <a:lnTo>
                    <a:pt x="0" y="91"/>
                  </a:lnTo>
                  <a:lnTo>
                    <a:pt x="14" y="91"/>
                  </a:lnTo>
                  <a:lnTo>
                    <a:pt x="63" y="0"/>
                  </a:lnTo>
                  <a:lnTo>
                    <a:pt x="31" y="0"/>
                  </a:lnTo>
                  <a:lnTo>
                    <a:pt x="1" y="2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4" name="Freeform 259">
              <a:extLst>
                <a:ext uri="{FF2B5EF4-FFF2-40B4-BE49-F238E27FC236}">
                  <a16:creationId xmlns:a16="http://schemas.microsoft.com/office/drawing/2014/main" id="{EF9005F7-8230-49CA-A6CD-4377FCB5368B}"/>
                </a:ext>
              </a:extLst>
            </p:cNvPr>
            <p:cNvSpPr>
              <a:spLocks/>
            </p:cNvSpPr>
            <p:nvPr/>
          </p:nvSpPr>
          <p:spPr bwMode="auto">
            <a:xfrm>
              <a:off x="6463507" y="1140618"/>
              <a:ext cx="3235325" cy="1752600"/>
            </a:xfrm>
            <a:custGeom>
              <a:avLst/>
              <a:gdLst>
                <a:gd name="T0" fmla="*/ 5326 w 6114"/>
                <a:gd name="T1" fmla="*/ 1006 h 3312"/>
                <a:gd name="T2" fmla="*/ 5374 w 6114"/>
                <a:gd name="T3" fmla="*/ 928 h 3312"/>
                <a:gd name="T4" fmla="*/ 5262 w 6114"/>
                <a:gd name="T5" fmla="*/ 1592 h 3312"/>
                <a:gd name="T6" fmla="*/ 5601 w 6114"/>
                <a:gd name="T7" fmla="*/ 1626 h 3312"/>
                <a:gd name="T8" fmla="*/ 5447 w 6114"/>
                <a:gd name="T9" fmla="*/ 1344 h 3312"/>
                <a:gd name="T10" fmla="*/ 5640 w 6114"/>
                <a:gd name="T11" fmla="*/ 1023 h 3312"/>
                <a:gd name="T12" fmla="*/ 5872 w 6114"/>
                <a:gd name="T13" fmla="*/ 693 h 3312"/>
                <a:gd name="T14" fmla="*/ 5713 w 6114"/>
                <a:gd name="T15" fmla="*/ 512 h 3312"/>
                <a:gd name="T16" fmla="*/ 5816 w 6114"/>
                <a:gd name="T17" fmla="*/ 351 h 3312"/>
                <a:gd name="T18" fmla="*/ 6031 w 6114"/>
                <a:gd name="T19" fmla="*/ 277 h 3312"/>
                <a:gd name="T20" fmla="*/ 5820 w 6114"/>
                <a:gd name="T21" fmla="*/ 117 h 3312"/>
                <a:gd name="T22" fmla="*/ 5111 w 6114"/>
                <a:gd name="T23" fmla="*/ 109 h 3312"/>
                <a:gd name="T24" fmla="*/ 4771 w 6114"/>
                <a:gd name="T25" fmla="*/ 282 h 3312"/>
                <a:gd name="T26" fmla="*/ 4143 w 6114"/>
                <a:gd name="T27" fmla="*/ 204 h 3312"/>
                <a:gd name="T28" fmla="*/ 3867 w 6114"/>
                <a:gd name="T29" fmla="*/ 425 h 3312"/>
                <a:gd name="T30" fmla="*/ 3424 w 6114"/>
                <a:gd name="T31" fmla="*/ 386 h 3312"/>
                <a:gd name="T32" fmla="*/ 3040 w 6114"/>
                <a:gd name="T33" fmla="*/ 464 h 3312"/>
                <a:gd name="T34" fmla="*/ 2581 w 6114"/>
                <a:gd name="T35" fmla="*/ 676 h 3312"/>
                <a:gd name="T36" fmla="*/ 2650 w 6114"/>
                <a:gd name="T37" fmla="*/ 247 h 3312"/>
                <a:gd name="T38" fmla="*/ 2310 w 6114"/>
                <a:gd name="T39" fmla="*/ 316 h 3312"/>
                <a:gd name="T40" fmla="*/ 1759 w 6114"/>
                <a:gd name="T41" fmla="*/ 828 h 3312"/>
                <a:gd name="T42" fmla="*/ 1681 w 6114"/>
                <a:gd name="T43" fmla="*/ 958 h 3312"/>
                <a:gd name="T44" fmla="*/ 1612 w 6114"/>
                <a:gd name="T45" fmla="*/ 1257 h 3312"/>
                <a:gd name="T46" fmla="*/ 1741 w 6114"/>
                <a:gd name="T47" fmla="*/ 1314 h 3312"/>
                <a:gd name="T48" fmla="*/ 1643 w 6114"/>
                <a:gd name="T49" fmla="*/ 1522 h 3312"/>
                <a:gd name="T50" fmla="*/ 1595 w 6114"/>
                <a:gd name="T51" fmla="*/ 1308 h 3312"/>
                <a:gd name="T52" fmla="*/ 1328 w 6114"/>
                <a:gd name="T53" fmla="*/ 1049 h 3312"/>
                <a:gd name="T54" fmla="*/ 1401 w 6114"/>
                <a:gd name="T55" fmla="*/ 1296 h 3312"/>
                <a:gd name="T56" fmla="*/ 1100 w 6114"/>
                <a:gd name="T57" fmla="*/ 1369 h 3312"/>
                <a:gd name="T58" fmla="*/ 683 w 6114"/>
                <a:gd name="T59" fmla="*/ 1591 h 3312"/>
                <a:gd name="T60" fmla="*/ 537 w 6114"/>
                <a:gd name="T61" fmla="*/ 1453 h 3312"/>
                <a:gd name="T62" fmla="*/ 562 w 6114"/>
                <a:gd name="T63" fmla="*/ 1674 h 3312"/>
                <a:gd name="T64" fmla="*/ 454 w 6114"/>
                <a:gd name="T65" fmla="*/ 1777 h 3312"/>
                <a:gd name="T66" fmla="*/ 266 w 6114"/>
                <a:gd name="T67" fmla="*/ 1861 h 3312"/>
                <a:gd name="T68" fmla="*/ 106 w 6114"/>
                <a:gd name="T69" fmla="*/ 1634 h 3312"/>
                <a:gd name="T70" fmla="*/ 403 w 6114"/>
                <a:gd name="T71" fmla="*/ 1548 h 3312"/>
                <a:gd name="T72" fmla="*/ 10 w 6114"/>
                <a:gd name="T73" fmla="*/ 1555 h 3312"/>
                <a:gd name="T74" fmla="*/ 76 w 6114"/>
                <a:gd name="T75" fmla="*/ 2099 h 3312"/>
                <a:gd name="T76" fmla="*/ 46 w 6114"/>
                <a:gd name="T77" fmla="*/ 2192 h 3312"/>
                <a:gd name="T78" fmla="*/ 139 w 6114"/>
                <a:gd name="T79" fmla="*/ 2427 h 3312"/>
                <a:gd name="T80" fmla="*/ 267 w 6114"/>
                <a:gd name="T81" fmla="*/ 2635 h 3312"/>
                <a:gd name="T82" fmla="*/ 649 w 6114"/>
                <a:gd name="T83" fmla="*/ 2775 h 3312"/>
                <a:gd name="T84" fmla="*/ 524 w 6114"/>
                <a:gd name="T85" fmla="*/ 3052 h 3312"/>
                <a:gd name="T86" fmla="*/ 722 w 6114"/>
                <a:gd name="T87" fmla="*/ 3186 h 3312"/>
                <a:gd name="T88" fmla="*/ 997 w 6114"/>
                <a:gd name="T89" fmla="*/ 3131 h 3312"/>
                <a:gd name="T90" fmla="*/ 909 w 6114"/>
                <a:gd name="T91" fmla="*/ 2873 h 3312"/>
                <a:gd name="T92" fmla="*/ 1230 w 6114"/>
                <a:gd name="T93" fmla="*/ 2714 h 3312"/>
                <a:gd name="T94" fmla="*/ 1458 w 6114"/>
                <a:gd name="T95" fmla="*/ 2471 h 3312"/>
                <a:gd name="T96" fmla="*/ 2296 w 6114"/>
                <a:gd name="T97" fmla="*/ 2575 h 3312"/>
                <a:gd name="T98" fmla="*/ 2800 w 6114"/>
                <a:gd name="T99" fmla="*/ 2489 h 3312"/>
                <a:gd name="T100" fmla="*/ 3019 w 6114"/>
                <a:gd name="T101" fmla="*/ 2455 h 3312"/>
                <a:gd name="T102" fmla="*/ 3338 w 6114"/>
                <a:gd name="T103" fmla="*/ 2493 h 3312"/>
                <a:gd name="T104" fmla="*/ 3643 w 6114"/>
                <a:gd name="T105" fmla="*/ 2498 h 3312"/>
                <a:gd name="T106" fmla="*/ 3992 w 6114"/>
                <a:gd name="T107" fmla="*/ 2298 h 3312"/>
                <a:gd name="T108" fmla="*/ 4337 w 6114"/>
                <a:gd name="T109" fmla="*/ 2325 h 3312"/>
                <a:gd name="T110" fmla="*/ 4702 w 6114"/>
                <a:gd name="T111" fmla="*/ 2346 h 3312"/>
                <a:gd name="T112" fmla="*/ 4681 w 6114"/>
                <a:gd name="T113" fmla="*/ 2749 h 3312"/>
                <a:gd name="T114" fmla="*/ 4745 w 6114"/>
                <a:gd name="T115" fmla="*/ 2789 h 3312"/>
                <a:gd name="T116" fmla="*/ 4925 w 6114"/>
                <a:gd name="T117" fmla="*/ 2281 h 3312"/>
                <a:gd name="T118" fmla="*/ 4641 w 6114"/>
                <a:gd name="T119" fmla="*/ 1960 h 3312"/>
                <a:gd name="T120" fmla="*/ 4796 w 6114"/>
                <a:gd name="T121" fmla="*/ 1401 h 3312"/>
                <a:gd name="T122" fmla="*/ 4994 w 6114"/>
                <a:gd name="T123" fmla="*/ 1418 h 3312"/>
                <a:gd name="T124" fmla="*/ 5046 w 6114"/>
                <a:gd name="T125" fmla="*/ 1254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14" h="3312">
                  <a:moveTo>
                    <a:pt x="5176" y="980"/>
                  </a:moveTo>
                  <a:lnTo>
                    <a:pt x="5206" y="1084"/>
                  </a:lnTo>
                  <a:lnTo>
                    <a:pt x="5266" y="1101"/>
                  </a:lnTo>
                  <a:lnTo>
                    <a:pt x="5326" y="1006"/>
                  </a:lnTo>
                  <a:lnTo>
                    <a:pt x="5293" y="941"/>
                  </a:lnTo>
                  <a:lnTo>
                    <a:pt x="5305" y="884"/>
                  </a:lnTo>
                  <a:lnTo>
                    <a:pt x="5395" y="884"/>
                  </a:lnTo>
                  <a:lnTo>
                    <a:pt x="5374" y="928"/>
                  </a:lnTo>
                  <a:lnTo>
                    <a:pt x="5383" y="1084"/>
                  </a:lnTo>
                  <a:lnTo>
                    <a:pt x="5253" y="1405"/>
                  </a:lnTo>
                  <a:lnTo>
                    <a:pt x="5266" y="1474"/>
                  </a:lnTo>
                  <a:lnTo>
                    <a:pt x="5262" y="1592"/>
                  </a:lnTo>
                  <a:lnTo>
                    <a:pt x="5503" y="1943"/>
                  </a:lnTo>
                  <a:lnTo>
                    <a:pt x="5550" y="1956"/>
                  </a:lnTo>
                  <a:lnTo>
                    <a:pt x="5554" y="1670"/>
                  </a:lnTo>
                  <a:lnTo>
                    <a:pt x="5601" y="1626"/>
                  </a:lnTo>
                  <a:lnTo>
                    <a:pt x="5550" y="1514"/>
                  </a:lnTo>
                  <a:lnTo>
                    <a:pt x="5593" y="1466"/>
                  </a:lnTo>
                  <a:lnTo>
                    <a:pt x="5499" y="1340"/>
                  </a:lnTo>
                  <a:lnTo>
                    <a:pt x="5447" y="1344"/>
                  </a:lnTo>
                  <a:lnTo>
                    <a:pt x="5430" y="1136"/>
                  </a:lnTo>
                  <a:lnTo>
                    <a:pt x="5563" y="1101"/>
                  </a:lnTo>
                  <a:lnTo>
                    <a:pt x="5572" y="1040"/>
                  </a:lnTo>
                  <a:lnTo>
                    <a:pt x="5640" y="1023"/>
                  </a:lnTo>
                  <a:lnTo>
                    <a:pt x="5679" y="1058"/>
                  </a:lnTo>
                  <a:lnTo>
                    <a:pt x="5726" y="867"/>
                  </a:lnTo>
                  <a:lnTo>
                    <a:pt x="5808" y="729"/>
                  </a:lnTo>
                  <a:lnTo>
                    <a:pt x="5872" y="693"/>
                  </a:lnTo>
                  <a:lnTo>
                    <a:pt x="5928" y="698"/>
                  </a:lnTo>
                  <a:lnTo>
                    <a:pt x="5928" y="632"/>
                  </a:lnTo>
                  <a:lnTo>
                    <a:pt x="5838" y="615"/>
                  </a:lnTo>
                  <a:lnTo>
                    <a:pt x="5713" y="512"/>
                  </a:lnTo>
                  <a:lnTo>
                    <a:pt x="5774" y="442"/>
                  </a:lnTo>
                  <a:lnTo>
                    <a:pt x="5722" y="325"/>
                  </a:lnTo>
                  <a:lnTo>
                    <a:pt x="5765" y="281"/>
                  </a:lnTo>
                  <a:lnTo>
                    <a:pt x="5816" y="351"/>
                  </a:lnTo>
                  <a:lnTo>
                    <a:pt x="5945" y="399"/>
                  </a:lnTo>
                  <a:lnTo>
                    <a:pt x="6087" y="412"/>
                  </a:lnTo>
                  <a:lnTo>
                    <a:pt x="6105" y="351"/>
                  </a:lnTo>
                  <a:lnTo>
                    <a:pt x="6031" y="277"/>
                  </a:lnTo>
                  <a:lnTo>
                    <a:pt x="6114" y="164"/>
                  </a:lnTo>
                  <a:lnTo>
                    <a:pt x="5928" y="99"/>
                  </a:lnTo>
                  <a:lnTo>
                    <a:pt x="5881" y="195"/>
                  </a:lnTo>
                  <a:lnTo>
                    <a:pt x="5820" y="117"/>
                  </a:lnTo>
                  <a:lnTo>
                    <a:pt x="5480" y="0"/>
                  </a:lnTo>
                  <a:lnTo>
                    <a:pt x="5158" y="56"/>
                  </a:lnTo>
                  <a:lnTo>
                    <a:pt x="5111" y="82"/>
                  </a:lnTo>
                  <a:lnTo>
                    <a:pt x="5111" y="109"/>
                  </a:lnTo>
                  <a:lnTo>
                    <a:pt x="5180" y="143"/>
                  </a:lnTo>
                  <a:lnTo>
                    <a:pt x="5171" y="225"/>
                  </a:lnTo>
                  <a:lnTo>
                    <a:pt x="5046" y="174"/>
                  </a:lnTo>
                  <a:lnTo>
                    <a:pt x="4771" y="282"/>
                  </a:lnTo>
                  <a:lnTo>
                    <a:pt x="4723" y="182"/>
                  </a:lnTo>
                  <a:lnTo>
                    <a:pt x="4534" y="182"/>
                  </a:lnTo>
                  <a:lnTo>
                    <a:pt x="4448" y="273"/>
                  </a:lnTo>
                  <a:lnTo>
                    <a:pt x="4143" y="204"/>
                  </a:lnTo>
                  <a:lnTo>
                    <a:pt x="3863" y="260"/>
                  </a:lnTo>
                  <a:lnTo>
                    <a:pt x="3828" y="347"/>
                  </a:lnTo>
                  <a:lnTo>
                    <a:pt x="3872" y="360"/>
                  </a:lnTo>
                  <a:lnTo>
                    <a:pt x="3867" y="425"/>
                  </a:lnTo>
                  <a:lnTo>
                    <a:pt x="3596" y="455"/>
                  </a:lnTo>
                  <a:lnTo>
                    <a:pt x="3613" y="542"/>
                  </a:lnTo>
                  <a:lnTo>
                    <a:pt x="3363" y="498"/>
                  </a:lnTo>
                  <a:lnTo>
                    <a:pt x="3424" y="386"/>
                  </a:lnTo>
                  <a:lnTo>
                    <a:pt x="3169" y="372"/>
                  </a:lnTo>
                  <a:lnTo>
                    <a:pt x="3192" y="490"/>
                  </a:lnTo>
                  <a:lnTo>
                    <a:pt x="3109" y="529"/>
                  </a:lnTo>
                  <a:lnTo>
                    <a:pt x="3040" y="464"/>
                  </a:lnTo>
                  <a:lnTo>
                    <a:pt x="2761" y="512"/>
                  </a:lnTo>
                  <a:lnTo>
                    <a:pt x="2654" y="611"/>
                  </a:lnTo>
                  <a:lnTo>
                    <a:pt x="2650" y="672"/>
                  </a:lnTo>
                  <a:lnTo>
                    <a:pt x="2581" y="676"/>
                  </a:lnTo>
                  <a:lnTo>
                    <a:pt x="2572" y="607"/>
                  </a:lnTo>
                  <a:lnTo>
                    <a:pt x="2792" y="416"/>
                  </a:lnTo>
                  <a:lnTo>
                    <a:pt x="2792" y="286"/>
                  </a:lnTo>
                  <a:lnTo>
                    <a:pt x="2650" y="247"/>
                  </a:lnTo>
                  <a:lnTo>
                    <a:pt x="2464" y="308"/>
                  </a:lnTo>
                  <a:lnTo>
                    <a:pt x="2387" y="229"/>
                  </a:lnTo>
                  <a:lnTo>
                    <a:pt x="2352" y="229"/>
                  </a:lnTo>
                  <a:lnTo>
                    <a:pt x="2310" y="316"/>
                  </a:lnTo>
                  <a:lnTo>
                    <a:pt x="2344" y="355"/>
                  </a:lnTo>
                  <a:lnTo>
                    <a:pt x="2099" y="489"/>
                  </a:lnTo>
                  <a:lnTo>
                    <a:pt x="1887" y="650"/>
                  </a:lnTo>
                  <a:lnTo>
                    <a:pt x="1759" y="828"/>
                  </a:lnTo>
                  <a:lnTo>
                    <a:pt x="1759" y="901"/>
                  </a:lnTo>
                  <a:lnTo>
                    <a:pt x="1897" y="958"/>
                  </a:lnTo>
                  <a:lnTo>
                    <a:pt x="1828" y="1010"/>
                  </a:lnTo>
                  <a:lnTo>
                    <a:pt x="1681" y="958"/>
                  </a:lnTo>
                  <a:lnTo>
                    <a:pt x="1621" y="1010"/>
                  </a:lnTo>
                  <a:lnTo>
                    <a:pt x="1530" y="905"/>
                  </a:lnTo>
                  <a:lnTo>
                    <a:pt x="1513" y="945"/>
                  </a:lnTo>
                  <a:lnTo>
                    <a:pt x="1612" y="1257"/>
                  </a:lnTo>
                  <a:lnTo>
                    <a:pt x="1638" y="1266"/>
                  </a:lnTo>
                  <a:lnTo>
                    <a:pt x="1707" y="1231"/>
                  </a:lnTo>
                  <a:lnTo>
                    <a:pt x="1741" y="1257"/>
                  </a:lnTo>
                  <a:lnTo>
                    <a:pt x="1741" y="1314"/>
                  </a:lnTo>
                  <a:lnTo>
                    <a:pt x="1676" y="1287"/>
                  </a:lnTo>
                  <a:lnTo>
                    <a:pt x="1638" y="1318"/>
                  </a:lnTo>
                  <a:lnTo>
                    <a:pt x="1664" y="1374"/>
                  </a:lnTo>
                  <a:lnTo>
                    <a:pt x="1643" y="1522"/>
                  </a:lnTo>
                  <a:lnTo>
                    <a:pt x="1509" y="1535"/>
                  </a:lnTo>
                  <a:lnTo>
                    <a:pt x="1501" y="1487"/>
                  </a:lnTo>
                  <a:lnTo>
                    <a:pt x="1578" y="1439"/>
                  </a:lnTo>
                  <a:lnTo>
                    <a:pt x="1595" y="1308"/>
                  </a:lnTo>
                  <a:lnTo>
                    <a:pt x="1509" y="1196"/>
                  </a:lnTo>
                  <a:lnTo>
                    <a:pt x="1478" y="1001"/>
                  </a:lnTo>
                  <a:lnTo>
                    <a:pt x="1341" y="980"/>
                  </a:lnTo>
                  <a:lnTo>
                    <a:pt x="1328" y="1049"/>
                  </a:lnTo>
                  <a:lnTo>
                    <a:pt x="1355" y="1083"/>
                  </a:lnTo>
                  <a:lnTo>
                    <a:pt x="1298" y="1131"/>
                  </a:lnTo>
                  <a:lnTo>
                    <a:pt x="1320" y="1262"/>
                  </a:lnTo>
                  <a:lnTo>
                    <a:pt x="1401" y="1296"/>
                  </a:lnTo>
                  <a:lnTo>
                    <a:pt x="1419" y="1392"/>
                  </a:lnTo>
                  <a:lnTo>
                    <a:pt x="1337" y="1340"/>
                  </a:lnTo>
                  <a:lnTo>
                    <a:pt x="1126" y="1300"/>
                  </a:lnTo>
                  <a:lnTo>
                    <a:pt x="1100" y="1369"/>
                  </a:lnTo>
                  <a:lnTo>
                    <a:pt x="932" y="1430"/>
                  </a:lnTo>
                  <a:lnTo>
                    <a:pt x="907" y="1388"/>
                  </a:lnTo>
                  <a:lnTo>
                    <a:pt x="687" y="1508"/>
                  </a:lnTo>
                  <a:lnTo>
                    <a:pt x="683" y="1591"/>
                  </a:lnTo>
                  <a:lnTo>
                    <a:pt x="596" y="1604"/>
                  </a:lnTo>
                  <a:lnTo>
                    <a:pt x="623" y="1543"/>
                  </a:lnTo>
                  <a:lnTo>
                    <a:pt x="623" y="1483"/>
                  </a:lnTo>
                  <a:lnTo>
                    <a:pt x="537" y="1453"/>
                  </a:lnTo>
                  <a:lnTo>
                    <a:pt x="481" y="1474"/>
                  </a:lnTo>
                  <a:lnTo>
                    <a:pt x="527" y="1565"/>
                  </a:lnTo>
                  <a:lnTo>
                    <a:pt x="562" y="1626"/>
                  </a:lnTo>
                  <a:lnTo>
                    <a:pt x="562" y="1674"/>
                  </a:lnTo>
                  <a:lnTo>
                    <a:pt x="497" y="1661"/>
                  </a:lnTo>
                  <a:lnTo>
                    <a:pt x="485" y="1647"/>
                  </a:lnTo>
                  <a:lnTo>
                    <a:pt x="420" y="1717"/>
                  </a:lnTo>
                  <a:lnTo>
                    <a:pt x="454" y="1777"/>
                  </a:lnTo>
                  <a:lnTo>
                    <a:pt x="308" y="1773"/>
                  </a:lnTo>
                  <a:lnTo>
                    <a:pt x="356" y="1834"/>
                  </a:lnTo>
                  <a:lnTo>
                    <a:pt x="343" y="1861"/>
                  </a:lnTo>
                  <a:lnTo>
                    <a:pt x="266" y="1861"/>
                  </a:lnTo>
                  <a:lnTo>
                    <a:pt x="209" y="1821"/>
                  </a:lnTo>
                  <a:lnTo>
                    <a:pt x="197" y="1712"/>
                  </a:lnTo>
                  <a:lnTo>
                    <a:pt x="106" y="1678"/>
                  </a:lnTo>
                  <a:lnTo>
                    <a:pt x="106" y="1634"/>
                  </a:lnTo>
                  <a:lnTo>
                    <a:pt x="295" y="1674"/>
                  </a:lnTo>
                  <a:lnTo>
                    <a:pt x="399" y="1682"/>
                  </a:lnTo>
                  <a:lnTo>
                    <a:pt x="441" y="1617"/>
                  </a:lnTo>
                  <a:lnTo>
                    <a:pt x="403" y="1548"/>
                  </a:lnTo>
                  <a:lnTo>
                    <a:pt x="128" y="1439"/>
                  </a:lnTo>
                  <a:lnTo>
                    <a:pt x="32" y="1463"/>
                  </a:lnTo>
                  <a:lnTo>
                    <a:pt x="0" y="1491"/>
                  </a:lnTo>
                  <a:lnTo>
                    <a:pt x="10" y="1555"/>
                  </a:lnTo>
                  <a:lnTo>
                    <a:pt x="50" y="1562"/>
                  </a:lnTo>
                  <a:lnTo>
                    <a:pt x="41" y="1664"/>
                  </a:lnTo>
                  <a:lnTo>
                    <a:pt x="166" y="1956"/>
                  </a:lnTo>
                  <a:lnTo>
                    <a:pt x="76" y="2099"/>
                  </a:lnTo>
                  <a:lnTo>
                    <a:pt x="70" y="2132"/>
                  </a:lnTo>
                  <a:lnTo>
                    <a:pt x="115" y="2163"/>
                  </a:lnTo>
                  <a:lnTo>
                    <a:pt x="74" y="2191"/>
                  </a:lnTo>
                  <a:lnTo>
                    <a:pt x="46" y="2192"/>
                  </a:lnTo>
                  <a:lnTo>
                    <a:pt x="51" y="2317"/>
                  </a:lnTo>
                  <a:lnTo>
                    <a:pt x="90" y="2370"/>
                  </a:lnTo>
                  <a:lnTo>
                    <a:pt x="90" y="2423"/>
                  </a:lnTo>
                  <a:lnTo>
                    <a:pt x="139" y="2427"/>
                  </a:lnTo>
                  <a:lnTo>
                    <a:pt x="213" y="2456"/>
                  </a:lnTo>
                  <a:lnTo>
                    <a:pt x="291" y="2563"/>
                  </a:lnTo>
                  <a:lnTo>
                    <a:pt x="292" y="2592"/>
                  </a:lnTo>
                  <a:lnTo>
                    <a:pt x="267" y="2635"/>
                  </a:lnTo>
                  <a:lnTo>
                    <a:pt x="325" y="2632"/>
                  </a:lnTo>
                  <a:lnTo>
                    <a:pt x="382" y="2648"/>
                  </a:lnTo>
                  <a:lnTo>
                    <a:pt x="459" y="2758"/>
                  </a:lnTo>
                  <a:lnTo>
                    <a:pt x="649" y="2775"/>
                  </a:lnTo>
                  <a:lnTo>
                    <a:pt x="640" y="2905"/>
                  </a:lnTo>
                  <a:lnTo>
                    <a:pt x="575" y="2961"/>
                  </a:lnTo>
                  <a:lnTo>
                    <a:pt x="588" y="2983"/>
                  </a:lnTo>
                  <a:lnTo>
                    <a:pt x="524" y="3052"/>
                  </a:lnTo>
                  <a:lnTo>
                    <a:pt x="507" y="3117"/>
                  </a:lnTo>
                  <a:lnTo>
                    <a:pt x="546" y="3173"/>
                  </a:lnTo>
                  <a:lnTo>
                    <a:pt x="671" y="3217"/>
                  </a:lnTo>
                  <a:lnTo>
                    <a:pt x="722" y="3186"/>
                  </a:lnTo>
                  <a:lnTo>
                    <a:pt x="1053" y="3312"/>
                  </a:lnTo>
                  <a:lnTo>
                    <a:pt x="1066" y="3278"/>
                  </a:lnTo>
                  <a:lnTo>
                    <a:pt x="997" y="3213"/>
                  </a:lnTo>
                  <a:lnTo>
                    <a:pt x="997" y="3131"/>
                  </a:lnTo>
                  <a:lnTo>
                    <a:pt x="955" y="3117"/>
                  </a:lnTo>
                  <a:lnTo>
                    <a:pt x="963" y="3047"/>
                  </a:lnTo>
                  <a:lnTo>
                    <a:pt x="1032" y="2965"/>
                  </a:lnTo>
                  <a:lnTo>
                    <a:pt x="909" y="2873"/>
                  </a:lnTo>
                  <a:lnTo>
                    <a:pt x="917" y="2744"/>
                  </a:lnTo>
                  <a:lnTo>
                    <a:pt x="1049" y="2658"/>
                  </a:lnTo>
                  <a:lnTo>
                    <a:pt x="1204" y="2667"/>
                  </a:lnTo>
                  <a:lnTo>
                    <a:pt x="1230" y="2714"/>
                  </a:lnTo>
                  <a:lnTo>
                    <a:pt x="1389" y="2723"/>
                  </a:lnTo>
                  <a:lnTo>
                    <a:pt x="1506" y="2658"/>
                  </a:lnTo>
                  <a:lnTo>
                    <a:pt x="1445" y="2593"/>
                  </a:lnTo>
                  <a:lnTo>
                    <a:pt x="1458" y="2471"/>
                  </a:lnTo>
                  <a:lnTo>
                    <a:pt x="1760" y="2324"/>
                  </a:lnTo>
                  <a:lnTo>
                    <a:pt x="1991" y="2428"/>
                  </a:lnTo>
                  <a:lnTo>
                    <a:pt x="2068" y="2359"/>
                  </a:lnTo>
                  <a:lnTo>
                    <a:pt x="2296" y="2575"/>
                  </a:lnTo>
                  <a:lnTo>
                    <a:pt x="2469" y="2558"/>
                  </a:lnTo>
                  <a:lnTo>
                    <a:pt x="2529" y="2619"/>
                  </a:lnTo>
                  <a:lnTo>
                    <a:pt x="2692" y="2636"/>
                  </a:lnTo>
                  <a:lnTo>
                    <a:pt x="2800" y="2489"/>
                  </a:lnTo>
                  <a:lnTo>
                    <a:pt x="2938" y="2550"/>
                  </a:lnTo>
                  <a:lnTo>
                    <a:pt x="3011" y="2562"/>
                  </a:lnTo>
                  <a:lnTo>
                    <a:pt x="3084" y="2497"/>
                  </a:lnTo>
                  <a:lnTo>
                    <a:pt x="3019" y="2455"/>
                  </a:lnTo>
                  <a:lnTo>
                    <a:pt x="3076" y="2367"/>
                  </a:lnTo>
                  <a:lnTo>
                    <a:pt x="3234" y="2420"/>
                  </a:lnTo>
                  <a:lnTo>
                    <a:pt x="3269" y="2489"/>
                  </a:lnTo>
                  <a:lnTo>
                    <a:pt x="3338" y="2493"/>
                  </a:lnTo>
                  <a:lnTo>
                    <a:pt x="3381" y="2463"/>
                  </a:lnTo>
                  <a:lnTo>
                    <a:pt x="3497" y="2459"/>
                  </a:lnTo>
                  <a:lnTo>
                    <a:pt x="3510" y="2489"/>
                  </a:lnTo>
                  <a:lnTo>
                    <a:pt x="3643" y="2498"/>
                  </a:lnTo>
                  <a:lnTo>
                    <a:pt x="3734" y="2403"/>
                  </a:lnTo>
                  <a:lnTo>
                    <a:pt x="3919" y="2424"/>
                  </a:lnTo>
                  <a:lnTo>
                    <a:pt x="3975" y="2403"/>
                  </a:lnTo>
                  <a:lnTo>
                    <a:pt x="3992" y="2298"/>
                  </a:lnTo>
                  <a:lnTo>
                    <a:pt x="3937" y="2172"/>
                  </a:lnTo>
                  <a:lnTo>
                    <a:pt x="3992" y="2125"/>
                  </a:lnTo>
                  <a:lnTo>
                    <a:pt x="4169" y="2125"/>
                  </a:lnTo>
                  <a:lnTo>
                    <a:pt x="4337" y="2325"/>
                  </a:lnTo>
                  <a:lnTo>
                    <a:pt x="4552" y="2445"/>
                  </a:lnTo>
                  <a:lnTo>
                    <a:pt x="4616" y="2445"/>
                  </a:lnTo>
                  <a:lnTo>
                    <a:pt x="4625" y="2394"/>
                  </a:lnTo>
                  <a:lnTo>
                    <a:pt x="4702" y="2346"/>
                  </a:lnTo>
                  <a:lnTo>
                    <a:pt x="4711" y="2628"/>
                  </a:lnTo>
                  <a:lnTo>
                    <a:pt x="4642" y="2632"/>
                  </a:lnTo>
                  <a:lnTo>
                    <a:pt x="4642" y="2701"/>
                  </a:lnTo>
                  <a:lnTo>
                    <a:pt x="4681" y="2749"/>
                  </a:lnTo>
                  <a:lnTo>
                    <a:pt x="4673" y="2811"/>
                  </a:lnTo>
                  <a:lnTo>
                    <a:pt x="4702" y="2823"/>
                  </a:lnTo>
                  <a:lnTo>
                    <a:pt x="4719" y="2779"/>
                  </a:lnTo>
                  <a:lnTo>
                    <a:pt x="4745" y="2789"/>
                  </a:lnTo>
                  <a:lnTo>
                    <a:pt x="4762" y="2806"/>
                  </a:lnTo>
                  <a:lnTo>
                    <a:pt x="4840" y="2789"/>
                  </a:lnTo>
                  <a:lnTo>
                    <a:pt x="4917" y="2563"/>
                  </a:lnTo>
                  <a:lnTo>
                    <a:pt x="4925" y="2281"/>
                  </a:lnTo>
                  <a:lnTo>
                    <a:pt x="4827" y="2056"/>
                  </a:lnTo>
                  <a:lnTo>
                    <a:pt x="4702" y="1903"/>
                  </a:lnTo>
                  <a:lnTo>
                    <a:pt x="4641" y="1912"/>
                  </a:lnTo>
                  <a:lnTo>
                    <a:pt x="4641" y="1960"/>
                  </a:lnTo>
                  <a:lnTo>
                    <a:pt x="4495" y="1903"/>
                  </a:lnTo>
                  <a:lnTo>
                    <a:pt x="4551" y="1783"/>
                  </a:lnTo>
                  <a:lnTo>
                    <a:pt x="4598" y="1462"/>
                  </a:lnTo>
                  <a:lnTo>
                    <a:pt x="4796" y="1401"/>
                  </a:lnTo>
                  <a:lnTo>
                    <a:pt x="4891" y="1340"/>
                  </a:lnTo>
                  <a:lnTo>
                    <a:pt x="4994" y="1340"/>
                  </a:lnTo>
                  <a:lnTo>
                    <a:pt x="4969" y="1374"/>
                  </a:lnTo>
                  <a:lnTo>
                    <a:pt x="4994" y="1418"/>
                  </a:lnTo>
                  <a:lnTo>
                    <a:pt x="5085" y="1323"/>
                  </a:lnTo>
                  <a:lnTo>
                    <a:pt x="5136" y="1327"/>
                  </a:lnTo>
                  <a:lnTo>
                    <a:pt x="5128" y="1271"/>
                  </a:lnTo>
                  <a:lnTo>
                    <a:pt x="5046" y="1254"/>
                  </a:lnTo>
                  <a:lnTo>
                    <a:pt x="5102" y="1050"/>
                  </a:lnTo>
                  <a:lnTo>
                    <a:pt x="5176" y="9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5" name="Freeform 260">
              <a:extLst>
                <a:ext uri="{FF2B5EF4-FFF2-40B4-BE49-F238E27FC236}">
                  <a16:creationId xmlns:a16="http://schemas.microsoft.com/office/drawing/2014/main" id="{C93A7A47-EEDF-4B91-B36A-02386C0CB29C}"/>
                </a:ext>
              </a:extLst>
            </p:cNvPr>
            <p:cNvSpPr>
              <a:spLocks/>
            </p:cNvSpPr>
            <p:nvPr/>
          </p:nvSpPr>
          <p:spPr bwMode="auto">
            <a:xfrm>
              <a:off x="7636669" y="2272506"/>
              <a:ext cx="1311275" cy="1150938"/>
            </a:xfrm>
            <a:custGeom>
              <a:avLst/>
              <a:gdLst>
                <a:gd name="T0" fmla="*/ 375 w 2478"/>
                <a:gd name="T1" fmla="*/ 653 h 2174"/>
                <a:gd name="T2" fmla="*/ 206 w 2478"/>
                <a:gd name="T3" fmla="*/ 836 h 2174"/>
                <a:gd name="T4" fmla="*/ 129 w 2478"/>
                <a:gd name="T5" fmla="*/ 1138 h 2174"/>
                <a:gd name="T6" fmla="*/ 0 w 2478"/>
                <a:gd name="T7" fmla="*/ 1191 h 2174"/>
                <a:gd name="T8" fmla="*/ 73 w 2478"/>
                <a:gd name="T9" fmla="*/ 1233 h 2174"/>
                <a:gd name="T10" fmla="*/ 164 w 2478"/>
                <a:gd name="T11" fmla="*/ 1315 h 2174"/>
                <a:gd name="T12" fmla="*/ 348 w 2478"/>
                <a:gd name="T13" fmla="*/ 1676 h 2174"/>
                <a:gd name="T14" fmla="*/ 538 w 2478"/>
                <a:gd name="T15" fmla="*/ 1715 h 2174"/>
                <a:gd name="T16" fmla="*/ 813 w 2478"/>
                <a:gd name="T17" fmla="*/ 1832 h 2174"/>
                <a:gd name="T18" fmla="*/ 969 w 2478"/>
                <a:gd name="T19" fmla="*/ 1815 h 2174"/>
                <a:gd name="T20" fmla="*/ 1197 w 2478"/>
                <a:gd name="T21" fmla="*/ 1710 h 2174"/>
                <a:gd name="T22" fmla="*/ 1266 w 2478"/>
                <a:gd name="T23" fmla="*/ 1775 h 2174"/>
                <a:gd name="T24" fmla="*/ 1287 w 2478"/>
                <a:gd name="T25" fmla="*/ 1966 h 2174"/>
                <a:gd name="T26" fmla="*/ 1386 w 2478"/>
                <a:gd name="T27" fmla="*/ 2058 h 2174"/>
                <a:gd name="T28" fmla="*/ 1485 w 2478"/>
                <a:gd name="T29" fmla="*/ 2145 h 2174"/>
                <a:gd name="T30" fmla="*/ 1623 w 2478"/>
                <a:gd name="T31" fmla="*/ 2040 h 2174"/>
                <a:gd name="T32" fmla="*/ 1791 w 2478"/>
                <a:gd name="T33" fmla="*/ 2144 h 2174"/>
                <a:gd name="T34" fmla="*/ 1889 w 2478"/>
                <a:gd name="T35" fmla="*/ 2122 h 2174"/>
                <a:gd name="T36" fmla="*/ 1937 w 2478"/>
                <a:gd name="T37" fmla="*/ 2174 h 2174"/>
                <a:gd name="T38" fmla="*/ 2152 w 2478"/>
                <a:gd name="T39" fmla="*/ 2048 h 2174"/>
                <a:gd name="T40" fmla="*/ 2359 w 2478"/>
                <a:gd name="T41" fmla="*/ 1684 h 2174"/>
                <a:gd name="T42" fmla="*/ 2290 w 2478"/>
                <a:gd name="T43" fmla="*/ 1554 h 2174"/>
                <a:gd name="T44" fmla="*/ 2320 w 2478"/>
                <a:gd name="T45" fmla="*/ 1441 h 2174"/>
                <a:gd name="T46" fmla="*/ 2156 w 2478"/>
                <a:gd name="T47" fmla="*/ 1195 h 2174"/>
                <a:gd name="T48" fmla="*/ 2251 w 2478"/>
                <a:gd name="T49" fmla="*/ 1112 h 2174"/>
                <a:gd name="T50" fmla="*/ 2135 w 2478"/>
                <a:gd name="T51" fmla="*/ 1065 h 2174"/>
                <a:gd name="T52" fmla="*/ 2058 w 2478"/>
                <a:gd name="T53" fmla="*/ 1116 h 2174"/>
                <a:gd name="T54" fmla="*/ 2031 w 2478"/>
                <a:gd name="T55" fmla="*/ 930 h 2174"/>
                <a:gd name="T56" fmla="*/ 2148 w 2478"/>
                <a:gd name="T57" fmla="*/ 869 h 2174"/>
                <a:gd name="T58" fmla="*/ 2169 w 2478"/>
                <a:gd name="T59" fmla="*/ 995 h 2174"/>
                <a:gd name="T60" fmla="*/ 2268 w 2478"/>
                <a:gd name="T61" fmla="*/ 917 h 2174"/>
                <a:gd name="T62" fmla="*/ 2329 w 2478"/>
                <a:gd name="T63" fmla="*/ 778 h 2174"/>
                <a:gd name="T64" fmla="*/ 2411 w 2478"/>
                <a:gd name="T65" fmla="*/ 687 h 2174"/>
                <a:gd name="T66" fmla="*/ 2449 w 2478"/>
                <a:gd name="T67" fmla="*/ 609 h 2174"/>
                <a:gd name="T68" fmla="*/ 2412 w 2478"/>
                <a:gd name="T69" fmla="*/ 479 h 2174"/>
                <a:gd name="T70" fmla="*/ 2474 w 2478"/>
                <a:gd name="T71" fmla="*/ 233 h 2174"/>
                <a:gd name="T72" fmla="*/ 2410 w 2478"/>
                <a:gd name="T73" fmla="*/ 323 h 2174"/>
                <a:gd name="T74" fmla="*/ 2109 w 2478"/>
                <a:gd name="T75" fmla="*/ 197 h 2174"/>
                <a:gd name="T76" fmla="*/ 1784 w 2478"/>
                <a:gd name="T77" fmla="*/ 0 h 2174"/>
                <a:gd name="T78" fmla="*/ 1795 w 2478"/>
                <a:gd name="T79" fmla="*/ 158 h 2174"/>
                <a:gd name="T80" fmla="*/ 1710 w 2478"/>
                <a:gd name="T81" fmla="*/ 299 h 2174"/>
                <a:gd name="T82" fmla="*/ 1670 w 2478"/>
                <a:gd name="T83" fmla="*/ 409 h 2174"/>
                <a:gd name="T84" fmla="*/ 1777 w 2478"/>
                <a:gd name="T85" fmla="*/ 388 h 2174"/>
                <a:gd name="T86" fmla="*/ 1868 w 2478"/>
                <a:gd name="T87" fmla="*/ 474 h 2174"/>
                <a:gd name="T88" fmla="*/ 1752 w 2478"/>
                <a:gd name="T89" fmla="*/ 592 h 2174"/>
                <a:gd name="T90" fmla="*/ 1537 w 2478"/>
                <a:gd name="T91" fmla="*/ 817 h 2174"/>
                <a:gd name="T92" fmla="*/ 1240 w 2478"/>
                <a:gd name="T93" fmla="*/ 903 h 2174"/>
                <a:gd name="T94" fmla="*/ 1042 w 2478"/>
                <a:gd name="T95" fmla="*/ 908 h 2174"/>
                <a:gd name="T96" fmla="*/ 886 w 2478"/>
                <a:gd name="T97" fmla="*/ 787 h 2174"/>
                <a:gd name="T98" fmla="*/ 565 w 2478"/>
                <a:gd name="T99" fmla="*/ 592 h 2174"/>
                <a:gd name="T100" fmla="*/ 479 w 2478"/>
                <a:gd name="T101" fmla="*/ 507 h 2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78" h="2174">
                  <a:moveTo>
                    <a:pt x="434" y="503"/>
                  </a:moveTo>
                  <a:lnTo>
                    <a:pt x="375" y="653"/>
                  </a:lnTo>
                  <a:lnTo>
                    <a:pt x="293" y="649"/>
                  </a:lnTo>
                  <a:lnTo>
                    <a:pt x="206" y="836"/>
                  </a:lnTo>
                  <a:lnTo>
                    <a:pt x="279" y="930"/>
                  </a:lnTo>
                  <a:lnTo>
                    <a:pt x="129" y="1138"/>
                  </a:lnTo>
                  <a:lnTo>
                    <a:pt x="52" y="1125"/>
                  </a:lnTo>
                  <a:lnTo>
                    <a:pt x="0" y="1191"/>
                  </a:lnTo>
                  <a:lnTo>
                    <a:pt x="12" y="1229"/>
                  </a:lnTo>
                  <a:lnTo>
                    <a:pt x="73" y="1233"/>
                  </a:lnTo>
                  <a:lnTo>
                    <a:pt x="103" y="1303"/>
                  </a:lnTo>
                  <a:lnTo>
                    <a:pt x="164" y="1315"/>
                  </a:lnTo>
                  <a:lnTo>
                    <a:pt x="348" y="1554"/>
                  </a:lnTo>
                  <a:lnTo>
                    <a:pt x="348" y="1676"/>
                  </a:lnTo>
                  <a:lnTo>
                    <a:pt x="439" y="1733"/>
                  </a:lnTo>
                  <a:lnTo>
                    <a:pt x="538" y="1715"/>
                  </a:lnTo>
                  <a:lnTo>
                    <a:pt x="663" y="1789"/>
                  </a:lnTo>
                  <a:lnTo>
                    <a:pt x="813" y="1832"/>
                  </a:lnTo>
                  <a:lnTo>
                    <a:pt x="886" y="1823"/>
                  </a:lnTo>
                  <a:lnTo>
                    <a:pt x="969" y="1815"/>
                  </a:lnTo>
                  <a:lnTo>
                    <a:pt x="1141" y="1702"/>
                  </a:lnTo>
                  <a:lnTo>
                    <a:pt x="1197" y="1710"/>
                  </a:lnTo>
                  <a:lnTo>
                    <a:pt x="1218" y="1761"/>
                  </a:lnTo>
                  <a:lnTo>
                    <a:pt x="1266" y="1775"/>
                  </a:lnTo>
                  <a:lnTo>
                    <a:pt x="1330" y="1871"/>
                  </a:lnTo>
                  <a:lnTo>
                    <a:pt x="1287" y="1966"/>
                  </a:lnTo>
                  <a:lnTo>
                    <a:pt x="1313" y="2031"/>
                  </a:lnTo>
                  <a:lnTo>
                    <a:pt x="1386" y="2058"/>
                  </a:lnTo>
                  <a:lnTo>
                    <a:pt x="1399" y="2136"/>
                  </a:lnTo>
                  <a:lnTo>
                    <a:pt x="1485" y="2145"/>
                  </a:lnTo>
                  <a:lnTo>
                    <a:pt x="1498" y="2105"/>
                  </a:lnTo>
                  <a:lnTo>
                    <a:pt x="1623" y="2040"/>
                  </a:lnTo>
                  <a:lnTo>
                    <a:pt x="1700" y="2044"/>
                  </a:lnTo>
                  <a:lnTo>
                    <a:pt x="1791" y="2144"/>
                  </a:lnTo>
                  <a:lnTo>
                    <a:pt x="1851" y="2118"/>
                  </a:lnTo>
                  <a:lnTo>
                    <a:pt x="1889" y="2122"/>
                  </a:lnTo>
                  <a:lnTo>
                    <a:pt x="1906" y="2170"/>
                  </a:lnTo>
                  <a:lnTo>
                    <a:pt x="1937" y="2174"/>
                  </a:lnTo>
                  <a:lnTo>
                    <a:pt x="1980" y="2113"/>
                  </a:lnTo>
                  <a:lnTo>
                    <a:pt x="2152" y="2048"/>
                  </a:lnTo>
                  <a:lnTo>
                    <a:pt x="2307" y="1863"/>
                  </a:lnTo>
                  <a:lnTo>
                    <a:pt x="2359" y="1684"/>
                  </a:lnTo>
                  <a:lnTo>
                    <a:pt x="2355" y="1567"/>
                  </a:lnTo>
                  <a:lnTo>
                    <a:pt x="2290" y="1554"/>
                  </a:lnTo>
                  <a:lnTo>
                    <a:pt x="2329" y="1511"/>
                  </a:lnTo>
                  <a:lnTo>
                    <a:pt x="2320" y="1441"/>
                  </a:lnTo>
                  <a:lnTo>
                    <a:pt x="2156" y="1277"/>
                  </a:lnTo>
                  <a:lnTo>
                    <a:pt x="2156" y="1195"/>
                  </a:lnTo>
                  <a:lnTo>
                    <a:pt x="2204" y="1134"/>
                  </a:lnTo>
                  <a:lnTo>
                    <a:pt x="2251" y="1112"/>
                  </a:lnTo>
                  <a:lnTo>
                    <a:pt x="2255" y="1065"/>
                  </a:lnTo>
                  <a:lnTo>
                    <a:pt x="2135" y="1065"/>
                  </a:lnTo>
                  <a:lnTo>
                    <a:pt x="2113" y="1130"/>
                  </a:lnTo>
                  <a:lnTo>
                    <a:pt x="2058" y="1116"/>
                  </a:lnTo>
                  <a:lnTo>
                    <a:pt x="1989" y="1042"/>
                  </a:lnTo>
                  <a:lnTo>
                    <a:pt x="2031" y="930"/>
                  </a:lnTo>
                  <a:lnTo>
                    <a:pt x="2092" y="865"/>
                  </a:lnTo>
                  <a:lnTo>
                    <a:pt x="2148" y="869"/>
                  </a:lnTo>
                  <a:lnTo>
                    <a:pt x="2139" y="969"/>
                  </a:lnTo>
                  <a:lnTo>
                    <a:pt x="2169" y="995"/>
                  </a:lnTo>
                  <a:lnTo>
                    <a:pt x="2242" y="922"/>
                  </a:lnTo>
                  <a:lnTo>
                    <a:pt x="2268" y="917"/>
                  </a:lnTo>
                  <a:lnTo>
                    <a:pt x="2260" y="861"/>
                  </a:lnTo>
                  <a:lnTo>
                    <a:pt x="2329" y="778"/>
                  </a:lnTo>
                  <a:lnTo>
                    <a:pt x="2380" y="783"/>
                  </a:lnTo>
                  <a:lnTo>
                    <a:pt x="2411" y="687"/>
                  </a:lnTo>
                  <a:lnTo>
                    <a:pt x="2445" y="669"/>
                  </a:lnTo>
                  <a:lnTo>
                    <a:pt x="2449" y="609"/>
                  </a:lnTo>
                  <a:lnTo>
                    <a:pt x="2415" y="573"/>
                  </a:lnTo>
                  <a:lnTo>
                    <a:pt x="2412" y="479"/>
                  </a:lnTo>
                  <a:lnTo>
                    <a:pt x="2478" y="475"/>
                  </a:lnTo>
                  <a:lnTo>
                    <a:pt x="2474" y="233"/>
                  </a:lnTo>
                  <a:lnTo>
                    <a:pt x="2427" y="261"/>
                  </a:lnTo>
                  <a:lnTo>
                    <a:pt x="2410" y="323"/>
                  </a:lnTo>
                  <a:lnTo>
                    <a:pt x="2333" y="323"/>
                  </a:lnTo>
                  <a:lnTo>
                    <a:pt x="2109" y="197"/>
                  </a:lnTo>
                  <a:lnTo>
                    <a:pt x="1947" y="2"/>
                  </a:lnTo>
                  <a:lnTo>
                    <a:pt x="1784" y="0"/>
                  </a:lnTo>
                  <a:lnTo>
                    <a:pt x="1742" y="36"/>
                  </a:lnTo>
                  <a:lnTo>
                    <a:pt x="1795" y="158"/>
                  </a:lnTo>
                  <a:lnTo>
                    <a:pt x="1776" y="272"/>
                  </a:lnTo>
                  <a:lnTo>
                    <a:pt x="1710" y="299"/>
                  </a:lnTo>
                  <a:lnTo>
                    <a:pt x="1673" y="296"/>
                  </a:lnTo>
                  <a:lnTo>
                    <a:pt x="1670" y="409"/>
                  </a:lnTo>
                  <a:lnTo>
                    <a:pt x="1708" y="418"/>
                  </a:lnTo>
                  <a:lnTo>
                    <a:pt x="1777" y="388"/>
                  </a:lnTo>
                  <a:lnTo>
                    <a:pt x="1868" y="431"/>
                  </a:lnTo>
                  <a:lnTo>
                    <a:pt x="1868" y="474"/>
                  </a:lnTo>
                  <a:lnTo>
                    <a:pt x="1804" y="479"/>
                  </a:lnTo>
                  <a:lnTo>
                    <a:pt x="1752" y="592"/>
                  </a:lnTo>
                  <a:lnTo>
                    <a:pt x="1704" y="596"/>
                  </a:lnTo>
                  <a:lnTo>
                    <a:pt x="1537" y="817"/>
                  </a:lnTo>
                  <a:lnTo>
                    <a:pt x="1360" y="895"/>
                  </a:lnTo>
                  <a:lnTo>
                    <a:pt x="1240" y="903"/>
                  </a:lnTo>
                  <a:lnTo>
                    <a:pt x="1158" y="847"/>
                  </a:lnTo>
                  <a:lnTo>
                    <a:pt x="1042" y="908"/>
                  </a:lnTo>
                  <a:lnTo>
                    <a:pt x="917" y="869"/>
                  </a:lnTo>
                  <a:lnTo>
                    <a:pt x="886" y="787"/>
                  </a:lnTo>
                  <a:lnTo>
                    <a:pt x="676" y="773"/>
                  </a:lnTo>
                  <a:lnTo>
                    <a:pt x="565" y="592"/>
                  </a:lnTo>
                  <a:lnTo>
                    <a:pt x="517" y="592"/>
                  </a:lnTo>
                  <a:lnTo>
                    <a:pt x="479" y="507"/>
                  </a:lnTo>
                  <a:lnTo>
                    <a:pt x="434" y="50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6" name="Freeform 261">
              <a:extLst>
                <a:ext uri="{FF2B5EF4-FFF2-40B4-BE49-F238E27FC236}">
                  <a16:creationId xmlns:a16="http://schemas.microsoft.com/office/drawing/2014/main" id="{698D4551-0175-40EE-9EDF-EEE444C45CDB}"/>
                </a:ext>
              </a:extLst>
            </p:cNvPr>
            <p:cNvSpPr>
              <a:spLocks/>
            </p:cNvSpPr>
            <p:nvPr/>
          </p:nvSpPr>
          <p:spPr bwMode="auto">
            <a:xfrm>
              <a:off x="7897019" y="2402681"/>
              <a:ext cx="719138" cy="342900"/>
            </a:xfrm>
            <a:custGeom>
              <a:avLst/>
              <a:gdLst>
                <a:gd name="T0" fmla="*/ 0 w 1359"/>
                <a:gd name="T1" fmla="*/ 259 h 646"/>
                <a:gd name="T2" fmla="*/ 100 w 1359"/>
                <a:gd name="T3" fmla="*/ 127 h 646"/>
                <a:gd name="T4" fmla="*/ 220 w 1359"/>
                <a:gd name="T5" fmla="*/ 182 h 646"/>
                <a:gd name="T6" fmla="*/ 301 w 1359"/>
                <a:gd name="T7" fmla="*/ 204 h 646"/>
                <a:gd name="T8" fmla="*/ 400 w 1359"/>
                <a:gd name="T9" fmla="*/ 112 h 646"/>
                <a:gd name="T10" fmla="*/ 332 w 1359"/>
                <a:gd name="T11" fmla="*/ 62 h 646"/>
                <a:gd name="T12" fmla="*/ 377 w 1359"/>
                <a:gd name="T13" fmla="*/ 0 h 646"/>
                <a:gd name="T14" fmla="*/ 510 w 1359"/>
                <a:gd name="T15" fmla="*/ 47 h 646"/>
                <a:gd name="T16" fmla="*/ 556 w 1359"/>
                <a:gd name="T17" fmla="*/ 122 h 646"/>
                <a:gd name="T18" fmla="*/ 639 w 1359"/>
                <a:gd name="T19" fmla="*/ 124 h 646"/>
                <a:gd name="T20" fmla="*/ 683 w 1359"/>
                <a:gd name="T21" fmla="*/ 92 h 646"/>
                <a:gd name="T22" fmla="*/ 773 w 1359"/>
                <a:gd name="T23" fmla="*/ 89 h 646"/>
                <a:gd name="T24" fmla="*/ 792 w 1359"/>
                <a:gd name="T25" fmla="*/ 121 h 646"/>
                <a:gd name="T26" fmla="*/ 940 w 1359"/>
                <a:gd name="T27" fmla="*/ 129 h 646"/>
                <a:gd name="T28" fmla="*/ 1035 w 1359"/>
                <a:gd name="T29" fmla="*/ 33 h 646"/>
                <a:gd name="T30" fmla="*/ 1166 w 1359"/>
                <a:gd name="T31" fmla="*/ 47 h 646"/>
                <a:gd name="T32" fmla="*/ 1158 w 1359"/>
                <a:gd name="T33" fmla="*/ 178 h 646"/>
                <a:gd name="T34" fmla="*/ 1214 w 1359"/>
                <a:gd name="T35" fmla="*/ 190 h 646"/>
                <a:gd name="T36" fmla="*/ 1284 w 1359"/>
                <a:gd name="T37" fmla="*/ 159 h 646"/>
                <a:gd name="T38" fmla="*/ 1359 w 1359"/>
                <a:gd name="T39" fmla="*/ 195 h 646"/>
                <a:gd name="T40" fmla="*/ 1358 w 1359"/>
                <a:gd name="T41" fmla="*/ 214 h 646"/>
                <a:gd name="T42" fmla="*/ 1304 w 1359"/>
                <a:gd name="T43" fmla="*/ 216 h 646"/>
                <a:gd name="T44" fmla="*/ 1248 w 1359"/>
                <a:gd name="T45" fmla="*/ 333 h 646"/>
                <a:gd name="T46" fmla="*/ 1204 w 1359"/>
                <a:gd name="T47" fmla="*/ 338 h 646"/>
                <a:gd name="T48" fmla="*/ 1035 w 1359"/>
                <a:gd name="T49" fmla="*/ 559 h 646"/>
                <a:gd name="T50" fmla="*/ 862 w 1359"/>
                <a:gd name="T51" fmla="*/ 635 h 646"/>
                <a:gd name="T52" fmla="*/ 754 w 1359"/>
                <a:gd name="T53" fmla="*/ 643 h 646"/>
                <a:gd name="T54" fmla="*/ 664 w 1359"/>
                <a:gd name="T55" fmla="*/ 585 h 646"/>
                <a:gd name="T56" fmla="*/ 550 w 1359"/>
                <a:gd name="T57" fmla="*/ 646 h 646"/>
                <a:gd name="T58" fmla="*/ 437 w 1359"/>
                <a:gd name="T59" fmla="*/ 612 h 646"/>
                <a:gd name="T60" fmla="*/ 404 w 1359"/>
                <a:gd name="T61" fmla="*/ 529 h 646"/>
                <a:gd name="T62" fmla="*/ 190 w 1359"/>
                <a:gd name="T63" fmla="*/ 514 h 646"/>
                <a:gd name="T64" fmla="*/ 81 w 1359"/>
                <a:gd name="T65" fmla="*/ 328 h 646"/>
                <a:gd name="T66" fmla="*/ 28 w 1359"/>
                <a:gd name="T67" fmla="*/ 325 h 646"/>
                <a:gd name="T68" fmla="*/ 0 w 1359"/>
                <a:gd name="T69" fmla="*/ 259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9" h="646">
                  <a:moveTo>
                    <a:pt x="0" y="259"/>
                  </a:moveTo>
                  <a:lnTo>
                    <a:pt x="100" y="127"/>
                  </a:lnTo>
                  <a:lnTo>
                    <a:pt x="220" y="182"/>
                  </a:lnTo>
                  <a:lnTo>
                    <a:pt x="301" y="204"/>
                  </a:lnTo>
                  <a:lnTo>
                    <a:pt x="400" y="112"/>
                  </a:lnTo>
                  <a:lnTo>
                    <a:pt x="332" y="62"/>
                  </a:lnTo>
                  <a:lnTo>
                    <a:pt x="377" y="0"/>
                  </a:lnTo>
                  <a:lnTo>
                    <a:pt x="510" y="47"/>
                  </a:lnTo>
                  <a:lnTo>
                    <a:pt x="556" y="122"/>
                  </a:lnTo>
                  <a:lnTo>
                    <a:pt x="639" y="124"/>
                  </a:lnTo>
                  <a:lnTo>
                    <a:pt x="683" y="92"/>
                  </a:lnTo>
                  <a:lnTo>
                    <a:pt x="773" y="89"/>
                  </a:lnTo>
                  <a:lnTo>
                    <a:pt x="792" y="121"/>
                  </a:lnTo>
                  <a:lnTo>
                    <a:pt x="940" y="129"/>
                  </a:lnTo>
                  <a:lnTo>
                    <a:pt x="1035" y="33"/>
                  </a:lnTo>
                  <a:lnTo>
                    <a:pt x="1166" y="47"/>
                  </a:lnTo>
                  <a:lnTo>
                    <a:pt x="1158" y="178"/>
                  </a:lnTo>
                  <a:lnTo>
                    <a:pt x="1214" y="190"/>
                  </a:lnTo>
                  <a:lnTo>
                    <a:pt x="1284" y="159"/>
                  </a:lnTo>
                  <a:lnTo>
                    <a:pt x="1359" y="195"/>
                  </a:lnTo>
                  <a:lnTo>
                    <a:pt x="1358" y="214"/>
                  </a:lnTo>
                  <a:lnTo>
                    <a:pt x="1304" y="216"/>
                  </a:lnTo>
                  <a:lnTo>
                    <a:pt x="1248" y="333"/>
                  </a:lnTo>
                  <a:lnTo>
                    <a:pt x="1204" y="338"/>
                  </a:lnTo>
                  <a:lnTo>
                    <a:pt x="1035" y="559"/>
                  </a:lnTo>
                  <a:lnTo>
                    <a:pt x="862" y="635"/>
                  </a:lnTo>
                  <a:lnTo>
                    <a:pt x="754" y="643"/>
                  </a:lnTo>
                  <a:lnTo>
                    <a:pt x="664" y="585"/>
                  </a:lnTo>
                  <a:lnTo>
                    <a:pt x="550" y="646"/>
                  </a:lnTo>
                  <a:lnTo>
                    <a:pt x="437" y="612"/>
                  </a:lnTo>
                  <a:lnTo>
                    <a:pt x="404" y="529"/>
                  </a:lnTo>
                  <a:lnTo>
                    <a:pt x="190" y="514"/>
                  </a:lnTo>
                  <a:lnTo>
                    <a:pt x="81" y="328"/>
                  </a:lnTo>
                  <a:lnTo>
                    <a:pt x="28" y="325"/>
                  </a:lnTo>
                  <a:lnTo>
                    <a:pt x="0" y="25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7" name="Freeform 262">
              <a:extLst>
                <a:ext uri="{FF2B5EF4-FFF2-40B4-BE49-F238E27FC236}">
                  <a16:creationId xmlns:a16="http://schemas.microsoft.com/office/drawing/2014/main" id="{699BB81B-B39B-4B3F-8F8C-7A1E6514815A}"/>
                </a:ext>
              </a:extLst>
            </p:cNvPr>
            <p:cNvSpPr>
              <a:spLocks/>
            </p:cNvSpPr>
            <p:nvPr/>
          </p:nvSpPr>
          <p:spPr bwMode="auto">
            <a:xfrm>
              <a:off x="8839994" y="2634456"/>
              <a:ext cx="107950" cy="192088"/>
            </a:xfrm>
            <a:custGeom>
              <a:avLst/>
              <a:gdLst>
                <a:gd name="T0" fmla="*/ 7 w 206"/>
                <a:gd name="T1" fmla="*/ 235 h 362"/>
                <a:gd name="T2" fmla="*/ 38 w 206"/>
                <a:gd name="T3" fmla="*/ 248 h 362"/>
                <a:gd name="T4" fmla="*/ 48 w 206"/>
                <a:gd name="T5" fmla="*/ 358 h 362"/>
                <a:gd name="T6" fmla="*/ 110 w 206"/>
                <a:gd name="T7" fmla="*/ 362 h 362"/>
                <a:gd name="T8" fmla="*/ 169 w 206"/>
                <a:gd name="T9" fmla="*/ 293 h 362"/>
                <a:gd name="T10" fmla="*/ 149 w 206"/>
                <a:gd name="T11" fmla="*/ 275 h 362"/>
                <a:gd name="T12" fmla="*/ 152 w 206"/>
                <a:gd name="T13" fmla="*/ 201 h 362"/>
                <a:gd name="T14" fmla="*/ 206 w 206"/>
                <a:gd name="T15" fmla="*/ 135 h 362"/>
                <a:gd name="T16" fmla="*/ 178 w 206"/>
                <a:gd name="T17" fmla="*/ 85 h 362"/>
                <a:gd name="T18" fmla="*/ 197 w 206"/>
                <a:gd name="T19" fmla="*/ 65 h 362"/>
                <a:gd name="T20" fmla="*/ 206 w 206"/>
                <a:gd name="T21" fmla="*/ 14 h 362"/>
                <a:gd name="T22" fmla="*/ 174 w 206"/>
                <a:gd name="T23" fmla="*/ 0 h 362"/>
                <a:gd name="T24" fmla="*/ 148 w 206"/>
                <a:gd name="T25" fmla="*/ 13 h 362"/>
                <a:gd name="T26" fmla="*/ 115 w 206"/>
                <a:gd name="T27" fmla="*/ 114 h 362"/>
                <a:gd name="T28" fmla="*/ 62 w 206"/>
                <a:gd name="T29" fmla="*/ 109 h 362"/>
                <a:gd name="T30" fmla="*/ 0 w 206"/>
                <a:gd name="T31" fmla="*/ 182 h 362"/>
                <a:gd name="T32" fmla="*/ 7 w 206"/>
                <a:gd name="T33" fmla="*/ 235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6" h="362">
                  <a:moveTo>
                    <a:pt x="7" y="235"/>
                  </a:moveTo>
                  <a:lnTo>
                    <a:pt x="38" y="248"/>
                  </a:lnTo>
                  <a:lnTo>
                    <a:pt x="48" y="358"/>
                  </a:lnTo>
                  <a:lnTo>
                    <a:pt x="110" y="362"/>
                  </a:lnTo>
                  <a:lnTo>
                    <a:pt x="169" y="293"/>
                  </a:lnTo>
                  <a:lnTo>
                    <a:pt x="149" y="275"/>
                  </a:lnTo>
                  <a:lnTo>
                    <a:pt x="152" y="201"/>
                  </a:lnTo>
                  <a:lnTo>
                    <a:pt x="206" y="135"/>
                  </a:lnTo>
                  <a:lnTo>
                    <a:pt x="178" y="85"/>
                  </a:lnTo>
                  <a:lnTo>
                    <a:pt x="197" y="65"/>
                  </a:lnTo>
                  <a:lnTo>
                    <a:pt x="206" y="14"/>
                  </a:lnTo>
                  <a:lnTo>
                    <a:pt x="174" y="0"/>
                  </a:lnTo>
                  <a:lnTo>
                    <a:pt x="148" y="13"/>
                  </a:lnTo>
                  <a:lnTo>
                    <a:pt x="115" y="114"/>
                  </a:lnTo>
                  <a:lnTo>
                    <a:pt x="62" y="109"/>
                  </a:lnTo>
                  <a:lnTo>
                    <a:pt x="0" y="182"/>
                  </a:lnTo>
                  <a:lnTo>
                    <a:pt x="7" y="23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8" name="Freeform 263">
              <a:extLst>
                <a:ext uri="{FF2B5EF4-FFF2-40B4-BE49-F238E27FC236}">
                  <a16:creationId xmlns:a16="http://schemas.microsoft.com/office/drawing/2014/main" id="{40675BB0-B97E-4A6D-A10D-EAB612F3F5D9}"/>
                </a:ext>
              </a:extLst>
            </p:cNvPr>
            <p:cNvSpPr>
              <a:spLocks/>
            </p:cNvSpPr>
            <p:nvPr/>
          </p:nvSpPr>
          <p:spPr bwMode="auto">
            <a:xfrm>
              <a:off x="8905082" y="2794793"/>
              <a:ext cx="95250" cy="146050"/>
            </a:xfrm>
            <a:custGeom>
              <a:avLst/>
              <a:gdLst>
                <a:gd name="T0" fmla="*/ 54 w 178"/>
                <a:gd name="T1" fmla="*/ 0 h 275"/>
                <a:gd name="T2" fmla="*/ 160 w 178"/>
                <a:gd name="T3" fmla="*/ 86 h 275"/>
                <a:gd name="T4" fmla="*/ 178 w 178"/>
                <a:gd name="T5" fmla="*/ 169 h 275"/>
                <a:gd name="T6" fmla="*/ 175 w 178"/>
                <a:gd name="T7" fmla="*/ 214 h 275"/>
                <a:gd name="T8" fmla="*/ 123 w 178"/>
                <a:gd name="T9" fmla="*/ 273 h 275"/>
                <a:gd name="T10" fmla="*/ 79 w 178"/>
                <a:gd name="T11" fmla="*/ 275 h 275"/>
                <a:gd name="T12" fmla="*/ 28 w 178"/>
                <a:gd name="T13" fmla="*/ 166 h 275"/>
                <a:gd name="T14" fmla="*/ 9 w 178"/>
                <a:gd name="T15" fmla="*/ 113 h 275"/>
                <a:gd name="T16" fmla="*/ 29 w 178"/>
                <a:gd name="T17" fmla="*/ 98 h 275"/>
                <a:gd name="T18" fmla="*/ 24 w 178"/>
                <a:gd name="T19" fmla="*/ 76 h 275"/>
                <a:gd name="T20" fmla="*/ 0 w 178"/>
                <a:gd name="T21" fmla="*/ 65 h 275"/>
                <a:gd name="T22" fmla="*/ 54 w 178"/>
                <a:gd name="T23"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275">
                  <a:moveTo>
                    <a:pt x="54" y="0"/>
                  </a:moveTo>
                  <a:lnTo>
                    <a:pt x="160" y="86"/>
                  </a:lnTo>
                  <a:lnTo>
                    <a:pt x="178" y="169"/>
                  </a:lnTo>
                  <a:lnTo>
                    <a:pt x="175" y="214"/>
                  </a:lnTo>
                  <a:lnTo>
                    <a:pt x="123" y="273"/>
                  </a:lnTo>
                  <a:lnTo>
                    <a:pt x="79" y="275"/>
                  </a:lnTo>
                  <a:lnTo>
                    <a:pt x="28" y="166"/>
                  </a:lnTo>
                  <a:lnTo>
                    <a:pt x="9" y="113"/>
                  </a:lnTo>
                  <a:lnTo>
                    <a:pt x="29" y="98"/>
                  </a:lnTo>
                  <a:lnTo>
                    <a:pt x="24" y="76"/>
                  </a:lnTo>
                  <a:lnTo>
                    <a:pt x="0" y="65"/>
                  </a:lnTo>
                  <a:lnTo>
                    <a:pt x="5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399" name="Freeform 264">
              <a:extLst>
                <a:ext uri="{FF2B5EF4-FFF2-40B4-BE49-F238E27FC236}">
                  <a16:creationId xmlns:a16="http://schemas.microsoft.com/office/drawing/2014/main" id="{85C36609-6F80-4DA9-8ED8-E7416CBA3FCE}"/>
                </a:ext>
              </a:extLst>
            </p:cNvPr>
            <p:cNvSpPr>
              <a:spLocks/>
            </p:cNvSpPr>
            <p:nvPr/>
          </p:nvSpPr>
          <p:spPr bwMode="auto">
            <a:xfrm>
              <a:off x="6954044" y="2378868"/>
              <a:ext cx="903288" cy="495300"/>
            </a:xfrm>
            <a:custGeom>
              <a:avLst/>
              <a:gdLst>
                <a:gd name="T0" fmla="*/ 119 w 1708"/>
                <a:gd name="T1" fmla="*/ 620 h 934"/>
                <a:gd name="T2" fmla="*/ 189 w 1708"/>
                <a:gd name="T3" fmla="*/ 591 h 934"/>
                <a:gd name="T4" fmla="*/ 267 w 1708"/>
                <a:gd name="T5" fmla="*/ 588 h 934"/>
                <a:gd name="T6" fmla="*/ 273 w 1708"/>
                <a:gd name="T7" fmla="*/ 707 h 934"/>
                <a:gd name="T8" fmla="*/ 227 w 1708"/>
                <a:gd name="T9" fmla="*/ 707 h 934"/>
                <a:gd name="T10" fmla="*/ 192 w 1708"/>
                <a:gd name="T11" fmla="*/ 764 h 934"/>
                <a:gd name="T12" fmla="*/ 238 w 1708"/>
                <a:gd name="T13" fmla="*/ 840 h 934"/>
                <a:gd name="T14" fmla="*/ 306 w 1708"/>
                <a:gd name="T15" fmla="*/ 879 h 934"/>
                <a:gd name="T16" fmla="*/ 312 w 1708"/>
                <a:gd name="T17" fmla="*/ 923 h 934"/>
                <a:gd name="T18" fmla="*/ 336 w 1708"/>
                <a:gd name="T19" fmla="*/ 914 h 934"/>
                <a:gd name="T20" fmla="*/ 360 w 1708"/>
                <a:gd name="T21" fmla="*/ 887 h 934"/>
                <a:gd name="T22" fmla="*/ 397 w 1708"/>
                <a:gd name="T23" fmla="*/ 895 h 934"/>
                <a:gd name="T24" fmla="*/ 416 w 1708"/>
                <a:gd name="T25" fmla="*/ 934 h 934"/>
                <a:gd name="T26" fmla="*/ 465 w 1708"/>
                <a:gd name="T27" fmla="*/ 934 h 934"/>
                <a:gd name="T28" fmla="*/ 465 w 1708"/>
                <a:gd name="T29" fmla="*/ 885 h 934"/>
                <a:gd name="T30" fmla="*/ 435 w 1708"/>
                <a:gd name="T31" fmla="*/ 798 h 934"/>
                <a:gd name="T32" fmla="*/ 422 w 1708"/>
                <a:gd name="T33" fmla="*/ 727 h 934"/>
                <a:gd name="T34" fmla="*/ 508 w 1708"/>
                <a:gd name="T35" fmla="*/ 688 h 934"/>
                <a:gd name="T36" fmla="*/ 624 w 1708"/>
                <a:gd name="T37" fmla="*/ 707 h 934"/>
                <a:gd name="T38" fmla="*/ 698 w 1708"/>
                <a:gd name="T39" fmla="*/ 781 h 934"/>
                <a:gd name="T40" fmla="*/ 862 w 1708"/>
                <a:gd name="T41" fmla="*/ 765 h 934"/>
                <a:gd name="T42" fmla="*/ 954 w 1708"/>
                <a:gd name="T43" fmla="*/ 895 h 934"/>
                <a:gd name="T44" fmla="*/ 1062 w 1708"/>
                <a:gd name="T45" fmla="*/ 901 h 934"/>
                <a:gd name="T46" fmla="*/ 1092 w 1708"/>
                <a:gd name="T47" fmla="*/ 852 h 934"/>
                <a:gd name="T48" fmla="*/ 1130 w 1708"/>
                <a:gd name="T49" fmla="*/ 843 h 934"/>
                <a:gd name="T50" fmla="*/ 1135 w 1708"/>
                <a:gd name="T51" fmla="*/ 790 h 934"/>
                <a:gd name="T52" fmla="*/ 1192 w 1708"/>
                <a:gd name="T53" fmla="*/ 787 h 934"/>
                <a:gd name="T54" fmla="*/ 1222 w 1708"/>
                <a:gd name="T55" fmla="*/ 822 h 934"/>
                <a:gd name="T56" fmla="*/ 1252 w 1708"/>
                <a:gd name="T57" fmla="*/ 751 h 934"/>
                <a:gd name="T58" fmla="*/ 1509 w 1708"/>
                <a:gd name="T59" fmla="*/ 787 h 934"/>
                <a:gd name="T60" fmla="*/ 1551 w 1708"/>
                <a:gd name="T61" fmla="*/ 730 h 934"/>
                <a:gd name="T62" fmla="*/ 1479 w 1708"/>
                <a:gd name="T63" fmla="*/ 639 h 934"/>
                <a:gd name="T64" fmla="*/ 1575 w 1708"/>
                <a:gd name="T65" fmla="*/ 427 h 934"/>
                <a:gd name="T66" fmla="*/ 1655 w 1708"/>
                <a:gd name="T67" fmla="*/ 432 h 934"/>
                <a:gd name="T68" fmla="*/ 1708 w 1708"/>
                <a:gd name="T69" fmla="*/ 302 h 934"/>
                <a:gd name="T70" fmla="*/ 1601 w 1708"/>
                <a:gd name="T71" fmla="*/ 291 h 934"/>
                <a:gd name="T72" fmla="*/ 1538 w 1708"/>
                <a:gd name="T73" fmla="*/ 231 h 934"/>
                <a:gd name="T74" fmla="*/ 1367 w 1708"/>
                <a:gd name="T75" fmla="*/ 251 h 934"/>
                <a:gd name="T76" fmla="*/ 1146 w 1708"/>
                <a:gd name="T77" fmla="*/ 37 h 934"/>
                <a:gd name="T78" fmla="*/ 1069 w 1708"/>
                <a:gd name="T79" fmla="*/ 106 h 934"/>
                <a:gd name="T80" fmla="*/ 833 w 1708"/>
                <a:gd name="T81" fmla="*/ 0 h 934"/>
                <a:gd name="T82" fmla="*/ 543 w 1708"/>
                <a:gd name="T83" fmla="*/ 141 h 934"/>
                <a:gd name="T84" fmla="*/ 535 w 1708"/>
                <a:gd name="T85" fmla="*/ 242 h 934"/>
                <a:gd name="T86" fmla="*/ 603 w 1708"/>
                <a:gd name="T87" fmla="*/ 321 h 934"/>
                <a:gd name="T88" fmla="*/ 471 w 1708"/>
                <a:gd name="T89" fmla="*/ 396 h 934"/>
                <a:gd name="T90" fmla="*/ 301 w 1708"/>
                <a:gd name="T91" fmla="*/ 392 h 934"/>
                <a:gd name="T92" fmla="*/ 264 w 1708"/>
                <a:gd name="T93" fmla="*/ 339 h 934"/>
                <a:gd name="T94" fmla="*/ 130 w 1708"/>
                <a:gd name="T95" fmla="*/ 332 h 934"/>
                <a:gd name="T96" fmla="*/ 3 w 1708"/>
                <a:gd name="T97" fmla="*/ 413 h 934"/>
                <a:gd name="T98" fmla="*/ 0 w 1708"/>
                <a:gd name="T99" fmla="*/ 525 h 934"/>
                <a:gd name="T100" fmla="*/ 119 w 1708"/>
                <a:gd name="T101" fmla="*/ 620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8" h="934">
                  <a:moveTo>
                    <a:pt x="119" y="620"/>
                  </a:moveTo>
                  <a:lnTo>
                    <a:pt x="189" y="591"/>
                  </a:lnTo>
                  <a:lnTo>
                    <a:pt x="267" y="588"/>
                  </a:lnTo>
                  <a:lnTo>
                    <a:pt x="273" y="707"/>
                  </a:lnTo>
                  <a:lnTo>
                    <a:pt x="227" y="707"/>
                  </a:lnTo>
                  <a:lnTo>
                    <a:pt x="192" y="764"/>
                  </a:lnTo>
                  <a:lnTo>
                    <a:pt x="238" y="840"/>
                  </a:lnTo>
                  <a:lnTo>
                    <a:pt x="306" y="879"/>
                  </a:lnTo>
                  <a:lnTo>
                    <a:pt x="312" y="923"/>
                  </a:lnTo>
                  <a:lnTo>
                    <a:pt x="336" y="914"/>
                  </a:lnTo>
                  <a:lnTo>
                    <a:pt x="360" y="887"/>
                  </a:lnTo>
                  <a:lnTo>
                    <a:pt x="397" y="895"/>
                  </a:lnTo>
                  <a:lnTo>
                    <a:pt x="416" y="934"/>
                  </a:lnTo>
                  <a:lnTo>
                    <a:pt x="465" y="934"/>
                  </a:lnTo>
                  <a:lnTo>
                    <a:pt x="465" y="885"/>
                  </a:lnTo>
                  <a:lnTo>
                    <a:pt x="435" y="798"/>
                  </a:lnTo>
                  <a:lnTo>
                    <a:pt x="422" y="727"/>
                  </a:lnTo>
                  <a:lnTo>
                    <a:pt x="508" y="688"/>
                  </a:lnTo>
                  <a:lnTo>
                    <a:pt x="624" y="707"/>
                  </a:lnTo>
                  <a:lnTo>
                    <a:pt x="698" y="781"/>
                  </a:lnTo>
                  <a:lnTo>
                    <a:pt x="862" y="765"/>
                  </a:lnTo>
                  <a:lnTo>
                    <a:pt x="954" y="895"/>
                  </a:lnTo>
                  <a:lnTo>
                    <a:pt x="1062" y="901"/>
                  </a:lnTo>
                  <a:lnTo>
                    <a:pt x="1092" y="852"/>
                  </a:lnTo>
                  <a:lnTo>
                    <a:pt x="1130" y="843"/>
                  </a:lnTo>
                  <a:lnTo>
                    <a:pt x="1135" y="790"/>
                  </a:lnTo>
                  <a:lnTo>
                    <a:pt x="1192" y="787"/>
                  </a:lnTo>
                  <a:lnTo>
                    <a:pt x="1222" y="822"/>
                  </a:lnTo>
                  <a:lnTo>
                    <a:pt x="1252" y="751"/>
                  </a:lnTo>
                  <a:lnTo>
                    <a:pt x="1509" y="787"/>
                  </a:lnTo>
                  <a:lnTo>
                    <a:pt x="1551" y="730"/>
                  </a:lnTo>
                  <a:lnTo>
                    <a:pt x="1479" y="639"/>
                  </a:lnTo>
                  <a:lnTo>
                    <a:pt x="1575" y="427"/>
                  </a:lnTo>
                  <a:lnTo>
                    <a:pt x="1655" y="432"/>
                  </a:lnTo>
                  <a:lnTo>
                    <a:pt x="1708" y="302"/>
                  </a:lnTo>
                  <a:lnTo>
                    <a:pt x="1601" y="291"/>
                  </a:lnTo>
                  <a:lnTo>
                    <a:pt x="1538" y="231"/>
                  </a:lnTo>
                  <a:lnTo>
                    <a:pt x="1367" y="251"/>
                  </a:lnTo>
                  <a:lnTo>
                    <a:pt x="1146" y="37"/>
                  </a:lnTo>
                  <a:lnTo>
                    <a:pt x="1069" y="106"/>
                  </a:lnTo>
                  <a:lnTo>
                    <a:pt x="833" y="0"/>
                  </a:lnTo>
                  <a:lnTo>
                    <a:pt x="543" y="141"/>
                  </a:lnTo>
                  <a:lnTo>
                    <a:pt x="535" y="242"/>
                  </a:lnTo>
                  <a:lnTo>
                    <a:pt x="603" y="321"/>
                  </a:lnTo>
                  <a:lnTo>
                    <a:pt x="471" y="396"/>
                  </a:lnTo>
                  <a:lnTo>
                    <a:pt x="301" y="392"/>
                  </a:lnTo>
                  <a:lnTo>
                    <a:pt x="264" y="339"/>
                  </a:lnTo>
                  <a:lnTo>
                    <a:pt x="130" y="332"/>
                  </a:lnTo>
                  <a:lnTo>
                    <a:pt x="3" y="413"/>
                  </a:lnTo>
                  <a:lnTo>
                    <a:pt x="0" y="525"/>
                  </a:lnTo>
                  <a:lnTo>
                    <a:pt x="119" y="6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0" name="Freeform 265">
              <a:extLst>
                <a:ext uri="{FF2B5EF4-FFF2-40B4-BE49-F238E27FC236}">
                  <a16:creationId xmlns:a16="http://schemas.microsoft.com/office/drawing/2014/main" id="{470DB3FA-5250-4AD3-A5A5-89CFF863804F}"/>
                </a:ext>
              </a:extLst>
            </p:cNvPr>
            <p:cNvSpPr>
              <a:spLocks/>
            </p:cNvSpPr>
            <p:nvPr/>
          </p:nvSpPr>
          <p:spPr bwMode="auto">
            <a:xfrm>
              <a:off x="7128669" y="2840831"/>
              <a:ext cx="352425" cy="212725"/>
            </a:xfrm>
            <a:custGeom>
              <a:avLst/>
              <a:gdLst>
                <a:gd name="T0" fmla="*/ 81 w 666"/>
                <a:gd name="T1" fmla="*/ 74 h 403"/>
                <a:gd name="T2" fmla="*/ 71 w 666"/>
                <a:gd name="T3" fmla="*/ 120 h 403"/>
                <a:gd name="T4" fmla="*/ 0 w 666"/>
                <a:gd name="T5" fmla="*/ 120 h 403"/>
                <a:gd name="T6" fmla="*/ 0 w 666"/>
                <a:gd name="T7" fmla="*/ 181 h 403"/>
                <a:gd name="T8" fmla="*/ 76 w 666"/>
                <a:gd name="T9" fmla="*/ 230 h 403"/>
                <a:gd name="T10" fmla="*/ 53 w 666"/>
                <a:gd name="T11" fmla="*/ 299 h 403"/>
                <a:gd name="T12" fmla="*/ 53 w 666"/>
                <a:gd name="T13" fmla="*/ 332 h 403"/>
                <a:gd name="T14" fmla="*/ 84 w 666"/>
                <a:gd name="T15" fmla="*/ 337 h 403"/>
                <a:gd name="T16" fmla="*/ 127 w 666"/>
                <a:gd name="T17" fmla="*/ 281 h 403"/>
                <a:gd name="T18" fmla="*/ 221 w 666"/>
                <a:gd name="T19" fmla="*/ 260 h 403"/>
                <a:gd name="T20" fmla="*/ 424 w 666"/>
                <a:gd name="T21" fmla="*/ 337 h 403"/>
                <a:gd name="T22" fmla="*/ 426 w 666"/>
                <a:gd name="T23" fmla="*/ 393 h 403"/>
                <a:gd name="T24" fmla="*/ 540 w 666"/>
                <a:gd name="T25" fmla="*/ 403 h 403"/>
                <a:gd name="T26" fmla="*/ 666 w 666"/>
                <a:gd name="T27" fmla="*/ 270 h 403"/>
                <a:gd name="T28" fmla="*/ 651 w 666"/>
                <a:gd name="T29" fmla="*/ 228 h 403"/>
                <a:gd name="T30" fmla="*/ 567 w 666"/>
                <a:gd name="T31" fmla="*/ 209 h 403"/>
                <a:gd name="T32" fmla="*/ 329 w 666"/>
                <a:gd name="T33" fmla="*/ 56 h 403"/>
                <a:gd name="T34" fmla="*/ 319 w 666"/>
                <a:gd name="T35" fmla="*/ 0 h 403"/>
                <a:gd name="T36" fmla="*/ 230 w 666"/>
                <a:gd name="T37" fmla="*/ 0 h 403"/>
                <a:gd name="T38" fmla="*/ 190 w 666"/>
                <a:gd name="T39" fmla="*/ 74 h 403"/>
                <a:gd name="T40" fmla="*/ 150 w 666"/>
                <a:gd name="T41" fmla="*/ 74 h 403"/>
                <a:gd name="T42" fmla="*/ 81 w 666"/>
                <a:gd name="T43" fmla="*/ 7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6" h="403">
                  <a:moveTo>
                    <a:pt x="81" y="74"/>
                  </a:moveTo>
                  <a:lnTo>
                    <a:pt x="71" y="120"/>
                  </a:lnTo>
                  <a:lnTo>
                    <a:pt x="0" y="120"/>
                  </a:lnTo>
                  <a:lnTo>
                    <a:pt x="0" y="181"/>
                  </a:lnTo>
                  <a:lnTo>
                    <a:pt x="76" y="230"/>
                  </a:lnTo>
                  <a:lnTo>
                    <a:pt x="53" y="299"/>
                  </a:lnTo>
                  <a:lnTo>
                    <a:pt x="53" y="332"/>
                  </a:lnTo>
                  <a:lnTo>
                    <a:pt x="84" y="337"/>
                  </a:lnTo>
                  <a:lnTo>
                    <a:pt x="127" y="281"/>
                  </a:lnTo>
                  <a:lnTo>
                    <a:pt x="221" y="260"/>
                  </a:lnTo>
                  <a:lnTo>
                    <a:pt x="424" y="337"/>
                  </a:lnTo>
                  <a:lnTo>
                    <a:pt x="426" y="393"/>
                  </a:lnTo>
                  <a:lnTo>
                    <a:pt x="540" y="403"/>
                  </a:lnTo>
                  <a:lnTo>
                    <a:pt x="666" y="270"/>
                  </a:lnTo>
                  <a:lnTo>
                    <a:pt x="651" y="228"/>
                  </a:lnTo>
                  <a:lnTo>
                    <a:pt x="567" y="209"/>
                  </a:lnTo>
                  <a:lnTo>
                    <a:pt x="329" y="56"/>
                  </a:lnTo>
                  <a:lnTo>
                    <a:pt x="319" y="0"/>
                  </a:lnTo>
                  <a:lnTo>
                    <a:pt x="230" y="0"/>
                  </a:lnTo>
                  <a:lnTo>
                    <a:pt x="190" y="74"/>
                  </a:lnTo>
                  <a:lnTo>
                    <a:pt x="150" y="74"/>
                  </a:lnTo>
                  <a:lnTo>
                    <a:pt x="81" y="7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1" name="Freeform 266">
              <a:extLst>
                <a:ext uri="{FF2B5EF4-FFF2-40B4-BE49-F238E27FC236}">
                  <a16:creationId xmlns:a16="http://schemas.microsoft.com/office/drawing/2014/main" id="{3073E892-7716-4CB9-9573-220D6AEA0A59}"/>
                </a:ext>
              </a:extLst>
            </p:cNvPr>
            <p:cNvSpPr>
              <a:spLocks/>
            </p:cNvSpPr>
            <p:nvPr/>
          </p:nvSpPr>
          <p:spPr bwMode="auto">
            <a:xfrm>
              <a:off x="7182644" y="2750343"/>
              <a:ext cx="436563" cy="234950"/>
            </a:xfrm>
            <a:custGeom>
              <a:avLst/>
              <a:gdLst>
                <a:gd name="T0" fmla="*/ 579 w 825"/>
                <a:gd name="T1" fmla="*/ 441 h 443"/>
                <a:gd name="T2" fmla="*/ 632 w 825"/>
                <a:gd name="T3" fmla="*/ 443 h 443"/>
                <a:gd name="T4" fmla="*/ 632 w 825"/>
                <a:gd name="T5" fmla="*/ 353 h 443"/>
                <a:gd name="T6" fmla="*/ 582 w 825"/>
                <a:gd name="T7" fmla="*/ 324 h 443"/>
                <a:gd name="T8" fmla="*/ 667 w 825"/>
                <a:gd name="T9" fmla="*/ 218 h 443"/>
                <a:gd name="T10" fmla="*/ 701 w 825"/>
                <a:gd name="T11" fmla="*/ 218 h 443"/>
                <a:gd name="T12" fmla="*/ 735 w 825"/>
                <a:gd name="T13" fmla="*/ 257 h 443"/>
                <a:gd name="T14" fmla="*/ 825 w 825"/>
                <a:gd name="T15" fmla="*/ 224 h 443"/>
                <a:gd name="T16" fmla="*/ 701 w 825"/>
                <a:gd name="T17" fmla="*/ 181 h 443"/>
                <a:gd name="T18" fmla="*/ 696 w 825"/>
                <a:gd name="T19" fmla="*/ 155 h 443"/>
                <a:gd name="T20" fmla="*/ 667 w 825"/>
                <a:gd name="T21" fmla="*/ 163 h 443"/>
                <a:gd name="T22" fmla="*/ 637 w 825"/>
                <a:gd name="T23" fmla="*/ 212 h 443"/>
                <a:gd name="T24" fmla="*/ 512 w 825"/>
                <a:gd name="T25" fmla="*/ 208 h 443"/>
                <a:gd name="T26" fmla="*/ 421 w 825"/>
                <a:gd name="T27" fmla="*/ 78 h 443"/>
                <a:gd name="T28" fmla="*/ 260 w 825"/>
                <a:gd name="T29" fmla="*/ 95 h 443"/>
                <a:gd name="T30" fmla="*/ 183 w 825"/>
                <a:gd name="T31" fmla="*/ 19 h 443"/>
                <a:gd name="T32" fmla="*/ 77 w 825"/>
                <a:gd name="T33" fmla="*/ 0 h 443"/>
                <a:gd name="T34" fmla="*/ 0 w 825"/>
                <a:gd name="T35" fmla="*/ 32 h 443"/>
                <a:gd name="T36" fmla="*/ 44 w 825"/>
                <a:gd name="T37" fmla="*/ 181 h 443"/>
                <a:gd name="T38" fmla="*/ 45 w 825"/>
                <a:gd name="T39" fmla="*/ 231 h 443"/>
                <a:gd name="T40" fmla="*/ 78 w 825"/>
                <a:gd name="T41" fmla="*/ 232 h 443"/>
                <a:gd name="T42" fmla="*/ 117 w 825"/>
                <a:gd name="T43" fmla="*/ 156 h 443"/>
                <a:gd name="T44" fmla="*/ 224 w 825"/>
                <a:gd name="T45" fmla="*/ 157 h 443"/>
                <a:gd name="T46" fmla="*/ 239 w 825"/>
                <a:gd name="T47" fmla="*/ 216 h 443"/>
                <a:gd name="T48" fmla="*/ 468 w 825"/>
                <a:gd name="T49" fmla="*/ 366 h 443"/>
                <a:gd name="T50" fmla="*/ 555 w 825"/>
                <a:gd name="T51" fmla="*/ 386 h 443"/>
                <a:gd name="T52" fmla="*/ 579 w 825"/>
                <a:gd name="T53" fmla="*/ 441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5" h="443">
                  <a:moveTo>
                    <a:pt x="579" y="441"/>
                  </a:moveTo>
                  <a:lnTo>
                    <a:pt x="632" y="443"/>
                  </a:lnTo>
                  <a:lnTo>
                    <a:pt x="632" y="353"/>
                  </a:lnTo>
                  <a:lnTo>
                    <a:pt x="582" y="324"/>
                  </a:lnTo>
                  <a:lnTo>
                    <a:pt x="667" y="218"/>
                  </a:lnTo>
                  <a:lnTo>
                    <a:pt x="701" y="218"/>
                  </a:lnTo>
                  <a:lnTo>
                    <a:pt x="735" y="257"/>
                  </a:lnTo>
                  <a:lnTo>
                    <a:pt x="825" y="224"/>
                  </a:lnTo>
                  <a:lnTo>
                    <a:pt x="701" y="181"/>
                  </a:lnTo>
                  <a:lnTo>
                    <a:pt x="696" y="155"/>
                  </a:lnTo>
                  <a:lnTo>
                    <a:pt x="667" y="163"/>
                  </a:lnTo>
                  <a:lnTo>
                    <a:pt x="637" y="212"/>
                  </a:lnTo>
                  <a:lnTo>
                    <a:pt x="512" y="208"/>
                  </a:lnTo>
                  <a:lnTo>
                    <a:pt x="421" y="78"/>
                  </a:lnTo>
                  <a:lnTo>
                    <a:pt x="260" y="95"/>
                  </a:lnTo>
                  <a:lnTo>
                    <a:pt x="183" y="19"/>
                  </a:lnTo>
                  <a:lnTo>
                    <a:pt x="77" y="0"/>
                  </a:lnTo>
                  <a:lnTo>
                    <a:pt x="0" y="32"/>
                  </a:lnTo>
                  <a:lnTo>
                    <a:pt x="44" y="181"/>
                  </a:lnTo>
                  <a:lnTo>
                    <a:pt x="45" y="231"/>
                  </a:lnTo>
                  <a:lnTo>
                    <a:pt x="78" y="232"/>
                  </a:lnTo>
                  <a:lnTo>
                    <a:pt x="117" y="156"/>
                  </a:lnTo>
                  <a:lnTo>
                    <a:pt x="224" y="157"/>
                  </a:lnTo>
                  <a:lnTo>
                    <a:pt x="239" y="216"/>
                  </a:lnTo>
                  <a:lnTo>
                    <a:pt x="468" y="366"/>
                  </a:lnTo>
                  <a:lnTo>
                    <a:pt x="555" y="386"/>
                  </a:lnTo>
                  <a:lnTo>
                    <a:pt x="579" y="44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2" name="Freeform 267">
              <a:extLst>
                <a:ext uri="{FF2B5EF4-FFF2-40B4-BE49-F238E27FC236}">
                  <a16:creationId xmlns:a16="http://schemas.microsoft.com/office/drawing/2014/main" id="{72C77BA4-46EF-456C-8420-146EE5B768A1}"/>
                </a:ext>
              </a:extLst>
            </p:cNvPr>
            <p:cNvSpPr>
              <a:spLocks/>
            </p:cNvSpPr>
            <p:nvPr/>
          </p:nvSpPr>
          <p:spPr bwMode="auto">
            <a:xfrm>
              <a:off x="7501732" y="2872581"/>
              <a:ext cx="184150" cy="115888"/>
            </a:xfrm>
            <a:custGeom>
              <a:avLst/>
              <a:gdLst>
                <a:gd name="T0" fmla="*/ 0 w 348"/>
                <a:gd name="T1" fmla="*/ 87 h 219"/>
                <a:gd name="T2" fmla="*/ 70 w 348"/>
                <a:gd name="T3" fmla="*/ 0 h 219"/>
                <a:gd name="T4" fmla="*/ 96 w 348"/>
                <a:gd name="T5" fmla="*/ 0 h 219"/>
                <a:gd name="T6" fmla="*/ 105 w 348"/>
                <a:gd name="T7" fmla="*/ 19 h 219"/>
                <a:gd name="T8" fmla="*/ 73 w 348"/>
                <a:gd name="T9" fmla="*/ 42 h 219"/>
                <a:gd name="T10" fmla="*/ 73 w 348"/>
                <a:gd name="T11" fmla="*/ 63 h 219"/>
                <a:gd name="T12" fmla="*/ 94 w 348"/>
                <a:gd name="T13" fmla="*/ 78 h 219"/>
                <a:gd name="T14" fmla="*/ 197 w 348"/>
                <a:gd name="T15" fmla="*/ 84 h 219"/>
                <a:gd name="T16" fmla="*/ 231 w 348"/>
                <a:gd name="T17" fmla="*/ 70 h 219"/>
                <a:gd name="T18" fmla="*/ 246 w 348"/>
                <a:gd name="T19" fmla="*/ 73 h 219"/>
                <a:gd name="T20" fmla="*/ 256 w 348"/>
                <a:gd name="T21" fmla="*/ 105 h 219"/>
                <a:gd name="T22" fmla="*/ 317 w 348"/>
                <a:gd name="T23" fmla="*/ 111 h 219"/>
                <a:gd name="T24" fmla="*/ 348 w 348"/>
                <a:gd name="T25" fmla="*/ 176 h 219"/>
                <a:gd name="T26" fmla="*/ 339 w 348"/>
                <a:gd name="T27" fmla="*/ 196 h 219"/>
                <a:gd name="T28" fmla="*/ 326 w 348"/>
                <a:gd name="T29" fmla="*/ 197 h 219"/>
                <a:gd name="T30" fmla="*/ 314 w 348"/>
                <a:gd name="T31" fmla="*/ 172 h 219"/>
                <a:gd name="T32" fmla="*/ 288 w 348"/>
                <a:gd name="T33" fmla="*/ 170 h 219"/>
                <a:gd name="T34" fmla="*/ 242 w 348"/>
                <a:gd name="T35" fmla="*/ 176 h 219"/>
                <a:gd name="T36" fmla="*/ 239 w 348"/>
                <a:gd name="T37" fmla="*/ 219 h 219"/>
                <a:gd name="T38" fmla="*/ 193 w 348"/>
                <a:gd name="T39" fmla="*/ 216 h 219"/>
                <a:gd name="T40" fmla="*/ 195 w 348"/>
                <a:gd name="T41" fmla="*/ 162 h 219"/>
                <a:gd name="T42" fmla="*/ 162 w 348"/>
                <a:gd name="T43" fmla="*/ 129 h 219"/>
                <a:gd name="T44" fmla="*/ 110 w 348"/>
                <a:gd name="T45" fmla="*/ 171 h 219"/>
                <a:gd name="T46" fmla="*/ 111 w 348"/>
                <a:gd name="T47" fmla="*/ 199 h 219"/>
                <a:gd name="T48" fmla="*/ 67 w 348"/>
                <a:gd name="T49" fmla="*/ 214 h 219"/>
                <a:gd name="T50" fmla="*/ 40 w 348"/>
                <a:gd name="T51" fmla="*/ 214 h 219"/>
                <a:gd name="T52" fmla="*/ 42 w 348"/>
                <a:gd name="T53" fmla="*/ 118 h 219"/>
                <a:gd name="T54" fmla="*/ 0 w 348"/>
                <a:gd name="T55" fmla="*/ 8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8" h="219">
                  <a:moveTo>
                    <a:pt x="0" y="87"/>
                  </a:moveTo>
                  <a:lnTo>
                    <a:pt x="70" y="0"/>
                  </a:lnTo>
                  <a:lnTo>
                    <a:pt x="96" y="0"/>
                  </a:lnTo>
                  <a:lnTo>
                    <a:pt x="105" y="19"/>
                  </a:lnTo>
                  <a:lnTo>
                    <a:pt x="73" y="42"/>
                  </a:lnTo>
                  <a:lnTo>
                    <a:pt x="73" y="63"/>
                  </a:lnTo>
                  <a:lnTo>
                    <a:pt x="94" y="78"/>
                  </a:lnTo>
                  <a:lnTo>
                    <a:pt x="197" y="84"/>
                  </a:lnTo>
                  <a:lnTo>
                    <a:pt x="231" y="70"/>
                  </a:lnTo>
                  <a:lnTo>
                    <a:pt x="246" y="73"/>
                  </a:lnTo>
                  <a:lnTo>
                    <a:pt x="256" y="105"/>
                  </a:lnTo>
                  <a:lnTo>
                    <a:pt x="317" y="111"/>
                  </a:lnTo>
                  <a:lnTo>
                    <a:pt x="348" y="176"/>
                  </a:lnTo>
                  <a:lnTo>
                    <a:pt x="339" y="196"/>
                  </a:lnTo>
                  <a:lnTo>
                    <a:pt x="326" y="197"/>
                  </a:lnTo>
                  <a:lnTo>
                    <a:pt x="314" y="172"/>
                  </a:lnTo>
                  <a:lnTo>
                    <a:pt x="288" y="170"/>
                  </a:lnTo>
                  <a:lnTo>
                    <a:pt x="242" y="176"/>
                  </a:lnTo>
                  <a:lnTo>
                    <a:pt x="239" y="219"/>
                  </a:lnTo>
                  <a:lnTo>
                    <a:pt x="193" y="216"/>
                  </a:lnTo>
                  <a:lnTo>
                    <a:pt x="195" y="162"/>
                  </a:lnTo>
                  <a:lnTo>
                    <a:pt x="162" y="129"/>
                  </a:lnTo>
                  <a:lnTo>
                    <a:pt x="110" y="171"/>
                  </a:lnTo>
                  <a:lnTo>
                    <a:pt x="111" y="199"/>
                  </a:lnTo>
                  <a:lnTo>
                    <a:pt x="67" y="214"/>
                  </a:lnTo>
                  <a:lnTo>
                    <a:pt x="40" y="214"/>
                  </a:lnTo>
                  <a:lnTo>
                    <a:pt x="42" y="118"/>
                  </a:lnTo>
                  <a:lnTo>
                    <a:pt x="0" y="8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3" name="Freeform 268">
              <a:extLst>
                <a:ext uri="{FF2B5EF4-FFF2-40B4-BE49-F238E27FC236}">
                  <a16:creationId xmlns:a16="http://schemas.microsoft.com/office/drawing/2014/main" id="{57A3DBD1-5B00-487F-ADF2-0BAD181C5019}"/>
                </a:ext>
              </a:extLst>
            </p:cNvPr>
            <p:cNvSpPr>
              <a:spLocks/>
            </p:cNvSpPr>
            <p:nvPr/>
          </p:nvSpPr>
          <p:spPr bwMode="auto">
            <a:xfrm>
              <a:off x="7547769" y="2783681"/>
              <a:ext cx="200025" cy="125413"/>
            </a:xfrm>
            <a:custGeom>
              <a:avLst/>
              <a:gdLst>
                <a:gd name="T0" fmla="*/ 25 w 379"/>
                <a:gd name="T1" fmla="*/ 37 h 235"/>
                <a:gd name="T2" fmla="*/ 20 w 379"/>
                <a:gd name="T3" fmla="*/ 79 h 235"/>
                <a:gd name="T4" fmla="*/ 24 w 379"/>
                <a:gd name="T5" fmla="*/ 107 h 235"/>
                <a:gd name="T6" fmla="*/ 173 w 379"/>
                <a:gd name="T7" fmla="*/ 157 h 235"/>
                <a:gd name="T8" fmla="*/ 42 w 379"/>
                <a:gd name="T9" fmla="*/ 209 h 235"/>
                <a:gd name="T10" fmla="*/ 27 w 379"/>
                <a:gd name="T11" fmla="*/ 197 h 235"/>
                <a:gd name="T12" fmla="*/ 0 w 379"/>
                <a:gd name="T13" fmla="*/ 215 h 235"/>
                <a:gd name="T14" fmla="*/ 1 w 379"/>
                <a:gd name="T15" fmla="*/ 226 h 235"/>
                <a:gd name="T16" fmla="*/ 16 w 379"/>
                <a:gd name="T17" fmla="*/ 232 h 235"/>
                <a:gd name="T18" fmla="*/ 107 w 379"/>
                <a:gd name="T19" fmla="*/ 235 h 235"/>
                <a:gd name="T20" fmla="*/ 154 w 379"/>
                <a:gd name="T21" fmla="*/ 221 h 235"/>
                <a:gd name="T22" fmla="*/ 214 w 379"/>
                <a:gd name="T23" fmla="*/ 145 h 235"/>
                <a:gd name="T24" fmla="*/ 289 w 379"/>
                <a:gd name="T25" fmla="*/ 158 h 235"/>
                <a:gd name="T26" fmla="*/ 379 w 379"/>
                <a:gd name="T27" fmla="*/ 33 h 235"/>
                <a:gd name="T28" fmla="*/ 138 w 379"/>
                <a:gd name="T29" fmla="*/ 0 h 235"/>
                <a:gd name="T30" fmla="*/ 104 w 379"/>
                <a:gd name="T31" fmla="*/ 81 h 235"/>
                <a:gd name="T32" fmla="*/ 62 w 379"/>
                <a:gd name="T33" fmla="*/ 36 h 235"/>
                <a:gd name="T34" fmla="*/ 25 w 379"/>
                <a:gd name="T35" fmla="*/ 3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9" h="235">
                  <a:moveTo>
                    <a:pt x="25" y="37"/>
                  </a:moveTo>
                  <a:lnTo>
                    <a:pt x="20" y="79"/>
                  </a:lnTo>
                  <a:lnTo>
                    <a:pt x="24" y="107"/>
                  </a:lnTo>
                  <a:lnTo>
                    <a:pt x="173" y="157"/>
                  </a:lnTo>
                  <a:lnTo>
                    <a:pt x="42" y="209"/>
                  </a:lnTo>
                  <a:lnTo>
                    <a:pt x="27" y="197"/>
                  </a:lnTo>
                  <a:lnTo>
                    <a:pt x="0" y="215"/>
                  </a:lnTo>
                  <a:lnTo>
                    <a:pt x="1" y="226"/>
                  </a:lnTo>
                  <a:lnTo>
                    <a:pt x="16" y="232"/>
                  </a:lnTo>
                  <a:lnTo>
                    <a:pt x="107" y="235"/>
                  </a:lnTo>
                  <a:lnTo>
                    <a:pt x="154" y="221"/>
                  </a:lnTo>
                  <a:lnTo>
                    <a:pt x="214" y="145"/>
                  </a:lnTo>
                  <a:lnTo>
                    <a:pt x="289" y="158"/>
                  </a:lnTo>
                  <a:lnTo>
                    <a:pt x="379" y="33"/>
                  </a:lnTo>
                  <a:lnTo>
                    <a:pt x="138" y="0"/>
                  </a:lnTo>
                  <a:lnTo>
                    <a:pt x="104" y="81"/>
                  </a:lnTo>
                  <a:lnTo>
                    <a:pt x="62" y="36"/>
                  </a:lnTo>
                  <a:lnTo>
                    <a:pt x="25" y="3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4" name="Freeform 269">
              <a:extLst>
                <a:ext uri="{FF2B5EF4-FFF2-40B4-BE49-F238E27FC236}">
                  <a16:creationId xmlns:a16="http://schemas.microsoft.com/office/drawing/2014/main" id="{80C1C042-39D6-4D33-B21E-32459E2CE342}"/>
                </a:ext>
              </a:extLst>
            </p:cNvPr>
            <p:cNvSpPr>
              <a:spLocks/>
            </p:cNvSpPr>
            <p:nvPr/>
          </p:nvSpPr>
          <p:spPr bwMode="auto">
            <a:xfrm>
              <a:off x="7355682" y="2948781"/>
              <a:ext cx="312738" cy="307975"/>
            </a:xfrm>
            <a:custGeom>
              <a:avLst/>
              <a:gdLst>
                <a:gd name="T0" fmla="*/ 0 w 593"/>
                <a:gd name="T1" fmla="*/ 203 h 583"/>
                <a:gd name="T2" fmla="*/ 28 w 593"/>
                <a:gd name="T3" fmla="*/ 416 h 583"/>
                <a:gd name="T4" fmla="*/ 96 w 593"/>
                <a:gd name="T5" fmla="*/ 430 h 583"/>
                <a:gd name="T6" fmla="*/ 102 w 593"/>
                <a:gd name="T7" fmla="*/ 469 h 583"/>
                <a:gd name="T8" fmla="*/ 53 w 593"/>
                <a:gd name="T9" fmla="*/ 509 h 583"/>
                <a:gd name="T10" fmla="*/ 145 w 593"/>
                <a:gd name="T11" fmla="*/ 583 h 583"/>
                <a:gd name="T12" fmla="*/ 320 w 593"/>
                <a:gd name="T13" fmla="*/ 520 h 583"/>
                <a:gd name="T14" fmla="*/ 334 w 593"/>
                <a:gd name="T15" fmla="*/ 445 h 583"/>
                <a:gd name="T16" fmla="*/ 445 w 593"/>
                <a:gd name="T17" fmla="*/ 375 h 583"/>
                <a:gd name="T18" fmla="*/ 488 w 593"/>
                <a:gd name="T19" fmla="*/ 215 h 583"/>
                <a:gd name="T20" fmla="*/ 519 w 593"/>
                <a:gd name="T21" fmla="*/ 181 h 583"/>
                <a:gd name="T22" fmla="*/ 487 w 593"/>
                <a:gd name="T23" fmla="*/ 124 h 583"/>
                <a:gd name="T24" fmla="*/ 593 w 593"/>
                <a:gd name="T25" fmla="*/ 58 h 583"/>
                <a:gd name="T26" fmla="*/ 580 w 593"/>
                <a:gd name="T27" fmla="*/ 38 h 583"/>
                <a:gd name="T28" fmla="*/ 530 w 593"/>
                <a:gd name="T29" fmla="*/ 41 h 583"/>
                <a:gd name="T30" fmla="*/ 526 w 593"/>
                <a:gd name="T31" fmla="*/ 87 h 583"/>
                <a:gd name="T32" fmla="*/ 459 w 593"/>
                <a:gd name="T33" fmla="*/ 86 h 583"/>
                <a:gd name="T34" fmla="*/ 458 w 593"/>
                <a:gd name="T35" fmla="*/ 25 h 583"/>
                <a:gd name="T36" fmla="*/ 437 w 593"/>
                <a:gd name="T37" fmla="*/ 0 h 583"/>
                <a:gd name="T38" fmla="*/ 401 w 593"/>
                <a:gd name="T39" fmla="*/ 32 h 583"/>
                <a:gd name="T40" fmla="*/ 402 w 593"/>
                <a:gd name="T41" fmla="*/ 63 h 583"/>
                <a:gd name="T42" fmla="*/ 348 w 593"/>
                <a:gd name="T43" fmla="*/ 83 h 583"/>
                <a:gd name="T44" fmla="*/ 247 w 593"/>
                <a:gd name="T45" fmla="*/ 77 h 583"/>
                <a:gd name="T46" fmla="*/ 117 w 593"/>
                <a:gd name="T47" fmla="*/ 213 h 583"/>
                <a:gd name="T48" fmla="*/ 0 w 593"/>
                <a:gd name="T49" fmla="*/ 20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3" h="583">
                  <a:moveTo>
                    <a:pt x="0" y="203"/>
                  </a:moveTo>
                  <a:lnTo>
                    <a:pt x="28" y="416"/>
                  </a:lnTo>
                  <a:lnTo>
                    <a:pt x="96" y="430"/>
                  </a:lnTo>
                  <a:lnTo>
                    <a:pt x="102" y="469"/>
                  </a:lnTo>
                  <a:lnTo>
                    <a:pt x="53" y="509"/>
                  </a:lnTo>
                  <a:lnTo>
                    <a:pt x="145" y="583"/>
                  </a:lnTo>
                  <a:lnTo>
                    <a:pt x="320" y="520"/>
                  </a:lnTo>
                  <a:lnTo>
                    <a:pt x="334" y="445"/>
                  </a:lnTo>
                  <a:lnTo>
                    <a:pt x="445" y="375"/>
                  </a:lnTo>
                  <a:lnTo>
                    <a:pt x="488" y="215"/>
                  </a:lnTo>
                  <a:lnTo>
                    <a:pt x="519" y="181"/>
                  </a:lnTo>
                  <a:lnTo>
                    <a:pt x="487" y="124"/>
                  </a:lnTo>
                  <a:lnTo>
                    <a:pt x="593" y="58"/>
                  </a:lnTo>
                  <a:lnTo>
                    <a:pt x="580" y="38"/>
                  </a:lnTo>
                  <a:lnTo>
                    <a:pt x="530" y="41"/>
                  </a:lnTo>
                  <a:lnTo>
                    <a:pt x="526" y="87"/>
                  </a:lnTo>
                  <a:lnTo>
                    <a:pt x="459" y="86"/>
                  </a:lnTo>
                  <a:lnTo>
                    <a:pt x="458" y="25"/>
                  </a:lnTo>
                  <a:lnTo>
                    <a:pt x="437" y="0"/>
                  </a:lnTo>
                  <a:lnTo>
                    <a:pt x="401" y="32"/>
                  </a:lnTo>
                  <a:lnTo>
                    <a:pt x="402" y="63"/>
                  </a:lnTo>
                  <a:lnTo>
                    <a:pt x="348" y="83"/>
                  </a:lnTo>
                  <a:lnTo>
                    <a:pt x="247" y="77"/>
                  </a:lnTo>
                  <a:lnTo>
                    <a:pt x="117" y="213"/>
                  </a:lnTo>
                  <a:lnTo>
                    <a:pt x="0" y="20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5" name="Freeform 270">
              <a:extLst>
                <a:ext uri="{FF2B5EF4-FFF2-40B4-BE49-F238E27FC236}">
                  <a16:creationId xmlns:a16="http://schemas.microsoft.com/office/drawing/2014/main" id="{595867F5-C06D-4E45-8ADA-6327D313A9BB}"/>
                </a:ext>
              </a:extLst>
            </p:cNvPr>
            <p:cNvSpPr>
              <a:spLocks/>
            </p:cNvSpPr>
            <p:nvPr/>
          </p:nvSpPr>
          <p:spPr bwMode="auto">
            <a:xfrm>
              <a:off x="7423944" y="2969418"/>
              <a:ext cx="347663" cy="431800"/>
            </a:xfrm>
            <a:custGeom>
              <a:avLst/>
              <a:gdLst>
                <a:gd name="T0" fmla="*/ 24 w 657"/>
                <a:gd name="T1" fmla="*/ 554 h 817"/>
                <a:gd name="T2" fmla="*/ 68 w 657"/>
                <a:gd name="T3" fmla="*/ 620 h 817"/>
                <a:gd name="T4" fmla="*/ 64 w 657"/>
                <a:gd name="T5" fmla="*/ 654 h 817"/>
                <a:gd name="T6" fmla="*/ 5 w 657"/>
                <a:gd name="T7" fmla="*/ 678 h 817"/>
                <a:gd name="T8" fmla="*/ 0 w 657"/>
                <a:gd name="T9" fmla="*/ 733 h 817"/>
                <a:gd name="T10" fmla="*/ 68 w 657"/>
                <a:gd name="T11" fmla="*/ 733 h 817"/>
                <a:gd name="T12" fmla="*/ 92 w 657"/>
                <a:gd name="T13" fmla="*/ 714 h 817"/>
                <a:gd name="T14" fmla="*/ 221 w 657"/>
                <a:gd name="T15" fmla="*/ 714 h 817"/>
                <a:gd name="T16" fmla="*/ 337 w 657"/>
                <a:gd name="T17" fmla="*/ 817 h 817"/>
                <a:gd name="T18" fmla="*/ 353 w 657"/>
                <a:gd name="T19" fmla="*/ 767 h 817"/>
                <a:gd name="T20" fmla="*/ 439 w 657"/>
                <a:gd name="T21" fmla="*/ 767 h 817"/>
                <a:gd name="T22" fmla="*/ 441 w 657"/>
                <a:gd name="T23" fmla="*/ 705 h 817"/>
                <a:gd name="T24" fmla="*/ 353 w 657"/>
                <a:gd name="T25" fmla="*/ 620 h 817"/>
                <a:gd name="T26" fmla="*/ 372 w 657"/>
                <a:gd name="T27" fmla="*/ 573 h 817"/>
                <a:gd name="T28" fmla="*/ 462 w 657"/>
                <a:gd name="T29" fmla="*/ 567 h 817"/>
                <a:gd name="T30" fmla="*/ 585 w 657"/>
                <a:gd name="T31" fmla="*/ 310 h 817"/>
                <a:gd name="T32" fmla="*/ 518 w 657"/>
                <a:gd name="T33" fmla="*/ 257 h 817"/>
                <a:gd name="T34" fmla="*/ 493 w 657"/>
                <a:gd name="T35" fmla="*/ 168 h 817"/>
                <a:gd name="T36" fmla="*/ 657 w 657"/>
                <a:gd name="T37" fmla="*/ 153 h 817"/>
                <a:gd name="T38" fmla="*/ 560 w 657"/>
                <a:gd name="T39" fmla="*/ 14 h 817"/>
                <a:gd name="T40" fmla="*/ 508 w 657"/>
                <a:gd name="T41" fmla="*/ 0 h 817"/>
                <a:gd name="T42" fmla="*/ 487 w 657"/>
                <a:gd name="T43" fmla="*/ 26 h 817"/>
                <a:gd name="T44" fmla="*/ 470 w 657"/>
                <a:gd name="T45" fmla="*/ 27 h 817"/>
                <a:gd name="T46" fmla="*/ 373 w 657"/>
                <a:gd name="T47" fmla="*/ 89 h 817"/>
                <a:gd name="T48" fmla="*/ 405 w 657"/>
                <a:gd name="T49" fmla="*/ 143 h 817"/>
                <a:gd name="T50" fmla="*/ 369 w 657"/>
                <a:gd name="T51" fmla="*/ 180 h 817"/>
                <a:gd name="T52" fmla="*/ 325 w 657"/>
                <a:gd name="T53" fmla="*/ 345 h 817"/>
                <a:gd name="T54" fmla="*/ 215 w 657"/>
                <a:gd name="T55" fmla="*/ 416 h 817"/>
                <a:gd name="T56" fmla="*/ 199 w 657"/>
                <a:gd name="T57" fmla="*/ 492 h 817"/>
                <a:gd name="T58" fmla="*/ 24 w 657"/>
                <a:gd name="T59" fmla="*/ 554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7" h="817">
                  <a:moveTo>
                    <a:pt x="24" y="554"/>
                  </a:moveTo>
                  <a:lnTo>
                    <a:pt x="68" y="620"/>
                  </a:lnTo>
                  <a:lnTo>
                    <a:pt x="64" y="654"/>
                  </a:lnTo>
                  <a:lnTo>
                    <a:pt x="5" y="678"/>
                  </a:lnTo>
                  <a:lnTo>
                    <a:pt x="0" y="733"/>
                  </a:lnTo>
                  <a:lnTo>
                    <a:pt x="68" y="733"/>
                  </a:lnTo>
                  <a:lnTo>
                    <a:pt x="92" y="714"/>
                  </a:lnTo>
                  <a:lnTo>
                    <a:pt x="221" y="714"/>
                  </a:lnTo>
                  <a:lnTo>
                    <a:pt x="337" y="817"/>
                  </a:lnTo>
                  <a:lnTo>
                    <a:pt x="353" y="767"/>
                  </a:lnTo>
                  <a:lnTo>
                    <a:pt x="439" y="767"/>
                  </a:lnTo>
                  <a:lnTo>
                    <a:pt x="441" y="705"/>
                  </a:lnTo>
                  <a:lnTo>
                    <a:pt x="353" y="620"/>
                  </a:lnTo>
                  <a:lnTo>
                    <a:pt x="372" y="573"/>
                  </a:lnTo>
                  <a:lnTo>
                    <a:pt x="462" y="567"/>
                  </a:lnTo>
                  <a:lnTo>
                    <a:pt x="585" y="310"/>
                  </a:lnTo>
                  <a:lnTo>
                    <a:pt x="518" y="257"/>
                  </a:lnTo>
                  <a:lnTo>
                    <a:pt x="493" y="168"/>
                  </a:lnTo>
                  <a:lnTo>
                    <a:pt x="657" y="153"/>
                  </a:lnTo>
                  <a:lnTo>
                    <a:pt x="560" y="14"/>
                  </a:lnTo>
                  <a:lnTo>
                    <a:pt x="508" y="0"/>
                  </a:lnTo>
                  <a:lnTo>
                    <a:pt x="487" y="26"/>
                  </a:lnTo>
                  <a:lnTo>
                    <a:pt x="470" y="27"/>
                  </a:lnTo>
                  <a:lnTo>
                    <a:pt x="373" y="89"/>
                  </a:lnTo>
                  <a:lnTo>
                    <a:pt x="405" y="143"/>
                  </a:lnTo>
                  <a:lnTo>
                    <a:pt x="369" y="180"/>
                  </a:lnTo>
                  <a:lnTo>
                    <a:pt x="325" y="345"/>
                  </a:lnTo>
                  <a:lnTo>
                    <a:pt x="215" y="416"/>
                  </a:lnTo>
                  <a:lnTo>
                    <a:pt x="199" y="492"/>
                  </a:lnTo>
                  <a:lnTo>
                    <a:pt x="24" y="55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6" name="Freeform 271">
              <a:extLst>
                <a:ext uri="{FF2B5EF4-FFF2-40B4-BE49-F238E27FC236}">
                  <a16:creationId xmlns:a16="http://schemas.microsoft.com/office/drawing/2014/main" id="{1EB670BE-4691-4FFD-BDDC-C5649A73D334}"/>
                </a:ext>
              </a:extLst>
            </p:cNvPr>
            <p:cNvSpPr>
              <a:spLocks/>
            </p:cNvSpPr>
            <p:nvPr/>
          </p:nvSpPr>
          <p:spPr bwMode="auto">
            <a:xfrm>
              <a:off x="7611269" y="3056731"/>
              <a:ext cx="663575" cy="777875"/>
            </a:xfrm>
            <a:custGeom>
              <a:avLst/>
              <a:gdLst>
                <a:gd name="T0" fmla="*/ 491 w 1253"/>
                <a:gd name="T1" fmla="*/ 1471 h 1471"/>
                <a:gd name="T2" fmla="*/ 569 w 1253"/>
                <a:gd name="T3" fmla="*/ 1432 h 1471"/>
                <a:gd name="T4" fmla="*/ 616 w 1253"/>
                <a:gd name="T5" fmla="*/ 1264 h 1471"/>
                <a:gd name="T6" fmla="*/ 614 w 1253"/>
                <a:gd name="T7" fmla="*/ 1057 h 1471"/>
                <a:gd name="T8" fmla="*/ 881 w 1253"/>
                <a:gd name="T9" fmla="*/ 768 h 1471"/>
                <a:gd name="T10" fmla="*/ 881 w 1253"/>
                <a:gd name="T11" fmla="*/ 700 h 1471"/>
                <a:gd name="T12" fmla="*/ 935 w 1253"/>
                <a:gd name="T13" fmla="*/ 679 h 1471"/>
                <a:gd name="T14" fmla="*/ 933 w 1253"/>
                <a:gd name="T15" fmla="*/ 600 h 1471"/>
                <a:gd name="T16" fmla="*/ 874 w 1253"/>
                <a:gd name="T17" fmla="*/ 485 h 1471"/>
                <a:gd name="T18" fmla="*/ 908 w 1253"/>
                <a:gd name="T19" fmla="*/ 423 h 1471"/>
                <a:gd name="T20" fmla="*/ 982 w 1253"/>
                <a:gd name="T21" fmla="*/ 491 h 1471"/>
                <a:gd name="T22" fmla="*/ 1077 w 1253"/>
                <a:gd name="T23" fmla="*/ 495 h 1471"/>
                <a:gd name="T24" fmla="*/ 1077 w 1253"/>
                <a:gd name="T25" fmla="*/ 534 h 1471"/>
                <a:gd name="T26" fmla="*/ 1048 w 1253"/>
                <a:gd name="T27" fmla="*/ 566 h 1471"/>
                <a:gd name="T28" fmla="*/ 1054 w 1253"/>
                <a:gd name="T29" fmla="*/ 584 h 1471"/>
                <a:gd name="T30" fmla="*/ 1105 w 1253"/>
                <a:gd name="T31" fmla="*/ 586 h 1471"/>
                <a:gd name="T32" fmla="*/ 1116 w 1253"/>
                <a:gd name="T33" fmla="*/ 642 h 1471"/>
                <a:gd name="T34" fmla="*/ 1130 w 1253"/>
                <a:gd name="T35" fmla="*/ 642 h 1471"/>
                <a:gd name="T36" fmla="*/ 1169 w 1253"/>
                <a:gd name="T37" fmla="*/ 574 h 1471"/>
                <a:gd name="T38" fmla="*/ 1188 w 1253"/>
                <a:gd name="T39" fmla="*/ 395 h 1471"/>
                <a:gd name="T40" fmla="*/ 1251 w 1253"/>
                <a:gd name="T41" fmla="*/ 350 h 1471"/>
                <a:gd name="T42" fmla="*/ 1253 w 1253"/>
                <a:gd name="T43" fmla="*/ 288 h 1471"/>
                <a:gd name="T44" fmla="*/ 1228 w 1253"/>
                <a:gd name="T45" fmla="*/ 239 h 1471"/>
                <a:gd name="T46" fmla="*/ 1188 w 1253"/>
                <a:gd name="T47" fmla="*/ 237 h 1471"/>
                <a:gd name="T48" fmla="*/ 1030 w 1253"/>
                <a:gd name="T49" fmla="*/ 341 h 1471"/>
                <a:gd name="T50" fmla="*/ 1040 w 1253"/>
                <a:gd name="T51" fmla="*/ 408 h 1471"/>
                <a:gd name="T52" fmla="*/ 929 w 1253"/>
                <a:gd name="T53" fmla="*/ 408 h 1471"/>
                <a:gd name="T54" fmla="*/ 891 w 1253"/>
                <a:gd name="T55" fmla="*/ 360 h 1471"/>
                <a:gd name="T56" fmla="*/ 869 w 1253"/>
                <a:gd name="T57" fmla="*/ 363 h 1471"/>
                <a:gd name="T58" fmla="*/ 876 w 1253"/>
                <a:gd name="T59" fmla="*/ 429 h 1471"/>
                <a:gd name="T60" fmla="*/ 637 w 1253"/>
                <a:gd name="T61" fmla="*/ 412 h 1471"/>
                <a:gd name="T62" fmla="*/ 489 w 1253"/>
                <a:gd name="T63" fmla="*/ 346 h 1471"/>
                <a:gd name="T64" fmla="*/ 481 w 1253"/>
                <a:gd name="T65" fmla="*/ 265 h 1471"/>
                <a:gd name="T66" fmla="*/ 382 w 1253"/>
                <a:gd name="T67" fmla="*/ 204 h 1471"/>
                <a:gd name="T68" fmla="*/ 381 w 1253"/>
                <a:gd name="T69" fmla="*/ 77 h 1471"/>
                <a:gd name="T70" fmla="*/ 313 w 1253"/>
                <a:gd name="T71" fmla="*/ 0 h 1471"/>
                <a:gd name="T72" fmla="*/ 157 w 1253"/>
                <a:gd name="T73" fmla="*/ 15 h 1471"/>
                <a:gd name="T74" fmla="*/ 174 w 1253"/>
                <a:gd name="T75" fmla="*/ 82 h 1471"/>
                <a:gd name="T76" fmla="*/ 250 w 1253"/>
                <a:gd name="T77" fmla="*/ 144 h 1471"/>
                <a:gd name="T78" fmla="*/ 118 w 1253"/>
                <a:gd name="T79" fmla="*/ 414 h 1471"/>
                <a:gd name="T80" fmla="*/ 30 w 1253"/>
                <a:gd name="T81" fmla="*/ 421 h 1471"/>
                <a:gd name="T82" fmla="*/ 16 w 1253"/>
                <a:gd name="T83" fmla="*/ 454 h 1471"/>
                <a:gd name="T84" fmla="*/ 102 w 1253"/>
                <a:gd name="T85" fmla="*/ 534 h 1471"/>
                <a:gd name="T86" fmla="*/ 98 w 1253"/>
                <a:gd name="T87" fmla="*/ 616 h 1471"/>
                <a:gd name="T88" fmla="*/ 10 w 1253"/>
                <a:gd name="T89" fmla="*/ 614 h 1471"/>
                <a:gd name="T90" fmla="*/ 0 w 1253"/>
                <a:gd name="T91" fmla="*/ 655 h 1471"/>
                <a:gd name="T92" fmla="*/ 74 w 1253"/>
                <a:gd name="T93" fmla="*/ 652 h 1471"/>
                <a:gd name="T94" fmla="*/ 76 w 1253"/>
                <a:gd name="T95" fmla="*/ 683 h 1471"/>
                <a:gd name="T96" fmla="*/ 23 w 1253"/>
                <a:gd name="T97" fmla="*/ 712 h 1471"/>
                <a:gd name="T98" fmla="*/ 56 w 1253"/>
                <a:gd name="T99" fmla="*/ 775 h 1471"/>
                <a:gd name="T100" fmla="*/ 122 w 1253"/>
                <a:gd name="T101" fmla="*/ 797 h 1471"/>
                <a:gd name="T102" fmla="*/ 163 w 1253"/>
                <a:gd name="T103" fmla="*/ 767 h 1471"/>
                <a:gd name="T104" fmla="*/ 181 w 1253"/>
                <a:gd name="T105" fmla="*/ 714 h 1471"/>
                <a:gd name="T106" fmla="*/ 205 w 1253"/>
                <a:gd name="T107" fmla="*/ 703 h 1471"/>
                <a:gd name="T108" fmla="*/ 232 w 1253"/>
                <a:gd name="T109" fmla="*/ 731 h 1471"/>
                <a:gd name="T110" fmla="*/ 224 w 1253"/>
                <a:gd name="T111" fmla="*/ 799 h 1471"/>
                <a:gd name="T112" fmla="*/ 205 w 1253"/>
                <a:gd name="T113" fmla="*/ 831 h 1471"/>
                <a:gd name="T114" fmla="*/ 210 w 1253"/>
                <a:gd name="T115" fmla="*/ 886 h 1471"/>
                <a:gd name="T116" fmla="*/ 491 w 1253"/>
                <a:gd name="T117" fmla="*/ 1471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53" h="1471">
                  <a:moveTo>
                    <a:pt x="491" y="1471"/>
                  </a:moveTo>
                  <a:lnTo>
                    <a:pt x="569" y="1432"/>
                  </a:lnTo>
                  <a:lnTo>
                    <a:pt x="616" y="1264"/>
                  </a:lnTo>
                  <a:lnTo>
                    <a:pt x="614" y="1057"/>
                  </a:lnTo>
                  <a:lnTo>
                    <a:pt x="881" y="768"/>
                  </a:lnTo>
                  <a:lnTo>
                    <a:pt x="881" y="700"/>
                  </a:lnTo>
                  <a:lnTo>
                    <a:pt x="935" y="679"/>
                  </a:lnTo>
                  <a:lnTo>
                    <a:pt x="933" y="600"/>
                  </a:lnTo>
                  <a:lnTo>
                    <a:pt x="874" y="485"/>
                  </a:lnTo>
                  <a:lnTo>
                    <a:pt x="908" y="423"/>
                  </a:lnTo>
                  <a:lnTo>
                    <a:pt x="982" y="491"/>
                  </a:lnTo>
                  <a:lnTo>
                    <a:pt x="1077" y="495"/>
                  </a:lnTo>
                  <a:lnTo>
                    <a:pt x="1077" y="534"/>
                  </a:lnTo>
                  <a:lnTo>
                    <a:pt x="1048" y="566"/>
                  </a:lnTo>
                  <a:lnTo>
                    <a:pt x="1054" y="584"/>
                  </a:lnTo>
                  <a:lnTo>
                    <a:pt x="1105" y="586"/>
                  </a:lnTo>
                  <a:lnTo>
                    <a:pt x="1116" y="642"/>
                  </a:lnTo>
                  <a:lnTo>
                    <a:pt x="1130" y="642"/>
                  </a:lnTo>
                  <a:lnTo>
                    <a:pt x="1169" y="574"/>
                  </a:lnTo>
                  <a:lnTo>
                    <a:pt x="1188" y="395"/>
                  </a:lnTo>
                  <a:lnTo>
                    <a:pt x="1251" y="350"/>
                  </a:lnTo>
                  <a:lnTo>
                    <a:pt x="1253" y="288"/>
                  </a:lnTo>
                  <a:lnTo>
                    <a:pt x="1228" y="239"/>
                  </a:lnTo>
                  <a:lnTo>
                    <a:pt x="1188" y="237"/>
                  </a:lnTo>
                  <a:lnTo>
                    <a:pt x="1030" y="341"/>
                  </a:lnTo>
                  <a:lnTo>
                    <a:pt x="1040" y="408"/>
                  </a:lnTo>
                  <a:lnTo>
                    <a:pt x="929" y="408"/>
                  </a:lnTo>
                  <a:lnTo>
                    <a:pt x="891" y="360"/>
                  </a:lnTo>
                  <a:lnTo>
                    <a:pt x="869" y="363"/>
                  </a:lnTo>
                  <a:lnTo>
                    <a:pt x="876" y="429"/>
                  </a:lnTo>
                  <a:lnTo>
                    <a:pt x="637" y="412"/>
                  </a:lnTo>
                  <a:lnTo>
                    <a:pt x="489" y="346"/>
                  </a:lnTo>
                  <a:lnTo>
                    <a:pt x="481" y="265"/>
                  </a:lnTo>
                  <a:lnTo>
                    <a:pt x="382" y="204"/>
                  </a:lnTo>
                  <a:lnTo>
                    <a:pt x="381" y="77"/>
                  </a:lnTo>
                  <a:lnTo>
                    <a:pt x="313" y="0"/>
                  </a:lnTo>
                  <a:lnTo>
                    <a:pt x="157" y="15"/>
                  </a:lnTo>
                  <a:lnTo>
                    <a:pt x="174" y="82"/>
                  </a:lnTo>
                  <a:lnTo>
                    <a:pt x="250" y="144"/>
                  </a:lnTo>
                  <a:lnTo>
                    <a:pt x="118" y="414"/>
                  </a:lnTo>
                  <a:lnTo>
                    <a:pt x="30" y="421"/>
                  </a:lnTo>
                  <a:lnTo>
                    <a:pt x="16" y="454"/>
                  </a:lnTo>
                  <a:lnTo>
                    <a:pt x="102" y="534"/>
                  </a:lnTo>
                  <a:lnTo>
                    <a:pt x="98" y="616"/>
                  </a:lnTo>
                  <a:lnTo>
                    <a:pt x="10" y="614"/>
                  </a:lnTo>
                  <a:lnTo>
                    <a:pt x="0" y="655"/>
                  </a:lnTo>
                  <a:lnTo>
                    <a:pt x="74" y="652"/>
                  </a:lnTo>
                  <a:lnTo>
                    <a:pt x="76" y="683"/>
                  </a:lnTo>
                  <a:lnTo>
                    <a:pt x="23" y="712"/>
                  </a:lnTo>
                  <a:lnTo>
                    <a:pt x="56" y="775"/>
                  </a:lnTo>
                  <a:lnTo>
                    <a:pt x="122" y="797"/>
                  </a:lnTo>
                  <a:lnTo>
                    <a:pt x="163" y="767"/>
                  </a:lnTo>
                  <a:lnTo>
                    <a:pt x="181" y="714"/>
                  </a:lnTo>
                  <a:lnTo>
                    <a:pt x="205" y="703"/>
                  </a:lnTo>
                  <a:lnTo>
                    <a:pt x="232" y="731"/>
                  </a:lnTo>
                  <a:lnTo>
                    <a:pt x="224" y="799"/>
                  </a:lnTo>
                  <a:lnTo>
                    <a:pt x="205" y="831"/>
                  </a:lnTo>
                  <a:lnTo>
                    <a:pt x="210" y="886"/>
                  </a:lnTo>
                  <a:lnTo>
                    <a:pt x="491" y="14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7" name="Freeform 272">
              <a:extLst>
                <a:ext uri="{FF2B5EF4-FFF2-40B4-BE49-F238E27FC236}">
                  <a16:creationId xmlns:a16="http://schemas.microsoft.com/office/drawing/2014/main" id="{39CA59AC-AC63-48CF-9DCE-C67AEF59B427}"/>
                </a:ext>
              </a:extLst>
            </p:cNvPr>
            <p:cNvSpPr>
              <a:spLocks/>
            </p:cNvSpPr>
            <p:nvPr/>
          </p:nvSpPr>
          <p:spPr bwMode="auto">
            <a:xfrm>
              <a:off x="7873207" y="3188493"/>
              <a:ext cx="193675" cy="88900"/>
            </a:xfrm>
            <a:custGeom>
              <a:avLst/>
              <a:gdLst>
                <a:gd name="T0" fmla="*/ 0 w 368"/>
                <a:gd name="T1" fmla="*/ 16 h 168"/>
                <a:gd name="T2" fmla="*/ 8 w 368"/>
                <a:gd name="T3" fmla="*/ 89 h 168"/>
                <a:gd name="T4" fmla="*/ 146 w 368"/>
                <a:gd name="T5" fmla="*/ 152 h 168"/>
                <a:gd name="T6" fmla="*/ 368 w 368"/>
                <a:gd name="T7" fmla="*/ 168 h 168"/>
                <a:gd name="T8" fmla="*/ 360 w 368"/>
                <a:gd name="T9" fmla="*/ 114 h 168"/>
                <a:gd name="T10" fmla="*/ 212 w 368"/>
                <a:gd name="T11" fmla="*/ 74 h 168"/>
                <a:gd name="T12" fmla="*/ 86 w 368"/>
                <a:gd name="T13" fmla="*/ 0 h 168"/>
                <a:gd name="T14" fmla="*/ 0 w 368"/>
                <a:gd name="T15" fmla="*/ 16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8" h="168">
                  <a:moveTo>
                    <a:pt x="0" y="16"/>
                  </a:moveTo>
                  <a:lnTo>
                    <a:pt x="8" y="89"/>
                  </a:lnTo>
                  <a:lnTo>
                    <a:pt x="146" y="152"/>
                  </a:lnTo>
                  <a:lnTo>
                    <a:pt x="368" y="168"/>
                  </a:lnTo>
                  <a:lnTo>
                    <a:pt x="360" y="114"/>
                  </a:lnTo>
                  <a:lnTo>
                    <a:pt x="212" y="74"/>
                  </a:lnTo>
                  <a:lnTo>
                    <a:pt x="86" y="0"/>
                  </a:lnTo>
                  <a:lnTo>
                    <a:pt x="0" y="1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8" name="Freeform 273">
              <a:extLst>
                <a:ext uri="{FF2B5EF4-FFF2-40B4-BE49-F238E27FC236}">
                  <a16:creationId xmlns:a16="http://schemas.microsoft.com/office/drawing/2014/main" id="{A106E9B1-105C-4861-A8A2-42011F48DBEB}"/>
                </a:ext>
              </a:extLst>
            </p:cNvPr>
            <p:cNvSpPr>
              <a:spLocks/>
            </p:cNvSpPr>
            <p:nvPr/>
          </p:nvSpPr>
          <p:spPr bwMode="auto">
            <a:xfrm>
              <a:off x="8092282" y="3239293"/>
              <a:ext cx="61913" cy="26988"/>
            </a:xfrm>
            <a:custGeom>
              <a:avLst/>
              <a:gdLst>
                <a:gd name="T0" fmla="*/ 0 w 116"/>
                <a:gd name="T1" fmla="*/ 12 h 50"/>
                <a:gd name="T2" fmla="*/ 26 w 116"/>
                <a:gd name="T3" fmla="*/ 49 h 50"/>
                <a:gd name="T4" fmla="*/ 116 w 116"/>
                <a:gd name="T5" fmla="*/ 50 h 50"/>
                <a:gd name="T6" fmla="*/ 107 w 116"/>
                <a:gd name="T7" fmla="*/ 0 h 50"/>
                <a:gd name="T8" fmla="*/ 0 w 116"/>
                <a:gd name="T9" fmla="*/ 12 h 50"/>
              </a:gdLst>
              <a:ahLst/>
              <a:cxnLst>
                <a:cxn ang="0">
                  <a:pos x="T0" y="T1"/>
                </a:cxn>
                <a:cxn ang="0">
                  <a:pos x="T2" y="T3"/>
                </a:cxn>
                <a:cxn ang="0">
                  <a:pos x="T4" y="T5"/>
                </a:cxn>
                <a:cxn ang="0">
                  <a:pos x="T6" y="T7"/>
                </a:cxn>
                <a:cxn ang="0">
                  <a:pos x="T8" y="T9"/>
                </a:cxn>
              </a:cxnLst>
              <a:rect l="0" t="0" r="r" b="b"/>
              <a:pathLst>
                <a:path w="116" h="50">
                  <a:moveTo>
                    <a:pt x="0" y="12"/>
                  </a:moveTo>
                  <a:lnTo>
                    <a:pt x="26" y="49"/>
                  </a:lnTo>
                  <a:lnTo>
                    <a:pt x="116" y="50"/>
                  </a:lnTo>
                  <a:lnTo>
                    <a:pt x="107" y="0"/>
                  </a:lnTo>
                  <a:lnTo>
                    <a:pt x="0" y="1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09" name="Freeform 274">
              <a:extLst>
                <a:ext uri="{FF2B5EF4-FFF2-40B4-BE49-F238E27FC236}">
                  <a16:creationId xmlns:a16="http://schemas.microsoft.com/office/drawing/2014/main" id="{B934772F-862E-431A-9906-C462D5572061}"/>
                </a:ext>
              </a:extLst>
            </p:cNvPr>
            <p:cNvSpPr>
              <a:spLocks/>
            </p:cNvSpPr>
            <p:nvPr/>
          </p:nvSpPr>
          <p:spPr bwMode="auto">
            <a:xfrm>
              <a:off x="8082757" y="3291681"/>
              <a:ext cx="123825" cy="155575"/>
            </a:xfrm>
            <a:custGeom>
              <a:avLst/>
              <a:gdLst>
                <a:gd name="T0" fmla="*/ 22 w 234"/>
                <a:gd name="T1" fmla="*/ 0 h 294"/>
                <a:gd name="T2" fmla="*/ 0 w 234"/>
                <a:gd name="T3" fmla="*/ 40 h 294"/>
                <a:gd name="T4" fmla="*/ 58 w 234"/>
                <a:gd name="T5" fmla="*/ 151 h 294"/>
                <a:gd name="T6" fmla="*/ 60 w 234"/>
                <a:gd name="T7" fmla="*/ 237 h 294"/>
                <a:gd name="T8" fmla="*/ 70 w 234"/>
                <a:gd name="T9" fmla="*/ 260 h 294"/>
                <a:gd name="T10" fmla="*/ 138 w 234"/>
                <a:gd name="T11" fmla="*/ 261 h 294"/>
                <a:gd name="T12" fmla="*/ 177 w 234"/>
                <a:gd name="T13" fmla="*/ 225 h 294"/>
                <a:gd name="T14" fmla="*/ 205 w 234"/>
                <a:gd name="T15" fmla="*/ 241 h 294"/>
                <a:gd name="T16" fmla="*/ 211 w 234"/>
                <a:gd name="T17" fmla="*/ 294 h 294"/>
                <a:gd name="T18" fmla="*/ 233 w 234"/>
                <a:gd name="T19" fmla="*/ 280 h 294"/>
                <a:gd name="T20" fmla="*/ 234 w 234"/>
                <a:gd name="T21" fmla="*/ 213 h 294"/>
                <a:gd name="T22" fmla="*/ 216 w 234"/>
                <a:gd name="T23" fmla="*/ 211 h 294"/>
                <a:gd name="T24" fmla="*/ 204 w 234"/>
                <a:gd name="T25" fmla="*/ 154 h 294"/>
                <a:gd name="T26" fmla="*/ 156 w 234"/>
                <a:gd name="T27" fmla="*/ 152 h 294"/>
                <a:gd name="T28" fmla="*/ 145 w 234"/>
                <a:gd name="T29" fmla="*/ 120 h 294"/>
                <a:gd name="T30" fmla="*/ 173 w 234"/>
                <a:gd name="T31" fmla="*/ 82 h 294"/>
                <a:gd name="T32" fmla="*/ 174 w 234"/>
                <a:gd name="T33" fmla="*/ 62 h 294"/>
                <a:gd name="T34" fmla="*/ 89 w 234"/>
                <a:gd name="T35" fmla="*/ 62 h 294"/>
                <a:gd name="T36" fmla="*/ 22 w 234"/>
                <a:gd name="T3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4" h="294">
                  <a:moveTo>
                    <a:pt x="22" y="0"/>
                  </a:moveTo>
                  <a:lnTo>
                    <a:pt x="0" y="40"/>
                  </a:lnTo>
                  <a:lnTo>
                    <a:pt x="58" y="151"/>
                  </a:lnTo>
                  <a:lnTo>
                    <a:pt x="60" y="237"/>
                  </a:lnTo>
                  <a:lnTo>
                    <a:pt x="70" y="260"/>
                  </a:lnTo>
                  <a:lnTo>
                    <a:pt x="138" y="261"/>
                  </a:lnTo>
                  <a:lnTo>
                    <a:pt x="177" y="225"/>
                  </a:lnTo>
                  <a:lnTo>
                    <a:pt x="205" y="241"/>
                  </a:lnTo>
                  <a:lnTo>
                    <a:pt x="211" y="294"/>
                  </a:lnTo>
                  <a:lnTo>
                    <a:pt x="233" y="280"/>
                  </a:lnTo>
                  <a:lnTo>
                    <a:pt x="234" y="213"/>
                  </a:lnTo>
                  <a:lnTo>
                    <a:pt x="216" y="211"/>
                  </a:lnTo>
                  <a:lnTo>
                    <a:pt x="204" y="154"/>
                  </a:lnTo>
                  <a:lnTo>
                    <a:pt x="156" y="152"/>
                  </a:lnTo>
                  <a:lnTo>
                    <a:pt x="145" y="120"/>
                  </a:lnTo>
                  <a:lnTo>
                    <a:pt x="173" y="82"/>
                  </a:lnTo>
                  <a:lnTo>
                    <a:pt x="174" y="62"/>
                  </a:lnTo>
                  <a:lnTo>
                    <a:pt x="89" y="62"/>
                  </a:lnTo>
                  <a:lnTo>
                    <a:pt x="2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0" name="Freeform 275">
              <a:extLst>
                <a:ext uri="{FF2B5EF4-FFF2-40B4-BE49-F238E27FC236}">
                  <a16:creationId xmlns:a16="http://schemas.microsoft.com/office/drawing/2014/main" id="{C1F094BE-B54B-4F89-A38A-B6CF1D65B20C}"/>
                </a:ext>
              </a:extLst>
            </p:cNvPr>
            <p:cNvSpPr>
              <a:spLocks/>
            </p:cNvSpPr>
            <p:nvPr/>
          </p:nvSpPr>
          <p:spPr bwMode="auto">
            <a:xfrm>
              <a:off x="8197057" y="3212306"/>
              <a:ext cx="223838" cy="538163"/>
            </a:xfrm>
            <a:custGeom>
              <a:avLst/>
              <a:gdLst>
                <a:gd name="T0" fmla="*/ 385 w 424"/>
                <a:gd name="T1" fmla="*/ 1015 h 1015"/>
                <a:gd name="T2" fmla="*/ 337 w 424"/>
                <a:gd name="T3" fmla="*/ 939 h 1015"/>
                <a:gd name="T4" fmla="*/ 371 w 424"/>
                <a:gd name="T5" fmla="*/ 891 h 1015"/>
                <a:gd name="T6" fmla="*/ 339 w 424"/>
                <a:gd name="T7" fmla="*/ 832 h 1015"/>
                <a:gd name="T8" fmla="*/ 308 w 424"/>
                <a:gd name="T9" fmla="*/ 826 h 1015"/>
                <a:gd name="T10" fmla="*/ 302 w 424"/>
                <a:gd name="T11" fmla="*/ 725 h 1015"/>
                <a:gd name="T12" fmla="*/ 257 w 424"/>
                <a:gd name="T13" fmla="*/ 636 h 1015"/>
                <a:gd name="T14" fmla="*/ 243 w 424"/>
                <a:gd name="T15" fmla="*/ 657 h 1015"/>
                <a:gd name="T16" fmla="*/ 213 w 424"/>
                <a:gd name="T17" fmla="*/ 710 h 1015"/>
                <a:gd name="T18" fmla="*/ 174 w 424"/>
                <a:gd name="T19" fmla="*/ 715 h 1015"/>
                <a:gd name="T20" fmla="*/ 155 w 424"/>
                <a:gd name="T21" fmla="*/ 691 h 1015"/>
                <a:gd name="T22" fmla="*/ 146 w 424"/>
                <a:gd name="T23" fmla="*/ 623 h 1015"/>
                <a:gd name="T24" fmla="*/ 117 w 424"/>
                <a:gd name="T25" fmla="*/ 569 h 1015"/>
                <a:gd name="T26" fmla="*/ 0 w 424"/>
                <a:gd name="T27" fmla="*/ 458 h 1015"/>
                <a:gd name="T28" fmla="*/ 28 w 424"/>
                <a:gd name="T29" fmla="*/ 439 h 1015"/>
                <a:gd name="T30" fmla="*/ 33 w 424"/>
                <a:gd name="T31" fmla="*/ 359 h 1015"/>
                <a:gd name="T32" fmla="*/ 77 w 424"/>
                <a:gd name="T33" fmla="*/ 287 h 1015"/>
                <a:gd name="T34" fmla="*/ 95 w 424"/>
                <a:gd name="T35" fmla="*/ 108 h 1015"/>
                <a:gd name="T36" fmla="*/ 157 w 424"/>
                <a:gd name="T37" fmla="*/ 65 h 1015"/>
                <a:gd name="T38" fmla="*/ 159 w 424"/>
                <a:gd name="T39" fmla="*/ 0 h 1015"/>
                <a:gd name="T40" fmla="*/ 197 w 424"/>
                <a:gd name="T41" fmla="*/ 13 h 1015"/>
                <a:gd name="T42" fmla="*/ 255 w 424"/>
                <a:gd name="T43" fmla="*/ 98 h 1015"/>
                <a:gd name="T44" fmla="*/ 211 w 424"/>
                <a:gd name="T45" fmla="*/ 191 h 1015"/>
                <a:gd name="T46" fmla="*/ 240 w 424"/>
                <a:gd name="T47" fmla="*/ 264 h 1015"/>
                <a:gd name="T48" fmla="*/ 314 w 424"/>
                <a:gd name="T49" fmla="*/ 293 h 1015"/>
                <a:gd name="T50" fmla="*/ 327 w 424"/>
                <a:gd name="T51" fmla="*/ 372 h 1015"/>
                <a:gd name="T52" fmla="*/ 424 w 424"/>
                <a:gd name="T53" fmla="*/ 387 h 1015"/>
                <a:gd name="T54" fmla="*/ 397 w 424"/>
                <a:gd name="T55" fmla="*/ 434 h 1015"/>
                <a:gd name="T56" fmla="*/ 274 w 424"/>
                <a:gd name="T57" fmla="*/ 481 h 1015"/>
                <a:gd name="T58" fmla="*/ 261 w 424"/>
                <a:gd name="T59" fmla="*/ 561 h 1015"/>
                <a:gd name="T60" fmla="*/ 351 w 424"/>
                <a:gd name="T61" fmla="*/ 676 h 1015"/>
                <a:gd name="T62" fmla="*/ 355 w 424"/>
                <a:gd name="T63" fmla="*/ 738 h 1015"/>
                <a:gd name="T64" fmla="*/ 334 w 424"/>
                <a:gd name="T65" fmla="*/ 760 h 1015"/>
                <a:gd name="T66" fmla="*/ 336 w 424"/>
                <a:gd name="T67" fmla="*/ 779 h 1015"/>
                <a:gd name="T68" fmla="*/ 403 w 424"/>
                <a:gd name="T69" fmla="*/ 877 h 1015"/>
                <a:gd name="T70" fmla="*/ 405 w 424"/>
                <a:gd name="T71" fmla="*/ 980 h 1015"/>
                <a:gd name="T72" fmla="*/ 385 w 424"/>
                <a:gd name="T73" fmla="*/ 1015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 h="1015">
                  <a:moveTo>
                    <a:pt x="385" y="1015"/>
                  </a:moveTo>
                  <a:lnTo>
                    <a:pt x="337" y="939"/>
                  </a:lnTo>
                  <a:lnTo>
                    <a:pt x="371" y="891"/>
                  </a:lnTo>
                  <a:lnTo>
                    <a:pt x="339" y="832"/>
                  </a:lnTo>
                  <a:lnTo>
                    <a:pt x="308" y="826"/>
                  </a:lnTo>
                  <a:lnTo>
                    <a:pt x="302" y="725"/>
                  </a:lnTo>
                  <a:lnTo>
                    <a:pt x="257" y="636"/>
                  </a:lnTo>
                  <a:lnTo>
                    <a:pt x="243" y="657"/>
                  </a:lnTo>
                  <a:lnTo>
                    <a:pt x="213" y="710"/>
                  </a:lnTo>
                  <a:lnTo>
                    <a:pt x="174" y="715"/>
                  </a:lnTo>
                  <a:lnTo>
                    <a:pt x="155" y="691"/>
                  </a:lnTo>
                  <a:lnTo>
                    <a:pt x="146" y="623"/>
                  </a:lnTo>
                  <a:lnTo>
                    <a:pt x="117" y="569"/>
                  </a:lnTo>
                  <a:lnTo>
                    <a:pt x="0" y="458"/>
                  </a:lnTo>
                  <a:lnTo>
                    <a:pt x="28" y="439"/>
                  </a:lnTo>
                  <a:lnTo>
                    <a:pt x="33" y="359"/>
                  </a:lnTo>
                  <a:lnTo>
                    <a:pt x="77" y="287"/>
                  </a:lnTo>
                  <a:lnTo>
                    <a:pt x="95" y="108"/>
                  </a:lnTo>
                  <a:lnTo>
                    <a:pt x="157" y="65"/>
                  </a:lnTo>
                  <a:lnTo>
                    <a:pt x="159" y="0"/>
                  </a:lnTo>
                  <a:lnTo>
                    <a:pt x="197" y="13"/>
                  </a:lnTo>
                  <a:lnTo>
                    <a:pt x="255" y="98"/>
                  </a:lnTo>
                  <a:lnTo>
                    <a:pt x="211" y="191"/>
                  </a:lnTo>
                  <a:lnTo>
                    <a:pt x="240" y="264"/>
                  </a:lnTo>
                  <a:lnTo>
                    <a:pt x="314" y="293"/>
                  </a:lnTo>
                  <a:lnTo>
                    <a:pt x="327" y="372"/>
                  </a:lnTo>
                  <a:lnTo>
                    <a:pt x="424" y="387"/>
                  </a:lnTo>
                  <a:lnTo>
                    <a:pt x="397" y="434"/>
                  </a:lnTo>
                  <a:lnTo>
                    <a:pt x="274" y="481"/>
                  </a:lnTo>
                  <a:lnTo>
                    <a:pt x="261" y="561"/>
                  </a:lnTo>
                  <a:lnTo>
                    <a:pt x="351" y="676"/>
                  </a:lnTo>
                  <a:lnTo>
                    <a:pt x="355" y="738"/>
                  </a:lnTo>
                  <a:lnTo>
                    <a:pt x="334" y="760"/>
                  </a:lnTo>
                  <a:lnTo>
                    <a:pt x="336" y="779"/>
                  </a:lnTo>
                  <a:lnTo>
                    <a:pt x="403" y="877"/>
                  </a:lnTo>
                  <a:lnTo>
                    <a:pt x="405" y="980"/>
                  </a:lnTo>
                  <a:lnTo>
                    <a:pt x="385" y="10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1" name="Freeform 276">
              <a:extLst>
                <a:ext uri="{FF2B5EF4-FFF2-40B4-BE49-F238E27FC236}">
                  <a16:creationId xmlns:a16="http://schemas.microsoft.com/office/drawing/2014/main" id="{8C63B692-D3BE-4A84-B7E3-DD98B97BB9CA}"/>
                </a:ext>
              </a:extLst>
            </p:cNvPr>
            <p:cNvSpPr>
              <a:spLocks/>
            </p:cNvSpPr>
            <p:nvPr/>
          </p:nvSpPr>
          <p:spPr bwMode="auto">
            <a:xfrm>
              <a:off x="8343107" y="3448843"/>
              <a:ext cx="214313" cy="436563"/>
            </a:xfrm>
            <a:custGeom>
              <a:avLst/>
              <a:gdLst>
                <a:gd name="T0" fmla="*/ 119 w 404"/>
                <a:gd name="T1" fmla="*/ 0 h 824"/>
                <a:gd name="T2" fmla="*/ 175 w 404"/>
                <a:gd name="T3" fmla="*/ 71 h 824"/>
                <a:gd name="T4" fmla="*/ 175 w 404"/>
                <a:gd name="T5" fmla="*/ 158 h 824"/>
                <a:gd name="T6" fmla="*/ 194 w 404"/>
                <a:gd name="T7" fmla="*/ 167 h 824"/>
                <a:gd name="T8" fmla="*/ 282 w 404"/>
                <a:gd name="T9" fmla="*/ 126 h 824"/>
                <a:gd name="T10" fmla="*/ 299 w 404"/>
                <a:gd name="T11" fmla="*/ 131 h 824"/>
                <a:gd name="T12" fmla="*/ 404 w 404"/>
                <a:gd name="T13" fmla="*/ 253 h 824"/>
                <a:gd name="T14" fmla="*/ 401 w 404"/>
                <a:gd name="T15" fmla="*/ 336 h 824"/>
                <a:gd name="T16" fmla="*/ 366 w 404"/>
                <a:gd name="T17" fmla="*/ 330 h 824"/>
                <a:gd name="T18" fmla="*/ 336 w 404"/>
                <a:gd name="T19" fmla="*/ 311 h 824"/>
                <a:gd name="T20" fmla="*/ 313 w 404"/>
                <a:gd name="T21" fmla="*/ 313 h 824"/>
                <a:gd name="T22" fmla="*/ 272 w 404"/>
                <a:gd name="T23" fmla="*/ 381 h 824"/>
                <a:gd name="T24" fmla="*/ 280 w 404"/>
                <a:gd name="T25" fmla="*/ 417 h 824"/>
                <a:gd name="T26" fmla="*/ 313 w 404"/>
                <a:gd name="T27" fmla="*/ 434 h 824"/>
                <a:gd name="T28" fmla="*/ 311 w 404"/>
                <a:gd name="T29" fmla="*/ 475 h 824"/>
                <a:gd name="T30" fmla="*/ 288 w 404"/>
                <a:gd name="T31" fmla="*/ 486 h 824"/>
                <a:gd name="T32" fmla="*/ 209 w 404"/>
                <a:gd name="T33" fmla="*/ 432 h 824"/>
                <a:gd name="T34" fmla="*/ 209 w 404"/>
                <a:gd name="T35" fmla="*/ 384 h 824"/>
                <a:gd name="T36" fmla="*/ 177 w 404"/>
                <a:gd name="T37" fmla="*/ 382 h 824"/>
                <a:gd name="T38" fmla="*/ 163 w 404"/>
                <a:gd name="T39" fmla="*/ 403 h 824"/>
                <a:gd name="T40" fmla="*/ 156 w 404"/>
                <a:gd name="T41" fmla="*/ 619 h 824"/>
                <a:gd name="T42" fmla="*/ 207 w 404"/>
                <a:gd name="T43" fmla="*/ 713 h 824"/>
                <a:gd name="T44" fmla="*/ 297 w 404"/>
                <a:gd name="T45" fmla="*/ 799 h 824"/>
                <a:gd name="T46" fmla="*/ 293 w 404"/>
                <a:gd name="T47" fmla="*/ 824 h 824"/>
                <a:gd name="T48" fmla="*/ 246 w 404"/>
                <a:gd name="T49" fmla="*/ 822 h 824"/>
                <a:gd name="T50" fmla="*/ 202 w 404"/>
                <a:gd name="T51" fmla="*/ 757 h 824"/>
                <a:gd name="T52" fmla="*/ 155 w 404"/>
                <a:gd name="T53" fmla="*/ 757 h 824"/>
                <a:gd name="T54" fmla="*/ 98 w 404"/>
                <a:gd name="T55" fmla="*/ 711 h 824"/>
                <a:gd name="T56" fmla="*/ 81 w 404"/>
                <a:gd name="T57" fmla="*/ 662 h 824"/>
                <a:gd name="T58" fmla="*/ 106 w 404"/>
                <a:gd name="T59" fmla="*/ 621 h 824"/>
                <a:gd name="T60" fmla="*/ 114 w 404"/>
                <a:gd name="T61" fmla="*/ 585 h 824"/>
                <a:gd name="T62" fmla="*/ 141 w 404"/>
                <a:gd name="T63" fmla="*/ 537 h 824"/>
                <a:gd name="T64" fmla="*/ 140 w 404"/>
                <a:gd name="T65" fmla="*/ 426 h 824"/>
                <a:gd name="T66" fmla="*/ 74 w 404"/>
                <a:gd name="T67" fmla="*/ 331 h 824"/>
                <a:gd name="T68" fmla="*/ 71 w 404"/>
                <a:gd name="T69" fmla="*/ 320 h 824"/>
                <a:gd name="T70" fmla="*/ 92 w 404"/>
                <a:gd name="T71" fmla="*/ 297 h 824"/>
                <a:gd name="T72" fmla="*/ 87 w 404"/>
                <a:gd name="T73" fmla="*/ 222 h 824"/>
                <a:gd name="T74" fmla="*/ 0 w 404"/>
                <a:gd name="T75" fmla="*/ 111 h 824"/>
                <a:gd name="T76" fmla="*/ 10 w 404"/>
                <a:gd name="T77" fmla="*/ 46 h 824"/>
                <a:gd name="T78" fmla="*/ 119 w 404"/>
                <a:gd name="T79" fmla="*/ 0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4" h="824">
                  <a:moveTo>
                    <a:pt x="119" y="0"/>
                  </a:moveTo>
                  <a:lnTo>
                    <a:pt x="175" y="71"/>
                  </a:lnTo>
                  <a:lnTo>
                    <a:pt x="175" y="158"/>
                  </a:lnTo>
                  <a:lnTo>
                    <a:pt x="194" y="167"/>
                  </a:lnTo>
                  <a:lnTo>
                    <a:pt x="282" y="126"/>
                  </a:lnTo>
                  <a:lnTo>
                    <a:pt x="299" y="131"/>
                  </a:lnTo>
                  <a:lnTo>
                    <a:pt x="404" y="253"/>
                  </a:lnTo>
                  <a:lnTo>
                    <a:pt x="401" y="336"/>
                  </a:lnTo>
                  <a:lnTo>
                    <a:pt x="366" y="330"/>
                  </a:lnTo>
                  <a:lnTo>
                    <a:pt x="336" y="311"/>
                  </a:lnTo>
                  <a:lnTo>
                    <a:pt x="313" y="313"/>
                  </a:lnTo>
                  <a:lnTo>
                    <a:pt x="272" y="381"/>
                  </a:lnTo>
                  <a:lnTo>
                    <a:pt x="280" y="417"/>
                  </a:lnTo>
                  <a:lnTo>
                    <a:pt x="313" y="434"/>
                  </a:lnTo>
                  <a:lnTo>
                    <a:pt x="311" y="475"/>
                  </a:lnTo>
                  <a:lnTo>
                    <a:pt x="288" y="486"/>
                  </a:lnTo>
                  <a:lnTo>
                    <a:pt x="209" y="432"/>
                  </a:lnTo>
                  <a:lnTo>
                    <a:pt x="209" y="384"/>
                  </a:lnTo>
                  <a:lnTo>
                    <a:pt x="177" y="382"/>
                  </a:lnTo>
                  <a:lnTo>
                    <a:pt x="163" y="403"/>
                  </a:lnTo>
                  <a:lnTo>
                    <a:pt x="156" y="619"/>
                  </a:lnTo>
                  <a:lnTo>
                    <a:pt x="207" y="713"/>
                  </a:lnTo>
                  <a:lnTo>
                    <a:pt x="297" y="799"/>
                  </a:lnTo>
                  <a:lnTo>
                    <a:pt x="293" y="824"/>
                  </a:lnTo>
                  <a:lnTo>
                    <a:pt x="246" y="822"/>
                  </a:lnTo>
                  <a:lnTo>
                    <a:pt x="202" y="757"/>
                  </a:lnTo>
                  <a:lnTo>
                    <a:pt x="155" y="757"/>
                  </a:lnTo>
                  <a:lnTo>
                    <a:pt x="98" y="711"/>
                  </a:lnTo>
                  <a:lnTo>
                    <a:pt x="81" y="662"/>
                  </a:lnTo>
                  <a:lnTo>
                    <a:pt x="106" y="621"/>
                  </a:lnTo>
                  <a:lnTo>
                    <a:pt x="114" y="585"/>
                  </a:lnTo>
                  <a:lnTo>
                    <a:pt x="141" y="537"/>
                  </a:lnTo>
                  <a:lnTo>
                    <a:pt x="140" y="426"/>
                  </a:lnTo>
                  <a:lnTo>
                    <a:pt x="74" y="331"/>
                  </a:lnTo>
                  <a:lnTo>
                    <a:pt x="71" y="320"/>
                  </a:lnTo>
                  <a:lnTo>
                    <a:pt x="92" y="297"/>
                  </a:lnTo>
                  <a:lnTo>
                    <a:pt x="87" y="222"/>
                  </a:lnTo>
                  <a:lnTo>
                    <a:pt x="0" y="111"/>
                  </a:lnTo>
                  <a:lnTo>
                    <a:pt x="10" y="46"/>
                  </a:lnTo>
                  <a:lnTo>
                    <a:pt x="11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2" name="Freeform 277">
              <a:extLst>
                <a:ext uri="{FF2B5EF4-FFF2-40B4-BE49-F238E27FC236}">
                  <a16:creationId xmlns:a16="http://schemas.microsoft.com/office/drawing/2014/main" id="{9359802C-69C0-4153-9B26-7EF2620343EB}"/>
                </a:ext>
              </a:extLst>
            </p:cNvPr>
            <p:cNvSpPr>
              <a:spLocks/>
            </p:cNvSpPr>
            <p:nvPr/>
          </p:nvSpPr>
          <p:spPr bwMode="auto">
            <a:xfrm>
              <a:off x="8430419" y="3856831"/>
              <a:ext cx="127000" cy="169863"/>
            </a:xfrm>
            <a:custGeom>
              <a:avLst/>
              <a:gdLst>
                <a:gd name="T0" fmla="*/ 0 w 242"/>
                <a:gd name="T1" fmla="*/ 1 h 322"/>
                <a:gd name="T2" fmla="*/ 35 w 242"/>
                <a:gd name="T3" fmla="*/ 79 h 322"/>
                <a:gd name="T4" fmla="*/ 43 w 242"/>
                <a:gd name="T5" fmla="*/ 179 h 322"/>
                <a:gd name="T6" fmla="*/ 89 w 242"/>
                <a:gd name="T7" fmla="*/ 250 h 322"/>
                <a:gd name="T8" fmla="*/ 200 w 242"/>
                <a:gd name="T9" fmla="*/ 318 h 322"/>
                <a:gd name="T10" fmla="*/ 242 w 242"/>
                <a:gd name="T11" fmla="*/ 322 h 322"/>
                <a:gd name="T12" fmla="*/ 235 w 242"/>
                <a:gd name="T13" fmla="*/ 252 h 322"/>
                <a:gd name="T14" fmla="*/ 198 w 242"/>
                <a:gd name="T15" fmla="*/ 164 h 322"/>
                <a:gd name="T16" fmla="*/ 144 w 242"/>
                <a:gd name="T17" fmla="*/ 50 h 322"/>
                <a:gd name="T18" fmla="*/ 140 w 242"/>
                <a:gd name="T19" fmla="*/ 70 h 322"/>
                <a:gd name="T20" fmla="*/ 75 w 242"/>
                <a:gd name="T21" fmla="*/ 67 h 322"/>
                <a:gd name="T22" fmla="*/ 30 w 242"/>
                <a:gd name="T23" fmla="*/ 0 h 322"/>
                <a:gd name="T24" fmla="*/ 0 w 242"/>
                <a:gd name="T25" fmla="*/ 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2" h="322">
                  <a:moveTo>
                    <a:pt x="0" y="1"/>
                  </a:moveTo>
                  <a:lnTo>
                    <a:pt x="35" y="79"/>
                  </a:lnTo>
                  <a:lnTo>
                    <a:pt x="43" y="179"/>
                  </a:lnTo>
                  <a:lnTo>
                    <a:pt x="89" y="250"/>
                  </a:lnTo>
                  <a:lnTo>
                    <a:pt x="200" y="318"/>
                  </a:lnTo>
                  <a:lnTo>
                    <a:pt x="242" y="322"/>
                  </a:lnTo>
                  <a:lnTo>
                    <a:pt x="235" y="252"/>
                  </a:lnTo>
                  <a:lnTo>
                    <a:pt x="198" y="164"/>
                  </a:lnTo>
                  <a:lnTo>
                    <a:pt x="144" y="50"/>
                  </a:lnTo>
                  <a:lnTo>
                    <a:pt x="140" y="70"/>
                  </a:lnTo>
                  <a:lnTo>
                    <a:pt x="75" y="67"/>
                  </a:lnTo>
                  <a:lnTo>
                    <a:pt x="30" y="0"/>
                  </a:lnTo>
                  <a:lnTo>
                    <a:pt x="0" y="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3" name="Freeform 278">
              <a:extLst>
                <a:ext uri="{FF2B5EF4-FFF2-40B4-BE49-F238E27FC236}">
                  <a16:creationId xmlns:a16="http://schemas.microsoft.com/office/drawing/2014/main" id="{AF7BD4A9-2C8F-4A0F-8120-9F640592A699}"/>
                </a:ext>
              </a:extLst>
            </p:cNvPr>
            <p:cNvSpPr>
              <a:spLocks/>
            </p:cNvSpPr>
            <p:nvPr/>
          </p:nvSpPr>
          <p:spPr bwMode="auto">
            <a:xfrm>
              <a:off x="8493919" y="3620293"/>
              <a:ext cx="119063" cy="131763"/>
            </a:xfrm>
            <a:custGeom>
              <a:avLst/>
              <a:gdLst>
                <a:gd name="T0" fmla="*/ 12 w 223"/>
                <a:gd name="T1" fmla="*/ 173 h 249"/>
                <a:gd name="T2" fmla="*/ 82 w 223"/>
                <a:gd name="T3" fmla="*/ 249 h 249"/>
                <a:gd name="T4" fmla="*/ 212 w 223"/>
                <a:gd name="T5" fmla="*/ 152 h 249"/>
                <a:gd name="T6" fmla="*/ 223 w 223"/>
                <a:gd name="T7" fmla="*/ 0 h 249"/>
                <a:gd name="T8" fmla="*/ 156 w 223"/>
                <a:gd name="T9" fmla="*/ 46 h 249"/>
                <a:gd name="T10" fmla="*/ 122 w 223"/>
                <a:gd name="T11" fmla="*/ 26 h 249"/>
                <a:gd name="T12" fmla="*/ 74 w 223"/>
                <a:gd name="T13" fmla="*/ 20 h 249"/>
                <a:gd name="T14" fmla="*/ 48 w 223"/>
                <a:gd name="T15" fmla="*/ 2 h 249"/>
                <a:gd name="T16" fmla="*/ 35 w 223"/>
                <a:gd name="T17" fmla="*/ 2 h 249"/>
                <a:gd name="T18" fmla="*/ 0 w 223"/>
                <a:gd name="T19" fmla="*/ 60 h 249"/>
                <a:gd name="T20" fmla="*/ 5 w 223"/>
                <a:gd name="T21" fmla="*/ 86 h 249"/>
                <a:gd name="T22" fmla="*/ 41 w 223"/>
                <a:gd name="T23" fmla="*/ 105 h 249"/>
                <a:gd name="T24" fmla="*/ 37 w 223"/>
                <a:gd name="T25" fmla="*/ 159 h 249"/>
                <a:gd name="T26" fmla="*/ 12 w 223"/>
                <a:gd name="T27" fmla="*/ 17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249">
                  <a:moveTo>
                    <a:pt x="12" y="173"/>
                  </a:moveTo>
                  <a:lnTo>
                    <a:pt x="82" y="249"/>
                  </a:lnTo>
                  <a:lnTo>
                    <a:pt x="212" y="152"/>
                  </a:lnTo>
                  <a:lnTo>
                    <a:pt x="223" y="0"/>
                  </a:lnTo>
                  <a:lnTo>
                    <a:pt x="156" y="46"/>
                  </a:lnTo>
                  <a:lnTo>
                    <a:pt x="122" y="26"/>
                  </a:lnTo>
                  <a:lnTo>
                    <a:pt x="74" y="20"/>
                  </a:lnTo>
                  <a:lnTo>
                    <a:pt x="48" y="2"/>
                  </a:lnTo>
                  <a:lnTo>
                    <a:pt x="35" y="2"/>
                  </a:lnTo>
                  <a:lnTo>
                    <a:pt x="0" y="60"/>
                  </a:lnTo>
                  <a:lnTo>
                    <a:pt x="5" y="86"/>
                  </a:lnTo>
                  <a:lnTo>
                    <a:pt x="41" y="105"/>
                  </a:lnTo>
                  <a:lnTo>
                    <a:pt x="37" y="159"/>
                  </a:lnTo>
                  <a:lnTo>
                    <a:pt x="12" y="17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4" name="Freeform 279">
              <a:extLst>
                <a:ext uri="{FF2B5EF4-FFF2-40B4-BE49-F238E27FC236}">
                  <a16:creationId xmlns:a16="http://schemas.microsoft.com/office/drawing/2014/main" id="{57E240DE-E312-47D5-BF27-FC9DBD25C366}"/>
                </a:ext>
              </a:extLst>
            </p:cNvPr>
            <p:cNvSpPr>
              <a:spLocks/>
            </p:cNvSpPr>
            <p:nvPr/>
          </p:nvSpPr>
          <p:spPr bwMode="auto">
            <a:xfrm>
              <a:off x="8414544" y="3380581"/>
              <a:ext cx="198438" cy="255588"/>
            </a:xfrm>
            <a:custGeom>
              <a:avLst/>
              <a:gdLst>
                <a:gd name="T0" fmla="*/ 76 w 375"/>
                <a:gd name="T1" fmla="*/ 0 h 482"/>
                <a:gd name="T2" fmla="*/ 34 w 375"/>
                <a:gd name="T3" fmla="*/ 21 h 482"/>
                <a:gd name="T4" fmla="*/ 0 w 375"/>
                <a:gd name="T5" fmla="*/ 122 h 482"/>
                <a:gd name="T6" fmla="*/ 58 w 375"/>
                <a:gd name="T7" fmla="*/ 195 h 482"/>
                <a:gd name="T8" fmla="*/ 48 w 375"/>
                <a:gd name="T9" fmla="*/ 276 h 482"/>
                <a:gd name="T10" fmla="*/ 58 w 375"/>
                <a:gd name="T11" fmla="*/ 279 h 482"/>
                <a:gd name="T12" fmla="*/ 153 w 375"/>
                <a:gd name="T13" fmla="*/ 234 h 482"/>
                <a:gd name="T14" fmla="*/ 282 w 375"/>
                <a:gd name="T15" fmla="*/ 377 h 482"/>
                <a:gd name="T16" fmla="*/ 279 w 375"/>
                <a:gd name="T17" fmla="*/ 467 h 482"/>
                <a:gd name="T18" fmla="*/ 306 w 375"/>
                <a:gd name="T19" fmla="*/ 482 h 482"/>
                <a:gd name="T20" fmla="*/ 375 w 375"/>
                <a:gd name="T21" fmla="*/ 426 h 482"/>
                <a:gd name="T22" fmla="*/ 370 w 375"/>
                <a:gd name="T23" fmla="*/ 382 h 482"/>
                <a:gd name="T24" fmla="*/ 170 w 375"/>
                <a:gd name="T25" fmla="*/ 193 h 482"/>
                <a:gd name="T26" fmla="*/ 172 w 375"/>
                <a:gd name="T27" fmla="*/ 163 h 482"/>
                <a:gd name="T28" fmla="*/ 198 w 375"/>
                <a:gd name="T29" fmla="*/ 146 h 482"/>
                <a:gd name="T30" fmla="*/ 181 w 375"/>
                <a:gd name="T31" fmla="*/ 99 h 482"/>
                <a:gd name="T32" fmla="*/ 98 w 375"/>
                <a:gd name="T33" fmla="*/ 84 h 482"/>
                <a:gd name="T34" fmla="*/ 76 w 375"/>
                <a:gd name="T35"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5" h="482">
                  <a:moveTo>
                    <a:pt x="76" y="0"/>
                  </a:moveTo>
                  <a:lnTo>
                    <a:pt x="34" y="21"/>
                  </a:lnTo>
                  <a:lnTo>
                    <a:pt x="0" y="122"/>
                  </a:lnTo>
                  <a:lnTo>
                    <a:pt x="58" y="195"/>
                  </a:lnTo>
                  <a:lnTo>
                    <a:pt x="48" y="276"/>
                  </a:lnTo>
                  <a:lnTo>
                    <a:pt x="58" y="279"/>
                  </a:lnTo>
                  <a:lnTo>
                    <a:pt x="153" y="234"/>
                  </a:lnTo>
                  <a:lnTo>
                    <a:pt x="282" y="377"/>
                  </a:lnTo>
                  <a:lnTo>
                    <a:pt x="279" y="467"/>
                  </a:lnTo>
                  <a:lnTo>
                    <a:pt x="306" y="482"/>
                  </a:lnTo>
                  <a:lnTo>
                    <a:pt x="375" y="426"/>
                  </a:lnTo>
                  <a:lnTo>
                    <a:pt x="370" y="382"/>
                  </a:lnTo>
                  <a:lnTo>
                    <a:pt x="170" y="193"/>
                  </a:lnTo>
                  <a:lnTo>
                    <a:pt x="172" y="163"/>
                  </a:lnTo>
                  <a:lnTo>
                    <a:pt x="198" y="146"/>
                  </a:lnTo>
                  <a:lnTo>
                    <a:pt x="181" y="99"/>
                  </a:lnTo>
                  <a:lnTo>
                    <a:pt x="98" y="84"/>
                  </a:lnTo>
                  <a:lnTo>
                    <a:pt x="76"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5" name="Freeform 280">
              <a:extLst>
                <a:ext uri="{FF2B5EF4-FFF2-40B4-BE49-F238E27FC236}">
                  <a16:creationId xmlns:a16="http://schemas.microsoft.com/office/drawing/2014/main" id="{E7611567-DCFB-467D-9908-84CD69891A35}"/>
                </a:ext>
              </a:extLst>
            </p:cNvPr>
            <p:cNvSpPr>
              <a:spLocks/>
            </p:cNvSpPr>
            <p:nvPr/>
          </p:nvSpPr>
          <p:spPr bwMode="auto">
            <a:xfrm>
              <a:off x="8462169" y="3359943"/>
              <a:ext cx="204788" cy="436563"/>
            </a:xfrm>
            <a:custGeom>
              <a:avLst/>
              <a:gdLst>
                <a:gd name="T0" fmla="*/ 152 w 389"/>
                <a:gd name="T1" fmla="*/ 752 h 827"/>
                <a:gd name="T2" fmla="*/ 173 w 389"/>
                <a:gd name="T3" fmla="*/ 784 h 827"/>
                <a:gd name="T4" fmla="*/ 177 w 389"/>
                <a:gd name="T5" fmla="*/ 821 h 827"/>
                <a:gd name="T6" fmla="*/ 230 w 389"/>
                <a:gd name="T7" fmla="*/ 827 h 827"/>
                <a:gd name="T8" fmla="*/ 296 w 389"/>
                <a:gd name="T9" fmla="*/ 739 h 827"/>
                <a:gd name="T10" fmla="*/ 356 w 389"/>
                <a:gd name="T11" fmla="*/ 722 h 827"/>
                <a:gd name="T12" fmla="*/ 389 w 389"/>
                <a:gd name="T13" fmla="*/ 634 h 827"/>
                <a:gd name="T14" fmla="*/ 374 w 389"/>
                <a:gd name="T15" fmla="*/ 491 h 827"/>
                <a:gd name="T16" fmla="*/ 311 w 389"/>
                <a:gd name="T17" fmla="*/ 404 h 827"/>
                <a:gd name="T18" fmla="*/ 244 w 389"/>
                <a:gd name="T19" fmla="*/ 351 h 827"/>
                <a:gd name="T20" fmla="*/ 160 w 389"/>
                <a:gd name="T21" fmla="*/ 206 h 827"/>
                <a:gd name="T22" fmla="*/ 219 w 389"/>
                <a:gd name="T23" fmla="*/ 103 h 827"/>
                <a:gd name="T24" fmla="*/ 133 w 389"/>
                <a:gd name="T25" fmla="*/ 3 h 827"/>
                <a:gd name="T26" fmla="*/ 63 w 389"/>
                <a:gd name="T27" fmla="*/ 0 h 827"/>
                <a:gd name="T28" fmla="*/ 0 w 389"/>
                <a:gd name="T29" fmla="*/ 34 h 827"/>
                <a:gd name="T30" fmla="*/ 20 w 389"/>
                <a:gd name="T31" fmla="*/ 115 h 827"/>
                <a:gd name="T32" fmla="*/ 103 w 389"/>
                <a:gd name="T33" fmla="*/ 129 h 827"/>
                <a:gd name="T34" fmla="*/ 125 w 389"/>
                <a:gd name="T35" fmla="*/ 192 h 827"/>
                <a:gd name="T36" fmla="*/ 96 w 389"/>
                <a:gd name="T37" fmla="*/ 211 h 827"/>
                <a:gd name="T38" fmla="*/ 98 w 389"/>
                <a:gd name="T39" fmla="*/ 227 h 827"/>
                <a:gd name="T40" fmla="*/ 294 w 389"/>
                <a:gd name="T41" fmla="*/ 419 h 827"/>
                <a:gd name="T42" fmla="*/ 302 w 389"/>
                <a:gd name="T43" fmla="*/ 475 h 827"/>
                <a:gd name="T44" fmla="*/ 290 w 389"/>
                <a:gd name="T45" fmla="*/ 653 h 827"/>
                <a:gd name="T46" fmla="*/ 152 w 389"/>
                <a:gd name="T47" fmla="*/ 752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9" h="827">
                  <a:moveTo>
                    <a:pt x="152" y="752"/>
                  </a:moveTo>
                  <a:lnTo>
                    <a:pt x="173" y="784"/>
                  </a:lnTo>
                  <a:lnTo>
                    <a:pt x="177" y="821"/>
                  </a:lnTo>
                  <a:lnTo>
                    <a:pt x="230" y="827"/>
                  </a:lnTo>
                  <a:lnTo>
                    <a:pt x="296" y="739"/>
                  </a:lnTo>
                  <a:lnTo>
                    <a:pt x="356" y="722"/>
                  </a:lnTo>
                  <a:lnTo>
                    <a:pt x="389" y="634"/>
                  </a:lnTo>
                  <a:lnTo>
                    <a:pt x="374" y="491"/>
                  </a:lnTo>
                  <a:lnTo>
                    <a:pt x="311" y="404"/>
                  </a:lnTo>
                  <a:lnTo>
                    <a:pt x="244" y="351"/>
                  </a:lnTo>
                  <a:lnTo>
                    <a:pt x="160" y="206"/>
                  </a:lnTo>
                  <a:lnTo>
                    <a:pt x="219" y="103"/>
                  </a:lnTo>
                  <a:lnTo>
                    <a:pt x="133" y="3"/>
                  </a:lnTo>
                  <a:lnTo>
                    <a:pt x="63" y="0"/>
                  </a:lnTo>
                  <a:lnTo>
                    <a:pt x="0" y="34"/>
                  </a:lnTo>
                  <a:lnTo>
                    <a:pt x="20" y="115"/>
                  </a:lnTo>
                  <a:lnTo>
                    <a:pt x="103" y="129"/>
                  </a:lnTo>
                  <a:lnTo>
                    <a:pt x="125" y="192"/>
                  </a:lnTo>
                  <a:lnTo>
                    <a:pt x="96" y="211"/>
                  </a:lnTo>
                  <a:lnTo>
                    <a:pt x="98" y="227"/>
                  </a:lnTo>
                  <a:lnTo>
                    <a:pt x="294" y="419"/>
                  </a:lnTo>
                  <a:lnTo>
                    <a:pt x="302" y="475"/>
                  </a:lnTo>
                  <a:lnTo>
                    <a:pt x="290" y="653"/>
                  </a:lnTo>
                  <a:lnTo>
                    <a:pt x="152" y="75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6" name="Freeform 281">
              <a:extLst>
                <a:ext uri="{FF2B5EF4-FFF2-40B4-BE49-F238E27FC236}">
                  <a16:creationId xmlns:a16="http://schemas.microsoft.com/office/drawing/2014/main" id="{C8B0E2AE-DC36-42DA-A31F-E29EAD28418A}"/>
                </a:ext>
              </a:extLst>
            </p:cNvPr>
            <p:cNvSpPr>
              <a:spLocks/>
            </p:cNvSpPr>
            <p:nvPr/>
          </p:nvSpPr>
          <p:spPr bwMode="auto">
            <a:xfrm>
              <a:off x="6823869" y="2834481"/>
              <a:ext cx="138113" cy="69850"/>
            </a:xfrm>
            <a:custGeom>
              <a:avLst/>
              <a:gdLst>
                <a:gd name="T0" fmla="*/ 0 w 261"/>
                <a:gd name="T1" fmla="*/ 25 h 131"/>
                <a:gd name="T2" fmla="*/ 56 w 261"/>
                <a:gd name="T3" fmla="*/ 98 h 131"/>
                <a:gd name="T4" fmla="*/ 126 w 261"/>
                <a:gd name="T5" fmla="*/ 131 h 131"/>
                <a:gd name="T6" fmla="*/ 168 w 261"/>
                <a:gd name="T7" fmla="*/ 131 h 131"/>
                <a:gd name="T8" fmla="*/ 242 w 261"/>
                <a:gd name="T9" fmla="*/ 110 h 131"/>
                <a:gd name="T10" fmla="*/ 261 w 261"/>
                <a:gd name="T11" fmla="*/ 82 h 131"/>
                <a:gd name="T12" fmla="*/ 42 w 261"/>
                <a:gd name="T13" fmla="*/ 0 h 131"/>
                <a:gd name="T14" fmla="*/ 0 w 261"/>
                <a:gd name="T15" fmla="*/ 25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1" h="131">
                  <a:moveTo>
                    <a:pt x="0" y="25"/>
                  </a:moveTo>
                  <a:lnTo>
                    <a:pt x="56" y="98"/>
                  </a:lnTo>
                  <a:lnTo>
                    <a:pt x="126" y="131"/>
                  </a:lnTo>
                  <a:lnTo>
                    <a:pt x="168" y="131"/>
                  </a:lnTo>
                  <a:lnTo>
                    <a:pt x="242" y="110"/>
                  </a:lnTo>
                  <a:lnTo>
                    <a:pt x="261" y="82"/>
                  </a:lnTo>
                  <a:lnTo>
                    <a:pt x="42" y="0"/>
                  </a:lnTo>
                  <a:lnTo>
                    <a:pt x="0" y="2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7" name="Freeform 282">
              <a:extLst>
                <a:ext uri="{FF2B5EF4-FFF2-40B4-BE49-F238E27FC236}">
                  <a16:creationId xmlns:a16="http://schemas.microsoft.com/office/drawing/2014/main" id="{984B9A24-0206-4927-9513-A0795BD5614F}"/>
                </a:ext>
              </a:extLst>
            </p:cNvPr>
            <p:cNvSpPr>
              <a:spLocks/>
            </p:cNvSpPr>
            <p:nvPr/>
          </p:nvSpPr>
          <p:spPr bwMode="auto">
            <a:xfrm>
              <a:off x="6914357" y="2901156"/>
              <a:ext cx="82550" cy="71438"/>
            </a:xfrm>
            <a:custGeom>
              <a:avLst/>
              <a:gdLst>
                <a:gd name="T0" fmla="*/ 72 w 155"/>
                <a:gd name="T1" fmla="*/ 0 h 135"/>
                <a:gd name="T2" fmla="*/ 155 w 155"/>
                <a:gd name="T3" fmla="*/ 107 h 135"/>
                <a:gd name="T4" fmla="*/ 130 w 155"/>
                <a:gd name="T5" fmla="*/ 135 h 135"/>
                <a:gd name="T6" fmla="*/ 72 w 155"/>
                <a:gd name="T7" fmla="*/ 124 h 135"/>
                <a:gd name="T8" fmla="*/ 0 w 155"/>
                <a:gd name="T9" fmla="*/ 60 h 135"/>
                <a:gd name="T10" fmla="*/ 4 w 155"/>
                <a:gd name="T11" fmla="*/ 18 h 135"/>
                <a:gd name="T12" fmla="*/ 72 w 155"/>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155" h="135">
                  <a:moveTo>
                    <a:pt x="72" y="0"/>
                  </a:moveTo>
                  <a:lnTo>
                    <a:pt x="155" y="107"/>
                  </a:lnTo>
                  <a:lnTo>
                    <a:pt x="130" y="135"/>
                  </a:lnTo>
                  <a:lnTo>
                    <a:pt x="72" y="124"/>
                  </a:lnTo>
                  <a:lnTo>
                    <a:pt x="0" y="60"/>
                  </a:lnTo>
                  <a:lnTo>
                    <a:pt x="4" y="18"/>
                  </a:lnTo>
                  <a:lnTo>
                    <a:pt x="7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8" name="Freeform 283">
              <a:extLst>
                <a:ext uri="{FF2B5EF4-FFF2-40B4-BE49-F238E27FC236}">
                  <a16:creationId xmlns:a16="http://schemas.microsoft.com/office/drawing/2014/main" id="{66E23594-0EFB-4E0F-A808-C59F25E43A90}"/>
                </a:ext>
              </a:extLst>
            </p:cNvPr>
            <p:cNvSpPr>
              <a:spLocks/>
            </p:cNvSpPr>
            <p:nvPr/>
          </p:nvSpPr>
          <p:spPr bwMode="auto">
            <a:xfrm>
              <a:off x="6958807" y="2880518"/>
              <a:ext cx="120650" cy="92075"/>
            </a:xfrm>
            <a:custGeom>
              <a:avLst/>
              <a:gdLst>
                <a:gd name="T0" fmla="*/ 18 w 226"/>
                <a:gd name="T1" fmla="*/ 0 h 175"/>
                <a:gd name="T2" fmla="*/ 0 w 226"/>
                <a:gd name="T3" fmla="*/ 29 h 175"/>
                <a:gd name="T4" fmla="*/ 81 w 226"/>
                <a:gd name="T5" fmla="*/ 136 h 175"/>
                <a:gd name="T6" fmla="*/ 109 w 226"/>
                <a:gd name="T7" fmla="*/ 127 h 175"/>
                <a:gd name="T8" fmla="*/ 155 w 226"/>
                <a:gd name="T9" fmla="*/ 175 h 175"/>
                <a:gd name="T10" fmla="*/ 175 w 226"/>
                <a:gd name="T11" fmla="*/ 90 h 175"/>
                <a:gd name="T12" fmla="*/ 226 w 226"/>
                <a:gd name="T13" fmla="*/ 98 h 175"/>
                <a:gd name="T14" fmla="*/ 224 w 226"/>
                <a:gd name="T15" fmla="*/ 74 h 175"/>
                <a:gd name="T16" fmla="*/ 141 w 226"/>
                <a:gd name="T17" fmla="*/ 2 h 175"/>
                <a:gd name="T18" fmla="*/ 125 w 226"/>
                <a:gd name="T19" fmla="*/ 44 h 175"/>
                <a:gd name="T20" fmla="*/ 18 w 226"/>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6" h="175">
                  <a:moveTo>
                    <a:pt x="18" y="0"/>
                  </a:moveTo>
                  <a:lnTo>
                    <a:pt x="0" y="29"/>
                  </a:lnTo>
                  <a:lnTo>
                    <a:pt x="81" y="136"/>
                  </a:lnTo>
                  <a:lnTo>
                    <a:pt x="109" y="127"/>
                  </a:lnTo>
                  <a:lnTo>
                    <a:pt x="155" y="175"/>
                  </a:lnTo>
                  <a:lnTo>
                    <a:pt x="175" y="90"/>
                  </a:lnTo>
                  <a:lnTo>
                    <a:pt x="226" y="98"/>
                  </a:lnTo>
                  <a:lnTo>
                    <a:pt x="224" y="74"/>
                  </a:lnTo>
                  <a:lnTo>
                    <a:pt x="141" y="2"/>
                  </a:lnTo>
                  <a:lnTo>
                    <a:pt x="125" y="44"/>
                  </a:lnTo>
                  <a:lnTo>
                    <a:pt x="1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19" name="Freeform 284">
              <a:extLst>
                <a:ext uri="{FF2B5EF4-FFF2-40B4-BE49-F238E27FC236}">
                  <a16:creationId xmlns:a16="http://schemas.microsoft.com/office/drawing/2014/main" id="{5FF0E550-EEDA-4259-8AE0-99CBB8516E54}"/>
                </a:ext>
              </a:extLst>
            </p:cNvPr>
            <p:cNvSpPr>
              <a:spLocks/>
            </p:cNvSpPr>
            <p:nvPr/>
          </p:nvSpPr>
          <p:spPr bwMode="auto">
            <a:xfrm>
              <a:off x="6941344" y="2955131"/>
              <a:ext cx="512763" cy="403225"/>
            </a:xfrm>
            <a:custGeom>
              <a:avLst/>
              <a:gdLst>
                <a:gd name="T0" fmla="*/ 21 w 968"/>
                <a:gd name="T1" fmla="*/ 34 h 760"/>
                <a:gd name="T2" fmla="*/ 0 w 968"/>
                <a:gd name="T3" fmla="*/ 55 h 760"/>
                <a:gd name="T4" fmla="*/ 3 w 968"/>
                <a:gd name="T5" fmla="*/ 89 h 760"/>
                <a:gd name="T6" fmla="*/ 28 w 968"/>
                <a:gd name="T7" fmla="*/ 126 h 760"/>
                <a:gd name="T8" fmla="*/ 121 w 968"/>
                <a:gd name="T9" fmla="*/ 227 h 760"/>
                <a:gd name="T10" fmla="*/ 107 w 968"/>
                <a:gd name="T11" fmla="*/ 268 h 760"/>
                <a:gd name="T12" fmla="*/ 90 w 968"/>
                <a:gd name="T13" fmla="*/ 268 h 760"/>
                <a:gd name="T14" fmla="*/ 82 w 968"/>
                <a:gd name="T15" fmla="*/ 308 h 760"/>
                <a:gd name="T16" fmla="*/ 135 w 968"/>
                <a:gd name="T17" fmla="*/ 375 h 760"/>
                <a:gd name="T18" fmla="*/ 183 w 968"/>
                <a:gd name="T19" fmla="*/ 379 h 760"/>
                <a:gd name="T20" fmla="*/ 279 w 968"/>
                <a:gd name="T21" fmla="*/ 513 h 760"/>
                <a:gd name="T22" fmla="*/ 334 w 968"/>
                <a:gd name="T23" fmla="*/ 517 h 760"/>
                <a:gd name="T24" fmla="*/ 375 w 968"/>
                <a:gd name="T25" fmla="*/ 547 h 760"/>
                <a:gd name="T26" fmla="*/ 378 w 968"/>
                <a:gd name="T27" fmla="*/ 607 h 760"/>
                <a:gd name="T28" fmla="*/ 544 w 968"/>
                <a:gd name="T29" fmla="*/ 705 h 760"/>
                <a:gd name="T30" fmla="*/ 607 w 968"/>
                <a:gd name="T31" fmla="*/ 705 h 760"/>
                <a:gd name="T32" fmla="*/ 644 w 968"/>
                <a:gd name="T33" fmla="*/ 672 h 760"/>
                <a:gd name="T34" fmla="*/ 693 w 968"/>
                <a:gd name="T35" fmla="*/ 670 h 760"/>
                <a:gd name="T36" fmla="*/ 721 w 968"/>
                <a:gd name="T37" fmla="*/ 735 h 760"/>
                <a:gd name="T38" fmla="*/ 901 w 968"/>
                <a:gd name="T39" fmla="*/ 760 h 760"/>
                <a:gd name="T40" fmla="*/ 906 w 968"/>
                <a:gd name="T41" fmla="*/ 693 h 760"/>
                <a:gd name="T42" fmla="*/ 966 w 968"/>
                <a:gd name="T43" fmla="*/ 672 h 760"/>
                <a:gd name="T44" fmla="*/ 968 w 968"/>
                <a:gd name="T45" fmla="*/ 649 h 760"/>
                <a:gd name="T46" fmla="*/ 922 w 968"/>
                <a:gd name="T47" fmla="*/ 584 h 760"/>
                <a:gd name="T48" fmla="*/ 815 w 968"/>
                <a:gd name="T49" fmla="*/ 499 h 760"/>
                <a:gd name="T50" fmla="*/ 871 w 968"/>
                <a:gd name="T51" fmla="*/ 449 h 760"/>
                <a:gd name="T52" fmla="*/ 867 w 968"/>
                <a:gd name="T53" fmla="*/ 426 h 760"/>
                <a:gd name="T54" fmla="*/ 798 w 968"/>
                <a:gd name="T55" fmla="*/ 415 h 760"/>
                <a:gd name="T56" fmla="*/ 768 w 968"/>
                <a:gd name="T57" fmla="*/ 181 h 760"/>
                <a:gd name="T58" fmla="*/ 764 w 968"/>
                <a:gd name="T59" fmla="*/ 127 h 760"/>
                <a:gd name="T60" fmla="*/ 576 w 968"/>
                <a:gd name="T61" fmla="*/ 55 h 760"/>
                <a:gd name="T62" fmla="*/ 492 w 968"/>
                <a:gd name="T63" fmla="*/ 73 h 760"/>
                <a:gd name="T64" fmla="*/ 446 w 968"/>
                <a:gd name="T65" fmla="*/ 131 h 760"/>
                <a:gd name="T66" fmla="*/ 404 w 968"/>
                <a:gd name="T67" fmla="*/ 128 h 760"/>
                <a:gd name="T68" fmla="*/ 393 w 968"/>
                <a:gd name="T69" fmla="*/ 138 h 760"/>
                <a:gd name="T70" fmla="*/ 300 w 968"/>
                <a:gd name="T71" fmla="*/ 132 h 760"/>
                <a:gd name="T72" fmla="*/ 184 w 968"/>
                <a:gd name="T73" fmla="*/ 47 h 760"/>
                <a:gd name="T74" fmla="*/ 140 w 968"/>
                <a:gd name="T75" fmla="*/ 0 h 760"/>
                <a:gd name="T76" fmla="*/ 121 w 968"/>
                <a:gd name="T77" fmla="*/ 4 h 760"/>
                <a:gd name="T78" fmla="*/ 84 w 968"/>
                <a:gd name="T79" fmla="*/ 46 h 760"/>
                <a:gd name="T80" fmla="*/ 21 w 968"/>
                <a:gd name="T81" fmla="*/ 34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8" h="760">
                  <a:moveTo>
                    <a:pt x="21" y="34"/>
                  </a:moveTo>
                  <a:lnTo>
                    <a:pt x="0" y="55"/>
                  </a:lnTo>
                  <a:lnTo>
                    <a:pt x="3" y="89"/>
                  </a:lnTo>
                  <a:lnTo>
                    <a:pt x="28" y="126"/>
                  </a:lnTo>
                  <a:lnTo>
                    <a:pt x="121" y="227"/>
                  </a:lnTo>
                  <a:lnTo>
                    <a:pt x="107" y="268"/>
                  </a:lnTo>
                  <a:lnTo>
                    <a:pt x="90" y="268"/>
                  </a:lnTo>
                  <a:lnTo>
                    <a:pt x="82" y="308"/>
                  </a:lnTo>
                  <a:lnTo>
                    <a:pt x="135" y="375"/>
                  </a:lnTo>
                  <a:lnTo>
                    <a:pt x="183" y="379"/>
                  </a:lnTo>
                  <a:lnTo>
                    <a:pt x="279" y="513"/>
                  </a:lnTo>
                  <a:lnTo>
                    <a:pt x="334" y="517"/>
                  </a:lnTo>
                  <a:lnTo>
                    <a:pt x="375" y="547"/>
                  </a:lnTo>
                  <a:lnTo>
                    <a:pt x="378" y="607"/>
                  </a:lnTo>
                  <a:lnTo>
                    <a:pt x="544" y="705"/>
                  </a:lnTo>
                  <a:lnTo>
                    <a:pt x="607" y="705"/>
                  </a:lnTo>
                  <a:lnTo>
                    <a:pt x="644" y="672"/>
                  </a:lnTo>
                  <a:lnTo>
                    <a:pt x="693" y="670"/>
                  </a:lnTo>
                  <a:lnTo>
                    <a:pt x="721" y="735"/>
                  </a:lnTo>
                  <a:lnTo>
                    <a:pt x="901" y="760"/>
                  </a:lnTo>
                  <a:lnTo>
                    <a:pt x="906" y="693"/>
                  </a:lnTo>
                  <a:lnTo>
                    <a:pt x="966" y="672"/>
                  </a:lnTo>
                  <a:lnTo>
                    <a:pt x="968" y="649"/>
                  </a:lnTo>
                  <a:lnTo>
                    <a:pt x="922" y="584"/>
                  </a:lnTo>
                  <a:lnTo>
                    <a:pt x="815" y="499"/>
                  </a:lnTo>
                  <a:lnTo>
                    <a:pt x="871" y="449"/>
                  </a:lnTo>
                  <a:lnTo>
                    <a:pt x="867" y="426"/>
                  </a:lnTo>
                  <a:lnTo>
                    <a:pt x="798" y="415"/>
                  </a:lnTo>
                  <a:lnTo>
                    <a:pt x="768" y="181"/>
                  </a:lnTo>
                  <a:lnTo>
                    <a:pt x="764" y="127"/>
                  </a:lnTo>
                  <a:lnTo>
                    <a:pt x="576" y="55"/>
                  </a:lnTo>
                  <a:lnTo>
                    <a:pt x="492" y="73"/>
                  </a:lnTo>
                  <a:lnTo>
                    <a:pt x="446" y="131"/>
                  </a:lnTo>
                  <a:lnTo>
                    <a:pt x="404" y="128"/>
                  </a:lnTo>
                  <a:lnTo>
                    <a:pt x="393" y="138"/>
                  </a:lnTo>
                  <a:lnTo>
                    <a:pt x="300" y="132"/>
                  </a:lnTo>
                  <a:lnTo>
                    <a:pt x="184" y="47"/>
                  </a:lnTo>
                  <a:lnTo>
                    <a:pt x="140" y="0"/>
                  </a:lnTo>
                  <a:lnTo>
                    <a:pt x="121" y="4"/>
                  </a:lnTo>
                  <a:lnTo>
                    <a:pt x="84" y="46"/>
                  </a:lnTo>
                  <a:lnTo>
                    <a:pt x="21" y="3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0" name="Freeform 285">
              <a:extLst>
                <a:ext uri="{FF2B5EF4-FFF2-40B4-BE49-F238E27FC236}">
                  <a16:creationId xmlns:a16="http://schemas.microsoft.com/office/drawing/2014/main" id="{7A3A7F74-FEC1-47F2-B500-D496CF946DE1}"/>
                </a:ext>
              </a:extLst>
            </p:cNvPr>
            <p:cNvSpPr>
              <a:spLocks/>
            </p:cNvSpPr>
            <p:nvPr/>
          </p:nvSpPr>
          <p:spPr bwMode="auto">
            <a:xfrm>
              <a:off x="6495257" y="2885281"/>
              <a:ext cx="454025" cy="193675"/>
            </a:xfrm>
            <a:custGeom>
              <a:avLst/>
              <a:gdLst>
                <a:gd name="T0" fmla="*/ 676 w 858"/>
                <a:gd name="T1" fmla="*/ 16 h 367"/>
                <a:gd name="T2" fmla="*/ 638 w 858"/>
                <a:gd name="T3" fmla="*/ 57 h 367"/>
                <a:gd name="T4" fmla="*/ 497 w 858"/>
                <a:gd name="T5" fmla="*/ 53 h 367"/>
                <a:gd name="T6" fmla="*/ 413 w 858"/>
                <a:gd name="T7" fmla="*/ 2 h 367"/>
                <a:gd name="T8" fmla="*/ 330 w 858"/>
                <a:gd name="T9" fmla="*/ 0 h 367"/>
                <a:gd name="T10" fmla="*/ 236 w 858"/>
                <a:gd name="T11" fmla="*/ 67 h 367"/>
                <a:gd name="T12" fmla="*/ 148 w 858"/>
                <a:gd name="T13" fmla="*/ 71 h 367"/>
                <a:gd name="T14" fmla="*/ 140 w 858"/>
                <a:gd name="T15" fmla="*/ 122 h 367"/>
                <a:gd name="T16" fmla="*/ 39 w 858"/>
                <a:gd name="T17" fmla="*/ 122 h 367"/>
                <a:gd name="T18" fmla="*/ 0 w 858"/>
                <a:gd name="T19" fmla="*/ 158 h 367"/>
                <a:gd name="T20" fmla="*/ 0 w 858"/>
                <a:gd name="T21" fmla="*/ 179 h 367"/>
                <a:gd name="T22" fmla="*/ 24 w 858"/>
                <a:gd name="T23" fmla="*/ 199 h 367"/>
                <a:gd name="T24" fmla="*/ 24 w 858"/>
                <a:gd name="T25" fmla="*/ 220 h 367"/>
                <a:gd name="T26" fmla="*/ 14 w 858"/>
                <a:gd name="T27" fmla="*/ 247 h 367"/>
                <a:gd name="T28" fmla="*/ 24 w 858"/>
                <a:gd name="T29" fmla="*/ 269 h 367"/>
                <a:gd name="T30" fmla="*/ 56 w 858"/>
                <a:gd name="T31" fmla="*/ 254 h 367"/>
                <a:gd name="T32" fmla="*/ 88 w 858"/>
                <a:gd name="T33" fmla="*/ 287 h 367"/>
                <a:gd name="T34" fmla="*/ 80 w 858"/>
                <a:gd name="T35" fmla="*/ 312 h 367"/>
                <a:gd name="T36" fmla="*/ 68 w 858"/>
                <a:gd name="T37" fmla="*/ 328 h 367"/>
                <a:gd name="T38" fmla="*/ 86 w 858"/>
                <a:gd name="T39" fmla="*/ 348 h 367"/>
                <a:gd name="T40" fmla="*/ 174 w 858"/>
                <a:gd name="T41" fmla="*/ 367 h 367"/>
                <a:gd name="T42" fmla="*/ 237 w 858"/>
                <a:gd name="T43" fmla="*/ 340 h 367"/>
                <a:gd name="T44" fmla="*/ 237 w 858"/>
                <a:gd name="T45" fmla="*/ 302 h 367"/>
                <a:gd name="T46" fmla="*/ 266 w 858"/>
                <a:gd name="T47" fmla="*/ 308 h 367"/>
                <a:gd name="T48" fmla="*/ 339 w 858"/>
                <a:gd name="T49" fmla="*/ 350 h 367"/>
                <a:gd name="T50" fmla="*/ 418 w 858"/>
                <a:gd name="T51" fmla="*/ 338 h 367"/>
                <a:gd name="T52" fmla="*/ 451 w 858"/>
                <a:gd name="T53" fmla="*/ 306 h 367"/>
                <a:gd name="T54" fmla="*/ 474 w 858"/>
                <a:gd name="T55" fmla="*/ 314 h 367"/>
                <a:gd name="T56" fmla="*/ 474 w 858"/>
                <a:gd name="T57" fmla="*/ 350 h 367"/>
                <a:gd name="T58" fmla="*/ 504 w 858"/>
                <a:gd name="T59" fmla="*/ 350 h 367"/>
                <a:gd name="T60" fmla="*/ 529 w 858"/>
                <a:gd name="T61" fmla="*/ 300 h 367"/>
                <a:gd name="T62" fmla="*/ 759 w 858"/>
                <a:gd name="T63" fmla="*/ 275 h 367"/>
                <a:gd name="T64" fmla="*/ 858 w 858"/>
                <a:gd name="T65" fmla="*/ 263 h 367"/>
                <a:gd name="T66" fmla="*/ 832 w 858"/>
                <a:gd name="T67" fmla="*/ 228 h 367"/>
                <a:gd name="T68" fmla="*/ 832 w 858"/>
                <a:gd name="T69" fmla="*/ 182 h 367"/>
                <a:gd name="T70" fmla="*/ 851 w 858"/>
                <a:gd name="T71" fmla="*/ 158 h 367"/>
                <a:gd name="T72" fmla="*/ 778 w 858"/>
                <a:gd name="T73" fmla="*/ 100 h 367"/>
                <a:gd name="T74" fmla="*/ 782 w 858"/>
                <a:gd name="T75" fmla="*/ 49 h 367"/>
                <a:gd name="T76" fmla="*/ 743 w 858"/>
                <a:gd name="T77" fmla="*/ 49 h 367"/>
                <a:gd name="T78" fmla="*/ 676 w 858"/>
                <a:gd name="T79" fmla="*/ 1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58" h="367">
                  <a:moveTo>
                    <a:pt x="676" y="16"/>
                  </a:moveTo>
                  <a:lnTo>
                    <a:pt x="638" y="57"/>
                  </a:lnTo>
                  <a:lnTo>
                    <a:pt x="497" y="53"/>
                  </a:lnTo>
                  <a:lnTo>
                    <a:pt x="413" y="2"/>
                  </a:lnTo>
                  <a:lnTo>
                    <a:pt x="330" y="0"/>
                  </a:lnTo>
                  <a:lnTo>
                    <a:pt x="236" y="67"/>
                  </a:lnTo>
                  <a:lnTo>
                    <a:pt x="148" y="71"/>
                  </a:lnTo>
                  <a:lnTo>
                    <a:pt x="140" y="122"/>
                  </a:lnTo>
                  <a:lnTo>
                    <a:pt x="39" y="122"/>
                  </a:lnTo>
                  <a:lnTo>
                    <a:pt x="0" y="158"/>
                  </a:lnTo>
                  <a:lnTo>
                    <a:pt x="0" y="179"/>
                  </a:lnTo>
                  <a:lnTo>
                    <a:pt x="24" y="199"/>
                  </a:lnTo>
                  <a:lnTo>
                    <a:pt x="24" y="220"/>
                  </a:lnTo>
                  <a:lnTo>
                    <a:pt x="14" y="247"/>
                  </a:lnTo>
                  <a:lnTo>
                    <a:pt x="24" y="269"/>
                  </a:lnTo>
                  <a:lnTo>
                    <a:pt x="56" y="254"/>
                  </a:lnTo>
                  <a:lnTo>
                    <a:pt x="88" y="287"/>
                  </a:lnTo>
                  <a:lnTo>
                    <a:pt x="80" y="312"/>
                  </a:lnTo>
                  <a:lnTo>
                    <a:pt x="68" y="328"/>
                  </a:lnTo>
                  <a:lnTo>
                    <a:pt x="86" y="348"/>
                  </a:lnTo>
                  <a:lnTo>
                    <a:pt x="174" y="367"/>
                  </a:lnTo>
                  <a:lnTo>
                    <a:pt x="237" y="340"/>
                  </a:lnTo>
                  <a:lnTo>
                    <a:pt x="237" y="302"/>
                  </a:lnTo>
                  <a:lnTo>
                    <a:pt x="266" y="308"/>
                  </a:lnTo>
                  <a:lnTo>
                    <a:pt x="339" y="350"/>
                  </a:lnTo>
                  <a:lnTo>
                    <a:pt x="418" y="338"/>
                  </a:lnTo>
                  <a:lnTo>
                    <a:pt x="451" y="306"/>
                  </a:lnTo>
                  <a:lnTo>
                    <a:pt x="474" y="314"/>
                  </a:lnTo>
                  <a:lnTo>
                    <a:pt x="474" y="350"/>
                  </a:lnTo>
                  <a:lnTo>
                    <a:pt x="504" y="350"/>
                  </a:lnTo>
                  <a:lnTo>
                    <a:pt x="529" y="300"/>
                  </a:lnTo>
                  <a:lnTo>
                    <a:pt x="759" y="275"/>
                  </a:lnTo>
                  <a:lnTo>
                    <a:pt x="858" y="263"/>
                  </a:lnTo>
                  <a:lnTo>
                    <a:pt x="832" y="228"/>
                  </a:lnTo>
                  <a:lnTo>
                    <a:pt x="832" y="182"/>
                  </a:lnTo>
                  <a:lnTo>
                    <a:pt x="851" y="158"/>
                  </a:lnTo>
                  <a:lnTo>
                    <a:pt x="778" y="100"/>
                  </a:lnTo>
                  <a:lnTo>
                    <a:pt x="782" y="49"/>
                  </a:lnTo>
                  <a:lnTo>
                    <a:pt x="743" y="49"/>
                  </a:lnTo>
                  <a:lnTo>
                    <a:pt x="676" y="1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1" name="Freeform 286">
              <a:extLst>
                <a:ext uri="{FF2B5EF4-FFF2-40B4-BE49-F238E27FC236}">
                  <a16:creationId xmlns:a16="http://schemas.microsoft.com/office/drawing/2014/main" id="{62BB0537-7570-4C9E-9787-91C64D1D0D82}"/>
                </a:ext>
              </a:extLst>
            </p:cNvPr>
            <p:cNvSpPr>
              <a:spLocks/>
            </p:cNvSpPr>
            <p:nvPr/>
          </p:nvSpPr>
          <p:spPr bwMode="auto">
            <a:xfrm>
              <a:off x="6974682" y="3545681"/>
              <a:ext cx="266700" cy="179388"/>
            </a:xfrm>
            <a:custGeom>
              <a:avLst/>
              <a:gdLst>
                <a:gd name="T0" fmla="*/ 0 w 504"/>
                <a:gd name="T1" fmla="*/ 139 h 337"/>
                <a:gd name="T2" fmla="*/ 24 w 504"/>
                <a:gd name="T3" fmla="*/ 212 h 337"/>
                <a:gd name="T4" fmla="*/ 24 w 504"/>
                <a:gd name="T5" fmla="*/ 283 h 337"/>
                <a:gd name="T6" fmla="*/ 83 w 504"/>
                <a:gd name="T7" fmla="*/ 337 h 337"/>
                <a:gd name="T8" fmla="*/ 501 w 504"/>
                <a:gd name="T9" fmla="*/ 167 h 337"/>
                <a:gd name="T10" fmla="*/ 504 w 504"/>
                <a:gd name="T11" fmla="*/ 121 h 337"/>
                <a:gd name="T12" fmla="*/ 438 w 504"/>
                <a:gd name="T13" fmla="*/ 0 h 337"/>
                <a:gd name="T14" fmla="*/ 270 w 504"/>
                <a:gd name="T15" fmla="*/ 54 h 337"/>
                <a:gd name="T16" fmla="*/ 173 w 504"/>
                <a:gd name="T17" fmla="*/ 149 h 337"/>
                <a:gd name="T18" fmla="*/ 62 w 504"/>
                <a:gd name="T19" fmla="*/ 82 h 337"/>
                <a:gd name="T20" fmla="*/ 0 w 504"/>
                <a:gd name="T21" fmla="*/ 139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4" h="337">
                  <a:moveTo>
                    <a:pt x="0" y="139"/>
                  </a:moveTo>
                  <a:lnTo>
                    <a:pt x="24" y="212"/>
                  </a:lnTo>
                  <a:lnTo>
                    <a:pt x="24" y="283"/>
                  </a:lnTo>
                  <a:lnTo>
                    <a:pt x="83" y="337"/>
                  </a:lnTo>
                  <a:lnTo>
                    <a:pt x="501" y="167"/>
                  </a:lnTo>
                  <a:lnTo>
                    <a:pt x="504" y="121"/>
                  </a:lnTo>
                  <a:lnTo>
                    <a:pt x="438" y="0"/>
                  </a:lnTo>
                  <a:lnTo>
                    <a:pt x="270" y="54"/>
                  </a:lnTo>
                  <a:lnTo>
                    <a:pt x="173" y="149"/>
                  </a:lnTo>
                  <a:lnTo>
                    <a:pt x="62" y="82"/>
                  </a:lnTo>
                  <a:lnTo>
                    <a:pt x="0" y="13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2" name="Freeform 287">
              <a:extLst>
                <a:ext uri="{FF2B5EF4-FFF2-40B4-BE49-F238E27FC236}">
                  <a16:creationId xmlns:a16="http://schemas.microsoft.com/office/drawing/2014/main" id="{64563CDB-CA62-4613-9EC0-8753AA8AFFAC}"/>
                </a:ext>
              </a:extLst>
            </p:cNvPr>
            <p:cNvSpPr>
              <a:spLocks/>
            </p:cNvSpPr>
            <p:nvPr/>
          </p:nvSpPr>
          <p:spPr bwMode="auto">
            <a:xfrm>
              <a:off x="7212807" y="3371056"/>
              <a:ext cx="177800" cy="234950"/>
            </a:xfrm>
            <a:custGeom>
              <a:avLst/>
              <a:gdLst>
                <a:gd name="T0" fmla="*/ 0 w 336"/>
                <a:gd name="T1" fmla="*/ 325 h 443"/>
                <a:gd name="T2" fmla="*/ 126 w 336"/>
                <a:gd name="T3" fmla="*/ 252 h 443"/>
                <a:gd name="T4" fmla="*/ 149 w 336"/>
                <a:gd name="T5" fmla="*/ 145 h 443"/>
                <a:gd name="T6" fmla="*/ 120 w 336"/>
                <a:gd name="T7" fmla="*/ 129 h 443"/>
                <a:gd name="T8" fmla="*/ 132 w 336"/>
                <a:gd name="T9" fmla="*/ 14 h 443"/>
                <a:gd name="T10" fmla="*/ 156 w 336"/>
                <a:gd name="T11" fmla="*/ 0 h 443"/>
                <a:gd name="T12" fmla="*/ 182 w 336"/>
                <a:gd name="T13" fmla="*/ 40 h 443"/>
                <a:gd name="T14" fmla="*/ 336 w 336"/>
                <a:gd name="T15" fmla="*/ 121 h 443"/>
                <a:gd name="T16" fmla="*/ 336 w 336"/>
                <a:gd name="T17" fmla="*/ 166 h 443"/>
                <a:gd name="T18" fmla="*/ 150 w 336"/>
                <a:gd name="T19" fmla="*/ 440 h 443"/>
                <a:gd name="T20" fmla="*/ 63 w 336"/>
                <a:gd name="T21" fmla="*/ 443 h 443"/>
                <a:gd name="T22" fmla="*/ 0 w 336"/>
                <a:gd name="T23" fmla="*/ 32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6" h="443">
                  <a:moveTo>
                    <a:pt x="0" y="325"/>
                  </a:moveTo>
                  <a:lnTo>
                    <a:pt x="126" y="252"/>
                  </a:lnTo>
                  <a:lnTo>
                    <a:pt x="149" y="145"/>
                  </a:lnTo>
                  <a:lnTo>
                    <a:pt x="120" y="129"/>
                  </a:lnTo>
                  <a:lnTo>
                    <a:pt x="132" y="14"/>
                  </a:lnTo>
                  <a:lnTo>
                    <a:pt x="156" y="0"/>
                  </a:lnTo>
                  <a:lnTo>
                    <a:pt x="182" y="40"/>
                  </a:lnTo>
                  <a:lnTo>
                    <a:pt x="336" y="121"/>
                  </a:lnTo>
                  <a:lnTo>
                    <a:pt x="336" y="166"/>
                  </a:lnTo>
                  <a:lnTo>
                    <a:pt x="150" y="440"/>
                  </a:lnTo>
                  <a:lnTo>
                    <a:pt x="63" y="443"/>
                  </a:lnTo>
                  <a:lnTo>
                    <a:pt x="0" y="32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3" name="Freeform 288">
              <a:extLst>
                <a:ext uri="{FF2B5EF4-FFF2-40B4-BE49-F238E27FC236}">
                  <a16:creationId xmlns:a16="http://schemas.microsoft.com/office/drawing/2014/main" id="{6F44900F-EC22-422B-95DC-F82DE4F9CD30}"/>
                </a:ext>
              </a:extLst>
            </p:cNvPr>
            <p:cNvSpPr>
              <a:spLocks/>
            </p:cNvSpPr>
            <p:nvPr/>
          </p:nvSpPr>
          <p:spPr bwMode="auto">
            <a:xfrm>
              <a:off x="7173119" y="3340893"/>
              <a:ext cx="125413" cy="98425"/>
            </a:xfrm>
            <a:custGeom>
              <a:avLst/>
              <a:gdLst>
                <a:gd name="T0" fmla="*/ 0 w 238"/>
                <a:gd name="T1" fmla="*/ 111 h 185"/>
                <a:gd name="T2" fmla="*/ 16 w 238"/>
                <a:gd name="T3" fmla="*/ 170 h 185"/>
                <a:gd name="T4" fmla="*/ 184 w 238"/>
                <a:gd name="T5" fmla="*/ 185 h 185"/>
                <a:gd name="T6" fmla="*/ 196 w 238"/>
                <a:gd name="T7" fmla="*/ 63 h 185"/>
                <a:gd name="T8" fmla="*/ 229 w 238"/>
                <a:gd name="T9" fmla="*/ 45 h 185"/>
                <a:gd name="T10" fmla="*/ 238 w 238"/>
                <a:gd name="T11" fmla="*/ 0 h 185"/>
                <a:gd name="T12" fmla="*/ 184 w 238"/>
                <a:gd name="T13" fmla="*/ 15 h 185"/>
                <a:gd name="T14" fmla="*/ 125 w 238"/>
                <a:gd name="T15" fmla="*/ 104 h 185"/>
                <a:gd name="T16" fmla="*/ 0 w 238"/>
                <a:gd name="T17" fmla="*/ 11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185">
                  <a:moveTo>
                    <a:pt x="0" y="111"/>
                  </a:moveTo>
                  <a:lnTo>
                    <a:pt x="16" y="170"/>
                  </a:lnTo>
                  <a:lnTo>
                    <a:pt x="184" y="185"/>
                  </a:lnTo>
                  <a:lnTo>
                    <a:pt x="196" y="63"/>
                  </a:lnTo>
                  <a:lnTo>
                    <a:pt x="229" y="45"/>
                  </a:lnTo>
                  <a:lnTo>
                    <a:pt x="238" y="0"/>
                  </a:lnTo>
                  <a:lnTo>
                    <a:pt x="184" y="15"/>
                  </a:lnTo>
                  <a:lnTo>
                    <a:pt x="125" y="104"/>
                  </a:lnTo>
                  <a:lnTo>
                    <a:pt x="0" y="11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4" name="Freeform 289">
              <a:extLst>
                <a:ext uri="{FF2B5EF4-FFF2-40B4-BE49-F238E27FC236}">
                  <a16:creationId xmlns:a16="http://schemas.microsoft.com/office/drawing/2014/main" id="{7CF2FE39-05C1-44FC-82C9-A52E40F7B5F2}"/>
                </a:ext>
              </a:extLst>
            </p:cNvPr>
            <p:cNvSpPr>
              <a:spLocks/>
            </p:cNvSpPr>
            <p:nvPr/>
          </p:nvSpPr>
          <p:spPr bwMode="auto">
            <a:xfrm>
              <a:off x="7155657" y="3337718"/>
              <a:ext cx="31750" cy="53975"/>
            </a:xfrm>
            <a:custGeom>
              <a:avLst/>
              <a:gdLst>
                <a:gd name="T0" fmla="*/ 9 w 59"/>
                <a:gd name="T1" fmla="*/ 15 h 103"/>
                <a:gd name="T2" fmla="*/ 0 w 59"/>
                <a:gd name="T3" fmla="*/ 84 h 103"/>
                <a:gd name="T4" fmla="*/ 26 w 59"/>
                <a:gd name="T5" fmla="*/ 103 h 103"/>
                <a:gd name="T6" fmla="*/ 51 w 59"/>
                <a:gd name="T7" fmla="*/ 101 h 103"/>
                <a:gd name="T8" fmla="*/ 59 w 59"/>
                <a:gd name="T9" fmla="*/ 15 h 103"/>
                <a:gd name="T10" fmla="*/ 39 w 59"/>
                <a:gd name="T11" fmla="*/ 0 h 103"/>
                <a:gd name="T12" fmla="*/ 9 w 59"/>
                <a:gd name="T13" fmla="*/ 15 h 103"/>
              </a:gdLst>
              <a:ahLst/>
              <a:cxnLst>
                <a:cxn ang="0">
                  <a:pos x="T0" y="T1"/>
                </a:cxn>
                <a:cxn ang="0">
                  <a:pos x="T2" y="T3"/>
                </a:cxn>
                <a:cxn ang="0">
                  <a:pos x="T4" y="T5"/>
                </a:cxn>
                <a:cxn ang="0">
                  <a:pos x="T6" y="T7"/>
                </a:cxn>
                <a:cxn ang="0">
                  <a:pos x="T8" y="T9"/>
                </a:cxn>
                <a:cxn ang="0">
                  <a:pos x="T10" y="T11"/>
                </a:cxn>
                <a:cxn ang="0">
                  <a:pos x="T12" y="T13"/>
                </a:cxn>
              </a:cxnLst>
              <a:rect l="0" t="0" r="r" b="b"/>
              <a:pathLst>
                <a:path w="59" h="103">
                  <a:moveTo>
                    <a:pt x="9" y="15"/>
                  </a:moveTo>
                  <a:lnTo>
                    <a:pt x="0" y="84"/>
                  </a:lnTo>
                  <a:lnTo>
                    <a:pt x="26" y="103"/>
                  </a:lnTo>
                  <a:lnTo>
                    <a:pt x="51" y="101"/>
                  </a:lnTo>
                  <a:lnTo>
                    <a:pt x="59" y="15"/>
                  </a:lnTo>
                  <a:lnTo>
                    <a:pt x="39" y="0"/>
                  </a:lnTo>
                  <a:lnTo>
                    <a:pt x="9"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5" name="Freeform 290">
              <a:extLst>
                <a:ext uri="{FF2B5EF4-FFF2-40B4-BE49-F238E27FC236}">
                  <a16:creationId xmlns:a16="http://schemas.microsoft.com/office/drawing/2014/main" id="{3546A0C6-F99E-4860-809D-B0A32E80539E}"/>
                </a:ext>
              </a:extLst>
            </p:cNvPr>
            <p:cNvSpPr>
              <a:spLocks/>
            </p:cNvSpPr>
            <p:nvPr/>
          </p:nvSpPr>
          <p:spPr bwMode="auto">
            <a:xfrm>
              <a:off x="7041357" y="3226593"/>
              <a:ext cx="34925" cy="55563"/>
            </a:xfrm>
            <a:custGeom>
              <a:avLst/>
              <a:gdLst>
                <a:gd name="T0" fmla="*/ 65 w 65"/>
                <a:gd name="T1" fmla="*/ 21 h 104"/>
                <a:gd name="T2" fmla="*/ 26 w 65"/>
                <a:gd name="T3" fmla="*/ 0 h 104"/>
                <a:gd name="T4" fmla="*/ 0 w 65"/>
                <a:gd name="T5" fmla="*/ 27 h 104"/>
                <a:gd name="T6" fmla="*/ 3 w 65"/>
                <a:gd name="T7" fmla="*/ 81 h 104"/>
                <a:gd name="T8" fmla="*/ 65 w 65"/>
                <a:gd name="T9" fmla="*/ 104 h 104"/>
                <a:gd name="T10" fmla="*/ 65 w 65"/>
                <a:gd name="T11" fmla="*/ 21 h 104"/>
              </a:gdLst>
              <a:ahLst/>
              <a:cxnLst>
                <a:cxn ang="0">
                  <a:pos x="T0" y="T1"/>
                </a:cxn>
                <a:cxn ang="0">
                  <a:pos x="T2" y="T3"/>
                </a:cxn>
                <a:cxn ang="0">
                  <a:pos x="T4" y="T5"/>
                </a:cxn>
                <a:cxn ang="0">
                  <a:pos x="T6" y="T7"/>
                </a:cxn>
                <a:cxn ang="0">
                  <a:pos x="T8" y="T9"/>
                </a:cxn>
                <a:cxn ang="0">
                  <a:pos x="T10" y="T11"/>
                </a:cxn>
              </a:cxnLst>
              <a:rect l="0" t="0" r="r" b="b"/>
              <a:pathLst>
                <a:path w="65" h="104">
                  <a:moveTo>
                    <a:pt x="65" y="21"/>
                  </a:moveTo>
                  <a:lnTo>
                    <a:pt x="26" y="0"/>
                  </a:lnTo>
                  <a:lnTo>
                    <a:pt x="0" y="27"/>
                  </a:lnTo>
                  <a:lnTo>
                    <a:pt x="3" y="81"/>
                  </a:lnTo>
                  <a:lnTo>
                    <a:pt x="65" y="104"/>
                  </a:lnTo>
                  <a:lnTo>
                    <a:pt x="65" y="2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6" name="Freeform 291">
              <a:extLst>
                <a:ext uri="{FF2B5EF4-FFF2-40B4-BE49-F238E27FC236}">
                  <a16:creationId xmlns:a16="http://schemas.microsoft.com/office/drawing/2014/main" id="{6336235A-552E-448A-8B5A-3B09F9E7390D}"/>
                </a:ext>
              </a:extLst>
            </p:cNvPr>
            <p:cNvSpPr>
              <a:spLocks/>
            </p:cNvSpPr>
            <p:nvPr/>
          </p:nvSpPr>
          <p:spPr bwMode="auto">
            <a:xfrm>
              <a:off x="6742907" y="3186906"/>
              <a:ext cx="541338" cy="428625"/>
            </a:xfrm>
            <a:custGeom>
              <a:avLst/>
              <a:gdLst>
                <a:gd name="T0" fmla="*/ 643 w 1025"/>
                <a:gd name="T1" fmla="*/ 202 h 811"/>
                <a:gd name="T2" fmla="*/ 763 w 1025"/>
                <a:gd name="T3" fmla="*/ 369 h 811"/>
                <a:gd name="T4" fmla="*/ 802 w 1025"/>
                <a:gd name="T5" fmla="*/ 401 h 811"/>
                <a:gd name="T6" fmla="*/ 819 w 1025"/>
                <a:gd name="T7" fmla="*/ 476 h 811"/>
                <a:gd name="T8" fmla="*/ 1004 w 1025"/>
                <a:gd name="T9" fmla="*/ 490 h 811"/>
                <a:gd name="T10" fmla="*/ 1025 w 1025"/>
                <a:gd name="T11" fmla="*/ 501 h 811"/>
                <a:gd name="T12" fmla="*/ 1004 w 1025"/>
                <a:gd name="T13" fmla="*/ 593 h 811"/>
                <a:gd name="T14" fmla="*/ 882 w 1025"/>
                <a:gd name="T15" fmla="*/ 664 h 811"/>
                <a:gd name="T16" fmla="*/ 705 w 1025"/>
                <a:gd name="T17" fmla="*/ 718 h 811"/>
                <a:gd name="T18" fmla="*/ 610 w 1025"/>
                <a:gd name="T19" fmla="*/ 811 h 811"/>
                <a:gd name="T20" fmla="*/ 498 w 1025"/>
                <a:gd name="T21" fmla="*/ 746 h 811"/>
                <a:gd name="T22" fmla="*/ 430 w 1025"/>
                <a:gd name="T23" fmla="*/ 805 h 811"/>
                <a:gd name="T24" fmla="*/ 334 w 1025"/>
                <a:gd name="T25" fmla="*/ 650 h 811"/>
                <a:gd name="T26" fmla="*/ 269 w 1025"/>
                <a:gd name="T27" fmla="*/ 620 h 811"/>
                <a:gd name="T28" fmla="*/ 246 w 1025"/>
                <a:gd name="T29" fmla="*/ 584 h 811"/>
                <a:gd name="T30" fmla="*/ 246 w 1025"/>
                <a:gd name="T31" fmla="*/ 507 h 811"/>
                <a:gd name="T32" fmla="*/ 10 w 1025"/>
                <a:gd name="T33" fmla="*/ 221 h 811"/>
                <a:gd name="T34" fmla="*/ 0 w 1025"/>
                <a:gd name="T35" fmla="*/ 170 h 811"/>
                <a:gd name="T36" fmla="*/ 68 w 1025"/>
                <a:gd name="T37" fmla="*/ 170 h 811"/>
                <a:gd name="T38" fmla="*/ 152 w 1025"/>
                <a:gd name="T39" fmla="*/ 98 h 811"/>
                <a:gd name="T40" fmla="*/ 155 w 1025"/>
                <a:gd name="T41" fmla="*/ 63 h 811"/>
                <a:gd name="T42" fmla="*/ 130 w 1025"/>
                <a:gd name="T43" fmla="*/ 38 h 811"/>
                <a:gd name="T44" fmla="*/ 178 w 1025"/>
                <a:gd name="T45" fmla="*/ 0 h 811"/>
                <a:gd name="T46" fmla="*/ 279 w 1025"/>
                <a:gd name="T47" fmla="*/ 6 h 811"/>
                <a:gd name="T48" fmla="*/ 451 w 1025"/>
                <a:gd name="T49" fmla="*/ 149 h 811"/>
                <a:gd name="T50" fmla="*/ 552 w 1025"/>
                <a:gd name="T51" fmla="*/ 145 h 811"/>
                <a:gd name="T52" fmla="*/ 559 w 1025"/>
                <a:gd name="T53" fmla="*/ 169 h 811"/>
                <a:gd name="T54" fmla="*/ 643 w 1025"/>
                <a:gd name="T55" fmla="*/ 202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5" h="811">
                  <a:moveTo>
                    <a:pt x="643" y="202"/>
                  </a:moveTo>
                  <a:lnTo>
                    <a:pt x="763" y="369"/>
                  </a:lnTo>
                  <a:lnTo>
                    <a:pt x="802" y="401"/>
                  </a:lnTo>
                  <a:lnTo>
                    <a:pt x="819" y="476"/>
                  </a:lnTo>
                  <a:lnTo>
                    <a:pt x="1004" y="490"/>
                  </a:lnTo>
                  <a:lnTo>
                    <a:pt x="1025" y="501"/>
                  </a:lnTo>
                  <a:lnTo>
                    <a:pt x="1004" y="593"/>
                  </a:lnTo>
                  <a:lnTo>
                    <a:pt x="882" y="664"/>
                  </a:lnTo>
                  <a:lnTo>
                    <a:pt x="705" y="718"/>
                  </a:lnTo>
                  <a:lnTo>
                    <a:pt x="610" y="811"/>
                  </a:lnTo>
                  <a:lnTo>
                    <a:pt x="498" y="746"/>
                  </a:lnTo>
                  <a:lnTo>
                    <a:pt x="430" y="805"/>
                  </a:lnTo>
                  <a:lnTo>
                    <a:pt x="334" y="650"/>
                  </a:lnTo>
                  <a:lnTo>
                    <a:pt x="269" y="620"/>
                  </a:lnTo>
                  <a:lnTo>
                    <a:pt x="246" y="584"/>
                  </a:lnTo>
                  <a:lnTo>
                    <a:pt x="246" y="507"/>
                  </a:lnTo>
                  <a:lnTo>
                    <a:pt x="10" y="221"/>
                  </a:lnTo>
                  <a:lnTo>
                    <a:pt x="0" y="170"/>
                  </a:lnTo>
                  <a:lnTo>
                    <a:pt x="68" y="170"/>
                  </a:lnTo>
                  <a:lnTo>
                    <a:pt x="152" y="98"/>
                  </a:lnTo>
                  <a:lnTo>
                    <a:pt x="155" y="63"/>
                  </a:lnTo>
                  <a:lnTo>
                    <a:pt x="130" y="38"/>
                  </a:lnTo>
                  <a:lnTo>
                    <a:pt x="178" y="0"/>
                  </a:lnTo>
                  <a:lnTo>
                    <a:pt x="279" y="6"/>
                  </a:lnTo>
                  <a:lnTo>
                    <a:pt x="451" y="149"/>
                  </a:lnTo>
                  <a:lnTo>
                    <a:pt x="552" y="145"/>
                  </a:lnTo>
                  <a:lnTo>
                    <a:pt x="559" y="169"/>
                  </a:lnTo>
                  <a:lnTo>
                    <a:pt x="643" y="20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7" name="Freeform 292">
              <a:extLst>
                <a:ext uri="{FF2B5EF4-FFF2-40B4-BE49-F238E27FC236}">
                  <a16:creationId xmlns:a16="http://schemas.microsoft.com/office/drawing/2014/main" id="{7F775407-FC6C-428A-B0EE-900701FF1A85}"/>
                </a:ext>
              </a:extLst>
            </p:cNvPr>
            <p:cNvSpPr>
              <a:spLocks/>
            </p:cNvSpPr>
            <p:nvPr/>
          </p:nvSpPr>
          <p:spPr bwMode="auto">
            <a:xfrm>
              <a:off x="6741319" y="3037681"/>
              <a:ext cx="155575" cy="134938"/>
            </a:xfrm>
            <a:custGeom>
              <a:avLst/>
              <a:gdLst>
                <a:gd name="T0" fmla="*/ 6 w 294"/>
                <a:gd name="T1" fmla="*/ 70 h 254"/>
                <a:gd name="T2" fmla="*/ 0 w 294"/>
                <a:gd name="T3" fmla="*/ 113 h 254"/>
                <a:gd name="T4" fmla="*/ 49 w 294"/>
                <a:gd name="T5" fmla="*/ 133 h 254"/>
                <a:gd name="T6" fmla="*/ 47 w 294"/>
                <a:gd name="T7" fmla="*/ 254 h 254"/>
                <a:gd name="T8" fmla="*/ 96 w 294"/>
                <a:gd name="T9" fmla="*/ 253 h 254"/>
                <a:gd name="T10" fmla="*/ 144 w 294"/>
                <a:gd name="T11" fmla="*/ 217 h 254"/>
                <a:gd name="T12" fmla="*/ 162 w 294"/>
                <a:gd name="T13" fmla="*/ 214 h 254"/>
                <a:gd name="T14" fmla="*/ 271 w 294"/>
                <a:gd name="T15" fmla="*/ 126 h 254"/>
                <a:gd name="T16" fmla="*/ 294 w 294"/>
                <a:gd name="T17" fmla="*/ 0 h 254"/>
                <a:gd name="T18" fmla="*/ 74 w 294"/>
                <a:gd name="T19" fmla="*/ 23 h 254"/>
                <a:gd name="T20" fmla="*/ 51 w 294"/>
                <a:gd name="T21" fmla="*/ 72 h 254"/>
                <a:gd name="T22" fmla="*/ 6 w 294"/>
                <a:gd name="T23" fmla="*/ 7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4" h="254">
                  <a:moveTo>
                    <a:pt x="6" y="70"/>
                  </a:moveTo>
                  <a:lnTo>
                    <a:pt x="0" y="113"/>
                  </a:lnTo>
                  <a:lnTo>
                    <a:pt x="49" y="133"/>
                  </a:lnTo>
                  <a:lnTo>
                    <a:pt x="47" y="254"/>
                  </a:lnTo>
                  <a:lnTo>
                    <a:pt x="96" y="253"/>
                  </a:lnTo>
                  <a:lnTo>
                    <a:pt x="144" y="217"/>
                  </a:lnTo>
                  <a:lnTo>
                    <a:pt x="162" y="214"/>
                  </a:lnTo>
                  <a:lnTo>
                    <a:pt x="271" y="126"/>
                  </a:lnTo>
                  <a:lnTo>
                    <a:pt x="294" y="0"/>
                  </a:lnTo>
                  <a:lnTo>
                    <a:pt x="74" y="23"/>
                  </a:lnTo>
                  <a:lnTo>
                    <a:pt x="51" y="72"/>
                  </a:lnTo>
                  <a:lnTo>
                    <a:pt x="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8" name="Freeform 293">
              <a:extLst>
                <a:ext uri="{FF2B5EF4-FFF2-40B4-BE49-F238E27FC236}">
                  <a16:creationId xmlns:a16="http://schemas.microsoft.com/office/drawing/2014/main" id="{E72C7362-FABD-4A86-8F94-B63930407707}"/>
                </a:ext>
              </a:extLst>
            </p:cNvPr>
            <p:cNvSpPr>
              <a:spLocks/>
            </p:cNvSpPr>
            <p:nvPr/>
          </p:nvSpPr>
          <p:spPr bwMode="auto">
            <a:xfrm>
              <a:off x="6831807" y="3029743"/>
              <a:ext cx="252413" cy="227013"/>
            </a:xfrm>
            <a:custGeom>
              <a:avLst/>
              <a:gdLst>
                <a:gd name="T0" fmla="*/ 137 w 477"/>
                <a:gd name="T1" fmla="*/ 13 h 429"/>
                <a:gd name="T2" fmla="*/ 111 w 477"/>
                <a:gd name="T3" fmla="*/ 146 h 429"/>
                <a:gd name="T4" fmla="*/ 0 w 477"/>
                <a:gd name="T5" fmla="*/ 238 h 429"/>
                <a:gd name="T6" fmla="*/ 7 w 477"/>
                <a:gd name="T7" fmla="*/ 281 h 429"/>
                <a:gd name="T8" fmla="*/ 115 w 477"/>
                <a:gd name="T9" fmla="*/ 288 h 429"/>
                <a:gd name="T10" fmla="*/ 287 w 477"/>
                <a:gd name="T11" fmla="*/ 429 h 429"/>
                <a:gd name="T12" fmla="*/ 383 w 477"/>
                <a:gd name="T13" fmla="*/ 427 h 429"/>
                <a:gd name="T14" fmla="*/ 386 w 477"/>
                <a:gd name="T15" fmla="*/ 394 h 429"/>
                <a:gd name="T16" fmla="*/ 421 w 477"/>
                <a:gd name="T17" fmla="*/ 356 h 429"/>
                <a:gd name="T18" fmla="*/ 470 w 477"/>
                <a:gd name="T19" fmla="*/ 384 h 429"/>
                <a:gd name="T20" fmla="*/ 477 w 477"/>
                <a:gd name="T21" fmla="*/ 378 h 429"/>
                <a:gd name="T22" fmla="*/ 382 w 477"/>
                <a:gd name="T23" fmla="*/ 251 h 429"/>
                <a:gd name="T24" fmla="*/ 336 w 477"/>
                <a:gd name="T25" fmla="*/ 248 h 429"/>
                <a:gd name="T26" fmla="*/ 276 w 477"/>
                <a:gd name="T27" fmla="*/ 171 h 429"/>
                <a:gd name="T28" fmla="*/ 288 w 477"/>
                <a:gd name="T29" fmla="*/ 114 h 429"/>
                <a:gd name="T30" fmla="*/ 306 w 477"/>
                <a:gd name="T31" fmla="*/ 112 h 429"/>
                <a:gd name="T32" fmla="*/ 313 w 477"/>
                <a:gd name="T33" fmla="*/ 86 h 429"/>
                <a:gd name="T34" fmla="*/ 230 w 477"/>
                <a:gd name="T35" fmla="*/ 0 h 429"/>
                <a:gd name="T36" fmla="*/ 137 w 477"/>
                <a:gd name="T37" fmla="*/ 13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7" h="429">
                  <a:moveTo>
                    <a:pt x="137" y="13"/>
                  </a:moveTo>
                  <a:lnTo>
                    <a:pt x="111" y="146"/>
                  </a:lnTo>
                  <a:lnTo>
                    <a:pt x="0" y="238"/>
                  </a:lnTo>
                  <a:lnTo>
                    <a:pt x="7" y="281"/>
                  </a:lnTo>
                  <a:lnTo>
                    <a:pt x="115" y="288"/>
                  </a:lnTo>
                  <a:lnTo>
                    <a:pt x="287" y="429"/>
                  </a:lnTo>
                  <a:lnTo>
                    <a:pt x="383" y="427"/>
                  </a:lnTo>
                  <a:lnTo>
                    <a:pt x="386" y="394"/>
                  </a:lnTo>
                  <a:lnTo>
                    <a:pt x="421" y="356"/>
                  </a:lnTo>
                  <a:lnTo>
                    <a:pt x="470" y="384"/>
                  </a:lnTo>
                  <a:lnTo>
                    <a:pt x="477" y="378"/>
                  </a:lnTo>
                  <a:lnTo>
                    <a:pt x="382" y="251"/>
                  </a:lnTo>
                  <a:lnTo>
                    <a:pt x="336" y="248"/>
                  </a:lnTo>
                  <a:lnTo>
                    <a:pt x="276" y="171"/>
                  </a:lnTo>
                  <a:lnTo>
                    <a:pt x="288" y="114"/>
                  </a:lnTo>
                  <a:lnTo>
                    <a:pt x="306" y="112"/>
                  </a:lnTo>
                  <a:lnTo>
                    <a:pt x="313" y="86"/>
                  </a:lnTo>
                  <a:lnTo>
                    <a:pt x="230" y="0"/>
                  </a:lnTo>
                  <a:lnTo>
                    <a:pt x="137" y="1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9" name="Freeform 294">
              <a:extLst>
                <a:ext uri="{FF2B5EF4-FFF2-40B4-BE49-F238E27FC236}">
                  <a16:creationId xmlns:a16="http://schemas.microsoft.com/office/drawing/2014/main" id="{3AB2B239-3ECC-487A-99EA-100DB97CC2D7}"/>
                </a:ext>
              </a:extLst>
            </p:cNvPr>
            <p:cNvSpPr>
              <a:spLocks/>
            </p:cNvSpPr>
            <p:nvPr/>
          </p:nvSpPr>
          <p:spPr bwMode="auto">
            <a:xfrm>
              <a:off x="6741319" y="3159918"/>
              <a:ext cx="87313" cy="109538"/>
            </a:xfrm>
            <a:custGeom>
              <a:avLst/>
              <a:gdLst>
                <a:gd name="T0" fmla="*/ 44 w 166"/>
                <a:gd name="T1" fmla="*/ 38 h 208"/>
                <a:gd name="T2" fmla="*/ 1 w 166"/>
                <a:gd name="T3" fmla="*/ 186 h 208"/>
                <a:gd name="T4" fmla="*/ 0 w 166"/>
                <a:gd name="T5" fmla="*/ 208 h 208"/>
                <a:gd name="T6" fmla="*/ 66 w 166"/>
                <a:gd name="T7" fmla="*/ 208 h 208"/>
                <a:gd name="T8" fmla="*/ 140 w 166"/>
                <a:gd name="T9" fmla="*/ 143 h 208"/>
                <a:gd name="T10" fmla="*/ 143 w 166"/>
                <a:gd name="T11" fmla="*/ 118 h 208"/>
                <a:gd name="T12" fmla="*/ 112 w 166"/>
                <a:gd name="T13" fmla="*/ 87 h 208"/>
                <a:gd name="T14" fmla="*/ 166 w 166"/>
                <a:gd name="T15" fmla="*/ 41 h 208"/>
                <a:gd name="T16" fmla="*/ 159 w 166"/>
                <a:gd name="T17" fmla="*/ 0 h 208"/>
                <a:gd name="T18" fmla="*/ 144 w 166"/>
                <a:gd name="T19" fmla="*/ 3 h 208"/>
                <a:gd name="T20" fmla="*/ 98 w 166"/>
                <a:gd name="T21" fmla="*/ 35 h 208"/>
                <a:gd name="T22" fmla="*/ 44 w 166"/>
                <a:gd name="T23" fmla="*/ 3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6" h="208">
                  <a:moveTo>
                    <a:pt x="44" y="38"/>
                  </a:moveTo>
                  <a:lnTo>
                    <a:pt x="1" y="186"/>
                  </a:lnTo>
                  <a:lnTo>
                    <a:pt x="0" y="208"/>
                  </a:lnTo>
                  <a:lnTo>
                    <a:pt x="66" y="208"/>
                  </a:lnTo>
                  <a:lnTo>
                    <a:pt x="140" y="143"/>
                  </a:lnTo>
                  <a:lnTo>
                    <a:pt x="143" y="118"/>
                  </a:lnTo>
                  <a:lnTo>
                    <a:pt x="112" y="87"/>
                  </a:lnTo>
                  <a:lnTo>
                    <a:pt x="166" y="41"/>
                  </a:lnTo>
                  <a:lnTo>
                    <a:pt x="159" y="0"/>
                  </a:lnTo>
                  <a:lnTo>
                    <a:pt x="144" y="3"/>
                  </a:lnTo>
                  <a:lnTo>
                    <a:pt x="98" y="35"/>
                  </a:lnTo>
                  <a:lnTo>
                    <a:pt x="44" y="3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0" name="Freeform 295">
              <a:extLst>
                <a:ext uri="{FF2B5EF4-FFF2-40B4-BE49-F238E27FC236}">
                  <a16:creationId xmlns:a16="http://schemas.microsoft.com/office/drawing/2014/main" id="{B89338E1-CE2D-4FF4-BFF7-952C1327C550}"/>
                </a:ext>
              </a:extLst>
            </p:cNvPr>
            <p:cNvSpPr>
              <a:spLocks/>
            </p:cNvSpPr>
            <p:nvPr/>
          </p:nvSpPr>
          <p:spPr bwMode="auto">
            <a:xfrm>
              <a:off x="6733382" y="3104356"/>
              <a:ext cx="26988" cy="47625"/>
            </a:xfrm>
            <a:custGeom>
              <a:avLst/>
              <a:gdLst>
                <a:gd name="T0" fmla="*/ 12 w 51"/>
                <a:gd name="T1" fmla="*/ 0 h 89"/>
                <a:gd name="T2" fmla="*/ 13 w 51"/>
                <a:gd name="T3" fmla="*/ 34 h 89"/>
                <a:gd name="T4" fmla="*/ 0 w 51"/>
                <a:gd name="T5" fmla="*/ 85 h 89"/>
                <a:gd name="T6" fmla="*/ 48 w 51"/>
                <a:gd name="T7" fmla="*/ 89 h 89"/>
                <a:gd name="T8" fmla="*/ 51 w 51"/>
                <a:gd name="T9" fmla="*/ 17 h 89"/>
                <a:gd name="T10" fmla="*/ 12 w 51"/>
                <a:gd name="T11" fmla="*/ 0 h 89"/>
              </a:gdLst>
              <a:ahLst/>
              <a:cxnLst>
                <a:cxn ang="0">
                  <a:pos x="T0" y="T1"/>
                </a:cxn>
                <a:cxn ang="0">
                  <a:pos x="T2" y="T3"/>
                </a:cxn>
                <a:cxn ang="0">
                  <a:pos x="T4" y="T5"/>
                </a:cxn>
                <a:cxn ang="0">
                  <a:pos x="T6" y="T7"/>
                </a:cxn>
                <a:cxn ang="0">
                  <a:pos x="T8" y="T9"/>
                </a:cxn>
                <a:cxn ang="0">
                  <a:pos x="T10" y="T11"/>
                </a:cxn>
              </a:cxnLst>
              <a:rect l="0" t="0" r="r" b="b"/>
              <a:pathLst>
                <a:path w="51" h="89">
                  <a:moveTo>
                    <a:pt x="12" y="0"/>
                  </a:moveTo>
                  <a:lnTo>
                    <a:pt x="13" y="34"/>
                  </a:lnTo>
                  <a:lnTo>
                    <a:pt x="0" y="85"/>
                  </a:lnTo>
                  <a:lnTo>
                    <a:pt x="48" y="89"/>
                  </a:lnTo>
                  <a:lnTo>
                    <a:pt x="51" y="17"/>
                  </a:lnTo>
                  <a:lnTo>
                    <a:pt x="12"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1" name="Freeform 296">
              <a:extLst>
                <a:ext uri="{FF2B5EF4-FFF2-40B4-BE49-F238E27FC236}">
                  <a16:creationId xmlns:a16="http://schemas.microsoft.com/office/drawing/2014/main" id="{80406C0A-E306-4476-A692-9823A48BB28D}"/>
                </a:ext>
              </a:extLst>
            </p:cNvPr>
            <p:cNvSpPr>
              <a:spLocks/>
            </p:cNvSpPr>
            <p:nvPr/>
          </p:nvSpPr>
          <p:spPr bwMode="auto">
            <a:xfrm>
              <a:off x="6717507" y="3155156"/>
              <a:ext cx="39688" cy="101600"/>
            </a:xfrm>
            <a:custGeom>
              <a:avLst/>
              <a:gdLst>
                <a:gd name="T0" fmla="*/ 27 w 75"/>
                <a:gd name="T1" fmla="*/ 0 h 190"/>
                <a:gd name="T2" fmla="*/ 0 w 75"/>
                <a:gd name="T3" fmla="*/ 86 h 190"/>
                <a:gd name="T4" fmla="*/ 34 w 75"/>
                <a:gd name="T5" fmla="*/ 190 h 190"/>
                <a:gd name="T6" fmla="*/ 75 w 75"/>
                <a:gd name="T7" fmla="*/ 38 h 190"/>
                <a:gd name="T8" fmla="*/ 75 w 75"/>
                <a:gd name="T9" fmla="*/ 6 h 190"/>
                <a:gd name="T10" fmla="*/ 27 w 75"/>
                <a:gd name="T11" fmla="*/ 0 h 190"/>
              </a:gdLst>
              <a:ahLst/>
              <a:cxnLst>
                <a:cxn ang="0">
                  <a:pos x="T0" y="T1"/>
                </a:cxn>
                <a:cxn ang="0">
                  <a:pos x="T2" y="T3"/>
                </a:cxn>
                <a:cxn ang="0">
                  <a:pos x="T4" y="T5"/>
                </a:cxn>
                <a:cxn ang="0">
                  <a:pos x="T6" y="T7"/>
                </a:cxn>
                <a:cxn ang="0">
                  <a:pos x="T8" y="T9"/>
                </a:cxn>
                <a:cxn ang="0">
                  <a:pos x="T10" y="T11"/>
                </a:cxn>
              </a:cxnLst>
              <a:rect l="0" t="0" r="r" b="b"/>
              <a:pathLst>
                <a:path w="75" h="190">
                  <a:moveTo>
                    <a:pt x="27" y="0"/>
                  </a:moveTo>
                  <a:lnTo>
                    <a:pt x="0" y="86"/>
                  </a:lnTo>
                  <a:lnTo>
                    <a:pt x="34" y="190"/>
                  </a:lnTo>
                  <a:lnTo>
                    <a:pt x="75" y="38"/>
                  </a:lnTo>
                  <a:lnTo>
                    <a:pt x="75" y="6"/>
                  </a:lnTo>
                  <a:lnTo>
                    <a:pt x="27"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2" name="Freeform 297">
              <a:extLst>
                <a:ext uri="{FF2B5EF4-FFF2-40B4-BE49-F238E27FC236}">
                  <a16:creationId xmlns:a16="http://schemas.microsoft.com/office/drawing/2014/main" id="{5B9071B5-91AC-4871-AA1E-A015ACB2734F}"/>
                </a:ext>
              </a:extLst>
            </p:cNvPr>
            <p:cNvSpPr>
              <a:spLocks/>
            </p:cNvSpPr>
            <p:nvPr/>
          </p:nvSpPr>
          <p:spPr bwMode="auto">
            <a:xfrm>
              <a:off x="6660357" y="3082131"/>
              <a:ext cx="63500" cy="39688"/>
            </a:xfrm>
            <a:custGeom>
              <a:avLst/>
              <a:gdLst>
                <a:gd name="T0" fmla="*/ 99 w 120"/>
                <a:gd name="T1" fmla="*/ 0 h 77"/>
                <a:gd name="T2" fmla="*/ 120 w 120"/>
                <a:gd name="T3" fmla="*/ 15 h 77"/>
                <a:gd name="T4" fmla="*/ 54 w 120"/>
                <a:gd name="T5" fmla="*/ 77 h 77"/>
                <a:gd name="T6" fmla="*/ 24 w 120"/>
                <a:gd name="T7" fmla="*/ 75 h 77"/>
                <a:gd name="T8" fmla="*/ 0 w 120"/>
                <a:gd name="T9" fmla="*/ 58 h 77"/>
                <a:gd name="T10" fmla="*/ 3 w 120"/>
                <a:gd name="T11" fmla="*/ 29 h 77"/>
                <a:gd name="T12" fmla="*/ 51 w 120"/>
                <a:gd name="T13" fmla="*/ 26 h 77"/>
                <a:gd name="T14" fmla="*/ 99 w 120"/>
                <a:gd name="T15" fmla="*/ 0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77">
                  <a:moveTo>
                    <a:pt x="99" y="0"/>
                  </a:moveTo>
                  <a:lnTo>
                    <a:pt x="120" y="15"/>
                  </a:lnTo>
                  <a:lnTo>
                    <a:pt x="54" y="77"/>
                  </a:lnTo>
                  <a:lnTo>
                    <a:pt x="24" y="75"/>
                  </a:lnTo>
                  <a:lnTo>
                    <a:pt x="0" y="58"/>
                  </a:lnTo>
                  <a:lnTo>
                    <a:pt x="3" y="29"/>
                  </a:lnTo>
                  <a:lnTo>
                    <a:pt x="51" y="26"/>
                  </a:lnTo>
                  <a:lnTo>
                    <a:pt x="9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3" name="Freeform 298">
              <a:extLst>
                <a:ext uri="{FF2B5EF4-FFF2-40B4-BE49-F238E27FC236}">
                  <a16:creationId xmlns:a16="http://schemas.microsoft.com/office/drawing/2014/main" id="{DC329EB4-F7DE-4581-A501-5B88EE57B445}"/>
                </a:ext>
              </a:extLst>
            </p:cNvPr>
            <p:cNvSpPr>
              <a:spLocks/>
            </p:cNvSpPr>
            <p:nvPr/>
          </p:nvSpPr>
          <p:spPr bwMode="auto">
            <a:xfrm>
              <a:off x="6004719" y="1848643"/>
              <a:ext cx="474663" cy="515938"/>
            </a:xfrm>
            <a:custGeom>
              <a:avLst/>
              <a:gdLst>
                <a:gd name="T0" fmla="*/ 864 w 898"/>
                <a:gd name="T1" fmla="*/ 142 h 974"/>
                <a:gd name="T2" fmla="*/ 898 w 898"/>
                <a:gd name="T3" fmla="*/ 117 h 974"/>
                <a:gd name="T4" fmla="*/ 895 w 898"/>
                <a:gd name="T5" fmla="*/ 88 h 974"/>
                <a:gd name="T6" fmla="*/ 873 w 898"/>
                <a:gd name="T7" fmla="*/ 75 h 974"/>
                <a:gd name="T8" fmla="*/ 876 w 898"/>
                <a:gd name="T9" fmla="*/ 40 h 974"/>
                <a:gd name="T10" fmla="*/ 895 w 898"/>
                <a:gd name="T11" fmla="*/ 40 h 974"/>
                <a:gd name="T12" fmla="*/ 895 w 898"/>
                <a:gd name="T13" fmla="*/ 22 h 974"/>
                <a:gd name="T14" fmla="*/ 813 w 898"/>
                <a:gd name="T15" fmla="*/ 0 h 974"/>
                <a:gd name="T16" fmla="*/ 691 w 898"/>
                <a:gd name="T17" fmla="*/ 12 h 974"/>
                <a:gd name="T18" fmla="*/ 678 w 898"/>
                <a:gd name="T19" fmla="*/ 66 h 974"/>
                <a:gd name="T20" fmla="*/ 649 w 898"/>
                <a:gd name="T21" fmla="*/ 57 h 974"/>
                <a:gd name="T22" fmla="*/ 631 w 898"/>
                <a:gd name="T23" fmla="*/ 25 h 974"/>
                <a:gd name="T24" fmla="*/ 571 w 898"/>
                <a:gd name="T25" fmla="*/ 28 h 974"/>
                <a:gd name="T26" fmla="*/ 565 w 898"/>
                <a:gd name="T27" fmla="*/ 88 h 974"/>
                <a:gd name="T28" fmla="*/ 537 w 898"/>
                <a:gd name="T29" fmla="*/ 100 h 974"/>
                <a:gd name="T30" fmla="*/ 521 w 898"/>
                <a:gd name="T31" fmla="*/ 69 h 974"/>
                <a:gd name="T32" fmla="*/ 396 w 898"/>
                <a:gd name="T33" fmla="*/ 170 h 974"/>
                <a:gd name="T34" fmla="*/ 420 w 898"/>
                <a:gd name="T35" fmla="*/ 199 h 974"/>
                <a:gd name="T36" fmla="*/ 373 w 898"/>
                <a:gd name="T37" fmla="*/ 221 h 974"/>
                <a:gd name="T38" fmla="*/ 267 w 898"/>
                <a:gd name="T39" fmla="*/ 433 h 974"/>
                <a:gd name="T40" fmla="*/ 229 w 898"/>
                <a:gd name="T41" fmla="*/ 459 h 974"/>
                <a:gd name="T42" fmla="*/ 232 w 898"/>
                <a:gd name="T43" fmla="*/ 477 h 974"/>
                <a:gd name="T44" fmla="*/ 270 w 898"/>
                <a:gd name="T45" fmla="*/ 496 h 974"/>
                <a:gd name="T46" fmla="*/ 260 w 898"/>
                <a:gd name="T47" fmla="*/ 538 h 974"/>
                <a:gd name="T48" fmla="*/ 198 w 898"/>
                <a:gd name="T49" fmla="*/ 534 h 974"/>
                <a:gd name="T50" fmla="*/ 179 w 898"/>
                <a:gd name="T51" fmla="*/ 513 h 974"/>
                <a:gd name="T52" fmla="*/ 138 w 898"/>
                <a:gd name="T53" fmla="*/ 559 h 974"/>
                <a:gd name="T54" fmla="*/ 113 w 898"/>
                <a:gd name="T55" fmla="*/ 579 h 974"/>
                <a:gd name="T56" fmla="*/ 106 w 898"/>
                <a:gd name="T57" fmla="*/ 623 h 974"/>
                <a:gd name="T58" fmla="*/ 84 w 898"/>
                <a:gd name="T59" fmla="*/ 635 h 974"/>
                <a:gd name="T60" fmla="*/ 27 w 898"/>
                <a:gd name="T61" fmla="*/ 649 h 974"/>
                <a:gd name="T62" fmla="*/ 0 w 898"/>
                <a:gd name="T63" fmla="*/ 737 h 974"/>
                <a:gd name="T64" fmla="*/ 18 w 898"/>
                <a:gd name="T65" fmla="*/ 883 h 974"/>
                <a:gd name="T66" fmla="*/ 41 w 898"/>
                <a:gd name="T67" fmla="*/ 949 h 974"/>
                <a:gd name="T68" fmla="*/ 66 w 898"/>
                <a:gd name="T69" fmla="*/ 974 h 974"/>
                <a:gd name="T70" fmla="*/ 122 w 898"/>
                <a:gd name="T71" fmla="*/ 971 h 974"/>
                <a:gd name="T72" fmla="*/ 204 w 898"/>
                <a:gd name="T73" fmla="*/ 892 h 974"/>
                <a:gd name="T74" fmla="*/ 235 w 898"/>
                <a:gd name="T75" fmla="*/ 838 h 974"/>
                <a:gd name="T76" fmla="*/ 245 w 898"/>
                <a:gd name="T77" fmla="*/ 918 h 974"/>
                <a:gd name="T78" fmla="*/ 298 w 898"/>
                <a:gd name="T79" fmla="*/ 822 h 974"/>
                <a:gd name="T80" fmla="*/ 301 w 898"/>
                <a:gd name="T81" fmla="*/ 556 h 974"/>
                <a:gd name="T82" fmla="*/ 344 w 898"/>
                <a:gd name="T83" fmla="*/ 529 h 974"/>
                <a:gd name="T84" fmla="*/ 357 w 898"/>
                <a:gd name="T85" fmla="*/ 383 h 974"/>
                <a:gd name="T86" fmla="*/ 489 w 898"/>
                <a:gd name="T87" fmla="*/ 193 h 974"/>
                <a:gd name="T88" fmla="*/ 552 w 898"/>
                <a:gd name="T89" fmla="*/ 170 h 974"/>
                <a:gd name="T90" fmla="*/ 580 w 898"/>
                <a:gd name="T91" fmla="*/ 136 h 974"/>
                <a:gd name="T92" fmla="*/ 675 w 898"/>
                <a:gd name="T93" fmla="*/ 157 h 974"/>
                <a:gd name="T94" fmla="*/ 722 w 898"/>
                <a:gd name="T95" fmla="*/ 186 h 974"/>
                <a:gd name="T96" fmla="*/ 738 w 898"/>
                <a:gd name="T97" fmla="*/ 107 h 974"/>
                <a:gd name="T98" fmla="*/ 816 w 898"/>
                <a:gd name="T99" fmla="*/ 60 h 974"/>
                <a:gd name="T100" fmla="*/ 864 w 898"/>
                <a:gd name="T101" fmla="*/ 142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8" h="974">
                  <a:moveTo>
                    <a:pt x="864" y="142"/>
                  </a:moveTo>
                  <a:lnTo>
                    <a:pt x="898" y="117"/>
                  </a:lnTo>
                  <a:lnTo>
                    <a:pt x="895" y="88"/>
                  </a:lnTo>
                  <a:lnTo>
                    <a:pt x="873" y="75"/>
                  </a:lnTo>
                  <a:lnTo>
                    <a:pt x="876" y="40"/>
                  </a:lnTo>
                  <a:lnTo>
                    <a:pt x="895" y="40"/>
                  </a:lnTo>
                  <a:lnTo>
                    <a:pt x="895" y="22"/>
                  </a:lnTo>
                  <a:lnTo>
                    <a:pt x="813" y="0"/>
                  </a:lnTo>
                  <a:lnTo>
                    <a:pt x="691" y="12"/>
                  </a:lnTo>
                  <a:lnTo>
                    <a:pt x="678" y="66"/>
                  </a:lnTo>
                  <a:lnTo>
                    <a:pt x="649" y="57"/>
                  </a:lnTo>
                  <a:lnTo>
                    <a:pt x="631" y="25"/>
                  </a:lnTo>
                  <a:lnTo>
                    <a:pt x="571" y="28"/>
                  </a:lnTo>
                  <a:lnTo>
                    <a:pt x="565" y="88"/>
                  </a:lnTo>
                  <a:lnTo>
                    <a:pt x="537" y="100"/>
                  </a:lnTo>
                  <a:lnTo>
                    <a:pt x="521" y="69"/>
                  </a:lnTo>
                  <a:lnTo>
                    <a:pt x="396" y="170"/>
                  </a:lnTo>
                  <a:lnTo>
                    <a:pt x="420" y="199"/>
                  </a:lnTo>
                  <a:lnTo>
                    <a:pt x="373" y="221"/>
                  </a:lnTo>
                  <a:lnTo>
                    <a:pt x="267" y="433"/>
                  </a:lnTo>
                  <a:lnTo>
                    <a:pt x="229" y="459"/>
                  </a:lnTo>
                  <a:lnTo>
                    <a:pt x="232" y="477"/>
                  </a:lnTo>
                  <a:lnTo>
                    <a:pt x="270" y="496"/>
                  </a:lnTo>
                  <a:lnTo>
                    <a:pt x="260" y="538"/>
                  </a:lnTo>
                  <a:lnTo>
                    <a:pt x="198" y="534"/>
                  </a:lnTo>
                  <a:lnTo>
                    <a:pt x="179" y="513"/>
                  </a:lnTo>
                  <a:lnTo>
                    <a:pt x="138" y="559"/>
                  </a:lnTo>
                  <a:lnTo>
                    <a:pt x="113" y="579"/>
                  </a:lnTo>
                  <a:lnTo>
                    <a:pt x="106" y="623"/>
                  </a:lnTo>
                  <a:lnTo>
                    <a:pt x="84" y="635"/>
                  </a:lnTo>
                  <a:lnTo>
                    <a:pt x="27" y="649"/>
                  </a:lnTo>
                  <a:lnTo>
                    <a:pt x="0" y="737"/>
                  </a:lnTo>
                  <a:lnTo>
                    <a:pt x="18" y="883"/>
                  </a:lnTo>
                  <a:lnTo>
                    <a:pt x="41" y="949"/>
                  </a:lnTo>
                  <a:lnTo>
                    <a:pt x="66" y="974"/>
                  </a:lnTo>
                  <a:lnTo>
                    <a:pt x="122" y="971"/>
                  </a:lnTo>
                  <a:lnTo>
                    <a:pt x="204" y="892"/>
                  </a:lnTo>
                  <a:lnTo>
                    <a:pt x="235" y="838"/>
                  </a:lnTo>
                  <a:lnTo>
                    <a:pt x="245" y="918"/>
                  </a:lnTo>
                  <a:lnTo>
                    <a:pt x="298" y="822"/>
                  </a:lnTo>
                  <a:lnTo>
                    <a:pt x="301" y="556"/>
                  </a:lnTo>
                  <a:lnTo>
                    <a:pt x="344" y="529"/>
                  </a:lnTo>
                  <a:lnTo>
                    <a:pt x="357" y="383"/>
                  </a:lnTo>
                  <a:lnTo>
                    <a:pt x="489" y="193"/>
                  </a:lnTo>
                  <a:lnTo>
                    <a:pt x="552" y="170"/>
                  </a:lnTo>
                  <a:lnTo>
                    <a:pt x="580" y="136"/>
                  </a:lnTo>
                  <a:lnTo>
                    <a:pt x="675" y="157"/>
                  </a:lnTo>
                  <a:lnTo>
                    <a:pt x="722" y="186"/>
                  </a:lnTo>
                  <a:lnTo>
                    <a:pt x="738" y="107"/>
                  </a:lnTo>
                  <a:lnTo>
                    <a:pt x="816" y="60"/>
                  </a:lnTo>
                  <a:lnTo>
                    <a:pt x="864" y="14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4" name="Freeform 299">
              <a:extLst>
                <a:ext uri="{FF2B5EF4-FFF2-40B4-BE49-F238E27FC236}">
                  <a16:creationId xmlns:a16="http://schemas.microsoft.com/office/drawing/2014/main" id="{73C3E289-F0C1-4A5C-AF83-9E9A778AB952}"/>
                </a:ext>
              </a:extLst>
            </p:cNvPr>
            <p:cNvSpPr>
              <a:spLocks/>
            </p:cNvSpPr>
            <p:nvPr/>
          </p:nvSpPr>
          <p:spPr bwMode="auto">
            <a:xfrm>
              <a:off x="5755482" y="2337593"/>
              <a:ext cx="179388" cy="317500"/>
            </a:xfrm>
            <a:custGeom>
              <a:avLst/>
              <a:gdLst>
                <a:gd name="T0" fmla="*/ 148 w 339"/>
                <a:gd name="T1" fmla="*/ 22 h 599"/>
                <a:gd name="T2" fmla="*/ 117 w 339"/>
                <a:gd name="T3" fmla="*/ 70 h 599"/>
                <a:gd name="T4" fmla="*/ 129 w 339"/>
                <a:gd name="T5" fmla="*/ 88 h 599"/>
                <a:gd name="T6" fmla="*/ 201 w 339"/>
                <a:gd name="T7" fmla="*/ 88 h 599"/>
                <a:gd name="T8" fmla="*/ 201 w 339"/>
                <a:gd name="T9" fmla="*/ 120 h 599"/>
                <a:gd name="T10" fmla="*/ 183 w 339"/>
                <a:gd name="T11" fmla="*/ 146 h 599"/>
                <a:gd name="T12" fmla="*/ 195 w 339"/>
                <a:gd name="T13" fmla="*/ 212 h 599"/>
                <a:gd name="T14" fmla="*/ 235 w 339"/>
                <a:gd name="T15" fmla="*/ 291 h 599"/>
                <a:gd name="T16" fmla="*/ 267 w 339"/>
                <a:gd name="T17" fmla="*/ 364 h 599"/>
                <a:gd name="T18" fmla="*/ 318 w 339"/>
                <a:gd name="T19" fmla="*/ 382 h 599"/>
                <a:gd name="T20" fmla="*/ 339 w 339"/>
                <a:gd name="T21" fmla="*/ 421 h 599"/>
                <a:gd name="T22" fmla="*/ 336 w 339"/>
                <a:gd name="T23" fmla="*/ 455 h 599"/>
                <a:gd name="T24" fmla="*/ 304 w 339"/>
                <a:gd name="T25" fmla="*/ 475 h 599"/>
                <a:gd name="T26" fmla="*/ 301 w 339"/>
                <a:gd name="T27" fmla="*/ 490 h 599"/>
                <a:gd name="T28" fmla="*/ 324 w 339"/>
                <a:gd name="T29" fmla="*/ 503 h 599"/>
                <a:gd name="T30" fmla="*/ 304 w 339"/>
                <a:gd name="T31" fmla="*/ 529 h 599"/>
                <a:gd name="T32" fmla="*/ 261 w 339"/>
                <a:gd name="T33" fmla="*/ 548 h 599"/>
                <a:gd name="T34" fmla="*/ 176 w 339"/>
                <a:gd name="T35" fmla="*/ 538 h 599"/>
                <a:gd name="T36" fmla="*/ 44 w 339"/>
                <a:gd name="T37" fmla="*/ 599 h 599"/>
                <a:gd name="T38" fmla="*/ 0 w 339"/>
                <a:gd name="T39" fmla="*/ 576 h 599"/>
                <a:gd name="T40" fmla="*/ 126 w 339"/>
                <a:gd name="T41" fmla="*/ 503 h 599"/>
                <a:gd name="T42" fmla="*/ 110 w 339"/>
                <a:gd name="T43" fmla="*/ 494 h 599"/>
                <a:gd name="T44" fmla="*/ 44 w 339"/>
                <a:gd name="T45" fmla="*/ 488 h 599"/>
                <a:gd name="T46" fmla="*/ 84 w 339"/>
                <a:gd name="T47" fmla="*/ 427 h 599"/>
                <a:gd name="T48" fmla="*/ 91 w 339"/>
                <a:gd name="T49" fmla="*/ 376 h 599"/>
                <a:gd name="T50" fmla="*/ 144 w 339"/>
                <a:gd name="T51" fmla="*/ 370 h 599"/>
                <a:gd name="T52" fmla="*/ 135 w 339"/>
                <a:gd name="T53" fmla="*/ 272 h 599"/>
                <a:gd name="T54" fmla="*/ 72 w 339"/>
                <a:gd name="T55" fmla="*/ 269 h 599"/>
                <a:gd name="T56" fmla="*/ 54 w 339"/>
                <a:gd name="T57" fmla="*/ 247 h 599"/>
                <a:gd name="T58" fmla="*/ 57 w 339"/>
                <a:gd name="T59" fmla="*/ 174 h 599"/>
                <a:gd name="T60" fmla="*/ 19 w 339"/>
                <a:gd name="T61" fmla="*/ 177 h 599"/>
                <a:gd name="T62" fmla="*/ 57 w 339"/>
                <a:gd name="T63" fmla="*/ 50 h 599"/>
                <a:gd name="T64" fmla="*/ 126 w 339"/>
                <a:gd name="T65" fmla="*/ 0 h 599"/>
                <a:gd name="T66" fmla="*/ 148 w 339"/>
                <a:gd name="T67" fmla="*/ 2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9" h="599">
                  <a:moveTo>
                    <a:pt x="148" y="22"/>
                  </a:moveTo>
                  <a:lnTo>
                    <a:pt x="117" y="70"/>
                  </a:lnTo>
                  <a:lnTo>
                    <a:pt x="129" y="88"/>
                  </a:lnTo>
                  <a:lnTo>
                    <a:pt x="201" y="88"/>
                  </a:lnTo>
                  <a:lnTo>
                    <a:pt x="201" y="120"/>
                  </a:lnTo>
                  <a:lnTo>
                    <a:pt x="183" y="146"/>
                  </a:lnTo>
                  <a:lnTo>
                    <a:pt x="195" y="212"/>
                  </a:lnTo>
                  <a:lnTo>
                    <a:pt x="235" y="291"/>
                  </a:lnTo>
                  <a:lnTo>
                    <a:pt x="267" y="364"/>
                  </a:lnTo>
                  <a:lnTo>
                    <a:pt x="318" y="382"/>
                  </a:lnTo>
                  <a:lnTo>
                    <a:pt x="339" y="421"/>
                  </a:lnTo>
                  <a:lnTo>
                    <a:pt x="336" y="455"/>
                  </a:lnTo>
                  <a:lnTo>
                    <a:pt x="304" y="475"/>
                  </a:lnTo>
                  <a:lnTo>
                    <a:pt x="301" y="490"/>
                  </a:lnTo>
                  <a:lnTo>
                    <a:pt x="324" y="503"/>
                  </a:lnTo>
                  <a:lnTo>
                    <a:pt x="304" y="529"/>
                  </a:lnTo>
                  <a:lnTo>
                    <a:pt x="261" y="548"/>
                  </a:lnTo>
                  <a:lnTo>
                    <a:pt x="176" y="538"/>
                  </a:lnTo>
                  <a:lnTo>
                    <a:pt x="44" y="599"/>
                  </a:lnTo>
                  <a:lnTo>
                    <a:pt x="0" y="576"/>
                  </a:lnTo>
                  <a:lnTo>
                    <a:pt x="126" y="503"/>
                  </a:lnTo>
                  <a:lnTo>
                    <a:pt x="110" y="494"/>
                  </a:lnTo>
                  <a:lnTo>
                    <a:pt x="44" y="488"/>
                  </a:lnTo>
                  <a:lnTo>
                    <a:pt x="84" y="427"/>
                  </a:lnTo>
                  <a:lnTo>
                    <a:pt x="91" y="376"/>
                  </a:lnTo>
                  <a:lnTo>
                    <a:pt x="144" y="370"/>
                  </a:lnTo>
                  <a:lnTo>
                    <a:pt x="135" y="272"/>
                  </a:lnTo>
                  <a:lnTo>
                    <a:pt x="72" y="269"/>
                  </a:lnTo>
                  <a:lnTo>
                    <a:pt x="54" y="247"/>
                  </a:lnTo>
                  <a:lnTo>
                    <a:pt x="57" y="174"/>
                  </a:lnTo>
                  <a:lnTo>
                    <a:pt x="19" y="177"/>
                  </a:lnTo>
                  <a:lnTo>
                    <a:pt x="57" y="50"/>
                  </a:lnTo>
                  <a:lnTo>
                    <a:pt x="126" y="0"/>
                  </a:lnTo>
                  <a:lnTo>
                    <a:pt x="148" y="2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5" name="Freeform 300">
              <a:extLst>
                <a:ext uri="{FF2B5EF4-FFF2-40B4-BE49-F238E27FC236}">
                  <a16:creationId xmlns:a16="http://schemas.microsoft.com/office/drawing/2014/main" id="{09A5946C-8B70-48C1-BD60-24C9464C1EDD}"/>
                </a:ext>
              </a:extLst>
            </p:cNvPr>
            <p:cNvSpPr>
              <a:spLocks/>
            </p:cNvSpPr>
            <p:nvPr/>
          </p:nvSpPr>
          <p:spPr bwMode="auto">
            <a:xfrm>
              <a:off x="5731669" y="2461418"/>
              <a:ext cx="50800" cy="42863"/>
            </a:xfrm>
            <a:custGeom>
              <a:avLst/>
              <a:gdLst>
                <a:gd name="T0" fmla="*/ 60 w 95"/>
                <a:gd name="T1" fmla="*/ 0 h 82"/>
                <a:gd name="T2" fmla="*/ 3 w 95"/>
                <a:gd name="T3" fmla="*/ 6 h 82"/>
                <a:gd name="T4" fmla="*/ 0 w 95"/>
                <a:gd name="T5" fmla="*/ 57 h 82"/>
                <a:gd name="T6" fmla="*/ 38 w 95"/>
                <a:gd name="T7" fmla="*/ 82 h 82"/>
                <a:gd name="T8" fmla="*/ 78 w 95"/>
                <a:gd name="T9" fmla="*/ 73 h 82"/>
                <a:gd name="T10" fmla="*/ 95 w 95"/>
                <a:gd name="T11" fmla="*/ 45 h 82"/>
                <a:gd name="T12" fmla="*/ 60 w 95"/>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95" h="82">
                  <a:moveTo>
                    <a:pt x="60" y="0"/>
                  </a:moveTo>
                  <a:lnTo>
                    <a:pt x="3" y="6"/>
                  </a:lnTo>
                  <a:lnTo>
                    <a:pt x="0" y="57"/>
                  </a:lnTo>
                  <a:lnTo>
                    <a:pt x="38" y="82"/>
                  </a:lnTo>
                  <a:lnTo>
                    <a:pt x="78" y="73"/>
                  </a:lnTo>
                  <a:lnTo>
                    <a:pt x="95" y="45"/>
                  </a:lnTo>
                  <a:lnTo>
                    <a:pt x="6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6" name="Freeform 301">
              <a:extLst>
                <a:ext uri="{FF2B5EF4-FFF2-40B4-BE49-F238E27FC236}">
                  <a16:creationId xmlns:a16="http://schemas.microsoft.com/office/drawing/2014/main" id="{A19208ED-B476-477F-9E49-1899DC01090E}"/>
                </a:ext>
              </a:extLst>
            </p:cNvPr>
            <p:cNvSpPr>
              <a:spLocks/>
            </p:cNvSpPr>
            <p:nvPr/>
          </p:nvSpPr>
          <p:spPr bwMode="auto">
            <a:xfrm>
              <a:off x="5652294" y="2463006"/>
              <a:ext cx="120650" cy="125413"/>
            </a:xfrm>
            <a:custGeom>
              <a:avLst/>
              <a:gdLst>
                <a:gd name="T0" fmla="*/ 229 w 229"/>
                <a:gd name="T1" fmla="*/ 85 h 239"/>
                <a:gd name="T2" fmla="*/ 214 w 229"/>
                <a:gd name="T3" fmla="*/ 188 h 239"/>
                <a:gd name="T4" fmla="*/ 76 w 229"/>
                <a:gd name="T5" fmla="*/ 239 h 239"/>
                <a:gd name="T6" fmla="*/ 32 w 229"/>
                <a:gd name="T7" fmla="*/ 239 h 239"/>
                <a:gd name="T8" fmla="*/ 0 w 229"/>
                <a:gd name="T9" fmla="*/ 216 h 239"/>
                <a:gd name="T10" fmla="*/ 0 w 229"/>
                <a:gd name="T11" fmla="*/ 197 h 239"/>
                <a:gd name="T12" fmla="*/ 70 w 229"/>
                <a:gd name="T13" fmla="*/ 153 h 239"/>
                <a:gd name="T14" fmla="*/ 51 w 229"/>
                <a:gd name="T15" fmla="*/ 115 h 239"/>
                <a:gd name="T16" fmla="*/ 54 w 229"/>
                <a:gd name="T17" fmla="*/ 61 h 239"/>
                <a:gd name="T18" fmla="*/ 114 w 229"/>
                <a:gd name="T19" fmla="*/ 64 h 239"/>
                <a:gd name="T20" fmla="*/ 141 w 229"/>
                <a:gd name="T21" fmla="*/ 0 h 239"/>
                <a:gd name="T22" fmla="*/ 137 w 229"/>
                <a:gd name="T23" fmla="*/ 57 h 239"/>
                <a:gd name="T24" fmla="*/ 184 w 229"/>
                <a:gd name="T25" fmla="*/ 94 h 239"/>
                <a:gd name="T26" fmla="*/ 229 w 229"/>
                <a:gd name="T27" fmla="*/ 8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39">
                  <a:moveTo>
                    <a:pt x="229" y="85"/>
                  </a:moveTo>
                  <a:lnTo>
                    <a:pt x="214" y="188"/>
                  </a:lnTo>
                  <a:lnTo>
                    <a:pt x="76" y="239"/>
                  </a:lnTo>
                  <a:lnTo>
                    <a:pt x="32" y="239"/>
                  </a:lnTo>
                  <a:lnTo>
                    <a:pt x="0" y="216"/>
                  </a:lnTo>
                  <a:lnTo>
                    <a:pt x="0" y="197"/>
                  </a:lnTo>
                  <a:lnTo>
                    <a:pt x="70" y="153"/>
                  </a:lnTo>
                  <a:lnTo>
                    <a:pt x="51" y="115"/>
                  </a:lnTo>
                  <a:lnTo>
                    <a:pt x="54" y="61"/>
                  </a:lnTo>
                  <a:lnTo>
                    <a:pt x="114" y="64"/>
                  </a:lnTo>
                  <a:lnTo>
                    <a:pt x="141" y="0"/>
                  </a:lnTo>
                  <a:lnTo>
                    <a:pt x="137" y="57"/>
                  </a:lnTo>
                  <a:lnTo>
                    <a:pt x="184" y="94"/>
                  </a:lnTo>
                  <a:lnTo>
                    <a:pt x="229" y="8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7" name="Freeform 302">
              <a:extLst>
                <a:ext uri="{FF2B5EF4-FFF2-40B4-BE49-F238E27FC236}">
                  <a16:creationId xmlns:a16="http://schemas.microsoft.com/office/drawing/2014/main" id="{1E9FEDD3-67B0-4475-AF23-56AEC33C00DE}"/>
                </a:ext>
              </a:extLst>
            </p:cNvPr>
            <p:cNvSpPr>
              <a:spLocks/>
            </p:cNvSpPr>
            <p:nvPr/>
          </p:nvSpPr>
          <p:spPr bwMode="auto">
            <a:xfrm>
              <a:off x="6136482" y="1945481"/>
              <a:ext cx="238125" cy="514350"/>
            </a:xfrm>
            <a:custGeom>
              <a:avLst/>
              <a:gdLst>
                <a:gd name="T0" fmla="*/ 311 w 452"/>
                <a:gd name="T1" fmla="*/ 0 h 971"/>
                <a:gd name="T2" fmla="*/ 345 w 452"/>
                <a:gd name="T3" fmla="*/ 31 h 971"/>
                <a:gd name="T4" fmla="*/ 408 w 452"/>
                <a:gd name="T5" fmla="*/ 31 h 971"/>
                <a:gd name="T6" fmla="*/ 442 w 452"/>
                <a:gd name="T7" fmla="*/ 97 h 971"/>
                <a:gd name="T8" fmla="*/ 452 w 452"/>
                <a:gd name="T9" fmla="*/ 211 h 971"/>
                <a:gd name="T10" fmla="*/ 367 w 452"/>
                <a:gd name="T11" fmla="*/ 272 h 971"/>
                <a:gd name="T12" fmla="*/ 367 w 452"/>
                <a:gd name="T13" fmla="*/ 332 h 971"/>
                <a:gd name="T14" fmla="*/ 307 w 452"/>
                <a:gd name="T15" fmla="*/ 414 h 971"/>
                <a:gd name="T16" fmla="*/ 273 w 452"/>
                <a:gd name="T17" fmla="*/ 417 h 971"/>
                <a:gd name="T18" fmla="*/ 226 w 452"/>
                <a:gd name="T19" fmla="*/ 496 h 971"/>
                <a:gd name="T20" fmla="*/ 229 w 452"/>
                <a:gd name="T21" fmla="*/ 572 h 971"/>
                <a:gd name="T22" fmla="*/ 310 w 452"/>
                <a:gd name="T23" fmla="*/ 632 h 971"/>
                <a:gd name="T24" fmla="*/ 304 w 452"/>
                <a:gd name="T25" fmla="*/ 667 h 971"/>
                <a:gd name="T26" fmla="*/ 273 w 452"/>
                <a:gd name="T27" fmla="*/ 714 h 971"/>
                <a:gd name="T28" fmla="*/ 226 w 452"/>
                <a:gd name="T29" fmla="*/ 756 h 971"/>
                <a:gd name="T30" fmla="*/ 229 w 452"/>
                <a:gd name="T31" fmla="*/ 892 h 971"/>
                <a:gd name="T32" fmla="*/ 157 w 452"/>
                <a:gd name="T33" fmla="*/ 917 h 971"/>
                <a:gd name="T34" fmla="*/ 132 w 452"/>
                <a:gd name="T35" fmla="*/ 971 h 971"/>
                <a:gd name="T36" fmla="*/ 97 w 452"/>
                <a:gd name="T37" fmla="*/ 971 h 971"/>
                <a:gd name="T38" fmla="*/ 78 w 452"/>
                <a:gd name="T39" fmla="*/ 876 h 971"/>
                <a:gd name="T40" fmla="*/ 0 w 452"/>
                <a:gd name="T41" fmla="*/ 755 h 971"/>
                <a:gd name="T42" fmla="*/ 64 w 452"/>
                <a:gd name="T43" fmla="*/ 647 h 971"/>
                <a:gd name="T44" fmla="*/ 69 w 452"/>
                <a:gd name="T45" fmla="*/ 380 h 971"/>
                <a:gd name="T46" fmla="*/ 113 w 452"/>
                <a:gd name="T47" fmla="*/ 356 h 971"/>
                <a:gd name="T48" fmla="*/ 123 w 452"/>
                <a:gd name="T49" fmla="*/ 203 h 971"/>
                <a:gd name="T50" fmla="*/ 250 w 452"/>
                <a:gd name="T51" fmla="*/ 21 h 971"/>
                <a:gd name="T52" fmla="*/ 311 w 452"/>
                <a:gd name="T53" fmla="*/ 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2" h="971">
                  <a:moveTo>
                    <a:pt x="311" y="0"/>
                  </a:moveTo>
                  <a:lnTo>
                    <a:pt x="345" y="31"/>
                  </a:lnTo>
                  <a:lnTo>
                    <a:pt x="408" y="31"/>
                  </a:lnTo>
                  <a:lnTo>
                    <a:pt x="442" y="97"/>
                  </a:lnTo>
                  <a:lnTo>
                    <a:pt x="452" y="211"/>
                  </a:lnTo>
                  <a:lnTo>
                    <a:pt x="367" y="272"/>
                  </a:lnTo>
                  <a:lnTo>
                    <a:pt x="367" y="332"/>
                  </a:lnTo>
                  <a:lnTo>
                    <a:pt x="307" y="414"/>
                  </a:lnTo>
                  <a:lnTo>
                    <a:pt x="273" y="417"/>
                  </a:lnTo>
                  <a:lnTo>
                    <a:pt x="226" y="496"/>
                  </a:lnTo>
                  <a:lnTo>
                    <a:pt x="229" y="572"/>
                  </a:lnTo>
                  <a:lnTo>
                    <a:pt x="310" y="632"/>
                  </a:lnTo>
                  <a:lnTo>
                    <a:pt x="304" y="667"/>
                  </a:lnTo>
                  <a:lnTo>
                    <a:pt x="273" y="714"/>
                  </a:lnTo>
                  <a:lnTo>
                    <a:pt x="226" y="756"/>
                  </a:lnTo>
                  <a:lnTo>
                    <a:pt x="229" y="892"/>
                  </a:lnTo>
                  <a:lnTo>
                    <a:pt x="157" y="917"/>
                  </a:lnTo>
                  <a:lnTo>
                    <a:pt x="132" y="971"/>
                  </a:lnTo>
                  <a:lnTo>
                    <a:pt x="97" y="971"/>
                  </a:lnTo>
                  <a:lnTo>
                    <a:pt x="78" y="876"/>
                  </a:lnTo>
                  <a:lnTo>
                    <a:pt x="0" y="755"/>
                  </a:lnTo>
                  <a:lnTo>
                    <a:pt x="64" y="647"/>
                  </a:lnTo>
                  <a:lnTo>
                    <a:pt x="69" y="380"/>
                  </a:lnTo>
                  <a:lnTo>
                    <a:pt x="113" y="356"/>
                  </a:lnTo>
                  <a:lnTo>
                    <a:pt x="123" y="203"/>
                  </a:lnTo>
                  <a:lnTo>
                    <a:pt x="250" y="21"/>
                  </a:lnTo>
                  <a:lnTo>
                    <a:pt x="3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8" name="Freeform 303">
              <a:extLst>
                <a:ext uri="{FF2B5EF4-FFF2-40B4-BE49-F238E27FC236}">
                  <a16:creationId xmlns:a16="http://schemas.microsoft.com/office/drawing/2014/main" id="{7B839BF7-7AB5-4D67-BDEC-AA53B98296C1}"/>
                </a:ext>
              </a:extLst>
            </p:cNvPr>
            <p:cNvSpPr>
              <a:spLocks/>
            </p:cNvSpPr>
            <p:nvPr/>
          </p:nvSpPr>
          <p:spPr bwMode="auto">
            <a:xfrm>
              <a:off x="6306344" y="1889918"/>
              <a:ext cx="238125" cy="392113"/>
            </a:xfrm>
            <a:custGeom>
              <a:avLst/>
              <a:gdLst>
                <a:gd name="T0" fmla="*/ 145 w 451"/>
                <a:gd name="T1" fmla="*/ 318 h 741"/>
                <a:gd name="T2" fmla="*/ 181 w 451"/>
                <a:gd name="T3" fmla="*/ 333 h 741"/>
                <a:gd name="T4" fmla="*/ 203 w 451"/>
                <a:gd name="T5" fmla="*/ 375 h 741"/>
                <a:gd name="T6" fmla="*/ 181 w 451"/>
                <a:gd name="T7" fmla="*/ 403 h 741"/>
                <a:gd name="T8" fmla="*/ 71 w 451"/>
                <a:gd name="T9" fmla="*/ 523 h 741"/>
                <a:gd name="T10" fmla="*/ 52 w 451"/>
                <a:gd name="T11" fmla="*/ 586 h 741"/>
                <a:gd name="T12" fmla="*/ 77 w 451"/>
                <a:gd name="T13" fmla="*/ 678 h 741"/>
                <a:gd name="T14" fmla="*/ 163 w 451"/>
                <a:gd name="T15" fmla="*/ 741 h 741"/>
                <a:gd name="T16" fmla="*/ 275 w 451"/>
                <a:gd name="T17" fmla="*/ 687 h 741"/>
                <a:gd name="T18" fmla="*/ 367 w 451"/>
                <a:gd name="T19" fmla="*/ 675 h 741"/>
                <a:gd name="T20" fmla="*/ 451 w 451"/>
                <a:gd name="T21" fmla="*/ 539 h 741"/>
                <a:gd name="T22" fmla="*/ 389 w 451"/>
                <a:gd name="T23" fmla="*/ 390 h 741"/>
                <a:gd name="T24" fmla="*/ 329 w 451"/>
                <a:gd name="T25" fmla="*/ 248 h 741"/>
                <a:gd name="T26" fmla="*/ 338 w 451"/>
                <a:gd name="T27" fmla="*/ 155 h 741"/>
                <a:gd name="T28" fmla="*/ 301 w 451"/>
                <a:gd name="T29" fmla="*/ 149 h 741"/>
                <a:gd name="T30" fmla="*/ 291 w 451"/>
                <a:gd name="T31" fmla="*/ 82 h 741"/>
                <a:gd name="T32" fmla="*/ 240 w 451"/>
                <a:gd name="T33" fmla="*/ 0 h 741"/>
                <a:gd name="T34" fmla="*/ 184 w 451"/>
                <a:gd name="T35" fmla="*/ 39 h 741"/>
                <a:gd name="T36" fmla="*/ 162 w 451"/>
                <a:gd name="T37" fmla="*/ 129 h 741"/>
                <a:gd name="T38" fmla="*/ 102 w 451"/>
                <a:gd name="T39" fmla="*/ 92 h 741"/>
                <a:gd name="T40" fmla="*/ 20 w 451"/>
                <a:gd name="T41" fmla="*/ 73 h 741"/>
                <a:gd name="T42" fmla="*/ 0 w 451"/>
                <a:gd name="T43" fmla="*/ 94 h 741"/>
                <a:gd name="T44" fmla="*/ 33 w 451"/>
                <a:gd name="T45" fmla="*/ 123 h 741"/>
                <a:gd name="T46" fmla="*/ 91 w 451"/>
                <a:gd name="T47" fmla="*/ 122 h 741"/>
                <a:gd name="T48" fmla="*/ 137 w 451"/>
                <a:gd name="T49" fmla="*/ 198 h 741"/>
                <a:gd name="T50" fmla="*/ 145 w 451"/>
                <a:gd name="T51" fmla="*/ 318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1" h="741">
                  <a:moveTo>
                    <a:pt x="145" y="318"/>
                  </a:moveTo>
                  <a:lnTo>
                    <a:pt x="181" y="333"/>
                  </a:lnTo>
                  <a:lnTo>
                    <a:pt x="203" y="375"/>
                  </a:lnTo>
                  <a:lnTo>
                    <a:pt x="181" y="403"/>
                  </a:lnTo>
                  <a:lnTo>
                    <a:pt x="71" y="523"/>
                  </a:lnTo>
                  <a:lnTo>
                    <a:pt x="52" y="586"/>
                  </a:lnTo>
                  <a:lnTo>
                    <a:pt x="77" y="678"/>
                  </a:lnTo>
                  <a:lnTo>
                    <a:pt x="163" y="741"/>
                  </a:lnTo>
                  <a:lnTo>
                    <a:pt x="275" y="687"/>
                  </a:lnTo>
                  <a:lnTo>
                    <a:pt x="367" y="675"/>
                  </a:lnTo>
                  <a:lnTo>
                    <a:pt x="451" y="539"/>
                  </a:lnTo>
                  <a:lnTo>
                    <a:pt x="389" y="390"/>
                  </a:lnTo>
                  <a:lnTo>
                    <a:pt x="329" y="248"/>
                  </a:lnTo>
                  <a:lnTo>
                    <a:pt x="338" y="155"/>
                  </a:lnTo>
                  <a:lnTo>
                    <a:pt x="301" y="149"/>
                  </a:lnTo>
                  <a:lnTo>
                    <a:pt x="291" y="82"/>
                  </a:lnTo>
                  <a:lnTo>
                    <a:pt x="240" y="0"/>
                  </a:lnTo>
                  <a:lnTo>
                    <a:pt x="184" y="39"/>
                  </a:lnTo>
                  <a:lnTo>
                    <a:pt x="162" y="129"/>
                  </a:lnTo>
                  <a:lnTo>
                    <a:pt x="102" y="92"/>
                  </a:lnTo>
                  <a:lnTo>
                    <a:pt x="20" y="73"/>
                  </a:lnTo>
                  <a:lnTo>
                    <a:pt x="0" y="94"/>
                  </a:lnTo>
                  <a:lnTo>
                    <a:pt x="33" y="123"/>
                  </a:lnTo>
                  <a:lnTo>
                    <a:pt x="91" y="122"/>
                  </a:lnTo>
                  <a:lnTo>
                    <a:pt x="137" y="198"/>
                  </a:lnTo>
                  <a:lnTo>
                    <a:pt x="145" y="31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39" name="Freeform 304">
              <a:extLst>
                <a:ext uri="{FF2B5EF4-FFF2-40B4-BE49-F238E27FC236}">
                  <a16:creationId xmlns:a16="http://schemas.microsoft.com/office/drawing/2014/main" id="{8A86E67A-DEDE-4C47-BC1E-77585A2718D5}"/>
                </a:ext>
              </a:extLst>
            </p:cNvPr>
            <p:cNvSpPr>
              <a:spLocks/>
            </p:cNvSpPr>
            <p:nvPr/>
          </p:nvSpPr>
          <p:spPr bwMode="auto">
            <a:xfrm>
              <a:off x="6423819" y="2359818"/>
              <a:ext cx="82550" cy="69850"/>
            </a:xfrm>
            <a:custGeom>
              <a:avLst/>
              <a:gdLst>
                <a:gd name="T0" fmla="*/ 117 w 156"/>
                <a:gd name="T1" fmla="*/ 20 h 132"/>
                <a:gd name="T2" fmla="*/ 0 w 156"/>
                <a:gd name="T3" fmla="*/ 0 h 132"/>
                <a:gd name="T4" fmla="*/ 3 w 156"/>
                <a:gd name="T5" fmla="*/ 65 h 132"/>
                <a:gd name="T6" fmla="*/ 111 w 156"/>
                <a:gd name="T7" fmla="*/ 132 h 132"/>
                <a:gd name="T8" fmla="*/ 156 w 156"/>
                <a:gd name="T9" fmla="*/ 119 h 132"/>
                <a:gd name="T10" fmla="*/ 153 w 156"/>
                <a:gd name="T11" fmla="*/ 69 h 132"/>
                <a:gd name="T12" fmla="*/ 117 w 156"/>
                <a:gd name="T13" fmla="*/ 20 h 132"/>
              </a:gdLst>
              <a:ahLst/>
              <a:cxnLst>
                <a:cxn ang="0">
                  <a:pos x="T0" y="T1"/>
                </a:cxn>
                <a:cxn ang="0">
                  <a:pos x="T2" y="T3"/>
                </a:cxn>
                <a:cxn ang="0">
                  <a:pos x="T4" y="T5"/>
                </a:cxn>
                <a:cxn ang="0">
                  <a:pos x="T6" y="T7"/>
                </a:cxn>
                <a:cxn ang="0">
                  <a:pos x="T8" y="T9"/>
                </a:cxn>
                <a:cxn ang="0">
                  <a:pos x="T10" y="T11"/>
                </a:cxn>
                <a:cxn ang="0">
                  <a:pos x="T12" y="T13"/>
                </a:cxn>
              </a:cxnLst>
              <a:rect l="0" t="0" r="r" b="b"/>
              <a:pathLst>
                <a:path w="156" h="132">
                  <a:moveTo>
                    <a:pt x="117" y="20"/>
                  </a:moveTo>
                  <a:lnTo>
                    <a:pt x="0" y="0"/>
                  </a:lnTo>
                  <a:lnTo>
                    <a:pt x="3" y="65"/>
                  </a:lnTo>
                  <a:lnTo>
                    <a:pt x="111" y="132"/>
                  </a:lnTo>
                  <a:lnTo>
                    <a:pt x="156" y="119"/>
                  </a:lnTo>
                  <a:lnTo>
                    <a:pt x="153" y="69"/>
                  </a:lnTo>
                  <a:lnTo>
                    <a:pt x="117"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0" name="Freeform 305">
              <a:extLst>
                <a:ext uri="{FF2B5EF4-FFF2-40B4-BE49-F238E27FC236}">
                  <a16:creationId xmlns:a16="http://schemas.microsoft.com/office/drawing/2014/main" id="{1F97DBB6-B6EB-4C1C-A282-E3C84D67EE0A}"/>
                </a:ext>
              </a:extLst>
            </p:cNvPr>
            <p:cNvSpPr>
              <a:spLocks/>
            </p:cNvSpPr>
            <p:nvPr/>
          </p:nvSpPr>
          <p:spPr bwMode="auto">
            <a:xfrm>
              <a:off x="6360319" y="2336006"/>
              <a:ext cx="26988" cy="17463"/>
            </a:xfrm>
            <a:custGeom>
              <a:avLst/>
              <a:gdLst>
                <a:gd name="T0" fmla="*/ 41 w 51"/>
                <a:gd name="T1" fmla="*/ 1 h 33"/>
                <a:gd name="T2" fmla="*/ 15 w 51"/>
                <a:gd name="T3" fmla="*/ 0 h 33"/>
                <a:gd name="T4" fmla="*/ 0 w 51"/>
                <a:gd name="T5" fmla="*/ 15 h 33"/>
                <a:gd name="T6" fmla="*/ 11 w 51"/>
                <a:gd name="T7" fmla="*/ 31 h 33"/>
                <a:gd name="T8" fmla="*/ 37 w 51"/>
                <a:gd name="T9" fmla="*/ 33 h 33"/>
                <a:gd name="T10" fmla="*/ 51 w 51"/>
                <a:gd name="T11" fmla="*/ 13 h 33"/>
                <a:gd name="T12" fmla="*/ 41 w 51"/>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51" h="33">
                  <a:moveTo>
                    <a:pt x="41" y="1"/>
                  </a:moveTo>
                  <a:lnTo>
                    <a:pt x="15" y="0"/>
                  </a:lnTo>
                  <a:lnTo>
                    <a:pt x="0" y="15"/>
                  </a:lnTo>
                  <a:lnTo>
                    <a:pt x="11" y="31"/>
                  </a:lnTo>
                  <a:lnTo>
                    <a:pt x="37" y="33"/>
                  </a:lnTo>
                  <a:lnTo>
                    <a:pt x="51" y="13"/>
                  </a:lnTo>
                  <a:lnTo>
                    <a:pt x="41" y="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1" name="Freeform 306">
              <a:extLst>
                <a:ext uri="{FF2B5EF4-FFF2-40B4-BE49-F238E27FC236}">
                  <a16:creationId xmlns:a16="http://schemas.microsoft.com/office/drawing/2014/main" id="{F09F9A6C-7B64-4A6E-8736-36E3E2FCA92D}"/>
                </a:ext>
              </a:extLst>
            </p:cNvPr>
            <p:cNvSpPr>
              <a:spLocks/>
            </p:cNvSpPr>
            <p:nvPr/>
          </p:nvSpPr>
          <p:spPr bwMode="auto">
            <a:xfrm>
              <a:off x="6342857" y="2372518"/>
              <a:ext cx="53975" cy="46038"/>
            </a:xfrm>
            <a:custGeom>
              <a:avLst/>
              <a:gdLst>
                <a:gd name="T0" fmla="*/ 71 w 102"/>
                <a:gd name="T1" fmla="*/ 3 h 88"/>
                <a:gd name="T2" fmla="*/ 46 w 102"/>
                <a:gd name="T3" fmla="*/ 0 h 88"/>
                <a:gd name="T4" fmla="*/ 0 w 102"/>
                <a:gd name="T5" fmla="*/ 54 h 88"/>
                <a:gd name="T6" fmla="*/ 0 w 102"/>
                <a:gd name="T7" fmla="*/ 81 h 88"/>
                <a:gd name="T8" fmla="*/ 16 w 102"/>
                <a:gd name="T9" fmla="*/ 87 h 88"/>
                <a:gd name="T10" fmla="*/ 45 w 102"/>
                <a:gd name="T11" fmla="*/ 88 h 88"/>
                <a:gd name="T12" fmla="*/ 95 w 102"/>
                <a:gd name="T13" fmla="*/ 47 h 88"/>
                <a:gd name="T14" fmla="*/ 102 w 102"/>
                <a:gd name="T15" fmla="*/ 33 h 88"/>
                <a:gd name="T16" fmla="*/ 71 w 102"/>
                <a:gd name="T17" fmla="*/ 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88">
                  <a:moveTo>
                    <a:pt x="71" y="3"/>
                  </a:moveTo>
                  <a:lnTo>
                    <a:pt x="46" y="0"/>
                  </a:lnTo>
                  <a:lnTo>
                    <a:pt x="0" y="54"/>
                  </a:lnTo>
                  <a:lnTo>
                    <a:pt x="0" y="81"/>
                  </a:lnTo>
                  <a:lnTo>
                    <a:pt x="16" y="87"/>
                  </a:lnTo>
                  <a:lnTo>
                    <a:pt x="45" y="88"/>
                  </a:lnTo>
                  <a:lnTo>
                    <a:pt x="95" y="47"/>
                  </a:lnTo>
                  <a:lnTo>
                    <a:pt x="102" y="33"/>
                  </a:lnTo>
                  <a:lnTo>
                    <a:pt x="71" y="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2" name="Freeform 307">
              <a:extLst>
                <a:ext uri="{FF2B5EF4-FFF2-40B4-BE49-F238E27FC236}">
                  <a16:creationId xmlns:a16="http://schemas.microsoft.com/office/drawing/2014/main" id="{237D395A-60FA-495E-8EC1-D686F4FE4701}"/>
                </a:ext>
              </a:extLst>
            </p:cNvPr>
            <p:cNvSpPr>
              <a:spLocks/>
            </p:cNvSpPr>
            <p:nvPr/>
          </p:nvSpPr>
          <p:spPr bwMode="auto">
            <a:xfrm>
              <a:off x="6338094" y="2399506"/>
              <a:ext cx="139700" cy="98425"/>
            </a:xfrm>
            <a:custGeom>
              <a:avLst/>
              <a:gdLst>
                <a:gd name="T0" fmla="*/ 153 w 265"/>
                <a:gd name="T1" fmla="*/ 1 h 186"/>
                <a:gd name="T2" fmla="*/ 117 w 265"/>
                <a:gd name="T3" fmla="*/ 0 h 186"/>
                <a:gd name="T4" fmla="*/ 66 w 265"/>
                <a:gd name="T5" fmla="*/ 49 h 186"/>
                <a:gd name="T6" fmla="*/ 24 w 265"/>
                <a:gd name="T7" fmla="*/ 49 h 186"/>
                <a:gd name="T8" fmla="*/ 27 w 265"/>
                <a:gd name="T9" fmla="*/ 109 h 186"/>
                <a:gd name="T10" fmla="*/ 0 w 265"/>
                <a:gd name="T11" fmla="*/ 157 h 186"/>
                <a:gd name="T12" fmla="*/ 93 w 265"/>
                <a:gd name="T13" fmla="*/ 158 h 186"/>
                <a:gd name="T14" fmla="*/ 120 w 265"/>
                <a:gd name="T15" fmla="*/ 154 h 186"/>
                <a:gd name="T16" fmla="*/ 146 w 265"/>
                <a:gd name="T17" fmla="*/ 186 h 186"/>
                <a:gd name="T18" fmla="*/ 207 w 265"/>
                <a:gd name="T19" fmla="*/ 183 h 186"/>
                <a:gd name="T20" fmla="*/ 265 w 265"/>
                <a:gd name="T21" fmla="*/ 109 h 186"/>
                <a:gd name="T22" fmla="*/ 262 w 265"/>
                <a:gd name="T23" fmla="*/ 65 h 186"/>
                <a:gd name="T24" fmla="*/ 153 w 265"/>
                <a:gd name="T25" fmla="*/ 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186">
                  <a:moveTo>
                    <a:pt x="153" y="1"/>
                  </a:moveTo>
                  <a:lnTo>
                    <a:pt x="117" y="0"/>
                  </a:lnTo>
                  <a:lnTo>
                    <a:pt x="66" y="49"/>
                  </a:lnTo>
                  <a:lnTo>
                    <a:pt x="24" y="49"/>
                  </a:lnTo>
                  <a:lnTo>
                    <a:pt x="27" y="109"/>
                  </a:lnTo>
                  <a:lnTo>
                    <a:pt x="0" y="157"/>
                  </a:lnTo>
                  <a:lnTo>
                    <a:pt x="93" y="158"/>
                  </a:lnTo>
                  <a:lnTo>
                    <a:pt x="120" y="154"/>
                  </a:lnTo>
                  <a:lnTo>
                    <a:pt x="146" y="186"/>
                  </a:lnTo>
                  <a:lnTo>
                    <a:pt x="207" y="183"/>
                  </a:lnTo>
                  <a:lnTo>
                    <a:pt x="265" y="109"/>
                  </a:lnTo>
                  <a:lnTo>
                    <a:pt x="262" y="65"/>
                  </a:lnTo>
                  <a:lnTo>
                    <a:pt x="153" y="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3" name="Freeform 308">
              <a:extLst>
                <a:ext uri="{FF2B5EF4-FFF2-40B4-BE49-F238E27FC236}">
                  <a16:creationId xmlns:a16="http://schemas.microsoft.com/office/drawing/2014/main" id="{9848A023-BCAA-4D09-AD99-13E608A5C335}"/>
                </a:ext>
              </a:extLst>
            </p:cNvPr>
            <p:cNvSpPr>
              <a:spLocks/>
            </p:cNvSpPr>
            <p:nvPr/>
          </p:nvSpPr>
          <p:spPr bwMode="auto">
            <a:xfrm>
              <a:off x="6417469" y="2429668"/>
              <a:ext cx="193675" cy="146050"/>
            </a:xfrm>
            <a:custGeom>
              <a:avLst/>
              <a:gdLst>
                <a:gd name="T0" fmla="*/ 0 w 364"/>
                <a:gd name="T1" fmla="*/ 143 h 278"/>
                <a:gd name="T2" fmla="*/ 26 w 364"/>
                <a:gd name="T3" fmla="*/ 186 h 278"/>
                <a:gd name="T4" fmla="*/ 16 w 364"/>
                <a:gd name="T5" fmla="*/ 220 h 278"/>
                <a:gd name="T6" fmla="*/ 18 w 364"/>
                <a:gd name="T7" fmla="*/ 247 h 278"/>
                <a:gd name="T8" fmla="*/ 27 w 364"/>
                <a:gd name="T9" fmla="*/ 278 h 278"/>
                <a:gd name="T10" fmla="*/ 80 w 364"/>
                <a:gd name="T11" fmla="*/ 248 h 278"/>
                <a:gd name="T12" fmla="*/ 146 w 364"/>
                <a:gd name="T13" fmla="*/ 250 h 278"/>
                <a:gd name="T14" fmla="*/ 192 w 364"/>
                <a:gd name="T15" fmla="*/ 269 h 278"/>
                <a:gd name="T16" fmla="*/ 309 w 364"/>
                <a:gd name="T17" fmla="*/ 269 h 278"/>
                <a:gd name="T18" fmla="*/ 343 w 364"/>
                <a:gd name="T19" fmla="*/ 187 h 278"/>
                <a:gd name="T20" fmla="*/ 364 w 364"/>
                <a:gd name="T21" fmla="*/ 156 h 278"/>
                <a:gd name="T22" fmla="*/ 364 w 364"/>
                <a:gd name="T23" fmla="*/ 135 h 278"/>
                <a:gd name="T24" fmla="*/ 291 w 364"/>
                <a:gd name="T25" fmla="*/ 32 h 278"/>
                <a:gd name="T26" fmla="*/ 226 w 364"/>
                <a:gd name="T27" fmla="*/ 6 h 278"/>
                <a:gd name="T28" fmla="*/ 172 w 364"/>
                <a:gd name="T29" fmla="*/ 0 h 278"/>
                <a:gd name="T30" fmla="*/ 126 w 364"/>
                <a:gd name="T31" fmla="*/ 14 h 278"/>
                <a:gd name="T32" fmla="*/ 127 w 364"/>
                <a:gd name="T33" fmla="*/ 61 h 278"/>
                <a:gd name="T34" fmla="*/ 63 w 364"/>
                <a:gd name="T35" fmla="*/ 142 h 278"/>
                <a:gd name="T36" fmla="*/ 0 w 364"/>
                <a:gd name="T37" fmla="*/ 143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4" h="278">
                  <a:moveTo>
                    <a:pt x="0" y="143"/>
                  </a:moveTo>
                  <a:lnTo>
                    <a:pt x="26" y="186"/>
                  </a:lnTo>
                  <a:lnTo>
                    <a:pt x="16" y="220"/>
                  </a:lnTo>
                  <a:lnTo>
                    <a:pt x="18" y="247"/>
                  </a:lnTo>
                  <a:lnTo>
                    <a:pt x="27" y="278"/>
                  </a:lnTo>
                  <a:lnTo>
                    <a:pt x="80" y="248"/>
                  </a:lnTo>
                  <a:lnTo>
                    <a:pt x="146" y="250"/>
                  </a:lnTo>
                  <a:lnTo>
                    <a:pt x="192" y="269"/>
                  </a:lnTo>
                  <a:lnTo>
                    <a:pt x="309" y="269"/>
                  </a:lnTo>
                  <a:lnTo>
                    <a:pt x="343" y="187"/>
                  </a:lnTo>
                  <a:lnTo>
                    <a:pt x="364" y="156"/>
                  </a:lnTo>
                  <a:lnTo>
                    <a:pt x="364" y="135"/>
                  </a:lnTo>
                  <a:lnTo>
                    <a:pt x="291" y="32"/>
                  </a:lnTo>
                  <a:lnTo>
                    <a:pt x="226" y="6"/>
                  </a:lnTo>
                  <a:lnTo>
                    <a:pt x="172" y="0"/>
                  </a:lnTo>
                  <a:lnTo>
                    <a:pt x="126" y="14"/>
                  </a:lnTo>
                  <a:lnTo>
                    <a:pt x="127" y="61"/>
                  </a:lnTo>
                  <a:lnTo>
                    <a:pt x="63" y="142"/>
                  </a:lnTo>
                  <a:lnTo>
                    <a:pt x="0" y="14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4" name="Freeform 309">
              <a:extLst>
                <a:ext uri="{FF2B5EF4-FFF2-40B4-BE49-F238E27FC236}">
                  <a16:creationId xmlns:a16="http://schemas.microsoft.com/office/drawing/2014/main" id="{F57F4E61-2518-42D0-BBE9-81857CE23A49}"/>
                </a:ext>
              </a:extLst>
            </p:cNvPr>
            <p:cNvSpPr>
              <a:spLocks/>
            </p:cNvSpPr>
            <p:nvPr/>
          </p:nvSpPr>
          <p:spPr bwMode="auto">
            <a:xfrm>
              <a:off x="6222207" y="2470943"/>
              <a:ext cx="212725" cy="190500"/>
            </a:xfrm>
            <a:custGeom>
              <a:avLst/>
              <a:gdLst>
                <a:gd name="T0" fmla="*/ 383 w 401"/>
                <a:gd name="T1" fmla="*/ 210 h 360"/>
                <a:gd name="T2" fmla="*/ 398 w 401"/>
                <a:gd name="T3" fmla="*/ 237 h 360"/>
                <a:gd name="T4" fmla="*/ 401 w 401"/>
                <a:gd name="T5" fmla="*/ 265 h 360"/>
                <a:gd name="T6" fmla="*/ 389 w 401"/>
                <a:gd name="T7" fmla="*/ 293 h 360"/>
                <a:gd name="T8" fmla="*/ 361 w 401"/>
                <a:gd name="T9" fmla="*/ 346 h 360"/>
                <a:gd name="T10" fmla="*/ 338 w 401"/>
                <a:gd name="T11" fmla="*/ 356 h 360"/>
                <a:gd name="T12" fmla="*/ 309 w 401"/>
                <a:gd name="T13" fmla="*/ 343 h 360"/>
                <a:gd name="T14" fmla="*/ 290 w 401"/>
                <a:gd name="T15" fmla="*/ 344 h 360"/>
                <a:gd name="T16" fmla="*/ 247 w 401"/>
                <a:gd name="T17" fmla="*/ 360 h 360"/>
                <a:gd name="T18" fmla="*/ 197 w 401"/>
                <a:gd name="T19" fmla="*/ 346 h 360"/>
                <a:gd name="T20" fmla="*/ 117 w 401"/>
                <a:gd name="T21" fmla="*/ 289 h 360"/>
                <a:gd name="T22" fmla="*/ 38 w 401"/>
                <a:gd name="T23" fmla="*/ 246 h 360"/>
                <a:gd name="T24" fmla="*/ 6 w 401"/>
                <a:gd name="T25" fmla="*/ 197 h 360"/>
                <a:gd name="T26" fmla="*/ 0 w 401"/>
                <a:gd name="T27" fmla="*/ 84 h 360"/>
                <a:gd name="T28" fmla="*/ 62 w 401"/>
                <a:gd name="T29" fmla="*/ 30 h 360"/>
                <a:gd name="T30" fmla="*/ 142 w 401"/>
                <a:gd name="T31" fmla="*/ 3 h 360"/>
                <a:gd name="T32" fmla="*/ 173 w 401"/>
                <a:gd name="T33" fmla="*/ 0 h 360"/>
                <a:gd name="T34" fmla="*/ 160 w 401"/>
                <a:gd name="T35" fmla="*/ 24 h 360"/>
                <a:gd name="T36" fmla="*/ 167 w 401"/>
                <a:gd name="T37" fmla="*/ 34 h 360"/>
                <a:gd name="T38" fmla="*/ 303 w 401"/>
                <a:gd name="T39" fmla="*/ 36 h 360"/>
                <a:gd name="T40" fmla="*/ 333 w 401"/>
                <a:gd name="T41" fmla="*/ 35 h 360"/>
                <a:gd name="T42" fmla="*/ 381 w 401"/>
                <a:gd name="T43" fmla="*/ 109 h 360"/>
                <a:gd name="T44" fmla="*/ 368 w 401"/>
                <a:gd name="T45" fmla="*/ 138 h 360"/>
                <a:gd name="T46" fmla="*/ 373 w 401"/>
                <a:gd name="T47" fmla="*/ 174 h 360"/>
                <a:gd name="T48" fmla="*/ 383 w 401"/>
                <a:gd name="T49" fmla="*/ 21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1" h="360">
                  <a:moveTo>
                    <a:pt x="383" y="210"/>
                  </a:moveTo>
                  <a:lnTo>
                    <a:pt x="398" y="237"/>
                  </a:lnTo>
                  <a:lnTo>
                    <a:pt x="401" y="265"/>
                  </a:lnTo>
                  <a:lnTo>
                    <a:pt x="389" y="293"/>
                  </a:lnTo>
                  <a:lnTo>
                    <a:pt x="361" y="346"/>
                  </a:lnTo>
                  <a:lnTo>
                    <a:pt x="338" y="356"/>
                  </a:lnTo>
                  <a:lnTo>
                    <a:pt x="309" y="343"/>
                  </a:lnTo>
                  <a:lnTo>
                    <a:pt x="290" y="344"/>
                  </a:lnTo>
                  <a:lnTo>
                    <a:pt x="247" y="360"/>
                  </a:lnTo>
                  <a:lnTo>
                    <a:pt x="197" y="346"/>
                  </a:lnTo>
                  <a:lnTo>
                    <a:pt x="117" y="289"/>
                  </a:lnTo>
                  <a:lnTo>
                    <a:pt x="38" y="246"/>
                  </a:lnTo>
                  <a:lnTo>
                    <a:pt x="6" y="197"/>
                  </a:lnTo>
                  <a:lnTo>
                    <a:pt x="0" y="84"/>
                  </a:lnTo>
                  <a:lnTo>
                    <a:pt x="62" y="30"/>
                  </a:lnTo>
                  <a:lnTo>
                    <a:pt x="142" y="3"/>
                  </a:lnTo>
                  <a:lnTo>
                    <a:pt x="173" y="0"/>
                  </a:lnTo>
                  <a:lnTo>
                    <a:pt x="160" y="24"/>
                  </a:lnTo>
                  <a:lnTo>
                    <a:pt x="167" y="34"/>
                  </a:lnTo>
                  <a:lnTo>
                    <a:pt x="303" y="36"/>
                  </a:lnTo>
                  <a:lnTo>
                    <a:pt x="333" y="35"/>
                  </a:lnTo>
                  <a:lnTo>
                    <a:pt x="381" y="109"/>
                  </a:lnTo>
                  <a:lnTo>
                    <a:pt x="368" y="138"/>
                  </a:lnTo>
                  <a:lnTo>
                    <a:pt x="373" y="174"/>
                  </a:lnTo>
                  <a:lnTo>
                    <a:pt x="383" y="21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5" name="Freeform 310">
              <a:extLst>
                <a:ext uri="{FF2B5EF4-FFF2-40B4-BE49-F238E27FC236}">
                  <a16:creationId xmlns:a16="http://schemas.microsoft.com/office/drawing/2014/main" id="{34518D47-1F08-46DF-9560-DB4171D7550C}"/>
                </a:ext>
              </a:extLst>
            </p:cNvPr>
            <p:cNvSpPr>
              <a:spLocks/>
            </p:cNvSpPr>
            <p:nvPr/>
          </p:nvSpPr>
          <p:spPr bwMode="auto">
            <a:xfrm>
              <a:off x="5690394" y="2845593"/>
              <a:ext cx="276225" cy="227013"/>
            </a:xfrm>
            <a:custGeom>
              <a:avLst/>
              <a:gdLst>
                <a:gd name="T0" fmla="*/ 310 w 524"/>
                <a:gd name="T1" fmla="*/ 19 h 430"/>
                <a:gd name="T2" fmla="*/ 92 w 524"/>
                <a:gd name="T3" fmla="*/ 19 h 430"/>
                <a:gd name="T4" fmla="*/ 47 w 524"/>
                <a:gd name="T5" fmla="*/ 0 h 430"/>
                <a:gd name="T6" fmla="*/ 26 w 524"/>
                <a:gd name="T7" fmla="*/ 1 h 430"/>
                <a:gd name="T8" fmla="*/ 0 w 524"/>
                <a:gd name="T9" fmla="*/ 55 h 430"/>
                <a:gd name="T10" fmla="*/ 9 w 524"/>
                <a:gd name="T11" fmla="*/ 110 h 430"/>
                <a:gd name="T12" fmla="*/ 93 w 524"/>
                <a:gd name="T13" fmla="*/ 118 h 430"/>
                <a:gd name="T14" fmla="*/ 104 w 524"/>
                <a:gd name="T15" fmla="*/ 152 h 430"/>
                <a:gd name="T16" fmla="*/ 67 w 524"/>
                <a:gd name="T17" fmla="*/ 357 h 430"/>
                <a:gd name="T18" fmla="*/ 68 w 524"/>
                <a:gd name="T19" fmla="*/ 394 h 430"/>
                <a:gd name="T20" fmla="*/ 127 w 524"/>
                <a:gd name="T21" fmla="*/ 426 h 430"/>
                <a:gd name="T22" fmla="*/ 196 w 524"/>
                <a:gd name="T23" fmla="*/ 430 h 430"/>
                <a:gd name="T24" fmla="*/ 332 w 524"/>
                <a:gd name="T25" fmla="*/ 397 h 430"/>
                <a:gd name="T26" fmla="*/ 399 w 524"/>
                <a:gd name="T27" fmla="*/ 313 h 430"/>
                <a:gd name="T28" fmla="*/ 400 w 524"/>
                <a:gd name="T29" fmla="*/ 227 h 430"/>
                <a:gd name="T30" fmla="*/ 519 w 524"/>
                <a:gd name="T31" fmla="*/ 121 h 430"/>
                <a:gd name="T32" fmla="*/ 524 w 524"/>
                <a:gd name="T33" fmla="*/ 73 h 430"/>
                <a:gd name="T34" fmla="*/ 416 w 524"/>
                <a:gd name="T35" fmla="*/ 72 h 430"/>
                <a:gd name="T36" fmla="*/ 310 w 524"/>
                <a:gd name="T37" fmla="*/ 1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4" h="430">
                  <a:moveTo>
                    <a:pt x="310" y="19"/>
                  </a:moveTo>
                  <a:lnTo>
                    <a:pt x="92" y="19"/>
                  </a:lnTo>
                  <a:lnTo>
                    <a:pt x="47" y="0"/>
                  </a:lnTo>
                  <a:lnTo>
                    <a:pt x="26" y="1"/>
                  </a:lnTo>
                  <a:lnTo>
                    <a:pt x="0" y="55"/>
                  </a:lnTo>
                  <a:lnTo>
                    <a:pt x="9" y="110"/>
                  </a:lnTo>
                  <a:lnTo>
                    <a:pt x="93" y="118"/>
                  </a:lnTo>
                  <a:lnTo>
                    <a:pt x="104" y="152"/>
                  </a:lnTo>
                  <a:lnTo>
                    <a:pt x="67" y="357"/>
                  </a:lnTo>
                  <a:lnTo>
                    <a:pt x="68" y="394"/>
                  </a:lnTo>
                  <a:lnTo>
                    <a:pt x="127" y="426"/>
                  </a:lnTo>
                  <a:lnTo>
                    <a:pt x="196" y="430"/>
                  </a:lnTo>
                  <a:lnTo>
                    <a:pt x="332" y="397"/>
                  </a:lnTo>
                  <a:lnTo>
                    <a:pt x="399" y="313"/>
                  </a:lnTo>
                  <a:lnTo>
                    <a:pt x="400" y="227"/>
                  </a:lnTo>
                  <a:lnTo>
                    <a:pt x="519" y="121"/>
                  </a:lnTo>
                  <a:lnTo>
                    <a:pt x="524" y="73"/>
                  </a:lnTo>
                  <a:lnTo>
                    <a:pt x="416" y="72"/>
                  </a:lnTo>
                  <a:lnTo>
                    <a:pt x="310" y="1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6" name="Freeform 311">
              <a:extLst>
                <a:ext uri="{FF2B5EF4-FFF2-40B4-BE49-F238E27FC236}">
                  <a16:creationId xmlns:a16="http://schemas.microsoft.com/office/drawing/2014/main" id="{8EDEABCC-F58C-4C7A-8B44-A43B45DF125D}"/>
                </a:ext>
              </a:extLst>
            </p:cNvPr>
            <p:cNvSpPr>
              <a:spLocks/>
            </p:cNvSpPr>
            <p:nvPr/>
          </p:nvSpPr>
          <p:spPr bwMode="auto">
            <a:xfrm>
              <a:off x="5674519" y="2912268"/>
              <a:ext cx="61913" cy="147638"/>
            </a:xfrm>
            <a:custGeom>
              <a:avLst/>
              <a:gdLst>
                <a:gd name="T0" fmla="*/ 40 w 118"/>
                <a:gd name="T1" fmla="*/ 0 h 278"/>
                <a:gd name="T2" fmla="*/ 30 w 118"/>
                <a:gd name="T3" fmla="*/ 148 h 278"/>
                <a:gd name="T4" fmla="*/ 0 w 118"/>
                <a:gd name="T5" fmla="*/ 175 h 278"/>
                <a:gd name="T6" fmla="*/ 3 w 118"/>
                <a:gd name="T7" fmla="*/ 192 h 278"/>
                <a:gd name="T8" fmla="*/ 24 w 118"/>
                <a:gd name="T9" fmla="*/ 227 h 278"/>
                <a:gd name="T10" fmla="*/ 11 w 118"/>
                <a:gd name="T11" fmla="*/ 270 h 278"/>
                <a:gd name="T12" fmla="*/ 33 w 118"/>
                <a:gd name="T13" fmla="*/ 278 h 278"/>
                <a:gd name="T14" fmla="*/ 86 w 118"/>
                <a:gd name="T15" fmla="*/ 272 h 278"/>
                <a:gd name="T16" fmla="*/ 83 w 118"/>
                <a:gd name="T17" fmla="*/ 228 h 278"/>
                <a:gd name="T18" fmla="*/ 118 w 118"/>
                <a:gd name="T19" fmla="*/ 30 h 278"/>
                <a:gd name="T20" fmla="*/ 110 w 118"/>
                <a:gd name="T21" fmla="*/ 3 h 278"/>
                <a:gd name="T22" fmla="*/ 40 w 118"/>
                <a:gd name="T23"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278">
                  <a:moveTo>
                    <a:pt x="40" y="0"/>
                  </a:moveTo>
                  <a:lnTo>
                    <a:pt x="30" y="148"/>
                  </a:lnTo>
                  <a:lnTo>
                    <a:pt x="0" y="175"/>
                  </a:lnTo>
                  <a:lnTo>
                    <a:pt x="3" y="192"/>
                  </a:lnTo>
                  <a:lnTo>
                    <a:pt x="24" y="227"/>
                  </a:lnTo>
                  <a:lnTo>
                    <a:pt x="11" y="270"/>
                  </a:lnTo>
                  <a:lnTo>
                    <a:pt x="33" y="278"/>
                  </a:lnTo>
                  <a:lnTo>
                    <a:pt x="86" y="272"/>
                  </a:lnTo>
                  <a:lnTo>
                    <a:pt x="83" y="228"/>
                  </a:lnTo>
                  <a:lnTo>
                    <a:pt x="118" y="30"/>
                  </a:lnTo>
                  <a:lnTo>
                    <a:pt x="110" y="3"/>
                  </a:lnTo>
                  <a:lnTo>
                    <a:pt x="4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7" name="Freeform 312">
              <a:extLst>
                <a:ext uri="{FF2B5EF4-FFF2-40B4-BE49-F238E27FC236}">
                  <a16:creationId xmlns:a16="http://schemas.microsoft.com/office/drawing/2014/main" id="{EBAD470D-7AF2-4E95-9642-5332C00C5594}"/>
                </a:ext>
              </a:extLst>
            </p:cNvPr>
            <p:cNvSpPr>
              <a:spLocks/>
            </p:cNvSpPr>
            <p:nvPr/>
          </p:nvSpPr>
          <p:spPr bwMode="auto">
            <a:xfrm>
              <a:off x="5955507" y="2966243"/>
              <a:ext cx="31750" cy="19050"/>
            </a:xfrm>
            <a:custGeom>
              <a:avLst/>
              <a:gdLst>
                <a:gd name="T0" fmla="*/ 26 w 61"/>
                <a:gd name="T1" fmla="*/ 0 h 35"/>
                <a:gd name="T2" fmla="*/ 0 w 61"/>
                <a:gd name="T3" fmla="*/ 11 h 35"/>
                <a:gd name="T4" fmla="*/ 6 w 61"/>
                <a:gd name="T5" fmla="*/ 35 h 35"/>
                <a:gd name="T6" fmla="*/ 44 w 61"/>
                <a:gd name="T7" fmla="*/ 35 h 35"/>
                <a:gd name="T8" fmla="*/ 61 w 61"/>
                <a:gd name="T9" fmla="*/ 17 h 35"/>
                <a:gd name="T10" fmla="*/ 26 w 61"/>
                <a:gd name="T11" fmla="*/ 0 h 35"/>
              </a:gdLst>
              <a:ahLst/>
              <a:cxnLst>
                <a:cxn ang="0">
                  <a:pos x="T0" y="T1"/>
                </a:cxn>
                <a:cxn ang="0">
                  <a:pos x="T2" y="T3"/>
                </a:cxn>
                <a:cxn ang="0">
                  <a:pos x="T4" y="T5"/>
                </a:cxn>
                <a:cxn ang="0">
                  <a:pos x="T6" y="T7"/>
                </a:cxn>
                <a:cxn ang="0">
                  <a:pos x="T8" y="T9"/>
                </a:cxn>
                <a:cxn ang="0">
                  <a:pos x="T10" y="T11"/>
                </a:cxn>
              </a:cxnLst>
              <a:rect l="0" t="0" r="r" b="b"/>
              <a:pathLst>
                <a:path w="61" h="35">
                  <a:moveTo>
                    <a:pt x="26" y="0"/>
                  </a:moveTo>
                  <a:lnTo>
                    <a:pt x="0" y="11"/>
                  </a:lnTo>
                  <a:lnTo>
                    <a:pt x="6" y="35"/>
                  </a:lnTo>
                  <a:lnTo>
                    <a:pt x="44" y="35"/>
                  </a:lnTo>
                  <a:lnTo>
                    <a:pt x="61" y="17"/>
                  </a:lnTo>
                  <a:lnTo>
                    <a:pt x="26"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8" name="Freeform 313">
              <a:extLst>
                <a:ext uri="{FF2B5EF4-FFF2-40B4-BE49-F238E27FC236}">
                  <a16:creationId xmlns:a16="http://schemas.microsoft.com/office/drawing/2014/main" id="{52225551-680C-4ACC-A41C-3442ED9580E4}"/>
                </a:ext>
              </a:extLst>
            </p:cNvPr>
            <p:cNvSpPr>
              <a:spLocks/>
            </p:cNvSpPr>
            <p:nvPr/>
          </p:nvSpPr>
          <p:spPr bwMode="auto">
            <a:xfrm>
              <a:off x="6093619" y="2931318"/>
              <a:ext cx="36513" cy="63500"/>
            </a:xfrm>
            <a:custGeom>
              <a:avLst/>
              <a:gdLst>
                <a:gd name="T0" fmla="*/ 46 w 70"/>
                <a:gd name="T1" fmla="*/ 0 h 118"/>
                <a:gd name="T2" fmla="*/ 0 w 70"/>
                <a:gd name="T3" fmla="*/ 23 h 118"/>
                <a:gd name="T4" fmla="*/ 6 w 70"/>
                <a:gd name="T5" fmla="*/ 112 h 118"/>
                <a:gd name="T6" fmla="*/ 43 w 70"/>
                <a:gd name="T7" fmla="*/ 118 h 118"/>
                <a:gd name="T8" fmla="*/ 70 w 70"/>
                <a:gd name="T9" fmla="*/ 92 h 118"/>
                <a:gd name="T10" fmla="*/ 70 w 70"/>
                <a:gd name="T11" fmla="*/ 8 h 118"/>
                <a:gd name="T12" fmla="*/ 46 w 70"/>
                <a:gd name="T13" fmla="*/ 0 h 118"/>
              </a:gdLst>
              <a:ahLst/>
              <a:cxnLst>
                <a:cxn ang="0">
                  <a:pos x="T0" y="T1"/>
                </a:cxn>
                <a:cxn ang="0">
                  <a:pos x="T2" y="T3"/>
                </a:cxn>
                <a:cxn ang="0">
                  <a:pos x="T4" y="T5"/>
                </a:cxn>
                <a:cxn ang="0">
                  <a:pos x="T6" y="T7"/>
                </a:cxn>
                <a:cxn ang="0">
                  <a:pos x="T8" y="T9"/>
                </a:cxn>
                <a:cxn ang="0">
                  <a:pos x="T10" y="T11"/>
                </a:cxn>
                <a:cxn ang="0">
                  <a:pos x="T12" y="T13"/>
                </a:cxn>
              </a:cxnLst>
              <a:rect l="0" t="0" r="r" b="b"/>
              <a:pathLst>
                <a:path w="70" h="118">
                  <a:moveTo>
                    <a:pt x="46" y="0"/>
                  </a:moveTo>
                  <a:lnTo>
                    <a:pt x="0" y="23"/>
                  </a:lnTo>
                  <a:lnTo>
                    <a:pt x="6" y="112"/>
                  </a:lnTo>
                  <a:lnTo>
                    <a:pt x="43" y="118"/>
                  </a:lnTo>
                  <a:lnTo>
                    <a:pt x="70" y="92"/>
                  </a:lnTo>
                  <a:lnTo>
                    <a:pt x="70" y="8"/>
                  </a:lnTo>
                  <a:lnTo>
                    <a:pt x="46"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49" name="Freeform 314">
              <a:extLst>
                <a:ext uri="{FF2B5EF4-FFF2-40B4-BE49-F238E27FC236}">
                  <a16:creationId xmlns:a16="http://schemas.microsoft.com/office/drawing/2014/main" id="{959840D2-44E4-438E-B933-85F7062E00A2}"/>
                </a:ext>
              </a:extLst>
            </p:cNvPr>
            <p:cNvSpPr>
              <a:spLocks/>
            </p:cNvSpPr>
            <p:nvPr/>
          </p:nvSpPr>
          <p:spPr bwMode="auto">
            <a:xfrm>
              <a:off x="6101557" y="2874168"/>
              <a:ext cx="22225" cy="42863"/>
            </a:xfrm>
            <a:custGeom>
              <a:avLst/>
              <a:gdLst>
                <a:gd name="T0" fmla="*/ 36 w 43"/>
                <a:gd name="T1" fmla="*/ 0 h 80"/>
                <a:gd name="T2" fmla="*/ 3 w 43"/>
                <a:gd name="T3" fmla="*/ 33 h 80"/>
                <a:gd name="T4" fmla="*/ 0 w 43"/>
                <a:gd name="T5" fmla="*/ 64 h 80"/>
                <a:gd name="T6" fmla="*/ 27 w 43"/>
                <a:gd name="T7" fmla="*/ 80 h 80"/>
                <a:gd name="T8" fmla="*/ 37 w 43"/>
                <a:gd name="T9" fmla="*/ 79 h 80"/>
                <a:gd name="T10" fmla="*/ 43 w 43"/>
                <a:gd name="T11" fmla="*/ 34 h 80"/>
                <a:gd name="T12" fmla="*/ 36 w 43"/>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43" h="80">
                  <a:moveTo>
                    <a:pt x="36" y="0"/>
                  </a:moveTo>
                  <a:lnTo>
                    <a:pt x="3" y="33"/>
                  </a:lnTo>
                  <a:lnTo>
                    <a:pt x="0" y="64"/>
                  </a:lnTo>
                  <a:lnTo>
                    <a:pt x="27" y="80"/>
                  </a:lnTo>
                  <a:lnTo>
                    <a:pt x="37" y="79"/>
                  </a:lnTo>
                  <a:lnTo>
                    <a:pt x="43" y="34"/>
                  </a:lnTo>
                  <a:lnTo>
                    <a:pt x="36"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0" name="Freeform 315">
              <a:extLst>
                <a:ext uri="{FF2B5EF4-FFF2-40B4-BE49-F238E27FC236}">
                  <a16:creationId xmlns:a16="http://schemas.microsoft.com/office/drawing/2014/main" id="{494EF8D3-6B1F-4A04-9DD3-AF8A6BAF4115}"/>
                </a:ext>
              </a:extLst>
            </p:cNvPr>
            <p:cNvSpPr>
              <a:spLocks/>
            </p:cNvSpPr>
            <p:nvPr/>
          </p:nvSpPr>
          <p:spPr bwMode="auto">
            <a:xfrm>
              <a:off x="5796757" y="2618581"/>
              <a:ext cx="284163" cy="258763"/>
            </a:xfrm>
            <a:custGeom>
              <a:avLst/>
              <a:gdLst>
                <a:gd name="T0" fmla="*/ 313 w 537"/>
                <a:gd name="T1" fmla="*/ 0 h 489"/>
                <a:gd name="T2" fmla="*/ 274 w 537"/>
                <a:gd name="T3" fmla="*/ 9 h 489"/>
                <a:gd name="T4" fmla="*/ 199 w 537"/>
                <a:gd name="T5" fmla="*/ 91 h 489"/>
                <a:gd name="T6" fmla="*/ 176 w 537"/>
                <a:gd name="T7" fmla="*/ 93 h 489"/>
                <a:gd name="T8" fmla="*/ 145 w 537"/>
                <a:gd name="T9" fmla="*/ 71 h 489"/>
                <a:gd name="T10" fmla="*/ 126 w 537"/>
                <a:gd name="T11" fmla="*/ 76 h 489"/>
                <a:gd name="T12" fmla="*/ 111 w 537"/>
                <a:gd name="T13" fmla="*/ 123 h 489"/>
                <a:gd name="T14" fmla="*/ 0 w 537"/>
                <a:gd name="T15" fmla="*/ 126 h 489"/>
                <a:gd name="T16" fmla="*/ 3 w 537"/>
                <a:gd name="T17" fmla="*/ 151 h 489"/>
                <a:gd name="T18" fmla="*/ 79 w 537"/>
                <a:gd name="T19" fmla="*/ 201 h 489"/>
                <a:gd name="T20" fmla="*/ 167 w 537"/>
                <a:gd name="T21" fmla="*/ 271 h 489"/>
                <a:gd name="T22" fmla="*/ 166 w 537"/>
                <a:gd name="T23" fmla="*/ 355 h 489"/>
                <a:gd name="T24" fmla="*/ 119 w 537"/>
                <a:gd name="T25" fmla="*/ 437 h 489"/>
                <a:gd name="T26" fmla="*/ 220 w 537"/>
                <a:gd name="T27" fmla="*/ 486 h 489"/>
                <a:gd name="T28" fmla="*/ 323 w 537"/>
                <a:gd name="T29" fmla="*/ 489 h 489"/>
                <a:gd name="T30" fmla="*/ 355 w 537"/>
                <a:gd name="T31" fmla="*/ 452 h 489"/>
                <a:gd name="T32" fmla="*/ 420 w 537"/>
                <a:gd name="T33" fmla="*/ 454 h 489"/>
                <a:gd name="T34" fmla="*/ 439 w 537"/>
                <a:gd name="T35" fmla="*/ 471 h 489"/>
                <a:gd name="T36" fmla="*/ 504 w 537"/>
                <a:gd name="T37" fmla="*/ 467 h 489"/>
                <a:gd name="T38" fmla="*/ 537 w 537"/>
                <a:gd name="T39" fmla="*/ 424 h 489"/>
                <a:gd name="T40" fmla="*/ 494 w 537"/>
                <a:gd name="T41" fmla="*/ 373 h 489"/>
                <a:gd name="T42" fmla="*/ 491 w 537"/>
                <a:gd name="T43" fmla="*/ 341 h 489"/>
                <a:gd name="T44" fmla="*/ 501 w 537"/>
                <a:gd name="T45" fmla="*/ 306 h 489"/>
                <a:gd name="T46" fmla="*/ 479 w 537"/>
                <a:gd name="T47" fmla="*/ 276 h 489"/>
                <a:gd name="T48" fmla="*/ 443 w 537"/>
                <a:gd name="T49" fmla="*/ 286 h 489"/>
                <a:gd name="T50" fmla="*/ 439 w 537"/>
                <a:gd name="T51" fmla="*/ 258 h 489"/>
                <a:gd name="T52" fmla="*/ 519 w 537"/>
                <a:gd name="T53" fmla="*/ 170 h 489"/>
                <a:gd name="T54" fmla="*/ 519 w 537"/>
                <a:gd name="T55" fmla="*/ 116 h 489"/>
                <a:gd name="T56" fmla="*/ 465 w 537"/>
                <a:gd name="T57" fmla="*/ 86 h 489"/>
                <a:gd name="T58" fmla="*/ 439 w 537"/>
                <a:gd name="T59" fmla="*/ 82 h 489"/>
                <a:gd name="T60" fmla="*/ 313 w 537"/>
                <a:gd name="T61" fmla="*/ 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7" h="489">
                  <a:moveTo>
                    <a:pt x="313" y="0"/>
                  </a:moveTo>
                  <a:lnTo>
                    <a:pt x="274" y="9"/>
                  </a:lnTo>
                  <a:lnTo>
                    <a:pt x="199" y="91"/>
                  </a:lnTo>
                  <a:lnTo>
                    <a:pt x="176" y="93"/>
                  </a:lnTo>
                  <a:lnTo>
                    <a:pt x="145" y="71"/>
                  </a:lnTo>
                  <a:lnTo>
                    <a:pt x="126" y="76"/>
                  </a:lnTo>
                  <a:lnTo>
                    <a:pt x="111" y="123"/>
                  </a:lnTo>
                  <a:lnTo>
                    <a:pt x="0" y="126"/>
                  </a:lnTo>
                  <a:lnTo>
                    <a:pt x="3" y="151"/>
                  </a:lnTo>
                  <a:lnTo>
                    <a:pt x="79" y="201"/>
                  </a:lnTo>
                  <a:lnTo>
                    <a:pt x="167" y="271"/>
                  </a:lnTo>
                  <a:lnTo>
                    <a:pt x="166" y="355"/>
                  </a:lnTo>
                  <a:lnTo>
                    <a:pt x="119" y="437"/>
                  </a:lnTo>
                  <a:lnTo>
                    <a:pt x="220" y="486"/>
                  </a:lnTo>
                  <a:lnTo>
                    <a:pt x="323" y="489"/>
                  </a:lnTo>
                  <a:lnTo>
                    <a:pt x="355" y="452"/>
                  </a:lnTo>
                  <a:lnTo>
                    <a:pt x="420" y="454"/>
                  </a:lnTo>
                  <a:lnTo>
                    <a:pt x="439" y="471"/>
                  </a:lnTo>
                  <a:lnTo>
                    <a:pt x="504" y="467"/>
                  </a:lnTo>
                  <a:lnTo>
                    <a:pt x="537" y="424"/>
                  </a:lnTo>
                  <a:lnTo>
                    <a:pt x="494" y="373"/>
                  </a:lnTo>
                  <a:lnTo>
                    <a:pt x="491" y="341"/>
                  </a:lnTo>
                  <a:lnTo>
                    <a:pt x="501" y="306"/>
                  </a:lnTo>
                  <a:lnTo>
                    <a:pt x="479" y="276"/>
                  </a:lnTo>
                  <a:lnTo>
                    <a:pt x="443" y="286"/>
                  </a:lnTo>
                  <a:lnTo>
                    <a:pt x="439" y="258"/>
                  </a:lnTo>
                  <a:lnTo>
                    <a:pt x="519" y="170"/>
                  </a:lnTo>
                  <a:lnTo>
                    <a:pt x="519" y="116"/>
                  </a:lnTo>
                  <a:lnTo>
                    <a:pt x="465" y="86"/>
                  </a:lnTo>
                  <a:lnTo>
                    <a:pt x="439" y="82"/>
                  </a:lnTo>
                  <a:lnTo>
                    <a:pt x="313"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1" name="Freeform 316">
              <a:extLst>
                <a:ext uri="{FF2B5EF4-FFF2-40B4-BE49-F238E27FC236}">
                  <a16:creationId xmlns:a16="http://schemas.microsoft.com/office/drawing/2014/main" id="{8068C971-D4B2-47ED-96F9-E9D171EB790D}"/>
                </a:ext>
              </a:extLst>
            </p:cNvPr>
            <p:cNvSpPr>
              <a:spLocks/>
            </p:cNvSpPr>
            <p:nvPr/>
          </p:nvSpPr>
          <p:spPr bwMode="auto">
            <a:xfrm>
              <a:off x="5977732" y="2523331"/>
              <a:ext cx="82550" cy="88900"/>
            </a:xfrm>
            <a:custGeom>
              <a:avLst/>
              <a:gdLst>
                <a:gd name="T0" fmla="*/ 137 w 155"/>
                <a:gd name="T1" fmla="*/ 0 h 168"/>
                <a:gd name="T2" fmla="*/ 60 w 155"/>
                <a:gd name="T3" fmla="*/ 37 h 168"/>
                <a:gd name="T4" fmla="*/ 76 w 155"/>
                <a:gd name="T5" fmla="*/ 53 h 168"/>
                <a:gd name="T6" fmla="*/ 78 w 155"/>
                <a:gd name="T7" fmla="*/ 91 h 168"/>
                <a:gd name="T8" fmla="*/ 61 w 155"/>
                <a:gd name="T9" fmla="*/ 87 h 168"/>
                <a:gd name="T10" fmla="*/ 44 w 155"/>
                <a:gd name="T11" fmla="*/ 60 h 168"/>
                <a:gd name="T12" fmla="*/ 0 w 155"/>
                <a:gd name="T13" fmla="*/ 128 h 168"/>
                <a:gd name="T14" fmla="*/ 66 w 155"/>
                <a:gd name="T15" fmla="*/ 142 h 168"/>
                <a:gd name="T16" fmla="*/ 92 w 155"/>
                <a:gd name="T17" fmla="*/ 168 h 168"/>
                <a:gd name="T18" fmla="*/ 105 w 155"/>
                <a:gd name="T19" fmla="*/ 168 h 168"/>
                <a:gd name="T20" fmla="*/ 114 w 155"/>
                <a:gd name="T21" fmla="*/ 110 h 168"/>
                <a:gd name="T22" fmla="*/ 155 w 155"/>
                <a:gd name="T23" fmla="*/ 91 h 168"/>
                <a:gd name="T24" fmla="*/ 137 w 155"/>
                <a:gd name="T2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68">
                  <a:moveTo>
                    <a:pt x="137" y="0"/>
                  </a:moveTo>
                  <a:lnTo>
                    <a:pt x="60" y="37"/>
                  </a:lnTo>
                  <a:lnTo>
                    <a:pt x="76" y="53"/>
                  </a:lnTo>
                  <a:lnTo>
                    <a:pt x="78" y="91"/>
                  </a:lnTo>
                  <a:lnTo>
                    <a:pt x="61" y="87"/>
                  </a:lnTo>
                  <a:lnTo>
                    <a:pt x="44" y="60"/>
                  </a:lnTo>
                  <a:lnTo>
                    <a:pt x="0" y="128"/>
                  </a:lnTo>
                  <a:lnTo>
                    <a:pt x="66" y="142"/>
                  </a:lnTo>
                  <a:lnTo>
                    <a:pt x="92" y="168"/>
                  </a:lnTo>
                  <a:lnTo>
                    <a:pt x="105" y="168"/>
                  </a:lnTo>
                  <a:lnTo>
                    <a:pt x="114" y="110"/>
                  </a:lnTo>
                  <a:lnTo>
                    <a:pt x="155" y="91"/>
                  </a:lnTo>
                  <a:lnTo>
                    <a:pt x="137"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2" name="Freeform 317">
              <a:extLst>
                <a:ext uri="{FF2B5EF4-FFF2-40B4-BE49-F238E27FC236}">
                  <a16:creationId xmlns:a16="http://schemas.microsoft.com/office/drawing/2014/main" id="{AE302540-B557-4E2B-84F0-8343DBF125B3}"/>
                </a:ext>
              </a:extLst>
            </p:cNvPr>
            <p:cNvSpPr>
              <a:spLocks/>
            </p:cNvSpPr>
            <p:nvPr/>
          </p:nvSpPr>
          <p:spPr bwMode="auto">
            <a:xfrm>
              <a:off x="5968207" y="2597943"/>
              <a:ext cx="80963" cy="60325"/>
            </a:xfrm>
            <a:custGeom>
              <a:avLst/>
              <a:gdLst>
                <a:gd name="T0" fmla="*/ 11 w 153"/>
                <a:gd name="T1" fmla="*/ 0 h 113"/>
                <a:gd name="T2" fmla="*/ 0 w 153"/>
                <a:gd name="T3" fmla="*/ 27 h 113"/>
                <a:gd name="T4" fmla="*/ 118 w 153"/>
                <a:gd name="T5" fmla="*/ 106 h 113"/>
                <a:gd name="T6" fmla="*/ 152 w 153"/>
                <a:gd name="T7" fmla="*/ 113 h 113"/>
                <a:gd name="T8" fmla="*/ 153 w 153"/>
                <a:gd name="T9" fmla="*/ 76 h 113"/>
                <a:gd name="T10" fmla="*/ 124 w 153"/>
                <a:gd name="T11" fmla="*/ 43 h 113"/>
                <a:gd name="T12" fmla="*/ 105 w 153"/>
                <a:gd name="T13" fmla="*/ 43 h 113"/>
                <a:gd name="T14" fmla="*/ 80 w 153"/>
                <a:gd name="T15" fmla="*/ 15 h 113"/>
                <a:gd name="T16" fmla="*/ 11 w 153"/>
                <a:gd name="T17"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13">
                  <a:moveTo>
                    <a:pt x="11" y="0"/>
                  </a:moveTo>
                  <a:lnTo>
                    <a:pt x="0" y="27"/>
                  </a:lnTo>
                  <a:lnTo>
                    <a:pt x="118" y="106"/>
                  </a:lnTo>
                  <a:lnTo>
                    <a:pt x="152" y="113"/>
                  </a:lnTo>
                  <a:lnTo>
                    <a:pt x="153" y="76"/>
                  </a:lnTo>
                  <a:lnTo>
                    <a:pt x="124" y="43"/>
                  </a:lnTo>
                  <a:lnTo>
                    <a:pt x="105" y="43"/>
                  </a:lnTo>
                  <a:lnTo>
                    <a:pt x="80" y="1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3" name="Freeform 318">
              <a:extLst>
                <a:ext uri="{FF2B5EF4-FFF2-40B4-BE49-F238E27FC236}">
                  <a16:creationId xmlns:a16="http://schemas.microsoft.com/office/drawing/2014/main" id="{4946E9DB-4222-46EF-9689-777AE0F3A804}"/>
                </a:ext>
              </a:extLst>
            </p:cNvPr>
            <p:cNvSpPr>
              <a:spLocks/>
            </p:cNvSpPr>
            <p:nvPr/>
          </p:nvSpPr>
          <p:spPr bwMode="auto">
            <a:xfrm>
              <a:off x="6041232" y="2486818"/>
              <a:ext cx="195263" cy="244475"/>
            </a:xfrm>
            <a:custGeom>
              <a:avLst/>
              <a:gdLst>
                <a:gd name="T0" fmla="*/ 36 w 371"/>
                <a:gd name="T1" fmla="*/ 61 h 460"/>
                <a:gd name="T2" fmla="*/ 97 w 371"/>
                <a:gd name="T3" fmla="*/ 51 h 460"/>
                <a:gd name="T4" fmla="*/ 97 w 371"/>
                <a:gd name="T5" fmla="*/ 8 h 460"/>
                <a:gd name="T6" fmla="*/ 149 w 371"/>
                <a:gd name="T7" fmla="*/ 0 h 460"/>
                <a:gd name="T8" fmla="*/ 177 w 371"/>
                <a:gd name="T9" fmla="*/ 27 h 460"/>
                <a:gd name="T10" fmla="*/ 206 w 371"/>
                <a:gd name="T11" fmla="*/ 31 h 460"/>
                <a:gd name="T12" fmla="*/ 253 w 371"/>
                <a:gd name="T13" fmla="*/ 11 h 460"/>
                <a:gd name="T14" fmla="*/ 294 w 371"/>
                <a:gd name="T15" fmla="*/ 22 h 460"/>
                <a:gd name="T16" fmla="*/ 330 w 371"/>
                <a:gd name="T17" fmla="*/ 54 h 460"/>
                <a:gd name="T18" fmla="*/ 335 w 371"/>
                <a:gd name="T19" fmla="*/ 172 h 460"/>
                <a:gd name="T20" fmla="*/ 371 w 371"/>
                <a:gd name="T21" fmla="*/ 220 h 460"/>
                <a:gd name="T22" fmla="*/ 324 w 371"/>
                <a:gd name="T23" fmla="*/ 227 h 460"/>
                <a:gd name="T24" fmla="*/ 245 w 371"/>
                <a:gd name="T25" fmla="*/ 277 h 460"/>
                <a:gd name="T26" fmla="*/ 251 w 371"/>
                <a:gd name="T27" fmla="*/ 293 h 460"/>
                <a:gd name="T28" fmla="*/ 322 w 371"/>
                <a:gd name="T29" fmla="*/ 360 h 460"/>
                <a:gd name="T30" fmla="*/ 317 w 371"/>
                <a:gd name="T31" fmla="*/ 393 h 460"/>
                <a:gd name="T32" fmla="*/ 251 w 371"/>
                <a:gd name="T33" fmla="*/ 426 h 460"/>
                <a:gd name="T34" fmla="*/ 190 w 371"/>
                <a:gd name="T35" fmla="*/ 428 h 460"/>
                <a:gd name="T36" fmla="*/ 176 w 371"/>
                <a:gd name="T37" fmla="*/ 460 h 460"/>
                <a:gd name="T38" fmla="*/ 144 w 371"/>
                <a:gd name="T39" fmla="*/ 460 h 460"/>
                <a:gd name="T40" fmla="*/ 129 w 371"/>
                <a:gd name="T41" fmla="*/ 426 h 460"/>
                <a:gd name="T42" fmla="*/ 74 w 371"/>
                <a:gd name="T43" fmla="*/ 413 h 460"/>
                <a:gd name="T44" fmla="*/ 73 w 371"/>
                <a:gd name="T45" fmla="*/ 358 h 460"/>
                <a:gd name="T46" fmla="*/ 26 w 371"/>
                <a:gd name="T47" fmla="*/ 327 h 460"/>
                <a:gd name="T48" fmla="*/ 31 w 371"/>
                <a:gd name="T49" fmla="*/ 287 h 460"/>
                <a:gd name="T50" fmla="*/ 0 w 371"/>
                <a:gd name="T51" fmla="*/ 244 h 460"/>
                <a:gd name="T52" fmla="*/ 8 w 371"/>
                <a:gd name="T53" fmla="*/ 188 h 460"/>
                <a:gd name="T54" fmla="*/ 51 w 371"/>
                <a:gd name="T55" fmla="*/ 167 h 460"/>
                <a:gd name="T56" fmla="*/ 36 w 371"/>
                <a:gd name="T57" fmla="*/ 6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1" h="460">
                  <a:moveTo>
                    <a:pt x="36" y="61"/>
                  </a:moveTo>
                  <a:lnTo>
                    <a:pt x="97" y="51"/>
                  </a:lnTo>
                  <a:lnTo>
                    <a:pt x="97" y="8"/>
                  </a:lnTo>
                  <a:lnTo>
                    <a:pt x="149" y="0"/>
                  </a:lnTo>
                  <a:lnTo>
                    <a:pt x="177" y="27"/>
                  </a:lnTo>
                  <a:lnTo>
                    <a:pt x="206" y="31"/>
                  </a:lnTo>
                  <a:lnTo>
                    <a:pt x="253" y="11"/>
                  </a:lnTo>
                  <a:lnTo>
                    <a:pt x="294" y="22"/>
                  </a:lnTo>
                  <a:lnTo>
                    <a:pt x="330" y="54"/>
                  </a:lnTo>
                  <a:lnTo>
                    <a:pt x="335" y="172"/>
                  </a:lnTo>
                  <a:lnTo>
                    <a:pt x="371" y="220"/>
                  </a:lnTo>
                  <a:lnTo>
                    <a:pt x="324" y="227"/>
                  </a:lnTo>
                  <a:lnTo>
                    <a:pt x="245" y="277"/>
                  </a:lnTo>
                  <a:lnTo>
                    <a:pt x="251" y="293"/>
                  </a:lnTo>
                  <a:lnTo>
                    <a:pt x="322" y="360"/>
                  </a:lnTo>
                  <a:lnTo>
                    <a:pt x="317" y="393"/>
                  </a:lnTo>
                  <a:lnTo>
                    <a:pt x="251" y="426"/>
                  </a:lnTo>
                  <a:lnTo>
                    <a:pt x="190" y="428"/>
                  </a:lnTo>
                  <a:lnTo>
                    <a:pt x="176" y="460"/>
                  </a:lnTo>
                  <a:lnTo>
                    <a:pt x="144" y="460"/>
                  </a:lnTo>
                  <a:lnTo>
                    <a:pt x="129" y="426"/>
                  </a:lnTo>
                  <a:lnTo>
                    <a:pt x="74" y="413"/>
                  </a:lnTo>
                  <a:lnTo>
                    <a:pt x="73" y="358"/>
                  </a:lnTo>
                  <a:lnTo>
                    <a:pt x="26" y="327"/>
                  </a:lnTo>
                  <a:lnTo>
                    <a:pt x="31" y="287"/>
                  </a:lnTo>
                  <a:lnTo>
                    <a:pt x="0" y="244"/>
                  </a:lnTo>
                  <a:lnTo>
                    <a:pt x="8" y="188"/>
                  </a:lnTo>
                  <a:lnTo>
                    <a:pt x="51" y="167"/>
                  </a:lnTo>
                  <a:lnTo>
                    <a:pt x="36" y="6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4" name="Freeform 319">
              <a:extLst>
                <a:ext uri="{FF2B5EF4-FFF2-40B4-BE49-F238E27FC236}">
                  <a16:creationId xmlns:a16="http://schemas.microsoft.com/office/drawing/2014/main" id="{8543B85A-46BA-48D0-913D-9D0A846B5A1D}"/>
                </a:ext>
              </a:extLst>
            </p:cNvPr>
            <p:cNvSpPr>
              <a:spLocks/>
            </p:cNvSpPr>
            <p:nvPr/>
          </p:nvSpPr>
          <p:spPr bwMode="auto">
            <a:xfrm>
              <a:off x="6071394" y="2370931"/>
              <a:ext cx="58738" cy="114300"/>
            </a:xfrm>
            <a:custGeom>
              <a:avLst/>
              <a:gdLst>
                <a:gd name="T0" fmla="*/ 74 w 111"/>
                <a:gd name="T1" fmla="*/ 0 h 214"/>
                <a:gd name="T2" fmla="*/ 3 w 111"/>
                <a:gd name="T3" fmla="*/ 78 h 214"/>
                <a:gd name="T4" fmla="*/ 0 w 111"/>
                <a:gd name="T5" fmla="*/ 130 h 214"/>
                <a:gd name="T6" fmla="*/ 32 w 111"/>
                <a:gd name="T7" fmla="*/ 214 h 214"/>
                <a:gd name="T8" fmla="*/ 83 w 111"/>
                <a:gd name="T9" fmla="*/ 204 h 214"/>
                <a:gd name="T10" fmla="*/ 77 w 111"/>
                <a:gd name="T11" fmla="*/ 135 h 214"/>
                <a:gd name="T12" fmla="*/ 111 w 111"/>
                <a:gd name="T13" fmla="*/ 96 h 214"/>
                <a:gd name="T14" fmla="*/ 111 w 111"/>
                <a:gd name="T15" fmla="*/ 66 h 214"/>
                <a:gd name="T16" fmla="*/ 86 w 111"/>
                <a:gd name="T17" fmla="*/ 2 h 214"/>
                <a:gd name="T18" fmla="*/ 74 w 111"/>
                <a:gd name="T19"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214">
                  <a:moveTo>
                    <a:pt x="74" y="0"/>
                  </a:moveTo>
                  <a:lnTo>
                    <a:pt x="3" y="78"/>
                  </a:lnTo>
                  <a:lnTo>
                    <a:pt x="0" y="130"/>
                  </a:lnTo>
                  <a:lnTo>
                    <a:pt x="32" y="214"/>
                  </a:lnTo>
                  <a:lnTo>
                    <a:pt x="83" y="204"/>
                  </a:lnTo>
                  <a:lnTo>
                    <a:pt x="77" y="135"/>
                  </a:lnTo>
                  <a:lnTo>
                    <a:pt x="111" y="96"/>
                  </a:lnTo>
                  <a:lnTo>
                    <a:pt x="111" y="66"/>
                  </a:lnTo>
                  <a:lnTo>
                    <a:pt x="86" y="2"/>
                  </a:lnTo>
                  <a:lnTo>
                    <a:pt x="74" y="0"/>
                  </a:ln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5" name="Freeform 320">
              <a:extLst>
                <a:ext uri="{FF2B5EF4-FFF2-40B4-BE49-F238E27FC236}">
                  <a16:creationId xmlns:a16="http://schemas.microsoft.com/office/drawing/2014/main" id="{2E3C150D-78A4-43B1-A3D1-9EDA8163EF93}"/>
                </a:ext>
              </a:extLst>
            </p:cNvPr>
            <p:cNvSpPr>
              <a:spLocks/>
            </p:cNvSpPr>
            <p:nvPr/>
          </p:nvSpPr>
          <p:spPr bwMode="auto">
            <a:xfrm>
              <a:off x="6133307" y="2443956"/>
              <a:ext cx="28575" cy="26988"/>
            </a:xfrm>
            <a:custGeom>
              <a:avLst/>
              <a:gdLst>
                <a:gd name="T0" fmla="*/ 37 w 54"/>
                <a:gd name="T1" fmla="*/ 1 h 50"/>
                <a:gd name="T2" fmla="*/ 21 w 54"/>
                <a:gd name="T3" fmla="*/ 0 h 50"/>
                <a:gd name="T4" fmla="*/ 0 w 54"/>
                <a:gd name="T5" fmla="*/ 19 h 50"/>
                <a:gd name="T6" fmla="*/ 3 w 54"/>
                <a:gd name="T7" fmla="*/ 49 h 50"/>
                <a:gd name="T8" fmla="*/ 52 w 54"/>
                <a:gd name="T9" fmla="*/ 50 h 50"/>
                <a:gd name="T10" fmla="*/ 54 w 54"/>
                <a:gd name="T11" fmla="*/ 17 h 50"/>
                <a:gd name="T12" fmla="*/ 37 w 54"/>
                <a:gd name="T13" fmla="*/ 1 h 50"/>
              </a:gdLst>
              <a:ahLst/>
              <a:cxnLst>
                <a:cxn ang="0">
                  <a:pos x="T0" y="T1"/>
                </a:cxn>
                <a:cxn ang="0">
                  <a:pos x="T2" y="T3"/>
                </a:cxn>
                <a:cxn ang="0">
                  <a:pos x="T4" y="T5"/>
                </a:cxn>
                <a:cxn ang="0">
                  <a:pos x="T6" y="T7"/>
                </a:cxn>
                <a:cxn ang="0">
                  <a:pos x="T8" y="T9"/>
                </a:cxn>
                <a:cxn ang="0">
                  <a:pos x="T10" y="T11"/>
                </a:cxn>
                <a:cxn ang="0">
                  <a:pos x="T12" y="T13"/>
                </a:cxn>
              </a:cxnLst>
              <a:rect l="0" t="0" r="r" b="b"/>
              <a:pathLst>
                <a:path w="54" h="50">
                  <a:moveTo>
                    <a:pt x="37" y="1"/>
                  </a:moveTo>
                  <a:lnTo>
                    <a:pt x="21" y="0"/>
                  </a:lnTo>
                  <a:lnTo>
                    <a:pt x="0" y="19"/>
                  </a:lnTo>
                  <a:lnTo>
                    <a:pt x="3" y="49"/>
                  </a:lnTo>
                  <a:lnTo>
                    <a:pt x="52" y="50"/>
                  </a:lnTo>
                  <a:lnTo>
                    <a:pt x="54" y="17"/>
                  </a:lnTo>
                  <a:lnTo>
                    <a:pt x="37" y="1"/>
                  </a:ln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6" name="Freeform 321">
              <a:extLst>
                <a:ext uri="{FF2B5EF4-FFF2-40B4-BE49-F238E27FC236}">
                  <a16:creationId xmlns:a16="http://schemas.microsoft.com/office/drawing/2014/main" id="{3712936F-176E-482F-BEFC-7178694297A9}"/>
                </a:ext>
              </a:extLst>
            </p:cNvPr>
            <p:cNvSpPr>
              <a:spLocks/>
            </p:cNvSpPr>
            <p:nvPr/>
          </p:nvSpPr>
          <p:spPr bwMode="auto">
            <a:xfrm>
              <a:off x="6288882" y="2358231"/>
              <a:ext cx="26988" cy="38100"/>
            </a:xfrm>
            <a:custGeom>
              <a:avLst/>
              <a:gdLst>
                <a:gd name="T0" fmla="*/ 35 w 50"/>
                <a:gd name="T1" fmla="*/ 0 h 71"/>
                <a:gd name="T2" fmla="*/ 0 w 50"/>
                <a:gd name="T3" fmla="*/ 30 h 71"/>
                <a:gd name="T4" fmla="*/ 18 w 50"/>
                <a:gd name="T5" fmla="*/ 71 h 71"/>
                <a:gd name="T6" fmla="*/ 50 w 50"/>
                <a:gd name="T7" fmla="*/ 40 h 71"/>
                <a:gd name="T8" fmla="*/ 35 w 50"/>
                <a:gd name="T9" fmla="*/ 0 h 71"/>
              </a:gdLst>
              <a:ahLst/>
              <a:cxnLst>
                <a:cxn ang="0">
                  <a:pos x="T0" y="T1"/>
                </a:cxn>
                <a:cxn ang="0">
                  <a:pos x="T2" y="T3"/>
                </a:cxn>
                <a:cxn ang="0">
                  <a:pos x="T4" y="T5"/>
                </a:cxn>
                <a:cxn ang="0">
                  <a:pos x="T6" y="T7"/>
                </a:cxn>
                <a:cxn ang="0">
                  <a:pos x="T8" y="T9"/>
                </a:cxn>
              </a:cxnLst>
              <a:rect l="0" t="0" r="r" b="b"/>
              <a:pathLst>
                <a:path w="50" h="71">
                  <a:moveTo>
                    <a:pt x="35" y="0"/>
                  </a:moveTo>
                  <a:lnTo>
                    <a:pt x="0" y="30"/>
                  </a:lnTo>
                  <a:lnTo>
                    <a:pt x="18" y="71"/>
                  </a:lnTo>
                  <a:lnTo>
                    <a:pt x="50" y="40"/>
                  </a:lnTo>
                  <a:lnTo>
                    <a:pt x="3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7" name="Freeform 322">
              <a:extLst>
                <a:ext uri="{FF2B5EF4-FFF2-40B4-BE49-F238E27FC236}">
                  <a16:creationId xmlns:a16="http://schemas.microsoft.com/office/drawing/2014/main" id="{137DF246-13EC-4551-8F15-A2AE3A7D2862}"/>
                </a:ext>
              </a:extLst>
            </p:cNvPr>
            <p:cNvSpPr>
              <a:spLocks/>
            </p:cNvSpPr>
            <p:nvPr/>
          </p:nvSpPr>
          <p:spPr bwMode="auto">
            <a:xfrm>
              <a:off x="6036469" y="2713831"/>
              <a:ext cx="101600" cy="66675"/>
            </a:xfrm>
            <a:custGeom>
              <a:avLst/>
              <a:gdLst>
                <a:gd name="T0" fmla="*/ 75 w 192"/>
                <a:gd name="T1" fmla="*/ 0 h 125"/>
                <a:gd name="T2" fmla="*/ 0 w 192"/>
                <a:gd name="T3" fmla="*/ 79 h 125"/>
                <a:gd name="T4" fmla="*/ 2 w 192"/>
                <a:gd name="T5" fmla="*/ 88 h 125"/>
                <a:gd name="T6" fmla="*/ 32 w 192"/>
                <a:gd name="T7" fmla="*/ 78 h 125"/>
                <a:gd name="T8" fmla="*/ 60 w 192"/>
                <a:gd name="T9" fmla="*/ 116 h 125"/>
                <a:gd name="T10" fmla="*/ 106 w 192"/>
                <a:gd name="T11" fmla="*/ 100 h 125"/>
                <a:gd name="T12" fmla="*/ 139 w 192"/>
                <a:gd name="T13" fmla="*/ 125 h 125"/>
                <a:gd name="T14" fmla="*/ 152 w 192"/>
                <a:gd name="T15" fmla="*/ 118 h 125"/>
                <a:gd name="T16" fmla="*/ 192 w 192"/>
                <a:gd name="T17" fmla="*/ 55 h 125"/>
                <a:gd name="T18" fmla="*/ 181 w 192"/>
                <a:gd name="T19" fmla="*/ 46 h 125"/>
                <a:gd name="T20" fmla="*/ 142 w 192"/>
                <a:gd name="T21" fmla="*/ 45 h 125"/>
                <a:gd name="T22" fmla="*/ 123 w 192"/>
                <a:gd name="T23" fmla="*/ 5 h 125"/>
                <a:gd name="T24" fmla="*/ 75 w 192"/>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25">
                  <a:moveTo>
                    <a:pt x="75" y="0"/>
                  </a:moveTo>
                  <a:lnTo>
                    <a:pt x="0" y="79"/>
                  </a:lnTo>
                  <a:lnTo>
                    <a:pt x="2" y="88"/>
                  </a:lnTo>
                  <a:lnTo>
                    <a:pt x="32" y="78"/>
                  </a:lnTo>
                  <a:lnTo>
                    <a:pt x="60" y="116"/>
                  </a:lnTo>
                  <a:lnTo>
                    <a:pt x="106" y="100"/>
                  </a:lnTo>
                  <a:lnTo>
                    <a:pt x="139" y="125"/>
                  </a:lnTo>
                  <a:lnTo>
                    <a:pt x="152" y="118"/>
                  </a:lnTo>
                  <a:lnTo>
                    <a:pt x="192" y="55"/>
                  </a:lnTo>
                  <a:lnTo>
                    <a:pt x="181" y="46"/>
                  </a:lnTo>
                  <a:lnTo>
                    <a:pt x="142" y="45"/>
                  </a:lnTo>
                  <a:lnTo>
                    <a:pt x="123" y="5"/>
                  </a:lnTo>
                  <a:lnTo>
                    <a:pt x="7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8" name="Freeform 323">
              <a:extLst>
                <a:ext uri="{FF2B5EF4-FFF2-40B4-BE49-F238E27FC236}">
                  <a16:creationId xmlns:a16="http://schemas.microsoft.com/office/drawing/2014/main" id="{1DDC8ECA-0197-418C-BDCA-BCF9FBCDB962}"/>
                </a:ext>
              </a:extLst>
            </p:cNvPr>
            <p:cNvSpPr>
              <a:spLocks/>
            </p:cNvSpPr>
            <p:nvPr/>
          </p:nvSpPr>
          <p:spPr bwMode="auto">
            <a:xfrm>
              <a:off x="6179344" y="2609056"/>
              <a:ext cx="138113" cy="79375"/>
            </a:xfrm>
            <a:custGeom>
              <a:avLst/>
              <a:gdLst>
                <a:gd name="T0" fmla="*/ 71 w 262"/>
                <a:gd name="T1" fmla="*/ 121 h 150"/>
                <a:gd name="T2" fmla="*/ 122 w 262"/>
                <a:gd name="T3" fmla="*/ 121 h 150"/>
                <a:gd name="T4" fmla="*/ 146 w 262"/>
                <a:gd name="T5" fmla="*/ 121 h 150"/>
                <a:gd name="T6" fmla="*/ 187 w 262"/>
                <a:gd name="T7" fmla="*/ 150 h 150"/>
                <a:gd name="T8" fmla="*/ 262 w 262"/>
                <a:gd name="T9" fmla="*/ 88 h 150"/>
                <a:gd name="T10" fmla="*/ 190 w 262"/>
                <a:gd name="T11" fmla="*/ 35 h 150"/>
                <a:gd name="T12" fmla="*/ 116 w 262"/>
                <a:gd name="T13" fmla="*/ 0 h 150"/>
                <a:gd name="T14" fmla="*/ 68 w 262"/>
                <a:gd name="T15" fmla="*/ 9 h 150"/>
                <a:gd name="T16" fmla="*/ 0 w 262"/>
                <a:gd name="T17" fmla="*/ 52 h 150"/>
                <a:gd name="T18" fmla="*/ 71 w 262"/>
                <a:gd name="T19" fmla="*/ 12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 h="150">
                  <a:moveTo>
                    <a:pt x="71" y="121"/>
                  </a:moveTo>
                  <a:lnTo>
                    <a:pt x="122" y="121"/>
                  </a:lnTo>
                  <a:lnTo>
                    <a:pt x="146" y="121"/>
                  </a:lnTo>
                  <a:lnTo>
                    <a:pt x="187" y="150"/>
                  </a:lnTo>
                  <a:lnTo>
                    <a:pt x="262" y="88"/>
                  </a:lnTo>
                  <a:lnTo>
                    <a:pt x="190" y="35"/>
                  </a:lnTo>
                  <a:lnTo>
                    <a:pt x="116" y="0"/>
                  </a:lnTo>
                  <a:lnTo>
                    <a:pt x="68" y="9"/>
                  </a:lnTo>
                  <a:lnTo>
                    <a:pt x="0" y="52"/>
                  </a:lnTo>
                  <a:lnTo>
                    <a:pt x="71" y="12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9" name="Freeform 324">
              <a:extLst>
                <a:ext uri="{FF2B5EF4-FFF2-40B4-BE49-F238E27FC236}">
                  <a16:creationId xmlns:a16="http://schemas.microsoft.com/office/drawing/2014/main" id="{8F3040A1-4DCD-4872-8BC4-5421B6244FA0}"/>
                </a:ext>
              </a:extLst>
            </p:cNvPr>
            <p:cNvSpPr>
              <a:spLocks/>
            </p:cNvSpPr>
            <p:nvPr/>
          </p:nvSpPr>
          <p:spPr bwMode="auto">
            <a:xfrm>
              <a:off x="6284119" y="2659856"/>
              <a:ext cx="127000" cy="49213"/>
            </a:xfrm>
            <a:custGeom>
              <a:avLst/>
              <a:gdLst>
                <a:gd name="T0" fmla="*/ 0 w 240"/>
                <a:gd name="T1" fmla="*/ 65 h 93"/>
                <a:gd name="T2" fmla="*/ 11 w 240"/>
                <a:gd name="T3" fmla="*/ 75 h 93"/>
                <a:gd name="T4" fmla="*/ 13 w 240"/>
                <a:gd name="T5" fmla="*/ 93 h 93"/>
                <a:gd name="T6" fmla="*/ 144 w 240"/>
                <a:gd name="T7" fmla="*/ 90 h 93"/>
                <a:gd name="T8" fmla="*/ 240 w 240"/>
                <a:gd name="T9" fmla="*/ 48 h 93"/>
                <a:gd name="T10" fmla="*/ 238 w 240"/>
                <a:gd name="T11" fmla="*/ 6 h 93"/>
                <a:gd name="T12" fmla="*/ 220 w 240"/>
                <a:gd name="T13" fmla="*/ 14 h 93"/>
                <a:gd name="T14" fmla="*/ 194 w 240"/>
                <a:gd name="T15" fmla="*/ 0 h 93"/>
                <a:gd name="T16" fmla="*/ 177 w 240"/>
                <a:gd name="T17" fmla="*/ 0 h 93"/>
                <a:gd name="T18" fmla="*/ 135 w 240"/>
                <a:gd name="T19" fmla="*/ 17 h 93"/>
                <a:gd name="T20" fmla="*/ 76 w 240"/>
                <a:gd name="T21" fmla="*/ 3 h 93"/>
                <a:gd name="T22" fmla="*/ 0 w 240"/>
                <a:gd name="T23" fmla="*/ 6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93">
                  <a:moveTo>
                    <a:pt x="0" y="65"/>
                  </a:moveTo>
                  <a:lnTo>
                    <a:pt x="11" y="75"/>
                  </a:lnTo>
                  <a:lnTo>
                    <a:pt x="13" y="93"/>
                  </a:lnTo>
                  <a:lnTo>
                    <a:pt x="144" y="90"/>
                  </a:lnTo>
                  <a:lnTo>
                    <a:pt x="240" y="48"/>
                  </a:lnTo>
                  <a:lnTo>
                    <a:pt x="238" y="6"/>
                  </a:lnTo>
                  <a:lnTo>
                    <a:pt x="220" y="14"/>
                  </a:lnTo>
                  <a:lnTo>
                    <a:pt x="194" y="0"/>
                  </a:lnTo>
                  <a:lnTo>
                    <a:pt x="177" y="0"/>
                  </a:lnTo>
                  <a:lnTo>
                    <a:pt x="135" y="17"/>
                  </a:lnTo>
                  <a:lnTo>
                    <a:pt x="76" y="3"/>
                  </a:lnTo>
                  <a:lnTo>
                    <a:pt x="0" y="6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0" name="Freeform 325">
              <a:extLst>
                <a:ext uri="{FF2B5EF4-FFF2-40B4-BE49-F238E27FC236}">
                  <a16:creationId xmlns:a16="http://schemas.microsoft.com/office/drawing/2014/main" id="{1D8ABDF9-03BC-4A22-B5C9-37438E59CDE5}"/>
                </a:ext>
              </a:extLst>
            </p:cNvPr>
            <p:cNvSpPr>
              <a:spLocks/>
            </p:cNvSpPr>
            <p:nvPr/>
          </p:nvSpPr>
          <p:spPr bwMode="auto">
            <a:xfrm>
              <a:off x="6139657" y="2680493"/>
              <a:ext cx="144463" cy="73025"/>
            </a:xfrm>
            <a:custGeom>
              <a:avLst/>
              <a:gdLst>
                <a:gd name="T0" fmla="*/ 11 w 271"/>
                <a:gd name="T1" fmla="*/ 77 h 140"/>
                <a:gd name="T2" fmla="*/ 0 w 271"/>
                <a:gd name="T3" fmla="*/ 101 h 140"/>
                <a:gd name="T4" fmla="*/ 9 w 271"/>
                <a:gd name="T5" fmla="*/ 117 h 140"/>
                <a:gd name="T6" fmla="*/ 49 w 271"/>
                <a:gd name="T7" fmla="*/ 109 h 140"/>
                <a:gd name="T8" fmla="*/ 83 w 271"/>
                <a:gd name="T9" fmla="*/ 109 h 140"/>
                <a:gd name="T10" fmla="*/ 120 w 271"/>
                <a:gd name="T11" fmla="*/ 140 h 140"/>
                <a:gd name="T12" fmla="*/ 199 w 271"/>
                <a:gd name="T13" fmla="*/ 126 h 140"/>
                <a:gd name="T14" fmla="*/ 255 w 271"/>
                <a:gd name="T15" fmla="*/ 92 h 140"/>
                <a:gd name="T16" fmla="*/ 271 w 271"/>
                <a:gd name="T17" fmla="*/ 68 h 140"/>
                <a:gd name="T18" fmla="*/ 269 w 271"/>
                <a:gd name="T19" fmla="*/ 39 h 140"/>
                <a:gd name="T20" fmla="*/ 217 w 271"/>
                <a:gd name="T21" fmla="*/ 0 h 140"/>
                <a:gd name="T22" fmla="*/ 147 w 271"/>
                <a:gd name="T23" fmla="*/ 1 h 140"/>
                <a:gd name="T24" fmla="*/ 142 w 271"/>
                <a:gd name="T25" fmla="*/ 40 h 140"/>
                <a:gd name="T26" fmla="*/ 69 w 271"/>
                <a:gd name="T27" fmla="*/ 76 h 140"/>
                <a:gd name="T28" fmla="*/ 11 w 271"/>
                <a:gd name="T29" fmla="*/ 77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1" h="140">
                  <a:moveTo>
                    <a:pt x="11" y="77"/>
                  </a:moveTo>
                  <a:lnTo>
                    <a:pt x="0" y="101"/>
                  </a:lnTo>
                  <a:lnTo>
                    <a:pt x="9" y="117"/>
                  </a:lnTo>
                  <a:lnTo>
                    <a:pt x="49" y="109"/>
                  </a:lnTo>
                  <a:lnTo>
                    <a:pt x="83" y="109"/>
                  </a:lnTo>
                  <a:lnTo>
                    <a:pt x="120" y="140"/>
                  </a:lnTo>
                  <a:lnTo>
                    <a:pt x="199" y="126"/>
                  </a:lnTo>
                  <a:lnTo>
                    <a:pt x="255" y="92"/>
                  </a:lnTo>
                  <a:lnTo>
                    <a:pt x="271" y="68"/>
                  </a:lnTo>
                  <a:lnTo>
                    <a:pt x="269" y="39"/>
                  </a:lnTo>
                  <a:lnTo>
                    <a:pt x="217" y="0"/>
                  </a:lnTo>
                  <a:lnTo>
                    <a:pt x="147" y="1"/>
                  </a:lnTo>
                  <a:lnTo>
                    <a:pt x="142" y="40"/>
                  </a:lnTo>
                  <a:lnTo>
                    <a:pt x="69" y="76"/>
                  </a:lnTo>
                  <a:lnTo>
                    <a:pt x="11" y="7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1" name="Freeform 326">
              <a:extLst>
                <a:ext uri="{FF2B5EF4-FFF2-40B4-BE49-F238E27FC236}">
                  <a16:creationId xmlns:a16="http://schemas.microsoft.com/office/drawing/2014/main" id="{5BE2C671-E6F6-4B75-80AF-9B7999BBB988}"/>
                </a:ext>
              </a:extLst>
            </p:cNvPr>
            <p:cNvSpPr>
              <a:spLocks/>
            </p:cNvSpPr>
            <p:nvPr/>
          </p:nvSpPr>
          <p:spPr bwMode="auto">
            <a:xfrm>
              <a:off x="6280944" y="2690018"/>
              <a:ext cx="141288" cy="77788"/>
            </a:xfrm>
            <a:custGeom>
              <a:avLst/>
              <a:gdLst>
                <a:gd name="T0" fmla="*/ 20 w 267"/>
                <a:gd name="T1" fmla="*/ 49 h 147"/>
                <a:gd name="T2" fmla="*/ 0 w 267"/>
                <a:gd name="T3" fmla="*/ 80 h 147"/>
                <a:gd name="T4" fmla="*/ 2 w 267"/>
                <a:gd name="T5" fmla="*/ 128 h 147"/>
                <a:gd name="T6" fmla="*/ 33 w 267"/>
                <a:gd name="T7" fmla="*/ 144 h 147"/>
                <a:gd name="T8" fmla="*/ 131 w 267"/>
                <a:gd name="T9" fmla="*/ 147 h 147"/>
                <a:gd name="T10" fmla="*/ 267 w 267"/>
                <a:gd name="T11" fmla="*/ 32 h 147"/>
                <a:gd name="T12" fmla="*/ 267 w 267"/>
                <a:gd name="T13" fmla="*/ 7 h 147"/>
                <a:gd name="T14" fmla="*/ 252 w 267"/>
                <a:gd name="T15" fmla="*/ 0 h 147"/>
                <a:gd name="T16" fmla="*/ 154 w 267"/>
                <a:gd name="T17" fmla="*/ 44 h 147"/>
                <a:gd name="T18" fmla="*/ 20 w 267"/>
                <a:gd name="T19" fmla="*/ 4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7" h="147">
                  <a:moveTo>
                    <a:pt x="20" y="49"/>
                  </a:moveTo>
                  <a:lnTo>
                    <a:pt x="0" y="80"/>
                  </a:lnTo>
                  <a:lnTo>
                    <a:pt x="2" y="128"/>
                  </a:lnTo>
                  <a:lnTo>
                    <a:pt x="33" y="144"/>
                  </a:lnTo>
                  <a:lnTo>
                    <a:pt x="131" y="147"/>
                  </a:lnTo>
                  <a:lnTo>
                    <a:pt x="267" y="32"/>
                  </a:lnTo>
                  <a:lnTo>
                    <a:pt x="267" y="7"/>
                  </a:lnTo>
                  <a:lnTo>
                    <a:pt x="252" y="0"/>
                  </a:lnTo>
                  <a:lnTo>
                    <a:pt x="154" y="44"/>
                  </a:lnTo>
                  <a:lnTo>
                    <a:pt x="20" y="4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2" name="Freeform 327">
              <a:extLst>
                <a:ext uri="{FF2B5EF4-FFF2-40B4-BE49-F238E27FC236}">
                  <a16:creationId xmlns:a16="http://schemas.microsoft.com/office/drawing/2014/main" id="{ACD6862E-FFF6-463B-8108-C0CB4B8AE1A5}"/>
                </a:ext>
              </a:extLst>
            </p:cNvPr>
            <p:cNvSpPr>
              <a:spLocks/>
            </p:cNvSpPr>
            <p:nvPr/>
          </p:nvSpPr>
          <p:spPr bwMode="auto">
            <a:xfrm>
              <a:off x="6207919" y="2737643"/>
              <a:ext cx="66675" cy="49213"/>
            </a:xfrm>
            <a:custGeom>
              <a:avLst/>
              <a:gdLst>
                <a:gd name="T0" fmla="*/ 124 w 125"/>
                <a:gd name="T1" fmla="*/ 0 h 91"/>
                <a:gd name="T2" fmla="*/ 81 w 125"/>
                <a:gd name="T3" fmla="*/ 26 h 91"/>
                <a:gd name="T4" fmla="*/ 0 w 125"/>
                <a:gd name="T5" fmla="*/ 44 h 91"/>
                <a:gd name="T6" fmla="*/ 16 w 125"/>
                <a:gd name="T7" fmla="*/ 90 h 91"/>
                <a:gd name="T8" fmla="*/ 73 w 125"/>
                <a:gd name="T9" fmla="*/ 91 h 91"/>
                <a:gd name="T10" fmla="*/ 125 w 125"/>
                <a:gd name="T11" fmla="*/ 48 h 91"/>
                <a:gd name="T12" fmla="*/ 124 w 125"/>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125" h="91">
                  <a:moveTo>
                    <a:pt x="124" y="0"/>
                  </a:moveTo>
                  <a:lnTo>
                    <a:pt x="81" y="26"/>
                  </a:lnTo>
                  <a:lnTo>
                    <a:pt x="0" y="44"/>
                  </a:lnTo>
                  <a:lnTo>
                    <a:pt x="16" y="90"/>
                  </a:lnTo>
                  <a:lnTo>
                    <a:pt x="73" y="91"/>
                  </a:lnTo>
                  <a:lnTo>
                    <a:pt x="125" y="48"/>
                  </a:lnTo>
                  <a:lnTo>
                    <a:pt x="12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3" name="Freeform 328">
              <a:extLst>
                <a:ext uri="{FF2B5EF4-FFF2-40B4-BE49-F238E27FC236}">
                  <a16:creationId xmlns:a16="http://schemas.microsoft.com/office/drawing/2014/main" id="{03C5C7A4-79E0-4D44-BC07-017D58ABD1C7}"/>
                </a:ext>
              </a:extLst>
            </p:cNvPr>
            <p:cNvSpPr>
              <a:spLocks/>
            </p:cNvSpPr>
            <p:nvPr/>
          </p:nvSpPr>
          <p:spPr bwMode="auto">
            <a:xfrm>
              <a:off x="6214269" y="2766218"/>
              <a:ext cx="122238" cy="115888"/>
            </a:xfrm>
            <a:custGeom>
              <a:avLst/>
              <a:gdLst>
                <a:gd name="T0" fmla="*/ 129 w 232"/>
                <a:gd name="T1" fmla="*/ 0 h 217"/>
                <a:gd name="T2" fmla="*/ 68 w 232"/>
                <a:gd name="T3" fmla="*/ 51 h 217"/>
                <a:gd name="T4" fmla="*/ 7 w 232"/>
                <a:gd name="T5" fmla="*/ 51 h 217"/>
                <a:gd name="T6" fmla="*/ 0 w 232"/>
                <a:gd name="T7" fmla="*/ 93 h 217"/>
                <a:gd name="T8" fmla="*/ 27 w 232"/>
                <a:gd name="T9" fmla="*/ 100 h 217"/>
                <a:gd name="T10" fmla="*/ 41 w 232"/>
                <a:gd name="T11" fmla="*/ 80 h 217"/>
                <a:gd name="T12" fmla="*/ 64 w 232"/>
                <a:gd name="T13" fmla="*/ 99 h 217"/>
                <a:gd name="T14" fmla="*/ 81 w 232"/>
                <a:gd name="T15" fmla="*/ 161 h 217"/>
                <a:gd name="T16" fmla="*/ 203 w 232"/>
                <a:gd name="T17" fmla="*/ 217 h 217"/>
                <a:gd name="T18" fmla="*/ 214 w 232"/>
                <a:gd name="T19" fmla="*/ 204 h 217"/>
                <a:gd name="T20" fmla="*/ 91 w 232"/>
                <a:gd name="T21" fmla="*/ 77 h 217"/>
                <a:gd name="T22" fmla="*/ 104 w 232"/>
                <a:gd name="T23" fmla="*/ 54 h 217"/>
                <a:gd name="T24" fmla="*/ 221 w 232"/>
                <a:gd name="T25" fmla="*/ 49 h 217"/>
                <a:gd name="T26" fmla="*/ 232 w 232"/>
                <a:gd name="T27" fmla="*/ 12 h 217"/>
                <a:gd name="T28" fmla="*/ 156 w 232"/>
                <a:gd name="T29" fmla="*/ 14 h 217"/>
                <a:gd name="T30" fmla="*/ 129 w 232"/>
                <a:gd name="T3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2" h="217">
                  <a:moveTo>
                    <a:pt x="129" y="0"/>
                  </a:moveTo>
                  <a:lnTo>
                    <a:pt x="68" y="51"/>
                  </a:lnTo>
                  <a:lnTo>
                    <a:pt x="7" y="51"/>
                  </a:lnTo>
                  <a:lnTo>
                    <a:pt x="0" y="93"/>
                  </a:lnTo>
                  <a:lnTo>
                    <a:pt x="27" y="100"/>
                  </a:lnTo>
                  <a:lnTo>
                    <a:pt x="41" y="80"/>
                  </a:lnTo>
                  <a:lnTo>
                    <a:pt x="64" y="99"/>
                  </a:lnTo>
                  <a:lnTo>
                    <a:pt x="81" y="161"/>
                  </a:lnTo>
                  <a:lnTo>
                    <a:pt x="203" y="217"/>
                  </a:lnTo>
                  <a:lnTo>
                    <a:pt x="214" y="204"/>
                  </a:lnTo>
                  <a:lnTo>
                    <a:pt x="91" y="77"/>
                  </a:lnTo>
                  <a:lnTo>
                    <a:pt x="104" y="54"/>
                  </a:lnTo>
                  <a:lnTo>
                    <a:pt x="221" y="49"/>
                  </a:lnTo>
                  <a:lnTo>
                    <a:pt x="232" y="12"/>
                  </a:lnTo>
                  <a:lnTo>
                    <a:pt x="156" y="14"/>
                  </a:lnTo>
                  <a:lnTo>
                    <a:pt x="1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4" name="Freeform 329">
              <a:extLst>
                <a:ext uri="{FF2B5EF4-FFF2-40B4-BE49-F238E27FC236}">
                  <a16:creationId xmlns:a16="http://schemas.microsoft.com/office/drawing/2014/main" id="{078F6A6F-0A3C-491B-B9CE-3D3FDD973A1B}"/>
                </a:ext>
              </a:extLst>
            </p:cNvPr>
            <p:cNvSpPr>
              <a:spLocks/>
            </p:cNvSpPr>
            <p:nvPr/>
          </p:nvSpPr>
          <p:spPr bwMode="auto">
            <a:xfrm>
              <a:off x="6271419" y="2799556"/>
              <a:ext cx="82550" cy="69850"/>
            </a:xfrm>
            <a:custGeom>
              <a:avLst/>
              <a:gdLst>
                <a:gd name="T0" fmla="*/ 6 w 158"/>
                <a:gd name="T1" fmla="*/ 2 h 131"/>
                <a:gd name="T2" fmla="*/ 0 w 158"/>
                <a:gd name="T3" fmla="*/ 13 h 131"/>
                <a:gd name="T4" fmla="*/ 115 w 158"/>
                <a:gd name="T5" fmla="*/ 131 h 131"/>
                <a:gd name="T6" fmla="*/ 158 w 158"/>
                <a:gd name="T7" fmla="*/ 69 h 131"/>
                <a:gd name="T8" fmla="*/ 156 w 158"/>
                <a:gd name="T9" fmla="*/ 44 h 131"/>
                <a:gd name="T10" fmla="*/ 119 w 158"/>
                <a:gd name="T11" fmla="*/ 0 h 131"/>
                <a:gd name="T12" fmla="*/ 6 w 158"/>
                <a:gd name="T13" fmla="*/ 2 h 131"/>
              </a:gdLst>
              <a:ahLst/>
              <a:cxnLst>
                <a:cxn ang="0">
                  <a:pos x="T0" y="T1"/>
                </a:cxn>
                <a:cxn ang="0">
                  <a:pos x="T2" y="T3"/>
                </a:cxn>
                <a:cxn ang="0">
                  <a:pos x="T4" y="T5"/>
                </a:cxn>
                <a:cxn ang="0">
                  <a:pos x="T6" y="T7"/>
                </a:cxn>
                <a:cxn ang="0">
                  <a:pos x="T8" y="T9"/>
                </a:cxn>
                <a:cxn ang="0">
                  <a:pos x="T10" y="T11"/>
                </a:cxn>
                <a:cxn ang="0">
                  <a:pos x="T12" y="T13"/>
                </a:cxn>
              </a:cxnLst>
              <a:rect l="0" t="0" r="r" b="b"/>
              <a:pathLst>
                <a:path w="158" h="131">
                  <a:moveTo>
                    <a:pt x="6" y="2"/>
                  </a:moveTo>
                  <a:lnTo>
                    <a:pt x="0" y="13"/>
                  </a:lnTo>
                  <a:lnTo>
                    <a:pt x="115" y="131"/>
                  </a:lnTo>
                  <a:lnTo>
                    <a:pt x="158" y="69"/>
                  </a:lnTo>
                  <a:lnTo>
                    <a:pt x="156" y="44"/>
                  </a:lnTo>
                  <a:lnTo>
                    <a:pt x="119" y="0"/>
                  </a:lnTo>
                  <a:lnTo>
                    <a:pt x="6"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5" name="Freeform 330">
              <a:extLst>
                <a:ext uri="{FF2B5EF4-FFF2-40B4-BE49-F238E27FC236}">
                  <a16:creationId xmlns:a16="http://schemas.microsoft.com/office/drawing/2014/main" id="{C7BA9492-0BA4-4B0C-A7D9-E77CF0FB83E7}"/>
                </a:ext>
              </a:extLst>
            </p:cNvPr>
            <p:cNvSpPr>
              <a:spLocks/>
            </p:cNvSpPr>
            <p:nvPr/>
          </p:nvSpPr>
          <p:spPr bwMode="auto">
            <a:xfrm>
              <a:off x="6065044" y="2743993"/>
              <a:ext cx="263525" cy="279400"/>
            </a:xfrm>
            <a:custGeom>
              <a:avLst/>
              <a:gdLst>
                <a:gd name="T0" fmla="*/ 11 w 498"/>
                <a:gd name="T1" fmla="*/ 74 h 529"/>
                <a:gd name="T2" fmla="*/ 0 w 498"/>
                <a:gd name="T3" fmla="*/ 102 h 529"/>
                <a:gd name="T4" fmla="*/ 3 w 498"/>
                <a:gd name="T5" fmla="*/ 130 h 529"/>
                <a:gd name="T6" fmla="*/ 44 w 498"/>
                <a:gd name="T7" fmla="*/ 179 h 529"/>
                <a:gd name="T8" fmla="*/ 108 w 498"/>
                <a:gd name="T9" fmla="*/ 176 h 529"/>
                <a:gd name="T10" fmla="*/ 250 w 498"/>
                <a:gd name="T11" fmla="*/ 341 h 529"/>
                <a:gd name="T12" fmla="*/ 340 w 498"/>
                <a:gd name="T13" fmla="*/ 367 h 529"/>
                <a:gd name="T14" fmla="*/ 391 w 498"/>
                <a:gd name="T15" fmla="*/ 416 h 529"/>
                <a:gd name="T16" fmla="*/ 405 w 498"/>
                <a:gd name="T17" fmla="*/ 529 h 529"/>
                <a:gd name="T18" fmla="*/ 432 w 498"/>
                <a:gd name="T19" fmla="*/ 513 h 529"/>
                <a:gd name="T20" fmla="*/ 456 w 498"/>
                <a:gd name="T21" fmla="*/ 452 h 529"/>
                <a:gd name="T22" fmla="*/ 450 w 498"/>
                <a:gd name="T23" fmla="*/ 407 h 529"/>
                <a:gd name="T24" fmla="*/ 492 w 498"/>
                <a:gd name="T25" fmla="*/ 403 h 529"/>
                <a:gd name="T26" fmla="*/ 498 w 498"/>
                <a:gd name="T27" fmla="*/ 379 h 529"/>
                <a:gd name="T28" fmla="*/ 381 w 498"/>
                <a:gd name="T29" fmla="*/ 322 h 529"/>
                <a:gd name="T30" fmla="*/ 270 w 498"/>
                <a:gd name="T31" fmla="*/ 212 h 529"/>
                <a:gd name="T32" fmla="*/ 225 w 498"/>
                <a:gd name="T33" fmla="*/ 147 h 529"/>
                <a:gd name="T34" fmla="*/ 215 w 498"/>
                <a:gd name="T35" fmla="*/ 85 h 529"/>
                <a:gd name="T36" fmla="*/ 271 w 498"/>
                <a:gd name="T37" fmla="*/ 71 h 529"/>
                <a:gd name="T38" fmla="*/ 256 w 498"/>
                <a:gd name="T39" fmla="*/ 31 h 529"/>
                <a:gd name="T40" fmla="*/ 222 w 498"/>
                <a:gd name="T41" fmla="*/ 1 h 529"/>
                <a:gd name="T42" fmla="*/ 191 w 498"/>
                <a:gd name="T43" fmla="*/ 0 h 529"/>
                <a:gd name="T44" fmla="*/ 150 w 498"/>
                <a:gd name="T45" fmla="*/ 11 h 529"/>
                <a:gd name="T46" fmla="*/ 110 w 498"/>
                <a:gd name="T47" fmla="*/ 67 h 529"/>
                <a:gd name="T48" fmla="*/ 87 w 498"/>
                <a:gd name="T49" fmla="*/ 82 h 529"/>
                <a:gd name="T50" fmla="*/ 50 w 498"/>
                <a:gd name="T51" fmla="*/ 60 h 529"/>
                <a:gd name="T52" fmla="*/ 11 w 498"/>
                <a:gd name="T53" fmla="*/ 74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8" h="529">
                  <a:moveTo>
                    <a:pt x="11" y="74"/>
                  </a:moveTo>
                  <a:lnTo>
                    <a:pt x="0" y="102"/>
                  </a:lnTo>
                  <a:lnTo>
                    <a:pt x="3" y="130"/>
                  </a:lnTo>
                  <a:lnTo>
                    <a:pt x="44" y="179"/>
                  </a:lnTo>
                  <a:lnTo>
                    <a:pt x="108" y="176"/>
                  </a:lnTo>
                  <a:lnTo>
                    <a:pt x="250" y="341"/>
                  </a:lnTo>
                  <a:lnTo>
                    <a:pt x="340" y="367"/>
                  </a:lnTo>
                  <a:lnTo>
                    <a:pt x="391" y="416"/>
                  </a:lnTo>
                  <a:lnTo>
                    <a:pt x="405" y="529"/>
                  </a:lnTo>
                  <a:lnTo>
                    <a:pt x="432" y="513"/>
                  </a:lnTo>
                  <a:lnTo>
                    <a:pt x="456" y="452"/>
                  </a:lnTo>
                  <a:lnTo>
                    <a:pt x="450" y="407"/>
                  </a:lnTo>
                  <a:lnTo>
                    <a:pt x="492" y="403"/>
                  </a:lnTo>
                  <a:lnTo>
                    <a:pt x="498" y="379"/>
                  </a:lnTo>
                  <a:lnTo>
                    <a:pt x="381" y="322"/>
                  </a:lnTo>
                  <a:lnTo>
                    <a:pt x="270" y="212"/>
                  </a:lnTo>
                  <a:lnTo>
                    <a:pt x="225" y="147"/>
                  </a:lnTo>
                  <a:lnTo>
                    <a:pt x="215" y="85"/>
                  </a:lnTo>
                  <a:lnTo>
                    <a:pt x="271" y="71"/>
                  </a:lnTo>
                  <a:lnTo>
                    <a:pt x="256" y="31"/>
                  </a:lnTo>
                  <a:lnTo>
                    <a:pt x="222" y="1"/>
                  </a:lnTo>
                  <a:lnTo>
                    <a:pt x="191" y="0"/>
                  </a:lnTo>
                  <a:lnTo>
                    <a:pt x="150" y="11"/>
                  </a:lnTo>
                  <a:lnTo>
                    <a:pt x="110" y="67"/>
                  </a:lnTo>
                  <a:lnTo>
                    <a:pt x="87" y="82"/>
                  </a:lnTo>
                  <a:lnTo>
                    <a:pt x="50" y="60"/>
                  </a:lnTo>
                  <a:lnTo>
                    <a:pt x="11" y="7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6" name="Freeform 331">
              <a:extLst>
                <a:ext uri="{FF2B5EF4-FFF2-40B4-BE49-F238E27FC236}">
                  <a16:creationId xmlns:a16="http://schemas.microsoft.com/office/drawing/2014/main" id="{472F0FAE-DAF9-448F-A5AC-35C014DE9BF2}"/>
                </a:ext>
              </a:extLst>
            </p:cNvPr>
            <p:cNvSpPr>
              <a:spLocks/>
            </p:cNvSpPr>
            <p:nvPr/>
          </p:nvSpPr>
          <p:spPr bwMode="auto">
            <a:xfrm>
              <a:off x="6195219" y="3012281"/>
              <a:ext cx="58738" cy="47625"/>
            </a:xfrm>
            <a:custGeom>
              <a:avLst/>
              <a:gdLst>
                <a:gd name="T0" fmla="*/ 110 w 111"/>
                <a:gd name="T1" fmla="*/ 14 h 90"/>
                <a:gd name="T2" fmla="*/ 85 w 111"/>
                <a:gd name="T3" fmla="*/ 0 h 90"/>
                <a:gd name="T4" fmla="*/ 0 w 111"/>
                <a:gd name="T5" fmla="*/ 14 h 90"/>
                <a:gd name="T6" fmla="*/ 3 w 111"/>
                <a:gd name="T7" fmla="*/ 36 h 90"/>
                <a:gd name="T8" fmla="*/ 79 w 111"/>
                <a:gd name="T9" fmla="*/ 75 h 90"/>
                <a:gd name="T10" fmla="*/ 92 w 111"/>
                <a:gd name="T11" fmla="*/ 87 h 90"/>
                <a:gd name="T12" fmla="*/ 111 w 111"/>
                <a:gd name="T13" fmla="*/ 90 h 90"/>
                <a:gd name="T14" fmla="*/ 110 w 111"/>
                <a:gd name="T15" fmla="*/ 14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90">
                  <a:moveTo>
                    <a:pt x="110" y="14"/>
                  </a:moveTo>
                  <a:lnTo>
                    <a:pt x="85" y="0"/>
                  </a:lnTo>
                  <a:lnTo>
                    <a:pt x="0" y="14"/>
                  </a:lnTo>
                  <a:lnTo>
                    <a:pt x="3" y="36"/>
                  </a:lnTo>
                  <a:lnTo>
                    <a:pt x="79" y="75"/>
                  </a:lnTo>
                  <a:lnTo>
                    <a:pt x="92" y="87"/>
                  </a:lnTo>
                  <a:lnTo>
                    <a:pt x="111" y="90"/>
                  </a:lnTo>
                  <a:lnTo>
                    <a:pt x="110" y="1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7" name="Freeform 332">
              <a:extLst>
                <a:ext uri="{FF2B5EF4-FFF2-40B4-BE49-F238E27FC236}">
                  <a16:creationId xmlns:a16="http://schemas.microsoft.com/office/drawing/2014/main" id="{C8A45078-27B3-4BBB-A0DF-74C429824A79}"/>
                </a:ext>
              </a:extLst>
            </p:cNvPr>
            <p:cNvSpPr>
              <a:spLocks/>
            </p:cNvSpPr>
            <p:nvPr/>
          </p:nvSpPr>
          <p:spPr bwMode="auto">
            <a:xfrm>
              <a:off x="6239669" y="3086893"/>
              <a:ext cx="20638" cy="23813"/>
            </a:xfrm>
            <a:custGeom>
              <a:avLst/>
              <a:gdLst>
                <a:gd name="T0" fmla="*/ 29 w 39"/>
                <a:gd name="T1" fmla="*/ 0 h 46"/>
                <a:gd name="T2" fmla="*/ 0 w 39"/>
                <a:gd name="T3" fmla="*/ 6 h 46"/>
                <a:gd name="T4" fmla="*/ 1 w 39"/>
                <a:gd name="T5" fmla="*/ 37 h 46"/>
                <a:gd name="T6" fmla="*/ 27 w 39"/>
                <a:gd name="T7" fmla="*/ 46 h 46"/>
                <a:gd name="T8" fmla="*/ 39 w 39"/>
                <a:gd name="T9" fmla="*/ 36 h 46"/>
                <a:gd name="T10" fmla="*/ 29 w 39"/>
                <a:gd name="T11" fmla="*/ 0 h 46"/>
              </a:gdLst>
              <a:ahLst/>
              <a:cxnLst>
                <a:cxn ang="0">
                  <a:pos x="T0" y="T1"/>
                </a:cxn>
                <a:cxn ang="0">
                  <a:pos x="T2" y="T3"/>
                </a:cxn>
                <a:cxn ang="0">
                  <a:pos x="T4" y="T5"/>
                </a:cxn>
                <a:cxn ang="0">
                  <a:pos x="T6" y="T7"/>
                </a:cxn>
                <a:cxn ang="0">
                  <a:pos x="T8" y="T9"/>
                </a:cxn>
                <a:cxn ang="0">
                  <a:pos x="T10" y="T11"/>
                </a:cxn>
              </a:cxnLst>
              <a:rect l="0" t="0" r="r" b="b"/>
              <a:pathLst>
                <a:path w="39" h="46">
                  <a:moveTo>
                    <a:pt x="29" y="0"/>
                  </a:moveTo>
                  <a:lnTo>
                    <a:pt x="0" y="6"/>
                  </a:lnTo>
                  <a:lnTo>
                    <a:pt x="1" y="37"/>
                  </a:lnTo>
                  <a:lnTo>
                    <a:pt x="27" y="46"/>
                  </a:lnTo>
                  <a:lnTo>
                    <a:pt x="39" y="36"/>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8" name="Freeform 333">
              <a:extLst>
                <a:ext uri="{FF2B5EF4-FFF2-40B4-BE49-F238E27FC236}">
                  <a16:creationId xmlns:a16="http://schemas.microsoft.com/office/drawing/2014/main" id="{73A11670-86B8-4E6F-8C5D-F29EBE7A451B}"/>
                </a:ext>
              </a:extLst>
            </p:cNvPr>
            <p:cNvSpPr>
              <a:spLocks/>
            </p:cNvSpPr>
            <p:nvPr/>
          </p:nvSpPr>
          <p:spPr bwMode="auto">
            <a:xfrm>
              <a:off x="6419057" y="2539206"/>
              <a:ext cx="381000" cy="269875"/>
            </a:xfrm>
            <a:custGeom>
              <a:avLst/>
              <a:gdLst>
                <a:gd name="T0" fmla="*/ 84 w 722"/>
                <a:gd name="T1" fmla="*/ 53 h 511"/>
                <a:gd name="T2" fmla="*/ 34 w 722"/>
                <a:gd name="T3" fmla="*/ 82 h 511"/>
                <a:gd name="T4" fmla="*/ 46 w 722"/>
                <a:gd name="T5" fmla="*/ 134 h 511"/>
                <a:gd name="T6" fmla="*/ 0 w 722"/>
                <a:gd name="T7" fmla="*/ 231 h 511"/>
                <a:gd name="T8" fmla="*/ 0 w 722"/>
                <a:gd name="T9" fmla="*/ 273 h 511"/>
                <a:gd name="T10" fmla="*/ 22 w 722"/>
                <a:gd name="T11" fmla="*/ 287 h 511"/>
                <a:gd name="T12" fmla="*/ 160 w 722"/>
                <a:gd name="T13" fmla="*/ 294 h 511"/>
                <a:gd name="T14" fmla="*/ 199 w 722"/>
                <a:gd name="T15" fmla="*/ 262 h 511"/>
                <a:gd name="T16" fmla="*/ 240 w 722"/>
                <a:gd name="T17" fmla="*/ 275 h 511"/>
                <a:gd name="T18" fmla="*/ 300 w 722"/>
                <a:gd name="T19" fmla="*/ 355 h 511"/>
                <a:gd name="T20" fmla="*/ 256 w 722"/>
                <a:gd name="T21" fmla="*/ 433 h 511"/>
                <a:gd name="T22" fmla="*/ 308 w 722"/>
                <a:gd name="T23" fmla="*/ 448 h 511"/>
                <a:gd name="T24" fmla="*/ 376 w 722"/>
                <a:gd name="T25" fmla="*/ 370 h 511"/>
                <a:gd name="T26" fmla="*/ 415 w 722"/>
                <a:gd name="T27" fmla="*/ 377 h 511"/>
                <a:gd name="T28" fmla="*/ 450 w 722"/>
                <a:gd name="T29" fmla="*/ 402 h 511"/>
                <a:gd name="T30" fmla="*/ 419 w 722"/>
                <a:gd name="T31" fmla="*/ 444 h 511"/>
                <a:gd name="T32" fmla="*/ 461 w 722"/>
                <a:gd name="T33" fmla="*/ 511 h 511"/>
                <a:gd name="T34" fmla="*/ 507 w 722"/>
                <a:gd name="T35" fmla="*/ 511 h 511"/>
                <a:gd name="T36" fmla="*/ 530 w 722"/>
                <a:gd name="T37" fmla="*/ 466 h 511"/>
                <a:gd name="T38" fmla="*/ 579 w 722"/>
                <a:gd name="T39" fmla="*/ 456 h 511"/>
                <a:gd name="T40" fmla="*/ 580 w 722"/>
                <a:gd name="T41" fmla="*/ 421 h 511"/>
                <a:gd name="T42" fmla="*/ 491 w 722"/>
                <a:gd name="T43" fmla="*/ 406 h 511"/>
                <a:gd name="T44" fmla="*/ 494 w 722"/>
                <a:gd name="T45" fmla="*/ 368 h 511"/>
                <a:gd name="T46" fmla="*/ 580 w 722"/>
                <a:gd name="T47" fmla="*/ 368 h 511"/>
                <a:gd name="T48" fmla="*/ 674 w 722"/>
                <a:gd name="T49" fmla="*/ 293 h 511"/>
                <a:gd name="T50" fmla="*/ 716 w 722"/>
                <a:gd name="T51" fmla="*/ 256 h 511"/>
                <a:gd name="T52" fmla="*/ 722 w 722"/>
                <a:gd name="T53" fmla="*/ 142 h 511"/>
                <a:gd name="T54" fmla="*/ 537 w 722"/>
                <a:gd name="T55" fmla="*/ 125 h 511"/>
                <a:gd name="T56" fmla="*/ 461 w 722"/>
                <a:gd name="T57" fmla="*/ 19 h 511"/>
                <a:gd name="T58" fmla="*/ 409 w 722"/>
                <a:gd name="T59" fmla="*/ 0 h 511"/>
                <a:gd name="T60" fmla="*/ 346 w 722"/>
                <a:gd name="T61" fmla="*/ 3 h 511"/>
                <a:gd name="T62" fmla="*/ 317 w 722"/>
                <a:gd name="T63" fmla="*/ 74 h 511"/>
                <a:gd name="T64" fmla="*/ 187 w 722"/>
                <a:gd name="T65" fmla="*/ 75 h 511"/>
                <a:gd name="T66" fmla="*/ 145 w 722"/>
                <a:gd name="T67" fmla="*/ 56 h 511"/>
                <a:gd name="T68" fmla="*/ 84 w 722"/>
                <a:gd name="T69" fmla="*/ 53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2" h="511">
                  <a:moveTo>
                    <a:pt x="84" y="53"/>
                  </a:moveTo>
                  <a:lnTo>
                    <a:pt x="34" y="82"/>
                  </a:lnTo>
                  <a:lnTo>
                    <a:pt x="46" y="134"/>
                  </a:lnTo>
                  <a:lnTo>
                    <a:pt x="0" y="231"/>
                  </a:lnTo>
                  <a:lnTo>
                    <a:pt x="0" y="273"/>
                  </a:lnTo>
                  <a:lnTo>
                    <a:pt x="22" y="287"/>
                  </a:lnTo>
                  <a:lnTo>
                    <a:pt x="160" y="294"/>
                  </a:lnTo>
                  <a:lnTo>
                    <a:pt x="199" y="262"/>
                  </a:lnTo>
                  <a:lnTo>
                    <a:pt x="240" y="275"/>
                  </a:lnTo>
                  <a:lnTo>
                    <a:pt x="300" y="355"/>
                  </a:lnTo>
                  <a:lnTo>
                    <a:pt x="256" y="433"/>
                  </a:lnTo>
                  <a:lnTo>
                    <a:pt x="308" y="448"/>
                  </a:lnTo>
                  <a:lnTo>
                    <a:pt x="376" y="370"/>
                  </a:lnTo>
                  <a:lnTo>
                    <a:pt x="415" y="377"/>
                  </a:lnTo>
                  <a:lnTo>
                    <a:pt x="450" y="402"/>
                  </a:lnTo>
                  <a:lnTo>
                    <a:pt x="419" y="444"/>
                  </a:lnTo>
                  <a:lnTo>
                    <a:pt x="461" y="511"/>
                  </a:lnTo>
                  <a:lnTo>
                    <a:pt x="507" y="511"/>
                  </a:lnTo>
                  <a:lnTo>
                    <a:pt x="530" y="466"/>
                  </a:lnTo>
                  <a:lnTo>
                    <a:pt x="579" y="456"/>
                  </a:lnTo>
                  <a:lnTo>
                    <a:pt x="580" y="421"/>
                  </a:lnTo>
                  <a:lnTo>
                    <a:pt x="491" y="406"/>
                  </a:lnTo>
                  <a:lnTo>
                    <a:pt x="494" y="368"/>
                  </a:lnTo>
                  <a:lnTo>
                    <a:pt x="580" y="368"/>
                  </a:lnTo>
                  <a:lnTo>
                    <a:pt x="674" y="293"/>
                  </a:lnTo>
                  <a:lnTo>
                    <a:pt x="716" y="256"/>
                  </a:lnTo>
                  <a:lnTo>
                    <a:pt x="722" y="142"/>
                  </a:lnTo>
                  <a:lnTo>
                    <a:pt x="537" y="125"/>
                  </a:lnTo>
                  <a:lnTo>
                    <a:pt x="461" y="19"/>
                  </a:lnTo>
                  <a:lnTo>
                    <a:pt x="409" y="0"/>
                  </a:lnTo>
                  <a:lnTo>
                    <a:pt x="346" y="3"/>
                  </a:lnTo>
                  <a:lnTo>
                    <a:pt x="317" y="74"/>
                  </a:lnTo>
                  <a:lnTo>
                    <a:pt x="187" y="75"/>
                  </a:lnTo>
                  <a:lnTo>
                    <a:pt x="145" y="56"/>
                  </a:lnTo>
                  <a:lnTo>
                    <a:pt x="84" y="53"/>
                  </a:lnTo>
                  <a:close/>
                </a:path>
              </a:pathLst>
            </a:custGeom>
            <a:solidFill>
              <a:srgbClr val="72BFC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9" name="Freeform 334">
              <a:extLst>
                <a:ext uri="{FF2B5EF4-FFF2-40B4-BE49-F238E27FC236}">
                  <a16:creationId xmlns:a16="http://schemas.microsoft.com/office/drawing/2014/main" id="{FA723197-C458-4B55-8449-A0F8728AD74F}"/>
                </a:ext>
              </a:extLst>
            </p:cNvPr>
            <p:cNvSpPr>
              <a:spLocks/>
            </p:cNvSpPr>
            <p:nvPr/>
          </p:nvSpPr>
          <p:spPr bwMode="auto">
            <a:xfrm>
              <a:off x="6509544" y="2685256"/>
              <a:ext cx="60325" cy="82550"/>
            </a:xfrm>
            <a:custGeom>
              <a:avLst/>
              <a:gdLst>
                <a:gd name="T0" fmla="*/ 0 w 113"/>
                <a:gd name="T1" fmla="*/ 28 h 157"/>
                <a:gd name="T2" fmla="*/ 53 w 113"/>
                <a:gd name="T3" fmla="*/ 109 h 157"/>
                <a:gd name="T4" fmla="*/ 49 w 113"/>
                <a:gd name="T5" fmla="*/ 156 h 157"/>
                <a:gd name="T6" fmla="*/ 68 w 113"/>
                <a:gd name="T7" fmla="*/ 157 h 157"/>
                <a:gd name="T8" fmla="*/ 113 w 113"/>
                <a:gd name="T9" fmla="*/ 81 h 157"/>
                <a:gd name="T10" fmla="*/ 59 w 113"/>
                <a:gd name="T11" fmla="*/ 13 h 157"/>
                <a:gd name="T12" fmla="*/ 27 w 113"/>
                <a:gd name="T13" fmla="*/ 0 h 157"/>
                <a:gd name="T14" fmla="*/ 0 w 113"/>
                <a:gd name="T15" fmla="*/ 28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157">
                  <a:moveTo>
                    <a:pt x="0" y="28"/>
                  </a:moveTo>
                  <a:lnTo>
                    <a:pt x="53" y="109"/>
                  </a:lnTo>
                  <a:lnTo>
                    <a:pt x="49" y="156"/>
                  </a:lnTo>
                  <a:lnTo>
                    <a:pt x="68" y="157"/>
                  </a:lnTo>
                  <a:lnTo>
                    <a:pt x="113" y="81"/>
                  </a:lnTo>
                  <a:lnTo>
                    <a:pt x="59" y="13"/>
                  </a:lnTo>
                  <a:lnTo>
                    <a:pt x="27" y="0"/>
                  </a:lnTo>
                  <a:lnTo>
                    <a:pt x="0" y="2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70" name="Freeform 335">
              <a:extLst>
                <a:ext uri="{FF2B5EF4-FFF2-40B4-BE49-F238E27FC236}">
                  <a16:creationId xmlns:a16="http://schemas.microsoft.com/office/drawing/2014/main" id="{55B2D5F3-1401-4BEC-926A-B589BFE0FB7D}"/>
                </a:ext>
              </a:extLst>
            </p:cNvPr>
            <p:cNvSpPr>
              <a:spLocks/>
            </p:cNvSpPr>
            <p:nvPr/>
          </p:nvSpPr>
          <p:spPr bwMode="auto">
            <a:xfrm>
              <a:off x="6376194" y="2697956"/>
              <a:ext cx="207963" cy="141288"/>
            </a:xfrm>
            <a:custGeom>
              <a:avLst/>
              <a:gdLst>
                <a:gd name="T0" fmla="*/ 104 w 393"/>
                <a:gd name="T1" fmla="*/ 0 h 267"/>
                <a:gd name="T2" fmla="*/ 100 w 393"/>
                <a:gd name="T3" fmla="*/ 25 h 267"/>
                <a:gd name="T4" fmla="*/ 0 w 393"/>
                <a:gd name="T5" fmla="*/ 107 h 267"/>
                <a:gd name="T6" fmla="*/ 83 w 393"/>
                <a:gd name="T7" fmla="*/ 229 h 267"/>
                <a:gd name="T8" fmla="*/ 136 w 393"/>
                <a:gd name="T9" fmla="*/ 267 h 267"/>
                <a:gd name="T10" fmla="*/ 232 w 393"/>
                <a:gd name="T11" fmla="*/ 267 h 267"/>
                <a:gd name="T12" fmla="*/ 263 w 393"/>
                <a:gd name="T13" fmla="*/ 240 h 267"/>
                <a:gd name="T14" fmla="*/ 306 w 393"/>
                <a:gd name="T15" fmla="*/ 234 h 267"/>
                <a:gd name="T16" fmla="*/ 337 w 393"/>
                <a:gd name="T17" fmla="*/ 254 h 267"/>
                <a:gd name="T18" fmla="*/ 393 w 393"/>
                <a:gd name="T19" fmla="*/ 190 h 267"/>
                <a:gd name="T20" fmla="*/ 383 w 393"/>
                <a:gd name="T21" fmla="*/ 158 h 267"/>
                <a:gd name="T22" fmla="*/ 326 w 393"/>
                <a:gd name="T23" fmla="*/ 144 h 267"/>
                <a:gd name="T24" fmla="*/ 287 w 393"/>
                <a:gd name="T25" fmla="*/ 142 h 267"/>
                <a:gd name="T26" fmla="*/ 289 w 393"/>
                <a:gd name="T27" fmla="*/ 87 h 267"/>
                <a:gd name="T28" fmla="*/ 238 w 393"/>
                <a:gd name="T29" fmla="*/ 6 h 267"/>
                <a:gd name="T30" fmla="*/ 104 w 393"/>
                <a:gd name="T31"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3" h="267">
                  <a:moveTo>
                    <a:pt x="104" y="0"/>
                  </a:moveTo>
                  <a:lnTo>
                    <a:pt x="100" y="25"/>
                  </a:lnTo>
                  <a:lnTo>
                    <a:pt x="0" y="107"/>
                  </a:lnTo>
                  <a:lnTo>
                    <a:pt x="83" y="229"/>
                  </a:lnTo>
                  <a:lnTo>
                    <a:pt x="136" y="267"/>
                  </a:lnTo>
                  <a:lnTo>
                    <a:pt x="232" y="267"/>
                  </a:lnTo>
                  <a:lnTo>
                    <a:pt x="263" y="240"/>
                  </a:lnTo>
                  <a:lnTo>
                    <a:pt x="306" y="234"/>
                  </a:lnTo>
                  <a:lnTo>
                    <a:pt x="337" y="254"/>
                  </a:lnTo>
                  <a:lnTo>
                    <a:pt x="393" y="190"/>
                  </a:lnTo>
                  <a:lnTo>
                    <a:pt x="383" y="158"/>
                  </a:lnTo>
                  <a:lnTo>
                    <a:pt x="326" y="144"/>
                  </a:lnTo>
                  <a:lnTo>
                    <a:pt x="287" y="142"/>
                  </a:lnTo>
                  <a:lnTo>
                    <a:pt x="289" y="87"/>
                  </a:lnTo>
                  <a:lnTo>
                    <a:pt x="238" y="6"/>
                  </a:lnTo>
                  <a:lnTo>
                    <a:pt x="10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71" name="Freeform 336">
              <a:extLst>
                <a:ext uri="{FF2B5EF4-FFF2-40B4-BE49-F238E27FC236}">
                  <a16:creationId xmlns:a16="http://schemas.microsoft.com/office/drawing/2014/main" id="{8F365CD7-A001-417F-B5E4-F181AF513DAA}"/>
                </a:ext>
              </a:extLst>
            </p:cNvPr>
            <p:cNvSpPr>
              <a:spLocks/>
            </p:cNvSpPr>
            <p:nvPr/>
          </p:nvSpPr>
          <p:spPr bwMode="auto">
            <a:xfrm>
              <a:off x="6333332" y="2761456"/>
              <a:ext cx="85725" cy="131763"/>
            </a:xfrm>
            <a:custGeom>
              <a:avLst/>
              <a:gdLst>
                <a:gd name="T0" fmla="*/ 71 w 161"/>
                <a:gd name="T1" fmla="*/ 0 h 248"/>
                <a:gd name="T2" fmla="*/ 37 w 161"/>
                <a:gd name="T3" fmla="*/ 26 h 248"/>
                <a:gd name="T4" fmla="*/ 19 w 161"/>
                <a:gd name="T5" fmla="*/ 26 h 248"/>
                <a:gd name="T6" fmla="*/ 8 w 161"/>
                <a:gd name="T7" fmla="*/ 63 h 248"/>
                <a:gd name="T8" fmla="*/ 49 w 161"/>
                <a:gd name="T9" fmla="*/ 110 h 248"/>
                <a:gd name="T10" fmla="*/ 52 w 161"/>
                <a:gd name="T11" fmla="*/ 149 h 248"/>
                <a:gd name="T12" fmla="*/ 0 w 161"/>
                <a:gd name="T13" fmla="*/ 221 h 248"/>
                <a:gd name="T14" fmla="*/ 8 w 161"/>
                <a:gd name="T15" fmla="*/ 243 h 248"/>
                <a:gd name="T16" fmla="*/ 38 w 161"/>
                <a:gd name="T17" fmla="*/ 248 h 248"/>
                <a:gd name="T18" fmla="*/ 61 w 161"/>
                <a:gd name="T19" fmla="*/ 217 h 248"/>
                <a:gd name="T20" fmla="*/ 74 w 161"/>
                <a:gd name="T21" fmla="*/ 216 h 248"/>
                <a:gd name="T22" fmla="*/ 95 w 161"/>
                <a:gd name="T23" fmla="*/ 236 h 248"/>
                <a:gd name="T24" fmla="*/ 161 w 161"/>
                <a:gd name="T25" fmla="*/ 217 h 248"/>
                <a:gd name="T26" fmla="*/ 155 w 161"/>
                <a:gd name="T27" fmla="*/ 123 h 248"/>
                <a:gd name="T28" fmla="*/ 71 w 161"/>
                <a:gd name="T29"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248">
                  <a:moveTo>
                    <a:pt x="71" y="0"/>
                  </a:moveTo>
                  <a:lnTo>
                    <a:pt x="37" y="26"/>
                  </a:lnTo>
                  <a:lnTo>
                    <a:pt x="19" y="26"/>
                  </a:lnTo>
                  <a:lnTo>
                    <a:pt x="8" y="63"/>
                  </a:lnTo>
                  <a:lnTo>
                    <a:pt x="49" y="110"/>
                  </a:lnTo>
                  <a:lnTo>
                    <a:pt x="52" y="149"/>
                  </a:lnTo>
                  <a:lnTo>
                    <a:pt x="0" y="221"/>
                  </a:lnTo>
                  <a:lnTo>
                    <a:pt x="8" y="243"/>
                  </a:lnTo>
                  <a:lnTo>
                    <a:pt x="38" y="248"/>
                  </a:lnTo>
                  <a:lnTo>
                    <a:pt x="61" y="217"/>
                  </a:lnTo>
                  <a:lnTo>
                    <a:pt x="74" y="216"/>
                  </a:lnTo>
                  <a:lnTo>
                    <a:pt x="95" y="236"/>
                  </a:lnTo>
                  <a:lnTo>
                    <a:pt x="161" y="217"/>
                  </a:lnTo>
                  <a:lnTo>
                    <a:pt x="155" y="123"/>
                  </a:lnTo>
                  <a:lnTo>
                    <a:pt x="7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72" name="Freeform 337">
              <a:extLst>
                <a:ext uri="{FF2B5EF4-FFF2-40B4-BE49-F238E27FC236}">
                  <a16:creationId xmlns:a16="http://schemas.microsoft.com/office/drawing/2014/main" id="{39EA752B-E987-43EF-9FB6-F58C9BAD201D}"/>
                </a:ext>
              </a:extLst>
            </p:cNvPr>
            <p:cNvSpPr>
              <a:spLocks/>
            </p:cNvSpPr>
            <p:nvPr/>
          </p:nvSpPr>
          <p:spPr bwMode="auto">
            <a:xfrm>
              <a:off x="6425407" y="2831306"/>
              <a:ext cx="123825" cy="79375"/>
            </a:xfrm>
            <a:custGeom>
              <a:avLst/>
              <a:gdLst>
                <a:gd name="T0" fmla="*/ 0 w 235"/>
                <a:gd name="T1" fmla="*/ 2 h 149"/>
                <a:gd name="T2" fmla="*/ 3 w 235"/>
                <a:gd name="T3" fmla="*/ 87 h 149"/>
                <a:gd name="T4" fmla="*/ 31 w 235"/>
                <a:gd name="T5" fmla="*/ 148 h 149"/>
                <a:gd name="T6" fmla="*/ 139 w 235"/>
                <a:gd name="T7" fmla="*/ 149 h 149"/>
                <a:gd name="T8" fmla="*/ 187 w 235"/>
                <a:gd name="T9" fmla="*/ 114 h 149"/>
                <a:gd name="T10" fmla="*/ 235 w 235"/>
                <a:gd name="T11" fmla="*/ 96 h 149"/>
                <a:gd name="T12" fmla="*/ 224 w 235"/>
                <a:gd name="T13" fmla="*/ 41 h 149"/>
                <a:gd name="T14" fmla="*/ 235 w 235"/>
                <a:gd name="T15" fmla="*/ 12 h 149"/>
                <a:gd name="T16" fmla="*/ 211 w 235"/>
                <a:gd name="T17" fmla="*/ 0 h 149"/>
                <a:gd name="T18" fmla="*/ 177 w 235"/>
                <a:gd name="T19" fmla="*/ 3 h 149"/>
                <a:gd name="T20" fmla="*/ 151 w 235"/>
                <a:gd name="T21" fmla="*/ 29 h 149"/>
                <a:gd name="T22" fmla="*/ 41 w 235"/>
                <a:gd name="T23" fmla="*/ 29 h 149"/>
                <a:gd name="T24" fmla="*/ 0 w 235"/>
                <a:gd name="T25"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5" h="149">
                  <a:moveTo>
                    <a:pt x="0" y="2"/>
                  </a:moveTo>
                  <a:lnTo>
                    <a:pt x="3" y="87"/>
                  </a:lnTo>
                  <a:lnTo>
                    <a:pt x="31" y="148"/>
                  </a:lnTo>
                  <a:lnTo>
                    <a:pt x="139" y="149"/>
                  </a:lnTo>
                  <a:lnTo>
                    <a:pt x="187" y="114"/>
                  </a:lnTo>
                  <a:lnTo>
                    <a:pt x="235" y="96"/>
                  </a:lnTo>
                  <a:lnTo>
                    <a:pt x="224" y="41"/>
                  </a:lnTo>
                  <a:lnTo>
                    <a:pt x="235" y="12"/>
                  </a:lnTo>
                  <a:lnTo>
                    <a:pt x="211" y="0"/>
                  </a:lnTo>
                  <a:lnTo>
                    <a:pt x="177" y="3"/>
                  </a:lnTo>
                  <a:lnTo>
                    <a:pt x="151" y="29"/>
                  </a:lnTo>
                  <a:lnTo>
                    <a:pt x="41" y="29"/>
                  </a:lnTo>
                  <a:lnTo>
                    <a:pt x="0"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73" name="Freeform 338">
              <a:extLst>
                <a:ext uri="{FF2B5EF4-FFF2-40B4-BE49-F238E27FC236}">
                  <a16:creationId xmlns:a16="http://schemas.microsoft.com/office/drawing/2014/main" id="{9885B968-8AA1-42AC-B489-06A107AE6402}"/>
                </a:ext>
              </a:extLst>
            </p:cNvPr>
            <p:cNvSpPr>
              <a:spLocks/>
            </p:cNvSpPr>
            <p:nvPr/>
          </p:nvSpPr>
          <p:spPr bwMode="auto">
            <a:xfrm>
              <a:off x="6358732" y="2883693"/>
              <a:ext cx="34925" cy="79375"/>
            </a:xfrm>
            <a:custGeom>
              <a:avLst/>
              <a:gdLst>
                <a:gd name="T0" fmla="*/ 0 w 66"/>
                <a:gd name="T1" fmla="*/ 30 h 152"/>
                <a:gd name="T2" fmla="*/ 0 w 66"/>
                <a:gd name="T3" fmla="*/ 110 h 152"/>
                <a:gd name="T4" fmla="*/ 22 w 66"/>
                <a:gd name="T5" fmla="*/ 152 h 152"/>
                <a:gd name="T6" fmla="*/ 38 w 66"/>
                <a:gd name="T7" fmla="*/ 150 h 152"/>
                <a:gd name="T8" fmla="*/ 66 w 66"/>
                <a:gd name="T9" fmla="*/ 100 h 152"/>
                <a:gd name="T10" fmla="*/ 49 w 66"/>
                <a:gd name="T11" fmla="*/ 76 h 152"/>
                <a:gd name="T12" fmla="*/ 43 w 66"/>
                <a:gd name="T13" fmla="*/ 20 h 152"/>
                <a:gd name="T14" fmla="*/ 22 w 66"/>
                <a:gd name="T15" fmla="*/ 0 h 152"/>
                <a:gd name="T16" fmla="*/ 0 w 66"/>
                <a:gd name="T17" fmla="*/ 3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152">
                  <a:moveTo>
                    <a:pt x="0" y="30"/>
                  </a:moveTo>
                  <a:lnTo>
                    <a:pt x="0" y="110"/>
                  </a:lnTo>
                  <a:lnTo>
                    <a:pt x="22" y="152"/>
                  </a:lnTo>
                  <a:lnTo>
                    <a:pt x="38" y="150"/>
                  </a:lnTo>
                  <a:lnTo>
                    <a:pt x="66" y="100"/>
                  </a:lnTo>
                  <a:lnTo>
                    <a:pt x="49" y="76"/>
                  </a:lnTo>
                  <a:lnTo>
                    <a:pt x="43" y="20"/>
                  </a:lnTo>
                  <a:lnTo>
                    <a:pt x="22" y="0"/>
                  </a:lnTo>
                  <a:lnTo>
                    <a:pt x="0" y="3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74" name="Freeform 339">
              <a:extLst>
                <a:ext uri="{FF2B5EF4-FFF2-40B4-BE49-F238E27FC236}">
                  <a16:creationId xmlns:a16="http://schemas.microsoft.com/office/drawing/2014/main" id="{8E14E432-D8AB-4092-B196-2DB018816754}"/>
                </a:ext>
              </a:extLst>
            </p:cNvPr>
            <p:cNvSpPr>
              <a:spLocks/>
            </p:cNvSpPr>
            <p:nvPr/>
          </p:nvSpPr>
          <p:spPr bwMode="auto">
            <a:xfrm>
              <a:off x="6390482" y="2883693"/>
              <a:ext cx="44450" cy="44450"/>
            </a:xfrm>
            <a:custGeom>
              <a:avLst/>
              <a:gdLst>
                <a:gd name="T0" fmla="*/ 57 w 85"/>
                <a:gd name="T1" fmla="*/ 0 h 85"/>
                <a:gd name="T2" fmla="*/ 0 w 85"/>
                <a:gd name="T3" fmla="*/ 19 h 85"/>
                <a:gd name="T4" fmla="*/ 3 w 85"/>
                <a:gd name="T5" fmla="*/ 68 h 85"/>
                <a:gd name="T6" fmla="*/ 16 w 85"/>
                <a:gd name="T7" fmla="*/ 85 h 85"/>
                <a:gd name="T8" fmla="*/ 85 w 85"/>
                <a:gd name="T9" fmla="*/ 54 h 85"/>
                <a:gd name="T10" fmla="*/ 57 w 85"/>
                <a:gd name="T11" fmla="*/ 0 h 85"/>
              </a:gdLst>
              <a:ahLst/>
              <a:cxnLst>
                <a:cxn ang="0">
                  <a:pos x="T0" y="T1"/>
                </a:cxn>
                <a:cxn ang="0">
                  <a:pos x="T2" y="T3"/>
                </a:cxn>
                <a:cxn ang="0">
                  <a:pos x="T4" y="T5"/>
                </a:cxn>
                <a:cxn ang="0">
                  <a:pos x="T6" y="T7"/>
                </a:cxn>
                <a:cxn ang="0">
                  <a:pos x="T8" y="T9"/>
                </a:cxn>
                <a:cxn ang="0">
                  <a:pos x="T10" y="T11"/>
                </a:cxn>
              </a:cxnLst>
              <a:rect l="0" t="0" r="r" b="b"/>
              <a:pathLst>
                <a:path w="85" h="85">
                  <a:moveTo>
                    <a:pt x="57" y="0"/>
                  </a:moveTo>
                  <a:lnTo>
                    <a:pt x="0" y="19"/>
                  </a:lnTo>
                  <a:lnTo>
                    <a:pt x="3" y="68"/>
                  </a:lnTo>
                  <a:lnTo>
                    <a:pt x="16" y="85"/>
                  </a:lnTo>
                  <a:lnTo>
                    <a:pt x="85" y="54"/>
                  </a:lnTo>
                  <a:lnTo>
                    <a:pt x="57"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75" name="Freeform 340">
              <a:extLst>
                <a:ext uri="{FF2B5EF4-FFF2-40B4-BE49-F238E27FC236}">
                  <a16:creationId xmlns:a16="http://schemas.microsoft.com/office/drawing/2014/main" id="{5CA216E6-4F0E-42F9-9B67-33857BA8BEE0}"/>
                </a:ext>
              </a:extLst>
            </p:cNvPr>
            <p:cNvSpPr>
              <a:spLocks/>
            </p:cNvSpPr>
            <p:nvPr/>
          </p:nvSpPr>
          <p:spPr bwMode="auto">
            <a:xfrm>
              <a:off x="6380957" y="2902743"/>
              <a:ext cx="141288" cy="165100"/>
            </a:xfrm>
            <a:custGeom>
              <a:avLst/>
              <a:gdLst>
                <a:gd name="T0" fmla="*/ 2 w 267"/>
                <a:gd name="T1" fmla="*/ 126 h 312"/>
                <a:gd name="T2" fmla="*/ 0 w 267"/>
                <a:gd name="T3" fmla="*/ 150 h 312"/>
                <a:gd name="T4" fmla="*/ 80 w 267"/>
                <a:gd name="T5" fmla="*/ 189 h 312"/>
                <a:gd name="T6" fmla="*/ 118 w 267"/>
                <a:gd name="T7" fmla="*/ 204 h 312"/>
                <a:gd name="T8" fmla="*/ 98 w 267"/>
                <a:gd name="T9" fmla="*/ 225 h 312"/>
                <a:gd name="T10" fmla="*/ 54 w 267"/>
                <a:gd name="T11" fmla="*/ 229 h 312"/>
                <a:gd name="T12" fmla="*/ 47 w 267"/>
                <a:gd name="T13" fmla="*/ 249 h 312"/>
                <a:gd name="T14" fmla="*/ 62 w 267"/>
                <a:gd name="T15" fmla="*/ 284 h 312"/>
                <a:gd name="T16" fmla="*/ 112 w 267"/>
                <a:gd name="T17" fmla="*/ 310 h 312"/>
                <a:gd name="T18" fmla="*/ 133 w 267"/>
                <a:gd name="T19" fmla="*/ 312 h 312"/>
                <a:gd name="T20" fmla="*/ 136 w 267"/>
                <a:gd name="T21" fmla="*/ 252 h 312"/>
                <a:gd name="T22" fmla="*/ 169 w 267"/>
                <a:gd name="T23" fmla="*/ 214 h 312"/>
                <a:gd name="T24" fmla="*/ 81 w 267"/>
                <a:gd name="T25" fmla="*/ 109 h 312"/>
                <a:gd name="T26" fmla="*/ 92 w 267"/>
                <a:gd name="T27" fmla="*/ 74 h 312"/>
                <a:gd name="T28" fmla="*/ 113 w 267"/>
                <a:gd name="T29" fmla="*/ 73 h 312"/>
                <a:gd name="T30" fmla="*/ 145 w 267"/>
                <a:gd name="T31" fmla="*/ 98 h 312"/>
                <a:gd name="T32" fmla="*/ 164 w 267"/>
                <a:gd name="T33" fmla="*/ 88 h 312"/>
                <a:gd name="T34" fmla="*/ 171 w 267"/>
                <a:gd name="T35" fmla="*/ 53 h 312"/>
                <a:gd name="T36" fmla="*/ 263 w 267"/>
                <a:gd name="T37" fmla="*/ 53 h 312"/>
                <a:gd name="T38" fmla="*/ 267 w 267"/>
                <a:gd name="T39" fmla="*/ 0 h 312"/>
                <a:gd name="T40" fmla="*/ 228 w 267"/>
                <a:gd name="T41" fmla="*/ 27 h 312"/>
                <a:gd name="T42" fmla="*/ 115 w 267"/>
                <a:gd name="T43" fmla="*/ 24 h 312"/>
                <a:gd name="T44" fmla="*/ 41 w 267"/>
                <a:gd name="T45" fmla="*/ 62 h 312"/>
                <a:gd name="T46" fmla="*/ 2 w 267"/>
                <a:gd name="T47" fmla="*/ 126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7" h="312">
                  <a:moveTo>
                    <a:pt x="2" y="126"/>
                  </a:moveTo>
                  <a:lnTo>
                    <a:pt x="0" y="150"/>
                  </a:lnTo>
                  <a:lnTo>
                    <a:pt x="80" y="189"/>
                  </a:lnTo>
                  <a:lnTo>
                    <a:pt x="118" y="204"/>
                  </a:lnTo>
                  <a:lnTo>
                    <a:pt x="98" y="225"/>
                  </a:lnTo>
                  <a:lnTo>
                    <a:pt x="54" y="229"/>
                  </a:lnTo>
                  <a:lnTo>
                    <a:pt x="47" y="249"/>
                  </a:lnTo>
                  <a:lnTo>
                    <a:pt x="62" y="284"/>
                  </a:lnTo>
                  <a:lnTo>
                    <a:pt x="112" y="310"/>
                  </a:lnTo>
                  <a:lnTo>
                    <a:pt x="133" y="312"/>
                  </a:lnTo>
                  <a:lnTo>
                    <a:pt x="136" y="252"/>
                  </a:lnTo>
                  <a:lnTo>
                    <a:pt x="169" y="214"/>
                  </a:lnTo>
                  <a:lnTo>
                    <a:pt x="81" y="109"/>
                  </a:lnTo>
                  <a:lnTo>
                    <a:pt x="92" y="74"/>
                  </a:lnTo>
                  <a:lnTo>
                    <a:pt x="113" y="73"/>
                  </a:lnTo>
                  <a:lnTo>
                    <a:pt x="145" y="98"/>
                  </a:lnTo>
                  <a:lnTo>
                    <a:pt x="164" y="88"/>
                  </a:lnTo>
                  <a:lnTo>
                    <a:pt x="171" y="53"/>
                  </a:lnTo>
                  <a:lnTo>
                    <a:pt x="263" y="53"/>
                  </a:lnTo>
                  <a:lnTo>
                    <a:pt x="267" y="0"/>
                  </a:lnTo>
                  <a:lnTo>
                    <a:pt x="228" y="27"/>
                  </a:lnTo>
                  <a:lnTo>
                    <a:pt x="115" y="24"/>
                  </a:lnTo>
                  <a:lnTo>
                    <a:pt x="41" y="62"/>
                  </a:lnTo>
                  <a:lnTo>
                    <a:pt x="2" y="12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76" name="Freeform 341">
              <a:extLst>
                <a:ext uri="{FF2B5EF4-FFF2-40B4-BE49-F238E27FC236}">
                  <a16:creationId xmlns:a16="http://schemas.microsoft.com/office/drawing/2014/main" id="{881C01E1-AB4F-4B39-9D46-A3C7F2A6C7C8}"/>
                </a:ext>
              </a:extLst>
            </p:cNvPr>
            <p:cNvSpPr>
              <a:spLocks/>
            </p:cNvSpPr>
            <p:nvPr/>
          </p:nvSpPr>
          <p:spPr bwMode="auto">
            <a:xfrm>
              <a:off x="6528594" y="2888456"/>
              <a:ext cx="41275" cy="42863"/>
            </a:xfrm>
            <a:custGeom>
              <a:avLst/>
              <a:gdLst>
                <a:gd name="T0" fmla="*/ 3 w 78"/>
                <a:gd name="T1" fmla="*/ 18 h 79"/>
                <a:gd name="T2" fmla="*/ 0 w 78"/>
                <a:gd name="T3" fmla="*/ 79 h 79"/>
                <a:gd name="T4" fmla="*/ 53 w 78"/>
                <a:gd name="T5" fmla="*/ 63 h 79"/>
                <a:gd name="T6" fmla="*/ 78 w 78"/>
                <a:gd name="T7" fmla="*/ 47 h 79"/>
                <a:gd name="T8" fmla="*/ 71 w 78"/>
                <a:gd name="T9" fmla="*/ 20 h 79"/>
                <a:gd name="T10" fmla="*/ 45 w 78"/>
                <a:gd name="T11" fmla="*/ 0 h 79"/>
                <a:gd name="T12" fmla="*/ 3 w 78"/>
                <a:gd name="T13" fmla="*/ 18 h 79"/>
              </a:gdLst>
              <a:ahLst/>
              <a:cxnLst>
                <a:cxn ang="0">
                  <a:pos x="T0" y="T1"/>
                </a:cxn>
                <a:cxn ang="0">
                  <a:pos x="T2" y="T3"/>
                </a:cxn>
                <a:cxn ang="0">
                  <a:pos x="T4" y="T5"/>
                </a:cxn>
                <a:cxn ang="0">
                  <a:pos x="T6" y="T7"/>
                </a:cxn>
                <a:cxn ang="0">
                  <a:pos x="T8" y="T9"/>
                </a:cxn>
                <a:cxn ang="0">
                  <a:pos x="T10" y="T11"/>
                </a:cxn>
                <a:cxn ang="0">
                  <a:pos x="T12" y="T13"/>
                </a:cxn>
              </a:cxnLst>
              <a:rect l="0" t="0" r="r" b="b"/>
              <a:pathLst>
                <a:path w="78" h="79">
                  <a:moveTo>
                    <a:pt x="3" y="18"/>
                  </a:moveTo>
                  <a:lnTo>
                    <a:pt x="0" y="79"/>
                  </a:lnTo>
                  <a:lnTo>
                    <a:pt x="53" y="63"/>
                  </a:lnTo>
                  <a:lnTo>
                    <a:pt x="78" y="47"/>
                  </a:lnTo>
                  <a:lnTo>
                    <a:pt x="71" y="20"/>
                  </a:lnTo>
                  <a:lnTo>
                    <a:pt x="45" y="0"/>
                  </a:lnTo>
                  <a:lnTo>
                    <a:pt x="3" y="18"/>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77" name="Freeform 342">
              <a:extLst>
                <a:ext uri="{FF2B5EF4-FFF2-40B4-BE49-F238E27FC236}">
                  <a16:creationId xmlns:a16="http://schemas.microsoft.com/office/drawing/2014/main" id="{9DAAEE75-3AE7-4299-93BF-96D3F0A9C2D6}"/>
                </a:ext>
              </a:extLst>
            </p:cNvPr>
            <p:cNvSpPr>
              <a:spLocks/>
            </p:cNvSpPr>
            <p:nvPr/>
          </p:nvSpPr>
          <p:spPr bwMode="auto">
            <a:xfrm>
              <a:off x="6468269" y="3088481"/>
              <a:ext cx="66675" cy="23813"/>
            </a:xfrm>
            <a:custGeom>
              <a:avLst/>
              <a:gdLst>
                <a:gd name="T0" fmla="*/ 11 w 127"/>
                <a:gd name="T1" fmla="*/ 0 h 45"/>
                <a:gd name="T2" fmla="*/ 38 w 127"/>
                <a:gd name="T3" fmla="*/ 1 h 45"/>
                <a:gd name="T4" fmla="*/ 51 w 127"/>
                <a:gd name="T5" fmla="*/ 18 h 45"/>
                <a:gd name="T6" fmla="*/ 91 w 127"/>
                <a:gd name="T7" fmla="*/ 18 h 45"/>
                <a:gd name="T8" fmla="*/ 118 w 127"/>
                <a:gd name="T9" fmla="*/ 8 h 45"/>
                <a:gd name="T10" fmla="*/ 127 w 127"/>
                <a:gd name="T11" fmla="*/ 19 h 45"/>
                <a:gd name="T12" fmla="*/ 108 w 127"/>
                <a:gd name="T13" fmla="*/ 42 h 45"/>
                <a:gd name="T14" fmla="*/ 29 w 127"/>
                <a:gd name="T15" fmla="*/ 45 h 45"/>
                <a:gd name="T16" fmla="*/ 15 w 127"/>
                <a:gd name="T17" fmla="*/ 26 h 45"/>
                <a:gd name="T18" fmla="*/ 0 w 127"/>
                <a:gd name="T19" fmla="*/ 17 h 45"/>
                <a:gd name="T20" fmla="*/ 11 w 127"/>
                <a:gd name="T2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45">
                  <a:moveTo>
                    <a:pt x="11" y="0"/>
                  </a:moveTo>
                  <a:lnTo>
                    <a:pt x="38" y="1"/>
                  </a:lnTo>
                  <a:lnTo>
                    <a:pt x="51" y="18"/>
                  </a:lnTo>
                  <a:lnTo>
                    <a:pt x="91" y="18"/>
                  </a:lnTo>
                  <a:lnTo>
                    <a:pt x="118" y="8"/>
                  </a:lnTo>
                  <a:lnTo>
                    <a:pt x="127" y="19"/>
                  </a:lnTo>
                  <a:lnTo>
                    <a:pt x="108" y="42"/>
                  </a:lnTo>
                  <a:lnTo>
                    <a:pt x="29" y="45"/>
                  </a:lnTo>
                  <a:lnTo>
                    <a:pt x="15" y="26"/>
                  </a:lnTo>
                  <a:lnTo>
                    <a:pt x="0" y="17"/>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nvGrpSpPr>
            <p:cNvPr id="478" name="Group 477">
              <a:extLst>
                <a:ext uri="{FF2B5EF4-FFF2-40B4-BE49-F238E27FC236}">
                  <a16:creationId xmlns:a16="http://schemas.microsoft.com/office/drawing/2014/main" id="{3FD68D78-6FA9-49BB-B6E8-F2719C1E3A09}"/>
                </a:ext>
              </a:extLst>
            </p:cNvPr>
            <p:cNvGrpSpPr/>
            <p:nvPr/>
          </p:nvGrpSpPr>
          <p:grpSpPr>
            <a:xfrm>
              <a:off x="6456839" y="3442323"/>
              <a:ext cx="413068" cy="530395"/>
              <a:chOff x="4861957" y="2974805"/>
              <a:chExt cx="406956" cy="530396"/>
            </a:xfrm>
            <a:grpFill/>
          </p:grpSpPr>
          <p:sp>
            <p:nvSpPr>
              <p:cNvPr id="479" name="Freeform 256">
                <a:extLst>
                  <a:ext uri="{FF2B5EF4-FFF2-40B4-BE49-F238E27FC236}">
                    <a16:creationId xmlns:a16="http://schemas.microsoft.com/office/drawing/2014/main" id="{DD3419F8-5B77-4232-A8B0-53985622CC23}"/>
                  </a:ext>
                </a:extLst>
              </p:cNvPr>
              <p:cNvSpPr>
                <a:spLocks/>
              </p:cNvSpPr>
              <p:nvPr/>
            </p:nvSpPr>
            <p:spPr bwMode="auto">
              <a:xfrm>
                <a:off x="4861957" y="3242540"/>
                <a:ext cx="378698" cy="262661"/>
              </a:xfrm>
              <a:custGeom>
                <a:avLst/>
                <a:gdLst/>
                <a:ahLst/>
                <a:cxnLst>
                  <a:cxn ang="0">
                    <a:pos x="9544" y="7432"/>
                  </a:cxn>
                  <a:cxn ang="0">
                    <a:pos x="7131" y="8061"/>
                  </a:cxn>
                  <a:cxn ang="0">
                    <a:pos x="6293" y="7537"/>
                  </a:cxn>
                  <a:cxn ang="0">
                    <a:pos x="5139" y="7432"/>
                  </a:cxn>
                  <a:cxn ang="0">
                    <a:pos x="3671" y="5962"/>
                  </a:cxn>
                  <a:cxn ang="0">
                    <a:pos x="2727" y="4809"/>
                  </a:cxn>
                  <a:cxn ang="0">
                    <a:pos x="1363" y="3970"/>
                  </a:cxn>
                  <a:cxn ang="0">
                    <a:pos x="1259" y="3130"/>
                  </a:cxn>
                  <a:cxn ang="0">
                    <a:pos x="420" y="2081"/>
                  </a:cxn>
                  <a:cxn ang="0">
                    <a:pos x="209" y="1137"/>
                  </a:cxn>
                  <a:cxn ang="0">
                    <a:pos x="99" y="259"/>
                  </a:cxn>
                  <a:cxn ang="0">
                    <a:pos x="526" y="92"/>
                  </a:cxn>
                  <a:cxn ang="0">
                    <a:pos x="836" y="7"/>
                  </a:cxn>
                  <a:cxn ang="0">
                    <a:pos x="1096" y="36"/>
                  </a:cxn>
                  <a:cxn ang="0">
                    <a:pos x="1238" y="258"/>
                  </a:cxn>
                  <a:cxn ang="0">
                    <a:pos x="1300" y="355"/>
                  </a:cxn>
                  <a:cxn ang="0">
                    <a:pos x="1481" y="465"/>
                  </a:cxn>
                  <a:cxn ang="0">
                    <a:pos x="1604" y="591"/>
                  </a:cxn>
                  <a:cxn ang="0">
                    <a:pos x="1694" y="765"/>
                  </a:cxn>
                  <a:cxn ang="0">
                    <a:pos x="1783" y="961"/>
                  </a:cxn>
                  <a:cxn ang="0">
                    <a:pos x="1872" y="1065"/>
                  </a:cxn>
                  <a:cxn ang="0">
                    <a:pos x="2042" y="1116"/>
                  </a:cxn>
                  <a:cxn ang="0">
                    <a:pos x="2313" y="1086"/>
                  </a:cxn>
                  <a:cxn ang="0">
                    <a:pos x="2814" y="924"/>
                  </a:cxn>
                  <a:cxn ang="0">
                    <a:pos x="3208" y="832"/>
                  </a:cxn>
                  <a:cxn ang="0">
                    <a:pos x="3519" y="859"/>
                  </a:cxn>
                  <a:cxn ang="0">
                    <a:pos x="3633" y="1057"/>
                  </a:cxn>
                  <a:cxn ang="0">
                    <a:pos x="3760" y="1158"/>
                  </a:cxn>
                  <a:cxn ang="0">
                    <a:pos x="4018" y="1237"/>
                  </a:cxn>
                  <a:cxn ang="0">
                    <a:pos x="4327" y="1251"/>
                  </a:cxn>
                  <a:cxn ang="0">
                    <a:pos x="4606" y="1161"/>
                  </a:cxn>
                  <a:cxn ang="0">
                    <a:pos x="4767" y="1015"/>
                  </a:cxn>
                  <a:cxn ang="0">
                    <a:pos x="4960" y="859"/>
                  </a:cxn>
                  <a:cxn ang="0">
                    <a:pos x="5215" y="782"/>
                  </a:cxn>
                  <a:cxn ang="0">
                    <a:pos x="5411" y="757"/>
                  </a:cxn>
                  <a:cxn ang="0">
                    <a:pos x="5384" y="683"/>
                  </a:cxn>
                  <a:cxn ang="0">
                    <a:pos x="5435" y="517"/>
                  </a:cxn>
                  <a:cxn ang="0">
                    <a:pos x="5686" y="307"/>
                  </a:cxn>
                  <a:cxn ang="0">
                    <a:pos x="6080" y="244"/>
                  </a:cxn>
                  <a:cxn ang="0">
                    <a:pos x="6493" y="312"/>
                  </a:cxn>
                  <a:cxn ang="0">
                    <a:pos x="6801" y="487"/>
                  </a:cxn>
                  <a:cxn ang="0">
                    <a:pos x="6898" y="721"/>
                  </a:cxn>
                  <a:cxn ang="0">
                    <a:pos x="6982" y="794"/>
                  </a:cxn>
                  <a:cxn ang="0">
                    <a:pos x="7146" y="752"/>
                  </a:cxn>
                  <a:cxn ang="0">
                    <a:pos x="7259" y="751"/>
                  </a:cxn>
                  <a:cxn ang="0">
                    <a:pos x="7306" y="901"/>
                  </a:cxn>
                  <a:cxn ang="0">
                    <a:pos x="7494" y="1014"/>
                  </a:cxn>
                  <a:cxn ang="0">
                    <a:pos x="7626" y="1253"/>
                  </a:cxn>
                  <a:cxn ang="0">
                    <a:pos x="7728" y="1591"/>
                  </a:cxn>
                  <a:cxn ang="0">
                    <a:pos x="7882" y="1976"/>
                  </a:cxn>
                  <a:cxn ang="0">
                    <a:pos x="8219" y="1984"/>
                  </a:cxn>
                  <a:cxn ang="0">
                    <a:pos x="8889" y="1897"/>
                  </a:cxn>
                  <a:cxn ang="0">
                    <a:pos x="9257" y="1863"/>
                  </a:cxn>
                  <a:cxn ang="0">
                    <a:pos x="9432" y="1891"/>
                  </a:cxn>
                  <a:cxn ang="0">
                    <a:pos x="9630" y="2029"/>
                  </a:cxn>
                  <a:cxn ang="0">
                    <a:pos x="9649" y="2292"/>
                  </a:cxn>
                  <a:cxn ang="0">
                    <a:pos x="9544" y="3865"/>
                  </a:cxn>
                  <a:cxn ang="0">
                    <a:pos x="8705" y="4389"/>
                  </a:cxn>
                  <a:cxn ang="0">
                    <a:pos x="9438" y="5018"/>
                  </a:cxn>
                  <a:cxn ang="0">
                    <a:pos x="10592" y="6488"/>
                  </a:cxn>
                </a:cxnLst>
                <a:rect l="0" t="0" r="r" b="b"/>
                <a:pathLst>
                  <a:path w="10907" h="8061">
                    <a:moveTo>
                      <a:pt x="10907" y="7117"/>
                    </a:moveTo>
                    <a:lnTo>
                      <a:pt x="10382" y="7117"/>
                    </a:lnTo>
                    <a:lnTo>
                      <a:pt x="9963" y="7117"/>
                    </a:lnTo>
                    <a:lnTo>
                      <a:pt x="9753" y="7222"/>
                    </a:lnTo>
                    <a:lnTo>
                      <a:pt x="9649" y="7222"/>
                    </a:lnTo>
                    <a:lnTo>
                      <a:pt x="9649" y="7326"/>
                    </a:lnTo>
                    <a:lnTo>
                      <a:pt x="9544" y="7432"/>
                    </a:lnTo>
                    <a:lnTo>
                      <a:pt x="9544" y="7641"/>
                    </a:lnTo>
                    <a:lnTo>
                      <a:pt x="9544" y="7746"/>
                    </a:lnTo>
                    <a:lnTo>
                      <a:pt x="8809" y="7852"/>
                    </a:lnTo>
                    <a:lnTo>
                      <a:pt x="8076" y="8061"/>
                    </a:lnTo>
                    <a:lnTo>
                      <a:pt x="7551" y="8061"/>
                    </a:lnTo>
                    <a:lnTo>
                      <a:pt x="7237" y="8061"/>
                    </a:lnTo>
                    <a:lnTo>
                      <a:pt x="7131" y="8061"/>
                    </a:lnTo>
                    <a:lnTo>
                      <a:pt x="7026" y="8061"/>
                    </a:lnTo>
                    <a:lnTo>
                      <a:pt x="6922" y="7956"/>
                    </a:lnTo>
                    <a:lnTo>
                      <a:pt x="6817" y="7852"/>
                    </a:lnTo>
                    <a:lnTo>
                      <a:pt x="6712" y="7746"/>
                    </a:lnTo>
                    <a:lnTo>
                      <a:pt x="6607" y="7641"/>
                    </a:lnTo>
                    <a:lnTo>
                      <a:pt x="6397" y="7641"/>
                    </a:lnTo>
                    <a:lnTo>
                      <a:pt x="6293" y="7537"/>
                    </a:lnTo>
                    <a:lnTo>
                      <a:pt x="6083" y="7537"/>
                    </a:lnTo>
                    <a:lnTo>
                      <a:pt x="5978" y="7432"/>
                    </a:lnTo>
                    <a:lnTo>
                      <a:pt x="5663" y="7432"/>
                    </a:lnTo>
                    <a:lnTo>
                      <a:pt x="5558" y="7432"/>
                    </a:lnTo>
                    <a:lnTo>
                      <a:pt x="5454" y="7537"/>
                    </a:lnTo>
                    <a:lnTo>
                      <a:pt x="5349" y="7537"/>
                    </a:lnTo>
                    <a:lnTo>
                      <a:pt x="5139" y="7432"/>
                    </a:lnTo>
                    <a:lnTo>
                      <a:pt x="5034" y="7432"/>
                    </a:lnTo>
                    <a:lnTo>
                      <a:pt x="4405" y="6802"/>
                    </a:lnTo>
                    <a:lnTo>
                      <a:pt x="4195" y="6593"/>
                    </a:lnTo>
                    <a:lnTo>
                      <a:pt x="3986" y="6382"/>
                    </a:lnTo>
                    <a:lnTo>
                      <a:pt x="3880" y="6173"/>
                    </a:lnTo>
                    <a:lnTo>
                      <a:pt x="3775" y="6068"/>
                    </a:lnTo>
                    <a:lnTo>
                      <a:pt x="3671" y="5962"/>
                    </a:lnTo>
                    <a:lnTo>
                      <a:pt x="3566" y="5858"/>
                    </a:lnTo>
                    <a:lnTo>
                      <a:pt x="3461" y="5753"/>
                    </a:lnTo>
                    <a:lnTo>
                      <a:pt x="3356" y="5648"/>
                    </a:lnTo>
                    <a:lnTo>
                      <a:pt x="3146" y="5333"/>
                    </a:lnTo>
                    <a:lnTo>
                      <a:pt x="3042" y="5124"/>
                    </a:lnTo>
                    <a:lnTo>
                      <a:pt x="2936" y="5018"/>
                    </a:lnTo>
                    <a:lnTo>
                      <a:pt x="2727" y="4809"/>
                    </a:lnTo>
                    <a:lnTo>
                      <a:pt x="2622" y="4704"/>
                    </a:lnTo>
                    <a:lnTo>
                      <a:pt x="2412" y="4600"/>
                    </a:lnTo>
                    <a:lnTo>
                      <a:pt x="2098" y="4494"/>
                    </a:lnTo>
                    <a:lnTo>
                      <a:pt x="1992" y="4389"/>
                    </a:lnTo>
                    <a:lnTo>
                      <a:pt x="1888" y="4285"/>
                    </a:lnTo>
                    <a:lnTo>
                      <a:pt x="1678" y="4180"/>
                    </a:lnTo>
                    <a:lnTo>
                      <a:pt x="1363" y="3970"/>
                    </a:lnTo>
                    <a:lnTo>
                      <a:pt x="1259" y="3865"/>
                    </a:lnTo>
                    <a:lnTo>
                      <a:pt x="1153" y="3760"/>
                    </a:lnTo>
                    <a:lnTo>
                      <a:pt x="1153" y="3656"/>
                    </a:lnTo>
                    <a:lnTo>
                      <a:pt x="1048" y="3656"/>
                    </a:lnTo>
                    <a:lnTo>
                      <a:pt x="1048" y="3550"/>
                    </a:lnTo>
                    <a:lnTo>
                      <a:pt x="1153" y="3445"/>
                    </a:lnTo>
                    <a:lnTo>
                      <a:pt x="1259" y="3130"/>
                    </a:lnTo>
                    <a:lnTo>
                      <a:pt x="1363" y="3130"/>
                    </a:lnTo>
                    <a:lnTo>
                      <a:pt x="1363" y="3025"/>
                    </a:lnTo>
                    <a:lnTo>
                      <a:pt x="1363" y="2921"/>
                    </a:lnTo>
                    <a:lnTo>
                      <a:pt x="1259" y="2816"/>
                    </a:lnTo>
                    <a:lnTo>
                      <a:pt x="1048" y="2606"/>
                    </a:lnTo>
                    <a:lnTo>
                      <a:pt x="735" y="2396"/>
                    </a:lnTo>
                    <a:lnTo>
                      <a:pt x="420" y="2081"/>
                    </a:lnTo>
                    <a:lnTo>
                      <a:pt x="524" y="2081"/>
                    </a:lnTo>
                    <a:lnTo>
                      <a:pt x="524" y="1977"/>
                    </a:lnTo>
                    <a:lnTo>
                      <a:pt x="524" y="1872"/>
                    </a:lnTo>
                    <a:lnTo>
                      <a:pt x="524" y="1766"/>
                    </a:lnTo>
                    <a:lnTo>
                      <a:pt x="420" y="1662"/>
                    </a:lnTo>
                    <a:lnTo>
                      <a:pt x="315" y="1452"/>
                    </a:lnTo>
                    <a:lnTo>
                      <a:pt x="209" y="1137"/>
                    </a:lnTo>
                    <a:lnTo>
                      <a:pt x="105" y="1033"/>
                    </a:lnTo>
                    <a:lnTo>
                      <a:pt x="105" y="822"/>
                    </a:lnTo>
                    <a:lnTo>
                      <a:pt x="0" y="613"/>
                    </a:lnTo>
                    <a:lnTo>
                      <a:pt x="0" y="294"/>
                    </a:lnTo>
                    <a:lnTo>
                      <a:pt x="30" y="284"/>
                    </a:lnTo>
                    <a:lnTo>
                      <a:pt x="64" y="272"/>
                    </a:lnTo>
                    <a:lnTo>
                      <a:pt x="99" y="259"/>
                    </a:lnTo>
                    <a:lnTo>
                      <a:pt x="137" y="246"/>
                    </a:lnTo>
                    <a:lnTo>
                      <a:pt x="202" y="222"/>
                    </a:lnTo>
                    <a:lnTo>
                      <a:pt x="274" y="192"/>
                    </a:lnTo>
                    <a:lnTo>
                      <a:pt x="355" y="160"/>
                    </a:lnTo>
                    <a:lnTo>
                      <a:pt x="439" y="125"/>
                    </a:lnTo>
                    <a:lnTo>
                      <a:pt x="482" y="108"/>
                    </a:lnTo>
                    <a:lnTo>
                      <a:pt x="526" y="92"/>
                    </a:lnTo>
                    <a:lnTo>
                      <a:pt x="571" y="76"/>
                    </a:lnTo>
                    <a:lnTo>
                      <a:pt x="616" y="61"/>
                    </a:lnTo>
                    <a:lnTo>
                      <a:pt x="660" y="47"/>
                    </a:lnTo>
                    <a:lnTo>
                      <a:pt x="705" y="35"/>
                    </a:lnTo>
                    <a:lnTo>
                      <a:pt x="749" y="23"/>
                    </a:lnTo>
                    <a:lnTo>
                      <a:pt x="792" y="14"/>
                    </a:lnTo>
                    <a:lnTo>
                      <a:pt x="836" y="7"/>
                    </a:lnTo>
                    <a:lnTo>
                      <a:pt x="878" y="3"/>
                    </a:lnTo>
                    <a:lnTo>
                      <a:pt x="918" y="0"/>
                    </a:lnTo>
                    <a:lnTo>
                      <a:pt x="957" y="1"/>
                    </a:lnTo>
                    <a:lnTo>
                      <a:pt x="995" y="4"/>
                    </a:lnTo>
                    <a:lnTo>
                      <a:pt x="1031" y="11"/>
                    </a:lnTo>
                    <a:lnTo>
                      <a:pt x="1065" y="21"/>
                    </a:lnTo>
                    <a:lnTo>
                      <a:pt x="1096" y="36"/>
                    </a:lnTo>
                    <a:lnTo>
                      <a:pt x="1126" y="54"/>
                    </a:lnTo>
                    <a:lnTo>
                      <a:pt x="1152" y="76"/>
                    </a:lnTo>
                    <a:lnTo>
                      <a:pt x="1175" y="103"/>
                    </a:lnTo>
                    <a:lnTo>
                      <a:pt x="1197" y="134"/>
                    </a:lnTo>
                    <a:lnTo>
                      <a:pt x="1214" y="171"/>
                    </a:lnTo>
                    <a:lnTo>
                      <a:pt x="1228" y="211"/>
                    </a:lnTo>
                    <a:lnTo>
                      <a:pt x="1238" y="258"/>
                    </a:lnTo>
                    <a:lnTo>
                      <a:pt x="1245" y="311"/>
                    </a:lnTo>
                    <a:lnTo>
                      <a:pt x="1247" y="316"/>
                    </a:lnTo>
                    <a:lnTo>
                      <a:pt x="1250" y="320"/>
                    </a:lnTo>
                    <a:lnTo>
                      <a:pt x="1255" y="325"/>
                    </a:lnTo>
                    <a:lnTo>
                      <a:pt x="1261" y="331"/>
                    </a:lnTo>
                    <a:lnTo>
                      <a:pt x="1278" y="343"/>
                    </a:lnTo>
                    <a:lnTo>
                      <a:pt x="1300" y="355"/>
                    </a:lnTo>
                    <a:lnTo>
                      <a:pt x="1328" y="369"/>
                    </a:lnTo>
                    <a:lnTo>
                      <a:pt x="1358" y="385"/>
                    </a:lnTo>
                    <a:lnTo>
                      <a:pt x="1392" y="404"/>
                    </a:lnTo>
                    <a:lnTo>
                      <a:pt x="1426" y="426"/>
                    </a:lnTo>
                    <a:lnTo>
                      <a:pt x="1445" y="438"/>
                    </a:lnTo>
                    <a:lnTo>
                      <a:pt x="1463" y="450"/>
                    </a:lnTo>
                    <a:lnTo>
                      <a:pt x="1481" y="465"/>
                    </a:lnTo>
                    <a:lnTo>
                      <a:pt x="1500" y="479"/>
                    </a:lnTo>
                    <a:lnTo>
                      <a:pt x="1518" y="495"/>
                    </a:lnTo>
                    <a:lnTo>
                      <a:pt x="1536" y="511"/>
                    </a:lnTo>
                    <a:lnTo>
                      <a:pt x="1554" y="530"/>
                    </a:lnTo>
                    <a:lnTo>
                      <a:pt x="1572" y="549"/>
                    </a:lnTo>
                    <a:lnTo>
                      <a:pt x="1588" y="569"/>
                    </a:lnTo>
                    <a:lnTo>
                      <a:pt x="1604" y="591"/>
                    </a:lnTo>
                    <a:lnTo>
                      <a:pt x="1619" y="614"/>
                    </a:lnTo>
                    <a:lnTo>
                      <a:pt x="1635" y="637"/>
                    </a:lnTo>
                    <a:lnTo>
                      <a:pt x="1648" y="664"/>
                    </a:lnTo>
                    <a:lnTo>
                      <a:pt x="1661" y="690"/>
                    </a:lnTo>
                    <a:lnTo>
                      <a:pt x="1672" y="719"/>
                    </a:lnTo>
                    <a:lnTo>
                      <a:pt x="1682" y="749"/>
                    </a:lnTo>
                    <a:lnTo>
                      <a:pt x="1694" y="765"/>
                    </a:lnTo>
                    <a:lnTo>
                      <a:pt x="1703" y="783"/>
                    </a:lnTo>
                    <a:lnTo>
                      <a:pt x="1712" y="800"/>
                    </a:lnTo>
                    <a:lnTo>
                      <a:pt x="1720" y="817"/>
                    </a:lnTo>
                    <a:lnTo>
                      <a:pt x="1735" y="854"/>
                    </a:lnTo>
                    <a:lnTo>
                      <a:pt x="1750" y="890"/>
                    </a:lnTo>
                    <a:lnTo>
                      <a:pt x="1766" y="926"/>
                    </a:lnTo>
                    <a:lnTo>
                      <a:pt x="1783" y="961"/>
                    </a:lnTo>
                    <a:lnTo>
                      <a:pt x="1793" y="978"/>
                    </a:lnTo>
                    <a:lnTo>
                      <a:pt x="1803" y="995"/>
                    </a:lnTo>
                    <a:lnTo>
                      <a:pt x="1814" y="1010"/>
                    </a:lnTo>
                    <a:lnTo>
                      <a:pt x="1827" y="1026"/>
                    </a:lnTo>
                    <a:lnTo>
                      <a:pt x="1841" y="1040"/>
                    </a:lnTo>
                    <a:lnTo>
                      <a:pt x="1855" y="1053"/>
                    </a:lnTo>
                    <a:lnTo>
                      <a:pt x="1872" y="1065"/>
                    </a:lnTo>
                    <a:lnTo>
                      <a:pt x="1891" y="1076"/>
                    </a:lnTo>
                    <a:lnTo>
                      <a:pt x="1910" y="1086"/>
                    </a:lnTo>
                    <a:lnTo>
                      <a:pt x="1932" y="1095"/>
                    </a:lnTo>
                    <a:lnTo>
                      <a:pt x="1956" y="1103"/>
                    </a:lnTo>
                    <a:lnTo>
                      <a:pt x="1982" y="1109"/>
                    </a:lnTo>
                    <a:lnTo>
                      <a:pt x="2011" y="1113"/>
                    </a:lnTo>
                    <a:lnTo>
                      <a:pt x="2042" y="1116"/>
                    </a:lnTo>
                    <a:lnTo>
                      <a:pt x="2076" y="1117"/>
                    </a:lnTo>
                    <a:lnTo>
                      <a:pt x="2112" y="1116"/>
                    </a:lnTo>
                    <a:lnTo>
                      <a:pt x="2152" y="1113"/>
                    </a:lnTo>
                    <a:lnTo>
                      <a:pt x="2193" y="1109"/>
                    </a:lnTo>
                    <a:lnTo>
                      <a:pt x="2239" y="1102"/>
                    </a:lnTo>
                    <a:lnTo>
                      <a:pt x="2288" y="1093"/>
                    </a:lnTo>
                    <a:lnTo>
                      <a:pt x="2313" y="1086"/>
                    </a:lnTo>
                    <a:lnTo>
                      <a:pt x="2343" y="1078"/>
                    </a:lnTo>
                    <a:lnTo>
                      <a:pt x="2377" y="1068"/>
                    </a:lnTo>
                    <a:lnTo>
                      <a:pt x="2415" y="1056"/>
                    </a:lnTo>
                    <a:lnTo>
                      <a:pt x="2500" y="1028"/>
                    </a:lnTo>
                    <a:lnTo>
                      <a:pt x="2598" y="994"/>
                    </a:lnTo>
                    <a:lnTo>
                      <a:pt x="2702" y="959"/>
                    </a:lnTo>
                    <a:lnTo>
                      <a:pt x="2814" y="924"/>
                    </a:lnTo>
                    <a:lnTo>
                      <a:pt x="2871" y="908"/>
                    </a:lnTo>
                    <a:lnTo>
                      <a:pt x="2928" y="891"/>
                    </a:lnTo>
                    <a:lnTo>
                      <a:pt x="2986" y="876"/>
                    </a:lnTo>
                    <a:lnTo>
                      <a:pt x="3043" y="863"/>
                    </a:lnTo>
                    <a:lnTo>
                      <a:pt x="3099" y="851"/>
                    </a:lnTo>
                    <a:lnTo>
                      <a:pt x="3155" y="841"/>
                    </a:lnTo>
                    <a:lnTo>
                      <a:pt x="3208" y="832"/>
                    </a:lnTo>
                    <a:lnTo>
                      <a:pt x="3260" y="827"/>
                    </a:lnTo>
                    <a:lnTo>
                      <a:pt x="3311" y="824"/>
                    </a:lnTo>
                    <a:lnTo>
                      <a:pt x="3359" y="824"/>
                    </a:lnTo>
                    <a:lnTo>
                      <a:pt x="3403" y="827"/>
                    </a:lnTo>
                    <a:lnTo>
                      <a:pt x="3446" y="834"/>
                    </a:lnTo>
                    <a:lnTo>
                      <a:pt x="3485" y="845"/>
                    </a:lnTo>
                    <a:lnTo>
                      <a:pt x="3519" y="859"/>
                    </a:lnTo>
                    <a:lnTo>
                      <a:pt x="3551" y="877"/>
                    </a:lnTo>
                    <a:lnTo>
                      <a:pt x="3576" y="901"/>
                    </a:lnTo>
                    <a:lnTo>
                      <a:pt x="3599" y="928"/>
                    </a:lnTo>
                    <a:lnTo>
                      <a:pt x="3615" y="961"/>
                    </a:lnTo>
                    <a:lnTo>
                      <a:pt x="3625" y="999"/>
                    </a:lnTo>
                    <a:lnTo>
                      <a:pt x="3630" y="1043"/>
                    </a:lnTo>
                    <a:lnTo>
                      <a:pt x="3633" y="1057"/>
                    </a:lnTo>
                    <a:lnTo>
                      <a:pt x="3640" y="1071"/>
                    </a:lnTo>
                    <a:lnTo>
                      <a:pt x="3651" y="1085"/>
                    </a:lnTo>
                    <a:lnTo>
                      <a:pt x="3667" y="1101"/>
                    </a:lnTo>
                    <a:lnTo>
                      <a:pt x="3685" y="1115"/>
                    </a:lnTo>
                    <a:lnTo>
                      <a:pt x="3707" y="1129"/>
                    </a:lnTo>
                    <a:lnTo>
                      <a:pt x="3732" y="1143"/>
                    </a:lnTo>
                    <a:lnTo>
                      <a:pt x="3760" y="1158"/>
                    </a:lnTo>
                    <a:lnTo>
                      <a:pt x="3791" y="1172"/>
                    </a:lnTo>
                    <a:lnTo>
                      <a:pt x="3824" y="1184"/>
                    </a:lnTo>
                    <a:lnTo>
                      <a:pt x="3860" y="1197"/>
                    </a:lnTo>
                    <a:lnTo>
                      <a:pt x="3896" y="1208"/>
                    </a:lnTo>
                    <a:lnTo>
                      <a:pt x="3936" y="1219"/>
                    </a:lnTo>
                    <a:lnTo>
                      <a:pt x="3976" y="1229"/>
                    </a:lnTo>
                    <a:lnTo>
                      <a:pt x="4018" y="1237"/>
                    </a:lnTo>
                    <a:lnTo>
                      <a:pt x="4061" y="1244"/>
                    </a:lnTo>
                    <a:lnTo>
                      <a:pt x="4104" y="1249"/>
                    </a:lnTo>
                    <a:lnTo>
                      <a:pt x="4149" y="1253"/>
                    </a:lnTo>
                    <a:lnTo>
                      <a:pt x="4194" y="1256"/>
                    </a:lnTo>
                    <a:lnTo>
                      <a:pt x="4239" y="1256"/>
                    </a:lnTo>
                    <a:lnTo>
                      <a:pt x="4282" y="1255"/>
                    </a:lnTo>
                    <a:lnTo>
                      <a:pt x="4327" y="1251"/>
                    </a:lnTo>
                    <a:lnTo>
                      <a:pt x="4371" y="1246"/>
                    </a:lnTo>
                    <a:lnTo>
                      <a:pt x="4413" y="1238"/>
                    </a:lnTo>
                    <a:lnTo>
                      <a:pt x="4455" y="1228"/>
                    </a:lnTo>
                    <a:lnTo>
                      <a:pt x="4496" y="1216"/>
                    </a:lnTo>
                    <a:lnTo>
                      <a:pt x="4534" y="1200"/>
                    </a:lnTo>
                    <a:lnTo>
                      <a:pt x="4571" y="1182"/>
                    </a:lnTo>
                    <a:lnTo>
                      <a:pt x="4606" y="1161"/>
                    </a:lnTo>
                    <a:lnTo>
                      <a:pt x="4639" y="1136"/>
                    </a:lnTo>
                    <a:lnTo>
                      <a:pt x="4669" y="1110"/>
                    </a:lnTo>
                    <a:lnTo>
                      <a:pt x="4697" y="1079"/>
                    </a:lnTo>
                    <a:lnTo>
                      <a:pt x="4711" y="1064"/>
                    </a:lnTo>
                    <a:lnTo>
                      <a:pt x="4727" y="1048"/>
                    </a:lnTo>
                    <a:lnTo>
                      <a:pt x="4747" y="1032"/>
                    </a:lnTo>
                    <a:lnTo>
                      <a:pt x="4767" y="1015"/>
                    </a:lnTo>
                    <a:lnTo>
                      <a:pt x="4812" y="981"/>
                    </a:lnTo>
                    <a:lnTo>
                      <a:pt x="4858" y="946"/>
                    </a:lnTo>
                    <a:lnTo>
                      <a:pt x="4882" y="929"/>
                    </a:lnTo>
                    <a:lnTo>
                      <a:pt x="4904" y="912"/>
                    </a:lnTo>
                    <a:lnTo>
                      <a:pt x="4924" y="893"/>
                    </a:lnTo>
                    <a:lnTo>
                      <a:pt x="4944" y="876"/>
                    </a:lnTo>
                    <a:lnTo>
                      <a:pt x="4960" y="859"/>
                    </a:lnTo>
                    <a:lnTo>
                      <a:pt x="4973" y="842"/>
                    </a:lnTo>
                    <a:lnTo>
                      <a:pt x="4979" y="833"/>
                    </a:lnTo>
                    <a:lnTo>
                      <a:pt x="4984" y="824"/>
                    </a:lnTo>
                    <a:lnTo>
                      <a:pt x="4988" y="816"/>
                    </a:lnTo>
                    <a:lnTo>
                      <a:pt x="4991" y="808"/>
                    </a:lnTo>
                    <a:lnTo>
                      <a:pt x="5116" y="793"/>
                    </a:lnTo>
                    <a:lnTo>
                      <a:pt x="5215" y="782"/>
                    </a:lnTo>
                    <a:lnTo>
                      <a:pt x="5289" y="776"/>
                    </a:lnTo>
                    <a:lnTo>
                      <a:pt x="5343" y="770"/>
                    </a:lnTo>
                    <a:lnTo>
                      <a:pt x="5379" y="767"/>
                    </a:lnTo>
                    <a:lnTo>
                      <a:pt x="5400" y="764"/>
                    </a:lnTo>
                    <a:lnTo>
                      <a:pt x="5406" y="762"/>
                    </a:lnTo>
                    <a:lnTo>
                      <a:pt x="5410" y="760"/>
                    </a:lnTo>
                    <a:lnTo>
                      <a:pt x="5411" y="757"/>
                    </a:lnTo>
                    <a:lnTo>
                      <a:pt x="5410" y="754"/>
                    </a:lnTo>
                    <a:lnTo>
                      <a:pt x="5405" y="744"/>
                    </a:lnTo>
                    <a:lnTo>
                      <a:pt x="5397" y="730"/>
                    </a:lnTo>
                    <a:lnTo>
                      <a:pt x="5393" y="721"/>
                    </a:lnTo>
                    <a:lnTo>
                      <a:pt x="5389" y="709"/>
                    </a:lnTo>
                    <a:lnTo>
                      <a:pt x="5386" y="697"/>
                    </a:lnTo>
                    <a:lnTo>
                      <a:pt x="5384" y="683"/>
                    </a:lnTo>
                    <a:lnTo>
                      <a:pt x="5384" y="667"/>
                    </a:lnTo>
                    <a:lnTo>
                      <a:pt x="5386" y="647"/>
                    </a:lnTo>
                    <a:lnTo>
                      <a:pt x="5390" y="627"/>
                    </a:lnTo>
                    <a:lnTo>
                      <a:pt x="5396" y="604"/>
                    </a:lnTo>
                    <a:lnTo>
                      <a:pt x="5406" y="577"/>
                    </a:lnTo>
                    <a:lnTo>
                      <a:pt x="5419" y="549"/>
                    </a:lnTo>
                    <a:lnTo>
                      <a:pt x="5435" y="517"/>
                    </a:lnTo>
                    <a:lnTo>
                      <a:pt x="5457" y="483"/>
                    </a:lnTo>
                    <a:lnTo>
                      <a:pt x="5484" y="444"/>
                    </a:lnTo>
                    <a:lnTo>
                      <a:pt x="5517" y="411"/>
                    </a:lnTo>
                    <a:lnTo>
                      <a:pt x="5554" y="379"/>
                    </a:lnTo>
                    <a:lnTo>
                      <a:pt x="5595" y="352"/>
                    </a:lnTo>
                    <a:lnTo>
                      <a:pt x="5639" y="327"/>
                    </a:lnTo>
                    <a:lnTo>
                      <a:pt x="5686" y="307"/>
                    </a:lnTo>
                    <a:lnTo>
                      <a:pt x="5737" y="289"/>
                    </a:lnTo>
                    <a:lnTo>
                      <a:pt x="5790" y="274"/>
                    </a:lnTo>
                    <a:lnTo>
                      <a:pt x="5845" y="262"/>
                    </a:lnTo>
                    <a:lnTo>
                      <a:pt x="5902" y="253"/>
                    </a:lnTo>
                    <a:lnTo>
                      <a:pt x="5961" y="247"/>
                    </a:lnTo>
                    <a:lnTo>
                      <a:pt x="6021" y="244"/>
                    </a:lnTo>
                    <a:lnTo>
                      <a:pt x="6080" y="244"/>
                    </a:lnTo>
                    <a:lnTo>
                      <a:pt x="6141" y="246"/>
                    </a:lnTo>
                    <a:lnTo>
                      <a:pt x="6201" y="251"/>
                    </a:lnTo>
                    <a:lnTo>
                      <a:pt x="6262" y="258"/>
                    </a:lnTo>
                    <a:lnTo>
                      <a:pt x="6321" y="268"/>
                    </a:lnTo>
                    <a:lnTo>
                      <a:pt x="6380" y="281"/>
                    </a:lnTo>
                    <a:lnTo>
                      <a:pt x="6437" y="295"/>
                    </a:lnTo>
                    <a:lnTo>
                      <a:pt x="6493" y="312"/>
                    </a:lnTo>
                    <a:lnTo>
                      <a:pt x="6546" y="330"/>
                    </a:lnTo>
                    <a:lnTo>
                      <a:pt x="6597" y="352"/>
                    </a:lnTo>
                    <a:lnTo>
                      <a:pt x="6644" y="375"/>
                    </a:lnTo>
                    <a:lnTo>
                      <a:pt x="6689" y="401"/>
                    </a:lnTo>
                    <a:lnTo>
                      <a:pt x="6731" y="427"/>
                    </a:lnTo>
                    <a:lnTo>
                      <a:pt x="6768" y="456"/>
                    </a:lnTo>
                    <a:lnTo>
                      <a:pt x="6801" y="487"/>
                    </a:lnTo>
                    <a:lnTo>
                      <a:pt x="6829" y="519"/>
                    </a:lnTo>
                    <a:lnTo>
                      <a:pt x="6853" y="554"/>
                    </a:lnTo>
                    <a:lnTo>
                      <a:pt x="6871" y="590"/>
                    </a:lnTo>
                    <a:lnTo>
                      <a:pt x="6883" y="626"/>
                    </a:lnTo>
                    <a:lnTo>
                      <a:pt x="6889" y="666"/>
                    </a:lnTo>
                    <a:lnTo>
                      <a:pt x="6893" y="695"/>
                    </a:lnTo>
                    <a:lnTo>
                      <a:pt x="6898" y="721"/>
                    </a:lnTo>
                    <a:lnTo>
                      <a:pt x="6905" y="742"/>
                    </a:lnTo>
                    <a:lnTo>
                      <a:pt x="6916" y="758"/>
                    </a:lnTo>
                    <a:lnTo>
                      <a:pt x="6926" y="772"/>
                    </a:lnTo>
                    <a:lnTo>
                      <a:pt x="6938" y="782"/>
                    </a:lnTo>
                    <a:lnTo>
                      <a:pt x="6951" y="789"/>
                    </a:lnTo>
                    <a:lnTo>
                      <a:pt x="6966" y="793"/>
                    </a:lnTo>
                    <a:lnTo>
                      <a:pt x="6982" y="794"/>
                    </a:lnTo>
                    <a:lnTo>
                      <a:pt x="6999" y="794"/>
                    </a:lnTo>
                    <a:lnTo>
                      <a:pt x="7016" y="791"/>
                    </a:lnTo>
                    <a:lnTo>
                      <a:pt x="7033" y="788"/>
                    </a:lnTo>
                    <a:lnTo>
                      <a:pt x="7071" y="777"/>
                    </a:lnTo>
                    <a:lnTo>
                      <a:pt x="7109" y="763"/>
                    </a:lnTo>
                    <a:lnTo>
                      <a:pt x="7127" y="757"/>
                    </a:lnTo>
                    <a:lnTo>
                      <a:pt x="7146" y="752"/>
                    </a:lnTo>
                    <a:lnTo>
                      <a:pt x="7165" y="747"/>
                    </a:lnTo>
                    <a:lnTo>
                      <a:pt x="7182" y="743"/>
                    </a:lnTo>
                    <a:lnTo>
                      <a:pt x="7199" y="740"/>
                    </a:lnTo>
                    <a:lnTo>
                      <a:pt x="7215" y="740"/>
                    </a:lnTo>
                    <a:lnTo>
                      <a:pt x="7231" y="741"/>
                    </a:lnTo>
                    <a:lnTo>
                      <a:pt x="7246" y="745"/>
                    </a:lnTo>
                    <a:lnTo>
                      <a:pt x="7259" y="751"/>
                    </a:lnTo>
                    <a:lnTo>
                      <a:pt x="7270" y="760"/>
                    </a:lnTo>
                    <a:lnTo>
                      <a:pt x="7280" y="773"/>
                    </a:lnTo>
                    <a:lnTo>
                      <a:pt x="7289" y="791"/>
                    </a:lnTo>
                    <a:lnTo>
                      <a:pt x="7297" y="811"/>
                    </a:lnTo>
                    <a:lnTo>
                      <a:pt x="7302" y="836"/>
                    </a:lnTo>
                    <a:lnTo>
                      <a:pt x="7305" y="866"/>
                    </a:lnTo>
                    <a:lnTo>
                      <a:pt x="7306" y="901"/>
                    </a:lnTo>
                    <a:lnTo>
                      <a:pt x="7336" y="907"/>
                    </a:lnTo>
                    <a:lnTo>
                      <a:pt x="7366" y="917"/>
                    </a:lnTo>
                    <a:lnTo>
                      <a:pt x="7394" y="930"/>
                    </a:lnTo>
                    <a:lnTo>
                      <a:pt x="7421" y="946"/>
                    </a:lnTo>
                    <a:lnTo>
                      <a:pt x="7446" y="967"/>
                    </a:lnTo>
                    <a:lnTo>
                      <a:pt x="7470" y="989"/>
                    </a:lnTo>
                    <a:lnTo>
                      <a:pt x="7494" y="1014"/>
                    </a:lnTo>
                    <a:lnTo>
                      <a:pt x="7515" y="1043"/>
                    </a:lnTo>
                    <a:lnTo>
                      <a:pt x="7536" y="1073"/>
                    </a:lnTo>
                    <a:lnTo>
                      <a:pt x="7556" y="1106"/>
                    </a:lnTo>
                    <a:lnTo>
                      <a:pt x="7575" y="1140"/>
                    </a:lnTo>
                    <a:lnTo>
                      <a:pt x="7592" y="1177"/>
                    </a:lnTo>
                    <a:lnTo>
                      <a:pt x="7610" y="1215"/>
                    </a:lnTo>
                    <a:lnTo>
                      <a:pt x="7626" y="1253"/>
                    </a:lnTo>
                    <a:lnTo>
                      <a:pt x="7641" y="1294"/>
                    </a:lnTo>
                    <a:lnTo>
                      <a:pt x="7655" y="1334"/>
                    </a:lnTo>
                    <a:lnTo>
                      <a:pt x="7669" y="1377"/>
                    </a:lnTo>
                    <a:lnTo>
                      <a:pt x="7683" y="1419"/>
                    </a:lnTo>
                    <a:lnTo>
                      <a:pt x="7695" y="1461"/>
                    </a:lnTo>
                    <a:lnTo>
                      <a:pt x="7706" y="1505"/>
                    </a:lnTo>
                    <a:lnTo>
                      <a:pt x="7728" y="1591"/>
                    </a:lnTo>
                    <a:lnTo>
                      <a:pt x="7748" y="1673"/>
                    </a:lnTo>
                    <a:lnTo>
                      <a:pt x="7766" y="1753"/>
                    </a:lnTo>
                    <a:lnTo>
                      <a:pt x="7783" y="1827"/>
                    </a:lnTo>
                    <a:lnTo>
                      <a:pt x="7798" y="1895"/>
                    </a:lnTo>
                    <a:lnTo>
                      <a:pt x="7815" y="1954"/>
                    </a:lnTo>
                    <a:lnTo>
                      <a:pt x="7846" y="1967"/>
                    </a:lnTo>
                    <a:lnTo>
                      <a:pt x="7882" y="1976"/>
                    </a:lnTo>
                    <a:lnTo>
                      <a:pt x="7920" y="1983"/>
                    </a:lnTo>
                    <a:lnTo>
                      <a:pt x="7963" y="1987"/>
                    </a:lnTo>
                    <a:lnTo>
                      <a:pt x="8009" y="1990"/>
                    </a:lnTo>
                    <a:lnTo>
                      <a:pt x="8058" y="1991"/>
                    </a:lnTo>
                    <a:lnTo>
                      <a:pt x="8109" y="1990"/>
                    </a:lnTo>
                    <a:lnTo>
                      <a:pt x="8163" y="1988"/>
                    </a:lnTo>
                    <a:lnTo>
                      <a:pt x="8219" y="1984"/>
                    </a:lnTo>
                    <a:lnTo>
                      <a:pt x="8276" y="1979"/>
                    </a:lnTo>
                    <a:lnTo>
                      <a:pt x="8336" y="1973"/>
                    </a:lnTo>
                    <a:lnTo>
                      <a:pt x="8396" y="1966"/>
                    </a:lnTo>
                    <a:lnTo>
                      <a:pt x="8519" y="1950"/>
                    </a:lnTo>
                    <a:lnTo>
                      <a:pt x="8644" y="1932"/>
                    </a:lnTo>
                    <a:lnTo>
                      <a:pt x="8768" y="1914"/>
                    </a:lnTo>
                    <a:lnTo>
                      <a:pt x="8889" y="1897"/>
                    </a:lnTo>
                    <a:lnTo>
                      <a:pt x="8948" y="1889"/>
                    </a:lnTo>
                    <a:lnTo>
                      <a:pt x="9004" y="1882"/>
                    </a:lnTo>
                    <a:lnTo>
                      <a:pt x="9060" y="1876"/>
                    </a:lnTo>
                    <a:lnTo>
                      <a:pt x="9113" y="1871"/>
                    </a:lnTo>
                    <a:lnTo>
                      <a:pt x="9164" y="1867"/>
                    </a:lnTo>
                    <a:lnTo>
                      <a:pt x="9212" y="1864"/>
                    </a:lnTo>
                    <a:lnTo>
                      <a:pt x="9257" y="1863"/>
                    </a:lnTo>
                    <a:lnTo>
                      <a:pt x="9299" y="1863"/>
                    </a:lnTo>
                    <a:lnTo>
                      <a:pt x="9338" y="1866"/>
                    </a:lnTo>
                    <a:lnTo>
                      <a:pt x="9372" y="1870"/>
                    </a:lnTo>
                    <a:lnTo>
                      <a:pt x="9403" y="1877"/>
                    </a:lnTo>
                    <a:lnTo>
                      <a:pt x="9428" y="1885"/>
                    </a:lnTo>
                    <a:lnTo>
                      <a:pt x="9429" y="1888"/>
                    </a:lnTo>
                    <a:lnTo>
                      <a:pt x="9432" y="1891"/>
                    </a:lnTo>
                    <a:lnTo>
                      <a:pt x="9435" y="1895"/>
                    </a:lnTo>
                    <a:lnTo>
                      <a:pt x="9439" y="1899"/>
                    </a:lnTo>
                    <a:lnTo>
                      <a:pt x="9451" y="1910"/>
                    </a:lnTo>
                    <a:lnTo>
                      <a:pt x="9468" y="1922"/>
                    </a:lnTo>
                    <a:lnTo>
                      <a:pt x="9509" y="1952"/>
                    </a:lnTo>
                    <a:lnTo>
                      <a:pt x="9564" y="1988"/>
                    </a:lnTo>
                    <a:lnTo>
                      <a:pt x="9630" y="2029"/>
                    </a:lnTo>
                    <a:lnTo>
                      <a:pt x="9705" y="2073"/>
                    </a:lnTo>
                    <a:lnTo>
                      <a:pt x="9788" y="2121"/>
                    </a:lnTo>
                    <a:lnTo>
                      <a:pt x="9874" y="2170"/>
                    </a:lnTo>
                    <a:lnTo>
                      <a:pt x="9858" y="2186"/>
                    </a:lnTo>
                    <a:lnTo>
                      <a:pt x="9753" y="2186"/>
                    </a:lnTo>
                    <a:lnTo>
                      <a:pt x="9649" y="2186"/>
                    </a:lnTo>
                    <a:lnTo>
                      <a:pt x="9649" y="2292"/>
                    </a:lnTo>
                    <a:lnTo>
                      <a:pt x="9649" y="2396"/>
                    </a:lnTo>
                    <a:lnTo>
                      <a:pt x="9649" y="2711"/>
                    </a:lnTo>
                    <a:lnTo>
                      <a:pt x="9649" y="3130"/>
                    </a:lnTo>
                    <a:lnTo>
                      <a:pt x="9649" y="3550"/>
                    </a:lnTo>
                    <a:lnTo>
                      <a:pt x="9649" y="3656"/>
                    </a:lnTo>
                    <a:lnTo>
                      <a:pt x="9544" y="3760"/>
                    </a:lnTo>
                    <a:lnTo>
                      <a:pt x="9544" y="3865"/>
                    </a:lnTo>
                    <a:lnTo>
                      <a:pt x="9438" y="3970"/>
                    </a:lnTo>
                    <a:lnTo>
                      <a:pt x="9334" y="4074"/>
                    </a:lnTo>
                    <a:lnTo>
                      <a:pt x="9124" y="4180"/>
                    </a:lnTo>
                    <a:lnTo>
                      <a:pt x="8914" y="4285"/>
                    </a:lnTo>
                    <a:lnTo>
                      <a:pt x="8809" y="4285"/>
                    </a:lnTo>
                    <a:lnTo>
                      <a:pt x="8809" y="4389"/>
                    </a:lnTo>
                    <a:lnTo>
                      <a:pt x="8705" y="4389"/>
                    </a:lnTo>
                    <a:lnTo>
                      <a:pt x="8705" y="4494"/>
                    </a:lnTo>
                    <a:lnTo>
                      <a:pt x="8809" y="4600"/>
                    </a:lnTo>
                    <a:lnTo>
                      <a:pt x="8809" y="4704"/>
                    </a:lnTo>
                    <a:lnTo>
                      <a:pt x="9020" y="4809"/>
                    </a:lnTo>
                    <a:lnTo>
                      <a:pt x="9229" y="4914"/>
                    </a:lnTo>
                    <a:lnTo>
                      <a:pt x="9334" y="4914"/>
                    </a:lnTo>
                    <a:lnTo>
                      <a:pt x="9438" y="5018"/>
                    </a:lnTo>
                    <a:lnTo>
                      <a:pt x="9649" y="5229"/>
                    </a:lnTo>
                    <a:lnTo>
                      <a:pt x="9753" y="5438"/>
                    </a:lnTo>
                    <a:lnTo>
                      <a:pt x="9858" y="5648"/>
                    </a:lnTo>
                    <a:lnTo>
                      <a:pt x="10173" y="6068"/>
                    </a:lnTo>
                    <a:lnTo>
                      <a:pt x="10277" y="6173"/>
                    </a:lnTo>
                    <a:lnTo>
                      <a:pt x="10382" y="6382"/>
                    </a:lnTo>
                    <a:lnTo>
                      <a:pt x="10592" y="6488"/>
                    </a:lnTo>
                    <a:lnTo>
                      <a:pt x="10697" y="6593"/>
                    </a:lnTo>
                    <a:lnTo>
                      <a:pt x="10697" y="6697"/>
                    </a:lnTo>
                    <a:lnTo>
                      <a:pt x="10802" y="6802"/>
                    </a:lnTo>
                    <a:lnTo>
                      <a:pt x="10802" y="7012"/>
                    </a:lnTo>
                    <a:lnTo>
                      <a:pt x="10907" y="7117"/>
                    </a:lnTo>
                    <a:close/>
                  </a:path>
                </a:pathLst>
              </a:custGeom>
              <a:grp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itchFamily="34" charset="0"/>
                  <a:ea typeface="+mn-ea"/>
                  <a:cs typeface="+mn-cs"/>
                </a:endParaRPr>
              </a:p>
            </p:txBody>
          </p:sp>
          <p:sp>
            <p:nvSpPr>
              <p:cNvPr id="480" name="Freeform 257">
                <a:extLst>
                  <a:ext uri="{FF2B5EF4-FFF2-40B4-BE49-F238E27FC236}">
                    <a16:creationId xmlns:a16="http://schemas.microsoft.com/office/drawing/2014/main" id="{E7BE01EE-B94B-4BD3-B2EF-F84E798DC5BA}"/>
                  </a:ext>
                </a:extLst>
              </p:cNvPr>
              <p:cNvSpPr>
                <a:spLocks/>
              </p:cNvSpPr>
              <p:nvPr/>
            </p:nvSpPr>
            <p:spPr bwMode="auto">
              <a:xfrm>
                <a:off x="4861957" y="2974805"/>
                <a:ext cx="406956" cy="338191"/>
              </a:xfrm>
              <a:custGeom>
                <a:avLst/>
                <a:gdLst/>
                <a:ahLst/>
                <a:cxnLst>
                  <a:cxn ang="0">
                    <a:pos x="315" y="7343"/>
                  </a:cxn>
                  <a:cxn ang="0">
                    <a:pos x="1048" y="6504"/>
                  </a:cxn>
                  <a:cxn ang="0">
                    <a:pos x="1783" y="2517"/>
                  </a:cxn>
                  <a:cxn ang="0">
                    <a:pos x="8705" y="1153"/>
                  </a:cxn>
                  <a:cxn ang="0">
                    <a:pos x="9544" y="209"/>
                  </a:cxn>
                  <a:cxn ang="0">
                    <a:pos x="10488" y="420"/>
                  </a:cxn>
                  <a:cxn ang="0">
                    <a:pos x="11221" y="1259"/>
                  </a:cxn>
                  <a:cxn ang="0">
                    <a:pos x="11536" y="2728"/>
                  </a:cxn>
                  <a:cxn ang="0">
                    <a:pos x="11641" y="3776"/>
                  </a:cxn>
                  <a:cxn ang="0">
                    <a:pos x="12271" y="4511"/>
                  </a:cxn>
                  <a:cxn ang="0">
                    <a:pos x="11432" y="5455"/>
                  </a:cxn>
                  <a:cxn ang="0">
                    <a:pos x="11221" y="6819"/>
                  </a:cxn>
                  <a:cxn ang="0">
                    <a:pos x="11117" y="7868"/>
                  </a:cxn>
                  <a:cxn ang="0">
                    <a:pos x="10592" y="8917"/>
                  </a:cxn>
                  <a:cxn ang="0">
                    <a:pos x="10173" y="10071"/>
                  </a:cxn>
                  <a:cxn ang="0">
                    <a:pos x="9630" y="10228"/>
                  </a:cxn>
                  <a:cxn ang="0">
                    <a:pos x="9432" y="10090"/>
                  </a:cxn>
                  <a:cxn ang="0">
                    <a:pos x="9257" y="10062"/>
                  </a:cxn>
                  <a:cxn ang="0">
                    <a:pos x="8889" y="10096"/>
                  </a:cxn>
                  <a:cxn ang="0">
                    <a:pos x="8219" y="10183"/>
                  </a:cxn>
                  <a:cxn ang="0">
                    <a:pos x="7882" y="10175"/>
                  </a:cxn>
                  <a:cxn ang="0">
                    <a:pos x="7728" y="9790"/>
                  </a:cxn>
                  <a:cxn ang="0">
                    <a:pos x="7626" y="9452"/>
                  </a:cxn>
                  <a:cxn ang="0">
                    <a:pos x="7494" y="9213"/>
                  </a:cxn>
                  <a:cxn ang="0">
                    <a:pos x="7306" y="9100"/>
                  </a:cxn>
                  <a:cxn ang="0">
                    <a:pos x="7259" y="8950"/>
                  </a:cxn>
                  <a:cxn ang="0">
                    <a:pos x="7146" y="8951"/>
                  </a:cxn>
                  <a:cxn ang="0">
                    <a:pos x="6982" y="8993"/>
                  </a:cxn>
                  <a:cxn ang="0">
                    <a:pos x="6898" y="8920"/>
                  </a:cxn>
                  <a:cxn ang="0">
                    <a:pos x="6801" y="8686"/>
                  </a:cxn>
                  <a:cxn ang="0">
                    <a:pos x="6493" y="8511"/>
                  </a:cxn>
                  <a:cxn ang="0">
                    <a:pos x="6080" y="8443"/>
                  </a:cxn>
                  <a:cxn ang="0">
                    <a:pos x="5686" y="8506"/>
                  </a:cxn>
                  <a:cxn ang="0">
                    <a:pos x="5435" y="8716"/>
                  </a:cxn>
                  <a:cxn ang="0">
                    <a:pos x="5384" y="8882"/>
                  </a:cxn>
                  <a:cxn ang="0">
                    <a:pos x="5411" y="8956"/>
                  </a:cxn>
                  <a:cxn ang="0">
                    <a:pos x="5215" y="8981"/>
                  </a:cxn>
                  <a:cxn ang="0">
                    <a:pos x="4960" y="9058"/>
                  </a:cxn>
                  <a:cxn ang="0">
                    <a:pos x="4767" y="9214"/>
                  </a:cxn>
                  <a:cxn ang="0">
                    <a:pos x="4606" y="9360"/>
                  </a:cxn>
                  <a:cxn ang="0">
                    <a:pos x="4327" y="9450"/>
                  </a:cxn>
                  <a:cxn ang="0">
                    <a:pos x="4018" y="9436"/>
                  </a:cxn>
                  <a:cxn ang="0">
                    <a:pos x="3760" y="9357"/>
                  </a:cxn>
                  <a:cxn ang="0">
                    <a:pos x="3633" y="9256"/>
                  </a:cxn>
                  <a:cxn ang="0">
                    <a:pos x="3519" y="9058"/>
                  </a:cxn>
                  <a:cxn ang="0">
                    <a:pos x="3208" y="9031"/>
                  </a:cxn>
                  <a:cxn ang="0">
                    <a:pos x="2814" y="9123"/>
                  </a:cxn>
                  <a:cxn ang="0">
                    <a:pos x="2313" y="9285"/>
                  </a:cxn>
                  <a:cxn ang="0">
                    <a:pos x="2042" y="9315"/>
                  </a:cxn>
                  <a:cxn ang="0">
                    <a:pos x="1872" y="9264"/>
                  </a:cxn>
                  <a:cxn ang="0">
                    <a:pos x="1783" y="9160"/>
                  </a:cxn>
                  <a:cxn ang="0">
                    <a:pos x="1694" y="8964"/>
                  </a:cxn>
                  <a:cxn ang="0">
                    <a:pos x="1604" y="8790"/>
                  </a:cxn>
                  <a:cxn ang="0">
                    <a:pos x="1481" y="8664"/>
                  </a:cxn>
                  <a:cxn ang="0">
                    <a:pos x="1300" y="8554"/>
                  </a:cxn>
                  <a:cxn ang="0">
                    <a:pos x="1238" y="8457"/>
                  </a:cxn>
                  <a:cxn ang="0">
                    <a:pos x="1096" y="8235"/>
                  </a:cxn>
                  <a:cxn ang="0">
                    <a:pos x="836" y="8206"/>
                  </a:cxn>
                  <a:cxn ang="0">
                    <a:pos x="526" y="8291"/>
                  </a:cxn>
                  <a:cxn ang="0">
                    <a:pos x="99" y="8458"/>
                  </a:cxn>
                </a:cxnLst>
                <a:rect l="0" t="0" r="r" b="b"/>
                <a:pathLst>
                  <a:path w="12480" h="10369">
                    <a:moveTo>
                      <a:pt x="0" y="8493"/>
                    </a:moveTo>
                    <a:lnTo>
                      <a:pt x="0" y="8392"/>
                    </a:lnTo>
                    <a:lnTo>
                      <a:pt x="0" y="8183"/>
                    </a:lnTo>
                    <a:lnTo>
                      <a:pt x="0" y="7972"/>
                    </a:lnTo>
                    <a:lnTo>
                      <a:pt x="105" y="7763"/>
                    </a:lnTo>
                    <a:lnTo>
                      <a:pt x="105" y="7553"/>
                    </a:lnTo>
                    <a:lnTo>
                      <a:pt x="315" y="7343"/>
                    </a:lnTo>
                    <a:lnTo>
                      <a:pt x="420" y="7133"/>
                    </a:lnTo>
                    <a:lnTo>
                      <a:pt x="420" y="6924"/>
                    </a:lnTo>
                    <a:lnTo>
                      <a:pt x="524" y="6819"/>
                    </a:lnTo>
                    <a:lnTo>
                      <a:pt x="735" y="6713"/>
                    </a:lnTo>
                    <a:lnTo>
                      <a:pt x="944" y="6609"/>
                    </a:lnTo>
                    <a:lnTo>
                      <a:pt x="944" y="6504"/>
                    </a:lnTo>
                    <a:lnTo>
                      <a:pt x="1048" y="6504"/>
                    </a:lnTo>
                    <a:lnTo>
                      <a:pt x="1048" y="3043"/>
                    </a:lnTo>
                    <a:lnTo>
                      <a:pt x="1259" y="2937"/>
                    </a:lnTo>
                    <a:lnTo>
                      <a:pt x="1468" y="2937"/>
                    </a:lnTo>
                    <a:lnTo>
                      <a:pt x="1573" y="2937"/>
                    </a:lnTo>
                    <a:lnTo>
                      <a:pt x="1678" y="2832"/>
                    </a:lnTo>
                    <a:lnTo>
                      <a:pt x="1783" y="2728"/>
                    </a:lnTo>
                    <a:lnTo>
                      <a:pt x="1783" y="2517"/>
                    </a:lnTo>
                    <a:lnTo>
                      <a:pt x="1678" y="1049"/>
                    </a:lnTo>
                    <a:lnTo>
                      <a:pt x="8076" y="944"/>
                    </a:lnTo>
                    <a:lnTo>
                      <a:pt x="8600" y="1153"/>
                    </a:lnTo>
                    <a:lnTo>
                      <a:pt x="8600" y="1259"/>
                    </a:lnTo>
                    <a:lnTo>
                      <a:pt x="8600" y="1364"/>
                    </a:lnTo>
                    <a:lnTo>
                      <a:pt x="8600" y="1259"/>
                    </a:lnTo>
                    <a:lnTo>
                      <a:pt x="8705" y="1153"/>
                    </a:lnTo>
                    <a:lnTo>
                      <a:pt x="8809" y="1049"/>
                    </a:lnTo>
                    <a:lnTo>
                      <a:pt x="8914" y="944"/>
                    </a:lnTo>
                    <a:lnTo>
                      <a:pt x="8914" y="735"/>
                    </a:lnTo>
                    <a:lnTo>
                      <a:pt x="9124" y="629"/>
                    </a:lnTo>
                    <a:lnTo>
                      <a:pt x="9229" y="524"/>
                    </a:lnTo>
                    <a:lnTo>
                      <a:pt x="9334" y="315"/>
                    </a:lnTo>
                    <a:lnTo>
                      <a:pt x="9544" y="209"/>
                    </a:lnTo>
                    <a:lnTo>
                      <a:pt x="9649" y="105"/>
                    </a:lnTo>
                    <a:lnTo>
                      <a:pt x="9858" y="0"/>
                    </a:lnTo>
                    <a:lnTo>
                      <a:pt x="9963" y="0"/>
                    </a:lnTo>
                    <a:lnTo>
                      <a:pt x="10068" y="0"/>
                    </a:lnTo>
                    <a:lnTo>
                      <a:pt x="10173" y="209"/>
                    </a:lnTo>
                    <a:lnTo>
                      <a:pt x="10382" y="315"/>
                    </a:lnTo>
                    <a:lnTo>
                      <a:pt x="10488" y="420"/>
                    </a:lnTo>
                    <a:lnTo>
                      <a:pt x="10697" y="524"/>
                    </a:lnTo>
                    <a:lnTo>
                      <a:pt x="10802" y="735"/>
                    </a:lnTo>
                    <a:lnTo>
                      <a:pt x="11012" y="944"/>
                    </a:lnTo>
                    <a:lnTo>
                      <a:pt x="11117" y="1049"/>
                    </a:lnTo>
                    <a:lnTo>
                      <a:pt x="11117" y="1153"/>
                    </a:lnTo>
                    <a:lnTo>
                      <a:pt x="11221" y="1153"/>
                    </a:lnTo>
                    <a:lnTo>
                      <a:pt x="11221" y="1259"/>
                    </a:lnTo>
                    <a:lnTo>
                      <a:pt x="11221" y="1573"/>
                    </a:lnTo>
                    <a:lnTo>
                      <a:pt x="11221" y="1784"/>
                    </a:lnTo>
                    <a:lnTo>
                      <a:pt x="11221" y="1993"/>
                    </a:lnTo>
                    <a:lnTo>
                      <a:pt x="11327" y="2099"/>
                    </a:lnTo>
                    <a:lnTo>
                      <a:pt x="11327" y="2203"/>
                    </a:lnTo>
                    <a:lnTo>
                      <a:pt x="11432" y="2413"/>
                    </a:lnTo>
                    <a:lnTo>
                      <a:pt x="11536" y="2728"/>
                    </a:lnTo>
                    <a:lnTo>
                      <a:pt x="11641" y="3147"/>
                    </a:lnTo>
                    <a:lnTo>
                      <a:pt x="11745" y="3357"/>
                    </a:lnTo>
                    <a:lnTo>
                      <a:pt x="11745" y="3461"/>
                    </a:lnTo>
                    <a:lnTo>
                      <a:pt x="11745" y="3567"/>
                    </a:lnTo>
                    <a:lnTo>
                      <a:pt x="11641" y="3567"/>
                    </a:lnTo>
                    <a:lnTo>
                      <a:pt x="11641" y="3672"/>
                    </a:lnTo>
                    <a:lnTo>
                      <a:pt x="11641" y="3776"/>
                    </a:lnTo>
                    <a:lnTo>
                      <a:pt x="11745" y="3776"/>
                    </a:lnTo>
                    <a:lnTo>
                      <a:pt x="11851" y="3881"/>
                    </a:lnTo>
                    <a:lnTo>
                      <a:pt x="12165" y="4091"/>
                    </a:lnTo>
                    <a:lnTo>
                      <a:pt x="12480" y="4301"/>
                    </a:lnTo>
                    <a:lnTo>
                      <a:pt x="12375" y="4301"/>
                    </a:lnTo>
                    <a:lnTo>
                      <a:pt x="12375" y="4405"/>
                    </a:lnTo>
                    <a:lnTo>
                      <a:pt x="12271" y="4511"/>
                    </a:lnTo>
                    <a:lnTo>
                      <a:pt x="12165" y="4616"/>
                    </a:lnTo>
                    <a:lnTo>
                      <a:pt x="11956" y="4931"/>
                    </a:lnTo>
                    <a:lnTo>
                      <a:pt x="11745" y="5140"/>
                    </a:lnTo>
                    <a:lnTo>
                      <a:pt x="11641" y="5245"/>
                    </a:lnTo>
                    <a:lnTo>
                      <a:pt x="11536" y="5350"/>
                    </a:lnTo>
                    <a:lnTo>
                      <a:pt x="11432" y="5350"/>
                    </a:lnTo>
                    <a:lnTo>
                      <a:pt x="11432" y="5455"/>
                    </a:lnTo>
                    <a:lnTo>
                      <a:pt x="11432" y="5665"/>
                    </a:lnTo>
                    <a:lnTo>
                      <a:pt x="11432" y="5769"/>
                    </a:lnTo>
                    <a:lnTo>
                      <a:pt x="11432" y="5875"/>
                    </a:lnTo>
                    <a:lnTo>
                      <a:pt x="11327" y="6189"/>
                    </a:lnTo>
                    <a:lnTo>
                      <a:pt x="11327" y="6504"/>
                    </a:lnTo>
                    <a:lnTo>
                      <a:pt x="11221" y="6713"/>
                    </a:lnTo>
                    <a:lnTo>
                      <a:pt x="11221" y="6819"/>
                    </a:lnTo>
                    <a:lnTo>
                      <a:pt x="11221" y="7028"/>
                    </a:lnTo>
                    <a:lnTo>
                      <a:pt x="11327" y="7133"/>
                    </a:lnTo>
                    <a:lnTo>
                      <a:pt x="11327" y="7239"/>
                    </a:lnTo>
                    <a:lnTo>
                      <a:pt x="11327" y="7343"/>
                    </a:lnTo>
                    <a:lnTo>
                      <a:pt x="11327" y="7553"/>
                    </a:lnTo>
                    <a:lnTo>
                      <a:pt x="11221" y="7657"/>
                    </a:lnTo>
                    <a:lnTo>
                      <a:pt x="11117" y="7868"/>
                    </a:lnTo>
                    <a:lnTo>
                      <a:pt x="11117" y="8077"/>
                    </a:lnTo>
                    <a:lnTo>
                      <a:pt x="11117" y="8183"/>
                    </a:lnTo>
                    <a:lnTo>
                      <a:pt x="11117" y="8288"/>
                    </a:lnTo>
                    <a:lnTo>
                      <a:pt x="11012" y="8392"/>
                    </a:lnTo>
                    <a:lnTo>
                      <a:pt x="10907" y="8497"/>
                    </a:lnTo>
                    <a:lnTo>
                      <a:pt x="10802" y="8707"/>
                    </a:lnTo>
                    <a:lnTo>
                      <a:pt x="10592" y="8917"/>
                    </a:lnTo>
                    <a:lnTo>
                      <a:pt x="10488" y="9021"/>
                    </a:lnTo>
                    <a:lnTo>
                      <a:pt x="10382" y="9232"/>
                    </a:lnTo>
                    <a:lnTo>
                      <a:pt x="10382" y="9336"/>
                    </a:lnTo>
                    <a:lnTo>
                      <a:pt x="10277" y="9547"/>
                    </a:lnTo>
                    <a:lnTo>
                      <a:pt x="10277" y="9756"/>
                    </a:lnTo>
                    <a:lnTo>
                      <a:pt x="10173" y="9965"/>
                    </a:lnTo>
                    <a:lnTo>
                      <a:pt x="10173" y="10071"/>
                    </a:lnTo>
                    <a:lnTo>
                      <a:pt x="10173" y="10176"/>
                    </a:lnTo>
                    <a:lnTo>
                      <a:pt x="10068" y="10280"/>
                    </a:lnTo>
                    <a:lnTo>
                      <a:pt x="9963" y="10280"/>
                    </a:lnTo>
                    <a:lnTo>
                      <a:pt x="9874" y="10369"/>
                    </a:lnTo>
                    <a:lnTo>
                      <a:pt x="9788" y="10320"/>
                    </a:lnTo>
                    <a:lnTo>
                      <a:pt x="9705" y="10272"/>
                    </a:lnTo>
                    <a:lnTo>
                      <a:pt x="9630" y="10228"/>
                    </a:lnTo>
                    <a:lnTo>
                      <a:pt x="9564" y="10187"/>
                    </a:lnTo>
                    <a:lnTo>
                      <a:pt x="9509" y="10151"/>
                    </a:lnTo>
                    <a:lnTo>
                      <a:pt x="9468" y="10121"/>
                    </a:lnTo>
                    <a:lnTo>
                      <a:pt x="9451" y="10109"/>
                    </a:lnTo>
                    <a:lnTo>
                      <a:pt x="9439" y="10098"/>
                    </a:lnTo>
                    <a:lnTo>
                      <a:pt x="9435" y="10094"/>
                    </a:lnTo>
                    <a:lnTo>
                      <a:pt x="9432" y="10090"/>
                    </a:lnTo>
                    <a:lnTo>
                      <a:pt x="9429" y="10087"/>
                    </a:lnTo>
                    <a:lnTo>
                      <a:pt x="9428" y="10084"/>
                    </a:lnTo>
                    <a:lnTo>
                      <a:pt x="9403" y="10076"/>
                    </a:lnTo>
                    <a:lnTo>
                      <a:pt x="9372" y="10069"/>
                    </a:lnTo>
                    <a:lnTo>
                      <a:pt x="9338" y="10065"/>
                    </a:lnTo>
                    <a:lnTo>
                      <a:pt x="9299" y="10062"/>
                    </a:lnTo>
                    <a:lnTo>
                      <a:pt x="9257" y="10062"/>
                    </a:lnTo>
                    <a:lnTo>
                      <a:pt x="9212" y="10063"/>
                    </a:lnTo>
                    <a:lnTo>
                      <a:pt x="9164" y="10066"/>
                    </a:lnTo>
                    <a:lnTo>
                      <a:pt x="9113" y="10070"/>
                    </a:lnTo>
                    <a:lnTo>
                      <a:pt x="9060" y="10075"/>
                    </a:lnTo>
                    <a:lnTo>
                      <a:pt x="9004" y="10081"/>
                    </a:lnTo>
                    <a:lnTo>
                      <a:pt x="8948" y="10088"/>
                    </a:lnTo>
                    <a:lnTo>
                      <a:pt x="8889" y="10096"/>
                    </a:lnTo>
                    <a:lnTo>
                      <a:pt x="8768" y="10113"/>
                    </a:lnTo>
                    <a:lnTo>
                      <a:pt x="8644" y="10131"/>
                    </a:lnTo>
                    <a:lnTo>
                      <a:pt x="8519" y="10149"/>
                    </a:lnTo>
                    <a:lnTo>
                      <a:pt x="8396" y="10165"/>
                    </a:lnTo>
                    <a:lnTo>
                      <a:pt x="8336" y="10172"/>
                    </a:lnTo>
                    <a:lnTo>
                      <a:pt x="8276" y="10178"/>
                    </a:lnTo>
                    <a:lnTo>
                      <a:pt x="8219" y="10183"/>
                    </a:lnTo>
                    <a:lnTo>
                      <a:pt x="8163" y="10187"/>
                    </a:lnTo>
                    <a:lnTo>
                      <a:pt x="8109" y="10189"/>
                    </a:lnTo>
                    <a:lnTo>
                      <a:pt x="8058" y="10190"/>
                    </a:lnTo>
                    <a:lnTo>
                      <a:pt x="8009" y="10189"/>
                    </a:lnTo>
                    <a:lnTo>
                      <a:pt x="7963" y="10186"/>
                    </a:lnTo>
                    <a:lnTo>
                      <a:pt x="7920" y="10182"/>
                    </a:lnTo>
                    <a:lnTo>
                      <a:pt x="7882" y="10175"/>
                    </a:lnTo>
                    <a:lnTo>
                      <a:pt x="7846" y="10166"/>
                    </a:lnTo>
                    <a:lnTo>
                      <a:pt x="7815" y="10153"/>
                    </a:lnTo>
                    <a:lnTo>
                      <a:pt x="7798" y="10094"/>
                    </a:lnTo>
                    <a:lnTo>
                      <a:pt x="7783" y="10026"/>
                    </a:lnTo>
                    <a:lnTo>
                      <a:pt x="7766" y="9952"/>
                    </a:lnTo>
                    <a:lnTo>
                      <a:pt x="7748" y="9872"/>
                    </a:lnTo>
                    <a:lnTo>
                      <a:pt x="7728" y="9790"/>
                    </a:lnTo>
                    <a:lnTo>
                      <a:pt x="7706" y="9704"/>
                    </a:lnTo>
                    <a:lnTo>
                      <a:pt x="7695" y="9660"/>
                    </a:lnTo>
                    <a:lnTo>
                      <a:pt x="7683" y="9618"/>
                    </a:lnTo>
                    <a:lnTo>
                      <a:pt x="7669" y="9576"/>
                    </a:lnTo>
                    <a:lnTo>
                      <a:pt x="7655" y="9533"/>
                    </a:lnTo>
                    <a:lnTo>
                      <a:pt x="7641" y="9493"/>
                    </a:lnTo>
                    <a:lnTo>
                      <a:pt x="7626" y="9452"/>
                    </a:lnTo>
                    <a:lnTo>
                      <a:pt x="7610" y="9414"/>
                    </a:lnTo>
                    <a:lnTo>
                      <a:pt x="7592" y="9376"/>
                    </a:lnTo>
                    <a:lnTo>
                      <a:pt x="7575" y="9339"/>
                    </a:lnTo>
                    <a:lnTo>
                      <a:pt x="7556" y="9305"/>
                    </a:lnTo>
                    <a:lnTo>
                      <a:pt x="7536" y="9272"/>
                    </a:lnTo>
                    <a:lnTo>
                      <a:pt x="7515" y="9242"/>
                    </a:lnTo>
                    <a:lnTo>
                      <a:pt x="7494" y="9213"/>
                    </a:lnTo>
                    <a:lnTo>
                      <a:pt x="7470" y="9188"/>
                    </a:lnTo>
                    <a:lnTo>
                      <a:pt x="7446" y="9166"/>
                    </a:lnTo>
                    <a:lnTo>
                      <a:pt x="7421" y="9145"/>
                    </a:lnTo>
                    <a:lnTo>
                      <a:pt x="7394" y="9129"/>
                    </a:lnTo>
                    <a:lnTo>
                      <a:pt x="7366" y="9116"/>
                    </a:lnTo>
                    <a:lnTo>
                      <a:pt x="7336" y="9106"/>
                    </a:lnTo>
                    <a:lnTo>
                      <a:pt x="7306" y="9100"/>
                    </a:lnTo>
                    <a:lnTo>
                      <a:pt x="7305" y="9065"/>
                    </a:lnTo>
                    <a:lnTo>
                      <a:pt x="7302" y="9035"/>
                    </a:lnTo>
                    <a:lnTo>
                      <a:pt x="7297" y="9010"/>
                    </a:lnTo>
                    <a:lnTo>
                      <a:pt x="7289" y="8990"/>
                    </a:lnTo>
                    <a:lnTo>
                      <a:pt x="7280" y="8972"/>
                    </a:lnTo>
                    <a:lnTo>
                      <a:pt x="7270" y="8959"/>
                    </a:lnTo>
                    <a:lnTo>
                      <a:pt x="7259" y="8950"/>
                    </a:lnTo>
                    <a:lnTo>
                      <a:pt x="7246" y="8944"/>
                    </a:lnTo>
                    <a:lnTo>
                      <a:pt x="7231" y="8940"/>
                    </a:lnTo>
                    <a:lnTo>
                      <a:pt x="7215" y="8939"/>
                    </a:lnTo>
                    <a:lnTo>
                      <a:pt x="7199" y="8939"/>
                    </a:lnTo>
                    <a:lnTo>
                      <a:pt x="7182" y="8942"/>
                    </a:lnTo>
                    <a:lnTo>
                      <a:pt x="7165" y="8946"/>
                    </a:lnTo>
                    <a:lnTo>
                      <a:pt x="7146" y="8951"/>
                    </a:lnTo>
                    <a:lnTo>
                      <a:pt x="7127" y="8956"/>
                    </a:lnTo>
                    <a:lnTo>
                      <a:pt x="7109" y="8962"/>
                    </a:lnTo>
                    <a:lnTo>
                      <a:pt x="7071" y="8976"/>
                    </a:lnTo>
                    <a:lnTo>
                      <a:pt x="7033" y="8987"/>
                    </a:lnTo>
                    <a:lnTo>
                      <a:pt x="7016" y="8990"/>
                    </a:lnTo>
                    <a:lnTo>
                      <a:pt x="6999" y="8993"/>
                    </a:lnTo>
                    <a:lnTo>
                      <a:pt x="6982" y="8993"/>
                    </a:lnTo>
                    <a:lnTo>
                      <a:pt x="6966" y="8992"/>
                    </a:lnTo>
                    <a:lnTo>
                      <a:pt x="6951" y="8988"/>
                    </a:lnTo>
                    <a:lnTo>
                      <a:pt x="6938" y="8981"/>
                    </a:lnTo>
                    <a:lnTo>
                      <a:pt x="6926" y="8971"/>
                    </a:lnTo>
                    <a:lnTo>
                      <a:pt x="6916" y="8957"/>
                    </a:lnTo>
                    <a:lnTo>
                      <a:pt x="6905" y="8941"/>
                    </a:lnTo>
                    <a:lnTo>
                      <a:pt x="6898" y="8920"/>
                    </a:lnTo>
                    <a:lnTo>
                      <a:pt x="6893" y="8894"/>
                    </a:lnTo>
                    <a:lnTo>
                      <a:pt x="6889" y="8865"/>
                    </a:lnTo>
                    <a:lnTo>
                      <a:pt x="6883" y="8825"/>
                    </a:lnTo>
                    <a:lnTo>
                      <a:pt x="6871" y="8789"/>
                    </a:lnTo>
                    <a:lnTo>
                      <a:pt x="6853" y="8753"/>
                    </a:lnTo>
                    <a:lnTo>
                      <a:pt x="6829" y="8718"/>
                    </a:lnTo>
                    <a:lnTo>
                      <a:pt x="6801" y="8686"/>
                    </a:lnTo>
                    <a:lnTo>
                      <a:pt x="6768" y="8655"/>
                    </a:lnTo>
                    <a:lnTo>
                      <a:pt x="6731" y="8626"/>
                    </a:lnTo>
                    <a:lnTo>
                      <a:pt x="6689" y="8600"/>
                    </a:lnTo>
                    <a:lnTo>
                      <a:pt x="6644" y="8574"/>
                    </a:lnTo>
                    <a:lnTo>
                      <a:pt x="6597" y="8551"/>
                    </a:lnTo>
                    <a:lnTo>
                      <a:pt x="6546" y="8529"/>
                    </a:lnTo>
                    <a:lnTo>
                      <a:pt x="6493" y="8511"/>
                    </a:lnTo>
                    <a:lnTo>
                      <a:pt x="6437" y="8494"/>
                    </a:lnTo>
                    <a:lnTo>
                      <a:pt x="6380" y="8480"/>
                    </a:lnTo>
                    <a:lnTo>
                      <a:pt x="6321" y="8467"/>
                    </a:lnTo>
                    <a:lnTo>
                      <a:pt x="6262" y="8457"/>
                    </a:lnTo>
                    <a:lnTo>
                      <a:pt x="6201" y="8450"/>
                    </a:lnTo>
                    <a:lnTo>
                      <a:pt x="6141" y="8445"/>
                    </a:lnTo>
                    <a:lnTo>
                      <a:pt x="6080" y="8443"/>
                    </a:lnTo>
                    <a:lnTo>
                      <a:pt x="6021" y="8443"/>
                    </a:lnTo>
                    <a:lnTo>
                      <a:pt x="5961" y="8446"/>
                    </a:lnTo>
                    <a:lnTo>
                      <a:pt x="5902" y="8452"/>
                    </a:lnTo>
                    <a:lnTo>
                      <a:pt x="5845" y="8461"/>
                    </a:lnTo>
                    <a:lnTo>
                      <a:pt x="5790" y="8473"/>
                    </a:lnTo>
                    <a:lnTo>
                      <a:pt x="5737" y="8488"/>
                    </a:lnTo>
                    <a:lnTo>
                      <a:pt x="5686" y="8506"/>
                    </a:lnTo>
                    <a:lnTo>
                      <a:pt x="5639" y="8526"/>
                    </a:lnTo>
                    <a:lnTo>
                      <a:pt x="5595" y="8551"/>
                    </a:lnTo>
                    <a:lnTo>
                      <a:pt x="5554" y="8578"/>
                    </a:lnTo>
                    <a:lnTo>
                      <a:pt x="5517" y="8610"/>
                    </a:lnTo>
                    <a:lnTo>
                      <a:pt x="5484" y="8643"/>
                    </a:lnTo>
                    <a:lnTo>
                      <a:pt x="5457" y="8682"/>
                    </a:lnTo>
                    <a:lnTo>
                      <a:pt x="5435" y="8716"/>
                    </a:lnTo>
                    <a:lnTo>
                      <a:pt x="5419" y="8748"/>
                    </a:lnTo>
                    <a:lnTo>
                      <a:pt x="5406" y="8776"/>
                    </a:lnTo>
                    <a:lnTo>
                      <a:pt x="5396" y="8803"/>
                    </a:lnTo>
                    <a:lnTo>
                      <a:pt x="5390" y="8826"/>
                    </a:lnTo>
                    <a:lnTo>
                      <a:pt x="5386" y="8846"/>
                    </a:lnTo>
                    <a:lnTo>
                      <a:pt x="5384" y="8866"/>
                    </a:lnTo>
                    <a:lnTo>
                      <a:pt x="5384" y="8882"/>
                    </a:lnTo>
                    <a:lnTo>
                      <a:pt x="5386" y="8896"/>
                    </a:lnTo>
                    <a:lnTo>
                      <a:pt x="5389" y="8908"/>
                    </a:lnTo>
                    <a:lnTo>
                      <a:pt x="5393" y="8920"/>
                    </a:lnTo>
                    <a:lnTo>
                      <a:pt x="5397" y="8929"/>
                    </a:lnTo>
                    <a:lnTo>
                      <a:pt x="5405" y="8943"/>
                    </a:lnTo>
                    <a:lnTo>
                      <a:pt x="5410" y="8953"/>
                    </a:lnTo>
                    <a:lnTo>
                      <a:pt x="5411" y="8956"/>
                    </a:lnTo>
                    <a:lnTo>
                      <a:pt x="5410" y="8959"/>
                    </a:lnTo>
                    <a:lnTo>
                      <a:pt x="5406" y="8961"/>
                    </a:lnTo>
                    <a:lnTo>
                      <a:pt x="5400" y="8963"/>
                    </a:lnTo>
                    <a:lnTo>
                      <a:pt x="5379" y="8966"/>
                    </a:lnTo>
                    <a:lnTo>
                      <a:pt x="5343" y="8969"/>
                    </a:lnTo>
                    <a:lnTo>
                      <a:pt x="5289" y="8975"/>
                    </a:lnTo>
                    <a:lnTo>
                      <a:pt x="5215" y="8981"/>
                    </a:lnTo>
                    <a:lnTo>
                      <a:pt x="5116" y="8992"/>
                    </a:lnTo>
                    <a:lnTo>
                      <a:pt x="4991" y="9007"/>
                    </a:lnTo>
                    <a:lnTo>
                      <a:pt x="4988" y="9015"/>
                    </a:lnTo>
                    <a:lnTo>
                      <a:pt x="4984" y="9023"/>
                    </a:lnTo>
                    <a:lnTo>
                      <a:pt x="4979" y="9032"/>
                    </a:lnTo>
                    <a:lnTo>
                      <a:pt x="4973" y="9041"/>
                    </a:lnTo>
                    <a:lnTo>
                      <a:pt x="4960" y="9058"/>
                    </a:lnTo>
                    <a:lnTo>
                      <a:pt x="4944" y="9075"/>
                    </a:lnTo>
                    <a:lnTo>
                      <a:pt x="4924" y="9092"/>
                    </a:lnTo>
                    <a:lnTo>
                      <a:pt x="4904" y="9111"/>
                    </a:lnTo>
                    <a:lnTo>
                      <a:pt x="4882" y="9128"/>
                    </a:lnTo>
                    <a:lnTo>
                      <a:pt x="4858" y="9145"/>
                    </a:lnTo>
                    <a:lnTo>
                      <a:pt x="4812" y="9180"/>
                    </a:lnTo>
                    <a:lnTo>
                      <a:pt x="4767" y="9214"/>
                    </a:lnTo>
                    <a:lnTo>
                      <a:pt x="4747" y="9231"/>
                    </a:lnTo>
                    <a:lnTo>
                      <a:pt x="4727" y="9247"/>
                    </a:lnTo>
                    <a:lnTo>
                      <a:pt x="4711" y="9263"/>
                    </a:lnTo>
                    <a:lnTo>
                      <a:pt x="4697" y="9278"/>
                    </a:lnTo>
                    <a:lnTo>
                      <a:pt x="4669" y="9309"/>
                    </a:lnTo>
                    <a:lnTo>
                      <a:pt x="4639" y="9335"/>
                    </a:lnTo>
                    <a:lnTo>
                      <a:pt x="4606" y="9360"/>
                    </a:lnTo>
                    <a:lnTo>
                      <a:pt x="4571" y="9381"/>
                    </a:lnTo>
                    <a:lnTo>
                      <a:pt x="4534" y="9399"/>
                    </a:lnTo>
                    <a:lnTo>
                      <a:pt x="4496" y="9415"/>
                    </a:lnTo>
                    <a:lnTo>
                      <a:pt x="4455" y="9427"/>
                    </a:lnTo>
                    <a:lnTo>
                      <a:pt x="4413" y="9437"/>
                    </a:lnTo>
                    <a:lnTo>
                      <a:pt x="4371" y="9445"/>
                    </a:lnTo>
                    <a:lnTo>
                      <a:pt x="4327" y="9450"/>
                    </a:lnTo>
                    <a:lnTo>
                      <a:pt x="4282" y="9454"/>
                    </a:lnTo>
                    <a:lnTo>
                      <a:pt x="4239" y="9455"/>
                    </a:lnTo>
                    <a:lnTo>
                      <a:pt x="4194" y="9455"/>
                    </a:lnTo>
                    <a:lnTo>
                      <a:pt x="4149" y="9452"/>
                    </a:lnTo>
                    <a:lnTo>
                      <a:pt x="4104" y="9448"/>
                    </a:lnTo>
                    <a:lnTo>
                      <a:pt x="4061" y="9443"/>
                    </a:lnTo>
                    <a:lnTo>
                      <a:pt x="4018" y="9436"/>
                    </a:lnTo>
                    <a:lnTo>
                      <a:pt x="3976" y="9428"/>
                    </a:lnTo>
                    <a:lnTo>
                      <a:pt x="3936" y="9418"/>
                    </a:lnTo>
                    <a:lnTo>
                      <a:pt x="3896" y="9407"/>
                    </a:lnTo>
                    <a:lnTo>
                      <a:pt x="3860" y="9396"/>
                    </a:lnTo>
                    <a:lnTo>
                      <a:pt x="3824" y="9383"/>
                    </a:lnTo>
                    <a:lnTo>
                      <a:pt x="3791" y="9371"/>
                    </a:lnTo>
                    <a:lnTo>
                      <a:pt x="3760" y="9357"/>
                    </a:lnTo>
                    <a:lnTo>
                      <a:pt x="3732" y="9342"/>
                    </a:lnTo>
                    <a:lnTo>
                      <a:pt x="3707" y="9328"/>
                    </a:lnTo>
                    <a:lnTo>
                      <a:pt x="3685" y="9314"/>
                    </a:lnTo>
                    <a:lnTo>
                      <a:pt x="3667" y="9300"/>
                    </a:lnTo>
                    <a:lnTo>
                      <a:pt x="3651" y="9284"/>
                    </a:lnTo>
                    <a:lnTo>
                      <a:pt x="3640" y="9270"/>
                    </a:lnTo>
                    <a:lnTo>
                      <a:pt x="3633" y="9256"/>
                    </a:lnTo>
                    <a:lnTo>
                      <a:pt x="3630" y="9242"/>
                    </a:lnTo>
                    <a:lnTo>
                      <a:pt x="3625" y="9198"/>
                    </a:lnTo>
                    <a:lnTo>
                      <a:pt x="3615" y="9160"/>
                    </a:lnTo>
                    <a:lnTo>
                      <a:pt x="3599" y="9127"/>
                    </a:lnTo>
                    <a:lnTo>
                      <a:pt x="3576" y="9100"/>
                    </a:lnTo>
                    <a:lnTo>
                      <a:pt x="3551" y="9076"/>
                    </a:lnTo>
                    <a:lnTo>
                      <a:pt x="3519" y="9058"/>
                    </a:lnTo>
                    <a:lnTo>
                      <a:pt x="3485" y="9044"/>
                    </a:lnTo>
                    <a:lnTo>
                      <a:pt x="3446" y="9033"/>
                    </a:lnTo>
                    <a:lnTo>
                      <a:pt x="3403" y="9026"/>
                    </a:lnTo>
                    <a:lnTo>
                      <a:pt x="3359" y="9023"/>
                    </a:lnTo>
                    <a:lnTo>
                      <a:pt x="3311" y="9023"/>
                    </a:lnTo>
                    <a:lnTo>
                      <a:pt x="3260" y="9026"/>
                    </a:lnTo>
                    <a:lnTo>
                      <a:pt x="3208" y="9031"/>
                    </a:lnTo>
                    <a:lnTo>
                      <a:pt x="3155" y="9040"/>
                    </a:lnTo>
                    <a:lnTo>
                      <a:pt x="3099" y="9050"/>
                    </a:lnTo>
                    <a:lnTo>
                      <a:pt x="3043" y="9062"/>
                    </a:lnTo>
                    <a:lnTo>
                      <a:pt x="2986" y="9075"/>
                    </a:lnTo>
                    <a:lnTo>
                      <a:pt x="2928" y="9090"/>
                    </a:lnTo>
                    <a:lnTo>
                      <a:pt x="2871" y="9107"/>
                    </a:lnTo>
                    <a:lnTo>
                      <a:pt x="2814" y="9123"/>
                    </a:lnTo>
                    <a:lnTo>
                      <a:pt x="2702" y="9158"/>
                    </a:lnTo>
                    <a:lnTo>
                      <a:pt x="2598" y="9193"/>
                    </a:lnTo>
                    <a:lnTo>
                      <a:pt x="2500" y="9227"/>
                    </a:lnTo>
                    <a:lnTo>
                      <a:pt x="2415" y="9255"/>
                    </a:lnTo>
                    <a:lnTo>
                      <a:pt x="2377" y="9267"/>
                    </a:lnTo>
                    <a:lnTo>
                      <a:pt x="2343" y="9277"/>
                    </a:lnTo>
                    <a:lnTo>
                      <a:pt x="2313" y="9285"/>
                    </a:lnTo>
                    <a:lnTo>
                      <a:pt x="2288" y="9292"/>
                    </a:lnTo>
                    <a:lnTo>
                      <a:pt x="2239" y="9301"/>
                    </a:lnTo>
                    <a:lnTo>
                      <a:pt x="2193" y="9308"/>
                    </a:lnTo>
                    <a:lnTo>
                      <a:pt x="2152" y="9312"/>
                    </a:lnTo>
                    <a:lnTo>
                      <a:pt x="2112" y="9315"/>
                    </a:lnTo>
                    <a:lnTo>
                      <a:pt x="2076" y="9316"/>
                    </a:lnTo>
                    <a:lnTo>
                      <a:pt x="2042" y="9315"/>
                    </a:lnTo>
                    <a:lnTo>
                      <a:pt x="2011" y="9312"/>
                    </a:lnTo>
                    <a:lnTo>
                      <a:pt x="1982" y="9308"/>
                    </a:lnTo>
                    <a:lnTo>
                      <a:pt x="1956" y="9302"/>
                    </a:lnTo>
                    <a:lnTo>
                      <a:pt x="1932" y="9294"/>
                    </a:lnTo>
                    <a:lnTo>
                      <a:pt x="1910" y="9285"/>
                    </a:lnTo>
                    <a:lnTo>
                      <a:pt x="1891" y="9275"/>
                    </a:lnTo>
                    <a:lnTo>
                      <a:pt x="1872" y="9264"/>
                    </a:lnTo>
                    <a:lnTo>
                      <a:pt x="1855" y="9252"/>
                    </a:lnTo>
                    <a:lnTo>
                      <a:pt x="1841" y="9239"/>
                    </a:lnTo>
                    <a:lnTo>
                      <a:pt x="1827" y="9225"/>
                    </a:lnTo>
                    <a:lnTo>
                      <a:pt x="1814" y="9209"/>
                    </a:lnTo>
                    <a:lnTo>
                      <a:pt x="1803" y="9194"/>
                    </a:lnTo>
                    <a:lnTo>
                      <a:pt x="1793" y="9177"/>
                    </a:lnTo>
                    <a:lnTo>
                      <a:pt x="1783" y="9160"/>
                    </a:lnTo>
                    <a:lnTo>
                      <a:pt x="1766" y="9125"/>
                    </a:lnTo>
                    <a:lnTo>
                      <a:pt x="1750" y="9089"/>
                    </a:lnTo>
                    <a:lnTo>
                      <a:pt x="1735" y="9053"/>
                    </a:lnTo>
                    <a:lnTo>
                      <a:pt x="1720" y="9016"/>
                    </a:lnTo>
                    <a:lnTo>
                      <a:pt x="1712" y="8999"/>
                    </a:lnTo>
                    <a:lnTo>
                      <a:pt x="1703" y="8982"/>
                    </a:lnTo>
                    <a:lnTo>
                      <a:pt x="1694" y="8964"/>
                    </a:lnTo>
                    <a:lnTo>
                      <a:pt x="1682" y="8948"/>
                    </a:lnTo>
                    <a:lnTo>
                      <a:pt x="1672" y="8918"/>
                    </a:lnTo>
                    <a:lnTo>
                      <a:pt x="1661" y="8889"/>
                    </a:lnTo>
                    <a:lnTo>
                      <a:pt x="1648" y="8863"/>
                    </a:lnTo>
                    <a:lnTo>
                      <a:pt x="1635" y="8836"/>
                    </a:lnTo>
                    <a:lnTo>
                      <a:pt x="1619" y="8813"/>
                    </a:lnTo>
                    <a:lnTo>
                      <a:pt x="1604" y="8790"/>
                    </a:lnTo>
                    <a:lnTo>
                      <a:pt x="1588" y="8768"/>
                    </a:lnTo>
                    <a:lnTo>
                      <a:pt x="1572" y="8748"/>
                    </a:lnTo>
                    <a:lnTo>
                      <a:pt x="1554" y="8729"/>
                    </a:lnTo>
                    <a:lnTo>
                      <a:pt x="1536" y="8710"/>
                    </a:lnTo>
                    <a:lnTo>
                      <a:pt x="1518" y="8694"/>
                    </a:lnTo>
                    <a:lnTo>
                      <a:pt x="1500" y="8678"/>
                    </a:lnTo>
                    <a:lnTo>
                      <a:pt x="1481" y="8664"/>
                    </a:lnTo>
                    <a:lnTo>
                      <a:pt x="1463" y="8649"/>
                    </a:lnTo>
                    <a:lnTo>
                      <a:pt x="1445" y="8637"/>
                    </a:lnTo>
                    <a:lnTo>
                      <a:pt x="1426" y="8625"/>
                    </a:lnTo>
                    <a:lnTo>
                      <a:pt x="1392" y="8603"/>
                    </a:lnTo>
                    <a:lnTo>
                      <a:pt x="1358" y="8584"/>
                    </a:lnTo>
                    <a:lnTo>
                      <a:pt x="1328" y="8568"/>
                    </a:lnTo>
                    <a:lnTo>
                      <a:pt x="1300" y="8554"/>
                    </a:lnTo>
                    <a:lnTo>
                      <a:pt x="1278" y="8542"/>
                    </a:lnTo>
                    <a:lnTo>
                      <a:pt x="1261" y="8530"/>
                    </a:lnTo>
                    <a:lnTo>
                      <a:pt x="1255" y="8524"/>
                    </a:lnTo>
                    <a:lnTo>
                      <a:pt x="1250" y="8519"/>
                    </a:lnTo>
                    <a:lnTo>
                      <a:pt x="1247" y="8515"/>
                    </a:lnTo>
                    <a:lnTo>
                      <a:pt x="1245" y="8510"/>
                    </a:lnTo>
                    <a:lnTo>
                      <a:pt x="1238" y="8457"/>
                    </a:lnTo>
                    <a:lnTo>
                      <a:pt x="1228" y="8410"/>
                    </a:lnTo>
                    <a:lnTo>
                      <a:pt x="1214" y="8370"/>
                    </a:lnTo>
                    <a:lnTo>
                      <a:pt x="1197" y="8333"/>
                    </a:lnTo>
                    <a:lnTo>
                      <a:pt x="1175" y="8302"/>
                    </a:lnTo>
                    <a:lnTo>
                      <a:pt x="1152" y="8275"/>
                    </a:lnTo>
                    <a:lnTo>
                      <a:pt x="1126" y="8253"/>
                    </a:lnTo>
                    <a:lnTo>
                      <a:pt x="1096" y="8235"/>
                    </a:lnTo>
                    <a:lnTo>
                      <a:pt x="1065" y="8220"/>
                    </a:lnTo>
                    <a:lnTo>
                      <a:pt x="1031" y="8210"/>
                    </a:lnTo>
                    <a:lnTo>
                      <a:pt x="995" y="8203"/>
                    </a:lnTo>
                    <a:lnTo>
                      <a:pt x="957" y="8200"/>
                    </a:lnTo>
                    <a:lnTo>
                      <a:pt x="918" y="8199"/>
                    </a:lnTo>
                    <a:lnTo>
                      <a:pt x="878" y="8202"/>
                    </a:lnTo>
                    <a:lnTo>
                      <a:pt x="836" y="8206"/>
                    </a:lnTo>
                    <a:lnTo>
                      <a:pt x="792" y="8213"/>
                    </a:lnTo>
                    <a:lnTo>
                      <a:pt x="749" y="8222"/>
                    </a:lnTo>
                    <a:lnTo>
                      <a:pt x="705" y="8234"/>
                    </a:lnTo>
                    <a:lnTo>
                      <a:pt x="660" y="8246"/>
                    </a:lnTo>
                    <a:lnTo>
                      <a:pt x="616" y="8260"/>
                    </a:lnTo>
                    <a:lnTo>
                      <a:pt x="571" y="8275"/>
                    </a:lnTo>
                    <a:lnTo>
                      <a:pt x="526" y="8291"/>
                    </a:lnTo>
                    <a:lnTo>
                      <a:pt x="482" y="8307"/>
                    </a:lnTo>
                    <a:lnTo>
                      <a:pt x="439" y="8324"/>
                    </a:lnTo>
                    <a:lnTo>
                      <a:pt x="355" y="8359"/>
                    </a:lnTo>
                    <a:lnTo>
                      <a:pt x="274" y="8391"/>
                    </a:lnTo>
                    <a:lnTo>
                      <a:pt x="202" y="8421"/>
                    </a:lnTo>
                    <a:lnTo>
                      <a:pt x="137" y="8445"/>
                    </a:lnTo>
                    <a:lnTo>
                      <a:pt x="99" y="8458"/>
                    </a:lnTo>
                    <a:lnTo>
                      <a:pt x="64" y="8471"/>
                    </a:lnTo>
                    <a:lnTo>
                      <a:pt x="30" y="8483"/>
                    </a:lnTo>
                    <a:lnTo>
                      <a:pt x="0" y="8493"/>
                    </a:lnTo>
                    <a:close/>
                  </a:path>
                </a:pathLst>
              </a:custGeom>
              <a:grp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itchFamily="34" charset="0"/>
                  <a:ea typeface="+mn-ea"/>
                  <a:cs typeface="+mn-cs"/>
                </a:endParaRPr>
              </a:p>
            </p:txBody>
          </p:sp>
        </p:grpSp>
        <p:sp>
          <p:nvSpPr>
            <p:cNvPr id="112" name="Freeform 11">
              <a:extLst>
                <a:ext uri="{FF2B5EF4-FFF2-40B4-BE49-F238E27FC236}">
                  <a16:creationId xmlns:a16="http://schemas.microsoft.com/office/drawing/2014/main" id="{7C4AC156-25DB-490E-B6DB-21E2E09F40C6}"/>
                </a:ext>
              </a:extLst>
            </p:cNvPr>
            <p:cNvSpPr>
              <a:spLocks/>
            </p:cNvSpPr>
            <p:nvPr/>
          </p:nvSpPr>
          <p:spPr bwMode="auto">
            <a:xfrm>
              <a:off x="5450364" y="3278137"/>
              <a:ext cx="237016" cy="220354"/>
            </a:xfrm>
            <a:custGeom>
              <a:avLst/>
              <a:gdLst>
                <a:gd name="T0" fmla="*/ 744 w 779"/>
                <a:gd name="T1" fmla="*/ 0 h 746"/>
                <a:gd name="T2" fmla="*/ 546 w 779"/>
                <a:gd name="T3" fmla="*/ 0 h 746"/>
                <a:gd name="T4" fmla="*/ 507 w 779"/>
                <a:gd name="T5" fmla="*/ 86 h 746"/>
                <a:gd name="T6" fmla="*/ 418 w 779"/>
                <a:gd name="T7" fmla="*/ 129 h 746"/>
                <a:gd name="T8" fmla="*/ 345 w 779"/>
                <a:gd name="T9" fmla="*/ 328 h 746"/>
                <a:gd name="T10" fmla="*/ 201 w 779"/>
                <a:gd name="T11" fmla="*/ 414 h 746"/>
                <a:gd name="T12" fmla="*/ 0 w 779"/>
                <a:gd name="T13" fmla="*/ 746 h 746"/>
                <a:gd name="T14" fmla="*/ 198 w 779"/>
                <a:gd name="T15" fmla="*/ 742 h 746"/>
                <a:gd name="T16" fmla="*/ 205 w 779"/>
                <a:gd name="T17" fmla="*/ 645 h 746"/>
                <a:gd name="T18" fmla="*/ 256 w 779"/>
                <a:gd name="T19" fmla="*/ 645 h 746"/>
                <a:gd name="T20" fmla="*/ 256 w 779"/>
                <a:gd name="T21" fmla="*/ 512 h 746"/>
                <a:gd name="T22" fmla="*/ 430 w 779"/>
                <a:gd name="T23" fmla="*/ 512 h 746"/>
                <a:gd name="T24" fmla="*/ 434 w 779"/>
                <a:gd name="T25" fmla="*/ 340 h 746"/>
                <a:gd name="T26" fmla="*/ 601 w 779"/>
                <a:gd name="T27" fmla="*/ 301 h 746"/>
                <a:gd name="T28" fmla="*/ 671 w 779"/>
                <a:gd name="T29" fmla="*/ 188 h 746"/>
                <a:gd name="T30" fmla="*/ 779 w 779"/>
                <a:gd name="T31" fmla="*/ 184 h 746"/>
                <a:gd name="T32" fmla="*/ 744 w 779"/>
                <a:gd name="T33" fmla="*/ 0 h 746"/>
                <a:gd name="connsiteX0" fmla="*/ 9551 w 10000"/>
                <a:gd name="connsiteY0" fmla="*/ 0 h 10000"/>
                <a:gd name="connsiteX1" fmla="*/ 7009 w 10000"/>
                <a:gd name="connsiteY1" fmla="*/ 0 h 10000"/>
                <a:gd name="connsiteX2" fmla="*/ 6508 w 10000"/>
                <a:gd name="connsiteY2" fmla="*/ 1153 h 10000"/>
                <a:gd name="connsiteX3" fmla="*/ 5366 w 10000"/>
                <a:gd name="connsiteY3" fmla="*/ 1729 h 10000"/>
                <a:gd name="connsiteX4" fmla="*/ 4429 w 10000"/>
                <a:gd name="connsiteY4" fmla="*/ 4397 h 10000"/>
                <a:gd name="connsiteX5" fmla="*/ 2580 w 10000"/>
                <a:gd name="connsiteY5" fmla="*/ 5550 h 10000"/>
                <a:gd name="connsiteX6" fmla="*/ 0 w 10000"/>
                <a:gd name="connsiteY6" fmla="*/ 10000 h 10000"/>
                <a:gd name="connsiteX7" fmla="*/ 2542 w 10000"/>
                <a:gd name="connsiteY7" fmla="*/ 9946 h 10000"/>
                <a:gd name="connsiteX8" fmla="*/ 2632 w 10000"/>
                <a:gd name="connsiteY8" fmla="*/ 8646 h 10000"/>
                <a:gd name="connsiteX9" fmla="*/ 3286 w 10000"/>
                <a:gd name="connsiteY9" fmla="*/ 8646 h 10000"/>
                <a:gd name="connsiteX10" fmla="*/ 3286 w 10000"/>
                <a:gd name="connsiteY10" fmla="*/ 6863 h 10000"/>
                <a:gd name="connsiteX11" fmla="*/ 5520 w 10000"/>
                <a:gd name="connsiteY11" fmla="*/ 6863 h 10000"/>
                <a:gd name="connsiteX12" fmla="*/ 5571 w 10000"/>
                <a:gd name="connsiteY12" fmla="*/ 4558 h 10000"/>
                <a:gd name="connsiteX13" fmla="*/ 8614 w 10000"/>
                <a:gd name="connsiteY13" fmla="*/ 2520 h 10000"/>
                <a:gd name="connsiteX14" fmla="*/ 10000 w 10000"/>
                <a:gd name="connsiteY14" fmla="*/ 2466 h 10000"/>
                <a:gd name="connsiteX15" fmla="*/ 9551 w 10000"/>
                <a:gd name="connsiteY15" fmla="*/ 0 h 10000"/>
                <a:gd name="connsiteX0" fmla="*/ 9551 w 10000"/>
                <a:gd name="connsiteY0" fmla="*/ 0 h 10000"/>
                <a:gd name="connsiteX1" fmla="*/ 7009 w 10000"/>
                <a:gd name="connsiteY1" fmla="*/ 0 h 10000"/>
                <a:gd name="connsiteX2" fmla="*/ 6508 w 10000"/>
                <a:gd name="connsiteY2" fmla="*/ 1153 h 10000"/>
                <a:gd name="connsiteX3" fmla="*/ 5366 w 10000"/>
                <a:gd name="connsiteY3" fmla="*/ 1729 h 10000"/>
                <a:gd name="connsiteX4" fmla="*/ 4429 w 10000"/>
                <a:gd name="connsiteY4" fmla="*/ 4397 h 10000"/>
                <a:gd name="connsiteX5" fmla="*/ 2580 w 10000"/>
                <a:gd name="connsiteY5" fmla="*/ 5550 h 10000"/>
                <a:gd name="connsiteX6" fmla="*/ 0 w 10000"/>
                <a:gd name="connsiteY6" fmla="*/ 10000 h 10000"/>
                <a:gd name="connsiteX7" fmla="*/ 2542 w 10000"/>
                <a:gd name="connsiteY7" fmla="*/ 9946 h 10000"/>
                <a:gd name="connsiteX8" fmla="*/ 2632 w 10000"/>
                <a:gd name="connsiteY8" fmla="*/ 8646 h 10000"/>
                <a:gd name="connsiteX9" fmla="*/ 3286 w 10000"/>
                <a:gd name="connsiteY9" fmla="*/ 8646 h 10000"/>
                <a:gd name="connsiteX10" fmla="*/ 3286 w 10000"/>
                <a:gd name="connsiteY10" fmla="*/ 6863 h 10000"/>
                <a:gd name="connsiteX11" fmla="*/ 5520 w 10000"/>
                <a:gd name="connsiteY11" fmla="*/ 6863 h 10000"/>
                <a:gd name="connsiteX12" fmla="*/ 5571 w 10000"/>
                <a:gd name="connsiteY12" fmla="*/ 4558 h 10000"/>
                <a:gd name="connsiteX13" fmla="*/ 10000 w 10000"/>
                <a:gd name="connsiteY13" fmla="*/ 2466 h 10000"/>
                <a:gd name="connsiteX14" fmla="*/ 9551 w 10000"/>
                <a:gd name="connsiteY14" fmla="*/ 0 h 10000"/>
                <a:gd name="connsiteX0" fmla="*/ 9551 w 9551"/>
                <a:gd name="connsiteY0" fmla="*/ 0 h 10000"/>
                <a:gd name="connsiteX1" fmla="*/ 7009 w 9551"/>
                <a:gd name="connsiteY1" fmla="*/ 0 h 10000"/>
                <a:gd name="connsiteX2" fmla="*/ 6508 w 9551"/>
                <a:gd name="connsiteY2" fmla="*/ 1153 h 10000"/>
                <a:gd name="connsiteX3" fmla="*/ 5366 w 9551"/>
                <a:gd name="connsiteY3" fmla="*/ 1729 h 10000"/>
                <a:gd name="connsiteX4" fmla="*/ 4429 w 9551"/>
                <a:gd name="connsiteY4" fmla="*/ 4397 h 10000"/>
                <a:gd name="connsiteX5" fmla="*/ 2580 w 9551"/>
                <a:gd name="connsiteY5" fmla="*/ 5550 h 10000"/>
                <a:gd name="connsiteX6" fmla="*/ 0 w 9551"/>
                <a:gd name="connsiteY6" fmla="*/ 10000 h 10000"/>
                <a:gd name="connsiteX7" fmla="*/ 2542 w 9551"/>
                <a:gd name="connsiteY7" fmla="*/ 9946 h 10000"/>
                <a:gd name="connsiteX8" fmla="*/ 2632 w 9551"/>
                <a:gd name="connsiteY8" fmla="*/ 8646 h 10000"/>
                <a:gd name="connsiteX9" fmla="*/ 3286 w 9551"/>
                <a:gd name="connsiteY9" fmla="*/ 8646 h 10000"/>
                <a:gd name="connsiteX10" fmla="*/ 3286 w 9551"/>
                <a:gd name="connsiteY10" fmla="*/ 6863 h 10000"/>
                <a:gd name="connsiteX11" fmla="*/ 5520 w 9551"/>
                <a:gd name="connsiteY11" fmla="*/ 6863 h 10000"/>
                <a:gd name="connsiteX12" fmla="*/ 5571 w 9551"/>
                <a:gd name="connsiteY12" fmla="*/ 4558 h 10000"/>
                <a:gd name="connsiteX13" fmla="*/ 9551 w 9551"/>
                <a:gd name="connsiteY13" fmla="*/ 0 h 10000"/>
                <a:gd name="connsiteX0" fmla="*/ 5833 w 7338"/>
                <a:gd name="connsiteY0" fmla="*/ 4558 h 10000"/>
                <a:gd name="connsiteX1" fmla="*/ 7338 w 7338"/>
                <a:gd name="connsiteY1" fmla="*/ 0 h 10000"/>
                <a:gd name="connsiteX2" fmla="*/ 6814 w 7338"/>
                <a:gd name="connsiteY2" fmla="*/ 1153 h 10000"/>
                <a:gd name="connsiteX3" fmla="*/ 5618 w 7338"/>
                <a:gd name="connsiteY3" fmla="*/ 1729 h 10000"/>
                <a:gd name="connsiteX4" fmla="*/ 4637 w 7338"/>
                <a:gd name="connsiteY4" fmla="*/ 4397 h 10000"/>
                <a:gd name="connsiteX5" fmla="*/ 2701 w 7338"/>
                <a:gd name="connsiteY5" fmla="*/ 5550 h 10000"/>
                <a:gd name="connsiteX6" fmla="*/ 0 w 7338"/>
                <a:gd name="connsiteY6" fmla="*/ 10000 h 10000"/>
                <a:gd name="connsiteX7" fmla="*/ 2662 w 7338"/>
                <a:gd name="connsiteY7" fmla="*/ 9946 h 10000"/>
                <a:gd name="connsiteX8" fmla="*/ 2756 w 7338"/>
                <a:gd name="connsiteY8" fmla="*/ 8646 h 10000"/>
                <a:gd name="connsiteX9" fmla="*/ 3440 w 7338"/>
                <a:gd name="connsiteY9" fmla="*/ 8646 h 10000"/>
                <a:gd name="connsiteX10" fmla="*/ 3440 w 7338"/>
                <a:gd name="connsiteY10" fmla="*/ 6863 h 10000"/>
                <a:gd name="connsiteX11" fmla="*/ 5779 w 7338"/>
                <a:gd name="connsiteY11" fmla="*/ 6863 h 10000"/>
                <a:gd name="connsiteX12" fmla="*/ 5833 w 7338"/>
                <a:gd name="connsiteY12" fmla="*/ 4558 h 10000"/>
                <a:gd name="connsiteX0" fmla="*/ 7949 w 9286"/>
                <a:gd name="connsiteY0" fmla="*/ 3405 h 8847"/>
                <a:gd name="connsiteX1" fmla="*/ 9286 w 9286"/>
                <a:gd name="connsiteY1" fmla="*/ 0 h 8847"/>
                <a:gd name="connsiteX2" fmla="*/ 7656 w 9286"/>
                <a:gd name="connsiteY2" fmla="*/ 576 h 8847"/>
                <a:gd name="connsiteX3" fmla="*/ 6319 w 9286"/>
                <a:gd name="connsiteY3" fmla="*/ 3244 h 8847"/>
                <a:gd name="connsiteX4" fmla="*/ 3681 w 9286"/>
                <a:gd name="connsiteY4" fmla="*/ 4397 h 8847"/>
                <a:gd name="connsiteX5" fmla="*/ 0 w 9286"/>
                <a:gd name="connsiteY5" fmla="*/ 8847 h 8847"/>
                <a:gd name="connsiteX6" fmla="*/ 3628 w 9286"/>
                <a:gd name="connsiteY6" fmla="*/ 8793 h 8847"/>
                <a:gd name="connsiteX7" fmla="*/ 3756 w 9286"/>
                <a:gd name="connsiteY7" fmla="*/ 7493 h 8847"/>
                <a:gd name="connsiteX8" fmla="*/ 4688 w 9286"/>
                <a:gd name="connsiteY8" fmla="*/ 7493 h 8847"/>
                <a:gd name="connsiteX9" fmla="*/ 4688 w 9286"/>
                <a:gd name="connsiteY9" fmla="*/ 5710 h 8847"/>
                <a:gd name="connsiteX10" fmla="*/ 7875 w 9286"/>
                <a:gd name="connsiteY10" fmla="*/ 5710 h 8847"/>
                <a:gd name="connsiteX11" fmla="*/ 7949 w 9286"/>
                <a:gd name="connsiteY11" fmla="*/ 3405 h 8847"/>
                <a:gd name="connsiteX0" fmla="*/ 8560 w 8560"/>
                <a:gd name="connsiteY0" fmla="*/ 3198 h 9349"/>
                <a:gd name="connsiteX1" fmla="*/ 8245 w 8560"/>
                <a:gd name="connsiteY1" fmla="*/ 0 h 9349"/>
                <a:gd name="connsiteX2" fmla="*/ 6805 w 8560"/>
                <a:gd name="connsiteY2" fmla="*/ 3016 h 9349"/>
                <a:gd name="connsiteX3" fmla="*/ 3964 w 8560"/>
                <a:gd name="connsiteY3" fmla="*/ 4319 h 9349"/>
                <a:gd name="connsiteX4" fmla="*/ 0 w 8560"/>
                <a:gd name="connsiteY4" fmla="*/ 9349 h 9349"/>
                <a:gd name="connsiteX5" fmla="*/ 3907 w 8560"/>
                <a:gd name="connsiteY5" fmla="*/ 9288 h 9349"/>
                <a:gd name="connsiteX6" fmla="*/ 4045 w 8560"/>
                <a:gd name="connsiteY6" fmla="*/ 7819 h 9349"/>
                <a:gd name="connsiteX7" fmla="*/ 5048 w 8560"/>
                <a:gd name="connsiteY7" fmla="*/ 7819 h 9349"/>
                <a:gd name="connsiteX8" fmla="*/ 5048 w 8560"/>
                <a:gd name="connsiteY8" fmla="*/ 5803 h 9349"/>
                <a:gd name="connsiteX9" fmla="*/ 8481 w 8560"/>
                <a:gd name="connsiteY9" fmla="*/ 5803 h 9349"/>
                <a:gd name="connsiteX10" fmla="*/ 8560 w 8560"/>
                <a:gd name="connsiteY10" fmla="*/ 3198 h 9349"/>
                <a:gd name="connsiteX0" fmla="*/ 10000 w 10000"/>
                <a:gd name="connsiteY0" fmla="*/ 361 h 6940"/>
                <a:gd name="connsiteX1" fmla="*/ 7950 w 10000"/>
                <a:gd name="connsiteY1" fmla="*/ 166 h 6940"/>
                <a:gd name="connsiteX2" fmla="*/ 4631 w 10000"/>
                <a:gd name="connsiteY2" fmla="*/ 1560 h 6940"/>
                <a:gd name="connsiteX3" fmla="*/ 0 w 10000"/>
                <a:gd name="connsiteY3" fmla="*/ 6940 h 6940"/>
                <a:gd name="connsiteX4" fmla="*/ 4564 w 10000"/>
                <a:gd name="connsiteY4" fmla="*/ 6875 h 6940"/>
                <a:gd name="connsiteX5" fmla="*/ 4725 w 10000"/>
                <a:gd name="connsiteY5" fmla="*/ 5303 h 6940"/>
                <a:gd name="connsiteX6" fmla="*/ 5897 w 10000"/>
                <a:gd name="connsiteY6" fmla="*/ 5303 h 6940"/>
                <a:gd name="connsiteX7" fmla="*/ 5897 w 10000"/>
                <a:gd name="connsiteY7" fmla="*/ 3147 h 6940"/>
                <a:gd name="connsiteX8" fmla="*/ 9908 w 10000"/>
                <a:gd name="connsiteY8" fmla="*/ 3147 h 6940"/>
                <a:gd name="connsiteX9" fmla="*/ 10000 w 10000"/>
                <a:gd name="connsiteY9" fmla="*/ 361 h 6940"/>
                <a:gd name="connsiteX0" fmla="*/ 10000 w 10000"/>
                <a:gd name="connsiteY0" fmla="*/ 369 h 9849"/>
                <a:gd name="connsiteX1" fmla="*/ 7950 w 10000"/>
                <a:gd name="connsiteY1" fmla="*/ 88 h 9849"/>
                <a:gd name="connsiteX2" fmla="*/ 4631 w 10000"/>
                <a:gd name="connsiteY2" fmla="*/ 2097 h 9849"/>
                <a:gd name="connsiteX3" fmla="*/ 0 w 10000"/>
                <a:gd name="connsiteY3" fmla="*/ 9849 h 9849"/>
                <a:gd name="connsiteX4" fmla="*/ 4564 w 10000"/>
                <a:gd name="connsiteY4" fmla="*/ 9755 h 9849"/>
                <a:gd name="connsiteX5" fmla="*/ 4725 w 10000"/>
                <a:gd name="connsiteY5" fmla="*/ 7490 h 9849"/>
                <a:gd name="connsiteX6" fmla="*/ 5897 w 10000"/>
                <a:gd name="connsiteY6" fmla="*/ 7490 h 9849"/>
                <a:gd name="connsiteX7" fmla="*/ 5897 w 10000"/>
                <a:gd name="connsiteY7" fmla="*/ 4384 h 9849"/>
                <a:gd name="connsiteX8" fmla="*/ 9908 w 10000"/>
                <a:gd name="connsiteY8" fmla="*/ 4384 h 9849"/>
                <a:gd name="connsiteX9" fmla="*/ 10000 w 10000"/>
                <a:gd name="connsiteY9" fmla="*/ 369 h 9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9849">
                  <a:moveTo>
                    <a:pt x="10000" y="369"/>
                  </a:moveTo>
                  <a:cubicBezTo>
                    <a:pt x="8547" y="314"/>
                    <a:pt x="8845" y="-200"/>
                    <a:pt x="7950" y="88"/>
                  </a:cubicBezTo>
                  <a:lnTo>
                    <a:pt x="4631" y="2097"/>
                  </a:lnTo>
                  <a:lnTo>
                    <a:pt x="0" y="9849"/>
                  </a:lnTo>
                  <a:lnTo>
                    <a:pt x="4564" y="9755"/>
                  </a:lnTo>
                  <a:cubicBezTo>
                    <a:pt x="4617" y="9002"/>
                    <a:pt x="4669" y="8245"/>
                    <a:pt x="4725" y="7490"/>
                  </a:cubicBezTo>
                  <a:lnTo>
                    <a:pt x="5897" y="7490"/>
                  </a:lnTo>
                  <a:lnTo>
                    <a:pt x="5897" y="4384"/>
                  </a:lnTo>
                  <a:lnTo>
                    <a:pt x="9908" y="4384"/>
                  </a:lnTo>
                  <a:cubicBezTo>
                    <a:pt x="9938" y="3046"/>
                    <a:pt x="9970" y="1706"/>
                    <a:pt x="10000" y="3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3" name="Freeform 11">
              <a:extLst>
                <a:ext uri="{FF2B5EF4-FFF2-40B4-BE49-F238E27FC236}">
                  <a16:creationId xmlns:a16="http://schemas.microsoft.com/office/drawing/2014/main" id="{F0286513-101C-41EB-8279-B3DA60116DEE}"/>
                </a:ext>
              </a:extLst>
            </p:cNvPr>
            <p:cNvSpPr>
              <a:spLocks/>
            </p:cNvSpPr>
            <p:nvPr/>
          </p:nvSpPr>
          <p:spPr bwMode="auto">
            <a:xfrm>
              <a:off x="5647235" y="3108722"/>
              <a:ext cx="228580" cy="173624"/>
            </a:xfrm>
            <a:custGeom>
              <a:avLst/>
              <a:gdLst>
                <a:gd name="T0" fmla="*/ 744 w 779"/>
                <a:gd name="T1" fmla="*/ 0 h 746"/>
                <a:gd name="T2" fmla="*/ 546 w 779"/>
                <a:gd name="T3" fmla="*/ 0 h 746"/>
                <a:gd name="T4" fmla="*/ 507 w 779"/>
                <a:gd name="T5" fmla="*/ 86 h 746"/>
                <a:gd name="T6" fmla="*/ 418 w 779"/>
                <a:gd name="T7" fmla="*/ 129 h 746"/>
                <a:gd name="T8" fmla="*/ 345 w 779"/>
                <a:gd name="T9" fmla="*/ 328 h 746"/>
                <a:gd name="T10" fmla="*/ 201 w 779"/>
                <a:gd name="T11" fmla="*/ 414 h 746"/>
                <a:gd name="T12" fmla="*/ 0 w 779"/>
                <a:gd name="T13" fmla="*/ 746 h 746"/>
                <a:gd name="T14" fmla="*/ 198 w 779"/>
                <a:gd name="T15" fmla="*/ 742 h 746"/>
                <a:gd name="T16" fmla="*/ 205 w 779"/>
                <a:gd name="T17" fmla="*/ 645 h 746"/>
                <a:gd name="T18" fmla="*/ 256 w 779"/>
                <a:gd name="T19" fmla="*/ 645 h 746"/>
                <a:gd name="T20" fmla="*/ 256 w 779"/>
                <a:gd name="T21" fmla="*/ 512 h 746"/>
                <a:gd name="T22" fmla="*/ 430 w 779"/>
                <a:gd name="T23" fmla="*/ 512 h 746"/>
                <a:gd name="T24" fmla="*/ 434 w 779"/>
                <a:gd name="T25" fmla="*/ 340 h 746"/>
                <a:gd name="T26" fmla="*/ 601 w 779"/>
                <a:gd name="T27" fmla="*/ 301 h 746"/>
                <a:gd name="T28" fmla="*/ 671 w 779"/>
                <a:gd name="T29" fmla="*/ 188 h 746"/>
                <a:gd name="T30" fmla="*/ 779 w 779"/>
                <a:gd name="T31" fmla="*/ 184 h 746"/>
                <a:gd name="T32" fmla="*/ 744 w 779"/>
                <a:gd name="T33" fmla="*/ 0 h 746"/>
                <a:gd name="connsiteX0" fmla="*/ 9551 w 10000"/>
                <a:gd name="connsiteY0" fmla="*/ 0 h 10000"/>
                <a:gd name="connsiteX1" fmla="*/ 7009 w 10000"/>
                <a:gd name="connsiteY1" fmla="*/ 0 h 10000"/>
                <a:gd name="connsiteX2" fmla="*/ 6508 w 10000"/>
                <a:gd name="connsiteY2" fmla="*/ 1153 h 10000"/>
                <a:gd name="connsiteX3" fmla="*/ 5366 w 10000"/>
                <a:gd name="connsiteY3" fmla="*/ 1729 h 10000"/>
                <a:gd name="connsiteX4" fmla="*/ 4429 w 10000"/>
                <a:gd name="connsiteY4" fmla="*/ 4397 h 10000"/>
                <a:gd name="connsiteX5" fmla="*/ 0 w 10000"/>
                <a:gd name="connsiteY5" fmla="*/ 10000 h 10000"/>
                <a:gd name="connsiteX6" fmla="*/ 2542 w 10000"/>
                <a:gd name="connsiteY6" fmla="*/ 9946 h 10000"/>
                <a:gd name="connsiteX7" fmla="*/ 2632 w 10000"/>
                <a:gd name="connsiteY7" fmla="*/ 8646 h 10000"/>
                <a:gd name="connsiteX8" fmla="*/ 3286 w 10000"/>
                <a:gd name="connsiteY8" fmla="*/ 8646 h 10000"/>
                <a:gd name="connsiteX9" fmla="*/ 3286 w 10000"/>
                <a:gd name="connsiteY9" fmla="*/ 6863 h 10000"/>
                <a:gd name="connsiteX10" fmla="*/ 5520 w 10000"/>
                <a:gd name="connsiteY10" fmla="*/ 6863 h 10000"/>
                <a:gd name="connsiteX11" fmla="*/ 5571 w 10000"/>
                <a:gd name="connsiteY11" fmla="*/ 4558 h 10000"/>
                <a:gd name="connsiteX12" fmla="*/ 7715 w 10000"/>
                <a:gd name="connsiteY12" fmla="*/ 4035 h 10000"/>
                <a:gd name="connsiteX13" fmla="*/ 8614 w 10000"/>
                <a:gd name="connsiteY13" fmla="*/ 2520 h 10000"/>
                <a:gd name="connsiteX14" fmla="*/ 10000 w 10000"/>
                <a:gd name="connsiteY14" fmla="*/ 2466 h 10000"/>
                <a:gd name="connsiteX15" fmla="*/ 9551 w 10000"/>
                <a:gd name="connsiteY15" fmla="*/ 0 h 10000"/>
                <a:gd name="connsiteX0" fmla="*/ 9551 w 10000"/>
                <a:gd name="connsiteY0" fmla="*/ 0 h 10000"/>
                <a:gd name="connsiteX1" fmla="*/ 7009 w 10000"/>
                <a:gd name="connsiteY1" fmla="*/ 0 h 10000"/>
                <a:gd name="connsiteX2" fmla="*/ 6508 w 10000"/>
                <a:gd name="connsiteY2" fmla="*/ 1153 h 10000"/>
                <a:gd name="connsiteX3" fmla="*/ 5366 w 10000"/>
                <a:gd name="connsiteY3" fmla="*/ 1729 h 10000"/>
                <a:gd name="connsiteX4" fmla="*/ 4429 w 10000"/>
                <a:gd name="connsiteY4" fmla="*/ 4397 h 10000"/>
                <a:gd name="connsiteX5" fmla="*/ 0 w 10000"/>
                <a:gd name="connsiteY5" fmla="*/ 10000 h 10000"/>
                <a:gd name="connsiteX6" fmla="*/ 2542 w 10000"/>
                <a:gd name="connsiteY6" fmla="*/ 9946 h 10000"/>
                <a:gd name="connsiteX7" fmla="*/ 2632 w 10000"/>
                <a:gd name="connsiteY7" fmla="*/ 8646 h 10000"/>
                <a:gd name="connsiteX8" fmla="*/ 3286 w 10000"/>
                <a:gd name="connsiteY8" fmla="*/ 8646 h 10000"/>
                <a:gd name="connsiteX9" fmla="*/ 3286 w 10000"/>
                <a:gd name="connsiteY9" fmla="*/ 6863 h 10000"/>
                <a:gd name="connsiteX10" fmla="*/ 5571 w 10000"/>
                <a:gd name="connsiteY10" fmla="*/ 4558 h 10000"/>
                <a:gd name="connsiteX11" fmla="*/ 7715 w 10000"/>
                <a:gd name="connsiteY11" fmla="*/ 4035 h 10000"/>
                <a:gd name="connsiteX12" fmla="*/ 8614 w 10000"/>
                <a:gd name="connsiteY12" fmla="*/ 2520 h 10000"/>
                <a:gd name="connsiteX13" fmla="*/ 10000 w 10000"/>
                <a:gd name="connsiteY13" fmla="*/ 2466 h 10000"/>
                <a:gd name="connsiteX14" fmla="*/ 9551 w 10000"/>
                <a:gd name="connsiteY14" fmla="*/ 0 h 10000"/>
                <a:gd name="connsiteX0" fmla="*/ 9551 w 10000"/>
                <a:gd name="connsiteY0" fmla="*/ 0 h 10000"/>
                <a:gd name="connsiteX1" fmla="*/ 7009 w 10000"/>
                <a:gd name="connsiteY1" fmla="*/ 0 h 10000"/>
                <a:gd name="connsiteX2" fmla="*/ 6508 w 10000"/>
                <a:gd name="connsiteY2" fmla="*/ 1153 h 10000"/>
                <a:gd name="connsiteX3" fmla="*/ 5366 w 10000"/>
                <a:gd name="connsiteY3" fmla="*/ 1729 h 10000"/>
                <a:gd name="connsiteX4" fmla="*/ 4429 w 10000"/>
                <a:gd name="connsiteY4" fmla="*/ 4397 h 10000"/>
                <a:gd name="connsiteX5" fmla="*/ 0 w 10000"/>
                <a:gd name="connsiteY5" fmla="*/ 10000 h 10000"/>
                <a:gd name="connsiteX6" fmla="*/ 2542 w 10000"/>
                <a:gd name="connsiteY6" fmla="*/ 9946 h 10000"/>
                <a:gd name="connsiteX7" fmla="*/ 2632 w 10000"/>
                <a:gd name="connsiteY7" fmla="*/ 8646 h 10000"/>
                <a:gd name="connsiteX8" fmla="*/ 3286 w 10000"/>
                <a:gd name="connsiteY8" fmla="*/ 8646 h 10000"/>
                <a:gd name="connsiteX9" fmla="*/ 5571 w 10000"/>
                <a:gd name="connsiteY9" fmla="*/ 4558 h 10000"/>
                <a:gd name="connsiteX10" fmla="*/ 7715 w 10000"/>
                <a:gd name="connsiteY10" fmla="*/ 4035 h 10000"/>
                <a:gd name="connsiteX11" fmla="*/ 8614 w 10000"/>
                <a:gd name="connsiteY11" fmla="*/ 2520 h 10000"/>
                <a:gd name="connsiteX12" fmla="*/ 10000 w 10000"/>
                <a:gd name="connsiteY12" fmla="*/ 2466 h 10000"/>
                <a:gd name="connsiteX13" fmla="*/ 9551 w 10000"/>
                <a:gd name="connsiteY13" fmla="*/ 0 h 10000"/>
                <a:gd name="connsiteX0" fmla="*/ 9551 w 10000"/>
                <a:gd name="connsiteY0" fmla="*/ 0 h 10000"/>
                <a:gd name="connsiteX1" fmla="*/ 7009 w 10000"/>
                <a:gd name="connsiteY1" fmla="*/ 0 h 10000"/>
                <a:gd name="connsiteX2" fmla="*/ 6508 w 10000"/>
                <a:gd name="connsiteY2" fmla="*/ 1153 h 10000"/>
                <a:gd name="connsiteX3" fmla="*/ 5366 w 10000"/>
                <a:gd name="connsiteY3" fmla="*/ 1729 h 10000"/>
                <a:gd name="connsiteX4" fmla="*/ 4429 w 10000"/>
                <a:gd name="connsiteY4" fmla="*/ 4397 h 10000"/>
                <a:gd name="connsiteX5" fmla="*/ 0 w 10000"/>
                <a:gd name="connsiteY5" fmla="*/ 10000 h 10000"/>
                <a:gd name="connsiteX6" fmla="*/ 2542 w 10000"/>
                <a:gd name="connsiteY6" fmla="*/ 9946 h 10000"/>
                <a:gd name="connsiteX7" fmla="*/ 2632 w 10000"/>
                <a:gd name="connsiteY7" fmla="*/ 8646 h 10000"/>
                <a:gd name="connsiteX8" fmla="*/ 5571 w 10000"/>
                <a:gd name="connsiteY8" fmla="*/ 4558 h 10000"/>
                <a:gd name="connsiteX9" fmla="*/ 7715 w 10000"/>
                <a:gd name="connsiteY9" fmla="*/ 4035 h 10000"/>
                <a:gd name="connsiteX10" fmla="*/ 8614 w 10000"/>
                <a:gd name="connsiteY10" fmla="*/ 2520 h 10000"/>
                <a:gd name="connsiteX11" fmla="*/ 10000 w 10000"/>
                <a:gd name="connsiteY11" fmla="*/ 2466 h 10000"/>
                <a:gd name="connsiteX12" fmla="*/ 9551 w 10000"/>
                <a:gd name="connsiteY12" fmla="*/ 0 h 10000"/>
                <a:gd name="connsiteX0" fmla="*/ 9551 w 10000"/>
                <a:gd name="connsiteY0" fmla="*/ 0 h 10000"/>
                <a:gd name="connsiteX1" fmla="*/ 7009 w 10000"/>
                <a:gd name="connsiteY1" fmla="*/ 0 h 10000"/>
                <a:gd name="connsiteX2" fmla="*/ 6508 w 10000"/>
                <a:gd name="connsiteY2" fmla="*/ 1153 h 10000"/>
                <a:gd name="connsiteX3" fmla="*/ 5366 w 10000"/>
                <a:gd name="connsiteY3" fmla="*/ 1729 h 10000"/>
                <a:gd name="connsiteX4" fmla="*/ 4429 w 10000"/>
                <a:gd name="connsiteY4" fmla="*/ 4397 h 10000"/>
                <a:gd name="connsiteX5" fmla="*/ 0 w 10000"/>
                <a:gd name="connsiteY5" fmla="*/ 10000 h 10000"/>
                <a:gd name="connsiteX6" fmla="*/ 2542 w 10000"/>
                <a:gd name="connsiteY6" fmla="*/ 9946 h 10000"/>
                <a:gd name="connsiteX7" fmla="*/ 5571 w 10000"/>
                <a:gd name="connsiteY7" fmla="*/ 4558 h 10000"/>
                <a:gd name="connsiteX8" fmla="*/ 7715 w 10000"/>
                <a:gd name="connsiteY8" fmla="*/ 4035 h 10000"/>
                <a:gd name="connsiteX9" fmla="*/ 8614 w 10000"/>
                <a:gd name="connsiteY9" fmla="*/ 2520 h 10000"/>
                <a:gd name="connsiteX10" fmla="*/ 10000 w 10000"/>
                <a:gd name="connsiteY10" fmla="*/ 2466 h 10000"/>
                <a:gd name="connsiteX11" fmla="*/ 9551 w 10000"/>
                <a:gd name="connsiteY11" fmla="*/ 0 h 10000"/>
                <a:gd name="connsiteX0" fmla="*/ 9551 w 10000"/>
                <a:gd name="connsiteY0" fmla="*/ 0 h 10000"/>
                <a:gd name="connsiteX1" fmla="*/ 7009 w 10000"/>
                <a:gd name="connsiteY1" fmla="*/ 0 h 10000"/>
                <a:gd name="connsiteX2" fmla="*/ 6508 w 10000"/>
                <a:gd name="connsiteY2" fmla="*/ 1153 h 10000"/>
                <a:gd name="connsiteX3" fmla="*/ 5366 w 10000"/>
                <a:gd name="connsiteY3" fmla="*/ 1729 h 10000"/>
                <a:gd name="connsiteX4" fmla="*/ 4429 w 10000"/>
                <a:gd name="connsiteY4" fmla="*/ 4397 h 10000"/>
                <a:gd name="connsiteX5" fmla="*/ 0 w 10000"/>
                <a:gd name="connsiteY5" fmla="*/ 10000 h 10000"/>
                <a:gd name="connsiteX6" fmla="*/ 5571 w 10000"/>
                <a:gd name="connsiteY6" fmla="*/ 4558 h 10000"/>
                <a:gd name="connsiteX7" fmla="*/ 7715 w 10000"/>
                <a:gd name="connsiteY7" fmla="*/ 4035 h 10000"/>
                <a:gd name="connsiteX8" fmla="*/ 8614 w 10000"/>
                <a:gd name="connsiteY8" fmla="*/ 2520 h 10000"/>
                <a:gd name="connsiteX9" fmla="*/ 10000 w 10000"/>
                <a:gd name="connsiteY9" fmla="*/ 2466 h 10000"/>
                <a:gd name="connsiteX10" fmla="*/ 9551 w 10000"/>
                <a:gd name="connsiteY10" fmla="*/ 0 h 10000"/>
                <a:gd name="connsiteX0" fmla="*/ 5122 w 5571"/>
                <a:gd name="connsiteY0" fmla="*/ 0 h 4558"/>
                <a:gd name="connsiteX1" fmla="*/ 2580 w 5571"/>
                <a:gd name="connsiteY1" fmla="*/ 0 h 4558"/>
                <a:gd name="connsiteX2" fmla="*/ 2079 w 5571"/>
                <a:gd name="connsiteY2" fmla="*/ 1153 h 4558"/>
                <a:gd name="connsiteX3" fmla="*/ 937 w 5571"/>
                <a:gd name="connsiteY3" fmla="*/ 1729 h 4558"/>
                <a:gd name="connsiteX4" fmla="*/ 0 w 5571"/>
                <a:gd name="connsiteY4" fmla="*/ 4397 h 4558"/>
                <a:gd name="connsiteX5" fmla="*/ 1142 w 5571"/>
                <a:gd name="connsiteY5" fmla="*/ 4558 h 4558"/>
                <a:gd name="connsiteX6" fmla="*/ 3286 w 5571"/>
                <a:gd name="connsiteY6" fmla="*/ 4035 h 4558"/>
                <a:gd name="connsiteX7" fmla="*/ 4185 w 5571"/>
                <a:gd name="connsiteY7" fmla="*/ 2520 h 4558"/>
                <a:gd name="connsiteX8" fmla="*/ 5571 w 5571"/>
                <a:gd name="connsiteY8" fmla="*/ 2466 h 4558"/>
                <a:gd name="connsiteX9" fmla="*/ 5122 w 5571"/>
                <a:gd name="connsiteY9" fmla="*/ 0 h 4558"/>
                <a:gd name="connsiteX0" fmla="*/ 8838 w 9644"/>
                <a:gd name="connsiteY0" fmla="*/ 0 h 10000"/>
                <a:gd name="connsiteX1" fmla="*/ 4275 w 9644"/>
                <a:gd name="connsiteY1" fmla="*/ 0 h 10000"/>
                <a:gd name="connsiteX2" fmla="*/ 3376 w 9644"/>
                <a:gd name="connsiteY2" fmla="*/ 2530 h 10000"/>
                <a:gd name="connsiteX3" fmla="*/ 1326 w 9644"/>
                <a:gd name="connsiteY3" fmla="*/ 3793 h 10000"/>
                <a:gd name="connsiteX4" fmla="*/ 0 w 9644"/>
                <a:gd name="connsiteY4" fmla="*/ 9041 h 10000"/>
                <a:gd name="connsiteX5" fmla="*/ 1694 w 9644"/>
                <a:gd name="connsiteY5" fmla="*/ 10000 h 10000"/>
                <a:gd name="connsiteX6" fmla="*/ 5542 w 9644"/>
                <a:gd name="connsiteY6" fmla="*/ 8853 h 10000"/>
                <a:gd name="connsiteX7" fmla="*/ 7156 w 9644"/>
                <a:gd name="connsiteY7" fmla="*/ 5529 h 10000"/>
                <a:gd name="connsiteX8" fmla="*/ 9644 w 9644"/>
                <a:gd name="connsiteY8" fmla="*/ 5410 h 10000"/>
                <a:gd name="connsiteX9" fmla="*/ 8838 w 9644"/>
                <a:gd name="connsiteY9" fmla="*/ 0 h 10000"/>
                <a:gd name="connsiteX0" fmla="*/ 9164 w 10000"/>
                <a:gd name="connsiteY0" fmla="*/ 0 h 9773"/>
                <a:gd name="connsiteX1" fmla="*/ 4433 w 10000"/>
                <a:gd name="connsiteY1" fmla="*/ 0 h 9773"/>
                <a:gd name="connsiteX2" fmla="*/ 3501 w 10000"/>
                <a:gd name="connsiteY2" fmla="*/ 2530 h 9773"/>
                <a:gd name="connsiteX3" fmla="*/ 1375 w 10000"/>
                <a:gd name="connsiteY3" fmla="*/ 3793 h 9773"/>
                <a:gd name="connsiteX4" fmla="*/ 0 w 10000"/>
                <a:gd name="connsiteY4" fmla="*/ 9041 h 9773"/>
                <a:gd name="connsiteX5" fmla="*/ 2065 w 10000"/>
                <a:gd name="connsiteY5" fmla="*/ 9773 h 9773"/>
                <a:gd name="connsiteX6" fmla="*/ 5747 w 10000"/>
                <a:gd name="connsiteY6" fmla="*/ 8853 h 9773"/>
                <a:gd name="connsiteX7" fmla="*/ 7420 w 10000"/>
                <a:gd name="connsiteY7" fmla="*/ 5529 h 9773"/>
                <a:gd name="connsiteX8" fmla="*/ 10000 w 10000"/>
                <a:gd name="connsiteY8" fmla="*/ 5410 h 9773"/>
                <a:gd name="connsiteX9" fmla="*/ 9164 w 10000"/>
                <a:gd name="connsiteY9" fmla="*/ 0 h 9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9773">
                  <a:moveTo>
                    <a:pt x="9164" y="0"/>
                  </a:moveTo>
                  <a:lnTo>
                    <a:pt x="4433" y="0"/>
                  </a:lnTo>
                  <a:lnTo>
                    <a:pt x="3501" y="2530"/>
                  </a:lnTo>
                  <a:lnTo>
                    <a:pt x="1375" y="3793"/>
                  </a:lnTo>
                  <a:lnTo>
                    <a:pt x="0" y="9041"/>
                  </a:lnTo>
                  <a:lnTo>
                    <a:pt x="2065" y="9773"/>
                  </a:lnTo>
                  <a:lnTo>
                    <a:pt x="5747" y="8853"/>
                  </a:lnTo>
                  <a:lnTo>
                    <a:pt x="7420" y="5529"/>
                  </a:lnTo>
                  <a:lnTo>
                    <a:pt x="10000" y="5410"/>
                  </a:lnTo>
                  <a:lnTo>
                    <a:pt x="916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sp>
        <p:nvSpPr>
          <p:cNvPr id="482" name="TextBox 481">
            <a:extLst>
              <a:ext uri="{FF2B5EF4-FFF2-40B4-BE49-F238E27FC236}">
                <a16:creationId xmlns:a16="http://schemas.microsoft.com/office/drawing/2014/main" id="{7A2D01F2-B5F9-4D4F-AD5D-8C52034F1923}"/>
              </a:ext>
            </a:extLst>
          </p:cNvPr>
          <p:cNvSpPr txBox="1"/>
          <p:nvPr/>
        </p:nvSpPr>
        <p:spPr>
          <a:xfrm>
            <a:off x="1189832" y="1997266"/>
            <a:ext cx="1094248"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rgbClr val="000000"/>
                </a:solidFill>
                <a:effectLst/>
                <a:uLnTx/>
                <a:uFillTx/>
                <a:latin typeface="Segoe UI"/>
                <a:ea typeface="+mn-ea"/>
                <a:cs typeface="+mn-cs"/>
              </a:rPr>
              <a:t>København</a:t>
            </a:r>
            <a:r>
              <a:rPr kumimoji="0" lang="en-US" sz="1400" b="1" i="0" u="none" strike="noStrike" kern="1200" cap="none" spc="0" normalizeH="0" baseline="0" noProof="0">
                <a:ln>
                  <a:noFill/>
                </a:ln>
                <a:solidFill>
                  <a:srgbClr val="000000"/>
                </a:solidFill>
                <a:effectLst/>
                <a:uLnTx/>
                <a:uFillTx/>
                <a:latin typeface="Segoe UI"/>
                <a:ea typeface="+mn-ea"/>
                <a:cs typeface="+mn-cs"/>
              </a:rPr>
              <a:t>, Denmark</a:t>
            </a:r>
          </a:p>
        </p:txBody>
      </p:sp>
      <p:pic>
        <p:nvPicPr>
          <p:cNvPr id="8" name="Picture 7">
            <a:extLst>
              <a:ext uri="{FF2B5EF4-FFF2-40B4-BE49-F238E27FC236}">
                <a16:creationId xmlns:a16="http://schemas.microsoft.com/office/drawing/2014/main" id="{578E75AC-9682-4496-B2F9-11CB36C7EEF3}"/>
              </a:ext>
            </a:extLst>
          </p:cNvPr>
          <p:cNvPicPr>
            <a:picLocks noChangeAspect="1"/>
          </p:cNvPicPr>
          <p:nvPr/>
        </p:nvPicPr>
        <p:blipFill>
          <a:blip r:embed="rId2"/>
          <a:stretch>
            <a:fillRect/>
          </a:stretch>
        </p:blipFill>
        <p:spPr>
          <a:xfrm>
            <a:off x="686132" y="1997266"/>
            <a:ext cx="422608" cy="422608"/>
          </a:xfrm>
          <a:prstGeom prst="rect">
            <a:avLst/>
          </a:prstGeom>
        </p:spPr>
      </p:pic>
      <p:cxnSp>
        <p:nvCxnSpPr>
          <p:cNvPr id="481" name="Straight Connector 480">
            <a:extLst>
              <a:ext uri="{FF2B5EF4-FFF2-40B4-BE49-F238E27FC236}">
                <a16:creationId xmlns:a16="http://schemas.microsoft.com/office/drawing/2014/main" id="{88AFC545-948E-40A2-97F7-8FD1D0D87238}"/>
              </a:ext>
            </a:extLst>
          </p:cNvPr>
          <p:cNvCxnSpPr>
            <a:cxnSpLocks/>
          </p:cNvCxnSpPr>
          <p:nvPr/>
        </p:nvCxnSpPr>
        <p:spPr>
          <a:xfrm>
            <a:off x="2363455" y="2212709"/>
            <a:ext cx="2030745" cy="0"/>
          </a:xfrm>
          <a:prstGeom prst="line">
            <a:avLst/>
          </a:prstGeom>
          <a:ln>
            <a:solidFill>
              <a:srgbClr val="FF0000"/>
            </a:solidFill>
            <a:headEnd type="oval"/>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5E829289-671A-40A8-B67A-E788022EE75B}"/>
              </a:ext>
            </a:extLst>
          </p:cNvPr>
          <p:cNvCxnSpPr>
            <a:cxnSpLocks/>
          </p:cNvCxnSpPr>
          <p:nvPr/>
        </p:nvCxnSpPr>
        <p:spPr>
          <a:xfrm>
            <a:off x="1895475" y="5418402"/>
            <a:ext cx="2107406" cy="0"/>
          </a:xfrm>
          <a:prstGeom prst="line">
            <a:avLst/>
          </a:prstGeom>
          <a:ln>
            <a:solidFill>
              <a:srgbClr val="EF95A0"/>
            </a:solidFill>
            <a:headEnd type="oval"/>
          </a:ln>
        </p:spPr>
        <p:style>
          <a:lnRef idx="1">
            <a:schemeClr val="accent1"/>
          </a:lnRef>
          <a:fillRef idx="0">
            <a:schemeClr val="accent1"/>
          </a:fillRef>
          <a:effectRef idx="0">
            <a:schemeClr val="accent1"/>
          </a:effectRef>
          <a:fontRef idx="minor">
            <a:schemeClr val="tx1"/>
          </a:fontRef>
        </p:style>
      </p:cxnSp>
      <p:sp>
        <p:nvSpPr>
          <p:cNvPr id="484" name="TextBox 483">
            <a:extLst>
              <a:ext uri="{FF2B5EF4-FFF2-40B4-BE49-F238E27FC236}">
                <a16:creationId xmlns:a16="http://schemas.microsoft.com/office/drawing/2014/main" id="{8E6BF8FD-ADA2-4254-91A5-18FB1DCD59F4}"/>
              </a:ext>
            </a:extLst>
          </p:cNvPr>
          <p:cNvSpPr txBox="1"/>
          <p:nvPr/>
        </p:nvSpPr>
        <p:spPr>
          <a:xfrm>
            <a:off x="1189832" y="5202959"/>
            <a:ext cx="1094248"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a:ea typeface="+mn-ea"/>
                <a:cs typeface="+mn-cs"/>
              </a:rPr>
              <a:t>Lima,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a:ea typeface="+mn-ea"/>
                <a:cs typeface="+mn-cs"/>
              </a:rPr>
              <a:t>Peru</a:t>
            </a:r>
          </a:p>
        </p:txBody>
      </p:sp>
      <p:pic>
        <p:nvPicPr>
          <p:cNvPr id="1026" name="Picture 2" descr="Peru flag icon - Country flags">
            <a:extLst>
              <a:ext uri="{FF2B5EF4-FFF2-40B4-BE49-F238E27FC236}">
                <a16:creationId xmlns:a16="http://schemas.microsoft.com/office/drawing/2014/main" id="{EC8E13A5-1FF8-4EC7-8A38-5971E9C5B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6132" y="5202959"/>
            <a:ext cx="421200" cy="421200"/>
          </a:xfrm>
          <a:prstGeom prst="rect">
            <a:avLst/>
          </a:prstGeom>
          <a:noFill/>
          <a:extLst>
            <a:ext uri="{909E8E84-426E-40DD-AFC4-6F175D3DCCD1}">
              <a14:hiddenFill xmlns:a14="http://schemas.microsoft.com/office/drawing/2010/main">
                <a:solidFill>
                  <a:srgbClr val="FFFFFF"/>
                </a:solidFill>
              </a14:hiddenFill>
            </a:ext>
          </a:extLst>
        </p:spPr>
      </p:pic>
      <p:cxnSp>
        <p:nvCxnSpPr>
          <p:cNvPr id="486" name="Straight Connector 485">
            <a:extLst>
              <a:ext uri="{FF2B5EF4-FFF2-40B4-BE49-F238E27FC236}">
                <a16:creationId xmlns:a16="http://schemas.microsoft.com/office/drawing/2014/main" id="{99797558-966A-4B1E-92D3-8409BE8B65EA}"/>
              </a:ext>
            </a:extLst>
          </p:cNvPr>
          <p:cNvCxnSpPr>
            <a:cxnSpLocks/>
          </p:cNvCxnSpPr>
          <p:nvPr/>
        </p:nvCxnSpPr>
        <p:spPr>
          <a:xfrm>
            <a:off x="6615049" y="3021012"/>
            <a:ext cx="3664807" cy="0"/>
          </a:xfrm>
          <a:prstGeom prst="line">
            <a:avLst/>
          </a:prstGeom>
          <a:ln>
            <a:solidFill>
              <a:srgbClr val="72BFC5"/>
            </a:solidFill>
            <a:tailEnd type="oval"/>
          </a:ln>
        </p:spPr>
        <p:style>
          <a:lnRef idx="1">
            <a:schemeClr val="accent1"/>
          </a:lnRef>
          <a:fillRef idx="0">
            <a:schemeClr val="accent1"/>
          </a:fillRef>
          <a:effectRef idx="0">
            <a:schemeClr val="accent1"/>
          </a:effectRef>
          <a:fontRef idx="minor">
            <a:schemeClr val="tx1"/>
          </a:fontRef>
        </p:style>
      </p:cxnSp>
      <p:sp>
        <p:nvSpPr>
          <p:cNvPr id="488" name="TextBox 487">
            <a:extLst>
              <a:ext uri="{FF2B5EF4-FFF2-40B4-BE49-F238E27FC236}">
                <a16:creationId xmlns:a16="http://schemas.microsoft.com/office/drawing/2014/main" id="{7081A761-32DD-46BE-9F91-ED8B820258A8}"/>
              </a:ext>
            </a:extLst>
          </p:cNvPr>
          <p:cNvSpPr txBox="1"/>
          <p:nvPr/>
        </p:nvSpPr>
        <p:spPr>
          <a:xfrm>
            <a:off x="10013157" y="2807253"/>
            <a:ext cx="1094248" cy="430887"/>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a:ea typeface="+mn-ea"/>
                <a:cs typeface="+mn-cs"/>
              </a:rPr>
              <a:t>Kyiv,</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a:ea typeface="+mn-ea"/>
                <a:cs typeface="+mn-cs"/>
              </a:rPr>
              <a:t>Ukraine</a:t>
            </a:r>
          </a:p>
        </p:txBody>
      </p:sp>
      <p:pic>
        <p:nvPicPr>
          <p:cNvPr id="1028" name="Picture 4" descr="download ukraine flag svg eps png psd ai vector color free - el fonts  vectors">
            <a:extLst>
              <a:ext uri="{FF2B5EF4-FFF2-40B4-BE49-F238E27FC236}">
                <a16:creationId xmlns:a16="http://schemas.microsoft.com/office/drawing/2014/main" id="{64D54717-477C-4B27-A0D4-205F82BBDAF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87715" y="2816940"/>
            <a:ext cx="421200" cy="421200"/>
          </a:xfrm>
          <a:prstGeom prst="rect">
            <a:avLst/>
          </a:prstGeom>
          <a:noFill/>
          <a:extLst>
            <a:ext uri="{909E8E84-426E-40DD-AFC4-6F175D3DCCD1}">
              <a14:hiddenFill xmlns:a14="http://schemas.microsoft.com/office/drawing/2010/main">
                <a:solidFill>
                  <a:srgbClr val="FFFFFF"/>
                </a:solidFill>
              </a14:hiddenFill>
            </a:ext>
          </a:extLst>
        </p:spPr>
      </p:pic>
      <p:cxnSp>
        <p:nvCxnSpPr>
          <p:cNvPr id="489" name="Straight Connector 488">
            <a:extLst>
              <a:ext uri="{FF2B5EF4-FFF2-40B4-BE49-F238E27FC236}">
                <a16:creationId xmlns:a16="http://schemas.microsoft.com/office/drawing/2014/main" id="{A225A123-24F6-4BEF-9788-A8ED92798D3B}"/>
              </a:ext>
            </a:extLst>
          </p:cNvPr>
          <p:cNvCxnSpPr>
            <a:cxnSpLocks/>
          </p:cNvCxnSpPr>
          <p:nvPr/>
        </p:nvCxnSpPr>
        <p:spPr>
          <a:xfrm>
            <a:off x="9498807" y="4603480"/>
            <a:ext cx="642937" cy="0"/>
          </a:xfrm>
          <a:prstGeom prst="line">
            <a:avLst/>
          </a:prstGeom>
          <a:ln>
            <a:solidFill>
              <a:srgbClr val="E75F71"/>
            </a:solidFill>
            <a:tailEnd type="oval"/>
          </a:ln>
        </p:spPr>
        <p:style>
          <a:lnRef idx="1">
            <a:schemeClr val="accent1"/>
          </a:lnRef>
          <a:fillRef idx="0">
            <a:schemeClr val="accent1"/>
          </a:fillRef>
          <a:effectRef idx="0">
            <a:schemeClr val="accent1"/>
          </a:effectRef>
          <a:fontRef idx="minor">
            <a:schemeClr val="tx1"/>
          </a:fontRef>
        </p:style>
      </p:cxnSp>
      <p:sp>
        <p:nvSpPr>
          <p:cNvPr id="490" name="TextBox 489">
            <a:extLst>
              <a:ext uri="{FF2B5EF4-FFF2-40B4-BE49-F238E27FC236}">
                <a16:creationId xmlns:a16="http://schemas.microsoft.com/office/drawing/2014/main" id="{B3A0DF88-80A6-4BCC-BAAF-8C0BFE87404B}"/>
              </a:ext>
            </a:extLst>
          </p:cNvPr>
          <p:cNvSpPr txBox="1"/>
          <p:nvPr/>
        </p:nvSpPr>
        <p:spPr>
          <a:xfrm>
            <a:off x="10013157" y="4394775"/>
            <a:ext cx="1094248" cy="430887"/>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a:ea typeface="+mn-ea"/>
                <a:cs typeface="+mn-cs"/>
              </a:rPr>
              <a:t>Malang,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a:ea typeface="+mn-ea"/>
                <a:cs typeface="+mn-cs"/>
              </a:rPr>
              <a:t>Indonesia</a:t>
            </a:r>
          </a:p>
        </p:txBody>
      </p:sp>
      <p:pic>
        <p:nvPicPr>
          <p:cNvPr id="492" name="Picture 491" descr="Download Indonesia Flag Svg Eps Png Psd Ai Vector Color - Indonesia,  Transparent Png - 1600x1600(#1946679) - PngFind">
            <a:extLst>
              <a:ext uri="{FF2B5EF4-FFF2-40B4-BE49-F238E27FC236}">
                <a16:creationId xmlns:a16="http://schemas.microsoft.com/office/drawing/2014/main" id="{6937114C-CAEB-4C6A-A0DF-56F58BC2E7B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3724" t="3724" r="3724" b="3724"/>
          <a:stretch>
            <a:fillRect/>
          </a:stretch>
        </p:blipFill>
        <p:spPr bwMode="auto">
          <a:xfrm>
            <a:off x="11187715" y="4404462"/>
            <a:ext cx="421200" cy="421200"/>
          </a:xfrm>
          <a:custGeom>
            <a:avLst/>
            <a:gdLst>
              <a:gd name="connsiteX0" fmla="*/ 1410494 w 2820988"/>
              <a:gd name="connsiteY0" fmla="*/ 0 h 2820988"/>
              <a:gd name="connsiteX1" fmla="*/ 2820988 w 2820988"/>
              <a:gd name="connsiteY1" fmla="*/ 1410494 h 2820988"/>
              <a:gd name="connsiteX2" fmla="*/ 1410494 w 2820988"/>
              <a:gd name="connsiteY2" fmla="*/ 2820988 h 2820988"/>
              <a:gd name="connsiteX3" fmla="*/ 0 w 2820988"/>
              <a:gd name="connsiteY3" fmla="*/ 1410494 h 2820988"/>
              <a:gd name="connsiteX4" fmla="*/ 1410494 w 2820988"/>
              <a:gd name="connsiteY4" fmla="*/ 0 h 282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88" h="2820988">
                <a:moveTo>
                  <a:pt x="1410494" y="0"/>
                </a:moveTo>
                <a:cubicBezTo>
                  <a:pt x="2189488" y="0"/>
                  <a:pt x="2820988" y="631500"/>
                  <a:pt x="2820988" y="1410494"/>
                </a:cubicBezTo>
                <a:cubicBezTo>
                  <a:pt x="2820988" y="2189488"/>
                  <a:pt x="2189488" y="2820988"/>
                  <a:pt x="1410494" y="2820988"/>
                </a:cubicBezTo>
                <a:cubicBezTo>
                  <a:pt x="631500" y="2820988"/>
                  <a:pt x="0" y="2189488"/>
                  <a:pt x="0" y="1410494"/>
                </a:cubicBezTo>
                <a:cubicBezTo>
                  <a:pt x="0" y="631500"/>
                  <a:pt x="631500" y="0"/>
                  <a:pt x="1410494" y="0"/>
                </a:cubicBezTo>
                <a:close/>
              </a:path>
            </a:pathLst>
          </a:custGeom>
          <a:noFill/>
          <a:extLst>
            <a:ext uri="{909E8E84-426E-40DD-AFC4-6F175D3DCCD1}">
              <a14:hiddenFill xmlns:a14="http://schemas.microsoft.com/office/drawing/2010/main">
                <a:solidFill>
                  <a:srgbClr val="FFFFFF"/>
                </a:solidFill>
              </a14:hiddenFill>
            </a:ext>
          </a:extLst>
        </p:spPr>
      </p:pic>
      <p:sp>
        <p:nvSpPr>
          <p:cNvPr id="493" name="TextBox 492">
            <a:extLst>
              <a:ext uri="{FF2B5EF4-FFF2-40B4-BE49-F238E27FC236}">
                <a16:creationId xmlns:a16="http://schemas.microsoft.com/office/drawing/2014/main" id="{7CA2DD64-03FC-47E8-A033-8D5185DA2700}"/>
              </a:ext>
            </a:extLst>
          </p:cNvPr>
          <p:cNvSpPr txBox="1"/>
          <p:nvPr/>
        </p:nvSpPr>
        <p:spPr>
          <a:xfrm>
            <a:off x="690563" y="314325"/>
            <a:ext cx="10808351" cy="553998"/>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000000"/>
                </a:solidFill>
                <a:effectLst/>
                <a:uLnTx/>
                <a:uFillTx/>
                <a:latin typeface="Segoe UI"/>
                <a:ea typeface="+mn-ea"/>
                <a:cs typeface="+mn-cs"/>
              </a:rPr>
              <a:t>OUR OFFICE LOCATIONS</a:t>
            </a:r>
          </a:p>
        </p:txBody>
      </p:sp>
      <p:cxnSp>
        <p:nvCxnSpPr>
          <p:cNvPr id="494" name="Straight Connector 493">
            <a:extLst>
              <a:ext uri="{FF2B5EF4-FFF2-40B4-BE49-F238E27FC236}">
                <a16:creationId xmlns:a16="http://schemas.microsoft.com/office/drawing/2014/main" id="{B2BD0DBC-5E8B-40E2-8D63-30E733474995}"/>
              </a:ext>
            </a:extLst>
          </p:cNvPr>
          <p:cNvCxnSpPr>
            <a:cxnSpLocks/>
          </p:cNvCxnSpPr>
          <p:nvPr/>
        </p:nvCxnSpPr>
        <p:spPr>
          <a:xfrm>
            <a:off x="703323" y="3014133"/>
            <a:ext cx="1872729" cy="0"/>
          </a:xfrm>
          <a:prstGeom prst="line">
            <a:avLst/>
          </a:prstGeom>
          <a:ln>
            <a:solidFill>
              <a:schemeClr val="bg1">
                <a:lumMod val="8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7EFFD41C-6D4A-45E9-AB42-A3A6ED77A810}"/>
              </a:ext>
            </a:extLst>
          </p:cNvPr>
          <p:cNvCxnSpPr>
            <a:cxnSpLocks/>
          </p:cNvCxnSpPr>
          <p:nvPr/>
        </p:nvCxnSpPr>
        <p:spPr>
          <a:xfrm>
            <a:off x="9736186" y="3821301"/>
            <a:ext cx="1872729" cy="0"/>
          </a:xfrm>
          <a:prstGeom prst="line">
            <a:avLst/>
          </a:prstGeom>
          <a:ln>
            <a:solidFill>
              <a:schemeClr val="bg1">
                <a:lumMod val="85000"/>
              </a:schemeClr>
            </a:solidFill>
            <a:prstDash val="lgDash"/>
          </a:ln>
        </p:spPr>
        <p:style>
          <a:lnRef idx="1">
            <a:schemeClr val="accent1"/>
          </a:lnRef>
          <a:fillRef idx="0">
            <a:schemeClr val="accent1"/>
          </a:fillRef>
          <a:effectRef idx="0">
            <a:schemeClr val="accent1"/>
          </a:effectRef>
          <a:fontRef idx="minor">
            <a:schemeClr val="tx1"/>
          </a:fontRef>
        </p:style>
      </p:cxnSp>
      <p:sp>
        <p:nvSpPr>
          <p:cNvPr id="496" name="Freeform: Shape 495">
            <a:extLst>
              <a:ext uri="{FF2B5EF4-FFF2-40B4-BE49-F238E27FC236}">
                <a16:creationId xmlns:a16="http://schemas.microsoft.com/office/drawing/2014/main" id="{020147C6-ACA3-5F70-FF9D-20DE6B3D7123}"/>
              </a:ext>
            </a:extLst>
          </p:cNvPr>
          <p:cNvSpPr>
            <a:spLocks/>
          </p:cNvSpPr>
          <p:nvPr/>
        </p:nvSpPr>
        <p:spPr bwMode="auto">
          <a:xfrm>
            <a:off x="3729175" y="3526175"/>
            <a:ext cx="208620" cy="193192"/>
          </a:xfrm>
          <a:custGeom>
            <a:avLst/>
            <a:gdLst>
              <a:gd name="connsiteX0" fmla="*/ 65138 w 321227"/>
              <a:gd name="connsiteY0" fmla="*/ 158 h 293994"/>
              <a:gd name="connsiteX1" fmla="*/ 146249 w 321227"/>
              <a:gd name="connsiteY1" fmla="*/ 5069 h 293994"/>
              <a:gd name="connsiteX2" fmla="*/ 196255 w 321227"/>
              <a:gd name="connsiteY2" fmla="*/ 21737 h 293994"/>
              <a:gd name="connsiteX3" fmla="*/ 281980 w 321227"/>
              <a:gd name="connsiteY3" fmla="*/ 43169 h 293994"/>
              <a:gd name="connsiteX4" fmla="*/ 267693 w 321227"/>
              <a:gd name="connsiteY4" fmla="*/ 14594 h 293994"/>
              <a:gd name="connsiteX5" fmla="*/ 301775 w 321227"/>
              <a:gd name="connsiteY5" fmla="*/ 14148 h 293994"/>
              <a:gd name="connsiteX6" fmla="*/ 308095 w 321227"/>
              <a:gd name="connsiteY6" fmla="*/ 15897 h 293994"/>
              <a:gd name="connsiteX7" fmla="*/ 281702 w 321227"/>
              <a:gd name="connsiteY7" fmla="*/ 97161 h 293994"/>
              <a:gd name="connsiteX8" fmla="*/ 301464 w 321227"/>
              <a:gd name="connsiteY8" fmla="*/ 178582 h 293994"/>
              <a:gd name="connsiteX9" fmla="*/ 321227 w 321227"/>
              <a:gd name="connsiteY9" fmla="*/ 215735 h 293994"/>
              <a:gd name="connsiteX10" fmla="*/ 270635 w 321227"/>
              <a:gd name="connsiteY10" fmla="*/ 293994 h 293994"/>
              <a:gd name="connsiteX11" fmla="*/ 220834 w 321227"/>
              <a:gd name="connsiteY11" fmla="*/ 293994 h 293994"/>
              <a:gd name="connsiteX12" fmla="*/ 196328 w 321227"/>
              <a:gd name="connsiteY12" fmla="*/ 212573 h 293994"/>
              <a:gd name="connsiteX13" fmla="*/ 216881 w 321227"/>
              <a:gd name="connsiteY13" fmla="*/ 164353 h 293994"/>
              <a:gd name="connsiteX14" fmla="*/ 209767 w 321227"/>
              <a:gd name="connsiteY14" fmla="*/ 80560 h 293994"/>
              <a:gd name="connsiteX15" fmla="*/ 176566 w 321227"/>
              <a:gd name="connsiteY15" fmla="*/ 42617 h 293994"/>
              <a:gd name="connsiteX16" fmla="*/ 25280 w 321227"/>
              <a:gd name="connsiteY16" fmla="*/ 39776 h 293994"/>
              <a:gd name="connsiteX17" fmla="*/ 6184 w 321227"/>
              <a:gd name="connsiteY17" fmla="*/ 24119 h 293994"/>
              <a:gd name="connsiteX18" fmla="*/ 993 w 321227"/>
              <a:gd name="connsiteY18" fmla="*/ 9831 h 293994"/>
              <a:gd name="connsiteX19" fmla="*/ 65138 w 321227"/>
              <a:gd name="connsiteY19" fmla="*/ 158 h 293994"/>
              <a:gd name="connsiteX0" fmla="*/ 65138 w 321227"/>
              <a:gd name="connsiteY0" fmla="*/ 158 h 293994"/>
              <a:gd name="connsiteX1" fmla="*/ 146249 w 321227"/>
              <a:gd name="connsiteY1" fmla="*/ 5069 h 293994"/>
              <a:gd name="connsiteX2" fmla="*/ 196255 w 321227"/>
              <a:gd name="connsiteY2" fmla="*/ 21737 h 293994"/>
              <a:gd name="connsiteX3" fmla="*/ 281980 w 321227"/>
              <a:gd name="connsiteY3" fmla="*/ 43169 h 293994"/>
              <a:gd name="connsiteX4" fmla="*/ 267693 w 321227"/>
              <a:gd name="connsiteY4" fmla="*/ 14594 h 293994"/>
              <a:gd name="connsiteX5" fmla="*/ 301775 w 321227"/>
              <a:gd name="connsiteY5" fmla="*/ 14148 h 293994"/>
              <a:gd name="connsiteX6" fmla="*/ 308095 w 321227"/>
              <a:gd name="connsiteY6" fmla="*/ 15897 h 293994"/>
              <a:gd name="connsiteX7" fmla="*/ 281702 w 321227"/>
              <a:gd name="connsiteY7" fmla="*/ 97161 h 293994"/>
              <a:gd name="connsiteX8" fmla="*/ 301464 w 321227"/>
              <a:gd name="connsiteY8" fmla="*/ 178582 h 293994"/>
              <a:gd name="connsiteX9" fmla="*/ 321227 w 321227"/>
              <a:gd name="connsiteY9" fmla="*/ 215735 h 293994"/>
              <a:gd name="connsiteX10" fmla="*/ 270635 w 321227"/>
              <a:gd name="connsiteY10" fmla="*/ 293994 h 293994"/>
              <a:gd name="connsiteX11" fmla="*/ 220834 w 321227"/>
              <a:gd name="connsiteY11" fmla="*/ 293994 h 293994"/>
              <a:gd name="connsiteX12" fmla="*/ 196328 w 321227"/>
              <a:gd name="connsiteY12" fmla="*/ 212573 h 293994"/>
              <a:gd name="connsiteX13" fmla="*/ 216881 w 321227"/>
              <a:gd name="connsiteY13" fmla="*/ 164353 h 293994"/>
              <a:gd name="connsiteX14" fmla="*/ 209767 w 321227"/>
              <a:gd name="connsiteY14" fmla="*/ 80560 h 293994"/>
              <a:gd name="connsiteX15" fmla="*/ 176566 w 321227"/>
              <a:gd name="connsiteY15" fmla="*/ 42617 h 293994"/>
              <a:gd name="connsiteX16" fmla="*/ 25280 w 321227"/>
              <a:gd name="connsiteY16" fmla="*/ 39776 h 293994"/>
              <a:gd name="connsiteX17" fmla="*/ 6184 w 321227"/>
              <a:gd name="connsiteY17" fmla="*/ 24119 h 293994"/>
              <a:gd name="connsiteX18" fmla="*/ 993 w 321227"/>
              <a:gd name="connsiteY18" fmla="*/ 9831 h 293994"/>
              <a:gd name="connsiteX19" fmla="*/ 65138 w 321227"/>
              <a:gd name="connsiteY19" fmla="*/ 158 h 293994"/>
              <a:gd name="connsiteX0" fmla="*/ 64145 w 320234"/>
              <a:gd name="connsiteY0" fmla="*/ 158 h 293994"/>
              <a:gd name="connsiteX1" fmla="*/ 145256 w 320234"/>
              <a:gd name="connsiteY1" fmla="*/ 5069 h 293994"/>
              <a:gd name="connsiteX2" fmla="*/ 195262 w 320234"/>
              <a:gd name="connsiteY2" fmla="*/ 21737 h 293994"/>
              <a:gd name="connsiteX3" fmla="*/ 280987 w 320234"/>
              <a:gd name="connsiteY3" fmla="*/ 43169 h 293994"/>
              <a:gd name="connsiteX4" fmla="*/ 266700 w 320234"/>
              <a:gd name="connsiteY4" fmla="*/ 14594 h 293994"/>
              <a:gd name="connsiteX5" fmla="*/ 300782 w 320234"/>
              <a:gd name="connsiteY5" fmla="*/ 14148 h 293994"/>
              <a:gd name="connsiteX6" fmla="*/ 307102 w 320234"/>
              <a:gd name="connsiteY6" fmla="*/ 15897 h 293994"/>
              <a:gd name="connsiteX7" fmla="*/ 280709 w 320234"/>
              <a:gd name="connsiteY7" fmla="*/ 97161 h 293994"/>
              <a:gd name="connsiteX8" fmla="*/ 300471 w 320234"/>
              <a:gd name="connsiteY8" fmla="*/ 178582 h 293994"/>
              <a:gd name="connsiteX9" fmla="*/ 320234 w 320234"/>
              <a:gd name="connsiteY9" fmla="*/ 215735 h 293994"/>
              <a:gd name="connsiteX10" fmla="*/ 269642 w 320234"/>
              <a:gd name="connsiteY10" fmla="*/ 293994 h 293994"/>
              <a:gd name="connsiteX11" fmla="*/ 219841 w 320234"/>
              <a:gd name="connsiteY11" fmla="*/ 293994 h 293994"/>
              <a:gd name="connsiteX12" fmla="*/ 195335 w 320234"/>
              <a:gd name="connsiteY12" fmla="*/ 212573 h 293994"/>
              <a:gd name="connsiteX13" fmla="*/ 215888 w 320234"/>
              <a:gd name="connsiteY13" fmla="*/ 164353 h 293994"/>
              <a:gd name="connsiteX14" fmla="*/ 208774 w 320234"/>
              <a:gd name="connsiteY14" fmla="*/ 80560 h 293994"/>
              <a:gd name="connsiteX15" fmla="*/ 175573 w 320234"/>
              <a:gd name="connsiteY15" fmla="*/ 42617 h 293994"/>
              <a:gd name="connsiteX16" fmla="*/ 24287 w 320234"/>
              <a:gd name="connsiteY16" fmla="*/ 39776 h 293994"/>
              <a:gd name="connsiteX17" fmla="*/ 5191 w 320234"/>
              <a:gd name="connsiteY17" fmla="*/ 24119 h 293994"/>
              <a:gd name="connsiteX18" fmla="*/ 0 w 320234"/>
              <a:gd name="connsiteY18" fmla="*/ 9831 h 293994"/>
              <a:gd name="connsiteX19" fmla="*/ 64145 w 320234"/>
              <a:gd name="connsiteY19" fmla="*/ 158 h 293994"/>
              <a:gd name="connsiteX0" fmla="*/ 64145 w 320234"/>
              <a:gd name="connsiteY0" fmla="*/ 158 h 293994"/>
              <a:gd name="connsiteX1" fmla="*/ 145256 w 320234"/>
              <a:gd name="connsiteY1" fmla="*/ 5069 h 293994"/>
              <a:gd name="connsiteX2" fmla="*/ 195262 w 320234"/>
              <a:gd name="connsiteY2" fmla="*/ 21737 h 293994"/>
              <a:gd name="connsiteX3" fmla="*/ 280987 w 320234"/>
              <a:gd name="connsiteY3" fmla="*/ 43169 h 293994"/>
              <a:gd name="connsiteX4" fmla="*/ 266700 w 320234"/>
              <a:gd name="connsiteY4" fmla="*/ 14594 h 293994"/>
              <a:gd name="connsiteX5" fmla="*/ 300782 w 320234"/>
              <a:gd name="connsiteY5" fmla="*/ 14148 h 293994"/>
              <a:gd name="connsiteX6" fmla="*/ 307102 w 320234"/>
              <a:gd name="connsiteY6" fmla="*/ 15897 h 293994"/>
              <a:gd name="connsiteX7" fmla="*/ 280709 w 320234"/>
              <a:gd name="connsiteY7" fmla="*/ 97161 h 293994"/>
              <a:gd name="connsiteX8" fmla="*/ 300471 w 320234"/>
              <a:gd name="connsiteY8" fmla="*/ 178582 h 293994"/>
              <a:gd name="connsiteX9" fmla="*/ 320234 w 320234"/>
              <a:gd name="connsiteY9" fmla="*/ 215735 h 293994"/>
              <a:gd name="connsiteX10" fmla="*/ 269642 w 320234"/>
              <a:gd name="connsiteY10" fmla="*/ 293994 h 293994"/>
              <a:gd name="connsiteX11" fmla="*/ 219841 w 320234"/>
              <a:gd name="connsiteY11" fmla="*/ 293994 h 293994"/>
              <a:gd name="connsiteX12" fmla="*/ 195335 w 320234"/>
              <a:gd name="connsiteY12" fmla="*/ 212573 h 293994"/>
              <a:gd name="connsiteX13" fmla="*/ 215888 w 320234"/>
              <a:gd name="connsiteY13" fmla="*/ 164353 h 293994"/>
              <a:gd name="connsiteX14" fmla="*/ 208774 w 320234"/>
              <a:gd name="connsiteY14" fmla="*/ 80560 h 293994"/>
              <a:gd name="connsiteX15" fmla="*/ 175573 w 320234"/>
              <a:gd name="connsiteY15" fmla="*/ 42617 h 293994"/>
              <a:gd name="connsiteX16" fmla="*/ 24287 w 320234"/>
              <a:gd name="connsiteY16" fmla="*/ 39776 h 293994"/>
              <a:gd name="connsiteX17" fmla="*/ 5191 w 320234"/>
              <a:gd name="connsiteY17" fmla="*/ 24119 h 293994"/>
              <a:gd name="connsiteX18" fmla="*/ 0 w 320234"/>
              <a:gd name="connsiteY18" fmla="*/ 9831 h 293994"/>
              <a:gd name="connsiteX19" fmla="*/ 64145 w 320234"/>
              <a:gd name="connsiteY19" fmla="*/ 158 h 293994"/>
              <a:gd name="connsiteX0" fmla="*/ 64145 w 320234"/>
              <a:gd name="connsiteY0" fmla="*/ 0 h 293836"/>
              <a:gd name="connsiteX1" fmla="*/ 145256 w 320234"/>
              <a:gd name="connsiteY1" fmla="*/ 4911 h 293836"/>
              <a:gd name="connsiteX2" fmla="*/ 195262 w 320234"/>
              <a:gd name="connsiteY2" fmla="*/ 21579 h 293836"/>
              <a:gd name="connsiteX3" fmla="*/ 280987 w 320234"/>
              <a:gd name="connsiteY3" fmla="*/ 43011 h 293836"/>
              <a:gd name="connsiteX4" fmla="*/ 266700 w 320234"/>
              <a:gd name="connsiteY4" fmla="*/ 14436 h 293836"/>
              <a:gd name="connsiteX5" fmla="*/ 300782 w 320234"/>
              <a:gd name="connsiteY5" fmla="*/ 13990 h 293836"/>
              <a:gd name="connsiteX6" fmla="*/ 307102 w 320234"/>
              <a:gd name="connsiteY6" fmla="*/ 15739 h 293836"/>
              <a:gd name="connsiteX7" fmla="*/ 280709 w 320234"/>
              <a:gd name="connsiteY7" fmla="*/ 97003 h 293836"/>
              <a:gd name="connsiteX8" fmla="*/ 300471 w 320234"/>
              <a:gd name="connsiteY8" fmla="*/ 178424 h 293836"/>
              <a:gd name="connsiteX9" fmla="*/ 320234 w 320234"/>
              <a:gd name="connsiteY9" fmla="*/ 215577 h 293836"/>
              <a:gd name="connsiteX10" fmla="*/ 269642 w 320234"/>
              <a:gd name="connsiteY10" fmla="*/ 293836 h 293836"/>
              <a:gd name="connsiteX11" fmla="*/ 219841 w 320234"/>
              <a:gd name="connsiteY11" fmla="*/ 293836 h 293836"/>
              <a:gd name="connsiteX12" fmla="*/ 195335 w 320234"/>
              <a:gd name="connsiteY12" fmla="*/ 212415 h 293836"/>
              <a:gd name="connsiteX13" fmla="*/ 215888 w 320234"/>
              <a:gd name="connsiteY13" fmla="*/ 164195 h 293836"/>
              <a:gd name="connsiteX14" fmla="*/ 208774 w 320234"/>
              <a:gd name="connsiteY14" fmla="*/ 80402 h 293836"/>
              <a:gd name="connsiteX15" fmla="*/ 175573 w 320234"/>
              <a:gd name="connsiteY15" fmla="*/ 42459 h 293836"/>
              <a:gd name="connsiteX16" fmla="*/ 24287 w 320234"/>
              <a:gd name="connsiteY16" fmla="*/ 39618 h 293836"/>
              <a:gd name="connsiteX17" fmla="*/ 5191 w 320234"/>
              <a:gd name="connsiteY17" fmla="*/ 23961 h 293836"/>
              <a:gd name="connsiteX18" fmla="*/ 0 w 320234"/>
              <a:gd name="connsiteY18" fmla="*/ 9673 h 293836"/>
              <a:gd name="connsiteX19" fmla="*/ 64145 w 320234"/>
              <a:gd name="connsiteY19" fmla="*/ 0 h 293836"/>
              <a:gd name="connsiteX0" fmla="*/ 61213 w 317302"/>
              <a:gd name="connsiteY0" fmla="*/ 0 h 293836"/>
              <a:gd name="connsiteX1" fmla="*/ 142324 w 317302"/>
              <a:gd name="connsiteY1" fmla="*/ 4911 h 293836"/>
              <a:gd name="connsiteX2" fmla="*/ 192330 w 317302"/>
              <a:gd name="connsiteY2" fmla="*/ 21579 h 293836"/>
              <a:gd name="connsiteX3" fmla="*/ 278055 w 317302"/>
              <a:gd name="connsiteY3" fmla="*/ 43011 h 293836"/>
              <a:gd name="connsiteX4" fmla="*/ 263768 w 317302"/>
              <a:gd name="connsiteY4" fmla="*/ 14436 h 293836"/>
              <a:gd name="connsiteX5" fmla="*/ 297850 w 317302"/>
              <a:gd name="connsiteY5" fmla="*/ 13990 h 293836"/>
              <a:gd name="connsiteX6" fmla="*/ 304170 w 317302"/>
              <a:gd name="connsiteY6" fmla="*/ 15739 h 293836"/>
              <a:gd name="connsiteX7" fmla="*/ 277777 w 317302"/>
              <a:gd name="connsiteY7" fmla="*/ 97003 h 293836"/>
              <a:gd name="connsiteX8" fmla="*/ 297539 w 317302"/>
              <a:gd name="connsiteY8" fmla="*/ 178424 h 293836"/>
              <a:gd name="connsiteX9" fmla="*/ 317302 w 317302"/>
              <a:gd name="connsiteY9" fmla="*/ 215577 h 293836"/>
              <a:gd name="connsiteX10" fmla="*/ 266710 w 317302"/>
              <a:gd name="connsiteY10" fmla="*/ 293836 h 293836"/>
              <a:gd name="connsiteX11" fmla="*/ 216909 w 317302"/>
              <a:gd name="connsiteY11" fmla="*/ 293836 h 293836"/>
              <a:gd name="connsiteX12" fmla="*/ 192403 w 317302"/>
              <a:gd name="connsiteY12" fmla="*/ 212415 h 293836"/>
              <a:gd name="connsiteX13" fmla="*/ 212956 w 317302"/>
              <a:gd name="connsiteY13" fmla="*/ 164195 h 293836"/>
              <a:gd name="connsiteX14" fmla="*/ 205842 w 317302"/>
              <a:gd name="connsiteY14" fmla="*/ 80402 h 293836"/>
              <a:gd name="connsiteX15" fmla="*/ 172641 w 317302"/>
              <a:gd name="connsiteY15" fmla="*/ 42459 h 293836"/>
              <a:gd name="connsiteX16" fmla="*/ 21355 w 317302"/>
              <a:gd name="connsiteY16" fmla="*/ 39618 h 293836"/>
              <a:gd name="connsiteX17" fmla="*/ 2259 w 317302"/>
              <a:gd name="connsiteY17" fmla="*/ 23961 h 293836"/>
              <a:gd name="connsiteX18" fmla="*/ 480 w 317302"/>
              <a:gd name="connsiteY18" fmla="*/ 6261 h 293836"/>
              <a:gd name="connsiteX19" fmla="*/ 61213 w 317302"/>
              <a:gd name="connsiteY19" fmla="*/ 0 h 293836"/>
              <a:gd name="connsiteX0" fmla="*/ 61213 w 317302"/>
              <a:gd name="connsiteY0" fmla="*/ 0 h 293836"/>
              <a:gd name="connsiteX1" fmla="*/ 142324 w 317302"/>
              <a:gd name="connsiteY1" fmla="*/ 4911 h 293836"/>
              <a:gd name="connsiteX2" fmla="*/ 192330 w 317302"/>
              <a:gd name="connsiteY2" fmla="*/ 21579 h 293836"/>
              <a:gd name="connsiteX3" fmla="*/ 278055 w 317302"/>
              <a:gd name="connsiteY3" fmla="*/ 43011 h 293836"/>
              <a:gd name="connsiteX4" fmla="*/ 263768 w 317302"/>
              <a:gd name="connsiteY4" fmla="*/ 14436 h 293836"/>
              <a:gd name="connsiteX5" fmla="*/ 297850 w 317302"/>
              <a:gd name="connsiteY5" fmla="*/ 13990 h 293836"/>
              <a:gd name="connsiteX6" fmla="*/ 304170 w 317302"/>
              <a:gd name="connsiteY6" fmla="*/ 15739 h 293836"/>
              <a:gd name="connsiteX7" fmla="*/ 277777 w 317302"/>
              <a:gd name="connsiteY7" fmla="*/ 97003 h 293836"/>
              <a:gd name="connsiteX8" fmla="*/ 297539 w 317302"/>
              <a:gd name="connsiteY8" fmla="*/ 178424 h 293836"/>
              <a:gd name="connsiteX9" fmla="*/ 317302 w 317302"/>
              <a:gd name="connsiteY9" fmla="*/ 215577 h 293836"/>
              <a:gd name="connsiteX10" fmla="*/ 266710 w 317302"/>
              <a:gd name="connsiteY10" fmla="*/ 293836 h 293836"/>
              <a:gd name="connsiteX11" fmla="*/ 216909 w 317302"/>
              <a:gd name="connsiteY11" fmla="*/ 293836 h 293836"/>
              <a:gd name="connsiteX12" fmla="*/ 192403 w 317302"/>
              <a:gd name="connsiteY12" fmla="*/ 212415 h 293836"/>
              <a:gd name="connsiteX13" fmla="*/ 212956 w 317302"/>
              <a:gd name="connsiteY13" fmla="*/ 164195 h 293836"/>
              <a:gd name="connsiteX14" fmla="*/ 205842 w 317302"/>
              <a:gd name="connsiteY14" fmla="*/ 80402 h 293836"/>
              <a:gd name="connsiteX15" fmla="*/ 172641 w 317302"/>
              <a:gd name="connsiteY15" fmla="*/ 42459 h 293836"/>
              <a:gd name="connsiteX16" fmla="*/ 21355 w 317302"/>
              <a:gd name="connsiteY16" fmla="*/ 39618 h 293836"/>
              <a:gd name="connsiteX17" fmla="*/ 2259 w 317302"/>
              <a:gd name="connsiteY17" fmla="*/ 23961 h 293836"/>
              <a:gd name="connsiteX18" fmla="*/ 480 w 317302"/>
              <a:gd name="connsiteY18" fmla="*/ 6261 h 293836"/>
              <a:gd name="connsiteX19" fmla="*/ 61213 w 317302"/>
              <a:gd name="connsiteY19" fmla="*/ 0 h 293836"/>
              <a:gd name="connsiteX0" fmla="*/ 61213 w 317302"/>
              <a:gd name="connsiteY0" fmla="*/ 0 h 293836"/>
              <a:gd name="connsiteX1" fmla="*/ 142324 w 317302"/>
              <a:gd name="connsiteY1" fmla="*/ 4911 h 293836"/>
              <a:gd name="connsiteX2" fmla="*/ 192330 w 317302"/>
              <a:gd name="connsiteY2" fmla="*/ 21579 h 293836"/>
              <a:gd name="connsiteX3" fmla="*/ 278055 w 317302"/>
              <a:gd name="connsiteY3" fmla="*/ 43011 h 293836"/>
              <a:gd name="connsiteX4" fmla="*/ 263768 w 317302"/>
              <a:gd name="connsiteY4" fmla="*/ 14436 h 293836"/>
              <a:gd name="connsiteX5" fmla="*/ 297850 w 317302"/>
              <a:gd name="connsiteY5" fmla="*/ 13990 h 293836"/>
              <a:gd name="connsiteX6" fmla="*/ 304170 w 317302"/>
              <a:gd name="connsiteY6" fmla="*/ 15739 h 293836"/>
              <a:gd name="connsiteX7" fmla="*/ 277777 w 317302"/>
              <a:gd name="connsiteY7" fmla="*/ 97003 h 293836"/>
              <a:gd name="connsiteX8" fmla="*/ 297539 w 317302"/>
              <a:gd name="connsiteY8" fmla="*/ 178424 h 293836"/>
              <a:gd name="connsiteX9" fmla="*/ 317302 w 317302"/>
              <a:gd name="connsiteY9" fmla="*/ 215577 h 293836"/>
              <a:gd name="connsiteX10" fmla="*/ 266710 w 317302"/>
              <a:gd name="connsiteY10" fmla="*/ 293836 h 293836"/>
              <a:gd name="connsiteX11" fmla="*/ 216909 w 317302"/>
              <a:gd name="connsiteY11" fmla="*/ 293836 h 293836"/>
              <a:gd name="connsiteX12" fmla="*/ 192403 w 317302"/>
              <a:gd name="connsiteY12" fmla="*/ 212415 h 293836"/>
              <a:gd name="connsiteX13" fmla="*/ 212956 w 317302"/>
              <a:gd name="connsiteY13" fmla="*/ 164195 h 293836"/>
              <a:gd name="connsiteX14" fmla="*/ 205842 w 317302"/>
              <a:gd name="connsiteY14" fmla="*/ 80402 h 293836"/>
              <a:gd name="connsiteX15" fmla="*/ 172641 w 317302"/>
              <a:gd name="connsiteY15" fmla="*/ 42459 h 293836"/>
              <a:gd name="connsiteX16" fmla="*/ 21355 w 317302"/>
              <a:gd name="connsiteY16" fmla="*/ 39618 h 293836"/>
              <a:gd name="connsiteX17" fmla="*/ 2259 w 317302"/>
              <a:gd name="connsiteY17" fmla="*/ 23961 h 293836"/>
              <a:gd name="connsiteX18" fmla="*/ 480 w 317302"/>
              <a:gd name="connsiteY18" fmla="*/ 1995 h 293836"/>
              <a:gd name="connsiteX19" fmla="*/ 61213 w 317302"/>
              <a:gd name="connsiteY19" fmla="*/ 0 h 293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7302" h="293836">
                <a:moveTo>
                  <a:pt x="61213" y="0"/>
                </a:moveTo>
                <a:cubicBezTo>
                  <a:pt x="92219" y="744"/>
                  <a:pt x="126052" y="3919"/>
                  <a:pt x="142324" y="4911"/>
                </a:cubicBezTo>
                <a:cubicBezTo>
                  <a:pt x="174868" y="6895"/>
                  <a:pt x="169708" y="15229"/>
                  <a:pt x="192330" y="21579"/>
                </a:cubicBezTo>
                <a:cubicBezTo>
                  <a:pt x="214952" y="27929"/>
                  <a:pt x="266149" y="44201"/>
                  <a:pt x="278055" y="43011"/>
                </a:cubicBezTo>
                <a:cubicBezTo>
                  <a:pt x="289961" y="41821"/>
                  <a:pt x="253449" y="15627"/>
                  <a:pt x="263768" y="14436"/>
                </a:cubicBezTo>
                <a:cubicBezTo>
                  <a:pt x="268928" y="13841"/>
                  <a:pt x="282719" y="12055"/>
                  <a:pt x="297850" y="13990"/>
                </a:cubicBezTo>
                <a:lnTo>
                  <a:pt x="304170" y="15739"/>
                </a:lnTo>
                <a:lnTo>
                  <a:pt x="277777" y="97003"/>
                </a:lnTo>
                <a:lnTo>
                  <a:pt x="297539" y="178424"/>
                </a:lnTo>
                <a:lnTo>
                  <a:pt x="317302" y="215577"/>
                </a:lnTo>
                <a:lnTo>
                  <a:pt x="266710" y="293836"/>
                </a:lnTo>
                <a:lnTo>
                  <a:pt x="216909" y="293836"/>
                </a:lnTo>
                <a:lnTo>
                  <a:pt x="192403" y="212415"/>
                </a:lnTo>
                <a:lnTo>
                  <a:pt x="212956" y="164195"/>
                </a:lnTo>
                <a:lnTo>
                  <a:pt x="205842" y="80402"/>
                </a:lnTo>
                <a:lnTo>
                  <a:pt x="172641" y="42459"/>
                </a:lnTo>
                <a:lnTo>
                  <a:pt x="21355" y="39618"/>
                </a:lnTo>
                <a:lnTo>
                  <a:pt x="2259" y="23961"/>
                </a:lnTo>
                <a:cubicBezTo>
                  <a:pt x="-3081" y="18603"/>
                  <a:pt x="3075" y="9139"/>
                  <a:pt x="480" y="1995"/>
                </a:cubicBezTo>
                <a:cubicBezTo>
                  <a:pt x="48093" y="-765"/>
                  <a:pt x="29354" y="1814"/>
                  <a:pt x="61213" y="0"/>
                </a:cubicBezTo>
                <a:close/>
              </a:path>
            </a:pathLst>
          </a:custGeom>
          <a:solidFill>
            <a:srgbClr val="3C8C93"/>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cxnSp>
        <p:nvCxnSpPr>
          <p:cNvPr id="504" name="Straight Connector 503">
            <a:extLst>
              <a:ext uri="{FF2B5EF4-FFF2-40B4-BE49-F238E27FC236}">
                <a16:creationId xmlns:a16="http://schemas.microsoft.com/office/drawing/2014/main" id="{EACC93A8-FDC9-F684-A19D-98C0253CD412}"/>
              </a:ext>
            </a:extLst>
          </p:cNvPr>
          <p:cNvCxnSpPr>
            <a:cxnSpLocks/>
          </p:cNvCxnSpPr>
          <p:nvPr/>
        </p:nvCxnSpPr>
        <p:spPr>
          <a:xfrm>
            <a:off x="703323" y="4616979"/>
            <a:ext cx="1872729" cy="0"/>
          </a:xfrm>
          <a:prstGeom prst="line">
            <a:avLst/>
          </a:prstGeom>
          <a:ln>
            <a:solidFill>
              <a:schemeClr val="bg1">
                <a:lumMod val="85000"/>
              </a:schemeClr>
            </a:solidFill>
            <a:prstDash val="lgDash"/>
          </a:ln>
        </p:spPr>
        <p:style>
          <a:lnRef idx="1">
            <a:schemeClr val="accent1"/>
          </a:lnRef>
          <a:fillRef idx="0">
            <a:schemeClr val="accent1"/>
          </a:fillRef>
          <a:effectRef idx="0">
            <a:schemeClr val="accent1"/>
          </a:effectRef>
          <a:fontRef idx="minor">
            <a:schemeClr val="tx1"/>
          </a:fontRef>
        </p:style>
      </p:cxnSp>
      <p:pic>
        <p:nvPicPr>
          <p:cNvPr id="501" name="Picture 1025">
            <a:extLst>
              <a:ext uri="{FF2B5EF4-FFF2-40B4-BE49-F238E27FC236}">
                <a16:creationId xmlns:a16="http://schemas.microsoft.com/office/drawing/2014/main" id="{357ED1E0-697A-922F-2DB0-4A149F21603B}"/>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12576" r="34800"/>
          <a:stretch/>
        </p:blipFill>
        <p:spPr bwMode="auto">
          <a:xfrm>
            <a:off x="686132" y="3607344"/>
            <a:ext cx="416422" cy="416422"/>
          </a:xfrm>
          <a:prstGeom prst="ellipse">
            <a:avLst/>
          </a:prstGeom>
          <a:noFill/>
          <a:extLst>
            <a:ext uri="{909E8E84-426E-40DD-AFC4-6F175D3DCCD1}">
              <a14:hiddenFill xmlns:a14="http://schemas.microsoft.com/office/drawing/2010/main">
                <a:solidFill>
                  <a:srgbClr val="FFFFFF"/>
                </a:solidFill>
              </a14:hiddenFill>
            </a:ext>
          </a:extLst>
        </p:spPr>
      </p:pic>
      <p:sp>
        <p:nvSpPr>
          <p:cNvPr id="505" name="TextBox 504">
            <a:extLst>
              <a:ext uri="{FF2B5EF4-FFF2-40B4-BE49-F238E27FC236}">
                <a16:creationId xmlns:a16="http://schemas.microsoft.com/office/drawing/2014/main" id="{3D2E1232-B6B6-209F-AE13-F87385DE935A}"/>
              </a:ext>
            </a:extLst>
          </p:cNvPr>
          <p:cNvSpPr txBox="1"/>
          <p:nvPr/>
        </p:nvSpPr>
        <p:spPr>
          <a:xfrm>
            <a:off x="1189832" y="3600112"/>
            <a:ext cx="1094248"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a:ea typeface="+mn-ea"/>
                <a:cs typeface="+mn-cs"/>
              </a:rPr>
              <a:t>Florida,</a:t>
            </a:r>
            <a:br>
              <a:rPr kumimoji="0" lang="en-US" sz="1400" b="1" i="0" u="none" strike="noStrike" kern="1200" cap="none" spc="0" normalizeH="0" baseline="0" noProof="0">
                <a:ln>
                  <a:noFill/>
                </a:ln>
                <a:solidFill>
                  <a:srgbClr val="000000"/>
                </a:solidFill>
                <a:effectLst/>
                <a:uLnTx/>
                <a:uFillTx/>
                <a:latin typeface="Segoe UI"/>
                <a:ea typeface="+mn-ea"/>
                <a:cs typeface="+mn-cs"/>
              </a:rPr>
            </a:br>
            <a:r>
              <a:rPr kumimoji="0" lang="en-US" sz="1400" b="1" i="0" u="none" strike="noStrike" kern="1200" cap="none" spc="0" normalizeH="0" baseline="0" noProof="0">
                <a:ln>
                  <a:noFill/>
                </a:ln>
                <a:solidFill>
                  <a:srgbClr val="000000"/>
                </a:solidFill>
                <a:effectLst/>
                <a:uLnTx/>
                <a:uFillTx/>
                <a:latin typeface="Segoe UI"/>
                <a:ea typeface="+mn-ea"/>
                <a:cs typeface="+mn-cs"/>
              </a:rPr>
              <a:t>USA</a:t>
            </a:r>
          </a:p>
        </p:txBody>
      </p:sp>
      <p:cxnSp>
        <p:nvCxnSpPr>
          <p:cNvPr id="506" name="Straight Connector 505">
            <a:extLst>
              <a:ext uri="{FF2B5EF4-FFF2-40B4-BE49-F238E27FC236}">
                <a16:creationId xmlns:a16="http://schemas.microsoft.com/office/drawing/2014/main" id="{9F5B2FDA-A0D2-8CAB-AC00-EAD02D32240C}"/>
              </a:ext>
            </a:extLst>
          </p:cNvPr>
          <p:cNvCxnSpPr>
            <a:cxnSpLocks/>
          </p:cNvCxnSpPr>
          <p:nvPr/>
        </p:nvCxnSpPr>
        <p:spPr>
          <a:xfrm>
            <a:off x="2047082" y="3815555"/>
            <a:ext cx="1843881" cy="0"/>
          </a:xfrm>
          <a:prstGeom prst="line">
            <a:avLst/>
          </a:prstGeom>
          <a:ln>
            <a:solidFill>
              <a:srgbClr val="3C8C93"/>
            </a:solidFill>
            <a:headEnd type="ova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82693CEB-393F-1C7E-0DD8-DF56F1997B77}"/>
              </a:ext>
            </a:extLst>
          </p:cNvPr>
          <p:cNvCxnSpPr>
            <a:cxnSpLocks/>
          </p:cNvCxnSpPr>
          <p:nvPr/>
        </p:nvCxnSpPr>
        <p:spPr>
          <a:xfrm>
            <a:off x="3890567" y="3710384"/>
            <a:ext cx="0" cy="109141"/>
          </a:xfrm>
          <a:prstGeom prst="line">
            <a:avLst/>
          </a:prstGeom>
          <a:ln>
            <a:solidFill>
              <a:srgbClr val="3C8C93"/>
            </a:solidFill>
            <a:headEnd type="none"/>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E992A044-BB4F-BF49-1858-E17952EE4FDA}"/>
              </a:ext>
            </a:extLst>
          </p:cNvPr>
          <p:cNvCxnSpPr>
            <a:cxnSpLocks/>
          </p:cNvCxnSpPr>
          <p:nvPr/>
        </p:nvCxnSpPr>
        <p:spPr>
          <a:xfrm>
            <a:off x="4400550" y="2835009"/>
            <a:ext cx="1676400" cy="0"/>
          </a:xfrm>
          <a:prstGeom prst="line">
            <a:avLst/>
          </a:prstGeom>
          <a:ln>
            <a:solidFill>
              <a:srgbClr val="FF0000"/>
            </a:solidFill>
            <a:headEnd type="none"/>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BC97B3F1-7298-9789-2E4A-987F1A59D181}"/>
              </a:ext>
            </a:extLst>
          </p:cNvPr>
          <p:cNvCxnSpPr>
            <a:cxnSpLocks/>
          </p:cNvCxnSpPr>
          <p:nvPr/>
        </p:nvCxnSpPr>
        <p:spPr>
          <a:xfrm>
            <a:off x="4394200" y="2209799"/>
            <a:ext cx="0" cy="623889"/>
          </a:xfrm>
          <a:prstGeom prst="line">
            <a:avLst/>
          </a:prstGeom>
          <a:ln>
            <a:solidFill>
              <a:srgbClr val="FF0000"/>
            </a:solidFill>
            <a:headEnd type="none"/>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8D37D84D-37D7-6637-730E-8F0D97E27C8E}"/>
              </a:ext>
            </a:extLst>
          </p:cNvPr>
          <p:cNvCxnSpPr>
            <a:cxnSpLocks/>
          </p:cNvCxnSpPr>
          <p:nvPr/>
        </p:nvCxnSpPr>
        <p:spPr>
          <a:xfrm>
            <a:off x="4006391" y="4893469"/>
            <a:ext cx="0" cy="531019"/>
          </a:xfrm>
          <a:prstGeom prst="line">
            <a:avLst/>
          </a:prstGeom>
          <a:ln>
            <a:solidFill>
              <a:srgbClr val="EF95A0"/>
            </a:solidFill>
            <a:head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3499459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48"/>
        <p:cNvGrpSpPr/>
        <p:nvPr/>
      </p:nvGrpSpPr>
      <p:grpSpPr>
        <a:xfrm>
          <a:off x="0" y="0"/>
          <a:ext cx="0" cy="0"/>
          <a:chOff x="0" y="0"/>
          <a:chExt cx="0" cy="0"/>
        </a:xfrm>
      </p:grpSpPr>
      <p:sp>
        <p:nvSpPr>
          <p:cNvPr id="549" name="Google Shape;549;p50"/>
          <p:cNvSpPr txBox="1">
            <a:spLocks noGrp="1"/>
          </p:cNvSpPr>
          <p:nvPr>
            <p:ph type="title"/>
          </p:nvPr>
        </p:nvSpPr>
        <p:spPr>
          <a:xfrm>
            <a:off x="960000" y="719333"/>
            <a:ext cx="10272000" cy="763600"/>
          </a:xfrm>
          <a:prstGeom prst="rect">
            <a:avLst/>
          </a:prstGeom>
        </p:spPr>
        <p:txBody>
          <a:bodyPr spcFirstLastPara="1" wrap="square" lIns="121900" tIns="121900" rIns="121900" bIns="121900" anchor="t" anchorCtr="0">
            <a:noAutofit/>
          </a:bodyPr>
          <a:lstStyle/>
          <a:p>
            <a:r>
              <a:rPr lang="en"/>
              <a:t>Project roadmap</a:t>
            </a:r>
            <a:endParaRPr/>
          </a:p>
        </p:txBody>
      </p:sp>
      <p:graphicFrame>
        <p:nvGraphicFramePr>
          <p:cNvPr id="550" name="Google Shape;550;p50"/>
          <p:cNvGraphicFramePr/>
          <p:nvPr/>
        </p:nvGraphicFramePr>
        <p:xfrm>
          <a:off x="950667" y="1710451"/>
          <a:ext cx="10290562" cy="4428200"/>
        </p:xfrm>
        <a:graphic>
          <a:graphicData uri="http://schemas.openxmlformats.org/drawingml/2006/table">
            <a:tbl>
              <a:tblPr>
                <a:noFill/>
              </a:tblPr>
              <a:tblGrid>
                <a:gridCol w="1818933">
                  <a:extLst>
                    <a:ext uri="{9D8B030D-6E8A-4147-A177-3AD203B41FA5}">
                      <a16:colId xmlns:a16="http://schemas.microsoft.com/office/drawing/2014/main" val="20000"/>
                    </a:ext>
                  </a:extLst>
                </a:gridCol>
                <a:gridCol w="2950033">
                  <a:extLst>
                    <a:ext uri="{9D8B030D-6E8A-4147-A177-3AD203B41FA5}">
                      <a16:colId xmlns:a16="http://schemas.microsoft.com/office/drawing/2014/main" val="20001"/>
                    </a:ext>
                  </a:extLst>
                </a:gridCol>
                <a:gridCol w="460133">
                  <a:extLst>
                    <a:ext uri="{9D8B030D-6E8A-4147-A177-3AD203B41FA5}">
                      <a16:colId xmlns:a16="http://schemas.microsoft.com/office/drawing/2014/main" val="20002"/>
                    </a:ext>
                  </a:extLst>
                </a:gridCol>
                <a:gridCol w="460133">
                  <a:extLst>
                    <a:ext uri="{9D8B030D-6E8A-4147-A177-3AD203B41FA5}">
                      <a16:colId xmlns:a16="http://schemas.microsoft.com/office/drawing/2014/main" val="20003"/>
                    </a:ext>
                  </a:extLst>
                </a:gridCol>
                <a:gridCol w="460133">
                  <a:extLst>
                    <a:ext uri="{9D8B030D-6E8A-4147-A177-3AD203B41FA5}">
                      <a16:colId xmlns:a16="http://schemas.microsoft.com/office/drawing/2014/main" val="20004"/>
                    </a:ext>
                  </a:extLst>
                </a:gridCol>
                <a:gridCol w="460133">
                  <a:extLst>
                    <a:ext uri="{9D8B030D-6E8A-4147-A177-3AD203B41FA5}">
                      <a16:colId xmlns:a16="http://schemas.microsoft.com/office/drawing/2014/main" val="20005"/>
                    </a:ext>
                  </a:extLst>
                </a:gridCol>
                <a:gridCol w="460133">
                  <a:extLst>
                    <a:ext uri="{9D8B030D-6E8A-4147-A177-3AD203B41FA5}">
                      <a16:colId xmlns:a16="http://schemas.microsoft.com/office/drawing/2014/main" val="20006"/>
                    </a:ext>
                  </a:extLst>
                </a:gridCol>
                <a:gridCol w="460133">
                  <a:extLst>
                    <a:ext uri="{9D8B030D-6E8A-4147-A177-3AD203B41FA5}">
                      <a16:colId xmlns:a16="http://schemas.microsoft.com/office/drawing/2014/main" val="20007"/>
                    </a:ext>
                  </a:extLst>
                </a:gridCol>
                <a:gridCol w="460133">
                  <a:extLst>
                    <a:ext uri="{9D8B030D-6E8A-4147-A177-3AD203B41FA5}">
                      <a16:colId xmlns:a16="http://schemas.microsoft.com/office/drawing/2014/main" val="20008"/>
                    </a:ext>
                  </a:extLst>
                </a:gridCol>
                <a:gridCol w="460133">
                  <a:extLst>
                    <a:ext uri="{9D8B030D-6E8A-4147-A177-3AD203B41FA5}">
                      <a16:colId xmlns:a16="http://schemas.microsoft.com/office/drawing/2014/main" val="20009"/>
                    </a:ext>
                  </a:extLst>
                </a:gridCol>
                <a:gridCol w="460133">
                  <a:extLst>
                    <a:ext uri="{9D8B030D-6E8A-4147-A177-3AD203B41FA5}">
                      <a16:colId xmlns:a16="http://schemas.microsoft.com/office/drawing/2014/main" val="20010"/>
                    </a:ext>
                  </a:extLst>
                </a:gridCol>
                <a:gridCol w="460133">
                  <a:extLst>
                    <a:ext uri="{9D8B030D-6E8A-4147-A177-3AD203B41FA5}">
                      <a16:colId xmlns:a16="http://schemas.microsoft.com/office/drawing/2014/main" val="20011"/>
                    </a:ext>
                  </a:extLst>
                </a:gridCol>
                <a:gridCol w="460133">
                  <a:extLst>
                    <a:ext uri="{9D8B030D-6E8A-4147-A177-3AD203B41FA5}">
                      <a16:colId xmlns:a16="http://schemas.microsoft.com/office/drawing/2014/main" val="20012"/>
                    </a:ext>
                  </a:extLst>
                </a:gridCol>
                <a:gridCol w="460133">
                  <a:extLst>
                    <a:ext uri="{9D8B030D-6E8A-4147-A177-3AD203B41FA5}">
                      <a16:colId xmlns:a16="http://schemas.microsoft.com/office/drawing/2014/main" val="20013"/>
                    </a:ext>
                  </a:extLst>
                </a:gridCol>
              </a:tblGrid>
              <a:tr h="621800">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Initiative</a:t>
                      </a:r>
                      <a:endParaRPr sz="2400">
                        <a:solidFill>
                          <a:schemeClr val="lt1"/>
                        </a:solidFill>
                        <a:latin typeface="Raleway ExtraBold"/>
                        <a:ea typeface="Raleway ExtraBold"/>
                        <a:cs typeface="Raleway ExtraBold"/>
                        <a:sym typeface="Raleway ExtraBold"/>
                      </a:endParaRPr>
                    </a:p>
                  </a:txBody>
                  <a:tcPr marL="121900" marR="121900" marT="91433" marB="914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Objective</a:t>
                      </a:r>
                      <a:endParaRPr sz="1600">
                        <a:solidFill>
                          <a:schemeClr val="lt1"/>
                        </a:solidFill>
                        <a:latin typeface="Raleway ExtraBold"/>
                        <a:ea typeface="Raleway ExtraBold"/>
                        <a:cs typeface="Raleway ExtraBold"/>
                        <a:sym typeface="Raleway ExtraBold"/>
                      </a:endParaRPr>
                    </a:p>
                  </a:txBody>
                  <a:tcPr marL="12190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Jan</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Feb</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Mar</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Clr>
                          <a:srgbClr val="000000"/>
                        </a:buClr>
                        <a:buSzPts val="1100"/>
                        <a:buFont typeface="Arial"/>
                        <a:buNone/>
                      </a:pPr>
                      <a:r>
                        <a:rPr lang="en" sz="1600">
                          <a:solidFill>
                            <a:schemeClr val="lt1"/>
                          </a:solidFill>
                          <a:latin typeface="Raleway ExtraBold"/>
                          <a:ea typeface="Raleway ExtraBold"/>
                          <a:cs typeface="Raleway ExtraBold"/>
                          <a:sym typeface="Raleway ExtraBold"/>
                        </a:rPr>
                        <a:t>Apr</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May</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Jun</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Jul</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Aug</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Sep</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Oct</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Nov</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Clr>
                          <a:srgbClr val="000000"/>
                        </a:buClr>
                        <a:buSzPts val="1100"/>
                        <a:buFont typeface="Arial"/>
                        <a:buNone/>
                      </a:pPr>
                      <a:r>
                        <a:rPr lang="en" sz="1600">
                          <a:solidFill>
                            <a:schemeClr val="lt1"/>
                          </a:solidFill>
                          <a:latin typeface="Raleway ExtraBold"/>
                          <a:ea typeface="Raleway ExtraBold"/>
                          <a:cs typeface="Raleway ExtraBold"/>
                          <a:sym typeface="Raleway ExtraBold"/>
                        </a:rPr>
                        <a:t>Dec</a:t>
                      </a:r>
                      <a:endParaRPr sz="1600">
                        <a:solidFill>
                          <a:schemeClr val="lt1"/>
                        </a:solidFill>
                        <a:latin typeface="Raleway ExtraBold"/>
                        <a:ea typeface="Raleway ExtraBold"/>
                        <a:cs typeface="Raleway ExtraBold"/>
                        <a:sym typeface="Raleway ExtraBold"/>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634400">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Market research</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Increase brand awareness by 30% within the first year</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4400">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Product development</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Achieve a customer satisfaction rate of 90%</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634400">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Marketing campaign</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Increase revenue by 20% within the first year</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300">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634400">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Product launch</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Achieve a customer satisfaction rate of 90% within the first year</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634400">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Expansion</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Reduce costs by 15% within the first year by expanding the product</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r h="634400">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Partnership</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300">
                          <a:solidFill>
                            <a:schemeClr val="dk1"/>
                          </a:solidFill>
                          <a:latin typeface="Raleway Medium"/>
                          <a:ea typeface="Raleway Medium"/>
                          <a:cs typeface="Raleway Medium"/>
                          <a:sym typeface="Raleway Medium"/>
                        </a:rPr>
                        <a:t>Reach profitability within 18 months of launch</a:t>
                      </a:r>
                      <a:endParaRPr sz="1300">
                        <a:solidFill>
                          <a:schemeClr val="dk1"/>
                        </a:solidFill>
                        <a:latin typeface="Raleway Medium"/>
                        <a:ea typeface="Raleway Medium"/>
                        <a:cs typeface="Raleway Medium"/>
                        <a:sym typeface="Raleway Medium"/>
                      </a:endParaRPr>
                    </a:p>
                  </a:txBody>
                  <a:tcPr marL="60933" marR="60933"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300">
                        <a:solidFill>
                          <a:srgbClr val="191919"/>
                        </a:solidFill>
                        <a:latin typeface="Open Sans"/>
                        <a:ea typeface="Open Sans"/>
                        <a:cs typeface="Open Sans"/>
                        <a:sym typeface="Open Sans"/>
                      </a:endParaRPr>
                    </a:p>
                  </a:txBody>
                  <a:tcPr marL="0" marR="0"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292177653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69"/>
        <p:cNvGrpSpPr/>
        <p:nvPr/>
      </p:nvGrpSpPr>
      <p:grpSpPr>
        <a:xfrm>
          <a:off x="0" y="0"/>
          <a:ext cx="0" cy="0"/>
          <a:chOff x="0" y="0"/>
          <a:chExt cx="0" cy="0"/>
        </a:xfrm>
      </p:grpSpPr>
      <p:sp>
        <p:nvSpPr>
          <p:cNvPr id="570" name="Google Shape;570;p53"/>
          <p:cNvSpPr txBox="1">
            <a:spLocks noGrp="1"/>
          </p:cNvSpPr>
          <p:nvPr>
            <p:ph type="title"/>
          </p:nvPr>
        </p:nvSpPr>
        <p:spPr>
          <a:xfrm>
            <a:off x="960000" y="719333"/>
            <a:ext cx="10272000" cy="763600"/>
          </a:xfrm>
          <a:prstGeom prst="rect">
            <a:avLst/>
          </a:prstGeom>
        </p:spPr>
        <p:txBody>
          <a:bodyPr spcFirstLastPara="1" wrap="square" lIns="121900" tIns="121900" rIns="121900" bIns="121900" anchor="t" anchorCtr="0">
            <a:noAutofit/>
          </a:bodyPr>
          <a:lstStyle/>
          <a:p>
            <a:r>
              <a:rPr lang="en"/>
              <a:t>Project expenses</a:t>
            </a:r>
            <a:endParaRPr/>
          </a:p>
        </p:txBody>
      </p:sp>
      <p:sp>
        <p:nvSpPr>
          <p:cNvPr id="571" name="Google Shape;571;p53"/>
          <p:cNvSpPr txBox="1">
            <a:spLocks noGrp="1"/>
          </p:cNvSpPr>
          <p:nvPr>
            <p:ph type="title" idx="4294967295"/>
          </p:nvPr>
        </p:nvSpPr>
        <p:spPr>
          <a:xfrm>
            <a:off x="9010631" y="1796867"/>
            <a:ext cx="1869600" cy="478400"/>
          </a:xfrm>
          <a:prstGeom prst="rect">
            <a:avLst/>
          </a:prstGeom>
        </p:spPr>
        <p:txBody>
          <a:bodyPr spcFirstLastPara="1" wrap="square" lIns="121900" tIns="121900" rIns="121900" bIns="121900" anchor="ctr" anchorCtr="0">
            <a:noAutofit/>
          </a:bodyPr>
          <a:lstStyle/>
          <a:p>
            <a:r>
              <a:rPr lang="en" sz="2400"/>
              <a:t>Labor</a:t>
            </a:r>
            <a:endParaRPr sz="2400"/>
          </a:p>
        </p:txBody>
      </p:sp>
      <p:sp>
        <p:nvSpPr>
          <p:cNvPr id="572" name="Google Shape;572;p53"/>
          <p:cNvSpPr/>
          <p:nvPr/>
        </p:nvSpPr>
        <p:spPr>
          <a:xfrm>
            <a:off x="8461417" y="1913867"/>
            <a:ext cx="244400" cy="244400"/>
          </a:xfrm>
          <a:prstGeom prst="rect">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 name="Google Shape;573;p53"/>
          <p:cNvSpPr txBox="1"/>
          <p:nvPr/>
        </p:nvSpPr>
        <p:spPr>
          <a:xfrm>
            <a:off x="1309200" y="5857371"/>
            <a:ext cx="9573600" cy="286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191919"/>
                </a:solidFill>
                <a:effectLst/>
                <a:uLnTx/>
                <a:uFillTx/>
                <a:latin typeface="Raleway Medium"/>
                <a:ea typeface="Raleway Medium"/>
                <a:cs typeface="Raleway Medium"/>
                <a:sym typeface="Raleway Medium"/>
              </a:rPr>
              <a:t>Follow the link in the graph to modify its data and then paste the new one here.</a:t>
            </a:r>
            <a:r>
              <a:rPr kumimoji="0" lang="en" sz="1333" b="0" i="0" u="none" strike="noStrike" kern="0" cap="none" spc="0" normalizeH="0" baseline="0" noProof="0">
                <a:ln>
                  <a:noFill/>
                </a:ln>
                <a:solidFill>
                  <a:srgbClr val="191919"/>
                </a:solidFill>
                <a:effectLst/>
                <a:uLnTx/>
                <a:uFillTx/>
                <a:latin typeface="Raleway"/>
                <a:ea typeface="Raleway"/>
                <a:cs typeface="Raleway"/>
                <a:sym typeface="Raleway"/>
              </a:rPr>
              <a:t> </a:t>
            </a:r>
            <a:r>
              <a:rPr kumimoji="0" lang="en" sz="1333" b="1" i="0" u="sng" strike="noStrike" kern="0" cap="none" spc="0" normalizeH="0" baseline="0" noProof="0">
                <a:ln>
                  <a:noFill/>
                </a:ln>
                <a:solidFill>
                  <a:srgbClr val="191919"/>
                </a:solidFill>
                <a:effectLst/>
                <a:uLnTx/>
                <a:uFillTx/>
                <a:latin typeface="Raleway"/>
                <a:ea typeface="Raleway"/>
                <a:cs typeface="Raleway"/>
                <a:sym typeface="Raleway"/>
                <a:hlinkClick r:id="rId3">
                  <a:extLst>
                    <a:ext uri="{A12FA001-AC4F-418D-AE19-62706E023703}">
                      <ahyp:hlinkClr xmlns:ahyp="http://schemas.microsoft.com/office/drawing/2018/hyperlinkcolor" val="tx"/>
                    </a:ext>
                  </a:extLst>
                </a:hlinkClick>
              </a:rPr>
              <a:t>For more info, click here</a:t>
            </a:r>
            <a:endParaRPr kumimoji="0" sz="1333" b="1" i="0" u="sng" strike="noStrike" kern="0" cap="none" spc="0" normalizeH="0" baseline="0" noProof="0">
              <a:ln>
                <a:noFill/>
              </a:ln>
              <a:solidFill>
                <a:srgbClr val="191919"/>
              </a:solidFill>
              <a:effectLst/>
              <a:uLnTx/>
              <a:uFillTx/>
              <a:latin typeface="Raleway"/>
              <a:ea typeface="Raleway"/>
              <a:cs typeface="Raleway"/>
              <a:sym typeface="Raleway"/>
            </a:endParaRPr>
          </a:p>
        </p:txBody>
      </p:sp>
      <p:sp>
        <p:nvSpPr>
          <p:cNvPr id="574" name="Google Shape;574;p53"/>
          <p:cNvSpPr txBox="1">
            <a:spLocks noGrp="1"/>
          </p:cNvSpPr>
          <p:nvPr>
            <p:ph type="title" idx="4294967295"/>
          </p:nvPr>
        </p:nvSpPr>
        <p:spPr>
          <a:xfrm>
            <a:off x="9010631" y="2576157"/>
            <a:ext cx="1869600" cy="478400"/>
          </a:xfrm>
          <a:prstGeom prst="rect">
            <a:avLst/>
          </a:prstGeom>
        </p:spPr>
        <p:txBody>
          <a:bodyPr spcFirstLastPara="1" wrap="square" lIns="121900" tIns="121900" rIns="121900" bIns="121900" anchor="ctr" anchorCtr="0">
            <a:noAutofit/>
          </a:bodyPr>
          <a:lstStyle/>
          <a:p>
            <a:r>
              <a:rPr lang="en" sz="2400"/>
              <a:t>Materials</a:t>
            </a:r>
            <a:endParaRPr sz="2400"/>
          </a:p>
        </p:txBody>
      </p:sp>
      <p:sp>
        <p:nvSpPr>
          <p:cNvPr id="575" name="Google Shape;575;p53"/>
          <p:cNvSpPr/>
          <p:nvPr/>
        </p:nvSpPr>
        <p:spPr>
          <a:xfrm>
            <a:off x="8461417" y="2693157"/>
            <a:ext cx="244400" cy="244400"/>
          </a:xfrm>
          <a:prstGeom prst="rect">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 name="Google Shape;576;p53"/>
          <p:cNvSpPr txBox="1">
            <a:spLocks noGrp="1"/>
          </p:cNvSpPr>
          <p:nvPr>
            <p:ph type="title" idx="4294967295"/>
          </p:nvPr>
        </p:nvSpPr>
        <p:spPr>
          <a:xfrm>
            <a:off x="9010631" y="3355449"/>
            <a:ext cx="1869600" cy="478400"/>
          </a:xfrm>
          <a:prstGeom prst="rect">
            <a:avLst/>
          </a:prstGeom>
        </p:spPr>
        <p:txBody>
          <a:bodyPr spcFirstLastPara="1" wrap="square" lIns="121900" tIns="121900" rIns="121900" bIns="121900" anchor="ctr" anchorCtr="0">
            <a:noAutofit/>
          </a:bodyPr>
          <a:lstStyle/>
          <a:p>
            <a:r>
              <a:rPr lang="en" sz="2400"/>
              <a:t>Equipment</a:t>
            </a:r>
            <a:endParaRPr sz="2400"/>
          </a:p>
        </p:txBody>
      </p:sp>
      <p:sp>
        <p:nvSpPr>
          <p:cNvPr id="577" name="Google Shape;577;p53"/>
          <p:cNvSpPr/>
          <p:nvPr/>
        </p:nvSpPr>
        <p:spPr>
          <a:xfrm>
            <a:off x="8461417" y="3472449"/>
            <a:ext cx="244400" cy="2444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 name="Google Shape;578;p53"/>
          <p:cNvSpPr txBox="1">
            <a:spLocks noGrp="1"/>
          </p:cNvSpPr>
          <p:nvPr>
            <p:ph type="title" idx="4294967295"/>
          </p:nvPr>
        </p:nvSpPr>
        <p:spPr>
          <a:xfrm>
            <a:off x="9010631" y="4134740"/>
            <a:ext cx="1869600" cy="478400"/>
          </a:xfrm>
          <a:prstGeom prst="rect">
            <a:avLst/>
          </a:prstGeom>
        </p:spPr>
        <p:txBody>
          <a:bodyPr spcFirstLastPara="1" wrap="square" lIns="121900" tIns="121900" rIns="121900" bIns="121900" anchor="ctr" anchorCtr="0">
            <a:noAutofit/>
          </a:bodyPr>
          <a:lstStyle/>
          <a:p>
            <a:r>
              <a:rPr lang="en" sz="2400"/>
              <a:t>Overhead</a:t>
            </a:r>
            <a:endParaRPr sz="2400"/>
          </a:p>
        </p:txBody>
      </p:sp>
      <p:sp>
        <p:nvSpPr>
          <p:cNvPr id="579" name="Google Shape;579;p53"/>
          <p:cNvSpPr/>
          <p:nvPr/>
        </p:nvSpPr>
        <p:spPr>
          <a:xfrm>
            <a:off x="8461417" y="4251740"/>
            <a:ext cx="244400" cy="244400"/>
          </a:xfrm>
          <a:prstGeom prst="rect">
            <a:avLst/>
          </a:pr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 name="Google Shape;580;p53"/>
          <p:cNvSpPr txBox="1">
            <a:spLocks noGrp="1"/>
          </p:cNvSpPr>
          <p:nvPr>
            <p:ph type="title" idx="4294967295"/>
          </p:nvPr>
        </p:nvSpPr>
        <p:spPr>
          <a:xfrm>
            <a:off x="9010631" y="4914031"/>
            <a:ext cx="1869600" cy="478400"/>
          </a:xfrm>
          <a:prstGeom prst="rect">
            <a:avLst/>
          </a:prstGeom>
        </p:spPr>
        <p:txBody>
          <a:bodyPr spcFirstLastPara="1" wrap="square" lIns="121900" tIns="121900" rIns="121900" bIns="121900" anchor="ctr" anchorCtr="0">
            <a:noAutofit/>
          </a:bodyPr>
          <a:lstStyle/>
          <a:p>
            <a:r>
              <a:rPr lang="en" sz="2400"/>
              <a:t>Other</a:t>
            </a:r>
            <a:endParaRPr sz="2400"/>
          </a:p>
        </p:txBody>
      </p:sp>
      <p:sp>
        <p:nvSpPr>
          <p:cNvPr id="581" name="Google Shape;581;p53"/>
          <p:cNvSpPr/>
          <p:nvPr/>
        </p:nvSpPr>
        <p:spPr>
          <a:xfrm>
            <a:off x="8461417" y="5031031"/>
            <a:ext cx="244400" cy="244400"/>
          </a:xfrm>
          <a:prstGeom prst="rect">
            <a:avLst/>
          </a:pr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pic>
        <p:nvPicPr>
          <p:cNvPr id="582" name="Google Shape;582;p53" title="Chart">
            <a:hlinkClick r:id="rId4"/>
          </p:cNvPr>
          <p:cNvPicPr preferRelativeResize="0"/>
          <p:nvPr/>
        </p:nvPicPr>
        <p:blipFill>
          <a:blip r:embed="rId5">
            <a:alphaModFix/>
          </a:blip>
          <a:stretch>
            <a:fillRect/>
          </a:stretch>
        </p:blipFill>
        <p:spPr>
          <a:xfrm>
            <a:off x="944321" y="1686134"/>
            <a:ext cx="6508032" cy="4024133"/>
          </a:xfrm>
          <a:prstGeom prst="rect">
            <a:avLst/>
          </a:prstGeom>
          <a:noFill/>
          <a:ln>
            <a:noFill/>
          </a:ln>
        </p:spPr>
      </p:pic>
    </p:spTree>
    <p:extLst>
      <p:ext uri="{BB962C8B-B14F-4D97-AF65-F5344CB8AC3E}">
        <p14:creationId xmlns:p14="http://schemas.microsoft.com/office/powerpoint/2010/main" val="260591181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86"/>
        <p:cNvGrpSpPr/>
        <p:nvPr/>
      </p:nvGrpSpPr>
      <p:grpSpPr>
        <a:xfrm>
          <a:off x="0" y="0"/>
          <a:ext cx="0" cy="0"/>
          <a:chOff x="0" y="0"/>
          <a:chExt cx="0" cy="0"/>
        </a:xfrm>
      </p:grpSpPr>
      <p:sp>
        <p:nvSpPr>
          <p:cNvPr id="587" name="Google Shape;587;p54"/>
          <p:cNvSpPr/>
          <p:nvPr/>
        </p:nvSpPr>
        <p:spPr>
          <a:xfrm rot="10800000" flipH="1">
            <a:off x="960000" y="5715200"/>
            <a:ext cx="947600" cy="1142800"/>
          </a:xfrm>
          <a:prstGeom prst="rect">
            <a:avLst/>
          </a:pr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Open Sans"/>
              <a:ea typeface="Open Sans"/>
              <a:cs typeface="Open Sans"/>
              <a:sym typeface="Open Sans"/>
            </a:endParaRPr>
          </a:p>
        </p:txBody>
      </p:sp>
      <p:sp>
        <p:nvSpPr>
          <p:cNvPr id="588" name="Google Shape;588;p54"/>
          <p:cNvSpPr txBox="1">
            <a:spLocks noGrp="1"/>
          </p:cNvSpPr>
          <p:nvPr>
            <p:ph type="title"/>
          </p:nvPr>
        </p:nvSpPr>
        <p:spPr>
          <a:xfrm>
            <a:off x="960000" y="719333"/>
            <a:ext cx="10272000" cy="763600"/>
          </a:xfrm>
          <a:prstGeom prst="rect">
            <a:avLst/>
          </a:prstGeom>
        </p:spPr>
        <p:txBody>
          <a:bodyPr spcFirstLastPara="1" wrap="square" lIns="121900" tIns="121900" rIns="121900" bIns="121900" anchor="t" anchorCtr="0">
            <a:noAutofit/>
          </a:bodyPr>
          <a:lstStyle/>
          <a:p>
            <a:r>
              <a:rPr lang="en"/>
              <a:t>KPI dashboard</a:t>
            </a:r>
            <a:endParaRPr/>
          </a:p>
        </p:txBody>
      </p:sp>
      <p:graphicFrame>
        <p:nvGraphicFramePr>
          <p:cNvPr id="589" name="Google Shape;589;p54"/>
          <p:cNvGraphicFramePr/>
          <p:nvPr/>
        </p:nvGraphicFramePr>
        <p:xfrm>
          <a:off x="960000" y="1581767"/>
          <a:ext cx="4113000" cy="4616198"/>
        </p:xfrm>
        <a:graphic>
          <a:graphicData uri="http://schemas.openxmlformats.org/drawingml/2006/table">
            <a:tbl>
              <a:tblPr>
                <a:noFill/>
              </a:tblPr>
              <a:tblGrid>
                <a:gridCol w="1371000">
                  <a:extLst>
                    <a:ext uri="{9D8B030D-6E8A-4147-A177-3AD203B41FA5}">
                      <a16:colId xmlns:a16="http://schemas.microsoft.com/office/drawing/2014/main" val="20000"/>
                    </a:ext>
                  </a:extLst>
                </a:gridCol>
                <a:gridCol w="1371000">
                  <a:extLst>
                    <a:ext uri="{9D8B030D-6E8A-4147-A177-3AD203B41FA5}">
                      <a16:colId xmlns:a16="http://schemas.microsoft.com/office/drawing/2014/main" val="20001"/>
                    </a:ext>
                  </a:extLst>
                </a:gridCol>
                <a:gridCol w="1371000">
                  <a:extLst>
                    <a:ext uri="{9D8B030D-6E8A-4147-A177-3AD203B41FA5}">
                      <a16:colId xmlns:a16="http://schemas.microsoft.com/office/drawing/2014/main" val="20002"/>
                    </a:ext>
                  </a:extLst>
                </a:gridCol>
              </a:tblGrid>
              <a:tr h="677767">
                <a:tc>
                  <a:txBody>
                    <a:bodyPr/>
                    <a:lstStyle/>
                    <a:p>
                      <a:pPr marL="0" lvl="0" indent="0" algn="l" rtl="0">
                        <a:spcBef>
                          <a:spcPts val="0"/>
                        </a:spcBef>
                        <a:spcAft>
                          <a:spcPts val="0"/>
                        </a:spcAft>
                        <a:buNone/>
                      </a:pPr>
                      <a:r>
                        <a:rPr lang="en" sz="1600">
                          <a:solidFill>
                            <a:schemeClr val="lt1"/>
                          </a:solidFill>
                          <a:latin typeface="Raleway ExtraBold"/>
                          <a:ea typeface="Raleway ExtraBold"/>
                          <a:cs typeface="Raleway ExtraBold"/>
                          <a:sym typeface="Raleway ExtraBold"/>
                        </a:rPr>
                        <a:t>Resource</a:t>
                      </a:r>
                      <a:endParaRPr sz="1600">
                        <a:solidFill>
                          <a:schemeClr val="lt1"/>
                        </a:solidFill>
                        <a:latin typeface="Raleway ExtraBold"/>
                        <a:ea typeface="Raleway ExtraBold"/>
                        <a:cs typeface="Raleway ExtraBold"/>
                        <a:sym typeface="Raleway ExtraBold"/>
                      </a:endParaRPr>
                    </a:p>
                  </a:txBody>
                  <a:tcPr marL="121900" marR="121900"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Utilization rate</a:t>
                      </a:r>
                      <a:endParaRPr sz="1600">
                        <a:solidFill>
                          <a:schemeClr val="lt1"/>
                        </a:solidFill>
                        <a:latin typeface="Raleway ExtraBold"/>
                        <a:ea typeface="Raleway ExtraBold"/>
                        <a:cs typeface="Raleway ExtraBold"/>
                        <a:sym typeface="Raleway ExtraBold"/>
                      </a:endParaRPr>
                    </a:p>
                  </a:txBody>
                  <a:tcPr marL="121900" marR="121900"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Cost</a:t>
                      </a:r>
                      <a:endParaRPr sz="1600">
                        <a:solidFill>
                          <a:schemeClr val="lt1"/>
                        </a:solidFill>
                        <a:latin typeface="Raleway ExtraBold"/>
                        <a:ea typeface="Raleway ExtraBold"/>
                        <a:cs typeface="Raleway ExtraBold"/>
                        <a:sym typeface="Raleway ExtraBold"/>
                      </a:endParaRPr>
                    </a:p>
                    <a:p>
                      <a:pPr marL="0" lvl="0" indent="0" algn="ctr" rtl="0">
                        <a:spcBef>
                          <a:spcPts val="0"/>
                        </a:spcBef>
                        <a:spcAft>
                          <a:spcPts val="0"/>
                        </a:spcAft>
                        <a:buNone/>
                      </a:pPr>
                      <a:r>
                        <a:rPr lang="en" sz="1600">
                          <a:solidFill>
                            <a:schemeClr val="lt1"/>
                          </a:solidFill>
                          <a:latin typeface="Raleway ExtraBold"/>
                          <a:ea typeface="Raleway ExtraBold"/>
                          <a:cs typeface="Raleway ExtraBold"/>
                          <a:sym typeface="Raleway ExtraBold"/>
                        </a:rPr>
                        <a:t>per unit</a:t>
                      </a:r>
                      <a:endParaRPr sz="1600">
                        <a:solidFill>
                          <a:schemeClr val="lt1"/>
                        </a:solidFill>
                        <a:latin typeface="Raleway ExtraBold"/>
                        <a:ea typeface="Raleway ExtraBold"/>
                        <a:cs typeface="Raleway ExtraBold"/>
                        <a:sym typeface="Raleway ExtraBold"/>
                      </a:endParaRPr>
                    </a:p>
                  </a:txBody>
                  <a:tcPr marL="121900" marR="121900" marT="60933" marB="60933"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562633">
                <a:tc>
                  <a:txBody>
                    <a:bodyPr/>
                    <a:lstStyle/>
                    <a:p>
                      <a:pPr marL="0" lvl="0" indent="0" algn="l" rtl="0">
                        <a:spcBef>
                          <a:spcPts val="0"/>
                        </a:spcBef>
                        <a:spcAft>
                          <a:spcPts val="0"/>
                        </a:spcAft>
                        <a:buNone/>
                      </a:pPr>
                      <a:r>
                        <a:rPr lang="en" sz="1500">
                          <a:solidFill>
                            <a:schemeClr val="lt1"/>
                          </a:solidFill>
                          <a:latin typeface="Raleway ExtraBold"/>
                          <a:ea typeface="Raleway ExtraBold"/>
                          <a:cs typeface="Raleway ExtraBold"/>
                          <a:sym typeface="Raleway ExtraBold"/>
                        </a:rPr>
                        <a:t>Labor</a:t>
                      </a:r>
                      <a:endParaRPr sz="1500">
                        <a:solidFill>
                          <a:schemeClr val="lt1"/>
                        </a:solidFill>
                        <a:latin typeface="Raleway ExtraBold"/>
                        <a:ea typeface="Raleway ExtraBold"/>
                        <a:cs typeface="Raleway ExtraBold"/>
                        <a:sym typeface="Raleway ExtraBold"/>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85%</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$50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562633">
                <a:tc>
                  <a:txBody>
                    <a:bodyPr/>
                    <a:lstStyle/>
                    <a:p>
                      <a:pPr marL="0" lvl="0" indent="0" algn="l" rtl="0">
                        <a:spcBef>
                          <a:spcPts val="0"/>
                        </a:spcBef>
                        <a:spcAft>
                          <a:spcPts val="0"/>
                        </a:spcAft>
                        <a:buNone/>
                      </a:pPr>
                      <a:r>
                        <a:rPr lang="en" sz="1500">
                          <a:solidFill>
                            <a:schemeClr val="lt1"/>
                          </a:solidFill>
                          <a:latin typeface="Raleway ExtraBold"/>
                          <a:ea typeface="Raleway ExtraBold"/>
                          <a:cs typeface="Raleway ExtraBold"/>
                          <a:sym typeface="Raleway ExtraBold"/>
                        </a:rPr>
                        <a:t>Equipment</a:t>
                      </a:r>
                      <a:endParaRPr sz="1500">
                        <a:solidFill>
                          <a:schemeClr val="lt1"/>
                        </a:solidFill>
                        <a:latin typeface="Raleway ExtraBold"/>
                        <a:ea typeface="Raleway ExtraBold"/>
                        <a:cs typeface="Raleway ExtraBold"/>
                        <a:sym typeface="Raleway ExtraBold"/>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70%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$100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562633">
                <a:tc>
                  <a:txBody>
                    <a:bodyPr/>
                    <a:lstStyle/>
                    <a:p>
                      <a:pPr marL="0" lvl="0" indent="0" algn="l" rtl="0">
                        <a:spcBef>
                          <a:spcPts val="0"/>
                        </a:spcBef>
                        <a:spcAft>
                          <a:spcPts val="0"/>
                        </a:spcAft>
                        <a:buNone/>
                      </a:pPr>
                      <a:r>
                        <a:rPr lang="en" sz="1500">
                          <a:solidFill>
                            <a:schemeClr val="lt1"/>
                          </a:solidFill>
                          <a:latin typeface="Raleway ExtraBold"/>
                          <a:ea typeface="Raleway ExtraBold"/>
                          <a:cs typeface="Raleway ExtraBold"/>
                          <a:sym typeface="Raleway ExtraBold"/>
                        </a:rPr>
                        <a:t>Materials</a:t>
                      </a:r>
                      <a:endParaRPr sz="1500">
                        <a:solidFill>
                          <a:schemeClr val="lt1"/>
                        </a:solidFill>
                        <a:latin typeface="Raleway ExtraBold"/>
                        <a:ea typeface="Raleway ExtraBold"/>
                        <a:cs typeface="Raleway ExtraBold"/>
                        <a:sym typeface="Raleway ExtraBold"/>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95%</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$20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562633">
                <a:tc>
                  <a:txBody>
                    <a:bodyPr/>
                    <a:lstStyle/>
                    <a:p>
                      <a:pPr marL="0" lvl="0" indent="0" algn="l" rtl="0">
                        <a:spcBef>
                          <a:spcPts val="0"/>
                        </a:spcBef>
                        <a:spcAft>
                          <a:spcPts val="0"/>
                        </a:spcAft>
                        <a:buNone/>
                      </a:pPr>
                      <a:r>
                        <a:rPr lang="en" sz="1500">
                          <a:solidFill>
                            <a:schemeClr val="lt1"/>
                          </a:solidFill>
                          <a:latin typeface="Raleway ExtraBold"/>
                          <a:ea typeface="Raleway ExtraBold"/>
                          <a:cs typeface="Raleway ExtraBold"/>
                          <a:sym typeface="Raleway ExtraBold"/>
                        </a:rPr>
                        <a:t>Rent</a:t>
                      </a:r>
                      <a:endParaRPr sz="1500">
                        <a:solidFill>
                          <a:schemeClr val="lt1"/>
                        </a:solidFill>
                        <a:latin typeface="Raleway ExtraBold"/>
                        <a:ea typeface="Raleway ExtraBold"/>
                        <a:cs typeface="Raleway ExtraBold"/>
                        <a:sym typeface="Raleway ExtraBold"/>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90%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$1,000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562633">
                <a:tc>
                  <a:txBody>
                    <a:bodyPr/>
                    <a:lstStyle/>
                    <a:p>
                      <a:pPr marL="0" lvl="0" indent="0" algn="l" rtl="0">
                        <a:spcBef>
                          <a:spcPts val="0"/>
                        </a:spcBef>
                        <a:spcAft>
                          <a:spcPts val="0"/>
                        </a:spcAft>
                        <a:buNone/>
                      </a:pPr>
                      <a:r>
                        <a:rPr lang="en" sz="1500">
                          <a:solidFill>
                            <a:schemeClr val="lt1"/>
                          </a:solidFill>
                          <a:latin typeface="Raleway ExtraBold"/>
                          <a:ea typeface="Raleway ExtraBold"/>
                          <a:cs typeface="Raleway ExtraBold"/>
                          <a:sym typeface="Raleway ExtraBold"/>
                        </a:rPr>
                        <a:t>Energy</a:t>
                      </a:r>
                      <a:endParaRPr sz="1500">
                        <a:solidFill>
                          <a:schemeClr val="lt1"/>
                        </a:solidFill>
                        <a:latin typeface="Raleway ExtraBold"/>
                        <a:ea typeface="Raleway ExtraBold"/>
                        <a:cs typeface="Raleway ExtraBold"/>
                        <a:sym typeface="Raleway ExtraBold"/>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80%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$80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562633">
                <a:tc>
                  <a:txBody>
                    <a:bodyPr/>
                    <a:lstStyle/>
                    <a:p>
                      <a:pPr marL="0" lvl="0" indent="0" algn="l" rtl="0">
                        <a:spcBef>
                          <a:spcPts val="0"/>
                        </a:spcBef>
                        <a:spcAft>
                          <a:spcPts val="0"/>
                        </a:spcAft>
                        <a:buNone/>
                      </a:pPr>
                      <a:r>
                        <a:rPr lang="en" sz="1500">
                          <a:solidFill>
                            <a:schemeClr val="lt1"/>
                          </a:solidFill>
                          <a:latin typeface="Raleway ExtraBold"/>
                          <a:ea typeface="Raleway ExtraBold"/>
                          <a:cs typeface="Raleway ExtraBold"/>
                          <a:sym typeface="Raleway ExtraBold"/>
                        </a:rPr>
                        <a:t>Software licenses</a:t>
                      </a:r>
                      <a:endParaRPr sz="1500">
                        <a:solidFill>
                          <a:schemeClr val="lt1"/>
                        </a:solidFill>
                        <a:latin typeface="Raleway ExtraBold"/>
                        <a:ea typeface="Raleway ExtraBold"/>
                        <a:cs typeface="Raleway ExtraBold"/>
                        <a:sym typeface="Raleway ExtraBold"/>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80%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$200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562633">
                <a:tc>
                  <a:txBody>
                    <a:bodyPr/>
                    <a:lstStyle/>
                    <a:p>
                      <a:pPr marL="0" lvl="0" indent="0" algn="l" rtl="0">
                        <a:spcBef>
                          <a:spcPts val="0"/>
                        </a:spcBef>
                        <a:spcAft>
                          <a:spcPts val="0"/>
                        </a:spcAft>
                        <a:buNone/>
                      </a:pPr>
                      <a:r>
                        <a:rPr lang="en" sz="1500">
                          <a:solidFill>
                            <a:schemeClr val="lt1"/>
                          </a:solidFill>
                          <a:latin typeface="Raleway ExtraBold"/>
                          <a:ea typeface="Raleway ExtraBold"/>
                          <a:cs typeface="Raleway ExtraBold"/>
                          <a:sym typeface="Raleway ExtraBold"/>
                        </a:rPr>
                        <a:t>Advertising</a:t>
                      </a:r>
                      <a:endParaRPr sz="1500">
                        <a:solidFill>
                          <a:schemeClr val="lt1"/>
                        </a:solidFill>
                        <a:latin typeface="Raleway ExtraBold"/>
                        <a:ea typeface="Raleway ExtraBold"/>
                        <a:cs typeface="Raleway ExtraBold"/>
                        <a:sym typeface="Raleway ExtraBold"/>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60%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500">
                          <a:solidFill>
                            <a:schemeClr val="dk1"/>
                          </a:solidFill>
                          <a:latin typeface="Raleway Medium"/>
                          <a:ea typeface="Raleway Medium"/>
                          <a:cs typeface="Raleway Medium"/>
                          <a:sym typeface="Raleway Medium"/>
                        </a:rPr>
                        <a:t>$500</a:t>
                      </a:r>
                      <a:endParaRPr sz="1500">
                        <a:solidFill>
                          <a:schemeClr val="dk1"/>
                        </a:solidFill>
                        <a:latin typeface="Raleway Medium"/>
                        <a:ea typeface="Raleway Medium"/>
                        <a:cs typeface="Raleway Medium"/>
                        <a:sym typeface="Raleway Medium"/>
                      </a:endParaRPr>
                    </a:p>
                  </a:txBody>
                  <a:tcPr marL="121900" marR="12190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bl>
          </a:graphicData>
        </a:graphic>
      </p:graphicFrame>
      <p:sp>
        <p:nvSpPr>
          <p:cNvPr id="590" name="Google Shape;590;p54"/>
          <p:cNvSpPr txBox="1"/>
          <p:nvPr/>
        </p:nvSpPr>
        <p:spPr>
          <a:xfrm>
            <a:off x="5510933" y="1581767"/>
            <a:ext cx="2652800" cy="533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400" b="0" i="0" u="none" strike="noStrike" kern="0" cap="none" spc="0" normalizeH="0" baseline="0" noProof="0">
                <a:ln>
                  <a:noFill/>
                </a:ln>
                <a:solidFill>
                  <a:srgbClr val="2B3B5D"/>
                </a:solidFill>
                <a:effectLst/>
                <a:uLnTx/>
                <a:uFillTx/>
                <a:latin typeface="Raleway ExtraBold"/>
                <a:ea typeface="Raleway ExtraBold"/>
                <a:cs typeface="Raleway ExtraBold"/>
                <a:sym typeface="Raleway ExtraBold"/>
              </a:rPr>
              <a:t>120 u/day</a:t>
            </a:r>
            <a:endParaRPr kumimoji="0" sz="2400" b="0" i="0" u="none" strike="noStrike" kern="0" cap="none" spc="0" normalizeH="0" baseline="0" noProof="0">
              <a:ln>
                <a:noFill/>
              </a:ln>
              <a:solidFill>
                <a:srgbClr val="2B3B5D"/>
              </a:solidFill>
              <a:effectLst/>
              <a:uLnTx/>
              <a:uFillTx/>
              <a:latin typeface="Raleway ExtraBold"/>
              <a:ea typeface="Raleway ExtraBold"/>
              <a:cs typeface="Raleway ExtraBold"/>
              <a:sym typeface="Raleway ExtraBold"/>
            </a:endParaRPr>
          </a:p>
        </p:txBody>
      </p:sp>
      <p:sp>
        <p:nvSpPr>
          <p:cNvPr id="591" name="Google Shape;591;p54"/>
          <p:cNvSpPr txBox="1"/>
          <p:nvPr/>
        </p:nvSpPr>
        <p:spPr>
          <a:xfrm>
            <a:off x="8223333" y="1581767"/>
            <a:ext cx="2652800" cy="533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400" b="0" i="0" u="none" strike="noStrike" kern="0" cap="none" spc="0" normalizeH="0" baseline="0" noProof="0">
                <a:ln>
                  <a:noFill/>
                </a:ln>
                <a:solidFill>
                  <a:srgbClr val="2B3B5D"/>
                </a:solidFill>
                <a:effectLst/>
                <a:uLnTx/>
                <a:uFillTx/>
                <a:latin typeface="Raleway ExtraBold"/>
                <a:ea typeface="Raleway ExtraBold"/>
                <a:cs typeface="Raleway ExtraBold"/>
                <a:sym typeface="Raleway ExtraBold"/>
              </a:rPr>
              <a:t>2h</a:t>
            </a:r>
            <a:endParaRPr kumimoji="0" sz="2400" b="0" i="0" u="none" strike="noStrike" kern="0" cap="none" spc="0" normalizeH="0" baseline="0" noProof="0">
              <a:ln>
                <a:noFill/>
              </a:ln>
              <a:solidFill>
                <a:srgbClr val="2B3B5D"/>
              </a:solidFill>
              <a:effectLst/>
              <a:uLnTx/>
              <a:uFillTx/>
              <a:latin typeface="Raleway ExtraBold"/>
              <a:ea typeface="Raleway ExtraBold"/>
              <a:cs typeface="Raleway ExtraBold"/>
              <a:sym typeface="Raleway ExtraBold"/>
            </a:endParaRPr>
          </a:p>
        </p:txBody>
      </p:sp>
      <p:sp>
        <p:nvSpPr>
          <p:cNvPr id="592" name="Google Shape;592;p54"/>
          <p:cNvSpPr txBox="1"/>
          <p:nvPr/>
        </p:nvSpPr>
        <p:spPr>
          <a:xfrm>
            <a:off x="5510933" y="2013767"/>
            <a:ext cx="2652800" cy="364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E1D35"/>
                </a:solidFill>
                <a:effectLst/>
                <a:uLnTx/>
                <a:uFillTx/>
                <a:latin typeface="Raleway Medium"/>
                <a:ea typeface="Raleway Medium"/>
                <a:cs typeface="Raleway Medium"/>
                <a:sym typeface="Raleway Medium"/>
              </a:rPr>
              <a:t>Output per worker</a:t>
            </a:r>
            <a:endParaRPr kumimoji="0" sz="1600" b="0" i="0" u="none" strike="noStrike" kern="0" cap="none" spc="0" normalizeH="0" baseline="0" noProof="0">
              <a:ln>
                <a:noFill/>
              </a:ln>
              <a:solidFill>
                <a:srgbClr val="0E1D35"/>
              </a:solidFill>
              <a:effectLst/>
              <a:uLnTx/>
              <a:uFillTx/>
              <a:latin typeface="Raleway Medium"/>
              <a:ea typeface="Raleway Medium"/>
              <a:cs typeface="Raleway Medium"/>
              <a:sym typeface="Raleway Medium"/>
            </a:endParaRPr>
          </a:p>
        </p:txBody>
      </p:sp>
      <p:sp>
        <p:nvSpPr>
          <p:cNvPr id="593" name="Google Shape;593;p54"/>
          <p:cNvSpPr txBox="1"/>
          <p:nvPr/>
        </p:nvSpPr>
        <p:spPr>
          <a:xfrm>
            <a:off x="8223333" y="2013767"/>
            <a:ext cx="2652800" cy="364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E1D35"/>
                </a:solidFill>
                <a:effectLst/>
                <a:uLnTx/>
                <a:uFillTx/>
                <a:latin typeface="Raleway Medium"/>
                <a:ea typeface="Raleway Medium"/>
                <a:cs typeface="Raleway Medium"/>
                <a:sym typeface="Raleway Medium"/>
              </a:rPr>
              <a:t>Time to complete a task</a:t>
            </a:r>
            <a:endParaRPr kumimoji="0" sz="1600" b="0" i="0" u="none" strike="noStrike" kern="0" cap="none" spc="0" normalizeH="0" baseline="0" noProof="0">
              <a:ln>
                <a:noFill/>
              </a:ln>
              <a:solidFill>
                <a:srgbClr val="0E1D35"/>
              </a:solidFill>
              <a:effectLst/>
              <a:uLnTx/>
              <a:uFillTx/>
              <a:latin typeface="Raleway Medium"/>
              <a:ea typeface="Raleway Medium"/>
              <a:cs typeface="Raleway Medium"/>
              <a:sym typeface="Raleway Medium"/>
            </a:endParaRPr>
          </a:p>
        </p:txBody>
      </p:sp>
      <p:sp>
        <p:nvSpPr>
          <p:cNvPr id="594" name="Google Shape;594;p54"/>
          <p:cNvSpPr txBox="1"/>
          <p:nvPr/>
        </p:nvSpPr>
        <p:spPr>
          <a:xfrm>
            <a:off x="5510833" y="5635333"/>
            <a:ext cx="5365200" cy="5032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0E1D35"/>
                </a:solidFill>
                <a:effectLst/>
                <a:uLnTx/>
                <a:uFillTx/>
                <a:latin typeface="Raleway Medium"/>
                <a:ea typeface="Raleway Medium"/>
                <a:cs typeface="Raleway Medium"/>
                <a:sym typeface="Raleway Medium"/>
              </a:rPr>
              <a:t>Follow the link in the graph to modify its data and then paste the new one here. </a:t>
            </a:r>
            <a:r>
              <a:rPr kumimoji="0" lang="en" sz="1333" b="1" i="0" u="sng" strike="noStrike" kern="0" cap="none" spc="0" normalizeH="0" baseline="0" noProof="0">
                <a:ln>
                  <a:noFill/>
                </a:ln>
                <a:solidFill>
                  <a:srgbClr val="0E1D35"/>
                </a:solidFill>
                <a:effectLst/>
                <a:uLnTx/>
                <a:uFillTx/>
                <a:latin typeface="Raleway"/>
                <a:ea typeface="Raleway"/>
                <a:cs typeface="Raleway"/>
                <a:sym typeface="Raleway"/>
                <a:hlinkClick r:id="rId3">
                  <a:extLst>
                    <a:ext uri="{A12FA001-AC4F-418D-AE19-62706E023703}">
                      <ahyp:hlinkClr xmlns:ahyp="http://schemas.microsoft.com/office/drawing/2018/hyperlinkcolor" val="tx"/>
                    </a:ext>
                  </a:extLst>
                </a:hlinkClick>
              </a:rPr>
              <a:t>For more info, click here</a:t>
            </a:r>
            <a:endParaRPr kumimoji="0" sz="1333" b="1" i="0" u="sng" strike="noStrike" kern="0" cap="none" spc="0" normalizeH="0" baseline="0" noProof="0">
              <a:ln>
                <a:noFill/>
              </a:ln>
              <a:solidFill>
                <a:srgbClr val="0E1D35"/>
              </a:solidFill>
              <a:effectLst/>
              <a:uLnTx/>
              <a:uFillTx/>
              <a:latin typeface="Raleway"/>
              <a:ea typeface="Raleway"/>
              <a:cs typeface="Raleway"/>
              <a:sym typeface="Raleway"/>
            </a:endParaRPr>
          </a:p>
        </p:txBody>
      </p:sp>
      <p:pic>
        <p:nvPicPr>
          <p:cNvPr id="595" name="Google Shape;595;p54" title="Chart">
            <a:hlinkClick r:id="rId4"/>
          </p:cNvPr>
          <p:cNvPicPr preferRelativeResize="0"/>
          <p:nvPr/>
        </p:nvPicPr>
        <p:blipFill>
          <a:blip r:embed="rId5">
            <a:alphaModFix/>
          </a:blip>
          <a:stretch>
            <a:fillRect/>
          </a:stretch>
        </p:blipFill>
        <p:spPr>
          <a:xfrm>
            <a:off x="5510934" y="2565688"/>
            <a:ext cx="5365213" cy="2922899"/>
          </a:xfrm>
          <a:prstGeom prst="rect">
            <a:avLst/>
          </a:prstGeom>
          <a:noFill/>
          <a:ln>
            <a:noFill/>
          </a:ln>
        </p:spPr>
      </p:pic>
    </p:spTree>
    <p:extLst>
      <p:ext uri="{BB962C8B-B14F-4D97-AF65-F5344CB8AC3E}">
        <p14:creationId xmlns:p14="http://schemas.microsoft.com/office/powerpoint/2010/main" val="180588718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82"/>
        <p:cNvGrpSpPr/>
        <p:nvPr/>
      </p:nvGrpSpPr>
      <p:grpSpPr>
        <a:xfrm>
          <a:off x="0" y="0"/>
          <a:ext cx="0" cy="0"/>
          <a:chOff x="0" y="0"/>
          <a:chExt cx="0" cy="0"/>
        </a:xfrm>
      </p:grpSpPr>
      <p:sp>
        <p:nvSpPr>
          <p:cNvPr id="483" name="Google Shape;483;p46"/>
          <p:cNvSpPr txBox="1">
            <a:spLocks noGrp="1"/>
          </p:cNvSpPr>
          <p:nvPr>
            <p:ph type="title"/>
          </p:nvPr>
        </p:nvSpPr>
        <p:spPr>
          <a:xfrm>
            <a:off x="960000" y="719333"/>
            <a:ext cx="10272000" cy="763600"/>
          </a:xfrm>
          <a:prstGeom prst="rect">
            <a:avLst/>
          </a:prstGeom>
        </p:spPr>
        <p:txBody>
          <a:bodyPr spcFirstLastPara="1" wrap="square" lIns="121900" tIns="121900" rIns="121900" bIns="121900" anchor="t" anchorCtr="0">
            <a:noAutofit/>
          </a:bodyPr>
          <a:lstStyle/>
          <a:p>
            <a:r>
              <a:rPr lang="en"/>
              <a:t>Project data</a:t>
            </a:r>
            <a:endParaRPr/>
          </a:p>
        </p:txBody>
      </p:sp>
      <p:sp>
        <p:nvSpPr>
          <p:cNvPr id="484" name="Google Shape;484;p46"/>
          <p:cNvSpPr txBox="1">
            <a:spLocks noGrp="1"/>
          </p:cNvSpPr>
          <p:nvPr>
            <p:ph type="title" idx="4294967295"/>
          </p:nvPr>
        </p:nvSpPr>
        <p:spPr>
          <a:xfrm>
            <a:off x="7902400" y="1748341"/>
            <a:ext cx="2320400" cy="1089600"/>
          </a:xfrm>
          <a:prstGeom prst="rect">
            <a:avLst/>
          </a:prstGeom>
        </p:spPr>
        <p:txBody>
          <a:bodyPr spcFirstLastPara="1" wrap="square" lIns="121900" tIns="121900" rIns="121900" bIns="121900" anchor="b" anchorCtr="0">
            <a:noAutofit/>
          </a:bodyPr>
          <a:lstStyle/>
          <a:p>
            <a:r>
              <a:rPr lang="en" sz="2400"/>
              <a:t>Benefits of using graphs</a:t>
            </a:r>
            <a:endParaRPr sz="2400"/>
          </a:p>
        </p:txBody>
      </p:sp>
      <p:sp>
        <p:nvSpPr>
          <p:cNvPr id="485" name="Google Shape;485;p46"/>
          <p:cNvSpPr txBox="1"/>
          <p:nvPr/>
        </p:nvSpPr>
        <p:spPr>
          <a:xfrm>
            <a:off x="1309200" y="5858904"/>
            <a:ext cx="9573600" cy="286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0E1D35"/>
                </a:solidFill>
                <a:effectLst/>
                <a:uLnTx/>
                <a:uFillTx/>
                <a:latin typeface="Raleway Medium"/>
                <a:ea typeface="Raleway Medium"/>
                <a:cs typeface="Raleway Medium"/>
                <a:sym typeface="Raleway Medium"/>
              </a:rPr>
              <a:t>Follow the link in the graph to modify its data and then paste the new one here. </a:t>
            </a:r>
            <a:r>
              <a:rPr kumimoji="0" lang="en" sz="1333" b="1" i="0" u="sng" strike="noStrike" kern="0" cap="none" spc="0" normalizeH="0" baseline="0" noProof="0">
                <a:ln>
                  <a:noFill/>
                </a:ln>
                <a:solidFill>
                  <a:srgbClr val="0E1D35"/>
                </a:solidFill>
                <a:effectLst/>
                <a:uLnTx/>
                <a:uFillTx/>
                <a:latin typeface="Raleway"/>
                <a:ea typeface="Raleway"/>
                <a:cs typeface="Raleway"/>
                <a:sym typeface="Raleway"/>
                <a:hlinkClick r:id="rId3">
                  <a:extLst>
                    <a:ext uri="{A12FA001-AC4F-418D-AE19-62706E023703}">
                      <ahyp:hlinkClr xmlns:ahyp="http://schemas.microsoft.com/office/drawing/2018/hyperlinkcolor" val="tx"/>
                    </a:ext>
                  </a:extLst>
                </a:hlinkClick>
              </a:rPr>
              <a:t>For more info, click here</a:t>
            </a:r>
            <a:endParaRPr kumimoji="0" sz="1333" b="1" i="0" u="sng" strike="noStrike" kern="0" cap="none" spc="0" normalizeH="0" baseline="0" noProof="0">
              <a:ln>
                <a:noFill/>
              </a:ln>
              <a:solidFill>
                <a:srgbClr val="0E1D35"/>
              </a:solidFill>
              <a:effectLst/>
              <a:uLnTx/>
              <a:uFillTx/>
              <a:latin typeface="Raleway"/>
              <a:ea typeface="Raleway"/>
              <a:cs typeface="Raleway"/>
              <a:sym typeface="Raleway"/>
            </a:endParaRPr>
          </a:p>
        </p:txBody>
      </p:sp>
      <p:sp>
        <p:nvSpPr>
          <p:cNvPr id="486" name="Google Shape;486;p46"/>
          <p:cNvSpPr txBox="1">
            <a:spLocks noGrp="1"/>
          </p:cNvSpPr>
          <p:nvPr>
            <p:ph type="subTitle" idx="4294967295"/>
          </p:nvPr>
        </p:nvSpPr>
        <p:spPr>
          <a:xfrm>
            <a:off x="7902400" y="2690500"/>
            <a:ext cx="2980400" cy="2660000"/>
          </a:xfrm>
          <a:prstGeom prst="rect">
            <a:avLst/>
          </a:prstGeom>
        </p:spPr>
        <p:txBody>
          <a:bodyPr spcFirstLastPara="1" wrap="square" lIns="121900" tIns="121900" rIns="121900" bIns="121900" anchor="t" anchorCtr="0">
            <a:noAutofit/>
          </a:bodyPr>
          <a:lstStyle/>
          <a:p>
            <a:pPr marL="0" indent="0">
              <a:buNone/>
            </a:pPr>
            <a:r>
              <a:rPr lang="en"/>
              <a:t>Graphs in project proposals offer visual organization, enabling clear presentation of information in a structured format. They enhance the visual appeal, facilitate data comparison and improve overall clarity and professionalism of your project proposal</a:t>
            </a:r>
            <a:endParaRPr/>
          </a:p>
        </p:txBody>
      </p:sp>
      <p:pic>
        <p:nvPicPr>
          <p:cNvPr id="487" name="Google Shape;487;p46" title="Chart">
            <a:hlinkClick r:id="rId4"/>
          </p:cNvPr>
          <p:cNvPicPr preferRelativeResize="0"/>
          <p:nvPr/>
        </p:nvPicPr>
        <p:blipFill>
          <a:blip r:embed="rId5">
            <a:alphaModFix/>
          </a:blip>
          <a:stretch>
            <a:fillRect/>
          </a:stretch>
        </p:blipFill>
        <p:spPr>
          <a:xfrm>
            <a:off x="950968" y="1666234"/>
            <a:ext cx="6414889" cy="3969569"/>
          </a:xfrm>
          <a:prstGeom prst="rect">
            <a:avLst/>
          </a:prstGeom>
          <a:noFill/>
          <a:ln>
            <a:noFill/>
          </a:ln>
        </p:spPr>
      </p:pic>
      <p:sp>
        <p:nvSpPr>
          <p:cNvPr id="488" name="Google Shape;488;p46"/>
          <p:cNvSpPr/>
          <p:nvPr/>
        </p:nvSpPr>
        <p:spPr>
          <a:xfrm rot="10800000" flipH="1">
            <a:off x="758000" y="5737400"/>
            <a:ext cx="758000" cy="11428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Open Sans"/>
              <a:ea typeface="Open Sans"/>
              <a:cs typeface="Open Sans"/>
              <a:sym typeface="Open Sans"/>
            </a:endParaRPr>
          </a:p>
        </p:txBody>
      </p:sp>
    </p:spTree>
    <p:extLst>
      <p:ext uri="{BB962C8B-B14F-4D97-AF65-F5344CB8AC3E}">
        <p14:creationId xmlns:p14="http://schemas.microsoft.com/office/powerpoint/2010/main" val="88461619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B1AADD15-EF19-4140-88C7-FA18D3670B4A}"/>
              </a:ext>
            </a:extLst>
          </p:cNvPr>
          <p:cNvSpPr txBox="1"/>
          <p:nvPr/>
        </p:nvSpPr>
        <p:spPr>
          <a:xfrm>
            <a:off x="431800" y="191214"/>
            <a:ext cx="11328400" cy="73866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3F3F3F"/>
                </a:solidFill>
                <a:effectLst/>
                <a:uLnTx/>
                <a:uFillTx/>
                <a:latin typeface="Corbel" panose="020B0503020204020204"/>
                <a:ea typeface="+mn-ea"/>
                <a:cs typeface="+mn-cs"/>
              </a:rPr>
              <a:t>TABLES</a:t>
            </a:r>
          </a:p>
        </p:txBody>
      </p:sp>
      <p:grpSp>
        <p:nvGrpSpPr>
          <p:cNvPr id="5" name="Group 4">
            <a:extLst>
              <a:ext uri="{FF2B5EF4-FFF2-40B4-BE49-F238E27FC236}">
                <a16:creationId xmlns:a16="http://schemas.microsoft.com/office/drawing/2014/main" id="{D903D880-2121-4AF1-AB91-4DE7F5B28CF3}"/>
              </a:ext>
            </a:extLst>
          </p:cNvPr>
          <p:cNvGrpSpPr/>
          <p:nvPr/>
        </p:nvGrpSpPr>
        <p:grpSpPr>
          <a:xfrm>
            <a:off x="5319855" y="6478321"/>
            <a:ext cx="1552291" cy="121183"/>
            <a:chOff x="4665436" y="4689691"/>
            <a:chExt cx="2415114" cy="121183"/>
          </a:xfrm>
        </p:grpSpPr>
        <p:sp>
          <p:nvSpPr>
            <p:cNvPr id="6" name="Rectangle: Rounded Corners 5">
              <a:extLst>
                <a:ext uri="{FF2B5EF4-FFF2-40B4-BE49-F238E27FC236}">
                  <a16:creationId xmlns:a16="http://schemas.microsoft.com/office/drawing/2014/main" id="{BC7BF908-FDDB-4BF7-BD98-0F1BBFA71B88}"/>
                </a:ext>
              </a:extLst>
            </p:cNvPr>
            <p:cNvSpPr/>
            <p:nvPr/>
          </p:nvSpPr>
          <p:spPr>
            <a:xfrm>
              <a:off x="4665436" y="4689691"/>
              <a:ext cx="1075758" cy="121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ectangle: Rounded Corners 6">
              <a:extLst>
                <a:ext uri="{FF2B5EF4-FFF2-40B4-BE49-F238E27FC236}">
                  <a16:creationId xmlns:a16="http://schemas.microsoft.com/office/drawing/2014/main" id="{B1F27A12-06B2-470B-96A1-37F027DD98F8}"/>
                </a:ext>
              </a:extLst>
            </p:cNvPr>
            <p:cNvSpPr/>
            <p:nvPr/>
          </p:nvSpPr>
          <p:spPr>
            <a:xfrm>
              <a:off x="6004792" y="4689691"/>
              <a:ext cx="1075758" cy="12118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grpSp>
      <p:sp>
        <p:nvSpPr>
          <p:cNvPr id="8" name="Date Placeholder 7">
            <a:extLst>
              <a:ext uri="{FF2B5EF4-FFF2-40B4-BE49-F238E27FC236}">
                <a16:creationId xmlns:a16="http://schemas.microsoft.com/office/drawing/2014/main" id="{ED17E5F7-A895-4DA2-9E2E-33870877DB5B}"/>
              </a:ext>
            </a:extLst>
          </p:cNvPr>
          <p:cNvSpPr>
            <a:spLocks noGrp="1"/>
          </p:cNvSpPr>
          <p:nvPr>
            <p:ph type="dt" sz="half" idx="10"/>
          </p:nvPr>
        </p:nvSpPr>
        <p:spPr>
          <a:xfrm>
            <a:off x="838200" y="6356350"/>
            <a:ext cx="27432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22ABB57-F0EC-4286-B1AC-36841ACD99BD}" type="datetime1">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9" name="Slide Number Placeholder 8">
            <a:extLst>
              <a:ext uri="{FF2B5EF4-FFF2-40B4-BE49-F238E27FC236}">
                <a16:creationId xmlns:a16="http://schemas.microsoft.com/office/drawing/2014/main" id="{DAA389C8-B2EE-4FCB-A752-D81FA60401A6}"/>
              </a:ext>
            </a:extLst>
          </p:cNvPr>
          <p:cNvSpPr>
            <a:spLocks noGrp="1"/>
          </p:cNvSpPr>
          <p:nvPr>
            <p:ph type="sldNum" sz="quarter" idx="12"/>
          </p:nvPr>
        </p:nvSpPr>
        <p:spPr>
          <a:xfrm>
            <a:off x="8610600" y="6356350"/>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94E2DD-4F38-4D2A-97E5-5D7467AA1DEC}" type="slidenum">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graphicFrame>
        <p:nvGraphicFramePr>
          <p:cNvPr id="14" name="Table 13">
            <a:extLst>
              <a:ext uri="{FF2B5EF4-FFF2-40B4-BE49-F238E27FC236}">
                <a16:creationId xmlns:a16="http://schemas.microsoft.com/office/drawing/2014/main" id="{EBB3C1F1-DF07-4C8A-AEA1-38BF40813A1F}"/>
              </a:ext>
            </a:extLst>
          </p:cNvPr>
          <p:cNvGraphicFramePr>
            <a:graphicFrameLocks noGrp="1"/>
          </p:cNvGraphicFramePr>
          <p:nvPr/>
        </p:nvGraphicFramePr>
        <p:xfrm>
          <a:off x="514350" y="1209776"/>
          <a:ext cx="11163300" cy="4022622"/>
        </p:xfrm>
        <a:graphic>
          <a:graphicData uri="http://schemas.openxmlformats.org/drawingml/2006/table">
            <a:tbl>
              <a:tblPr firstRow="1" bandRow="1">
                <a:tableStyleId>{5C22544A-7EE6-4342-B048-85BDC9FD1C3A}</a:tableStyleId>
              </a:tblPr>
              <a:tblGrid>
                <a:gridCol w="2232660">
                  <a:extLst>
                    <a:ext uri="{9D8B030D-6E8A-4147-A177-3AD203B41FA5}">
                      <a16:colId xmlns:a16="http://schemas.microsoft.com/office/drawing/2014/main" val="2564411398"/>
                    </a:ext>
                  </a:extLst>
                </a:gridCol>
                <a:gridCol w="2232660">
                  <a:extLst>
                    <a:ext uri="{9D8B030D-6E8A-4147-A177-3AD203B41FA5}">
                      <a16:colId xmlns:a16="http://schemas.microsoft.com/office/drawing/2014/main" val="2851696159"/>
                    </a:ext>
                  </a:extLst>
                </a:gridCol>
                <a:gridCol w="2232660">
                  <a:extLst>
                    <a:ext uri="{9D8B030D-6E8A-4147-A177-3AD203B41FA5}">
                      <a16:colId xmlns:a16="http://schemas.microsoft.com/office/drawing/2014/main" val="1005280288"/>
                    </a:ext>
                  </a:extLst>
                </a:gridCol>
                <a:gridCol w="2232660">
                  <a:extLst>
                    <a:ext uri="{9D8B030D-6E8A-4147-A177-3AD203B41FA5}">
                      <a16:colId xmlns:a16="http://schemas.microsoft.com/office/drawing/2014/main" val="796509677"/>
                    </a:ext>
                  </a:extLst>
                </a:gridCol>
                <a:gridCol w="2232660">
                  <a:extLst>
                    <a:ext uri="{9D8B030D-6E8A-4147-A177-3AD203B41FA5}">
                      <a16:colId xmlns:a16="http://schemas.microsoft.com/office/drawing/2014/main" val="576146675"/>
                    </a:ext>
                  </a:extLst>
                </a:gridCol>
              </a:tblGrid>
              <a:tr h="670437">
                <a:tc>
                  <a:txBody>
                    <a:bodyPr/>
                    <a:lstStyle/>
                    <a:p>
                      <a:pPr algn="ctr"/>
                      <a:endParaRPr lang="en-US"/>
                    </a:p>
                  </a:txBody>
                  <a:tcPr anchor="ctr">
                    <a:lnL w="12700" cmpd="sng">
                      <a:noFill/>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t>Option 1</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t>Option 2</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t>Option 3</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t>Option 4</a:t>
                      </a:r>
                    </a:p>
                  </a:txBody>
                  <a:tcPr anchor="ctr">
                    <a:lnL w="6350" cap="flat" cmpd="sng" algn="ctr">
                      <a:solidFill>
                        <a:schemeClr val="bg1"/>
                      </a:solidFill>
                      <a:prstDash val="solid"/>
                      <a:round/>
                      <a:headEnd type="none" w="med" len="med"/>
                      <a:tailEnd type="none" w="med" len="med"/>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8385598"/>
                  </a:ext>
                </a:extLst>
              </a:tr>
              <a:tr h="670437">
                <a:tc>
                  <a:txBody>
                    <a:bodyPr/>
                    <a:lstStyle/>
                    <a:p>
                      <a:pPr algn="ctr"/>
                      <a:r>
                        <a:rPr lang="en-US" sz="1400">
                          <a:solidFill>
                            <a:schemeClr val="bg1"/>
                          </a:solidFill>
                        </a:rPr>
                        <a:t>Lorem Ipsum</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728516819"/>
                  </a:ext>
                </a:extLst>
              </a:tr>
              <a:tr h="670437">
                <a:tc>
                  <a:txBody>
                    <a:bodyPr/>
                    <a:lstStyle/>
                    <a:p>
                      <a:pPr algn="ctr"/>
                      <a:r>
                        <a:rPr lang="en-US" sz="1400">
                          <a:solidFill>
                            <a:schemeClr val="bg1"/>
                          </a:solidFill>
                        </a:rPr>
                        <a:t>Lorem Ipsum</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926273471"/>
                  </a:ext>
                </a:extLst>
              </a:tr>
              <a:tr h="670437">
                <a:tc>
                  <a:txBody>
                    <a:bodyPr/>
                    <a:lstStyle/>
                    <a:p>
                      <a:pPr algn="ctr"/>
                      <a:r>
                        <a:rPr lang="en-US" sz="1400">
                          <a:solidFill>
                            <a:schemeClr val="bg1"/>
                          </a:solidFill>
                        </a:rPr>
                        <a:t>Lorem Ipsum</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674212300"/>
                  </a:ext>
                </a:extLst>
              </a:tr>
              <a:tr h="670437">
                <a:tc>
                  <a:txBody>
                    <a:bodyPr/>
                    <a:lstStyle/>
                    <a:p>
                      <a:pPr algn="ctr"/>
                      <a:r>
                        <a:rPr lang="en-US" sz="1400">
                          <a:solidFill>
                            <a:schemeClr val="bg1"/>
                          </a:solidFill>
                        </a:rPr>
                        <a:t>Lorem Ipsum</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061374459"/>
                  </a:ext>
                </a:extLst>
              </a:tr>
              <a:tr h="670437">
                <a:tc>
                  <a:txBody>
                    <a:bodyPr/>
                    <a:lstStyle/>
                    <a:p>
                      <a:pPr algn="ctr"/>
                      <a:r>
                        <a:rPr lang="en-US" sz="1400">
                          <a:solidFill>
                            <a:schemeClr val="bg1"/>
                          </a:solidFill>
                        </a:rPr>
                        <a:t>Lorem Ipsum</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01948398"/>
                  </a:ext>
                </a:extLst>
              </a:tr>
            </a:tbl>
          </a:graphicData>
        </a:graphic>
      </p:graphicFrame>
      <p:sp>
        <p:nvSpPr>
          <p:cNvPr id="16" name="Freeform 1669">
            <a:extLst>
              <a:ext uri="{FF2B5EF4-FFF2-40B4-BE49-F238E27FC236}">
                <a16:creationId xmlns:a16="http://schemas.microsoft.com/office/drawing/2014/main" id="{52F0F9CD-6718-4B93-941A-2DB7778928E6}"/>
              </a:ext>
            </a:extLst>
          </p:cNvPr>
          <p:cNvSpPr>
            <a:spLocks noEditPoints="1"/>
          </p:cNvSpPr>
          <p:nvPr/>
        </p:nvSpPr>
        <p:spPr bwMode="auto">
          <a:xfrm>
            <a:off x="3694113" y="2075110"/>
            <a:ext cx="285750" cy="285750"/>
          </a:xfrm>
          <a:custGeom>
            <a:avLst/>
            <a:gdLst>
              <a:gd name="T0" fmla="*/ 519 w 719"/>
              <a:gd name="T1" fmla="*/ 263 h 719"/>
              <a:gd name="T2" fmla="*/ 292 w 719"/>
              <a:gd name="T3" fmla="*/ 475 h 719"/>
              <a:gd name="T4" fmla="*/ 289 w 719"/>
              <a:gd name="T5" fmla="*/ 477 h 719"/>
              <a:gd name="T6" fmla="*/ 284 w 719"/>
              <a:gd name="T7" fmla="*/ 479 h 719"/>
              <a:gd name="T8" fmla="*/ 280 w 719"/>
              <a:gd name="T9" fmla="*/ 477 h 719"/>
              <a:gd name="T10" fmla="*/ 275 w 719"/>
              <a:gd name="T11" fmla="*/ 475 h 719"/>
              <a:gd name="T12" fmla="*/ 200 w 719"/>
              <a:gd name="T13" fmla="*/ 400 h 719"/>
              <a:gd name="T14" fmla="*/ 198 w 719"/>
              <a:gd name="T15" fmla="*/ 396 h 719"/>
              <a:gd name="T16" fmla="*/ 197 w 719"/>
              <a:gd name="T17" fmla="*/ 391 h 719"/>
              <a:gd name="T18" fmla="*/ 198 w 719"/>
              <a:gd name="T19" fmla="*/ 387 h 719"/>
              <a:gd name="T20" fmla="*/ 200 w 719"/>
              <a:gd name="T21" fmla="*/ 382 h 719"/>
              <a:gd name="T22" fmla="*/ 205 w 719"/>
              <a:gd name="T23" fmla="*/ 380 h 719"/>
              <a:gd name="T24" fmla="*/ 209 w 719"/>
              <a:gd name="T25" fmla="*/ 379 h 719"/>
              <a:gd name="T26" fmla="*/ 213 w 719"/>
              <a:gd name="T27" fmla="*/ 380 h 719"/>
              <a:gd name="T28" fmla="*/ 217 w 719"/>
              <a:gd name="T29" fmla="*/ 382 h 719"/>
              <a:gd name="T30" fmla="*/ 284 w 719"/>
              <a:gd name="T31" fmla="*/ 450 h 719"/>
              <a:gd name="T32" fmla="*/ 503 w 719"/>
              <a:gd name="T33" fmla="*/ 247 h 719"/>
              <a:gd name="T34" fmla="*/ 507 w 719"/>
              <a:gd name="T35" fmla="*/ 243 h 719"/>
              <a:gd name="T36" fmla="*/ 512 w 719"/>
              <a:gd name="T37" fmla="*/ 243 h 719"/>
              <a:gd name="T38" fmla="*/ 516 w 719"/>
              <a:gd name="T39" fmla="*/ 243 h 719"/>
              <a:gd name="T40" fmla="*/ 519 w 719"/>
              <a:gd name="T41" fmla="*/ 247 h 719"/>
              <a:gd name="T42" fmla="*/ 522 w 719"/>
              <a:gd name="T43" fmla="*/ 251 h 719"/>
              <a:gd name="T44" fmla="*/ 523 w 719"/>
              <a:gd name="T45" fmla="*/ 255 h 719"/>
              <a:gd name="T46" fmla="*/ 522 w 719"/>
              <a:gd name="T47" fmla="*/ 260 h 719"/>
              <a:gd name="T48" fmla="*/ 519 w 719"/>
              <a:gd name="T49" fmla="*/ 263 h 719"/>
              <a:gd name="T50" fmla="*/ 707 w 719"/>
              <a:gd name="T51" fmla="*/ 0 h 719"/>
              <a:gd name="T52" fmla="*/ 12 w 719"/>
              <a:gd name="T53" fmla="*/ 0 h 719"/>
              <a:gd name="T54" fmla="*/ 8 w 719"/>
              <a:gd name="T55" fmla="*/ 2 h 719"/>
              <a:gd name="T56" fmla="*/ 4 w 719"/>
              <a:gd name="T57" fmla="*/ 5 h 719"/>
              <a:gd name="T58" fmla="*/ 1 w 719"/>
              <a:gd name="T59" fmla="*/ 8 h 719"/>
              <a:gd name="T60" fmla="*/ 0 w 719"/>
              <a:gd name="T61" fmla="*/ 13 h 719"/>
              <a:gd name="T62" fmla="*/ 0 w 719"/>
              <a:gd name="T63" fmla="*/ 707 h 719"/>
              <a:gd name="T64" fmla="*/ 1 w 719"/>
              <a:gd name="T65" fmla="*/ 713 h 719"/>
              <a:gd name="T66" fmla="*/ 4 w 719"/>
              <a:gd name="T67" fmla="*/ 716 h 719"/>
              <a:gd name="T68" fmla="*/ 8 w 719"/>
              <a:gd name="T69" fmla="*/ 719 h 719"/>
              <a:gd name="T70" fmla="*/ 12 w 719"/>
              <a:gd name="T71" fmla="*/ 719 h 719"/>
              <a:gd name="T72" fmla="*/ 707 w 719"/>
              <a:gd name="T73" fmla="*/ 719 h 719"/>
              <a:gd name="T74" fmla="*/ 711 w 719"/>
              <a:gd name="T75" fmla="*/ 719 h 719"/>
              <a:gd name="T76" fmla="*/ 716 w 719"/>
              <a:gd name="T77" fmla="*/ 716 h 719"/>
              <a:gd name="T78" fmla="*/ 718 w 719"/>
              <a:gd name="T79" fmla="*/ 713 h 719"/>
              <a:gd name="T80" fmla="*/ 719 w 719"/>
              <a:gd name="T81" fmla="*/ 707 h 719"/>
              <a:gd name="T82" fmla="*/ 719 w 719"/>
              <a:gd name="T83" fmla="*/ 13 h 719"/>
              <a:gd name="T84" fmla="*/ 718 w 719"/>
              <a:gd name="T85" fmla="*/ 8 h 719"/>
              <a:gd name="T86" fmla="*/ 716 w 719"/>
              <a:gd name="T87" fmla="*/ 5 h 719"/>
              <a:gd name="T88" fmla="*/ 711 w 719"/>
              <a:gd name="T89" fmla="*/ 2 h 719"/>
              <a:gd name="T90" fmla="*/ 707 w 719"/>
              <a:gd name="T9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9" h="719">
                <a:moveTo>
                  <a:pt x="519" y="263"/>
                </a:moveTo>
                <a:lnTo>
                  <a:pt x="292" y="475"/>
                </a:lnTo>
                <a:lnTo>
                  <a:pt x="289" y="477"/>
                </a:lnTo>
                <a:lnTo>
                  <a:pt x="284" y="479"/>
                </a:lnTo>
                <a:lnTo>
                  <a:pt x="280" y="477"/>
                </a:lnTo>
                <a:lnTo>
                  <a:pt x="275" y="475"/>
                </a:lnTo>
                <a:lnTo>
                  <a:pt x="200" y="400"/>
                </a:lnTo>
                <a:lnTo>
                  <a:pt x="198" y="396"/>
                </a:lnTo>
                <a:lnTo>
                  <a:pt x="197" y="391"/>
                </a:lnTo>
                <a:lnTo>
                  <a:pt x="198" y="387"/>
                </a:lnTo>
                <a:lnTo>
                  <a:pt x="200" y="382"/>
                </a:lnTo>
                <a:lnTo>
                  <a:pt x="205" y="380"/>
                </a:lnTo>
                <a:lnTo>
                  <a:pt x="209" y="379"/>
                </a:lnTo>
                <a:lnTo>
                  <a:pt x="213" y="380"/>
                </a:lnTo>
                <a:lnTo>
                  <a:pt x="217" y="382"/>
                </a:lnTo>
                <a:lnTo>
                  <a:pt x="284" y="450"/>
                </a:lnTo>
                <a:lnTo>
                  <a:pt x="503" y="247"/>
                </a:lnTo>
                <a:lnTo>
                  <a:pt x="507" y="243"/>
                </a:lnTo>
                <a:lnTo>
                  <a:pt x="512" y="243"/>
                </a:lnTo>
                <a:lnTo>
                  <a:pt x="516" y="243"/>
                </a:lnTo>
                <a:lnTo>
                  <a:pt x="519" y="247"/>
                </a:lnTo>
                <a:lnTo>
                  <a:pt x="522" y="251"/>
                </a:lnTo>
                <a:lnTo>
                  <a:pt x="523" y="255"/>
                </a:lnTo>
                <a:lnTo>
                  <a:pt x="522" y="260"/>
                </a:lnTo>
                <a:lnTo>
                  <a:pt x="519" y="263"/>
                </a:lnTo>
                <a:close/>
                <a:moveTo>
                  <a:pt x="707" y="0"/>
                </a:moveTo>
                <a:lnTo>
                  <a:pt x="12" y="0"/>
                </a:lnTo>
                <a:lnTo>
                  <a:pt x="8" y="2"/>
                </a:lnTo>
                <a:lnTo>
                  <a:pt x="4" y="5"/>
                </a:lnTo>
                <a:lnTo>
                  <a:pt x="1" y="8"/>
                </a:lnTo>
                <a:lnTo>
                  <a:pt x="0" y="13"/>
                </a:lnTo>
                <a:lnTo>
                  <a:pt x="0" y="707"/>
                </a:lnTo>
                <a:lnTo>
                  <a:pt x="1" y="713"/>
                </a:lnTo>
                <a:lnTo>
                  <a:pt x="4" y="716"/>
                </a:lnTo>
                <a:lnTo>
                  <a:pt x="8" y="719"/>
                </a:lnTo>
                <a:lnTo>
                  <a:pt x="12" y="719"/>
                </a:lnTo>
                <a:lnTo>
                  <a:pt x="707" y="719"/>
                </a:lnTo>
                <a:lnTo>
                  <a:pt x="711" y="719"/>
                </a:lnTo>
                <a:lnTo>
                  <a:pt x="716" y="716"/>
                </a:lnTo>
                <a:lnTo>
                  <a:pt x="718" y="713"/>
                </a:lnTo>
                <a:lnTo>
                  <a:pt x="719" y="707"/>
                </a:lnTo>
                <a:lnTo>
                  <a:pt x="719" y="13"/>
                </a:lnTo>
                <a:lnTo>
                  <a:pt x="718" y="8"/>
                </a:lnTo>
                <a:lnTo>
                  <a:pt x="716" y="5"/>
                </a:lnTo>
                <a:lnTo>
                  <a:pt x="711" y="2"/>
                </a:lnTo>
                <a:lnTo>
                  <a:pt x="70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7" name="Freeform 1669">
            <a:extLst>
              <a:ext uri="{FF2B5EF4-FFF2-40B4-BE49-F238E27FC236}">
                <a16:creationId xmlns:a16="http://schemas.microsoft.com/office/drawing/2014/main" id="{3A13C0CE-DED9-4B8C-BCB0-E5BAD02D0DD6}"/>
              </a:ext>
            </a:extLst>
          </p:cNvPr>
          <p:cNvSpPr>
            <a:spLocks noEditPoints="1"/>
          </p:cNvSpPr>
          <p:nvPr/>
        </p:nvSpPr>
        <p:spPr bwMode="auto">
          <a:xfrm>
            <a:off x="3694113" y="3434424"/>
            <a:ext cx="285750" cy="285750"/>
          </a:xfrm>
          <a:custGeom>
            <a:avLst/>
            <a:gdLst>
              <a:gd name="T0" fmla="*/ 519 w 719"/>
              <a:gd name="T1" fmla="*/ 263 h 719"/>
              <a:gd name="T2" fmla="*/ 292 w 719"/>
              <a:gd name="T3" fmla="*/ 475 h 719"/>
              <a:gd name="T4" fmla="*/ 289 w 719"/>
              <a:gd name="T5" fmla="*/ 477 h 719"/>
              <a:gd name="T6" fmla="*/ 284 w 719"/>
              <a:gd name="T7" fmla="*/ 479 h 719"/>
              <a:gd name="T8" fmla="*/ 280 w 719"/>
              <a:gd name="T9" fmla="*/ 477 h 719"/>
              <a:gd name="T10" fmla="*/ 275 w 719"/>
              <a:gd name="T11" fmla="*/ 475 h 719"/>
              <a:gd name="T12" fmla="*/ 200 w 719"/>
              <a:gd name="T13" fmla="*/ 400 h 719"/>
              <a:gd name="T14" fmla="*/ 198 w 719"/>
              <a:gd name="T15" fmla="*/ 396 h 719"/>
              <a:gd name="T16" fmla="*/ 197 w 719"/>
              <a:gd name="T17" fmla="*/ 391 h 719"/>
              <a:gd name="T18" fmla="*/ 198 w 719"/>
              <a:gd name="T19" fmla="*/ 387 h 719"/>
              <a:gd name="T20" fmla="*/ 200 w 719"/>
              <a:gd name="T21" fmla="*/ 382 h 719"/>
              <a:gd name="T22" fmla="*/ 205 w 719"/>
              <a:gd name="T23" fmla="*/ 380 h 719"/>
              <a:gd name="T24" fmla="*/ 209 w 719"/>
              <a:gd name="T25" fmla="*/ 379 h 719"/>
              <a:gd name="T26" fmla="*/ 213 w 719"/>
              <a:gd name="T27" fmla="*/ 380 h 719"/>
              <a:gd name="T28" fmla="*/ 217 w 719"/>
              <a:gd name="T29" fmla="*/ 382 h 719"/>
              <a:gd name="T30" fmla="*/ 284 w 719"/>
              <a:gd name="T31" fmla="*/ 450 h 719"/>
              <a:gd name="T32" fmla="*/ 503 w 719"/>
              <a:gd name="T33" fmla="*/ 247 h 719"/>
              <a:gd name="T34" fmla="*/ 507 w 719"/>
              <a:gd name="T35" fmla="*/ 243 h 719"/>
              <a:gd name="T36" fmla="*/ 512 w 719"/>
              <a:gd name="T37" fmla="*/ 243 h 719"/>
              <a:gd name="T38" fmla="*/ 516 w 719"/>
              <a:gd name="T39" fmla="*/ 243 h 719"/>
              <a:gd name="T40" fmla="*/ 519 w 719"/>
              <a:gd name="T41" fmla="*/ 247 h 719"/>
              <a:gd name="T42" fmla="*/ 522 w 719"/>
              <a:gd name="T43" fmla="*/ 251 h 719"/>
              <a:gd name="T44" fmla="*/ 523 w 719"/>
              <a:gd name="T45" fmla="*/ 255 h 719"/>
              <a:gd name="T46" fmla="*/ 522 w 719"/>
              <a:gd name="T47" fmla="*/ 260 h 719"/>
              <a:gd name="T48" fmla="*/ 519 w 719"/>
              <a:gd name="T49" fmla="*/ 263 h 719"/>
              <a:gd name="T50" fmla="*/ 707 w 719"/>
              <a:gd name="T51" fmla="*/ 0 h 719"/>
              <a:gd name="T52" fmla="*/ 12 w 719"/>
              <a:gd name="T53" fmla="*/ 0 h 719"/>
              <a:gd name="T54" fmla="*/ 8 w 719"/>
              <a:gd name="T55" fmla="*/ 2 h 719"/>
              <a:gd name="T56" fmla="*/ 4 w 719"/>
              <a:gd name="T57" fmla="*/ 5 h 719"/>
              <a:gd name="T58" fmla="*/ 1 w 719"/>
              <a:gd name="T59" fmla="*/ 8 h 719"/>
              <a:gd name="T60" fmla="*/ 0 w 719"/>
              <a:gd name="T61" fmla="*/ 13 h 719"/>
              <a:gd name="T62" fmla="*/ 0 w 719"/>
              <a:gd name="T63" fmla="*/ 707 h 719"/>
              <a:gd name="T64" fmla="*/ 1 w 719"/>
              <a:gd name="T65" fmla="*/ 713 h 719"/>
              <a:gd name="T66" fmla="*/ 4 w 719"/>
              <a:gd name="T67" fmla="*/ 716 h 719"/>
              <a:gd name="T68" fmla="*/ 8 w 719"/>
              <a:gd name="T69" fmla="*/ 719 h 719"/>
              <a:gd name="T70" fmla="*/ 12 w 719"/>
              <a:gd name="T71" fmla="*/ 719 h 719"/>
              <a:gd name="T72" fmla="*/ 707 w 719"/>
              <a:gd name="T73" fmla="*/ 719 h 719"/>
              <a:gd name="T74" fmla="*/ 711 w 719"/>
              <a:gd name="T75" fmla="*/ 719 h 719"/>
              <a:gd name="T76" fmla="*/ 716 w 719"/>
              <a:gd name="T77" fmla="*/ 716 h 719"/>
              <a:gd name="T78" fmla="*/ 718 w 719"/>
              <a:gd name="T79" fmla="*/ 713 h 719"/>
              <a:gd name="T80" fmla="*/ 719 w 719"/>
              <a:gd name="T81" fmla="*/ 707 h 719"/>
              <a:gd name="T82" fmla="*/ 719 w 719"/>
              <a:gd name="T83" fmla="*/ 13 h 719"/>
              <a:gd name="T84" fmla="*/ 718 w 719"/>
              <a:gd name="T85" fmla="*/ 8 h 719"/>
              <a:gd name="T86" fmla="*/ 716 w 719"/>
              <a:gd name="T87" fmla="*/ 5 h 719"/>
              <a:gd name="T88" fmla="*/ 711 w 719"/>
              <a:gd name="T89" fmla="*/ 2 h 719"/>
              <a:gd name="T90" fmla="*/ 707 w 719"/>
              <a:gd name="T9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9" h="719">
                <a:moveTo>
                  <a:pt x="519" y="263"/>
                </a:moveTo>
                <a:lnTo>
                  <a:pt x="292" y="475"/>
                </a:lnTo>
                <a:lnTo>
                  <a:pt x="289" y="477"/>
                </a:lnTo>
                <a:lnTo>
                  <a:pt x="284" y="479"/>
                </a:lnTo>
                <a:lnTo>
                  <a:pt x="280" y="477"/>
                </a:lnTo>
                <a:lnTo>
                  <a:pt x="275" y="475"/>
                </a:lnTo>
                <a:lnTo>
                  <a:pt x="200" y="400"/>
                </a:lnTo>
                <a:lnTo>
                  <a:pt x="198" y="396"/>
                </a:lnTo>
                <a:lnTo>
                  <a:pt x="197" y="391"/>
                </a:lnTo>
                <a:lnTo>
                  <a:pt x="198" y="387"/>
                </a:lnTo>
                <a:lnTo>
                  <a:pt x="200" y="382"/>
                </a:lnTo>
                <a:lnTo>
                  <a:pt x="205" y="380"/>
                </a:lnTo>
                <a:lnTo>
                  <a:pt x="209" y="379"/>
                </a:lnTo>
                <a:lnTo>
                  <a:pt x="213" y="380"/>
                </a:lnTo>
                <a:lnTo>
                  <a:pt x="217" y="382"/>
                </a:lnTo>
                <a:lnTo>
                  <a:pt x="284" y="450"/>
                </a:lnTo>
                <a:lnTo>
                  <a:pt x="503" y="247"/>
                </a:lnTo>
                <a:lnTo>
                  <a:pt x="507" y="243"/>
                </a:lnTo>
                <a:lnTo>
                  <a:pt x="512" y="243"/>
                </a:lnTo>
                <a:lnTo>
                  <a:pt x="516" y="243"/>
                </a:lnTo>
                <a:lnTo>
                  <a:pt x="519" y="247"/>
                </a:lnTo>
                <a:lnTo>
                  <a:pt x="522" y="251"/>
                </a:lnTo>
                <a:lnTo>
                  <a:pt x="523" y="255"/>
                </a:lnTo>
                <a:lnTo>
                  <a:pt x="522" y="260"/>
                </a:lnTo>
                <a:lnTo>
                  <a:pt x="519" y="263"/>
                </a:lnTo>
                <a:close/>
                <a:moveTo>
                  <a:pt x="707" y="0"/>
                </a:moveTo>
                <a:lnTo>
                  <a:pt x="12" y="0"/>
                </a:lnTo>
                <a:lnTo>
                  <a:pt x="8" y="2"/>
                </a:lnTo>
                <a:lnTo>
                  <a:pt x="4" y="5"/>
                </a:lnTo>
                <a:lnTo>
                  <a:pt x="1" y="8"/>
                </a:lnTo>
                <a:lnTo>
                  <a:pt x="0" y="13"/>
                </a:lnTo>
                <a:lnTo>
                  <a:pt x="0" y="707"/>
                </a:lnTo>
                <a:lnTo>
                  <a:pt x="1" y="713"/>
                </a:lnTo>
                <a:lnTo>
                  <a:pt x="4" y="716"/>
                </a:lnTo>
                <a:lnTo>
                  <a:pt x="8" y="719"/>
                </a:lnTo>
                <a:lnTo>
                  <a:pt x="12" y="719"/>
                </a:lnTo>
                <a:lnTo>
                  <a:pt x="707" y="719"/>
                </a:lnTo>
                <a:lnTo>
                  <a:pt x="711" y="719"/>
                </a:lnTo>
                <a:lnTo>
                  <a:pt x="716" y="716"/>
                </a:lnTo>
                <a:lnTo>
                  <a:pt x="718" y="713"/>
                </a:lnTo>
                <a:lnTo>
                  <a:pt x="719" y="707"/>
                </a:lnTo>
                <a:lnTo>
                  <a:pt x="719" y="13"/>
                </a:lnTo>
                <a:lnTo>
                  <a:pt x="718" y="8"/>
                </a:lnTo>
                <a:lnTo>
                  <a:pt x="716" y="5"/>
                </a:lnTo>
                <a:lnTo>
                  <a:pt x="711" y="2"/>
                </a:lnTo>
                <a:lnTo>
                  <a:pt x="70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8" name="Freeform 1839">
            <a:extLst>
              <a:ext uri="{FF2B5EF4-FFF2-40B4-BE49-F238E27FC236}">
                <a16:creationId xmlns:a16="http://schemas.microsoft.com/office/drawing/2014/main" id="{1021F688-0561-414C-A2E2-ABF28AE23814}"/>
              </a:ext>
            </a:extLst>
          </p:cNvPr>
          <p:cNvSpPr>
            <a:spLocks noEditPoints="1"/>
          </p:cNvSpPr>
          <p:nvPr/>
        </p:nvSpPr>
        <p:spPr bwMode="auto">
          <a:xfrm>
            <a:off x="3703638" y="4116802"/>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9" name="Freeform 1669">
            <a:extLst>
              <a:ext uri="{FF2B5EF4-FFF2-40B4-BE49-F238E27FC236}">
                <a16:creationId xmlns:a16="http://schemas.microsoft.com/office/drawing/2014/main" id="{2ECCA16E-FE1D-46AD-B7CC-DA7F2426F96C}"/>
              </a:ext>
            </a:extLst>
          </p:cNvPr>
          <p:cNvSpPr>
            <a:spLocks noEditPoints="1"/>
          </p:cNvSpPr>
          <p:nvPr/>
        </p:nvSpPr>
        <p:spPr bwMode="auto">
          <a:xfrm>
            <a:off x="3694113" y="4793738"/>
            <a:ext cx="285750" cy="285750"/>
          </a:xfrm>
          <a:custGeom>
            <a:avLst/>
            <a:gdLst>
              <a:gd name="T0" fmla="*/ 519 w 719"/>
              <a:gd name="T1" fmla="*/ 263 h 719"/>
              <a:gd name="T2" fmla="*/ 292 w 719"/>
              <a:gd name="T3" fmla="*/ 475 h 719"/>
              <a:gd name="T4" fmla="*/ 289 w 719"/>
              <a:gd name="T5" fmla="*/ 477 h 719"/>
              <a:gd name="T6" fmla="*/ 284 w 719"/>
              <a:gd name="T7" fmla="*/ 479 h 719"/>
              <a:gd name="T8" fmla="*/ 280 w 719"/>
              <a:gd name="T9" fmla="*/ 477 h 719"/>
              <a:gd name="T10" fmla="*/ 275 w 719"/>
              <a:gd name="T11" fmla="*/ 475 h 719"/>
              <a:gd name="T12" fmla="*/ 200 w 719"/>
              <a:gd name="T13" fmla="*/ 400 h 719"/>
              <a:gd name="T14" fmla="*/ 198 w 719"/>
              <a:gd name="T15" fmla="*/ 396 h 719"/>
              <a:gd name="T16" fmla="*/ 197 w 719"/>
              <a:gd name="T17" fmla="*/ 391 h 719"/>
              <a:gd name="T18" fmla="*/ 198 w 719"/>
              <a:gd name="T19" fmla="*/ 387 h 719"/>
              <a:gd name="T20" fmla="*/ 200 w 719"/>
              <a:gd name="T21" fmla="*/ 382 h 719"/>
              <a:gd name="T22" fmla="*/ 205 w 719"/>
              <a:gd name="T23" fmla="*/ 380 h 719"/>
              <a:gd name="T24" fmla="*/ 209 w 719"/>
              <a:gd name="T25" fmla="*/ 379 h 719"/>
              <a:gd name="T26" fmla="*/ 213 w 719"/>
              <a:gd name="T27" fmla="*/ 380 h 719"/>
              <a:gd name="T28" fmla="*/ 217 w 719"/>
              <a:gd name="T29" fmla="*/ 382 h 719"/>
              <a:gd name="T30" fmla="*/ 284 w 719"/>
              <a:gd name="T31" fmla="*/ 450 h 719"/>
              <a:gd name="T32" fmla="*/ 503 w 719"/>
              <a:gd name="T33" fmla="*/ 247 h 719"/>
              <a:gd name="T34" fmla="*/ 507 w 719"/>
              <a:gd name="T35" fmla="*/ 243 h 719"/>
              <a:gd name="T36" fmla="*/ 512 w 719"/>
              <a:gd name="T37" fmla="*/ 243 h 719"/>
              <a:gd name="T38" fmla="*/ 516 w 719"/>
              <a:gd name="T39" fmla="*/ 243 h 719"/>
              <a:gd name="T40" fmla="*/ 519 w 719"/>
              <a:gd name="T41" fmla="*/ 247 h 719"/>
              <a:gd name="T42" fmla="*/ 522 w 719"/>
              <a:gd name="T43" fmla="*/ 251 h 719"/>
              <a:gd name="T44" fmla="*/ 523 w 719"/>
              <a:gd name="T45" fmla="*/ 255 h 719"/>
              <a:gd name="T46" fmla="*/ 522 w 719"/>
              <a:gd name="T47" fmla="*/ 260 h 719"/>
              <a:gd name="T48" fmla="*/ 519 w 719"/>
              <a:gd name="T49" fmla="*/ 263 h 719"/>
              <a:gd name="T50" fmla="*/ 707 w 719"/>
              <a:gd name="T51" fmla="*/ 0 h 719"/>
              <a:gd name="T52" fmla="*/ 12 w 719"/>
              <a:gd name="T53" fmla="*/ 0 h 719"/>
              <a:gd name="T54" fmla="*/ 8 w 719"/>
              <a:gd name="T55" fmla="*/ 2 h 719"/>
              <a:gd name="T56" fmla="*/ 4 w 719"/>
              <a:gd name="T57" fmla="*/ 5 h 719"/>
              <a:gd name="T58" fmla="*/ 1 w 719"/>
              <a:gd name="T59" fmla="*/ 8 h 719"/>
              <a:gd name="T60" fmla="*/ 0 w 719"/>
              <a:gd name="T61" fmla="*/ 13 h 719"/>
              <a:gd name="T62" fmla="*/ 0 w 719"/>
              <a:gd name="T63" fmla="*/ 707 h 719"/>
              <a:gd name="T64" fmla="*/ 1 w 719"/>
              <a:gd name="T65" fmla="*/ 713 h 719"/>
              <a:gd name="T66" fmla="*/ 4 w 719"/>
              <a:gd name="T67" fmla="*/ 716 h 719"/>
              <a:gd name="T68" fmla="*/ 8 w 719"/>
              <a:gd name="T69" fmla="*/ 719 h 719"/>
              <a:gd name="T70" fmla="*/ 12 w 719"/>
              <a:gd name="T71" fmla="*/ 719 h 719"/>
              <a:gd name="T72" fmla="*/ 707 w 719"/>
              <a:gd name="T73" fmla="*/ 719 h 719"/>
              <a:gd name="T74" fmla="*/ 711 w 719"/>
              <a:gd name="T75" fmla="*/ 719 h 719"/>
              <a:gd name="T76" fmla="*/ 716 w 719"/>
              <a:gd name="T77" fmla="*/ 716 h 719"/>
              <a:gd name="T78" fmla="*/ 718 w 719"/>
              <a:gd name="T79" fmla="*/ 713 h 719"/>
              <a:gd name="T80" fmla="*/ 719 w 719"/>
              <a:gd name="T81" fmla="*/ 707 h 719"/>
              <a:gd name="T82" fmla="*/ 719 w 719"/>
              <a:gd name="T83" fmla="*/ 13 h 719"/>
              <a:gd name="T84" fmla="*/ 718 w 719"/>
              <a:gd name="T85" fmla="*/ 8 h 719"/>
              <a:gd name="T86" fmla="*/ 716 w 719"/>
              <a:gd name="T87" fmla="*/ 5 h 719"/>
              <a:gd name="T88" fmla="*/ 711 w 719"/>
              <a:gd name="T89" fmla="*/ 2 h 719"/>
              <a:gd name="T90" fmla="*/ 707 w 719"/>
              <a:gd name="T9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9" h="719">
                <a:moveTo>
                  <a:pt x="519" y="263"/>
                </a:moveTo>
                <a:lnTo>
                  <a:pt x="292" y="475"/>
                </a:lnTo>
                <a:lnTo>
                  <a:pt x="289" y="477"/>
                </a:lnTo>
                <a:lnTo>
                  <a:pt x="284" y="479"/>
                </a:lnTo>
                <a:lnTo>
                  <a:pt x="280" y="477"/>
                </a:lnTo>
                <a:lnTo>
                  <a:pt x="275" y="475"/>
                </a:lnTo>
                <a:lnTo>
                  <a:pt x="200" y="400"/>
                </a:lnTo>
                <a:lnTo>
                  <a:pt x="198" y="396"/>
                </a:lnTo>
                <a:lnTo>
                  <a:pt x="197" y="391"/>
                </a:lnTo>
                <a:lnTo>
                  <a:pt x="198" y="387"/>
                </a:lnTo>
                <a:lnTo>
                  <a:pt x="200" y="382"/>
                </a:lnTo>
                <a:lnTo>
                  <a:pt x="205" y="380"/>
                </a:lnTo>
                <a:lnTo>
                  <a:pt x="209" y="379"/>
                </a:lnTo>
                <a:lnTo>
                  <a:pt x="213" y="380"/>
                </a:lnTo>
                <a:lnTo>
                  <a:pt x="217" y="382"/>
                </a:lnTo>
                <a:lnTo>
                  <a:pt x="284" y="450"/>
                </a:lnTo>
                <a:lnTo>
                  <a:pt x="503" y="247"/>
                </a:lnTo>
                <a:lnTo>
                  <a:pt x="507" y="243"/>
                </a:lnTo>
                <a:lnTo>
                  <a:pt x="512" y="243"/>
                </a:lnTo>
                <a:lnTo>
                  <a:pt x="516" y="243"/>
                </a:lnTo>
                <a:lnTo>
                  <a:pt x="519" y="247"/>
                </a:lnTo>
                <a:lnTo>
                  <a:pt x="522" y="251"/>
                </a:lnTo>
                <a:lnTo>
                  <a:pt x="523" y="255"/>
                </a:lnTo>
                <a:lnTo>
                  <a:pt x="522" y="260"/>
                </a:lnTo>
                <a:lnTo>
                  <a:pt x="519" y="263"/>
                </a:lnTo>
                <a:close/>
                <a:moveTo>
                  <a:pt x="707" y="0"/>
                </a:moveTo>
                <a:lnTo>
                  <a:pt x="12" y="0"/>
                </a:lnTo>
                <a:lnTo>
                  <a:pt x="8" y="2"/>
                </a:lnTo>
                <a:lnTo>
                  <a:pt x="4" y="5"/>
                </a:lnTo>
                <a:lnTo>
                  <a:pt x="1" y="8"/>
                </a:lnTo>
                <a:lnTo>
                  <a:pt x="0" y="13"/>
                </a:lnTo>
                <a:lnTo>
                  <a:pt x="0" y="707"/>
                </a:lnTo>
                <a:lnTo>
                  <a:pt x="1" y="713"/>
                </a:lnTo>
                <a:lnTo>
                  <a:pt x="4" y="716"/>
                </a:lnTo>
                <a:lnTo>
                  <a:pt x="8" y="719"/>
                </a:lnTo>
                <a:lnTo>
                  <a:pt x="12" y="719"/>
                </a:lnTo>
                <a:lnTo>
                  <a:pt x="707" y="719"/>
                </a:lnTo>
                <a:lnTo>
                  <a:pt x="711" y="719"/>
                </a:lnTo>
                <a:lnTo>
                  <a:pt x="716" y="716"/>
                </a:lnTo>
                <a:lnTo>
                  <a:pt x="718" y="713"/>
                </a:lnTo>
                <a:lnTo>
                  <a:pt x="719" y="707"/>
                </a:lnTo>
                <a:lnTo>
                  <a:pt x="719" y="13"/>
                </a:lnTo>
                <a:lnTo>
                  <a:pt x="718" y="8"/>
                </a:lnTo>
                <a:lnTo>
                  <a:pt x="716" y="5"/>
                </a:lnTo>
                <a:lnTo>
                  <a:pt x="711" y="2"/>
                </a:lnTo>
                <a:lnTo>
                  <a:pt x="70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0" name="Freeform 1839">
            <a:extLst>
              <a:ext uri="{FF2B5EF4-FFF2-40B4-BE49-F238E27FC236}">
                <a16:creationId xmlns:a16="http://schemas.microsoft.com/office/drawing/2014/main" id="{6FA48A29-6E8C-4E43-9B17-FF982A8D96D3}"/>
              </a:ext>
            </a:extLst>
          </p:cNvPr>
          <p:cNvSpPr>
            <a:spLocks noEditPoints="1"/>
          </p:cNvSpPr>
          <p:nvPr/>
        </p:nvSpPr>
        <p:spPr bwMode="auto">
          <a:xfrm>
            <a:off x="5960051" y="2757488"/>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1" name="Freeform 1669">
            <a:extLst>
              <a:ext uri="{FF2B5EF4-FFF2-40B4-BE49-F238E27FC236}">
                <a16:creationId xmlns:a16="http://schemas.microsoft.com/office/drawing/2014/main" id="{BED699E2-9027-4458-B158-D4B04BAC432A}"/>
              </a:ext>
            </a:extLst>
          </p:cNvPr>
          <p:cNvSpPr>
            <a:spLocks noEditPoints="1"/>
          </p:cNvSpPr>
          <p:nvPr/>
        </p:nvSpPr>
        <p:spPr bwMode="auto">
          <a:xfrm>
            <a:off x="5950526" y="2075110"/>
            <a:ext cx="285750" cy="285750"/>
          </a:xfrm>
          <a:custGeom>
            <a:avLst/>
            <a:gdLst>
              <a:gd name="T0" fmla="*/ 519 w 719"/>
              <a:gd name="T1" fmla="*/ 263 h 719"/>
              <a:gd name="T2" fmla="*/ 292 w 719"/>
              <a:gd name="T3" fmla="*/ 475 h 719"/>
              <a:gd name="T4" fmla="*/ 289 w 719"/>
              <a:gd name="T5" fmla="*/ 477 h 719"/>
              <a:gd name="T6" fmla="*/ 284 w 719"/>
              <a:gd name="T7" fmla="*/ 479 h 719"/>
              <a:gd name="T8" fmla="*/ 280 w 719"/>
              <a:gd name="T9" fmla="*/ 477 h 719"/>
              <a:gd name="T10" fmla="*/ 275 w 719"/>
              <a:gd name="T11" fmla="*/ 475 h 719"/>
              <a:gd name="T12" fmla="*/ 200 w 719"/>
              <a:gd name="T13" fmla="*/ 400 h 719"/>
              <a:gd name="T14" fmla="*/ 198 w 719"/>
              <a:gd name="T15" fmla="*/ 396 h 719"/>
              <a:gd name="T16" fmla="*/ 197 w 719"/>
              <a:gd name="T17" fmla="*/ 391 h 719"/>
              <a:gd name="T18" fmla="*/ 198 w 719"/>
              <a:gd name="T19" fmla="*/ 387 h 719"/>
              <a:gd name="T20" fmla="*/ 200 w 719"/>
              <a:gd name="T21" fmla="*/ 382 h 719"/>
              <a:gd name="T22" fmla="*/ 205 w 719"/>
              <a:gd name="T23" fmla="*/ 380 h 719"/>
              <a:gd name="T24" fmla="*/ 209 w 719"/>
              <a:gd name="T25" fmla="*/ 379 h 719"/>
              <a:gd name="T26" fmla="*/ 213 w 719"/>
              <a:gd name="T27" fmla="*/ 380 h 719"/>
              <a:gd name="T28" fmla="*/ 217 w 719"/>
              <a:gd name="T29" fmla="*/ 382 h 719"/>
              <a:gd name="T30" fmla="*/ 284 w 719"/>
              <a:gd name="T31" fmla="*/ 450 h 719"/>
              <a:gd name="T32" fmla="*/ 503 w 719"/>
              <a:gd name="T33" fmla="*/ 247 h 719"/>
              <a:gd name="T34" fmla="*/ 507 w 719"/>
              <a:gd name="T35" fmla="*/ 243 h 719"/>
              <a:gd name="T36" fmla="*/ 512 w 719"/>
              <a:gd name="T37" fmla="*/ 243 h 719"/>
              <a:gd name="T38" fmla="*/ 516 w 719"/>
              <a:gd name="T39" fmla="*/ 243 h 719"/>
              <a:gd name="T40" fmla="*/ 519 w 719"/>
              <a:gd name="T41" fmla="*/ 247 h 719"/>
              <a:gd name="T42" fmla="*/ 522 w 719"/>
              <a:gd name="T43" fmla="*/ 251 h 719"/>
              <a:gd name="T44" fmla="*/ 523 w 719"/>
              <a:gd name="T45" fmla="*/ 255 h 719"/>
              <a:gd name="T46" fmla="*/ 522 w 719"/>
              <a:gd name="T47" fmla="*/ 260 h 719"/>
              <a:gd name="T48" fmla="*/ 519 w 719"/>
              <a:gd name="T49" fmla="*/ 263 h 719"/>
              <a:gd name="T50" fmla="*/ 707 w 719"/>
              <a:gd name="T51" fmla="*/ 0 h 719"/>
              <a:gd name="T52" fmla="*/ 12 w 719"/>
              <a:gd name="T53" fmla="*/ 0 h 719"/>
              <a:gd name="T54" fmla="*/ 8 w 719"/>
              <a:gd name="T55" fmla="*/ 2 h 719"/>
              <a:gd name="T56" fmla="*/ 4 w 719"/>
              <a:gd name="T57" fmla="*/ 5 h 719"/>
              <a:gd name="T58" fmla="*/ 1 w 719"/>
              <a:gd name="T59" fmla="*/ 8 h 719"/>
              <a:gd name="T60" fmla="*/ 0 w 719"/>
              <a:gd name="T61" fmla="*/ 13 h 719"/>
              <a:gd name="T62" fmla="*/ 0 w 719"/>
              <a:gd name="T63" fmla="*/ 707 h 719"/>
              <a:gd name="T64" fmla="*/ 1 w 719"/>
              <a:gd name="T65" fmla="*/ 713 h 719"/>
              <a:gd name="T66" fmla="*/ 4 w 719"/>
              <a:gd name="T67" fmla="*/ 716 h 719"/>
              <a:gd name="T68" fmla="*/ 8 w 719"/>
              <a:gd name="T69" fmla="*/ 719 h 719"/>
              <a:gd name="T70" fmla="*/ 12 w 719"/>
              <a:gd name="T71" fmla="*/ 719 h 719"/>
              <a:gd name="T72" fmla="*/ 707 w 719"/>
              <a:gd name="T73" fmla="*/ 719 h 719"/>
              <a:gd name="T74" fmla="*/ 711 w 719"/>
              <a:gd name="T75" fmla="*/ 719 h 719"/>
              <a:gd name="T76" fmla="*/ 716 w 719"/>
              <a:gd name="T77" fmla="*/ 716 h 719"/>
              <a:gd name="T78" fmla="*/ 718 w 719"/>
              <a:gd name="T79" fmla="*/ 713 h 719"/>
              <a:gd name="T80" fmla="*/ 719 w 719"/>
              <a:gd name="T81" fmla="*/ 707 h 719"/>
              <a:gd name="T82" fmla="*/ 719 w 719"/>
              <a:gd name="T83" fmla="*/ 13 h 719"/>
              <a:gd name="T84" fmla="*/ 718 w 719"/>
              <a:gd name="T85" fmla="*/ 8 h 719"/>
              <a:gd name="T86" fmla="*/ 716 w 719"/>
              <a:gd name="T87" fmla="*/ 5 h 719"/>
              <a:gd name="T88" fmla="*/ 711 w 719"/>
              <a:gd name="T89" fmla="*/ 2 h 719"/>
              <a:gd name="T90" fmla="*/ 707 w 719"/>
              <a:gd name="T9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9" h="719">
                <a:moveTo>
                  <a:pt x="519" y="263"/>
                </a:moveTo>
                <a:lnTo>
                  <a:pt x="292" y="475"/>
                </a:lnTo>
                <a:lnTo>
                  <a:pt x="289" y="477"/>
                </a:lnTo>
                <a:lnTo>
                  <a:pt x="284" y="479"/>
                </a:lnTo>
                <a:lnTo>
                  <a:pt x="280" y="477"/>
                </a:lnTo>
                <a:lnTo>
                  <a:pt x="275" y="475"/>
                </a:lnTo>
                <a:lnTo>
                  <a:pt x="200" y="400"/>
                </a:lnTo>
                <a:lnTo>
                  <a:pt x="198" y="396"/>
                </a:lnTo>
                <a:lnTo>
                  <a:pt x="197" y="391"/>
                </a:lnTo>
                <a:lnTo>
                  <a:pt x="198" y="387"/>
                </a:lnTo>
                <a:lnTo>
                  <a:pt x="200" y="382"/>
                </a:lnTo>
                <a:lnTo>
                  <a:pt x="205" y="380"/>
                </a:lnTo>
                <a:lnTo>
                  <a:pt x="209" y="379"/>
                </a:lnTo>
                <a:lnTo>
                  <a:pt x="213" y="380"/>
                </a:lnTo>
                <a:lnTo>
                  <a:pt x="217" y="382"/>
                </a:lnTo>
                <a:lnTo>
                  <a:pt x="284" y="450"/>
                </a:lnTo>
                <a:lnTo>
                  <a:pt x="503" y="247"/>
                </a:lnTo>
                <a:lnTo>
                  <a:pt x="507" y="243"/>
                </a:lnTo>
                <a:lnTo>
                  <a:pt x="512" y="243"/>
                </a:lnTo>
                <a:lnTo>
                  <a:pt x="516" y="243"/>
                </a:lnTo>
                <a:lnTo>
                  <a:pt x="519" y="247"/>
                </a:lnTo>
                <a:lnTo>
                  <a:pt x="522" y="251"/>
                </a:lnTo>
                <a:lnTo>
                  <a:pt x="523" y="255"/>
                </a:lnTo>
                <a:lnTo>
                  <a:pt x="522" y="260"/>
                </a:lnTo>
                <a:lnTo>
                  <a:pt x="519" y="263"/>
                </a:lnTo>
                <a:close/>
                <a:moveTo>
                  <a:pt x="707" y="0"/>
                </a:moveTo>
                <a:lnTo>
                  <a:pt x="12" y="0"/>
                </a:lnTo>
                <a:lnTo>
                  <a:pt x="8" y="2"/>
                </a:lnTo>
                <a:lnTo>
                  <a:pt x="4" y="5"/>
                </a:lnTo>
                <a:lnTo>
                  <a:pt x="1" y="8"/>
                </a:lnTo>
                <a:lnTo>
                  <a:pt x="0" y="13"/>
                </a:lnTo>
                <a:lnTo>
                  <a:pt x="0" y="707"/>
                </a:lnTo>
                <a:lnTo>
                  <a:pt x="1" y="713"/>
                </a:lnTo>
                <a:lnTo>
                  <a:pt x="4" y="716"/>
                </a:lnTo>
                <a:lnTo>
                  <a:pt x="8" y="719"/>
                </a:lnTo>
                <a:lnTo>
                  <a:pt x="12" y="719"/>
                </a:lnTo>
                <a:lnTo>
                  <a:pt x="707" y="719"/>
                </a:lnTo>
                <a:lnTo>
                  <a:pt x="711" y="719"/>
                </a:lnTo>
                <a:lnTo>
                  <a:pt x="716" y="716"/>
                </a:lnTo>
                <a:lnTo>
                  <a:pt x="718" y="713"/>
                </a:lnTo>
                <a:lnTo>
                  <a:pt x="719" y="707"/>
                </a:lnTo>
                <a:lnTo>
                  <a:pt x="719" y="13"/>
                </a:lnTo>
                <a:lnTo>
                  <a:pt x="718" y="8"/>
                </a:lnTo>
                <a:lnTo>
                  <a:pt x="716" y="5"/>
                </a:lnTo>
                <a:lnTo>
                  <a:pt x="711" y="2"/>
                </a:lnTo>
                <a:lnTo>
                  <a:pt x="70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3" name="Freeform 1839">
            <a:extLst>
              <a:ext uri="{FF2B5EF4-FFF2-40B4-BE49-F238E27FC236}">
                <a16:creationId xmlns:a16="http://schemas.microsoft.com/office/drawing/2014/main" id="{68F8C329-13AF-43CD-ADEA-D4B069ECF608}"/>
              </a:ext>
            </a:extLst>
          </p:cNvPr>
          <p:cNvSpPr>
            <a:spLocks noEditPoints="1"/>
          </p:cNvSpPr>
          <p:nvPr/>
        </p:nvSpPr>
        <p:spPr bwMode="auto">
          <a:xfrm>
            <a:off x="5960051" y="4116802"/>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4" name="Freeform 1669">
            <a:extLst>
              <a:ext uri="{FF2B5EF4-FFF2-40B4-BE49-F238E27FC236}">
                <a16:creationId xmlns:a16="http://schemas.microsoft.com/office/drawing/2014/main" id="{F010DC82-CCCE-47D8-B2ED-0C4A7D005EAB}"/>
              </a:ext>
            </a:extLst>
          </p:cNvPr>
          <p:cNvSpPr>
            <a:spLocks noEditPoints="1"/>
          </p:cNvSpPr>
          <p:nvPr/>
        </p:nvSpPr>
        <p:spPr bwMode="auto">
          <a:xfrm>
            <a:off x="5950526" y="4793738"/>
            <a:ext cx="285750" cy="285750"/>
          </a:xfrm>
          <a:custGeom>
            <a:avLst/>
            <a:gdLst>
              <a:gd name="T0" fmla="*/ 519 w 719"/>
              <a:gd name="T1" fmla="*/ 263 h 719"/>
              <a:gd name="T2" fmla="*/ 292 w 719"/>
              <a:gd name="T3" fmla="*/ 475 h 719"/>
              <a:gd name="T4" fmla="*/ 289 w 719"/>
              <a:gd name="T5" fmla="*/ 477 h 719"/>
              <a:gd name="T6" fmla="*/ 284 w 719"/>
              <a:gd name="T7" fmla="*/ 479 h 719"/>
              <a:gd name="T8" fmla="*/ 280 w 719"/>
              <a:gd name="T9" fmla="*/ 477 h 719"/>
              <a:gd name="T10" fmla="*/ 275 w 719"/>
              <a:gd name="T11" fmla="*/ 475 h 719"/>
              <a:gd name="T12" fmla="*/ 200 w 719"/>
              <a:gd name="T13" fmla="*/ 400 h 719"/>
              <a:gd name="T14" fmla="*/ 198 w 719"/>
              <a:gd name="T15" fmla="*/ 396 h 719"/>
              <a:gd name="T16" fmla="*/ 197 w 719"/>
              <a:gd name="T17" fmla="*/ 391 h 719"/>
              <a:gd name="T18" fmla="*/ 198 w 719"/>
              <a:gd name="T19" fmla="*/ 387 h 719"/>
              <a:gd name="T20" fmla="*/ 200 w 719"/>
              <a:gd name="T21" fmla="*/ 382 h 719"/>
              <a:gd name="T22" fmla="*/ 205 w 719"/>
              <a:gd name="T23" fmla="*/ 380 h 719"/>
              <a:gd name="T24" fmla="*/ 209 w 719"/>
              <a:gd name="T25" fmla="*/ 379 h 719"/>
              <a:gd name="T26" fmla="*/ 213 w 719"/>
              <a:gd name="T27" fmla="*/ 380 h 719"/>
              <a:gd name="T28" fmla="*/ 217 w 719"/>
              <a:gd name="T29" fmla="*/ 382 h 719"/>
              <a:gd name="T30" fmla="*/ 284 w 719"/>
              <a:gd name="T31" fmla="*/ 450 h 719"/>
              <a:gd name="T32" fmla="*/ 503 w 719"/>
              <a:gd name="T33" fmla="*/ 247 h 719"/>
              <a:gd name="T34" fmla="*/ 507 w 719"/>
              <a:gd name="T35" fmla="*/ 243 h 719"/>
              <a:gd name="T36" fmla="*/ 512 w 719"/>
              <a:gd name="T37" fmla="*/ 243 h 719"/>
              <a:gd name="T38" fmla="*/ 516 w 719"/>
              <a:gd name="T39" fmla="*/ 243 h 719"/>
              <a:gd name="T40" fmla="*/ 519 w 719"/>
              <a:gd name="T41" fmla="*/ 247 h 719"/>
              <a:gd name="T42" fmla="*/ 522 w 719"/>
              <a:gd name="T43" fmla="*/ 251 h 719"/>
              <a:gd name="T44" fmla="*/ 523 w 719"/>
              <a:gd name="T45" fmla="*/ 255 h 719"/>
              <a:gd name="T46" fmla="*/ 522 w 719"/>
              <a:gd name="T47" fmla="*/ 260 h 719"/>
              <a:gd name="T48" fmla="*/ 519 w 719"/>
              <a:gd name="T49" fmla="*/ 263 h 719"/>
              <a:gd name="T50" fmla="*/ 707 w 719"/>
              <a:gd name="T51" fmla="*/ 0 h 719"/>
              <a:gd name="T52" fmla="*/ 12 w 719"/>
              <a:gd name="T53" fmla="*/ 0 h 719"/>
              <a:gd name="T54" fmla="*/ 8 w 719"/>
              <a:gd name="T55" fmla="*/ 2 h 719"/>
              <a:gd name="T56" fmla="*/ 4 w 719"/>
              <a:gd name="T57" fmla="*/ 5 h 719"/>
              <a:gd name="T58" fmla="*/ 1 w 719"/>
              <a:gd name="T59" fmla="*/ 8 h 719"/>
              <a:gd name="T60" fmla="*/ 0 w 719"/>
              <a:gd name="T61" fmla="*/ 13 h 719"/>
              <a:gd name="T62" fmla="*/ 0 w 719"/>
              <a:gd name="T63" fmla="*/ 707 h 719"/>
              <a:gd name="T64" fmla="*/ 1 w 719"/>
              <a:gd name="T65" fmla="*/ 713 h 719"/>
              <a:gd name="T66" fmla="*/ 4 w 719"/>
              <a:gd name="T67" fmla="*/ 716 h 719"/>
              <a:gd name="T68" fmla="*/ 8 w 719"/>
              <a:gd name="T69" fmla="*/ 719 h 719"/>
              <a:gd name="T70" fmla="*/ 12 w 719"/>
              <a:gd name="T71" fmla="*/ 719 h 719"/>
              <a:gd name="T72" fmla="*/ 707 w 719"/>
              <a:gd name="T73" fmla="*/ 719 h 719"/>
              <a:gd name="T74" fmla="*/ 711 w 719"/>
              <a:gd name="T75" fmla="*/ 719 h 719"/>
              <a:gd name="T76" fmla="*/ 716 w 719"/>
              <a:gd name="T77" fmla="*/ 716 h 719"/>
              <a:gd name="T78" fmla="*/ 718 w 719"/>
              <a:gd name="T79" fmla="*/ 713 h 719"/>
              <a:gd name="T80" fmla="*/ 719 w 719"/>
              <a:gd name="T81" fmla="*/ 707 h 719"/>
              <a:gd name="T82" fmla="*/ 719 w 719"/>
              <a:gd name="T83" fmla="*/ 13 h 719"/>
              <a:gd name="T84" fmla="*/ 718 w 719"/>
              <a:gd name="T85" fmla="*/ 8 h 719"/>
              <a:gd name="T86" fmla="*/ 716 w 719"/>
              <a:gd name="T87" fmla="*/ 5 h 719"/>
              <a:gd name="T88" fmla="*/ 711 w 719"/>
              <a:gd name="T89" fmla="*/ 2 h 719"/>
              <a:gd name="T90" fmla="*/ 707 w 719"/>
              <a:gd name="T9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9" h="719">
                <a:moveTo>
                  <a:pt x="519" y="263"/>
                </a:moveTo>
                <a:lnTo>
                  <a:pt x="292" y="475"/>
                </a:lnTo>
                <a:lnTo>
                  <a:pt x="289" y="477"/>
                </a:lnTo>
                <a:lnTo>
                  <a:pt x="284" y="479"/>
                </a:lnTo>
                <a:lnTo>
                  <a:pt x="280" y="477"/>
                </a:lnTo>
                <a:lnTo>
                  <a:pt x="275" y="475"/>
                </a:lnTo>
                <a:lnTo>
                  <a:pt x="200" y="400"/>
                </a:lnTo>
                <a:lnTo>
                  <a:pt x="198" y="396"/>
                </a:lnTo>
                <a:lnTo>
                  <a:pt x="197" y="391"/>
                </a:lnTo>
                <a:lnTo>
                  <a:pt x="198" y="387"/>
                </a:lnTo>
                <a:lnTo>
                  <a:pt x="200" y="382"/>
                </a:lnTo>
                <a:lnTo>
                  <a:pt x="205" y="380"/>
                </a:lnTo>
                <a:lnTo>
                  <a:pt x="209" y="379"/>
                </a:lnTo>
                <a:lnTo>
                  <a:pt x="213" y="380"/>
                </a:lnTo>
                <a:lnTo>
                  <a:pt x="217" y="382"/>
                </a:lnTo>
                <a:lnTo>
                  <a:pt x="284" y="450"/>
                </a:lnTo>
                <a:lnTo>
                  <a:pt x="503" y="247"/>
                </a:lnTo>
                <a:lnTo>
                  <a:pt x="507" y="243"/>
                </a:lnTo>
                <a:lnTo>
                  <a:pt x="512" y="243"/>
                </a:lnTo>
                <a:lnTo>
                  <a:pt x="516" y="243"/>
                </a:lnTo>
                <a:lnTo>
                  <a:pt x="519" y="247"/>
                </a:lnTo>
                <a:lnTo>
                  <a:pt x="522" y="251"/>
                </a:lnTo>
                <a:lnTo>
                  <a:pt x="523" y="255"/>
                </a:lnTo>
                <a:lnTo>
                  <a:pt x="522" y="260"/>
                </a:lnTo>
                <a:lnTo>
                  <a:pt x="519" y="263"/>
                </a:lnTo>
                <a:close/>
                <a:moveTo>
                  <a:pt x="707" y="0"/>
                </a:moveTo>
                <a:lnTo>
                  <a:pt x="12" y="0"/>
                </a:lnTo>
                <a:lnTo>
                  <a:pt x="8" y="2"/>
                </a:lnTo>
                <a:lnTo>
                  <a:pt x="4" y="5"/>
                </a:lnTo>
                <a:lnTo>
                  <a:pt x="1" y="8"/>
                </a:lnTo>
                <a:lnTo>
                  <a:pt x="0" y="13"/>
                </a:lnTo>
                <a:lnTo>
                  <a:pt x="0" y="707"/>
                </a:lnTo>
                <a:lnTo>
                  <a:pt x="1" y="713"/>
                </a:lnTo>
                <a:lnTo>
                  <a:pt x="4" y="716"/>
                </a:lnTo>
                <a:lnTo>
                  <a:pt x="8" y="719"/>
                </a:lnTo>
                <a:lnTo>
                  <a:pt x="12" y="719"/>
                </a:lnTo>
                <a:lnTo>
                  <a:pt x="707" y="719"/>
                </a:lnTo>
                <a:lnTo>
                  <a:pt x="711" y="719"/>
                </a:lnTo>
                <a:lnTo>
                  <a:pt x="716" y="716"/>
                </a:lnTo>
                <a:lnTo>
                  <a:pt x="718" y="713"/>
                </a:lnTo>
                <a:lnTo>
                  <a:pt x="719" y="707"/>
                </a:lnTo>
                <a:lnTo>
                  <a:pt x="719" y="13"/>
                </a:lnTo>
                <a:lnTo>
                  <a:pt x="718" y="8"/>
                </a:lnTo>
                <a:lnTo>
                  <a:pt x="716" y="5"/>
                </a:lnTo>
                <a:lnTo>
                  <a:pt x="711" y="2"/>
                </a:lnTo>
                <a:lnTo>
                  <a:pt x="70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5" name="Freeform 1839">
            <a:extLst>
              <a:ext uri="{FF2B5EF4-FFF2-40B4-BE49-F238E27FC236}">
                <a16:creationId xmlns:a16="http://schemas.microsoft.com/office/drawing/2014/main" id="{14BFDE57-9DEC-423B-A062-ED178296AA5E}"/>
              </a:ext>
            </a:extLst>
          </p:cNvPr>
          <p:cNvSpPr>
            <a:spLocks noEditPoints="1"/>
          </p:cNvSpPr>
          <p:nvPr/>
        </p:nvSpPr>
        <p:spPr bwMode="auto">
          <a:xfrm>
            <a:off x="8216464" y="2757488"/>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7" name="Freeform 1669">
            <a:extLst>
              <a:ext uri="{FF2B5EF4-FFF2-40B4-BE49-F238E27FC236}">
                <a16:creationId xmlns:a16="http://schemas.microsoft.com/office/drawing/2014/main" id="{9070B90D-31CF-48E0-8F1B-E9E6E84CE017}"/>
              </a:ext>
            </a:extLst>
          </p:cNvPr>
          <p:cNvSpPr>
            <a:spLocks noEditPoints="1"/>
          </p:cNvSpPr>
          <p:nvPr/>
        </p:nvSpPr>
        <p:spPr bwMode="auto">
          <a:xfrm>
            <a:off x="8206939" y="3434424"/>
            <a:ext cx="285750" cy="285750"/>
          </a:xfrm>
          <a:custGeom>
            <a:avLst/>
            <a:gdLst>
              <a:gd name="T0" fmla="*/ 519 w 719"/>
              <a:gd name="T1" fmla="*/ 263 h 719"/>
              <a:gd name="T2" fmla="*/ 292 w 719"/>
              <a:gd name="T3" fmla="*/ 475 h 719"/>
              <a:gd name="T4" fmla="*/ 289 w 719"/>
              <a:gd name="T5" fmla="*/ 477 h 719"/>
              <a:gd name="T6" fmla="*/ 284 w 719"/>
              <a:gd name="T7" fmla="*/ 479 h 719"/>
              <a:gd name="T8" fmla="*/ 280 w 719"/>
              <a:gd name="T9" fmla="*/ 477 h 719"/>
              <a:gd name="T10" fmla="*/ 275 w 719"/>
              <a:gd name="T11" fmla="*/ 475 h 719"/>
              <a:gd name="T12" fmla="*/ 200 w 719"/>
              <a:gd name="T13" fmla="*/ 400 h 719"/>
              <a:gd name="T14" fmla="*/ 198 w 719"/>
              <a:gd name="T15" fmla="*/ 396 h 719"/>
              <a:gd name="T16" fmla="*/ 197 w 719"/>
              <a:gd name="T17" fmla="*/ 391 h 719"/>
              <a:gd name="T18" fmla="*/ 198 w 719"/>
              <a:gd name="T19" fmla="*/ 387 h 719"/>
              <a:gd name="T20" fmla="*/ 200 w 719"/>
              <a:gd name="T21" fmla="*/ 382 h 719"/>
              <a:gd name="T22" fmla="*/ 205 w 719"/>
              <a:gd name="T23" fmla="*/ 380 h 719"/>
              <a:gd name="T24" fmla="*/ 209 w 719"/>
              <a:gd name="T25" fmla="*/ 379 h 719"/>
              <a:gd name="T26" fmla="*/ 213 w 719"/>
              <a:gd name="T27" fmla="*/ 380 h 719"/>
              <a:gd name="T28" fmla="*/ 217 w 719"/>
              <a:gd name="T29" fmla="*/ 382 h 719"/>
              <a:gd name="T30" fmla="*/ 284 w 719"/>
              <a:gd name="T31" fmla="*/ 450 h 719"/>
              <a:gd name="T32" fmla="*/ 503 w 719"/>
              <a:gd name="T33" fmla="*/ 247 h 719"/>
              <a:gd name="T34" fmla="*/ 507 w 719"/>
              <a:gd name="T35" fmla="*/ 243 h 719"/>
              <a:gd name="T36" fmla="*/ 512 w 719"/>
              <a:gd name="T37" fmla="*/ 243 h 719"/>
              <a:gd name="T38" fmla="*/ 516 w 719"/>
              <a:gd name="T39" fmla="*/ 243 h 719"/>
              <a:gd name="T40" fmla="*/ 519 w 719"/>
              <a:gd name="T41" fmla="*/ 247 h 719"/>
              <a:gd name="T42" fmla="*/ 522 w 719"/>
              <a:gd name="T43" fmla="*/ 251 h 719"/>
              <a:gd name="T44" fmla="*/ 523 w 719"/>
              <a:gd name="T45" fmla="*/ 255 h 719"/>
              <a:gd name="T46" fmla="*/ 522 w 719"/>
              <a:gd name="T47" fmla="*/ 260 h 719"/>
              <a:gd name="T48" fmla="*/ 519 w 719"/>
              <a:gd name="T49" fmla="*/ 263 h 719"/>
              <a:gd name="T50" fmla="*/ 707 w 719"/>
              <a:gd name="T51" fmla="*/ 0 h 719"/>
              <a:gd name="T52" fmla="*/ 12 w 719"/>
              <a:gd name="T53" fmla="*/ 0 h 719"/>
              <a:gd name="T54" fmla="*/ 8 w 719"/>
              <a:gd name="T55" fmla="*/ 2 h 719"/>
              <a:gd name="T56" fmla="*/ 4 w 719"/>
              <a:gd name="T57" fmla="*/ 5 h 719"/>
              <a:gd name="T58" fmla="*/ 1 w 719"/>
              <a:gd name="T59" fmla="*/ 8 h 719"/>
              <a:gd name="T60" fmla="*/ 0 w 719"/>
              <a:gd name="T61" fmla="*/ 13 h 719"/>
              <a:gd name="T62" fmla="*/ 0 w 719"/>
              <a:gd name="T63" fmla="*/ 707 h 719"/>
              <a:gd name="T64" fmla="*/ 1 w 719"/>
              <a:gd name="T65" fmla="*/ 713 h 719"/>
              <a:gd name="T66" fmla="*/ 4 w 719"/>
              <a:gd name="T67" fmla="*/ 716 h 719"/>
              <a:gd name="T68" fmla="*/ 8 w 719"/>
              <a:gd name="T69" fmla="*/ 719 h 719"/>
              <a:gd name="T70" fmla="*/ 12 w 719"/>
              <a:gd name="T71" fmla="*/ 719 h 719"/>
              <a:gd name="T72" fmla="*/ 707 w 719"/>
              <a:gd name="T73" fmla="*/ 719 h 719"/>
              <a:gd name="T74" fmla="*/ 711 w 719"/>
              <a:gd name="T75" fmla="*/ 719 h 719"/>
              <a:gd name="T76" fmla="*/ 716 w 719"/>
              <a:gd name="T77" fmla="*/ 716 h 719"/>
              <a:gd name="T78" fmla="*/ 718 w 719"/>
              <a:gd name="T79" fmla="*/ 713 h 719"/>
              <a:gd name="T80" fmla="*/ 719 w 719"/>
              <a:gd name="T81" fmla="*/ 707 h 719"/>
              <a:gd name="T82" fmla="*/ 719 w 719"/>
              <a:gd name="T83" fmla="*/ 13 h 719"/>
              <a:gd name="T84" fmla="*/ 718 w 719"/>
              <a:gd name="T85" fmla="*/ 8 h 719"/>
              <a:gd name="T86" fmla="*/ 716 w 719"/>
              <a:gd name="T87" fmla="*/ 5 h 719"/>
              <a:gd name="T88" fmla="*/ 711 w 719"/>
              <a:gd name="T89" fmla="*/ 2 h 719"/>
              <a:gd name="T90" fmla="*/ 707 w 719"/>
              <a:gd name="T9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9" h="719">
                <a:moveTo>
                  <a:pt x="519" y="263"/>
                </a:moveTo>
                <a:lnTo>
                  <a:pt x="292" y="475"/>
                </a:lnTo>
                <a:lnTo>
                  <a:pt x="289" y="477"/>
                </a:lnTo>
                <a:lnTo>
                  <a:pt x="284" y="479"/>
                </a:lnTo>
                <a:lnTo>
                  <a:pt x="280" y="477"/>
                </a:lnTo>
                <a:lnTo>
                  <a:pt x="275" y="475"/>
                </a:lnTo>
                <a:lnTo>
                  <a:pt x="200" y="400"/>
                </a:lnTo>
                <a:lnTo>
                  <a:pt x="198" y="396"/>
                </a:lnTo>
                <a:lnTo>
                  <a:pt x="197" y="391"/>
                </a:lnTo>
                <a:lnTo>
                  <a:pt x="198" y="387"/>
                </a:lnTo>
                <a:lnTo>
                  <a:pt x="200" y="382"/>
                </a:lnTo>
                <a:lnTo>
                  <a:pt x="205" y="380"/>
                </a:lnTo>
                <a:lnTo>
                  <a:pt x="209" y="379"/>
                </a:lnTo>
                <a:lnTo>
                  <a:pt x="213" y="380"/>
                </a:lnTo>
                <a:lnTo>
                  <a:pt x="217" y="382"/>
                </a:lnTo>
                <a:lnTo>
                  <a:pt x="284" y="450"/>
                </a:lnTo>
                <a:lnTo>
                  <a:pt x="503" y="247"/>
                </a:lnTo>
                <a:lnTo>
                  <a:pt x="507" y="243"/>
                </a:lnTo>
                <a:lnTo>
                  <a:pt x="512" y="243"/>
                </a:lnTo>
                <a:lnTo>
                  <a:pt x="516" y="243"/>
                </a:lnTo>
                <a:lnTo>
                  <a:pt x="519" y="247"/>
                </a:lnTo>
                <a:lnTo>
                  <a:pt x="522" y="251"/>
                </a:lnTo>
                <a:lnTo>
                  <a:pt x="523" y="255"/>
                </a:lnTo>
                <a:lnTo>
                  <a:pt x="522" y="260"/>
                </a:lnTo>
                <a:lnTo>
                  <a:pt x="519" y="263"/>
                </a:lnTo>
                <a:close/>
                <a:moveTo>
                  <a:pt x="707" y="0"/>
                </a:moveTo>
                <a:lnTo>
                  <a:pt x="12" y="0"/>
                </a:lnTo>
                <a:lnTo>
                  <a:pt x="8" y="2"/>
                </a:lnTo>
                <a:lnTo>
                  <a:pt x="4" y="5"/>
                </a:lnTo>
                <a:lnTo>
                  <a:pt x="1" y="8"/>
                </a:lnTo>
                <a:lnTo>
                  <a:pt x="0" y="13"/>
                </a:lnTo>
                <a:lnTo>
                  <a:pt x="0" y="707"/>
                </a:lnTo>
                <a:lnTo>
                  <a:pt x="1" y="713"/>
                </a:lnTo>
                <a:lnTo>
                  <a:pt x="4" y="716"/>
                </a:lnTo>
                <a:lnTo>
                  <a:pt x="8" y="719"/>
                </a:lnTo>
                <a:lnTo>
                  <a:pt x="12" y="719"/>
                </a:lnTo>
                <a:lnTo>
                  <a:pt x="707" y="719"/>
                </a:lnTo>
                <a:lnTo>
                  <a:pt x="711" y="719"/>
                </a:lnTo>
                <a:lnTo>
                  <a:pt x="716" y="716"/>
                </a:lnTo>
                <a:lnTo>
                  <a:pt x="718" y="713"/>
                </a:lnTo>
                <a:lnTo>
                  <a:pt x="719" y="707"/>
                </a:lnTo>
                <a:lnTo>
                  <a:pt x="719" y="13"/>
                </a:lnTo>
                <a:lnTo>
                  <a:pt x="718" y="8"/>
                </a:lnTo>
                <a:lnTo>
                  <a:pt x="716" y="5"/>
                </a:lnTo>
                <a:lnTo>
                  <a:pt x="711" y="2"/>
                </a:lnTo>
                <a:lnTo>
                  <a:pt x="70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8" name="Freeform 1839">
            <a:extLst>
              <a:ext uri="{FF2B5EF4-FFF2-40B4-BE49-F238E27FC236}">
                <a16:creationId xmlns:a16="http://schemas.microsoft.com/office/drawing/2014/main" id="{D567FFCD-AC03-4186-A6CD-FFC1C2AB1A56}"/>
              </a:ext>
            </a:extLst>
          </p:cNvPr>
          <p:cNvSpPr>
            <a:spLocks noEditPoints="1"/>
          </p:cNvSpPr>
          <p:nvPr/>
        </p:nvSpPr>
        <p:spPr bwMode="auto">
          <a:xfrm>
            <a:off x="8216464" y="4116802"/>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9" name="Freeform 1669">
            <a:extLst>
              <a:ext uri="{FF2B5EF4-FFF2-40B4-BE49-F238E27FC236}">
                <a16:creationId xmlns:a16="http://schemas.microsoft.com/office/drawing/2014/main" id="{D7959C52-E86B-4987-B746-9956AF4E0035}"/>
              </a:ext>
            </a:extLst>
          </p:cNvPr>
          <p:cNvSpPr>
            <a:spLocks noEditPoints="1"/>
          </p:cNvSpPr>
          <p:nvPr/>
        </p:nvSpPr>
        <p:spPr bwMode="auto">
          <a:xfrm>
            <a:off x="8206939" y="4793738"/>
            <a:ext cx="285750" cy="285750"/>
          </a:xfrm>
          <a:custGeom>
            <a:avLst/>
            <a:gdLst>
              <a:gd name="T0" fmla="*/ 519 w 719"/>
              <a:gd name="T1" fmla="*/ 263 h 719"/>
              <a:gd name="T2" fmla="*/ 292 w 719"/>
              <a:gd name="T3" fmla="*/ 475 h 719"/>
              <a:gd name="T4" fmla="*/ 289 w 719"/>
              <a:gd name="T5" fmla="*/ 477 h 719"/>
              <a:gd name="T6" fmla="*/ 284 w 719"/>
              <a:gd name="T7" fmla="*/ 479 h 719"/>
              <a:gd name="T8" fmla="*/ 280 w 719"/>
              <a:gd name="T9" fmla="*/ 477 h 719"/>
              <a:gd name="T10" fmla="*/ 275 w 719"/>
              <a:gd name="T11" fmla="*/ 475 h 719"/>
              <a:gd name="T12" fmla="*/ 200 w 719"/>
              <a:gd name="T13" fmla="*/ 400 h 719"/>
              <a:gd name="T14" fmla="*/ 198 w 719"/>
              <a:gd name="T15" fmla="*/ 396 h 719"/>
              <a:gd name="T16" fmla="*/ 197 w 719"/>
              <a:gd name="T17" fmla="*/ 391 h 719"/>
              <a:gd name="T18" fmla="*/ 198 w 719"/>
              <a:gd name="T19" fmla="*/ 387 h 719"/>
              <a:gd name="T20" fmla="*/ 200 w 719"/>
              <a:gd name="T21" fmla="*/ 382 h 719"/>
              <a:gd name="T22" fmla="*/ 205 w 719"/>
              <a:gd name="T23" fmla="*/ 380 h 719"/>
              <a:gd name="T24" fmla="*/ 209 w 719"/>
              <a:gd name="T25" fmla="*/ 379 h 719"/>
              <a:gd name="T26" fmla="*/ 213 w 719"/>
              <a:gd name="T27" fmla="*/ 380 h 719"/>
              <a:gd name="T28" fmla="*/ 217 w 719"/>
              <a:gd name="T29" fmla="*/ 382 h 719"/>
              <a:gd name="T30" fmla="*/ 284 w 719"/>
              <a:gd name="T31" fmla="*/ 450 h 719"/>
              <a:gd name="T32" fmla="*/ 503 w 719"/>
              <a:gd name="T33" fmla="*/ 247 h 719"/>
              <a:gd name="T34" fmla="*/ 507 w 719"/>
              <a:gd name="T35" fmla="*/ 243 h 719"/>
              <a:gd name="T36" fmla="*/ 512 w 719"/>
              <a:gd name="T37" fmla="*/ 243 h 719"/>
              <a:gd name="T38" fmla="*/ 516 w 719"/>
              <a:gd name="T39" fmla="*/ 243 h 719"/>
              <a:gd name="T40" fmla="*/ 519 w 719"/>
              <a:gd name="T41" fmla="*/ 247 h 719"/>
              <a:gd name="T42" fmla="*/ 522 w 719"/>
              <a:gd name="T43" fmla="*/ 251 h 719"/>
              <a:gd name="T44" fmla="*/ 523 w 719"/>
              <a:gd name="T45" fmla="*/ 255 h 719"/>
              <a:gd name="T46" fmla="*/ 522 w 719"/>
              <a:gd name="T47" fmla="*/ 260 h 719"/>
              <a:gd name="T48" fmla="*/ 519 w 719"/>
              <a:gd name="T49" fmla="*/ 263 h 719"/>
              <a:gd name="T50" fmla="*/ 707 w 719"/>
              <a:gd name="T51" fmla="*/ 0 h 719"/>
              <a:gd name="T52" fmla="*/ 12 w 719"/>
              <a:gd name="T53" fmla="*/ 0 h 719"/>
              <a:gd name="T54" fmla="*/ 8 w 719"/>
              <a:gd name="T55" fmla="*/ 2 h 719"/>
              <a:gd name="T56" fmla="*/ 4 w 719"/>
              <a:gd name="T57" fmla="*/ 5 h 719"/>
              <a:gd name="T58" fmla="*/ 1 w 719"/>
              <a:gd name="T59" fmla="*/ 8 h 719"/>
              <a:gd name="T60" fmla="*/ 0 w 719"/>
              <a:gd name="T61" fmla="*/ 13 h 719"/>
              <a:gd name="T62" fmla="*/ 0 w 719"/>
              <a:gd name="T63" fmla="*/ 707 h 719"/>
              <a:gd name="T64" fmla="*/ 1 w 719"/>
              <a:gd name="T65" fmla="*/ 713 h 719"/>
              <a:gd name="T66" fmla="*/ 4 w 719"/>
              <a:gd name="T67" fmla="*/ 716 h 719"/>
              <a:gd name="T68" fmla="*/ 8 w 719"/>
              <a:gd name="T69" fmla="*/ 719 h 719"/>
              <a:gd name="T70" fmla="*/ 12 w 719"/>
              <a:gd name="T71" fmla="*/ 719 h 719"/>
              <a:gd name="T72" fmla="*/ 707 w 719"/>
              <a:gd name="T73" fmla="*/ 719 h 719"/>
              <a:gd name="T74" fmla="*/ 711 w 719"/>
              <a:gd name="T75" fmla="*/ 719 h 719"/>
              <a:gd name="T76" fmla="*/ 716 w 719"/>
              <a:gd name="T77" fmla="*/ 716 h 719"/>
              <a:gd name="T78" fmla="*/ 718 w 719"/>
              <a:gd name="T79" fmla="*/ 713 h 719"/>
              <a:gd name="T80" fmla="*/ 719 w 719"/>
              <a:gd name="T81" fmla="*/ 707 h 719"/>
              <a:gd name="T82" fmla="*/ 719 w 719"/>
              <a:gd name="T83" fmla="*/ 13 h 719"/>
              <a:gd name="T84" fmla="*/ 718 w 719"/>
              <a:gd name="T85" fmla="*/ 8 h 719"/>
              <a:gd name="T86" fmla="*/ 716 w 719"/>
              <a:gd name="T87" fmla="*/ 5 h 719"/>
              <a:gd name="T88" fmla="*/ 711 w 719"/>
              <a:gd name="T89" fmla="*/ 2 h 719"/>
              <a:gd name="T90" fmla="*/ 707 w 719"/>
              <a:gd name="T9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9" h="719">
                <a:moveTo>
                  <a:pt x="519" y="263"/>
                </a:moveTo>
                <a:lnTo>
                  <a:pt x="292" y="475"/>
                </a:lnTo>
                <a:lnTo>
                  <a:pt x="289" y="477"/>
                </a:lnTo>
                <a:lnTo>
                  <a:pt x="284" y="479"/>
                </a:lnTo>
                <a:lnTo>
                  <a:pt x="280" y="477"/>
                </a:lnTo>
                <a:lnTo>
                  <a:pt x="275" y="475"/>
                </a:lnTo>
                <a:lnTo>
                  <a:pt x="200" y="400"/>
                </a:lnTo>
                <a:lnTo>
                  <a:pt x="198" y="396"/>
                </a:lnTo>
                <a:lnTo>
                  <a:pt x="197" y="391"/>
                </a:lnTo>
                <a:lnTo>
                  <a:pt x="198" y="387"/>
                </a:lnTo>
                <a:lnTo>
                  <a:pt x="200" y="382"/>
                </a:lnTo>
                <a:lnTo>
                  <a:pt x="205" y="380"/>
                </a:lnTo>
                <a:lnTo>
                  <a:pt x="209" y="379"/>
                </a:lnTo>
                <a:lnTo>
                  <a:pt x="213" y="380"/>
                </a:lnTo>
                <a:lnTo>
                  <a:pt x="217" y="382"/>
                </a:lnTo>
                <a:lnTo>
                  <a:pt x="284" y="450"/>
                </a:lnTo>
                <a:lnTo>
                  <a:pt x="503" y="247"/>
                </a:lnTo>
                <a:lnTo>
                  <a:pt x="507" y="243"/>
                </a:lnTo>
                <a:lnTo>
                  <a:pt x="512" y="243"/>
                </a:lnTo>
                <a:lnTo>
                  <a:pt x="516" y="243"/>
                </a:lnTo>
                <a:lnTo>
                  <a:pt x="519" y="247"/>
                </a:lnTo>
                <a:lnTo>
                  <a:pt x="522" y="251"/>
                </a:lnTo>
                <a:lnTo>
                  <a:pt x="523" y="255"/>
                </a:lnTo>
                <a:lnTo>
                  <a:pt x="522" y="260"/>
                </a:lnTo>
                <a:lnTo>
                  <a:pt x="519" y="263"/>
                </a:lnTo>
                <a:close/>
                <a:moveTo>
                  <a:pt x="707" y="0"/>
                </a:moveTo>
                <a:lnTo>
                  <a:pt x="12" y="0"/>
                </a:lnTo>
                <a:lnTo>
                  <a:pt x="8" y="2"/>
                </a:lnTo>
                <a:lnTo>
                  <a:pt x="4" y="5"/>
                </a:lnTo>
                <a:lnTo>
                  <a:pt x="1" y="8"/>
                </a:lnTo>
                <a:lnTo>
                  <a:pt x="0" y="13"/>
                </a:lnTo>
                <a:lnTo>
                  <a:pt x="0" y="707"/>
                </a:lnTo>
                <a:lnTo>
                  <a:pt x="1" y="713"/>
                </a:lnTo>
                <a:lnTo>
                  <a:pt x="4" y="716"/>
                </a:lnTo>
                <a:lnTo>
                  <a:pt x="8" y="719"/>
                </a:lnTo>
                <a:lnTo>
                  <a:pt x="12" y="719"/>
                </a:lnTo>
                <a:lnTo>
                  <a:pt x="707" y="719"/>
                </a:lnTo>
                <a:lnTo>
                  <a:pt x="711" y="719"/>
                </a:lnTo>
                <a:lnTo>
                  <a:pt x="716" y="716"/>
                </a:lnTo>
                <a:lnTo>
                  <a:pt x="718" y="713"/>
                </a:lnTo>
                <a:lnTo>
                  <a:pt x="719" y="707"/>
                </a:lnTo>
                <a:lnTo>
                  <a:pt x="719" y="13"/>
                </a:lnTo>
                <a:lnTo>
                  <a:pt x="718" y="8"/>
                </a:lnTo>
                <a:lnTo>
                  <a:pt x="716" y="5"/>
                </a:lnTo>
                <a:lnTo>
                  <a:pt x="711" y="2"/>
                </a:lnTo>
                <a:lnTo>
                  <a:pt x="70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0" name="Freeform 1839">
            <a:extLst>
              <a:ext uri="{FF2B5EF4-FFF2-40B4-BE49-F238E27FC236}">
                <a16:creationId xmlns:a16="http://schemas.microsoft.com/office/drawing/2014/main" id="{5511AE7C-28F0-4548-99AC-5278DA6BCABD}"/>
              </a:ext>
            </a:extLst>
          </p:cNvPr>
          <p:cNvSpPr>
            <a:spLocks noEditPoints="1"/>
          </p:cNvSpPr>
          <p:nvPr/>
        </p:nvSpPr>
        <p:spPr bwMode="auto">
          <a:xfrm>
            <a:off x="10472877" y="2757488"/>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2" name="Freeform 1669">
            <a:extLst>
              <a:ext uri="{FF2B5EF4-FFF2-40B4-BE49-F238E27FC236}">
                <a16:creationId xmlns:a16="http://schemas.microsoft.com/office/drawing/2014/main" id="{ABF4F7C3-4462-41CE-B808-407B417F6D53}"/>
              </a:ext>
            </a:extLst>
          </p:cNvPr>
          <p:cNvSpPr>
            <a:spLocks noEditPoints="1"/>
          </p:cNvSpPr>
          <p:nvPr/>
        </p:nvSpPr>
        <p:spPr bwMode="auto">
          <a:xfrm>
            <a:off x="10463352" y="3434424"/>
            <a:ext cx="285750" cy="285750"/>
          </a:xfrm>
          <a:custGeom>
            <a:avLst/>
            <a:gdLst>
              <a:gd name="T0" fmla="*/ 519 w 719"/>
              <a:gd name="T1" fmla="*/ 263 h 719"/>
              <a:gd name="T2" fmla="*/ 292 w 719"/>
              <a:gd name="T3" fmla="*/ 475 h 719"/>
              <a:gd name="T4" fmla="*/ 289 w 719"/>
              <a:gd name="T5" fmla="*/ 477 h 719"/>
              <a:gd name="T6" fmla="*/ 284 w 719"/>
              <a:gd name="T7" fmla="*/ 479 h 719"/>
              <a:gd name="T8" fmla="*/ 280 w 719"/>
              <a:gd name="T9" fmla="*/ 477 h 719"/>
              <a:gd name="T10" fmla="*/ 275 w 719"/>
              <a:gd name="T11" fmla="*/ 475 h 719"/>
              <a:gd name="T12" fmla="*/ 200 w 719"/>
              <a:gd name="T13" fmla="*/ 400 h 719"/>
              <a:gd name="T14" fmla="*/ 198 w 719"/>
              <a:gd name="T15" fmla="*/ 396 h 719"/>
              <a:gd name="T16" fmla="*/ 197 w 719"/>
              <a:gd name="T17" fmla="*/ 391 h 719"/>
              <a:gd name="T18" fmla="*/ 198 w 719"/>
              <a:gd name="T19" fmla="*/ 387 h 719"/>
              <a:gd name="T20" fmla="*/ 200 w 719"/>
              <a:gd name="T21" fmla="*/ 382 h 719"/>
              <a:gd name="T22" fmla="*/ 205 w 719"/>
              <a:gd name="T23" fmla="*/ 380 h 719"/>
              <a:gd name="T24" fmla="*/ 209 w 719"/>
              <a:gd name="T25" fmla="*/ 379 h 719"/>
              <a:gd name="T26" fmla="*/ 213 w 719"/>
              <a:gd name="T27" fmla="*/ 380 h 719"/>
              <a:gd name="T28" fmla="*/ 217 w 719"/>
              <a:gd name="T29" fmla="*/ 382 h 719"/>
              <a:gd name="T30" fmla="*/ 284 w 719"/>
              <a:gd name="T31" fmla="*/ 450 h 719"/>
              <a:gd name="T32" fmla="*/ 503 w 719"/>
              <a:gd name="T33" fmla="*/ 247 h 719"/>
              <a:gd name="T34" fmla="*/ 507 w 719"/>
              <a:gd name="T35" fmla="*/ 243 h 719"/>
              <a:gd name="T36" fmla="*/ 512 w 719"/>
              <a:gd name="T37" fmla="*/ 243 h 719"/>
              <a:gd name="T38" fmla="*/ 516 w 719"/>
              <a:gd name="T39" fmla="*/ 243 h 719"/>
              <a:gd name="T40" fmla="*/ 519 w 719"/>
              <a:gd name="T41" fmla="*/ 247 h 719"/>
              <a:gd name="T42" fmla="*/ 522 w 719"/>
              <a:gd name="T43" fmla="*/ 251 h 719"/>
              <a:gd name="T44" fmla="*/ 523 w 719"/>
              <a:gd name="T45" fmla="*/ 255 h 719"/>
              <a:gd name="T46" fmla="*/ 522 w 719"/>
              <a:gd name="T47" fmla="*/ 260 h 719"/>
              <a:gd name="T48" fmla="*/ 519 w 719"/>
              <a:gd name="T49" fmla="*/ 263 h 719"/>
              <a:gd name="T50" fmla="*/ 707 w 719"/>
              <a:gd name="T51" fmla="*/ 0 h 719"/>
              <a:gd name="T52" fmla="*/ 12 w 719"/>
              <a:gd name="T53" fmla="*/ 0 h 719"/>
              <a:gd name="T54" fmla="*/ 8 w 719"/>
              <a:gd name="T55" fmla="*/ 2 h 719"/>
              <a:gd name="T56" fmla="*/ 4 w 719"/>
              <a:gd name="T57" fmla="*/ 5 h 719"/>
              <a:gd name="T58" fmla="*/ 1 w 719"/>
              <a:gd name="T59" fmla="*/ 8 h 719"/>
              <a:gd name="T60" fmla="*/ 0 w 719"/>
              <a:gd name="T61" fmla="*/ 13 h 719"/>
              <a:gd name="T62" fmla="*/ 0 w 719"/>
              <a:gd name="T63" fmla="*/ 707 h 719"/>
              <a:gd name="T64" fmla="*/ 1 w 719"/>
              <a:gd name="T65" fmla="*/ 713 h 719"/>
              <a:gd name="T66" fmla="*/ 4 w 719"/>
              <a:gd name="T67" fmla="*/ 716 h 719"/>
              <a:gd name="T68" fmla="*/ 8 w 719"/>
              <a:gd name="T69" fmla="*/ 719 h 719"/>
              <a:gd name="T70" fmla="*/ 12 w 719"/>
              <a:gd name="T71" fmla="*/ 719 h 719"/>
              <a:gd name="T72" fmla="*/ 707 w 719"/>
              <a:gd name="T73" fmla="*/ 719 h 719"/>
              <a:gd name="T74" fmla="*/ 711 w 719"/>
              <a:gd name="T75" fmla="*/ 719 h 719"/>
              <a:gd name="T76" fmla="*/ 716 w 719"/>
              <a:gd name="T77" fmla="*/ 716 h 719"/>
              <a:gd name="T78" fmla="*/ 718 w 719"/>
              <a:gd name="T79" fmla="*/ 713 h 719"/>
              <a:gd name="T80" fmla="*/ 719 w 719"/>
              <a:gd name="T81" fmla="*/ 707 h 719"/>
              <a:gd name="T82" fmla="*/ 719 w 719"/>
              <a:gd name="T83" fmla="*/ 13 h 719"/>
              <a:gd name="T84" fmla="*/ 718 w 719"/>
              <a:gd name="T85" fmla="*/ 8 h 719"/>
              <a:gd name="T86" fmla="*/ 716 w 719"/>
              <a:gd name="T87" fmla="*/ 5 h 719"/>
              <a:gd name="T88" fmla="*/ 711 w 719"/>
              <a:gd name="T89" fmla="*/ 2 h 719"/>
              <a:gd name="T90" fmla="*/ 707 w 719"/>
              <a:gd name="T9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9" h="719">
                <a:moveTo>
                  <a:pt x="519" y="263"/>
                </a:moveTo>
                <a:lnTo>
                  <a:pt x="292" y="475"/>
                </a:lnTo>
                <a:lnTo>
                  <a:pt x="289" y="477"/>
                </a:lnTo>
                <a:lnTo>
                  <a:pt x="284" y="479"/>
                </a:lnTo>
                <a:lnTo>
                  <a:pt x="280" y="477"/>
                </a:lnTo>
                <a:lnTo>
                  <a:pt x="275" y="475"/>
                </a:lnTo>
                <a:lnTo>
                  <a:pt x="200" y="400"/>
                </a:lnTo>
                <a:lnTo>
                  <a:pt x="198" y="396"/>
                </a:lnTo>
                <a:lnTo>
                  <a:pt x="197" y="391"/>
                </a:lnTo>
                <a:lnTo>
                  <a:pt x="198" y="387"/>
                </a:lnTo>
                <a:lnTo>
                  <a:pt x="200" y="382"/>
                </a:lnTo>
                <a:lnTo>
                  <a:pt x="205" y="380"/>
                </a:lnTo>
                <a:lnTo>
                  <a:pt x="209" y="379"/>
                </a:lnTo>
                <a:lnTo>
                  <a:pt x="213" y="380"/>
                </a:lnTo>
                <a:lnTo>
                  <a:pt x="217" y="382"/>
                </a:lnTo>
                <a:lnTo>
                  <a:pt x="284" y="450"/>
                </a:lnTo>
                <a:lnTo>
                  <a:pt x="503" y="247"/>
                </a:lnTo>
                <a:lnTo>
                  <a:pt x="507" y="243"/>
                </a:lnTo>
                <a:lnTo>
                  <a:pt x="512" y="243"/>
                </a:lnTo>
                <a:lnTo>
                  <a:pt x="516" y="243"/>
                </a:lnTo>
                <a:lnTo>
                  <a:pt x="519" y="247"/>
                </a:lnTo>
                <a:lnTo>
                  <a:pt x="522" y="251"/>
                </a:lnTo>
                <a:lnTo>
                  <a:pt x="523" y="255"/>
                </a:lnTo>
                <a:lnTo>
                  <a:pt x="522" y="260"/>
                </a:lnTo>
                <a:lnTo>
                  <a:pt x="519" y="263"/>
                </a:lnTo>
                <a:close/>
                <a:moveTo>
                  <a:pt x="707" y="0"/>
                </a:moveTo>
                <a:lnTo>
                  <a:pt x="12" y="0"/>
                </a:lnTo>
                <a:lnTo>
                  <a:pt x="8" y="2"/>
                </a:lnTo>
                <a:lnTo>
                  <a:pt x="4" y="5"/>
                </a:lnTo>
                <a:lnTo>
                  <a:pt x="1" y="8"/>
                </a:lnTo>
                <a:lnTo>
                  <a:pt x="0" y="13"/>
                </a:lnTo>
                <a:lnTo>
                  <a:pt x="0" y="707"/>
                </a:lnTo>
                <a:lnTo>
                  <a:pt x="1" y="713"/>
                </a:lnTo>
                <a:lnTo>
                  <a:pt x="4" y="716"/>
                </a:lnTo>
                <a:lnTo>
                  <a:pt x="8" y="719"/>
                </a:lnTo>
                <a:lnTo>
                  <a:pt x="12" y="719"/>
                </a:lnTo>
                <a:lnTo>
                  <a:pt x="707" y="719"/>
                </a:lnTo>
                <a:lnTo>
                  <a:pt x="711" y="719"/>
                </a:lnTo>
                <a:lnTo>
                  <a:pt x="716" y="716"/>
                </a:lnTo>
                <a:lnTo>
                  <a:pt x="718" y="713"/>
                </a:lnTo>
                <a:lnTo>
                  <a:pt x="719" y="707"/>
                </a:lnTo>
                <a:lnTo>
                  <a:pt x="719" y="13"/>
                </a:lnTo>
                <a:lnTo>
                  <a:pt x="718" y="8"/>
                </a:lnTo>
                <a:lnTo>
                  <a:pt x="716" y="5"/>
                </a:lnTo>
                <a:lnTo>
                  <a:pt x="711" y="2"/>
                </a:lnTo>
                <a:lnTo>
                  <a:pt x="70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4" name="Freeform 1669">
            <a:extLst>
              <a:ext uri="{FF2B5EF4-FFF2-40B4-BE49-F238E27FC236}">
                <a16:creationId xmlns:a16="http://schemas.microsoft.com/office/drawing/2014/main" id="{2313CEF6-CA68-4859-9557-458529F12297}"/>
              </a:ext>
            </a:extLst>
          </p:cNvPr>
          <p:cNvSpPr>
            <a:spLocks noEditPoints="1"/>
          </p:cNvSpPr>
          <p:nvPr/>
        </p:nvSpPr>
        <p:spPr bwMode="auto">
          <a:xfrm>
            <a:off x="10463352" y="4793738"/>
            <a:ext cx="285750" cy="285750"/>
          </a:xfrm>
          <a:custGeom>
            <a:avLst/>
            <a:gdLst>
              <a:gd name="T0" fmla="*/ 519 w 719"/>
              <a:gd name="T1" fmla="*/ 263 h 719"/>
              <a:gd name="T2" fmla="*/ 292 w 719"/>
              <a:gd name="T3" fmla="*/ 475 h 719"/>
              <a:gd name="T4" fmla="*/ 289 w 719"/>
              <a:gd name="T5" fmla="*/ 477 h 719"/>
              <a:gd name="T6" fmla="*/ 284 w 719"/>
              <a:gd name="T7" fmla="*/ 479 h 719"/>
              <a:gd name="T8" fmla="*/ 280 w 719"/>
              <a:gd name="T9" fmla="*/ 477 h 719"/>
              <a:gd name="T10" fmla="*/ 275 w 719"/>
              <a:gd name="T11" fmla="*/ 475 h 719"/>
              <a:gd name="T12" fmla="*/ 200 w 719"/>
              <a:gd name="T13" fmla="*/ 400 h 719"/>
              <a:gd name="T14" fmla="*/ 198 w 719"/>
              <a:gd name="T15" fmla="*/ 396 h 719"/>
              <a:gd name="T16" fmla="*/ 197 w 719"/>
              <a:gd name="T17" fmla="*/ 391 h 719"/>
              <a:gd name="T18" fmla="*/ 198 w 719"/>
              <a:gd name="T19" fmla="*/ 387 h 719"/>
              <a:gd name="T20" fmla="*/ 200 w 719"/>
              <a:gd name="T21" fmla="*/ 382 h 719"/>
              <a:gd name="T22" fmla="*/ 205 w 719"/>
              <a:gd name="T23" fmla="*/ 380 h 719"/>
              <a:gd name="T24" fmla="*/ 209 w 719"/>
              <a:gd name="T25" fmla="*/ 379 h 719"/>
              <a:gd name="T26" fmla="*/ 213 w 719"/>
              <a:gd name="T27" fmla="*/ 380 h 719"/>
              <a:gd name="T28" fmla="*/ 217 w 719"/>
              <a:gd name="T29" fmla="*/ 382 h 719"/>
              <a:gd name="T30" fmla="*/ 284 w 719"/>
              <a:gd name="T31" fmla="*/ 450 h 719"/>
              <a:gd name="T32" fmla="*/ 503 w 719"/>
              <a:gd name="T33" fmla="*/ 247 h 719"/>
              <a:gd name="T34" fmla="*/ 507 w 719"/>
              <a:gd name="T35" fmla="*/ 243 h 719"/>
              <a:gd name="T36" fmla="*/ 512 w 719"/>
              <a:gd name="T37" fmla="*/ 243 h 719"/>
              <a:gd name="T38" fmla="*/ 516 w 719"/>
              <a:gd name="T39" fmla="*/ 243 h 719"/>
              <a:gd name="T40" fmla="*/ 519 w 719"/>
              <a:gd name="T41" fmla="*/ 247 h 719"/>
              <a:gd name="T42" fmla="*/ 522 w 719"/>
              <a:gd name="T43" fmla="*/ 251 h 719"/>
              <a:gd name="T44" fmla="*/ 523 w 719"/>
              <a:gd name="T45" fmla="*/ 255 h 719"/>
              <a:gd name="T46" fmla="*/ 522 w 719"/>
              <a:gd name="T47" fmla="*/ 260 h 719"/>
              <a:gd name="T48" fmla="*/ 519 w 719"/>
              <a:gd name="T49" fmla="*/ 263 h 719"/>
              <a:gd name="T50" fmla="*/ 707 w 719"/>
              <a:gd name="T51" fmla="*/ 0 h 719"/>
              <a:gd name="T52" fmla="*/ 12 w 719"/>
              <a:gd name="T53" fmla="*/ 0 h 719"/>
              <a:gd name="T54" fmla="*/ 8 w 719"/>
              <a:gd name="T55" fmla="*/ 2 h 719"/>
              <a:gd name="T56" fmla="*/ 4 w 719"/>
              <a:gd name="T57" fmla="*/ 5 h 719"/>
              <a:gd name="T58" fmla="*/ 1 w 719"/>
              <a:gd name="T59" fmla="*/ 8 h 719"/>
              <a:gd name="T60" fmla="*/ 0 w 719"/>
              <a:gd name="T61" fmla="*/ 13 h 719"/>
              <a:gd name="T62" fmla="*/ 0 w 719"/>
              <a:gd name="T63" fmla="*/ 707 h 719"/>
              <a:gd name="T64" fmla="*/ 1 w 719"/>
              <a:gd name="T65" fmla="*/ 713 h 719"/>
              <a:gd name="T66" fmla="*/ 4 w 719"/>
              <a:gd name="T67" fmla="*/ 716 h 719"/>
              <a:gd name="T68" fmla="*/ 8 w 719"/>
              <a:gd name="T69" fmla="*/ 719 h 719"/>
              <a:gd name="T70" fmla="*/ 12 w 719"/>
              <a:gd name="T71" fmla="*/ 719 h 719"/>
              <a:gd name="T72" fmla="*/ 707 w 719"/>
              <a:gd name="T73" fmla="*/ 719 h 719"/>
              <a:gd name="T74" fmla="*/ 711 w 719"/>
              <a:gd name="T75" fmla="*/ 719 h 719"/>
              <a:gd name="T76" fmla="*/ 716 w 719"/>
              <a:gd name="T77" fmla="*/ 716 h 719"/>
              <a:gd name="T78" fmla="*/ 718 w 719"/>
              <a:gd name="T79" fmla="*/ 713 h 719"/>
              <a:gd name="T80" fmla="*/ 719 w 719"/>
              <a:gd name="T81" fmla="*/ 707 h 719"/>
              <a:gd name="T82" fmla="*/ 719 w 719"/>
              <a:gd name="T83" fmla="*/ 13 h 719"/>
              <a:gd name="T84" fmla="*/ 718 w 719"/>
              <a:gd name="T85" fmla="*/ 8 h 719"/>
              <a:gd name="T86" fmla="*/ 716 w 719"/>
              <a:gd name="T87" fmla="*/ 5 h 719"/>
              <a:gd name="T88" fmla="*/ 711 w 719"/>
              <a:gd name="T89" fmla="*/ 2 h 719"/>
              <a:gd name="T90" fmla="*/ 707 w 719"/>
              <a:gd name="T9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9" h="719">
                <a:moveTo>
                  <a:pt x="519" y="263"/>
                </a:moveTo>
                <a:lnTo>
                  <a:pt x="292" y="475"/>
                </a:lnTo>
                <a:lnTo>
                  <a:pt x="289" y="477"/>
                </a:lnTo>
                <a:lnTo>
                  <a:pt x="284" y="479"/>
                </a:lnTo>
                <a:lnTo>
                  <a:pt x="280" y="477"/>
                </a:lnTo>
                <a:lnTo>
                  <a:pt x="275" y="475"/>
                </a:lnTo>
                <a:lnTo>
                  <a:pt x="200" y="400"/>
                </a:lnTo>
                <a:lnTo>
                  <a:pt x="198" y="396"/>
                </a:lnTo>
                <a:lnTo>
                  <a:pt x="197" y="391"/>
                </a:lnTo>
                <a:lnTo>
                  <a:pt x="198" y="387"/>
                </a:lnTo>
                <a:lnTo>
                  <a:pt x="200" y="382"/>
                </a:lnTo>
                <a:lnTo>
                  <a:pt x="205" y="380"/>
                </a:lnTo>
                <a:lnTo>
                  <a:pt x="209" y="379"/>
                </a:lnTo>
                <a:lnTo>
                  <a:pt x="213" y="380"/>
                </a:lnTo>
                <a:lnTo>
                  <a:pt x="217" y="382"/>
                </a:lnTo>
                <a:lnTo>
                  <a:pt x="284" y="450"/>
                </a:lnTo>
                <a:lnTo>
                  <a:pt x="503" y="247"/>
                </a:lnTo>
                <a:lnTo>
                  <a:pt x="507" y="243"/>
                </a:lnTo>
                <a:lnTo>
                  <a:pt x="512" y="243"/>
                </a:lnTo>
                <a:lnTo>
                  <a:pt x="516" y="243"/>
                </a:lnTo>
                <a:lnTo>
                  <a:pt x="519" y="247"/>
                </a:lnTo>
                <a:lnTo>
                  <a:pt x="522" y="251"/>
                </a:lnTo>
                <a:lnTo>
                  <a:pt x="523" y="255"/>
                </a:lnTo>
                <a:lnTo>
                  <a:pt x="522" y="260"/>
                </a:lnTo>
                <a:lnTo>
                  <a:pt x="519" y="263"/>
                </a:lnTo>
                <a:close/>
                <a:moveTo>
                  <a:pt x="707" y="0"/>
                </a:moveTo>
                <a:lnTo>
                  <a:pt x="12" y="0"/>
                </a:lnTo>
                <a:lnTo>
                  <a:pt x="8" y="2"/>
                </a:lnTo>
                <a:lnTo>
                  <a:pt x="4" y="5"/>
                </a:lnTo>
                <a:lnTo>
                  <a:pt x="1" y="8"/>
                </a:lnTo>
                <a:lnTo>
                  <a:pt x="0" y="13"/>
                </a:lnTo>
                <a:lnTo>
                  <a:pt x="0" y="707"/>
                </a:lnTo>
                <a:lnTo>
                  <a:pt x="1" y="713"/>
                </a:lnTo>
                <a:lnTo>
                  <a:pt x="4" y="716"/>
                </a:lnTo>
                <a:lnTo>
                  <a:pt x="8" y="719"/>
                </a:lnTo>
                <a:lnTo>
                  <a:pt x="12" y="719"/>
                </a:lnTo>
                <a:lnTo>
                  <a:pt x="707" y="719"/>
                </a:lnTo>
                <a:lnTo>
                  <a:pt x="711" y="719"/>
                </a:lnTo>
                <a:lnTo>
                  <a:pt x="716" y="716"/>
                </a:lnTo>
                <a:lnTo>
                  <a:pt x="718" y="713"/>
                </a:lnTo>
                <a:lnTo>
                  <a:pt x="719" y="707"/>
                </a:lnTo>
                <a:lnTo>
                  <a:pt x="719" y="13"/>
                </a:lnTo>
                <a:lnTo>
                  <a:pt x="718" y="8"/>
                </a:lnTo>
                <a:lnTo>
                  <a:pt x="716" y="5"/>
                </a:lnTo>
                <a:lnTo>
                  <a:pt x="711" y="2"/>
                </a:lnTo>
                <a:lnTo>
                  <a:pt x="70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5" name="Rectangle 34">
            <a:extLst>
              <a:ext uri="{FF2B5EF4-FFF2-40B4-BE49-F238E27FC236}">
                <a16:creationId xmlns:a16="http://schemas.microsoft.com/office/drawing/2014/main" id="{6835F316-3B67-4B11-ACEC-87F6AFA6677B}"/>
              </a:ext>
            </a:extLst>
          </p:cNvPr>
          <p:cNvSpPr/>
          <p:nvPr/>
        </p:nvSpPr>
        <p:spPr>
          <a:xfrm>
            <a:off x="839788" y="5446014"/>
            <a:ext cx="10512425" cy="646331"/>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Proin</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et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luctus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nisl</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viverra</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eros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Suspendisse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pharetra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mattis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purus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semper.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Donec</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condimentum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sapien</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posuere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Tree>
    <p:extLst>
      <p:ext uri="{BB962C8B-B14F-4D97-AF65-F5344CB8AC3E}">
        <p14:creationId xmlns:p14="http://schemas.microsoft.com/office/powerpoint/2010/main" val="359074266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B1AADD15-EF19-4140-88C7-FA18D3670B4A}"/>
              </a:ext>
            </a:extLst>
          </p:cNvPr>
          <p:cNvSpPr txBox="1"/>
          <p:nvPr/>
        </p:nvSpPr>
        <p:spPr>
          <a:xfrm>
            <a:off x="431800" y="191214"/>
            <a:ext cx="11328400" cy="73866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3F3F3F"/>
                </a:solidFill>
                <a:effectLst/>
                <a:uLnTx/>
                <a:uFillTx/>
                <a:latin typeface="Corbel" panose="020B0503020204020204"/>
                <a:ea typeface="+mn-ea"/>
                <a:cs typeface="+mn-cs"/>
              </a:rPr>
              <a:t>TABLES</a:t>
            </a:r>
          </a:p>
        </p:txBody>
      </p:sp>
      <p:grpSp>
        <p:nvGrpSpPr>
          <p:cNvPr id="5" name="Group 4">
            <a:extLst>
              <a:ext uri="{FF2B5EF4-FFF2-40B4-BE49-F238E27FC236}">
                <a16:creationId xmlns:a16="http://schemas.microsoft.com/office/drawing/2014/main" id="{D903D880-2121-4AF1-AB91-4DE7F5B28CF3}"/>
              </a:ext>
            </a:extLst>
          </p:cNvPr>
          <p:cNvGrpSpPr/>
          <p:nvPr/>
        </p:nvGrpSpPr>
        <p:grpSpPr>
          <a:xfrm>
            <a:off x="5319855" y="6478321"/>
            <a:ext cx="1552291" cy="121183"/>
            <a:chOff x="4665436" y="4689691"/>
            <a:chExt cx="2415114" cy="121183"/>
          </a:xfrm>
        </p:grpSpPr>
        <p:sp>
          <p:nvSpPr>
            <p:cNvPr id="6" name="Rectangle: Rounded Corners 5">
              <a:extLst>
                <a:ext uri="{FF2B5EF4-FFF2-40B4-BE49-F238E27FC236}">
                  <a16:creationId xmlns:a16="http://schemas.microsoft.com/office/drawing/2014/main" id="{BC7BF908-FDDB-4BF7-BD98-0F1BBFA71B88}"/>
                </a:ext>
              </a:extLst>
            </p:cNvPr>
            <p:cNvSpPr/>
            <p:nvPr/>
          </p:nvSpPr>
          <p:spPr>
            <a:xfrm>
              <a:off x="4665436" y="4689691"/>
              <a:ext cx="1075758" cy="121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ectangle: Rounded Corners 6">
              <a:extLst>
                <a:ext uri="{FF2B5EF4-FFF2-40B4-BE49-F238E27FC236}">
                  <a16:creationId xmlns:a16="http://schemas.microsoft.com/office/drawing/2014/main" id="{B1F27A12-06B2-470B-96A1-37F027DD98F8}"/>
                </a:ext>
              </a:extLst>
            </p:cNvPr>
            <p:cNvSpPr/>
            <p:nvPr/>
          </p:nvSpPr>
          <p:spPr>
            <a:xfrm>
              <a:off x="6004792" y="4689691"/>
              <a:ext cx="1075758" cy="12118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grpSp>
      <p:sp>
        <p:nvSpPr>
          <p:cNvPr id="8" name="Date Placeholder 7">
            <a:extLst>
              <a:ext uri="{FF2B5EF4-FFF2-40B4-BE49-F238E27FC236}">
                <a16:creationId xmlns:a16="http://schemas.microsoft.com/office/drawing/2014/main" id="{ED17E5F7-A895-4DA2-9E2E-33870877DB5B}"/>
              </a:ext>
            </a:extLst>
          </p:cNvPr>
          <p:cNvSpPr>
            <a:spLocks noGrp="1"/>
          </p:cNvSpPr>
          <p:nvPr>
            <p:ph type="dt" sz="half" idx="10"/>
          </p:nvPr>
        </p:nvSpPr>
        <p:spPr>
          <a:xfrm>
            <a:off x="838200" y="6356350"/>
            <a:ext cx="27432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22ABB57-F0EC-4286-B1AC-36841ACD99BD}" type="datetime1">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9" name="Slide Number Placeholder 8">
            <a:extLst>
              <a:ext uri="{FF2B5EF4-FFF2-40B4-BE49-F238E27FC236}">
                <a16:creationId xmlns:a16="http://schemas.microsoft.com/office/drawing/2014/main" id="{DAA389C8-B2EE-4FCB-A752-D81FA60401A6}"/>
              </a:ext>
            </a:extLst>
          </p:cNvPr>
          <p:cNvSpPr>
            <a:spLocks noGrp="1"/>
          </p:cNvSpPr>
          <p:nvPr>
            <p:ph type="sldNum" sz="quarter" idx="12"/>
          </p:nvPr>
        </p:nvSpPr>
        <p:spPr>
          <a:xfrm>
            <a:off x="8610600" y="6356350"/>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94E2DD-4F38-4D2A-97E5-5D7467AA1DEC}" type="slidenum">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2" name="Rectangle: Top Corners Rounded 1">
            <a:extLst>
              <a:ext uri="{FF2B5EF4-FFF2-40B4-BE49-F238E27FC236}">
                <a16:creationId xmlns:a16="http://schemas.microsoft.com/office/drawing/2014/main" id="{ED91F0B6-90D9-461D-80A2-5674BF75D1F8}"/>
              </a:ext>
            </a:extLst>
          </p:cNvPr>
          <p:cNvSpPr/>
          <p:nvPr/>
        </p:nvSpPr>
        <p:spPr>
          <a:xfrm>
            <a:off x="953945" y="1190624"/>
            <a:ext cx="2895600" cy="738663"/>
          </a:xfrm>
          <a:prstGeom prst="round2Same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LOREM IPSUM</a:t>
            </a:r>
          </a:p>
        </p:txBody>
      </p:sp>
      <p:sp>
        <p:nvSpPr>
          <p:cNvPr id="26" name="Rectangle: Top Corners Rounded 25">
            <a:extLst>
              <a:ext uri="{FF2B5EF4-FFF2-40B4-BE49-F238E27FC236}">
                <a16:creationId xmlns:a16="http://schemas.microsoft.com/office/drawing/2014/main" id="{D02B4924-2CAD-4E50-8D0C-0DE42736222A}"/>
              </a:ext>
            </a:extLst>
          </p:cNvPr>
          <p:cNvSpPr/>
          <p:nvPr/>
        </p:nvSpPr>
        <p:spPr>
          <a:xfrm>
            <a:off x="4648200" y="1190624"/>
            <a:ext cx="2895600" cy="738663"/>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LOREM IPSUM</a:t>
            </a:r>
          </a:p>
        </p:txBody>
      </p:sp>
      <p:sp>
        <p:nvSpPr>
          <p:cNvPr id="31" name="Rectangle: Top Corners Rounded 30">
            <a:extLst>
              <a:ext uri="{FF2B5EF4-FFF2-40B4-BE49-F238E27FC236}">
                <a16:creationId xmlns:a16="http://schemas.microsoft.com/office/drawing/2014/main" id="{1CFF4D6A-BD90-48E3-8576-1146342B4B54}"/>
              </a:ext>
            </a:extLst>
          </p:cNvPr>
          <p:cNvSpPr/>
          <p:nvPr/>
        </p:nvSpPr>
        <p:spPr>
          <a:xfrm>
            <a:off x="8342455" y="1190624"/>
            <a:ext cx="2895600" cy="738663"/>
          </a:xfrm>
          <a:prstGeom prst="round2Same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LOREM IPSUM</a:t>
            </a:r>
          </a:p>
        </p:txBody>
      </p:sp>
      <p:sp>
        <p:nvSpPr>
          <p:cNvPr id="10" name="Rectangle 9">
            <a:extLst>
              <a:ext uri="{FF2B5EF4-FFF2-40B4-BE49-F238E27FC236}">
                <a16:creationId xmlns:a16="http://schemas.microsoft.com/office/drawing/2014/main" id="{A6B517FB-DEB8-4A37-9655-3E6DBDF9262D}"/>
              </a:ext>
            </a:extLst>
          </p:cNvPr>
          <p:cNvSpPr/>
          <p:nvPr/>
        </p:nvSpPr>
        <p:spPr>
          <a:xfrm>
            <a:off x="953945" y="2050470"/>
            <a:ext cx="2895600" cy="32835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3" name="Rectangle 32">
            <a:extLst>
              <a:ext uri="{FF2B5EF4-FFF2-40B4-BE49-F238E27FC236}">
                <a16:creationId xmlns:a16="http://schemas.microsoft.com/office/drawing/2014/main" id="{2B8EB5EA-E068-45CE-B708-EDC1EEB1E803}"/>
              </a:ext>
            </a:extLst>
          </p:cNvPr>
          <p:cNvSpPr/>
          <p:nvPr/>
        </p:nvSpPr>
        <p:spPr>
          <a:xfrm>
            <a:off x="4648200" y="2050470"/>
            <a:ext cx="2895600" cy="3283529"/>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6" name="Rectangle 35">
            <a:extLst>
              <a:ext uri="{FF2B5EF4-FFF2-40B4-BE49-F238E27FC236}">
                <a16:creationId xmlns:a16="http://schemas.microsoft.com/office/drawing/2014/main" id="{2A8797D6-2E1D-4201-A477-162F024A71B3}"/>
              </a:ext>
            </a:extLst>
          </p:cNvPr>
          <p:cNvSpPr/>
          <p:nvPr/>
        </p:nvSpPr>
        <p:spPr>
          <a:xfrm>
            <a:off x="8342455" y="2050470"/>
            <a:ext cx="2895600" cy="32835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cxnSp>
        <p:nvCxnSpPr>
          <p:cNvPr id="12" name="Straight Connector 11">
            <a:extLst>
              <a:ext uri="{FF2B5EF4-FFF2-40B4-BE49-F238E27FC236}">
                <a16:creationId xmlns:a16="http://schemas.microsoft.com/office/drawing/2014/main" id="{373717B2-3B01-4F49-B05A-0071FEC63C96}"/>
              </a:ext>
            </a:extLst>
          </p:cNvPr>
          <p:cNvCxnSpPr/>
          <p:nvPr/>
        </p:nvCxnSpPr>
        <p:spPr>
          <a:xfrm>
            <a:off x="1143000" y="3081536"/>
            <a:ext cx="9906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2EC5F4E-E51B-4F82-AE81-E1B1F29D8E86}"/>
              </a:ext>
            </a:extLst>
          </p:cNvPr>
          <p:cNvCxnSpPr/>
          <p:nvPr/>
        </p:nvCxnSpPr>
        <p:spPr>
          <a:xfrm>
            <a:off x="1143000" y="4275336"/>
            <a:ext cx="9906000" cy="0"/>
          </a:xfrm>
          <a:prstGeom prst="line">
            <a:avLst/>
          </a:prstGeom>
        </p:spPr>
        <p:style>
          <a:lnRef idx="1">
            <a:schemeClr val="accent1"/>
          </a:lnRef>
          <a:fillRef idx="0">
            <a:schemeClr val="accent1"/>
          </a:fillRef>
          <a:effectRef idx="0">
            <a:schemeClr val="accent1"/>
          </a:effectRef>
          <a:fontRef idx="minor">
            <a:schemeClr val="tx1"/>
          </a:fontRef>
        </p:style>
      </p:cxnSp>
      <p:sp>
        <p:nvSpPr>
          <p:cNvPr id="15" name="Rectangle: Rounded Corners 14">
            <a:extLst>
              <a:ext uri="{FF2B5EF4-FFF2-40B4-BE49-F238E27FC236}">
                <a16:creationId xmlns:a16="http://schemas.microsoft.com/office/drawing/2014/main" id="{15E19D58-9499-4C85-BC9F-C05CE481E51B}"/>
              </a:ext>
            </a:extLst>
          </p:cNvPr>
          <p:cNvSpPr/>
          <p:nvPr/>
        </p:nvSpPr>
        <p:spPr>
          <a:xfrm>
            <a:off x="1030145" y="5460999"/>
            <a:ext cx="2743200" cy="60960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SIGN UP</a:t>
            </a:r>
          </a:p>
        </p:txBody>
      </p:sp>
      <p:sp>
        <p:nvSpPr>
          <p:cNvPr id="38" name="Rectangle: Rounded Corners 37">
            <a:extLst>
              <a:ext uri="{FF2B5EF4-FFF2-40B4-BE49-F238E27FC236}">
                <a16:creationId xmlns:a16="http://schemas.microsoft.com/office/drawing/2014/main" id="{D107A8B0-A2B0-4A02-9872-2FBBE6B283CE}"/>
              </a:ext>
            </a:extLst>
          </p:cNvPr>
          <p:cNvSpPr/>
          <p:nvPr/>
        </p:nvSpPr>
        <p:spPr>
          <a:xfrm>
            <a:off x="4724400" y="5460999"/>
            <a:ext cx="2743200" cy="60960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SIGN UP</a:t>
            </a:r>
          </a:p>
        </p:txBody>
      </p:sp>
      <p:sp>
        <p:nvSpPr>
          <p:cNvPr id="39" name="Rectangle: Rounded Corners 38">
            <a:extLst>
              <a:ext uri="{FF2B5EF4-FFF2-40B4-BE49-F238E27FC236}">
                <a16:creationId xmlns:a16="http://schemas.microsoft.com/office/drawing/2014/main" id="{E3BBE412-646A-4655-9AF4-298420D7CEB3}"/>
              </a:ext>
            </a:extLst>
          </p:cNvPr>
          <p:cNvSpPr/>
          <p:nvPr/>
        </p:nvSpPr>
        <p:spPr>
          <a:xfrm>
            <a:off x="8418655" y="5460999"/>
            <a:ext cx="2743200" cy="609601"/>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SIGN UP</a:t>
            </a:r>
          </a:p>
        </p:txBody>
      </p:sp>
      <p:sp>
        <p:nvSpPr>
          <p:cNvPr id="40" name="Rectangle 39">
            <a:extLst>
              <a:ext uri="{FF2B5EF4-FFF2-40B4-BE49-F238E27FC236}">
                <a16:creationId xmlns:a16="http://schemas.microsoft.com/office/drawing/2014/main" id="{8D9E5CEA-42F0-47D4-9FFA-783E9825B922}"/>
              </a:ext>
            </a:extLst>
          </p:cNvPr>
          <p:cNvSpPr/>
          <p:nvPr/>
        </p:nvSpPr>
        <p:spPr>
          <a:xfrm>
            <a:off x="1185801" y="2304393"/>
            <a:ext cx="2431888" cy="52322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41" name="Rectangle 40">
            <a:extLst>
              <a:ext uri="{FF2B5EF4-FFF2-40B4-BE49-F238E27FC236}">
                <a16:creationId xmlns:a16="http://schemas.microsoft.com/office/drawing/2014/main" id="{CC11DA66-0F0E-40CC-894F-A4813A6C95CA}"/>
              </a:ext>
            </a:extLst>
          </p:cNvPr>
          <p:cNvSpPr/>
          <p:nvPr/>
        </p:nvSpPr>
        <p:spPr>
          <a:xfrm>
            <a:off x="1185801" y="3423726"/>
            <a:ext cx="2431888" cy="52322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42" name="Rectangle 41">
            <a:extLst>
              <a:ext uri="{FF2B5EF4-FFF2-40B4-BE49-F238E27FC236}">
                <a16:creationId xmlns:a16="http://schemas.microsoft.com/office/drawing/2014/main" id="{DD6A8A85-E502-4CDC-8921-A33A89BF7077}"/>
              </a:ext>
            </a:extLst>
          </p:cNvPr>
          <p:cNvSpPr/>
          <p:nvPr/>
        </p:nvSpPr>
        <p:spPr>
          <a:xfrm>
            <a:off x="1185801" y="4543058"/>
            <a:ext cx="2431888" cy="52322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43" name="Rectangle 42">
            <a:extLst>
              <a:ext uri="{FF2B5EF4-FFF2-40B4-BE49-F238E27FC236}">
                <a16:creationId xmlns:a16="http://schemas.microsoft.com/office/drawing/2014/main" id="{F41A1713-F21F-40E5-B8AA-6751453760D3}"/>
              </a:ext>
            </a:extLst>
          </p:cNvPr>
          <p:cNvSpPr/>
          <p:nvPr/>
        </p:nvSpPr>
        <p:spPr>
          <a:xfrm>
            <a:off x="4880056" y="2304393"/>
            <a:ext cx="2431888" cy="52322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44" name="Rectangle 43">
            <a:extLst>
              <a:ext uri="{FF2B5EF4-FFF2-40B4-BE49-F238E27FC236}">
                <a16:creationId xmlns:a16="http://schemas.microsoft.com/office/drawing/2014/main" id="{7A5E5038-EB95-46AC-9BF1-60CA03137783}"/>
              </a:ext>
            </a:extLst>
          </p:cNvPr>
          <p:cNvSpPr/>
          <p:nvPr/>
        </p:nvSpPr>
        <p:spPr>
          <a:xfrm>
            <a:off x="4880056" y="3423726"/>
            <a:ext cx="2431888" cy="52322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45" name="Rectangle 44">
            <a:extLst>
              <a:ext uri="{FF2B5EF4-FFF2-40B4-BE49-F238E27FC236}">
                <a16:creationId xmlns:a16="http://schemas.microsoft.com/office/drawing/2014/main" id="{91A3DBC7-1E3E-404D-9D26-206D0CA4297B}"/>
              </a:ext>
            </a:extLst>
          </p:cNvPr>
          <p:cNvSpPr/>
          <p:nvPr/>
        </p:nvSpPr>
        <p:spPr>
          <a:xfrm>
            <a:off x="4880056" y="4543058"/>
            <a:ext cx="2431888" cy="52322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46" name="Rectangle 45">
            <a:extLst>
              <a:ext uri="{FF2B5EF4-FFF2-40B4-BE49-F238E27FC236}">
                <a16:creationId xmlns:a16="http://schemas.microsoft.com/office/drawing/2014/main" id="{C5BF0EC5-E4C8-4D1B-98BC-B0E61E929CE3}"/>
              </a:ext>
            </a:extLst>
          </p:cNvPr>
          <p:cNvSpPr/>
          <p:nvPr/>
        </p:nvSpPr>
        <p:spPr>
          <a:xfrm>
            <a:off x="8574311" y="2304393"/>
            <a:ext cx="2431888" cy="52322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47" name="Rectangle 46">
            <a:extLst>
              <a:ext uri="{FF2B5EF4-FFF2-40B4-BE49-F238E27FC236}">
                <a16:creationId xmlns:a16="http://schemas.microsoft.com/office/drawing/2014/main" id="{818CE07C-1650-4515-A42E-F7CDD66BC368}"/>
              </a:ext>
            </a:extLst>
          </p:cNvPr>
          <p:cNvSpPr/>
          <p:nvPr/>
        </p:nvSpPr>
        <p:spPr>
          <a:xfrm>
            <a:off x="8574311" y="3423726"/>
            <a:ext cx="2431888" cy="52322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48" name="Rectangle 47">
            <a:extLst>
              <a:ext uri="{FF2B5EF4-FFF2-40B4-BE49-F238E27FC236}">
                <a16:creationId xmlns:a16="http://schemas.microsoft.com/office/drawing/2014/main" id="{842A36A6-C8C4-4334-8B8F-6885196E0D69}"/>
              </a:ext>
            </a:extLst>
          </p:cNvPr>
          <p:cNvSpPr/>
          <p:nvPr/>
        </p:nvSpPr>
        <p:spPr>
          <a:xfrm>
            <a:off x="8574311" y="4543058"/>
            <a:ext cx="2431888" cy="52322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Tree>
    <p:extLst>
      <p:ext uri="{BB962C8B-B14F-4D97-AF65-F5344CB8AC3E}">
        <p14:creationId xmlns:p14="http://schemas.microsoft.com/office/powerpoint/2010/main" val="37752084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B1AADD15-EF19-4140-88C7-FA18D3670B4A}"/>
              </a:ext>
            </a:extLst>
          </p:cNvPr>
          <p:cNvSpPr txBox="1"/>
          <p:nvPr/>
        </p:nvSpPr>
        <p:spPr>
          <a:xfrm>
            <a:off x="431800" y="191214"/>
            <a:ext cx="11328400" cy="73866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3F3F3F"/>
                </a:solidFill>
                <a:effectLst/>
                <a:uLnTx/>
                <a:uFillTx/>
                <a:latin typeface="Corbel" panose="020B0503020204020204"/>
                <a:ea typeface="+mn-ea"/>
                <a:cs typeface="+mn-cs"/>
              </a:rPr>
              <a:t>TABLES</a:t>
            </a:r>
          </a:p>
        </p:txBody>
      </p:sp>
      <p:grpSp>
        <p:nvGrpSpPr>
          <p:cNvPr id="5" name="Group 4">
            <a:extLst>
              <a:ext uri="{FF2B5EF4-FFF2-40B4-BE49-F238E27FC236}">
                <a16:creationId xmlns:a16="http://schemas.microsoft.com/office/drawing/2014/main" id="{D903D880-2121-4AF1-AB91-4DE7F5B28CF3}"/>
              </a:ext>
            </a:extLst>
          </p:cNvPr>
          <p:cNvGrpSpPr/>
          <p:nvPr/>
        </p:nvGrpSpPr>
        <p:grpSpPr>
          <a:xfrm>
            <a:off x="5319855" y="6478321"/>
            <a:ext cx="1552291" cy="121183"/>
            <a:chOff x="4665436" y="4689691"/>
            <a:chExt cx="2415114" cy="121183"/>
          </a:xfrm>
        </p:grpSpPr>
        <p:sp>
          <p:nvSpPr>
            <p:cNvPr id="6" name="Rectangle: Rounded Corners 5">
              <a:extLst>
                <a:ext uri="{FF2B5EF4-FFF2-40B4-BE49-F238E27FC236}">
                  <a16:creationId xmlns:a16="http://schemas.microsoft.com/office/drawing/2014/main" id="{BC7BF908-FDDB-4BF7-BD98-0F1BBFA71B88}"/>
                </a:ext>
              </a:extLst>
            </p:cNvPr>
            <p:cNvSpPr/>
            <p:nvPr/>
          </p:nvSpPr>
          <p:spPr>
            <a:xfrm>
              <a:off x="4665436" y="4689691"/>
              <a:ext cx="1075758" cy="121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ectangle: Rounded Corners 6">
              <a:extLst>
                <a:ext uri="{FF2B5EF4-FFF2-40B4-BE49-F238E27FC236}">
                  <a16:creationId xmlns:a16="http://schemas.microsoft.com/office/drawing/2014/main" id="{B1F27A12-06B2-470B-96A1-37F027DD98F8}"/>
                </a:ext>
              </a:extLst>
            </p:cNvPr>
            <p:cNvSpPr/>
            <p:nvPr/>
          </p:nvSpPr>
          <p:spPr>
            <a:xfrm>
              <a:off x="6004792" y="4689691"/>
              <a:ext cx="1075758" cy="12118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grpSp>
      <p:sp>
        <p:nvSpPr>
          <p:cNvPr id="8" name="Date Placeholder 7">
            <a:extLst>
              <a:ext uri="{FF2B5EF4-FFF2-40B4-BE49-F238E27FC236}">
                <a16:creationId xmlns:a16="http://schemas.microsoft.com/office/drawing/2014/main" id="{ED17E5F7-A895-4DA2-9E2E-33870877DB5B}"/>
              </a:ext>
            </a:extLst>
          </p:cNvPr>
          <p:cNvSpPr>
            <a:spLocks noGrp="1"/>
          </p:cNvSpPr>
          <p:nvPr>
            <p:ph type="dt" sz="half" idx="10"/>
          </p:nvPr>
        </p:nvSpPr>
        <p:spPr>
          <a:xfrm>
            <a:off x="838200" y="6356350"/>
            <a:ext cx="27432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22ABB57-F0EC-4286-B1AC-36841ACD99BD}" type="datetime1">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9" name="Slide Number Placeholder 8">
            <a:extLst>
              <a:ext uri="{FF2B5EF4-FFF2-40B4-BE49-F238E27FC236}">
                <a16:creationId xmlns:a16="http://schemas.microsoft.com/office/drawing/2014/main" id="{DAA389C8-B2EE-4FCB-A752-D81FA60401A6}"/>
              </a:ext>
            </a:extLst>
          </p:cNvPr>
          <p:cNvSpPr>
            <a:spLocks noGrp="1"/>
          </p:cNvSpPr>
          <p:nvPr>
            <p:ph type="sldNum" sz="quarter" idx="12"/>
          </p:nvPr>
        </p:nvSpPr>
        <p:spPr>
          <a:xfrm>
            <a:off x="8610600" y="6356350"/>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94E2DD-4F38-4D2A-97E5-5D7467AA1DEC}" type="slidenum">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28" name="Rectangle: Top Corners Rounded 27">
            <a:extLst>
              <a:ext uri="{FF2B5EF4-FFF2-40B4-BE49-F238E27FC236}">
                <a16:creationId xmlns:a16="http://schemas.microsoft.com/office/drawing/2014/main" id="{34A113B8-3EEB-493A-A356-B2637981E369}"/>
              </a:ext>
            </a:extLst>
          </p:cNvPr>
          <p:cNvSpPr/>
          <p:nvPr/>
        </p:nvSpPr>
        <p:spPr>
          <a:xfrm>
            <a:off x="431800" y="1190624"/>
            <a:ext cx="2633817" cy="738663"/>
          </a:xfrm>
          <a:prstGeom prst="round2Same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LOREM IPSUM</a:t>
            </a:r>
          </a:p>
        </p:txBody>
      </p:sp>
      <p:sp>
        <p:nvSpPr>
          <p:cNvPr id="29" name="Rectangle 28">
            <a:extLst>
              <a:ext uri="{FF2B5EF4-FFF2-40B4-BE49-F238E27FC236}">
                <a16:creationId xmlns:a16="http://schemas.microsoft.com/office/drawing/2014/main" id="{537B5AF5-A556-49C8-8800-7C8CC3169898}"/>
              </a:ext>
            </a:extLst>
          </p:cNvPr>
          <p:cNvSpPr/>
          <p:nvPr/>
        </p:nvSpPr>
        <p:spPr>
          <a:xfrm>
            <a:off x="431800" y="2032000"/>
            <a:ext cx="2633817" cy="40259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0" name="Rectangle: Top Corners Rounded 29">
            <a:extLst>
              <a:ext uri="{FF2B5EF4-FFF2-40B4-BE49-F238E27FC236}">
                <a16:creationId xmlns:a16="http://schemas.microsoft.com/office/drawing/2014/main" id="{4B1049CE-09D6-447F-8082-31A1AA90D0C8}"/>
              </a:ext>
            </a:extLst>
          </p:cNvPr>
          <p:cNvSpPr/>
          <p:nvPr/>
        </p:nvSpPr>
        <p:spPr>
          <a:xfrm>
            <a:off x="3329994" y="1190624"/>
            <a:ext cx="2633817" cy="738663"/>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LOREM IPSUM</a:t>
            </a:r>
          </a:p>
        </p:txBody>
      </p:sp>
      <p:sp>
        <p:nvSpPr>
          <p:cNvPr id="32" name="Rectangle 31">
            <a:extLst>
              <a:ext uri="{FF2B5EF4-FFF2-40B4-BE49-F238E27FC236}">
                <a16:creationId xmlns:a16="http://schemas.microsoft.com/office/drawing/2014/main" id="{F7F947FB-6620-47A8-B944-CEAFA39A0A45}"/>
              </a:ext>
            </a:extLst>
          </p:cNvPr>
          <p:cNvSpPr/>
          <p:nvPr/>
        </p:nvSpPr>
        <p:spPr>
          <a:xfrm>
            <a:off x="3329994" y="2032000"/>
            <a:ext cx="2633817" cy="40259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4" name="Rectangle: Top Corners Rounded 33">
            <a:extLst>
              <a:ext uri="{FF2B5EF4-FFF2-40B4-BE49-F238E27FC236}">
                <a16:creationId xmlns:a16="http://schemas.microsoft.com/office/drawing/2014/main" id="{61202648-D277-425B-AF9D-10D66C73E1E5}"/>
              </a:ext>
            </a:extLst>
          </p:cNvPr>
          <p:cNvSpPr/>
          <p:nvPr/>
        </p:nvSpPr>
        <p:spPr>
          <a:xfrm>
            <a:off x="6228189" y="1190624"/>
            <a:ext cx="2633817" cy="738663"/>
          </a:xfrm>
          <a:prstGeom prst="round2Same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LOREM IPSUM</a:t>
            </a:r>
          </a:p>
        </p:txBody>
      </p:sp>
      <p:sp>
        <p:nvSpPr>
          <p:cNvPr id="35" name="Rectangle 34">
            <a:extLst>
              <a:ext uri="{FF2B5EF4-FFF2-40B4-BE49-F238E27FC236}">
                <a16:creationId xmlns:a16="http://schemas.microsoft.com/office/drawing/2014/main" id="{F8B089A9-270F-43C1-8635-AC7CF0D0DB42}"/>
              </a:ext>
            </a:extLst>
          </p:cNvPr>
          <p:cNvSpPr/>
          <p:nvPr/>
        </p:nvSpPr>
        <p:spPr>
          <a:xfrm>
            <a:off x="6228189" y="2032000"/>
            <a:ext cx="2633817" cy="40259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9" name="Rectangle: Top Corners Rounded 48">
            <a:extLst>
              <a:ext uri="{FF2B5EF4-FFF2-40B4-BE49-F238E27FC236}">
                <a16:creationId xmlns:a16="http://schemas.microsoft.com/office/drawing/2014/main" id="{17170B07-20ED-443D-AACA-32841CB6D744}"/>
              </a:ext>
            </a:extLst>
          </p:cNvPr>
          <p:cNvSpPr/>
          <p:nvPr/>
        </p:nvSpPr>
        <p:spPr>
          <a:xfrm>
            <a:off x="9126383" y="1190624"/>
            <a:ext cx="2633817" cy="738663"/>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LOREM IPSUM</a:t>
            </a:r>
          </a:p>
        </p:txBody>
      </p:sp>
      <p:sp>
        <p:nvSpPr>
          <p:cNvPr id="50" name="Rectangle 49">
            <a:extLst>
              <a:ext uri="{FF2B5EF4-FFF2-40B4-BE49-F238E27FC236}">
                <a16:creationId xmlns:a16="http://schemas.microsoft.com/office/drawing/2014/main" id="{8E288438-07FF-4A3E-BB8E-DE25DA6E3913}"/>
              </a:ext>
            </a:extLst>
          </p:cNvPr>
          <p:cNvSpPr/>
          <p:nvPr/>
        </p:nvSpPr>
        <p:spPr>
          <a:xfrm>
            <a:off x="9126383" y="2032000"/>
            <a:ext cx="2633817" cy="40259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11" name="Rectangle: Rounded Corners 10">
            <a:extLst>
              <a:ext uri="{FF2B5EF4-FFF2-40B4-BE49-F238E27FC236}">
                <a16:creationId xmlns:a16="http://schemas.microsoft.com/office/drawing/2014/main" id="{13CE8846-E7D6-4EC5-B015-A980E2A70770}"/>
              </a:ext>
            </a:extLst>
          </p:cNvPr>
          <p:cNvSpPr/>
          <p:nvPr/>
        </p:nvSpPr>
        <p:spPr>
          <a:xfrm>
            <a:off x="573958" y="5478912"/>
            <a:ext cx="2349500" cy="451988"/>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orbel" panose="020B0503020204020204"/>
                <a:ea typeface="+mn-ea"/>
                <a:cs typeface="+mn-cs"/>
              </a:rPr>
              <a:t>LOREM IPSUM</a:t>
            </a:r>
          </a:p>
        </p:txBody>
      </p:sp>
      <p:sp>
        <p:nvSpPr>
          <p:cNvPr id="51" name="Rectangle: Rounded Corners 50">
            <a:extLst>
              <a:ext uri="{FF2B5EF4-FFF2-40B4-BE49-F238E27FC236}">
                <a16:creationId xmlns:a16="http://schemas.microsoft.com/office/drawing/2014/main" id="{4CB945FE-40D2-4106-9E97-483ED0E7D180}"/>
              </a:ext>
            </a:extLst>
          </p:cNvPr>
          <p:cNvSpPr/>
          <p:nvPr/>
        </p:nvSpPr>
        <p:spPr>
          <a:xfrm>
            <a:off x="3472152" y="5478912"/>
            <a:ext cx="2349500" cy="451988"/>
          </a:xfrm>
          <a:prstGeom prst="round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orbel" panose="020B0503020204020204"/>
                <a:ea typeface="+mn-ea"/>
                <a:cs typeface="+mn-cs"/>
              </a:rPr>
              <a:t>LOREM IPSUM</a:t>
            </a:r>
          </a:p>
        </p:txBody>
      </p:sp>
      <p:sp>
        <p:nvSpPr>
          <p:cNvPr id="52" name="Rectangle: Rounded Corners 51">
            <a:extLst>
              <a:ext uri="{FF2B5EF4-FFF2-40B4-BE49-F238E27FC236}">
                <a16:creationId xmlns:a16="http://schemas.microsoft.com/office/drawing/2014/main" id="{0FCC19B7-EEED-4D10-8D70-D5E31F2B3507}"/>
              </a:ext>
            </a:extLst>
          </p:cNvPr>
          <p:cNvSpPr/>
          <p:nvPr/>
        </p:nvSpPr>
        <p:spPr>
          <a:xfrm>
            <a:off x="6370347" y="5478912"/>
            <a:ext cx="2349500" cy="451988"/>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orbel" panose="020B0503020204020204"/>
                <a:ea typeface="+mn-ea"/>
                <a:cs typeface="+mn-cs"/>
              </a:rPr>
              <a:t>LOREM IPSUM</a:t>
            </a:r>
          </a:p>
        </p:txBody>
      </p:sp>
      <p:sp>
        <p:nvSpPr>
          <p:cNvPr id="53" name="Rectangle: Rounded Corners 52">
            <a:extLst>
              <a:ext uri="{FF2B5EF4-FFF2-40B4-BE49-F238E27FC236}">
                <a16:creationId xmlns:a16="http://schemas.microsoft.com/office/drawing/2014/main" id="{701885FC-3E9B-4502-983A-4E89EDC92676}"/>
              </a:ext>
            </a:extLst>
          </p:cNvPr>
          <p:cNvSpPr/>
          <p:nvPr/>
        </p:nvSpPr>
        <p:spPr>
          <a:xfrm>
            <a:off x="9268541" y="5478912"/>
            <a:ext cx="2349500" cy="451988"/>
          </a:xfrm>
          <a:prstGeom prst="round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orbel" panose="020B0503020204020204"/>
                <a:ea typeface="+mn-ea"/>
                <a:cs typeface="+mn-cs"/>
              </a:rPr>
              <a:t>LOREM IPSUM</a:t>
            </a:r>
          </a:p>
        </p:txBody>
      </p:sp>
      <p:sp>
        <p:nvSpPr>
          <p:cNvPr id="54" name="Rectangle 53">
            <a:extLst>
              <a:ext uri="{FF2B5EF4-FFF2-40B4-BE49-F238E27FC236}">
                <a16:creationId xmlns:a16="http://schemas.microsoft.com/office/drawing/2014/main" id="{082C0A4B-450F-42D5-A0DF-68E99F8B53DB}"/>
              </a:ext>
            </a:extLst>
          </p:cNvPr>
          <p:cNvSpPr/>
          <p:nvPr/>
        </p:nvSpPr>
        <p:spPr>
          <a:xfrm>
            <a:off x="792316" y="2265911"/>
            <a:ext cx="1912784" cy="92333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1F879D"/>
                </a:solidFill>
                <a:effectLst/>
                <a:uLnTx/>
                <a:uFillTx/>
                <a:latin typeface="Corbel" panose="020B0503020204020204"/>
                <a:ea typeface="+mn-ea"/>
                <a:cs typeface="+mn-cs"/>
              </a:rPr>
              <a:t>$20</a:t>
            </a:r>
          </a:p>
        </p:txBody>
      </p:sp>
      <p:sp>
        <p:nvSpPr>
          <p:cNvPr id="55" name="Rectangle 54">
            <a:extLst>
              <a:ext uri="{FF2B5EF4-FFF2-40B4-BE49-F238E27FC236}">
                <a16:creationId xmlns:a16="http://schemas.microsoft.com/office/drawing/2014/main" id="{8EF5831E-7FA3-4B38-8C35-23BBD87BF6A4}"/>
              </a:ext>
            </a:extLst>
          </p:cNvPr>
          <p:cNvSpPr/>
          <p:nvPr/>
        </p:nvSpPr>
        <p:spPr>
          <a:xfrm>
            <a:off x="3690510" y="2265911"/>
            <a:ext cx="1912784" cy="92333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17375E"/>
                </a:solidFill>
                <a:effectLst/>
                <a:uLnTx/>
                <a:uFillTx/>
                <a:latin typeface="Corbel" panose="020B0503020204020204"/>
                <a:ea typeface="+mn-ea"/>
                <a:cs typeface="+mn-cs"/>
              </a:rPr>
              <a:t>$40</a:t>
            </a:r>
          </a:p>
        </p:txBody>
      </p:sp>
      <p:sp>
        <p:nvSpPr>
          <p:cNvPr id="56" name="Rectangle 55">
            <a:extLst>
              <a:ext uri="{FF2B5EF4-FFF2-40B4-BE49-F238E27FC236}">
                <a16:creationId xmlns:a16="http://schemas.microsoft.com/office/drawing/2014/main" id="{CEA6DC6F-E0D0-465F-9DEC-B08736360651}"/>
              </a:ext>
            </a:extLst>
          </p:cNvPr>
          <p:cNvSpPr/>
          <p:nvPr/>
        </p:nvSpPr>
        <p:spPr>
          <a:xfrm>
            <a:off x="6588705" y="2265911"/>
            <a:ext cx="1912784" cy="92333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1F879D"/>
                </a:solidFill>
                <a:effectLst/>
                <a:uLnTx/>
                <a:uFillTx/>
                <a:latin typeface="Corbel" panose="020B0503020204020204"/>
                <a:ea typeface="+mn-ea"/>
                <a:cs typeface="+mn-cs"/>
              </a:rPr>
              <a:t>$60</a:t>
            </a:r>
          </a:p>
        </p:txBody>
      </p:sp>
      <p:sp>
        <p:nvSpPr>
          <p:cNvPr id="57" name="Rectangle 56">
            <a:extLst>
              <a:ext uri="{FF2B5EF4-FFF2-40B4-BE49-F238E27FC236}">
                <a16:creationId xmlns:a16="http://schemas.microsoft.com/office/drawing/2014/main" id="{D1A584E6-E8CB-4405-A215-14C6B24588A3}"/>
              </a:ext>
            </a:extLst>
          </p:cNvPr>
          <p:cNvSpPr/>
          <p:nvPr/>
        </p:nvSpPr>
        <p:spPr>
          <a:xfrm>
            <a:off x="9486899" y="2265911"/>
            <a:ext cx="1912784" cy="92333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17375E"/>
                </a:solidFill>
                <a:effectLst/>
                <a:uLnTx/>
                <a:uFillTx/>
                <a:latin typeface="Corbel" panose="020B0503020204020204"/>
                <a:ea typeface="+mn-ea"/>
                <a:cs typeface="+mn-cs"/>
              </a:rPr>
              <a:t>$80</a:t>
            </a:r>
          </a:p>
        </p:txBody>
      </p:sp>
      <p:sp>
        <p:nvSpPr>
          <p:cNvPr id="58" name="Rectangle 57">
            <a:extLst>
              <a:ext uri="{FF2B5EF4-FFF2-40B4-BE49-F238E27FC236}">
                <a16:creationId xmlns:a16="http://schemas.microsoft.com/office/drawing/2014/main" id="{0686F06A-ABB5-43D4-8C71-B220E89F0DEF}"/>
              </a:ext>
            </a:extLst>
          </p:cNvPr>
          <p:cNvSpPr/>
          <p:nvPr/>
        </p:nvSpPr>
        <p:spPr>
          <a:xfrm>
            <a:off x="565440" y="3421545"/>
            <a:ext cx="2349500" cy="1723549"/>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59" name="Rectangle 58">
            <a:extLst>
              <a:ext uri="{FF2B5EF4-FFF2-40B4-BE49-F238E27FC236}">
                <a16:creationId xmlns:a16="http://schemas.microsoft.com/office/drawing/2014/main" id="{60682BA8-4F30-443D-8282-AE31C78EED8D}"/>
              </a:ext>
            </a:extLst>
          </p:cNvPr>
          <p:cNvSpPr/>
          <p:nvPr/>
        </p:nvSpPr>
        <p:spPr>
          <a:xfrm>
            <a:off x="3472152" y="3421545"/>
            <a:ext cx="2349500" cy="1723549"/>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60" name="Rectangle 59">
            <a:extLst>
              <a:ext uri="{FF2B5EF4-FFF2-40B4-BE49-F238E27FC236}">
                <a16:creationId xmlns:a16="http://schemas.microsoft.com/office/drawing/2014/main" id="{5B64E2AC-0191-43F8-8076-0CCFDDBCA1A0}"/>
              </a:ext>
            </a:extLst>
          </p:cNvPr>
          <p:cNvSpPr/>
          <p:nvPr/>
        </p:nvSpPr>
        <p:spPr>
          <a:xfrm>
            <a:off x="6370347" y="3421545"/>
            <a:ext cx="2349500" cy="1723549"/>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61" name="Rectangle 60">
            <a:extLst>
              <a:ext uri="{FF2B5EF4-FFF2-40B4-BE49-F238E27FC236}">
                <a16:creationId xmlns:a16="http://schemas.microsoft.com/office/drawing/2014/main" id="{31B7EFCB-5A16-4D70-BD7F-E04C816F495B}"/>
              </a:ext>
            </a:extLst>
          </p:cNvPr>
          <p:cNvSpPr/>
          <p:nvPr/>
        </p:nvSpPr>
        <p:spPr>
          <a:xfrm>
            <a:off x="9268541" y="3421545"/>
            <a:ext cx="2349500" cy="1723549"/>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Tree>
    <p:extLst>
      <p:ext uri="{BB962C8B-B14F-4D97-AF65-F5344CB8AC3E}">
        <p14:creationId xmlns:p14="http://schemas.microsoft.com/office/powerpoint/2010/main" val="171005984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B1AADD15-EF19-4140-88C7-FA18D3670B4A}"/>
              </a:ext>
            </a:extLst>
          </p:cNvPr>
          <p:cNvSpPr txBox="1"/>
          <p:nvPr/>
        </p:nvSpPr>
        <p:spPr>
          <a:xfrm>
            <a:off x="431800" y="191214"/>
            <a:ext cx="11328400" cy="73866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3F3F3F"/>
                </a:solidFill>
                <a:effectLst/>
                <a:uLnTx/>
                <a:uFillTx/>
                <a:latin typeface="Corbel" panose="020B0503020204020204"/>
                <a:ea typeface="+mn-ea"/>
                <a:cs typeface="+mn-cs"/>
              </a:rPr>
              <a:t>TABLES</a:t>
            </a:r>
          </a:p>
        </p:txBody>
      </p:sp>
      <p:grpSp>
        <p:nvGrpSpPr>
          <p:cNvPr id="5" name="Group 4">
            <a:extLst>
              <a:ext uri="{FF2B5EF4-FFF2-40B4-BE49-F238E27FC236}">
                <a16:creationId xmlns:a16="http://schemas.microsoft.com/office/drawing/2014/main" id="{D903D880-2121-4AF1-AB91-4DE7F5B28CF3}"/>
              </a:ext>
            </a:extLst>
          </p:cNvPr>
          <p:cNvGrpSpPr/>
          <p:nvPr/>
        </p:nvGrpSpPr>
        <p:grpSpPr>
          <a:xfrm>
            <a:off x="5319855" y="6478321"/>
            <a:ext cx="1552291" cy="121183"/>
            <a:chOff x="4665436" y="4689691"/>
            <a:chExt cx="2415114" cy="121183"/>
          </a:xfrm>
        </p:grpSpPr>
        <p:sp>
          <p:nvSpPr>
            <p:cNvPr id="6" name="Rectangle: Rounded Corners 5">
              <a:extLst>
                <a:ext uri="{FF2B5EF4-FFF2-40B4-BE49-F238E27FC236}">
                  <a16:creationId xmlns:a16="http://schemas.microsoft.com/office/drawing/2014/main" id="{BC7BF908-FDDB-4BF7-BD98-0F1BBFA71B88}"/>
                </a:ext>
              </a:extLst>
            </p:cNvPr>
            <p:cNvSpPr/>
            <p:nvPr/>
          </p:nvSpPr>
          <p:spPr>
            <a:xfrm>
              <a:off x="4665436" y="4689691"/>
              <a:ext cx="1075758" cy="121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ectangle: Rounded Corners 6">
              <a:extLst>
                <a:ext uri="{FF2B5EF4-FFF2-40B4-BE49-F238E27FC236}">
                  <a16:creationId xmlns:a16="http://schemas.microsoft.com/office/drawing/2014/main" id="{B1F27A12-06B2-470B-96A1-37F027DD98F8}"/>
                </a:ext>
              </a:extLst>
            </p:cNvPr>
            <p:cNvSpPr/>
            <p:nvPr/>
          </p:nvSpPr>
          <p:spPr>
            <a:xfrm>
              <a:off x="6004792" y="4689691"/>
              <a:ext cx="1075758" cy="12118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grpSp>
      <p:sp>
        <p:nvSpPr>
          <p:cNvPr id="8" name="Date Placeholder 7">
            <a:extLst>
              <a:ext uri="{FF2B5EF4-FFF2-40B4-BE49-F238E27FC236}">
                <a16:creationId xmlns:a16="http://schemas.microsoft.com/office/drawing/2014/main" id="{ED17E5F7-A895-4DA2-9E2E-33870877DB5B}"/>
              </a:ext>
            </a:extLst>
          </p:cNvPr>
          <p:cNvSpPr>
            <a:spLocks noGrp="1"/>
          </p:cNvSpPr>
          <p:nvPr>
            <p:ph type="dt" sz="half" idx="10"/>
          </p:nvPr>
        </p:nvSpPr>
        <p:spPr>
          <a:xfrm>
            <a:off x="838200" y="6356350"/>
            <a:ext cx="27432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22ABB57-F0EC-4286-B1AC-36841ACD99BD}" type="datetime1">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9" name="Slide Number Placeholder 8">
            <a:extLst>
              <a:ext uri="{FF2B5EF4-FFF2-40B4-BE49-F238E27FC236}">
                <a16:creationId xmlns:a16="http://schemas.microsoft.com/office/drawing/2014/main" id="{DAA389C8-B2EE-4FCB-A752-D81FA60401A6}"/>
              </a:ext>
            </a:extLst>
          </p:cNvPr>
          <p:cNvSpPr>
            <a:spLocks noGrp="1"/>
          </p:cNvSpPr>
          <p:nvPr>
            <p:ph type="sldNum" sz="quarter" idx="12"/>
          </p:nvPr>
        </p:nvSpPr>
        <p:spPr>
          <a:xfrm>
            <a:off x="8610600" y="6356350"/>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94E2DD-4F38-4D2A-97E5-5D7467AA1DEC}" type="slidenum">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graphicFrame>
        <p:nvGraphicFramePr>
          <p:cNvPr id="31" name="Table 30">
            <a:extLst>
              <a:ext uri="{FF2B5EF4-FFF2-40B4-BE49-F238E27FC236}">
                <a16:creationId xmlns:a16="http://schemas.microsoft.com/office/drawing/2014/main" id="{127EDD55-11E4-4AC6-ADAB-3087A724F798}"/>
              </a:ext>
            </a:extLst>
          </p:cNvPr>
          <p:cNvGraphicFramePr>
            <a:graphicFrameLocks noGrp="1"/>
          </p:cNvGraphicFramePr>
          <p:nvPr/>
        </p:nvGraphicFramePr>
        <p:xfrm>
          <a:off x="514350" y="1146276"/>
          <a:ext cx="11163290" cy="4987825"/>
        </p:xfrm>
        <a:graphic>
          <a:graphicData uri="http://schemas.openxmlformats.org/drawingml/2006/table">
            <a:tbl>
              <a:tblPr firstRow="1" bandRow="1">
                <a:tableStyleId>{5C22544A-7EE6-4342-B048-85BDC9FD1C3A}</a:tableStyleId>
              </a:tblPr>
              <a:tblGrid>
                <a:gridCol w="1116329">
                  <a:extLst>
                    <a:ext uri="{9D8B030D-6E8A-4147-A177-3AD203B41FA5}">
                      <a16:colId xmlns:a16="http://schemas.microsoft.com/office/drawing/2014/main" val="2564411398"/>
                    </a:ext>
                  </a:extLst>
                </a:gridCol>
                <a:gridCol w="1116329">
                  <a:extLst>
                    <a:ext uri="{9D8B030D-6E8A-4147-A177-3AD203B41FA5}">
                      <a16:colId xmlns:a16="http://schemas.microsoft.com/office/drawing/2014/main" val="2851696159"/>
                    </a:ext>
                  </a:extLst>
                </a:gridCol>
                <a:gridCol w="1116329">
                  <a:extLst>
                    <a:ext uri="{9D8B030D-6E8A-4147-A177-3AD203B41FA5}">
                      <a16:colId xmlns:a16="http://schemas.microsoft.com/office/drawing/2014/main" val="1005280288"/>
                    </a:ext>
                  </a:extLst>
                </a:gridCol>
                <a:gridCol w="1116329">
                  <a:extLst>
                    <a:ext uri="{9D8B030D-6E8A-4147-A177-3AD203B41FA5}">
                      <a16:colId xmlns:a16="http://schemas.microsoft.com/office/drawing/2014/main" val="796509677"/>
                    </a:ext>
                  </a:extLst>
                </a:gridCol>
                <a:gridCol w="1116329">
                  <a:extLst>
                    <a:ext uri="{9D8B030D-6E8A-4147-A177-3AD203B41FA5}">
                      <a16:colId xmlns:a16="http://schemas.microsoft.com/office/drawing/2014/main" val="576146675"/>
                    </a:ext>
                  </a:extLst>
                </a:gridCol>
                <a:gridCol w="1116329">
                  <a:extLst>
                    <a:ext uri="{9D8B030D-6E8A-4147-A177-3AD203B41FA5}">
                      <a16:colId xmlns:a16="http://schemas.microsoft.com/office/drawing/2014/main" val="1204493047"/>
                    </a:ext>
                  </a:extLst>
                </a:gridCol>
                <a:gridCol w="1116329">
                  <a:extLst>
                    <a:ext uri="{9D8B030D-6E8A-4147-A177-3AD203B41FA5}">
                      <a16:colId xmlns:a16="http://schemas.microsoft.com/office/drawing/2014/main" val="4047152836"/>
                    </a:ext>
                  </a:extLst>
                </a:gridCol>
                <a:gridCol w="1116329">
                  <a:extLst>
                    <a:ext uri="{9D8B030D-6E8A-4147-A177-3AD203B41FA5}">
                      <a16:colId xmlns:a16="http://schemas.microsoft.com/office/drawing/2014/main" val="1401925559"/>
                    </a:ext>
                  </a:extLst>
                </a:gridCol>
                <a:gridCol w="1116329">
                  <a:extLst>
                    <a:ext uri="{9D8B030D-6E8A-4147-A177-3AD203B41FA5}">
                      <a16:colId xmlns:a16="http://schemas.microsoft.com/office/drawing/2014/main" val="2877765805"/>
                    </a:ext>
                  </a:extLst>
                </a:gridCol>
                <a:gridCol w="1116329">
                  <a:extLst>
                    <a:ext uri="{9D8B030D-6E8A-4147-A177-3AD203B41FA5}">
                      <a16:colId xmlns:a16="http://schemas.microsoft.com/office/drawing/2014/main" val="3744357276"/>
                    </a:ext>
                  </a:extLst>
                </a:gridCol>
              </a:tblGrid>
              <a:tr h="481908">
                <a:tc>
                  <a:txBody>
                    <a:bodyPr/>
                    <a:lstStyle/>
                    <a:p>
                      <a:pPr algn="ctr"/>
                      <a:endParaRPr lang="en-US" sz="1600"/>
                    </a:p>
                  </a:txBody>
                  <a:tcPr anchor="ctr">
                    <a:lnL w="12700" cmpd="sng">
                      <a:noFill/>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600"/>
                        <a:t>Option 1</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a:t>Option 2</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a:t>Option 3</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a:t>Option 4</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a:t>Option 5</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a:t>Option 6</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a:t>Option 7</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a:t>Option 8</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a:t>Option 9</a:t>
                      </a:r>
                    </a:p>
                  </a:txBody>
                  <a:tcPr anchor="ctr">
                    <a:lnL w="6350" cap="flat" cmpd="sng" algn="ctr">
                      <a:solidFill>
                        <a:schemeClr val="bg1"/>
                      </a:solidFill>
                      <a:prstDash val="solid"/>
                      <a:round/>
                      <a:headEnd type="none" w="med" len="med"/>
                      <a:tailEnd type="none" w="med" len="med"/>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8385598"/>
                  </a:ext>
                </a:extLst>
              </a:tr>
              <a:tr h="515657">
                <a:tc>
                  <a:txBody>
                    <a:bodyPr/>
                    <a:lstStyle/>
                    <a:p>
                      <a:pPr algn="ctr"/>
                      <a:endParaRPr lang="en-US" sz="1200">
                        <a:solidFill>
                          <a:schemeClr val="bg1"/>
                        </a:solidFill>
                      </a:endParaRP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728516819"/>
                  </a:ext>
                </a:extLst>
              </a:tr>
              <a:tr h="515657">
                <a:tc>
                  <a:txBody>
                    <a:bodyPr/>
                    <a:lstStyle/>
                    <a:p>
                      <a:pPr algn="ctr"/>
                      <a:endParaRPr lang="en-US" sz="1200">
                        <a:solidFill>
                          <a:schemeClr val="bg1"/>
                        </a:solidFill>
                      </a:endParaRP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926273471"/>
                  </a:ext>
                </a:extLst>
              </a:tr>
              <a:tr h="515657">
                <a:tc>
                  <a:txBody>
                    <a:bodyPr/>
                    <a:lstStyle/>
                    <a:p>
                      <a:pPr algn="ctr"/>
                      <a:endParaRPr lang="en-US" sz="1200">
                        <a:solidFill>
                          <a:schemeClr val="bg1"/>
                        </a:solidFill>
                      </a:endParaRP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674212300"/>
                  </a:ext>
                </a:extLst>
              </a:tr>
              <a:tr h="515657">
                <a:tc>
                  <a:txBody>
                    <a:bodyPr/>
                    <a:lstStyle/>
                    <a:p>
                      <a:pPr algn="ctr"/>
                      <a:endParaRPr lang="en-US" sz="1200">
                        <a:solidFill>
                          <a:schemeClr val="bg1"/>
                        </a:solidFill>
                      </a:endParaRP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061374459"/>
                  </a:ext>
                </a:extLst>
              </a:tr>
              <a:tr h="515657">
                <a:tc>
                  <a:txBody>
                    <a:bodyPr/>
                    <a:lstStyle/>
                    <a:p>
                      <a:pPr algn="ctr"/>
                      <a:endParaRPr lang="en-US" sz="1200">
                        <a:solidFill>
                          <a:schemeClr val="bg1"/>
                        </a:solidFill>
                      </a:endParaRP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01948398"/>
                  </a:ext>
                </a:extLst>
              </a:tr>
              <a:tr h="481908">
                <a:tc>
                  <a:txBody>
                    <a:bodyPr/>
                    <a:lstStyle/>
                    <a:p>
                      <a:pPr algn="ctr"/>
                      <a:endParaRPr lang="en-US" sz="1200">
                        <a:solidFill>
                          <a:schemeClr val="bg1"/>
                        </a:solidFill>
                      </a:endParaRP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221390209"/>
                  </a:ext>
                </a:extLst>
              </a:tr>
              <a:tr h="481908">
                <a:tc>
                  <a:txBody>
                    <a:bodyPr/>
                    <a:lstStyle/>
                    <a:p>
                      <a:pPr algn="ctr"/>
                      <a:endParaRPr lang="en-US" sz="1200">
                        <a:solidFill>
                          <a:schemeClr val="bg1"/>
                        </a:solidFill>
                      </a:endParaRP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75539212"/>
                  </a:ext>
                </a:extLst>
              </a:tr>
              <a:tr h="481908">
                <a:tc>
                  <a:txBody>
                    <a:bodyPr/>
                    <a:lstStyle/>
                    <a:p>
                      <a:pPr algn="ctr"/>
                      <a:endParaRPr lang="en-US" sz="1200">
                        <a:solidFill>
                          <a:schemeClr val="bg1"/>
                        </a:solidFill>
                      </a:endParaRP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733355569"/>
                  </a:ext>
                </a:extLst>
              </a:tr>
              <a:tr h="481908">
                <a:tc>
                  <a:txBody>
                    <a:bodyPr/>
                    <a:lstStyle/>
                    <a:p>
                      <a:pPr algn="ctr"/>
                      <a:endParaRPr lang="en-US" sz="1200">
                        <a:solidFill>
                          <a:schemeClr val="bg1"/>
                        </a:solidFill>
                      </a:endParaRP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2"/>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02978886"/>
                  </a:ext>
                </a:extLst>
              </a:tr>
            </a:tbl>
          </a:graphicData>
        </a:graphic>
      </p:graphicFrame>
      <p:sp>
        <p:nvSpPr>
          <p:cNvPr id="33" name="Freeform 931">
            <a:extLst>
              <a:ext uri="{FF2B5EF4-FFF2-40B4-BE49-F238E27FC236}">
                <a16:creationId xmlns:a16="http://schemas.microsoft.com/office/drawing/2014/main" id="{18F32A1D-71CA-4AD5-9539-FAF183805419}"/>
              </a:ext>
            </a:extLst>
          </p:cNvPr>
          <p:cNvSpPr>
            <a:spLocks noEditPoints="1"/>
          </p:cNvSpPr>
          <p:nvPr/>
        </p:nvSpPr>
        <p:spPr bwMode="auto">
          <a:xfrm>
            <a:off x="941546" y="2254748"/>
            <a:ext cx="219075" cy="285750"/>
          </a:xfrm>
          <a:custGeom>
            <a:avLst/>
            <a:gdLst>
              <a:gd name="T0" fmla="*/ 348 w 553"/>
              <a:gd name="T1" fmla="*/ 11 h 722"/>
              <a:gd name="T2" fmla="*/ 348 w 553"/>
              <a:gd name="T3" fmla="*/ 204 h 722"/>
              <a:gd name="T4" fmla="*/ 108 w 553"/>
              <a:gd name="T5" fmla="*/ 602 h 722"/>
              <a:gd name="T6" fmla="*/ 99 w 553"/>
              <a:gd name="T7" fmla="*/ 599 h 722"/>
              <a:gd name="T8" fmla="*/ 95 w 553"/>
              <a:gd name="T9" fmla="*/ 590 h 722"/>
              <a:gd name="T10" fmla="*/ 96 w 553"/>
              <a:gd name="T11" fmla="*/ 236 h 722"/>
              <a:gd name="T12" fmla="*/ 104 w 553"/>
              <a:gd name="T13" fmla="*/ 230 h 722"/>
              <a:gd name="T14" fmla="*/ 113 w 553"/>
              <a:gd name="T15" fmla="*/ 230 h 722"/>
              <a:gd name="T16" fmla="*/ 119 w 553"/>
              <a:gd name="T17" fmla="*/ 236 h 722"/>
              <a:gd name="T18" fmla="*/ 120 w 553"/>
              <a:gd name="T19" fmla="*/ 467 h 722"/>
              <a:gd name="T20" fmla="*/ 233 w 553"/>
              <a:gd name="T21" fmla="*/ 365 h 722"/>
              <a:gd name="T22" fmla="*/ 241 w 553"/>
              <a:gd name="T23" fmla="*/ 365 h 722"/>
              <a:gd name="T24" fmla="*/ 327 w 553"/>
              <a:gd name="T25" fmla="*/ 421 h 722"/>
              <a:gd name="T26" fmla="*/ 440 w 553"/>
              <a:gd name="T27" fmla="*/ 303 h 722"/>
              <a:gd name="T28" fmla="*/ 447 w 553"/>
              <a:gd name="T29" fmla="*/ 301 h 722"/>
              <a:gd name="T30" fmla="*/ 451 w 553"/>
              <a:gd name="T31" fmla="*/ 303 h 722"/>
              <a:gd name="T32" fmla="*/ 456 w 553"/>
              <a:gd name="T33" fmla="*/ 308 h 722"/>
              <a:gd name="T34" fmla="*/ 456 w 553"/>
              <a:gd name="T35" fmla="*/ 317 h 722"/>
              <a:gd name="T36" fmla="*/ 338 w 553"/>
              <a:gd name="T37" fmla="*/ 446 h 722"/>
              <a:gd name="T38" fmla="*/ 330 w 553"/>
              <a:gd name="T39" fmla="*/ 449 h 722"/>
              <a:gd name="T40" fmla="*/ 322 w 553"/>
              <a:gd name="T41" fmla="*/ 448 h 722"/>
              <a:gd name="T42" fmla="*/ 120 w 553"/>
              <a:gd name="T43" fmla="*/ 500 h 722"/>
              <a:gd name="T44" fmla="*/ 450 w 553"/>
              <a:gd name="T45" fmla="*/ 577 h 722"/>
              <a:gd name="T46" fmla="*/ 458 w 553"/>
              <a:gd name="T47" fmla="*/ 581 h 722"/>
              <a:gd name="T48" fmla="*/ 462 w 553"/>
              <a:gd name="T49" fmla="*/ 590 h 722"/>
              <a:gd name="T50" fmla="*/ 458 w 553"/>
              <a:gd name="T51" fmla="*/ 599 h 722"/>
              <a:gd name="T52" fmla="*/ 450 w 553"/>
              <a:gd name="T53" fmla="*/ 602 h 722"/>
              <a:gd name="T54" fmla="*/ 357 w 553"/>
              <a:gd name="T55" fmla="*/ 3 h 722"/>
              <a:gd name="T56" fmla="*/ 348 w 553"/>
              <a:gd name="T57" fmla="*/ 0 h 722"/>
              <a:gd name="T58" fmla="*/ 7 w 553"/>
              <a:gd name="T59" fmla="*/ 1 h 722"/>
              <a:gd name="T60" fmla="*/ 1 w 553"/>
              <a:gd name="T61" fmla="*/ 7 h 722"/>
              <a:gd name="T62" fmla="*/ 0 w 553"/>
              <a:gd name="T63" fmla="*/ 710 h 722"/>
              <a:gd name="T64" fmla="*/ 3 w 553"/>
              <a:gd name="T65" fmla="*/ 719 h 722"/>
              <a:gd name="T66" fmla="*/ 12 w 553"/>
              <a:gd name="T67" fmla="*/ 722 h 722"/>
              <a:gd name="T68" fmla="*/ 546 w 553"/>
              <a:gd name="T69" fmla="*/ 721 h 722"/>
              <a:gd name="T70" fmla="*/ 552 w 553"/>
              <a:gd name="T71" fmla="*/ 715 h 722"/>
              <a:gd name="T72" fmla="*/ 553 w 553"/>
              <a:gd name="T73" fmla="*/ 204 h 722"/>
              <a:gd name="T74" fmla="*/ 550 w 553"/>
              <a:gd name="T75" fmla="*/ 196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3" h="722">
                <a:moveTo>
                  <a:pt x="348" y="204"/>
                </a:moveTo>
                <a:lnTo>
                  <a:pt x="348" y="11"/>
                </a:lnTo>
                <a:lnTo>
                  <a:pt x="541" y="204"/>
                </a:lnTo>
                <a:lnTo>
                  <a:pt x="348" y="204"/>
                </a:lnTo>
                <a:close/>
                <a:moveTo>
                  <a:pt x="450" y="602"/>
                </a:moveTo>
                <a:lnTo>
                  <a:pt x="108" y="602"/>
                </a:lnTo>
                <a:lnTo>
                  <a:pt x="104" y="601"/>
                </a:lnTo>
                <a:lnTo>
                  <a:pt x="99" y="599"/>
                </a:lnTo>
                <a:lnTo>
                  <a:pt x="96" y="595"/>
                </a:lnTo>
                <a:lnTo>
                  <a:pt x="95" y="590"/>
                </a:lnTo>
                <a:lnTo>
                  <a:pt x="95" y="241"/>
                </a:lnTo>
                <a:lnTo>
                  <a:pt x="96" y="236"/>
                </a:lnTo>
                <a:lnTo>
                  <a:pt x="99" y="232"/>
                </a:lnTo>
                <a:lnTo>
                  <a:pt x="104" y="230"/>
                </a:lnTo>
                <a:lnTo>
                  <a:pt x="108" y="229"/>
                </a:lnTo>
                <a:lnTo>
                  <a:pt x="113" y="230"/>
                </a:lnTo>
                <a:lnTo>
                  <a:pt x="117" y="232"/>
                </a:lnTo>
                <a:lnTo>
                  <a:pt x="119" y="236"/>
                </a:lnTo>
                <a:lnTo>
                  <a:pt x="120" y="241"/>
                </a:lnTo>
                <a:lnTo>
                  <a:pt x="120" y="467"/>
                </a:lnTo>
                <a:lnTo>
                  <a:pt x="230" y="368"/>
                </a:lnTo>
                <a:lnTo>
                  <a:pt x="233" y="365"/>
                </a:lnTo>
                <a:lnTo>
                  <a:pt x="237" y="364"/>
                </a:lnTo>
                <a:lnTo>
                  <a:pt x="241" y="365"/>
                </a:lnTo>
                <a:lnTo>
                  <a:pt x="244" y="367"/>
                </a:lnTo>
                <a:lnTo>
                  <a:pt x="327" y="421"/>
                </a:lnTo>
                <a:lnTo>
                  <a:pt x="436" y="306"/>
                </a:lnTo>
                <a:lnTo>
                  <a:pt x="440" y="303"/>
                </a:lnTo>
                <a:lnTo>
                  <a:pt x="445" y="301"/>
                </a:lnTo>
                <a:lnTo>
                  <a:pt x="447" y="301"/>
                </a:lnTo>
                <a:lnTo>
                  <a:pt x="449" y="302"/>
                </a:lnTo>
                <a:lnTo>
                  <a:pt x="451" y="303"/>
                </a:lnTo>
                <a:lnTo>
                  <a:pt x="453" y="304"/>
                </a:lnTo>
                <a:lnTo>
                  <a:pt x="456" y="308"/>
                </a:lnTo>
                <a:lnTo>
                  <a:pt x="457" y="313"/>
                </a:lnTo>
                <a:lnTo>
                  <a:pt x="456" y="317"/>
                </a:lnTo>
                <a:lnTo>
                  <a:pt x="454" y="321"/>
                </a:lnTo>
                <a:lnTo>
                  <a:pt x="338" y="446"/>
                </a:lnTo>
                <a:lnTo>
                  <a:pt x="334" y="448"/>
                </a:lnTo>
                <a:lnTo>
                  <a:pt x="330" y="449"/>
                </a:lnTo>
                <a:lnTo>
                  <a:pt x="326" y="449"/>
                </a:lnTo>
                <a:lnTo>
                  <a:pt x="322" y="448"/>
                </a:lnTo>
                <a:lnTo>
                  <a:pt x="239" y="393"/>
                </a:lnTo>
                <a:lnTo>
                  <a:pt x="120" y="500"/>
                </a:lnTo>
                <a:lnTo>
                  <a:pt x="120" y="577"/>
                </a:lnTo>
                <a:lnTo>
                  <a:pt x="450" y="577"/>
                </a:lnTo>
                <a:lnTo>
                  <a:pt x="455" y="578"/>
                </a:lnTo>
                <a:lnTo>
                  <a:pt x="458" y="581"/>
                </a:lnTo>
                <a:lnTo>
                  <a:pt x="461" y="585"/>
                </a:lnTo>
                <a:lnTo>
                  <a:pt x="462" y="590"/>
                </a:lnTo>
                <a:lnTo>
                  <a:pt x="461" y="595"/>
                </a:lnTo>
                <a:lnTo>
                  <a:pt x="458" y="599"/>
                </a:lnTo>
                <a:lnTo>
                  <a:pt x="455" y="601"/>
                </a:lnTo>
                <a:lnTo>
                  <a:pt x="450" y="602"/>
                </a:lnTo>
                <a:close/>
                <a:moveTo>
                  <a:pt x="550" y="196"/>
                </a:moveTo>
                <a:lnTo>
                  <a:pt x="357" y="3"/>
                </a:lnTo>
                <a:lnTo>
                  <a:pt x="353" y="0"/>
                </a:lnTo>
                <a:lnTo>
                  <a:pt x="348" y="0"/>
                </a:lnTo>
                <a:lnTo>
                  <a:pt x="12" y="0"/>
                </a:lnTo>
                <a:lnTo>
                  <a:pt x="7" y="1"/>
                </a:lnTo>
                <a:lnTo>
                  <a:pt x="3" y="3"/>
                </a:lnTo>
                <a:lnTo>
                  <a:pt x="1" y="7"/>
                </a:lnTo>
                <a:lnTo>
                  <a:pt x="0" y="11"/>
                </a:lnTo>
                <a:lnTo>
                  <a:pt x="0" y="710"/>
                </a:lnTo>
                <a:lnTo>
                  <a:pt x="1" y="715"/>
                </a:lnTo>
                <a:lnTo>
                  <a:pt x="3" y="719"/>
                </a:lnTo>
                <a:lnTo>
                  <a:pt x="7" y="721"/>
                </a:lnTo>
                <a:lnTo>
                  <a:pt x="12" y="722"/>
                </a:lnTo>
                <a:lnTo>
                  <a:pt x="541" y="722"/>
                </a:lnTo>
                <a:lnTo>
                  <a:pt x="546" y="721"/>
                </a:lnTo>
                <a:lnTo>
                  <a:pt x="550" y="719"/>
                </a:lnTo>
                <a:lnTo>
                  <a:pt x="552" y="715"/>
                </a:lnTo>
                <a:lnTo>
                  <a:pt x="553" y="710"/>
                </a:lnTo>
                <a:lnTo>
                  <a:pt x="553" y="204"/>
                </a:lnTo>
                <a:lnTo>
                  <a:pt x="552" y="200"/>
                </a:lnTo>
                <a:lnTo>
                  <a:pt x="550" y="19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nvGrpSpPr>
          <p:cNvPr id="36" name="Group 35">
            <a:extLst>
              <a:ext uri="{FF2B5EF4-FFF2-40B4-BE49-F238E27FC236}">
                <a16:creationId xmlns:a16="http://schemas.microsoft.com/office/drawing/2014/main" id="{E4505D76-F7DD-4014-A236-15E811AB714E}"/>
              </a:ext>
            </a:extLst>
          </p:cNvPr>
          <p:cNvGrpSpPr/>
          <p:nvPr/>
        </p:nvGrpSpPr>
        <p:grpSpPr>
          <a:xfrm>
            <a:off x="907415" y="2763043"/>
            <a:ext cx="287337" cy="287338"/>
            <a:chOff x="5465763" y="1943100"/>
            <a:chExt cx="287337" cy="287338"/>
          </a:xfrm>
          <a:solidFill>
            <a:schemeClr val="bg1"/>
          </a:solidFill>
        </p:grpSpPr>
        <p:sp>
          <p:nvSpPr>
            <p:cNvPr id="37" name="Freeform 1026">
              <a:extLst>
                <a:ext uri="{FF2B5EF4-FFF2-40B4-BE49-F238E27FC236}">
                  <a16:creationId xmlns:a16="http://schemas.microsoft.com/office/drawing/2014/main" id="{F9D3D0C3-01F4-41F1-9678-4324AE6ED9C9}"/>
                </a:ext>
              </a:extLst>
            </p:cNvPr>
            <p:cNvSpPr>
              <a:spLocks noEditPoints="1"/>
            </p:cNvSpPr>
            <p:nvPr/>
          </p:nvSpPr>
          <p:spPr bwMode="auto">
            <a:xfrm>
              <a:off x="5610225" y="1943100"/>
              <a:ext cx="142875" cy="190500"/>
            </a:xfrm>
            <a:custGeom>
              <a:avLst/>
              <a:gdLst>
                <a:gd name="T0" fmla="*/ 228 w 361"/>
                <a:gd name="T1" fmla="*/ 133 h 481"/>
                <a:gd name="T2" fmla="*/ 228 w 361"/>
                <a:gd name="T3" fmla="*/ 12 h 481"/>
                <a:gd name="T4" fmla="*/ 349 w 361"/>
                <a:gd name="T5" fmla="*/ 133 h 481"/>
                <a:gd name="T6" fmla="*/ 228 w 361"/>
                <a:gd name="T7" fmla="*/ 133 h 481"/>
                <a:gd name="T8" fmla="*/ 358 w 361"/>
                <a:gd name="T9" fmla="*/ 125 h 481"/>
                <a:gd name="T10" fmla="*/ 237 w 361"/>
                <a:gd name="T11" fmla="*/ 3 h 481"/>
                <a:gd name="T12" fmla="*/ 234 w 361"/>
                <a:gd name="T13" fmla="*/ 1 h 481"/>
                <a:gd name="T14" fmla="*/ 228 w 361"/>
                <a:gd name="T15" fmla="*/ 0 h 481"/>
                <a:gd name="T16" fmla="*/ 11 w 361"/>
                <a:gd name="T17" fmla="*/ 0 h 481"/>
                <a:gd name="T18" fmla="*/ 7 w 361"/>
                <a:gd name="T19" fmla="*/ 1 h 481"/>
                <a:gd name="T20" fmla="*/ 3 w 361"/>
                <a:gd name="T21" fmla="*/ 4 h 481"/>
                <a:gd name="T22" fmla="*/ 1 w 361"/>
                <a:gd name="T23" fmla="*/ 7 h 481"/>
                <a:gd name="T24" fmla="*/ 0 w 361"/>
                <a:gd name="T25" fmla="*/ 12 h 481"/>
                <a:gd name="T26" fmla="*/ 0 w 361"/>
                <a:gd name="T27" fmla="*/ 470 h 481"/>
                <a:gd name="T28" fmla="*/ 1 w 361"/>
                <a:gd name="T29" fmla="*/ 474 h 481"/>
                <a:gd name="T30" fmla="*/ 3 w 361"/>
                <a:gd name="T31" fmla="*/ 478 h 481"/>
                <a:gd name="T32" fmla="*/ 7 w 361"/>
                <a:gd name="T33" fmla="*/ 480 h 481"/>
                <a:gd name="T34" fmla="*/ 11 w 361"/>
                <a:gd name="T35" fmla="*/ 481 h 481"/>
                <a:gd name="T36" fmla="*/ 349 w 361"/>
                <a:gd name="T37" fmla="*/ 481 h 481"/>
                <a:gd name="T38" fmla="*/ 354 w 361"/>
                <a:gd name="T39" fmla="*/ 480 h 481"/>
                <a:gd name="T40" fmla="*/ 357 w 361"/>
                <a:gd name="T41" fmla="*/ 478 h 481"/>
                <a:gd name="T42" fmla="*/ 360 w 361"/>
                <a:gd name="T43" fmla="*/ 474 h 481"/>
                <a:gd name="T44" fmla="*/ 361 w 361"/>
                <a:gd name="T45" fmla="*/ 470 h 481"/>
                <a:gd name="T46" fmla="*/ 361 w 361"/>
                <a:gd name="T47" fmla="*/ 133 h 481"/>
                <a:gd name="T48" fmla="*/ 360 w 361"/>
                <a:gd name="T49" fmla="*/ 129 h 481"/>
                <a:gd name="T50" fmla="*/ 358 w 361"/>
                <a:gd name="T51" fmla="*/ 125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1" h="481">
                  <a:moveTo>
                    <a:pt x="228" y="133"/>
                  </a:moveTo>
                  <a:lnTo>
                    <a:pt x="228" y="12"/>
                  </a:lnTo>
                  <a:lnTo>
                    <a:pt x="349" y="133"/>
                  </a:lnTo>
                  <a:lnTo>
                    <a:pt x="228" y="133"/>
                  </a:lnTo>
                  <a:close/>
                  <a:moveTo>
                    <a:pt x="358" y="125"/>
                  </a:moveTo>
                  <a:lnTo>
                    <a:pt x="237" y="3"/>
                  </a:lnTo>
                  <a:lnTo>
                    <a:pt x="234" y="1"/>
                  </a:lnTo>
                  <a:lnTo>
                    <a:pt x="228" y="0"/>
                  </a:lnTo>
                  <a:lnTo>
                    <a:pt x="11" y="0"/>
                  </a:lnTo>
                  <a:lnTo>
                    <a:pt x="7" y="1"/>
                  </a:lnTo>
                  <a:lnTo>
                    <a:pt x="3" y="4"/>
                  </a:lnTo>
                  <a:lnTo>
                    <a:pt x="1" y="7"/>
                  </a:lnTo>
                  <a:lnTo>
                    <a:pt x="0" y="12"/>
                  </a:lnTo>
                  <a:lnTo>
                    <a:pt x="0" y="470"/>
                  </a:lnTo>
                  <a:lnTo>
                    <a:pt x="1" y="474"/>
                  </a:lnTo>
                  <a:lnTo>
                    <a:pt x="3" y="478"/>
                  </a:lnTo>
                  <a:lnTo>
                    <a:pt x="7" y="480"/>
                  </a:lnTo>
                  <a:lnTo>
                    <a:pt x="11" y="481"/>
                  </a:lnTo>
                  <a:lnTo>
                    <a:pt x="349" y="481"/>
                  </a:lnTo>
                  <a:lnTo>
                    <a:pt x="354" y="480"/>
                  </a:lnTo>
                  <a:lnTo>
                    <a:pt x="357" y="478"/>
                  </a:lnTo>
                  <a:lnTo>
                    <a:pt x="360" y="474"/>
                  </a:lnTo>
                  <a:lnTo>
                    <a:pt x="361" y="470"/>
                  </a:lnTo>
                  <a:lnTo>
                    <a:pt x="361" y="133"/>
                  </a:lnTo>
                  <a:lnTo>
                    <a:pt x="360" y="129"/>
                  </a:lnTo>
                  <a:lnTo>
                    <a:pt x="358"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8" name="Freeform 1027">
              <a:extLst>
                <a:ext uri="{FF2B5EF4-FFF2-40B4-BE49-F238E27FC236}">
                  <a16:creationId xmlns:a16="http://schemas.microsoft.com/office/drawing/2014/main" id="{FA24C361-D2C6-476F-80C5-2DB97E737DCE}"/>
                </a:ext>
              </a:extLst>
            </p:cNvPr>
            <p:cNvSpPr>
              <a:spLocks noEditPoints="1"/>
            </p:cNvSpPr>
            <p:nvPr/>
          </p:nvSpPr>
          <p:spPr bwMode="auto">
            <a:xfrm>
              <a:off x="5465763" y="2133600"/>
              <a:ext cx="58738" cy="96838"/>
            </a:xfrm>
            <a:custGeom>
              <a:avLst/>
              <a:gdLst>
                <a:gd name="T0" fmla="*/ 73 w 146"/>
                <a:gd name="T1" fmla="*/ 191 h 242"/>
                <a:gd name="T2" fmla="*/ 69 w 146"/>
                <a:gd name="T3" fmla="*/ 191 h 242"/>
                <a:gd name="T4" fmla="*/ 65 w 146"/>
                <a:gd name="T5" fmla="*/ 189 h 242"/>
                <a:gd name="T6" fmla="*/ 61 w 146"/>
                <a:gd name="T7" fmla="*/ 187 h 242"/>
                <a:gd name="T8" fmla="*/ 58 w 146"/>
                <a:gd name="T9" fmla="*/ 185 h 242"/>
                <a:gd name="T10" fmla="*/ 55 w 146"/>
                <a:gd name="T11" fmla="*/ 182 h 242"/>
                <a:gd name="T12" fmla="*/ 54 w 146"/>
                <a:gd name="T13" fmla="*/ 178 h 242"/>
                <a:gd name="T14" fmla="*/ 52 w 146"/>
                <a:gd name="T15" fmla="*/ 174 h 242"/>
                <a:gd name="T16" fmla="*/ 52 w 146"/>
                <a:gd name="T17" fmla="*/ 170 h 242"/>
                <a:gd name="T18" fmla="*/ 52 w 146"/>
                <a:gd name="T19" fmla="*/ 165 h 242"/>
                <a:gd name="T20" fmla="*/ 54 w 146"/>
                <a:gd name="T21" fmla="*/ 161 h 242"/>
                <a:gd name="T22" fmla="*/ 55 w 146"/>
                <a:gd name="T23" fmla="*/ 157 h 242"/>
                <a:gd name="T24" fmla="*/ 58 w 146"/>
                <a:gd name="T25" fmla="*/ 154 h 242"/>
                <a:gd name="T26" fmla="*/ 61 w 146"/>
                <a:gd name="T27" fmla="*/ 151 h 242"/>
                <a:gd name="T28" fmla="*/ 65 w 146"/>
                <a:gd name="T29" fmla="*/ 149 h 242"/>
                <a:gd name="T30" fmla="*/ 69 w 146"/>
                <a:gd name="T31" fmla="*/ 148 h 242"/>
                <a:gd name="T32" fmla="*/ 73 w 146"/>
                <a:gd name="T33" fmla="*/ 147 h 242"/>
                <a:gd name="T34" fmla="*/ 78 w 146"/>
                <a:gd name="T35" fmla="*/ 148 h 242"/>
                <a:gd name="T36" fmla="*/ 82 w 146"/>
                <a:gd name="T37" fmla="*/ 149 h 242"/>
                <a:gd name="T38" fmla="*/ 85 w 146"/>
                <a:gd name="T39" fmla="*/ 151 h 242"/>
                <a:gd name="T40" fmla="*/ 88 w 146"/>
                <a:gd name="T41" fmla="*/ 154 h 242"/>
                <a:gd name="T42" fmla="*/ 91 w 146"/>
                <a:gd name="T43" fmla="*/ 157 h 242"/>
                <a:gd name="T44" fmla="*/ 93 w 146"/>
                <a:gd name="T45" fmla="*/ 161 h 242"/>
                <a:gd name="T46" fmla="*/ 94 w 146"/>
                <a:gd name="T47" fmla="*/ 165 h 242"/>
                <a:gd name="T48" fmla="*/ 95 w 146"/>
                <a:gd name="T49" fmla="*/ 170 h 242"/>
                <a:gd name="T50" fmla="*/ 94 w 146"/>
                <a:gd name="T51" fmla="*/ 174 h 242"/>
                <a:gd name="T52" fmla="*/ 93 w 146"/>
                <a:gd name="T53" fmla="*/ 178 h 242"/>
                <a:gd name="T54" fmla="*/ 91 w 146"/>
                <a:gd name="T55" fmla="*/ 182 h 242"/>
                <a:gd name="T56" fmla="*/ 88 w 146"/>
                <a:gd name="T57" fmla="*/ 185 h 242"/>
                <a:gd name="T58" fmla="*/ 85 w 146"/>
                <a:gd name="T59" fmla="*/ 187 h 242"/>
                <a:gd name="T60" fmla="*/ 82 w 146"/>
                <a:gd name="T61" fmla="*/ 189 h 242"/>
                <a:gd name="T62" fmla="*/ 78 w 146"/>
                <a:gd name="T63" fmla="*/ 191 h 242"/>
                <a:gd name="T64" fmla="*/ 73 w 146"/>
                <a:gd name="T65" fmla="*/ 191 h 242"/>
                <a:gd name="T66" fmla="*/ 134 w 146"/>
                <a:gd name="T67" fmla="*/ 0 h 242"/>
                <a:gd name="T68" fmla="*/ 12 w 146"/>
                <a:gd name="T69" fmla="*/ 0 h 242"/>
                <a:gd name="T70" fmla="*/ 8 w 146"/>
                <a:gd name="T71" fmla="*/ 1 h 242"/>
                <a:gd name="T72" fmla="*/ 4 w 146"/>
                <a:gd name="T73" fmla="*/ 4 h 242"/>
                <a:gd name="T74" fmla="*/ 1 w 146"/>
                <a:gd name="T75" fmla="*/ 9 h 242"/>
                <a:gd name="T76" fmla="*/ 0 w 146"/>
                <a:gd name="T77" fmla="*/ 13 h 242"/>
                <a:gd name="T78" fmla="*/ 0 w 146"/>
                <a:gd name="T79" fmla="*/ 230 h 242"/>
                <a:gd name="T80" fmla="*/ 1 w 146"/>
                <a:gd name="T81" fmla="*/ 235 h 242"/>
                <a:gd name="T82" fmla="*/ 4 w 146"/>
                <a:gd name="T83" fmla="*/ 238 h 242"/>
                <a:gd name="T84" fmla="*/ 8 w 146"/>
                <a:gd name="T85" fmla="*/ 241 h 242"/>
                <a:gd name="T86" fmla="*/ 12 w 146"/>
                <a:gd name="T87" fmla="*/ 242 h 242"/>
                <a:gd name="T88" fmla="*/ 134 w 146"/>
                <a:gd name="T89" fmla="*/ 242 h 242"/>
                <a:gd name="T90" fmla="*/ 139 w 146"/>
                <a:gd name="T91" fmla="*/ 241 h 242"/>
                <a:gd name="T92" fmla="*/ 143 w 146"/>
                <a:gd name="T93" fmla="*/ 238 h 242"/>
                <a:gd name="T94" fmla="*/ 145 w 146"/>
                <a:gd name="T95" fmla="*/ 235 h 242"/>
                <a:gd name="T96" fmla="*/ 146 w 146"/>
                <a:gd name="T97" fmla="*/ 230 h 242"/>
                <a:gd name="T98" fmla="*/ 146 w 146"/>
                <a:gd name="T99" fmla="*/ 13 h 242"/>
                <a:gd name="T100" fmla="*/ 145 w 146"/>
                <a:gd name="T101" fmla="*/ 9 h 242"/>
                <a:gd name="T102" fmla="*/ 143 w 146"/>
                <a:gd name="T103" fmla="*/ 4 h 242"/>
                <a:gd name="T104" fmla="*/ 139 w 146"/>
                <a:gd name="T105" fmla="*/ 1 h 242"/>
                <a:gd name="T106" fmla="*/ 134 w 146"/>
                <a:gd name="T107"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6" h="242">
                  <a:moveTo>
                    <a:pt x="73" y="191"/>
                  </a:moveTo>
                  <a:lnTo>
                    <a:pt x="69" y="191"/>
                  </a:lnTo>
                  <a:lnTo>
                    <a:pt x="65" y="189"/>
                  </a:lnTo>
                  <a:lnTo>
                    <a:pt x="61" y="187"/>
                  </a:lnTo>
                  <a:lnTo>
                    <a:pt x="58" y="185"/>
                  </a:lnTo>
                  <a:lnTo>
                    <a:pt x="55" y="182"/>
                  </a:lnTo>
                  <a:lnTo>
                    <a:pt x="54" y="178"/>
                  </a:lnTo>
                  <a:lnTo>
                    <a:pt x="52" y="174"/>
                  </a:lnTo>
                  <a:lnTo>
                    <a:pt x="52" y="170"/>
                  </a:lnTo>
                  <a:lnTo>
                    <a:pt x="52" y="165"/>
                  </a:lnTo>
                  <a:lnTo>
                    <a:pt x="54" y="161"/>
                  </a:lnTo>
                  <a:lnTo>
                    <a:pt x="55" y="157"/>
                  </a:lnTo>
                  <a:lnTo>
                    <a:pt x="58" y="154"/>
                  </a:lnTo>
                  <a:lnTo>
                    <a:pt x="61" y="151"/>
                  </a:lnTo>
                  <a:lnTo>
                    <a:pt x="65" y="149"/>
                  </a:lnTo>
                  <a:lnTo>
                    <a:pt x="69" y="148"/>
                  </a:lnTo>
                  <a:lnTo>
                    <a:pt x="73" y="147"/>
                  </a:lnTo>
                  <a:lnTo>
                    <a:pt x="78" y="148"/>
                  </a:lnTo>
                  <a:lnTo>
                    <a:pt x="82" y="149"/>
                  </a:lnTo>
                  <a:lnTo>
                    <a:pt x="85" y="151"/>
                  </a:lnTo>
                  <a:lnTo>
                    <a:pt x="88" y="154"/>
                  </a:lnTo>
                  <a:lnTo>
                    <a:pt x="91" y="157"/>
                  </a:lnTo>
                  <a:lnTo>
                    <a:pt x="93" y="161"/>
                  </a:lnTo>
                  <a:lnTo>
                    <a:pt x="94" y="165"/>
                  </a:lnTo>
                  <a:lnTo>
                    <a:pt x="95" y="170"/>
                  </a:lnTo>
                  <a:lnTo>
                    <a:pt x="94" y="174"/>
                  </a:lnTo>
                  <a:lnTo>
                    <a:pt x="93" y="178"/>
                  </a:lnTo>
                  <a:lnTo>
                    <a:pt x="91" y="182"/>
                  </a:lnTo>
                  <a:lnTo>
                    <a:pt x="88" y="185"/>
                  </a:lnTo>
                  <a:lnTo>
                    <a:pt x="85" y="187"/>
                  </a:lnTo>
                  <a:lnTo>
                    <a:pt x="82" y="189"/>
                  </a:lnTo>
                  <a:lnTo>
                    <a:pt x="78" y="191"/>
                  </a:lnTo>
                  <a:lnTo>
                    <a:pt x="73" y="191"/>
                  </a:lnTo>
                  <a:close/>
                  <a:moveTo>
                    <a:pt x="134" y="0"/>
                  </a:moveTo>
                  <a:lnTo>
                    <a:pt x="12" y="0"/>
                  </a:lnTo>
                  <a:lnTo>
                    <a:pt x="8" y="1"/>
                  </a:lnTo>
                  <a:lnTo>
                    <a:pt x="4" y="4"/>
                  </a:lnTo>
                  <a:lnTo>
                    <a:pt x="1" y="9"/>
                  </a:lnTo>
                  <a:lnTo>
                    <a:pt x="0" y="13"/>
                  </a:lnTo>
                  <a:lnTo>
                    <a:pt x="0" y="230"/>
                  </a:lnTo>
                  <a:lnTo>
                    <a:pt x="1" y="235"/>
                  </a:lnTo>
                  <a:lnTo>
                    <a:pt x="4" y="238"/>
                  </a:lnTo>
                  <a:lnTo>
                    <a:pt x="8" y="241"/>
                  </a:lnTo>
                  <a:lnTo>
                    <a:pt x="12" y="242"/>
                  </a:lnTo>
                  <a:lnTo>
                    <a:pt x="134" y="242"/>
                  </a:lnTo>
                  <a:lnTo>
                    <a:pt x="139" y="241"/>
                  </a:lnTo>
                  <a:lnTo>
                    <a:pt x="143" y="238"/>
                  </a:lnTo>
                  <a:lnTo>
                    <a:pt x="145" y="235"/>
                  </a:lnTo>
                  <a:lnTo>
                    <a:pt x="146" y="230"/>
                  </a:lnTo>
                  <a:lnTo>
                    <a:pt x="146" y="13"/>
                  </a:lnTo>
                  <a:lnTo>
                    <a:pt x="145" y="9"/>
                  </a:lnTo>
                  <a:lnTo>
                    <a:pt x="143" y="4"/>
                  </a:lnTo>
                  <a:lnTo>
                    <a:pt x="139" y="1"/>
                  </a:lnTo>
                  <a:lnTo>
                    <a:pt x="1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9" name="Freeform 1028">
              <a:extLst>
                <a:ext uri="{FF2B5EF4-FFF2-40B4-BE49-F238E27FC236}">
                  <a16:creationId xmlns:a16="http://schemas.microsoft.com/office/drawing/2014/main" id="{09F199BF-8482-4947-9F10-D55180521F8D}"/>
                </a:ext>
              </a:extLst>
            </p:cNvPr>
            <p:cNvSpPr>
              <a:spLocks/>
            </p:cNvSpPr>
            <p:nvPr/>
          </p:nvSpPr>
          <p:spPr bwMode="auto">
            <a:xfrm>
              <a:off x="5529263" y="2143125"/>
              <a:ext cx="214313" cy="77788"/>
            </a:xfrm>
            <a:custGeom>
              <a:avLst/>
              <a:gdLst>
                <a:gd name="T0" fmla="*/ 305 w 541"/>
                <a:gd name="T1" fmla="*/ 72 h 193"/>
                <a:gd name="T2" fmla="*/ 303 w 541"/>
                <a:gd name="T3" fmla="*/ 72 h 193"/>
                <a:gd name="T4" fmla="*/ 301 w 541"/>
                <a:gd name="T5" fmla="*/ 72 h 193"/>
                <a:gd name="T6" fmla="*/ 246 w 541"/>
                <a:gd name="T7" fmla="*/ 72 h 193"/>
                <a:gd name="T8" fmla="*/ 245 w 541"/>
                <a:gd name="T9" fmla="*/ 71 h 193"/>
                <a:gd name="T10" fmla="*/ 243 w 541"/>
                <a:gd name="T11" fmla="*/ 69 h 193"/>
                <a:gd name="T12" fmla="*/ 235 w 541"/>
                <a:gd name="T13" fmla="*/ 62 h 193"/>
                <a:gd name="T14" fmla="*/ 225 w 541"/>
                <a:gd name="T15" fmla="*/ 52 h 193"/>
                <a:gd name="T16" fmla="*/ 214 w 541"/>
                <a:gd name="T17" fmla="*/ 42 h 193"/>
                <a:gd name="T18" fmla="*/ 200 w 541"/>
                <a:gd name="T19" fmla="*/ 31 h 193"/>
                <a:gd name="T20" fmla="*/ 184 w 541"/>
                <a:gd name="T21" fmla="*/ 21 h 193"/>
                <a:gd name="T22" fmla="*/ 165 w 541"/>
                <a:gd name="T23" fmla="*/ 12 h 193"/>
                <a:gd name="T24" fmla="*/ 155 w 541"/>
                <a:gd name="T25" fmla="*/ 9 h 193"/>
                <a:gd name="T26" fmla="*/ 144 w 541"/>
                <a:gd name="T27" fmla="*/ 5 h 193"/>
                <a:gd name="T28" fmla="*/ 133 w 541"/>
                <a:gd name="T29" fmla="*/ 2 h 193"/>
                <a:gd name="T30" fmla="*/ 120 w 541"/>
                <a:gd name="T31" fmla="*/ 0 h 193"/>
                <a:gd name="T32" fmla="*/ 119 w 541"/>
                <a:gd name="T33" fmla="*/ 0 h 193"/>
                <a:gd name="T34" fmla="*/ 118 w 541"/>
                <a:gd name="T35" fmla="*/ 0 h 193"/>
                <a:gd name="T36" fmla="*/ 12 w 541"/>
                <a:gd name="T37" fmla="*/ 0 h 193"/>
                <a:gd name="T38" fmla="*/ 7 w 541"/>
                <a:gd name="T39" fmla="*/ 1 h 193"/>
                <a:gd name="T40" fmla="*/ 3 w 541"/>
                <a:gd name="T41" fmla="*/ 4 h 193"/>
                <a:gd name="T42" fmla="*/ 1 w 541"/>
                <a:gd name="T43" fmla="*/ 7 h 193"/>
                <a:gd name="T44" fmla="*/ 0 w 541"/>
                <a:gd name="T45" fmla="*/ 12 h 193"/>
                <a:gd name="T46" fmla="*/ 0 w 541"/>
                <a:gd name="T47" fmla="*/ 180 h 193"/>
                <a:gd name="T48" fmla="*/ 1 w 541"/>
                <a:gd name="T49" fmla="*/ 185 h 193"/>
                <a:gd name="T50" fmla="*/ 3 w 541"/>
                <a:gd name="T51" fmla="*/ 190 h 193"/>
                <a:gd name="T52" fmla="*/ 7 w 541"/>
                <a:gd name="T53" fmla="*/ 192 h 193"/>
                <a:gd name="T54" fmla="*/ 12 w 541"/>
                <a:gd name="T55" fmla="*/ 193 h 193"/>
                <a:gd name="T56" fmla="*/ 528 w 541"/>
                <a:gd name="T57" fmla="*/ 193 h 193"/>
                <a:gd name="T58" fmla="*/ 533 w 541"/>
                <a:gd name="T59" fmla="*/ 192 h 193"/>
                <a:gd name="T60" fmla="*/ 536 w 541"/>
                <a:gd name="T61" fmla="*/ 190 h 193"/>
                <a:gd name="T62" fmla="*/ 539 w 541"/>
                <a:gd name="T63" fmla="*/ 185 h 193"/>
                <a:gd name="T64" fmla="*/ 541 w 541"/>
                <a:gd name="T65" fmla="*/ 180 h 193"/>
                <a:gd name="T66" fmla="*/ 539 w 541"/>
                <a:gd name="T67" fmla="*/ 174 h 193"/>
                <a:gd name="T68" fmla="*/ 538 w 541"/>
                <a:gd name="T69" fmla="*/ 169 h 193"/>
                <a:gd name="T70" fmla="*/ 537 w 541"/>
                <a:gd name="T71" fmla="*/ 163 h 193"/>
                <a:gd name="T72" fmla="*/ 535 w 541"/>
                <a:gd name="T73" fmla="*/ 158 h 193"/>
                <a:gd name="T74" fmla="*/ 532 w 541"/>
                <a:gd name="T75" fmla="*/ 152 h 193"/>
                <a:gd name="T76" fmla="*/ 528 w 541"/>
                <a:gd name="T77" fmla="*/ 147 h 193"/>
                <a:gd name="T78" fmla="*/ 524 w 541"/>
                <a:gd name="T79" fmla="*/ 142 h 193"/>
                <a:gd name="T80" fmla="*/ 519 w 541"/>
                <a:gd name="T81" fmla="*/ 136 h 193"/>
                <a:gd name="T82" fmla="*/ 511 w 541"/>
                <a:gd name="T83" fmla="*/ 128 h 193"/>
                <a:gd name="T84" fmla="*/ 503 w 541"/>
                <a:gd name="T85" fmla="*/ 122 h 193"/>
                <a:gd name="T86" fmla="*/ 493 w 541"/>
                <a:gd name="T87" fmla="*/ 116 h 193"/>
                <a:gd name="T88" fmla="*/ 481 w 541"/>
                <a:gd name="T89" fmla="*/ 110 h 193"/>
                <a:gd name="T90" fmla="*/ 470 w 541"/>
                <a:gd name="T91" fmla="*/ 104 h 193"/>
                <a:gd name="T92" fmla="*/ 458 w 541"/>
                <a:gd name="T93" fmla="*/ 99 h 193"/>
                <a:gd name="T94" fmla="*/ 445 w 541"/>
                <a:gd name="T95" fmla="*/ 94 h 193"/>
                <a:gd name="T96" fmla="*/ 431 w 541"/>
                <a:gd name="T97" fmla="*/ 90 h 193"/>
                <a:gd name="T98" fmla="*/ 417 w 541"/>
                <a:gd name="T99" fmla="*/ 86 h 193"/>
                <a:gd name="T100" fmla="*/ 402 w 541"/>
                <a:gd name="T101" fmla="*/ 82 h 193"/>
                <a:gd name="T102" fmla="*/ 387 w 541"/>
                <a:gd name="T103" fmla="*/ 79 h 193"/>
                <a:gd name="T104" fmla="*/ 370 w 541"/>
                <a:gd name="T105" fmla="*/ 76 h 193"/>
                <a:gd name="T106" fmla="*/ 355 w 541"/>
                <a:gd name="T107" fmla="*/ 74 h 193"/>
                <a:gd name="T108" fmla="*/ 339 w 541"/>
                <a:gd name="T109" fmla="*/ 73 h 193"/>
                <a:gd name="T110" fmla="*/ 321 w 541"/>
                <a:gd name="T111" fmla="*/ 72 h 193"/>
                <a:gd name="T112" fmla="*/ 305 w 541"/>
                <a:gd name="T113" fmla="*/ 7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1" h="193">
                  <a:moveTo>
                    <a:pt x="305" y="72"/>
                  </a:moveTo>
                  <a:lnTo>
                    <a:pt x="303" y="72"/>
                  </a:lnTo>
                  <a:lnTo>
                    <a:pt x="301" y="72"/>
                  </a:lnTo>
                  <a:lnTo>
                    <a:pt x="246" y="72"/>
                  </a:lnTo>
                  <a:lnTo>
                    <a:pt x="245" y="71"/>
                  </a:lnTo>
                  <a:lnTo>
                    <a:pt x="243" y="69"/>
                  </a:lnTo>
                  <a:lnTo>
                    <a:pt x="235" y="62"/>
                  </a:lnTo>
                  <a:lnTo>
                    <a:pt x="225" y="52"/>
                  </a:lnTo>
                  <a:lnTo>
                    <a:pt x="214" y="42"/>
                  </a:lnTo>
                  <a:lnTo>
                    <a:pt x="200" y="31"/>
                  </a:lnTo>
                  <a:lnTo>
                    <a:pt x="184" y="21"/>
                  </a:lnTo>
                  <a:lnTo>
                    <a:pt x="165" y="12"/>
                  </a:lnTo>
                  <a:lnTo>
                    <a:pt x="155" y="9"/>
                  </a:lnTo>
                  <a:lnTo>
                    <a:pt x="144" y="5"/>
                  </a:lnTo>
                  <a:lnTo>
                    <a:pt x="133" y="2"/>
                  </a:lnTo>
                  <a:lnTo>
                    <a:pt x="120" y="0"/>
                  </a:lnTo>
                  <a:lnTo>
                    <a:pt x="119" y="0"/>
                  </a:lnTo>
                  <a:lnTo>
                    <a:pt x="118" y="0"/>
                  </a:lnTo>
                  <a:lnTo>
                    <a:pt x="12" y="0"/>
                  </a:lnTo>
                  <a:lnTo>
                    <a:pt x="7" y="1"/>
                  </a:lnTo>
                  <a:lnTo>
                    <a:pt x="3" y="4"/>
                  </a:lnTo>
                  <a:lnTo>
                    <a:pt x="1" y="7"/>
                  </a:lnTo>
                  <a:lnTo>
                    <a:pt x="0" y="12"/>
                  </a:lnTo>
                  <a:lnTo>
                    <a:pt x="0" y="180"/>
                  </a:lnTo>
                  <a:lnTo>
                    <a:pt x="1" y="185"/>
                  </a:lnTo>
                  <a:lnTo>
                    <a:pt x="3" y="190"/>
                  </a:lnTo>
                  <a:lnTo>
                    <a:pt x="7" y="192"/>
                  </a:lnTo>
                  <a:lnTo>
                    <a:pt x="12" y="193"/>
                  </a:lnTo>
                  <a:lnTo>
                    <a:pt x="528" y="193"/>
                  </a:lnTo>
                  <a:lnTo>
                    <a:pt x="533" y="192"/>
                  </a:lnTo>
                  <a:lnTo>
                    <a:pt x="536" y="190"/>
                  </a:lnTo>
                  <a:lnTo>
                    <a:pt x="539" y="185"/>
                  </a:lnTo>
                  <a:lnTo>
                    <a:pt x="541" y="180"/>
                  </a:lnTo>
                  <a:lnTo>
                    <a:pt x="539" y="174"/>
                  </a:lnTo>
                  <a:lnTo>
                    <a:pt x="538" y="169"/>
                  </a:lnTo>
                  <a:lnTo>
                    <a:pt x="537" y="163"/>
                  </a:lnTo>
                  <a:lnTo>
                    <a:pt x="535" y="158"/>
                  </a:lnTo>
                  <a:lnTo>
                    <a:pt x="532" y="152"/>
                  </a:lnTo>
                  <a:lnTo>
                    <a:pt x="528" y="147"/>
                  </a:lnTo>
                  <a:lnTo>
                    <a:pt x="524" y="142"/>
                  </a:lnTo>
                  <a:lnTo>
                    <a:pt x="519" y="136"/>
                  </a:lnTo>
                  <a:lnTo>
                    <a:pt x="511" y="128"/>
                  </a:lnTo>
                  <a:lnTo>
                    <a:pt x="503" y="122"/>
                  </a:lnTo>
                  <a:lnTo>
                    <a:pt x="493" y="116"/>
                  </a:lnTo>
                  <a:lnTo>
                    <a:pt x="481" y="110"/>
                  </a:lnTo>
                  <a:lnTo>
                    <a:pt x="470" y="104"/>
                  </a:lnTo>
                  <a:lnTo>
                    <a:pt x="458" y="99"/>
                  </a:lnTo>
                  <a:lnTo>
                    <a:pt x="445" y="94"/>
                  </a:lnTo>
                  <a:lnTo>
                    <a:pt x="431" y="90"/>
                  </a:lnTo>
                  <a:lnTo>
                    <a:pt x="417" y="86"/>
                  </a:lnTo>
                  <a:lnTo>
                    <a:pt x="402" y="82"/>
                  </a:lnTo>
                  <a:lnTo>
                    <a:pt x="387" y="79"/>
                  </a:lnTo>
                  <a:lnTo>
                    <a:pt x="370" y="76"/>
                  </a:lnTo>
                  <a:lnTo>
                    <a:pt x="355" y="74"/>
                  </a:lnTo>
                  <a:lnTo>
                    <a:pt x="339" y="73"/>
                  </a:lnTo>
                  <a:lnTo>
                    <a:pt x="321" y="72"/>
                  </a:lnTo>
                  <a:lnTo>
                    <a:pt x="305"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40" name="Group 39">
            <a:extLst>
              <a:ext uri="{FF2B5EF4-FFF2-40B4-BE49-F238E27FC236}">
                <a16:creationId xmlns:a16="http://schemas.microsoft.com/office/drawing/2014/main" id="{3321C75A-8123-452A-BD50-BCFA60A6ACC2}"/>
              </a:ext>
            </a:extLst>
          </p:cNvPr>
          <p:cNvGrpSpPr/>
          <p:nvPr/>
        </p:nvGrpSpPr>
        <p:grpSpPr>
          <a:xfrm>
            <a:off x="907414" y="1778000"/>
            <a:ext cx="287338" cy="260350"/>
            <a:chOff x="6448425" y="796925"/>
            <a:chExt cx="287338" cy="260350"/>
          </a:xfrm>
          <a:solidFill>
            <a:schemeClr val="bg1"/>
          </a:solidFill>
        </p:grpSpPr>
        <p:sp>
          <p:nvSpPr>
            <p:cNvPr id="41" name="Freeform 3562">
              <a:extLst>
                <a:ext uri="{FF2B5EF4-FFF2-40B4-BE49-F238E27FC236}">
                  <a16:creationId xmlns:a16="http://schemas.microsoft.com/office/drawing/2014/main" id="{C041ED40-A7EB-44BF-90AA-18E28D3D028D}"/>
                </a:ext>
              </a:extLst>
            </p:cNvPr>
            <p:cNvSpPr>
              <a:spLocks/>
            </p:cNvSpPr>
            <p:nvPr/>
          </p:nvSpPr>
          <p:spPr bwMode="auto">
            <a:xfrm>
              <a:off x="6448425" y="796925"/>
              <a:ext cx="277812" cy="161925"/>
            </a:xfrm>
            <a:custGeom>
              <a:avLst/>
              <a:gdLst>
                <a:gd name="T0" fmla="*/ 8 w 701"/>
                <a:gd name="T1" fmla="*/ 285 h 408"/>
                <a:gd name="T2" fmla="*/ 5 w 701"/>
                <a:gd name="T3" fmla="*/ 288 h 408"/>
                <a:gd name="T4" fmla="*/ 2 w 701"/>
                <a:gd name="T5" fmla="*/ 290 h 408"/>
                <a:gd name="T6" fmla="*/ 1 w 701"/>
                <a:gd name="T7" fmla="*/ 293 h 408"/>
                <a:gd name="T8" fmla="*/ 0 w 701"/>
                <a:gd name="T9" fmla="*/ 297 h 408"/>
                <a:gd name="T10" fmla="*/ 1 w 701"/>
                <a:gd name="T11" fmla="*/ 300 h 408"/>
                <a:gd name="T12" fmla="*/ 2 w 701"/>
                <a:gd name="T13" fmla="*/ 303 h 408"/>
                <a:gd name="T14" fmla="*/ 5 w 701"/>
                <a:gd name="T15" fmla="*/ 306 h 408"/>
                <a:gd name="T16" fmla="*/ 8 w 701"/>
                <a:gd name="T17" fmla="*/ 308 h 408"/>
                <a:gd name="T18" fmla="*/ 259 w 701"/>
                <a:gd name="T19" fmla="*/ 408 h 408"/>
                <a:gd name="T20" fmla="*/ 701 w 701"/>
                <a:gd name="T21" fmla="*/ 0 h 408"/>
                <a:gd name="T22" fmla="*/ 8 w 701"/>
                <a:gd name="T23" fmla="*/ 285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1" h="408">
                  <a:moveTo>
                    <a:pt x="8" y="285"/>
                  </a:moveTo>
                  <a:lnTo>
                    <a:pt x="5" y="288"/>
                  </a:lnTo>
                  <a:lnTo>
                    <a:pt x="2" y="290"/>
                  </a:lnTo>
                  <a:lnTo>
                    <a:pt x="1" y="293"/>
                  </a:lnTo>
                  <a:lnTo>
                    <a:pt x="0" y="297"/>
                  </a:lnTo>
                  <a:lnTo>
                    <a:pt x="1" y="300"/>
                  </a:lnTo>
                  <a:lnTo>
                    <a:pt x="2" y="303"/>
                  </a:lnTo>
                  <a:lnTo>
                    <a:pt x="5" y="306"/>
                  </a:lnTo>
                  <a:lnTo>
                    <a:pt x="8" y="308"/>
                  </a:lnTo>
                  <a:lnTo>
                    <a:pt x="259" y="408"/>
                  </a:lnTo>
                  <a:lnTo>
                    <a:pt x="701" y="0"/>
                  </a:lnTo>
                  <a:lnTo>
                    <a:pt x="8" y="2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2" name="Freeform 3563">
              <a:extLst>
                <a:ext uri="{FF2B5EF4-FFF2-40B4-BE49-F238E27FC236}">
                  <a16:creationId xmlns:a16="http://schemas.microsoft.com/office/drawing/2014/main" id="{F26FAE1C-776F-4C80-8D71-19A3D8653A13}"/>
                </a:ext>
              </a:extLst>
            </p:cNvPr>
            <p:cNvSpPr>
              <a:spLocks/>
            </p:cNvSpPr>
            <p:nvPr/>
          </p:nvSpPr>
          <p:spPr bwMode="auto">
            <a:xfrm>
              <a:off x="6554788" y="800100"/>
              <a:ext cx="180975" cy="257175"/>
            </a:xfrm>
            <a:custGeom>
              <a:avLst/>
              <a:gdLst>
                <a:gd name="T0" fmla="*/ 0 w 456"/>
                <a:gd name="T1" fmla="*/ 424 h 646"/>
                <a:gd name="T2" fmla="*/ 0 w 456"/>
                <a:gd name="T3" fmla="*/ 635 h 646"/>
                <a:gd name="T4" fmla="*/ 0 w 456"/>
                <a:gd name="T5" fmla="*/ 639 h 646"/>
                <a:gd name="T6" fmla="*/ 3 w 456"/>
                <a:gd name="T7" fmla="*/ 642 h 646"/>
                <a:gd name="T8" fmla="*/ 5 w 456"/>
                <a:gd name="T9" fmla="*/ 645 h 646"/>
                <a:gd name="T10" fmla="*/ 9 w 456"/>
                <a:gd name="T11" fmla="*/ 646 h 646"/>
                <a:gd name="T12" fmla="*/ 11 w 456"/>
                <a:gd name="T13" fmla="*/ 646 h 646"/>
                <a:gd name="T14" fmla="*/ 12 w 456"/>
                <a:gd name="T15" fmla="*/ 646 h 646"/>
                <a:gd name="T16" fmla="*/ 16 w 456"/>
                <a:gd name="T17" fmla="*/ 646 h 646"/>
                <a:gd name="T18" fmla="*/ 18 w 456"/>
                <a:gd name="T19" fmla="*/ 645 h 646"/>
                <a:gd name="T20" fmla="*/ 21 w 456"/>
                <a:gd name="T21" fmla="*/ 644 h 646"/>
                <a:gd name="T22" fmla="*/ 22 w 456"/>
                <a:gd name="T23" fmla="*/ 641 h 646"/>
                <a:gd name="T24" fmla="*/ 126 w 456"/>
                <a:gd name="T25" fmla="*/ 469 h 646"/>
                <a:gd name="T26" fmla="*/ 315 w 456"/>
                <a:gd name="T27" fmla="*/ 569 h 646"/>
                <a:gd name="T28" fmla="*/ 317 w 456"/>
                <a:gd name="T29" fmla="*/ 570 h 646"/>
                <a:gd name="T30" fmla="*/ 320 w 456"/>
                <a:gd name="T31" fmla="*/ 572 h 646"/>
                <a:gd name="T32" fmla="*/ 323 w 456"/>
                <a:gd name="T33" fmla="*/ 570 h 646"/>
                <a:gd name="T34" fmla="*/ 325 w 456"/>
                <a:gd name="T35" fmla="*/ 570 h 646"/>
                <a:gd name="T36" fmla="*/ 329 w 456"/>
                <a:gd name="T37" fmla="*/ 567 h 646"/>
                <a:gd name="T38" fmla="*/ 332 w 456"/>
                <a:gd name="T39" fmla="*/ 561 h 646"/>
                <a:gd name="T40" fmla="*/ 456 w 456"/>
                <a:gd name="T41" fmla="*/ 0 h 646"/>
                <a:gd name="T42" fmla="*/ 0 w 456"/>
                <a:gd name="T43" fmla="*/ 424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6" h="646">
                  <a:moveTo>
                    <a:pt x="0" y="424"/>
                  </a:moveTo>
                  <a:lnTo>
                    <a:pt x="0" y="635"/>
                  </a:lnTo>
                  <a:lnTo>
                    <a:pt x="0" y="639"/>
                  </a:lnTo>
                  <a:lnTo>
                    <a:pt x="3" y="642"/>
                  </a:lnTo>
                  <a:lnTo>
                    <a:pt x="5" y="645"/>
                  </a:lnTo>
                  <a:lnTo>
                    <a:pt x="9" y="646"/>
                  </a:lnTo>
                  <a:lnTo>
                    <a:pt x="11" y="646"/>
                  </a:lnTo>
                  <a:lnTo>
                    <a:pt x="12" y="646"/>
                  </a:lnTo>
                  <a:lnTo>
                    <a:pt x="16" y="646"/>
                  </a:lnTo>
                  <a:lnTo>
                    <a:pt x="18" y="645"/>
                  </a:lnTo>
                  <a:lnTo>
                    <a:pt x="21" y="644"/>
                  </a:lnTo>
                  <a:lnTo>
                    <a:pt x="22" y="641"/>
                  </a:lnTo>
                  <a:lnTo>
                    <a:pt x="126" y="469"/>
                  </a:lnTo>
                  <a:lnTo>
                    <a:pt x="315" y="569"/>
                  </a:lnTo>
                  <a:lnTo>
                    <a:pt x="317" y="570"/>
                  </a:lnTo>
                  <a:lnTo>
                    <a:pt x="320" y="572"/>
                  </a:lnTo>
                  <a:lnTo>
                    <a:pt x="323" y="570"/>
                  </a:lnTo>
                  <a:lnTo>
                    <a:pt x="325" y="570"/>
                  </a:lnTo>
                  <a:lnTo>
                    <a:pt x="329" y="567"/>
                  </a:lnTo>
                  <a:lnTo>
                    <a:pt x="332" y="561"/>
                  </a:lnTo>
                  <a:lnTo>
                    <a:pt x="456" y="0"/>
                  </a:lnTo>
                  <a:lnTo>
                    <a:pt x="0" y="4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43" name="Group 42">
            <a:extLst>
              <a:ext uri="{FF2B5EF4-FFF2-40B4-BE49-F238E27FC236}">
                <a16:creationId xmlns:a16="http://schemas.microsoft.com/office/drawing/2014/main" id="{66B2E2B7-DD7D-401A-B8DF-B7F3009D6DED}"/>
              </a:ext>
            </a:extLst>
          </p:cNvPr>
          <p:cNvGrpSpPr/>
          <p:nvPr/>
        </p:nvGrpSpPr>
        <p:grpSpPr>
          <a:xfrm>
            <a:off x="909796" y="3833120"/>
            <a:ext cx="282575" cy="249238"/>
            <a:chOff x="5465763" y="812800"/>
            <a:chExt cx="282575" cy="249238"/>
          </a:xfrm>
          <a:solidFill>
            <a:schemeClr val="bg1"/>
          </a:solidFill>
        </p:grpSpPr>
        <p:sp>
          <p:nvSpPr>
            <p:cNvPr id="44" name="Freeform 642">
              <a:extLst>
                <a:ext uri="{FF2B5EF4-FFF2-40B4-BE49-F238E27FC236}">
                  <a16:creationId xmlns:a16="http://schemas.microsoft.com/office/drawing/2014/main" id="{317EFC46-9949-4BD9-A244-C6680B626471}"/>
                </a:ext>
              </a:extLst>
            </p:cNvPr>
            <p:cNvSpPr>
              <a:spLocks noEditPoints="1"/>
            </p:cNvSpPr>
            <p:nvPr/>
          </p:nvSpPr>
          <p:spPr bwMode="auto">
            <a:xfrm>
              <a:off x="5527675" y="812800"/>
              <a:ext cx="63500" cy="247650"/>
            </a:xfrm>
            <a:custGeom>
              <a:avLst/>
              <a:gdLst>
                <a:gd name="T0" fmla="*/ 147 w 196"/>
                <a:gd name="T1" fmla="*/ 720 h 782"/>
                <a:gd name="T2" fmla="*/ 145 w 196"/>
                <a:gd name="T3" fmla="*/ 725 h 782"/>
                <a:gd name="T4" fmla="*/ 142 w 196"/>
                <a:gd name="T5" fmla="*/ 729 h 782"/>
                <a:gd name="T6" fmla="*/ 136 w 196"/>
                <a:gd name="T7" fmla="*/ 732 h 782"/>
                <a:gd name="T8" fmla="*/ 55 w 196"/>
                <a:gd name="T9" fmla="*/ 732 h 782"/>
                <a:gd name="T10" fmla="*/ 48 w 196"/>
                <a:gd name="T11" fmla="*/ 731 h 782"/>
                <a:gd name="T12" fmla="*/ 44 w 196"/>
                <a:gd name="T13" fmla="*/ 727 h 782"/>
                <a:gd name="T14" fmla="*/ 41 w 196"/>
                <a:gd name="T15" fmla="*/ 723 h 782"/>
                <a:gd name="T16" fmla="*/ 40 w 196"/>
                <a:gd name="T17" fmla="*/ 717 h 782"/>
                <a:gd name="T18" fmla="*/ 40 w 196"/>
                <a:gd name="T19" fmla="*/ 558 h 782"/>
                <a:gd name="T20" fmla="*/ 42 w 196"/>
                <a:gd name="T21" fmla="*/ 552 h 782"/>
                <a:gd name="T22" fmla="*/ 46 w 196"/>
                <a:gd name="T23" fmla="*/ 548 h 782"/>
                <a:gd name="T24" fmla="*/ 52 w 196"/>
                <a:gd name="T25" fmla="*/ 546 h 782"/>
                <a:gd name="T26" fmla="*/ 133 w 196"/>
                <a:gd name="T27" fmla="*/ 546 h 782"/>
                <a:gd name="T28" fmla="*/ 139 w 196"/>
                <a:gd name="T29" fmla="*/ 547 h 782"/>
                <a:gd name="T30" fmla="*/ 144 w 196"/>
                <a:gd name="T31" fmla="*/ 550 h 782"/>
                <a:gd name="T32" fmla="*/ 147 w 196"/>
                <a:gd name="T33" fmla="*/ 555 h 782"/>
                <a:gd name="T34" fmla="*/ 148 w 196"/>
                <a:gd name="T35" fmla="*/ 561 h 782"/>
                <a:gd name="T36" fmla="*/ 66 w 196"/>
                <a:gd name="T37" fmla="*/ 91 h 782"/>
                <a:gd name="T38" fmla="*/ 67 w 196"/>
                <a:gd name="T39" fmla="*/ 85 h 782"/>
                <a:gd name="T40" fmla="*/ 70 w 196"/>
                <a:gd name="T41" fmla="*/ 81 h 782"/>
                <a:gd name="T42" fmla="*/ 75 w 196"/>
                <a:gd name="T43" fmla="*/ 77 h 782"/>
                <a:gd name="T44" fmla="*/ 81 w 196"/>
                <a:gd name="T45" fmla="*/ 76 h 782"/>
                <a:gd name="T46" fmla="*/ 87 w 196"/>
                <a:gd name="T47" fmla="*/ 77 h 782"/>
                <a:gd name="T48" fmla="*/ 91 w 196"/>
                <a:gd name="T49" fmla="*/ 81 h 782"/>
                <a:gd name="T50" fmla="*/ 95 w 196"/>
                <a:gd name="T51" fmla="*/ 85 h 782"/>
                <a:gd name="T52" fmla="*/ 96 w 196"/>
                <a:gd name="T53" fmla="*/ 91 h 782"/>
                <a:gd name="T54" fmla="*/ 96 w 196"/>
                <a:gd name="T55" fmla="*/ 512 h 782"/>
                <a:gd name="T56" fmla="*/ 93 w 196"/>
                <a:gd name="T57" fmla="*/ 517 h 782"/>
                <a:gd name="T58" fmla="*/ 89 w 196"/>
                <a:gd name="T59" fmla="*/ 521 h 782"/>
                <a:gd name="T60" fmla="*/ 84 w 196"/>
                <a:gd name="T61" fmla="*/ 524 h 782"/>
                <a:gd name="T62" fmla="*/ 77 w 196"/>
                <a:gd name="T63" fmla="*/ 524 h 782"/>
                <a:gd name="T64" fmla="*/ 72 w 196"/>
                <a:gd name="T65" fmla="*/ 521 h 782"/>
                <a:gd name="T66" fmla="*/ 68 w 196"/>
                <a:gd name="T67" fmla="*/ 517 h 782"/>
                <a:gd name="T68" fmla="*/ 66 w 196"/>
                <a:gd name="T69" fmla="*/ 512 h 782"/>
                <a:gd name="T70" fmla="*/ 66 w 196"/>
                <a:gd name="T71" fmla="*/ 91 h 782"/>
                <a:gd name="T72" fmla="*/ 15 w 196"/>
                <a:gd name="T73" fmla="*/ 0 h 782"/>
                <a:gd name="T74" fmla="*/ 10 w 196"/>
                <a:gd name="T75" fmla="*/ 1 h 782"/>
                <a:gd name="T76" fmla="*/ 4 w 196"/>
                <a:gd name="T77" fmla="*/ 4 h 782"/>
                <a:gd name="T78" fmla="*/ 1 w 196"/>
                <a:gd name="T79" fmla="*/ 9 h 782"/>
                <a:gd name="T80" fmla="*/ 0 w 196"/>
                <a:gd name="T81" fmla="*/ 15 h 782"/>
                <a:gd name="T82" fmla="*/ 1 w 196"/>
                <a:gd name="T83" fmla="*/ 770 h 782"/>
                <a:gd name="T84" fmla="*/ 3 w 196"/>
                <a:gd name="T85" fmla="*/ 776 h 782"/>
                <a:gd name="T86" fmla="*/ 8 w 196"/>
                <a:gd name="T87" fmla="*/ 780 h 782"/>
                <a:gd name="T88" fmla="*/ 13 w 196"/>
                <a:gd name="T89" fmla="*/ 782 h 782"/>
                <a:gd name="T90" fmla="*/ 181 w 196"/>
                <a:gd name="T91" fmla="*/ 782 h 782"/>
                <a:gd name="T92" fmla="*/ 187 w 196"/>
                <a:gd name="T93" fmla="*/ 781 h 782"/>
                <a:gd name="T94" fmla="*/ 192 w 196"/>
                <a:gd name="T95" fmla="*/ 778 h 782"/>
                <a:gd name="T96" fmla="*/ 195 w 196"/>
                <a:gd name="T97" fmla="*/ 773 h 782"/>
                <a:gd name="T98" fmla="*/ 196 w 196"/>
                <a:gd name="T99" fmla="*/ 767 h 782"/>
                <a:gd name="T100" fmla="*/ 196 w 196"/>
                <a:gd name="T101" fmla="*/ 12 h 782"/>
                <a:gd name="T102" fmla="*/ 193 w 196"/>
                <a:gd name="T103" fmla="*/ 7 h 782"/>
                <a:gd name="T104" fmla="*/ 190 w 196"/>
                <a:gd name="T105" fmla="*/ 2 h 782"/>
                <a:gd name="T106" fmla="*/ 185 w 196"/>
                <a:gd name="T107" fmla="*/ 0 h 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6" h="782">
                  <a:moveTo>
                    <a:pt x="148" y="717"/>
                  </a:moveTo>
                  <a:lnTo>
                    <a:pt x="147" y="720"/>
                  </a:lnTo>
                  <a:lnTo>
                    <a:pt x="147" y="723"/>
                  </a:lnTo>
                  <a:lnTo>
                    <a:pt x="145" y="725"/>
                  </a:lnTo>
                  <a:lnTo>
                    <a:pt x="144" y="727"/>
                  </a:lnTo>
                  <a:lnTo>
                    <a:pt x="142" y="729"/>
                  </a:lnTo>
                  <a:lnTo>
                    <a:pt x="139" y="731"/>
                  </a:lnTo>
                  <a:lnTo>
                    <a:pt x="136" y="732"/>
                  </a:lnTo>
                  <a:lnTo>
                    <a:pt x="133" y="732"/>
                  </a:lnTo>
                  <a:lnTo>
                    <a:pt x="55" y="732"/>
                  </a:lnTo>
                  <a:lnTo>
                    <a:pt x="52" y="732"/>
                  </a:lnTo>
                  <a:lnTo>
                    <a:pt x="48" y="731"/>
                  </a:lnTo>
                  <a:lnTo>
                    <a:pt x="46" y="729"/>
                  </a:lnTo>
                  <a:lnTo>
                    <a:pt x="44" y="727"/>
                  </a:lnTo>
                  <a:lnTo>
                    <a:pt x="42" y="725"/>
                  </a:lnTo>
                  <a:lnTo>
                    <a:pt x="41" y="723"/>
                  </a:lnTo>
                  <a:lnTo>
                    <a:pt x="40" y="720"/>
                  </a:lnTo>
                  <a:lnTo>
                    <a:pt x="40" y="717"/>
                  </a:lnTo>
                  <a:lnTo>
                    <a:pt x="40" y="561"/>
                  </a:lnTo>
                  <a:lnTo>
                    <a:pt x="40" y="558"/>
                  </a:lnTo>
                  <a:lnTo>
                    <a:pt x="41" y="555"/>
                  </a:lnTo>
                  <a:lnTo>
                    <a:pt x="42" y="552"/>
                  </a:lnTo>
                  <a:lnTo>
                    <a:pt x="44" y="550"/>
                  </a:lnTo>
                  <a:lnTo>
                    <a:pt x="46" y="548"/>
                  </a:lnTo>
                  <a:lnTo>
                    <a:pt x="48" y="547"/>
                  </a:lnTo>
                  <a:lnTo>
                    <a:pt x="52" y="546"/>
                  </a:lnTo>
                  <a:lnTo>
                    <a:pt x="55" y="546"/>
                  </a:lnTo>
                  <a:lnTo>
                    <a:pt x="133" y="546"/>
                  </a:lnTo>
                  <a:lnTo>
                    <a:pt x="136" y="546"/>
                  </a:lnTo>
                  <a:lnTo>
                    <a:pt x="139" y="547"/>
                  </a:lnTo>
                  <a:lnTo>
                    <a:pt x="142" y="548"/>
                  </a:lnTo>
                  <a:lnTo>
                    <a:pt x="144" y="550"/>
                  </a:lnTo>
                  <a:lnTo>
                    <a:pt x="145" y="552"/>
                  </a:lnTo>
                  <a:lnTo>
                    <a:pt x="147" y="555"/>
                  </a:lnTo>
                  <a:lnTo>
                    <a:pt x="147" y="558"/>
                  </a:lnTo>
                  <a:lnTo>
                    <a:pt x="148" y="561"/>
                  </a:lnTo>
                  <a:lnTo>
                    <a:pt x="148" y="717"/>
                  </a:lnTo>
                  <a:close/>
                  <a:moveTo>
                    <a:pt x="66" y="91"/>
                  </a:moveTo>
                  <a:lnTo>
                    <a:pt x="66" y="88"/>
                  </a:lnTo>
                  <a:lnTo>
                    <a:pt x="67" y="85"/>
                  </a:lnTo>
                  <a:lnTo>
                    <a:pt x="68" y="83"/>
                  </a:lnTo>
                  <a:lnTo>
                    <a:pt x="70" y="81"/>
                  </a:lnTo>
                  <a:lnTo>
                    <a:pt x="72" y="78"/>
                  </a:lnTo>
                  <a:lnTo>
                    <a:pt x="75" y="77"/>
                  </a:lnTo>
                  <a:lnTo>
                    <a:pt x="77" y="76"/>
                  </a:lnTo>
                  <a:lnTo>
                    <a:pt x="81" y="76"/>
                  </a:lnTo>
                  <a:lnTo>
                    <a:pt x="84" y="76"/>
                  </a:lnTo>
                  <a:lnTo>
                    <a:pt x="87" y="77"/>
                  </a:lnTo>
                  <a:lnTo>
                    <a:pt x="89" y="78"/>
                  </a:lnTo>
                  <a:lnTo>
                    <a:pt x="91" y="81"/>
                  </a:lnTo>
                  <a:lnTo>
                    <a:pt x="93" y="83"/>
                  </a:lnTo>
                  <a:lnTo>
                    <a:pt x="95" y="85"/>
                  </a:lnTo>
                  <a:lnTo>
                    <a:pt x="96" y="88"/>
                  </a:lnTo>
                  <a:lnTo>
                    <a:pt x="96" y="91"/>
                  </a:lnTo>
                  <a:lnTo>
                    <a:pt x="96" y="509"/>
                  </a:lnTo>
                  <a:lnTo>
                    <a:pt x="96" y="512"/>
                  </a:lnTo>
                  <a:lnTo>
                    <a:pt x="95" y="514"/>
                  </a:lnTo>
                  <a:lnTo>
                    <a:pt x="93" y="517"/>
                  </a:lnTo>
                  <a:lnTo>
                    <a:pt x="91" y="519"/>
                  </a:lnTo>
                  <a:lnTo>
                    <a:pt x="89" y="521"/>
                  </a:lnTo>
                  <a:lnTo>
                    <a:pt x="87" y="522"/>
                  </a:lnTo>
                  <a:lnTo>
                    <a:pt x="84" y="524"/>
                  </a:lnTo>
                  <a:lnTo>
                    <a:pt x="81" y="524"/>
                  </a:lnTo>
                  <a:lnTo>
                    <a:pt x="77" y="524"/>
                  </a:lnTo>
                  <a:lnTo>
                    <a:pt x="75" y="522"/>
                  </a:lnTo>
                  <a:lnTo>
                    <a:pt x="72" y="521"/>
                  </a:lnTo>
                  <a:lnTo>
                    <a:pt x="70" y="519"/>
                  </a:lnTo>
                  <a:lnTo>
                    <a:pt x="68" y="517"/>
                  </a:lnTo>
                  <a:lnTo>
                    <a:pt x="67" y="514"/>
                  </a:lnTo>
                  <a:lnTo>
                    <a:pt x="66" y="512"/>
                  </a:lnTo>
                  <a:lnTo>
                    <a:pt x="66" y="509"/>
                  </a:lnTo>
                  <a:lnTo>
                    <a:pt x="66" y="91"/>
                  </a:lnTo>
                  <a:close/>
                  <a:moveTo>
                    <a:pt x="181" y="0"/>
                  </a:moveTo>
                  <a:lnTo>
                    <a:pt x="15" y="0"/>
                  </a:lnTo>
                  <a:lnTo>
                    <a:pt x="13" y="0"/>
                  </a:lnTo>
                  <a:lnTo>
                    <a:pt x="10" y="1"/>
                  </a:lnTo>
                  <a:lnTo>
                    <a:pt x="8" y="2"/>
                  </a:lnTo>
                  <a:lnTo>
                    <a:pt x="4" y="4"/>
                  </a:lnTo>
                  <a:lnTo>
                    <a:pt x="3" y="7"/>
                  </a:lnTo>
                  <a:lnTo>
                    <a:pt x="1" y="9"/>
                  </a:lnTo>
                  <a:lnTo>
                    <a:pt x="1" y="12"/>
                  </a:lnTo>
                  <a:lnTo>
                    <a:pt x="0" y="15"/>
                  </a:lnTo>
                  <a:lnTo>
                    <a:pt x="0" y="767"/>
                  </a:lnTo>
                  <a:lnTo>
                    <a:pt x="1" y="770"/>
                  </a:lnTo>
                  <a:lnTo>
                    <a:pt x="1" y="773"/>
                  </a:lnTo>
                  <a:lnTo>
                    <a:pt x="3" y="776"/>
                  </a:lnTo>
                  <a:lnTo>
                    <a:pt x="4" y="778"/>
                  </a:lnTo>
                  <a:lnTo>
                    <a:pt x="8" y="780"/>
                  </a:lnTo>
                  <a:lnTo>
                    <a:pt x="10" y="781"/>
                  </a:lnTo>
                  <a:lnTo>
                    <a:pt x="13" y="782"/>
                  </a:lnTo>
                  <a:lnTo>
                    <a:pt x="15" y="782"/>
                  </a:lnTo>
                  <a:lnTo>
                    <a:pt x="181" y="782"/>
                  </a:lnTo>
                  <a:lnTo>
                    <a:pt x="185" y="782"/>
                  </a:lnTo>
                  <a:lnTo>
                    <a:pt x="187" y="781"/>
                  </a:lnTo>
                  <a:lnTo>
                    <a:pt x="190" y="780"/>
                  </a:lnTo>
                  <a:lnTo>
                    <a:pt x="192" y="778"/>
                  </a:lnTo>
                  <a:lnTo>
                    <a:pt x="193" y="776"/>
                  </a:lnTo>
                  <a:lnTo>
                    <a:pt x="195" y="773"/>
                  </a:lnTo>
                  <a:lnTo>
                    <a:pt x="196" y="770"/>
                  </a:lnTo>
                  <a:lnTo>
                    <a:pt x="196" y="767"/>
                  </a:lnTo>
                  <a:lnTo>
                    <a:pt x="196" y="15"/>
                  </a:lnTo>
                  <a:lnTo>
                    <a:pt x="196" y="12"/>
                  </a:lnTo>
                  <a:lnTo>
                    <a:pt x="195" y="9"/>
                  </a:lnTo>
                  <a:lnTo>
                    <a:pt x="193" y="7"/>
                  </a:lnTo>
                  <a:lnTo>
                    <a:pt x="192" y="4"/>
                  </a:lnTo>
                  <a:lnTo>
                    <a:pt x="190" y="2"/>
                  </a:lnTo>
                  <a:lnTo>
                    <a:pt x="187" y="1"/>
                  </a:lnTo>
                  <a:lnTo>
                    <a:pt x="185" y="0"/>
                  </a:lnTo>
                  <a:lnTo>
                    <a:pt x="1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5" name="Freeform 643">
              <a:extLst>
                <a:ext uri="{FF2B5EF4-FFF2-40B4-BE49-F238E27FC236}">
                  <a16:creationId xmlns:a16="http://schemas.microsoft.com/office/drawing/2014/main" id="{26D76CDE-EF94-4198-8329-4F9C0EDEC5F0}"/>
                </a:ext>
              </a:extLst>
            </p:cNvPr>
            <p:cNvSpPr>
              <a:spLocks noEditPoints="1"/>
            </p:cNvSpPr>
            <p:nvPr/>
          </p:nvSpPr>
          <p:spPr bwMode="auto">
            <a:xfrm>
              <a:off x="5600700" y="844550"/>
              <a:ext cx="147638" cy="217488"/>
            </a:xfrm>
            <a:custGeom>
              <a:avLst/>
              <a:gdLst>
                <a:gd name="T0" fmla="*/ 61 w 469"/>
                <a:gd name="T1" fmla="*/ 632 h 684"/>
                <a:gd name="T2" fmla="*/ 53 w 469"/>
                <a:gd name="T3" fmla="*/ 627 h 684"/>
                <a:gd name="T4" fmla="*/ 49 w 469"/>
                <a:gd name="T5" fmla="*/ 620 h 684"/>
                <a:gd name="T6" fmla="*/ 50 w 469"/>
                <a:gd name="T7" fmla="*/ 611 h 684"/>
                <a:gd name="T8" fmla="*/ 55 w 469"/>
                <a:gd name="T9" fmla="*/ 605 h 684"/>
                <a:gd name="T10" fmla="*/ 64 w 469"/>
                <a:gd name="T11" fmla="*/ 602 h 684"/>
                <a:gd name="T12" fmla="*/ 147 w 469"/>
                <a:gd name="T13" fmla="*/ 603 h 684"/>
                <a:gd name="T14" fmla="*/ 154 w 469"/>
                <a:gd name="T15" fmla="*/ 609 h 684"/>
                <a:gd name="T16" fmla="*/ 157 w 469"/>
                <a:gd name="T17" fmla="*/ 617 h 684"/>
                <a:gd name="T18" fmla="*/ 154 w 469"/>
                <a:gd name="T19" fmla="*/ 625 h 684"/>
                <a:gd name="T20" fmla="*/ 147 w 469"/>
                <a:gd name="T21" fmla="*/ 631 h 684"/>
                <a:gd name="T22" fmla="*/ 74 w 469"/>
                <a:gd name="T23" fmla="*/ 252 h 684"/>
                <a:gd name="T24" fmla="*/ 77 w 469"/>
                <a:gd name="T25" fmla="*/ 243 h 684"/>
                <a:gd name="T26" fmla="*/ 83 w 469"/>
                <a:gd name="T27" fmla="*/ 238 h 684"/>
                <a:gd name="T28" fmla="*/ 93 w 469"/>
                <a:gd name="T29" fmla="*/ 237 h 684"/>
                <a:gd name="T30" fmla="*/ 100 w 469"/>
                <a:gd name="T31" fmla="*/ 241 h 684"/>
                <a:gd name="T32" fmla="*/ 104 w 469"/>
                <a:gd name="T33" fmla="*/ 249 h 684"/>
                <a:gd name="T34" fmla="*/ 104 w 469"/>
                <a:gd name="T35" fmla="*/ 542 h 684"/>
                <a:gd name="T36" fmla="*/ 100 w 469"/>
                <a:gd name="T37" fmla="*/ 549 h 684"/>
                <a:gd name="T38" fmla="*/ 93 w 469"/>
                <a:gd name="T39" fmla="*/ 553 h 684"/>
                <a:gd name="T40" fmla="*/ 83 w 469"/>
                <a:gd name="T41" fmla="*/ 553 h 684"/>
                <a:gd name="T42" fmla="*/ 77 w 469"/>
                <a:gd name="T43" fmla="*/ 547 h 684"/>
                <a:gd name="T44" fmla="*/ 74 w 469"/>
                <a:gd name="T45" fmla="*/ 539 h 684"/>
                <a:gd name="T46" fmla="*/ 260 w 469"/>
                <a:gd name="T47" fmla="*/ 11 h 684"/>
                <a:gd name="T48" fmla="*/ 255 w 469"/>
                <a:gd name="T49" fmla="*/ 3 h 684"/>
                <a:gd name="T50" fmla="*/ 247 w 469"/>
                <a:gd name="T51" fmla="*/ 0 h 684"/>
                <a:gd name="T52" fmla="*/ 150 w 469"/>
                <a:gd name="T53" fmla="*/ 33 h 684"/>
                <a:gd name="T54" fmla="*/ 143 w 469"/>
                <a:gd name="T55" fmla="*/ 38 h 684"/>
                <a:gd name="T56" fmla="*/ 140 w 469"/>
                <a:gd name="T57" fmla="*/ 46 h 684"/>
                <a:gd name="T58" fmla="*/ 180 w 469"/>
                <a:gd name="T59" fmla="*/ 170 h 684"/>
                <a:gd name="T60" fmla="*/ 9 w 469"/>
                <a:gd name="T61" fmla="*/ 171 h 684"/>
                <a:gd name="T62" fmla="*/ 3 w 469"/>
                <a:gd name="T63" fmla="*/ 177 h 684"/>
                <a:gd name="T64" fmla="*/ 0 w 469"/>
                <a:gd name="T65" fmla="*/ 185 h 684"/>
                <a:gd name="T66" fmla="*/ 2 w 469"/>
                <a:gd name="T67" fmla="*/ 673 h 684"/>
                <a:gd name="T68" fmla="*/ 7 w 469"/>
                <a:gd name="T69" fmla="*/ 680 h 684"/>
                <a:gd name="T70" fmla="*/ 15 w 469"/>
                <a:gd name="T71" fmla="*/ 682 h 684"/>
                <a:gd name="T72" fmla="*/ 202 w 469"/>
                <a:gd name="T73" fmla="*/ 681 h 684"/>
                <a:gd name="T74" fmla="*/ 209 w 469"/>
                <a:gd name="T75" fmla="*/ 676 h 684"/>
                <a:gd name="T76" fmla="*/ 211 w 469"/>
                <a:gd name="T77" fmla="*/ 667 h 684"/>
                <a:gd name="T78" fmla="*/ 350 w 469"/>
                <a:gd name="T79" fmla="*/ 677 h 684"/>
                <a:gd name="T80" fmla="*/ 357 w 469"/>
                <a:gd name="T81" fmla="*/ 683 h 684"/>
                <a:gd name="T82" fmla="*/ 366 w 469"/>
                <a:gd name="T83" fmla="*/ 684 h 684"/>
                <a:gd name="T84" fmla="*/ 463 w 469"/>
                <a:gd name="T85" fmla="*/ 650 h 684"/>
                <a:gd name="T86" fmla="*/ 468 w 469"/>
                <a:gd name="T87" fmla="*/ 643 h 684"/>
                <a:gd name="T88" fmla="*/ 469 w 469"/>
                <a:gd name="T89" fmla="*/ 635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9" h="684">
                  <a:moveTo>
                    <a:pt x="142" y="632"/>
                  </a:moveTo>
                  <a:lnTo>
                    <a:pt x="64" y="632"/>
                  </a:lnTo>
                  <a:lnTo>
                    <a:pt x="61" y="632"/>
                  </a:lnTo>
                  <a:lnTo>
                    <a:pt x="57" y="631"/>
                  </a:lnTo>
                  <a:lnTo>
                    <a:pt x="55" y="629"/>
                  </a:lnTo>
                  <a:lnTo>
                    <a:pt x="53" y="627"/>
                  </a:lnTo>
                  <a:lnTo>
                    <a:pt x="51" y="625"/>
                  </a:lnTo>
                  <a:lnTo>
                    <a:pt x="50" y="623"/>
                  </a:lnTo>
                  <a:lnTo>
                    <a:pt x="49" y="620"/>
                  </a:lnTo>
                  <a:lnTo>
                    <a:pt x="48" y="617"/>
                  </a:lnTo>
                  <a:lnTo>
                    <a:pt x="49" y="614"/>
                  </a:lnTo>
                  <a:lnTo>
                    <a:pt x="50" y="611"/>
                  </a:lnTo>
                  <a:lnTo>
                    <a:pt x="51" y="609"/>
                  </a:lnTo>
                  <a:lnTo>
                    <a:pt x="53" y="606"/>
                  </a:lnTo>
                  <a:lnTo>
                    <a:pt x="55" y="605"/>
                  </a:lnTo>
                  <a:lnTo>
                    <a:pt x="57" y="603"/>
                  </a:lnTo>
                  <a:lnTo>
                    <a:pt x="61" y="603"/>
                  </a:lnTo>
                  <a:lnTo>
                    <a:pt x="64" y="602"/>
                  </a:lnTo>
                  <a:lnTo>
                    <a:pt x="142" y="602"/>
                  </a:lnTo>
                  <a:lnTo>
                    <a:pt x="144" y="603"/>
                  </a:lnTo>
                  <a:lnTo>
                    <a:pt x="147" y="603"/>
                  </a:lnTo>
                  <a:lnTo>
                    <a:pt x="150" y="605"/>
                  </a:lnTo>
                  <a:lnTo>
                    <a:pt x="152" y="606"/>
                  </a:lnTo>
                  <a:lnTo>
                    <a:pt x="154" y="609"/>
                  </a:lnTo>
                  <a:lnTo>
                    <a:pt x="155" y="611"/>
                  </a:lnTo>
                  <a:lnTo>
                    <a:pt x="156" y="614"/>
                  </a:lnTo>
                  <a:lnTo>
                    <a:pt x="157" y="617"/>
                  </a:lnTo>
                  <a:lnTo>
                    <a:pt x="156" y="620"/>
                  </a:lnTo>
                  <a:lnTo>
                    <a:pt x="155" y="623"/>
                  </a:lnTo>
                  <a:lnTo>
                    <a:pt x="154" y="625"/>
                  </a:lnTo>
                  <a:lnTo>
                    <a:pt x="152" y="627"/>
                  </a:lnTo>
                  <a:lnTo>
                    <a:pt x="150" y="629"/>
                  </a:lnTo>
                  <a:lnTo>
                    <a:pt x="147" y="631"/>
                  </a:lnTo>
                  <a:lnTo>
                    <a:pt x="144" y="632"/>
                  </a:lnTo>
                  <a:lnTo>
                    <a:pt x="142" y="632"/>
                  </a:lnTo>
                  <a:close/>
                  <a:moveTo>
                    <a:pt x="74" y="252"/>
                  </a:moveTo>
                  <a:lnTo>
                    <a:pt x="74" y="249"/>
                  </a:lnTo>
                  <a:lnTo>
                    <a:pt x="76" y="247"/>
                  </a:lnTo>
                  <a:lnTo>
                    <a:pt x="77" y="243"/>
                  </a:lnTo>
                  <a:lnTo>
                    <a:pt x="79" y="241"/>
                  </a:lnTo>
                  <a:lnTo>
                    <a:pt x="81" y="239"/>
                  </a:lnTo>
                  <a:lnTo>
                    <a:pt x="83" y="238"/>
                  </a:lnTo>
                  <a:lnTo>
                    <a:pt x="86" y="237"/>
                  </a:lnTo>
                  <a:lnTo>
                    <a:pt x="89" y="237"/>
                  </a:lnTo>
                  <a:lnTo>
                    <a:pt x="93" y="237"/>
                  </a:lnTo>
                  <a:lnTo>
                    <a:pt x="95" y="238"/>
                  </a:lnTo>
                  <a:lnTo>
                    <a:pt x="98" y="239"/>
                  </a:lnTo>
                  <a:lnTo>
                    <a:pt x="100" y="241"/>
                  </a:lnTo>
                  <a:lnTo>
                    <a:pt x="102" y="243"/>
                  </a:lnTo>
                  <a:lnTo>
                    <a:pt x="103" y="247"/>
                  </a:lnTo>
                  <a:lnTo>
                    <a:pt x="104" y="249"/>
                  </a:lnTo>
                  <a:lnTo>
                    <a:pt x="104" y="252"/>
                  </a:lnTo>
                  <a:lnTo>
                    <a:pt x="104" y="539"/>
                  </a:lnTo>
                  <a:lnTo>
                    <a:pt x="104" y="542"/>
                  </a:lnTo>
                  <a:lnTo>
                    <a:pt x="103" y="545"/>
                  </a:lnTo>
                  <a:lnTo>
                    <a:pt x="102" y="547"/>
                  </a:lnTo>
                  <a:lnTo>
                    <a:pt x="100" y="549"/>
                  </a:lnTo>
                  <a:lnTo>
                    <a:pt x="98" y="551"/>
                  </a:lnTo>
                  <a:lnTo>
                    <a:pt x="95" y="553"/>
                  </a:lnTo>
                  <a:lnTo>
                    <a:pt x="93" y="553"/>
                  </a:lnTo>
                  <a:lnTo>
                    <a:pt x="89" y="554"/>
                  </a:lnTo>
                  <a:lnTo>
                    <a:pt x="86" y="553"/>
                  </a:lnTo>
                  <a:lnTo>
                    <a:pt x="83" y="553"/>
                  </a:lnTo>
                  <a:lnTo>
                    <a:pt x="81" y="551"/>
                  </a:lnTo>
                  <a:lnTo>
                    <a:pt x="79" y="549"/>
                  </a:lnTo>
                  <a:lnTo>
                    <a:pt x="77" y="547"/>
                  </a:lnTo>
                  <a:lnTo>
                    <a:pt x="76" y="545"/>
                  </a:lnTo>
                  <a:lnTo>
                    <a:pt x="74" y="542"/>
                  </a:lnTo>
                  <a:lnTo>
                    <a:pt x="74" y="539"/>
                  </a:lnTo>
                  <a:lnTo>
                    <a:pt x="74" y="252"/>
                  </a:lnTo>
                  <a:close/>
                  <a:moveTo>
                    <a:pt x="469" y="633"/>
                  </a:moveTo>
                  <a:lnTo>
                    <a:pt x="260" y="11"/>
                  </a:lnTo>
                  <a:lnTo>
                    <a:pt x="259" y="7"/>
                  </a:lnTo>
                  <a:lnTo>
                    <a:pt x="257" y="5"/>
                  </a:lnTo>
                  <a:lnTo>
                    <a:pt x="255" y="3"/>
                  </a:lnTo>
                  <a:lnTo>
                    <a:pt x="252" y="2"/>
                  </a:lnTo>
                  <a:lnTo>
                    <a:pt x="249" y="1"/>
                  </a:lnTo>
                  <a:lnTo>
                    <a:pt x="247" y="0"/>
                  </a:lnTo>
                  <a:lnTo>
                    <a:pt x="244" y="0"/>
                  </a:lnTo>
                  <a:lnTo>
                    <a:pt x="241" y="1"/>
                  </a:lnTo>
                  <a:lnTo>
                    <a:pt x="150" y="33"/>
                  </a:lnTo>
                  <a:lnTo>
                    <a:pt x="147" y="34"/>
                  </a:lnTo>
                  <a:lnTo>
                    <a:pt x="144" y="36"/>
                  </a:lnTo>
                  <a:lnTo>
                    <a:pt x="143" y="38"/>
                  </a:lnTo>
                  <a:lnTo>
                    <a:pt x="141" y="41"/>
                  </a:lnTo>
                  <a:lnTo>
                    <a:pt x="140" y="44"/>
                  </a:lnTo>
                  <a:lnTo>
                    <a:pt x="140" y="46"/>
                  </a:lnTo>
                  <a:lnTo>
                    <a:pt x="140" y="49"/>
                  </a:lnTo>
                  <a:lnTo>
                    <a:pt x="140" y="52"/>
                  </a:lnTo>
                  <a:lnTo>
                    <a:pt x="180" y="170"/>
                  </a:lnTo>
                  <a:lnTo>
                    <a:pt x="15" y="170"/>
                  </a:lnTo>
                  <a:lnTo>
                    <a:pt x="12" y="171"/>
                  </a:lnTo>
                  <a:lnTo>
                    <a:pt x="9" y="171"/>
                  </a:lnTo>
                  <a:lnTo>
                    <a:pt x="7" y="174"/>
                  </a:lnTo>
                  <a:lnTo>
                    <a:pt x="5" y="175"/>
                  </a:lnTo>
                  <a:lnTo>
                    <a:pt x="3" y="177"/>
                  </a:lnTo>
                  <a:lnTo>
                    <a:pt x="2" y="180"/>
                  </a:lnTo>
                  <a:lnTo>
                    <a:pt x="0" y="183"/>
                  </a:lnTo>
                  <a:lnTo>
                    <a:pt x="0" y="185"/>
                  </a:lnTo>
                  <a:lnTo>
                    <a:pt x="0" y="667"/>
                  </a:lnTo>
                  <a:lnTo>
                    <a:pt x="0" y="670"/>
                  </a:lnTo>
                  <a:lnTo>
                    <a:pt x="2" y="673"/>
                  </a:lnTo>
                  <a:lnTo>
                    <a:pt x="3" y="676"/>
                  </a:lnTo>
                  <a:lnTo>
                    <a:pt x="5" y="678"/>
                  </a:lnTo>
                  <a:lnTo>
                    <a:pt x="7" y="680"/>
                  </a:lnTo>
                  <a:lnTo>
                    <a:pt x="9" y="681"/>
                  </a:lnTo>
                  <a:lnTo>
                    <a:pt x="12" y="682"/>
                  </a:lnTo>
                  <a:lnTo>
                    <a:pt x="15" y="682"/>
                  </a:lnTo>
                  <a:lnTo>
                    <a:pt x="196" y="682"/>
                  </a:lnTo>
                  <a:lnTo>
                    <a:pt x="199" y="682"/>
                  </a:lnTo>
                  <a:lnTo>
                    <a:pt x="202" y="681"/>
                  </a:lnTo>
                  <a:lnTo>
                    <a:pt x="204" y="680"/>
                  </a:lnTo>
                  <a:lnTo>
                    <a:pt x="206" y="678"/>
                  </a:lnTo>
                  <a:lnTo>
                    <a:pt x="209" y="676"/>
                  </a:lnTo>
                  <a:lnTo>
                    <a:pt x="210" y="673"/>
                  </a:lnTo>
                  <a:lnTo>
                    <a:pt x="211" y="670"/>
                  </a:lnTo>
                  <a:lnTo>
                    <a:pt x="211" y="667"/>
                  </a:lnTo>
                  <a:lnTo>
                    <a:pt x="211" y="263"/>
                  </a:lnTo>
                  <a:lnTo>
                    <a:pt x="349" y="675"/>
                  </a:lnTo>
                  <a:lnTo>
                    <a:pt x="350" y="677"/>
                  </a:lnTo>
                  <a:lnTo>
                    <a:pt x="352" y="679"/>
                  </a:lnTo>
                  <a:lnTo>
                    <a:pt x="354" y="681"/>
                  </a:lnTo>
                  <a:lnTo>
                    <a:pt x="357" y="683"/>
                  </a:lnTo>
                  <a:lnTo>
                    <a:pt x="360" y="684"/>
                  </a:lnTo>
                  <a:lnTo>
                    <a:pt x="363" y="684"/>
                  </a:lnTo>
                  <a:lnTo>
                    <a:pt x="366" y="684"/>
                  </a:lnTo>
                  <a:lnTo>
                    <a:pt x="368" y="683"/>
                  </a:lnTo>
                  <a:lnTo>
                    <a:pt x="459" y="651"/>
                  </a:lnTo>
                  <a:lnTo>
                    <a:pt x="463" y="650"/>
                  </a:lnTo>
                  <a:lnTo>
                    <a:pt x="465" y="649"/>
                  </a:lnTo>
                  <a:lnTo>
                    <a:pt x="467" y="647"/>
                  </a:lnTo>
                  <a:lnTo>
                    <a:pt x="468" y="643"/>
                  </a:lnTo>
                  <a:lnTo>
                    <a:pt x="469" y="641"/>
                  </a:lnTo>
                  <a:lnTo>
                    <a:pt x="469" y="638"/>
                  </a:lnTo>
                  <a:lnTo>
                    <a:pt x="469" y="635"/>
                  </a:lnTo>
                  <a:lnTo>
                    <a:pt x="469" y="633"/>
                  </a:lnTo>
                  <a:lnTo>
                    <a:pt x="469" y="6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6" name="Freeform 644">
              <a:extLst>
                <a:ext uri="{FF2B5EF4-FFF2-40B4-BE49-F238E27FC236}">
                  <a16:creationId xmlns:a16="http://schemas.microsoft.com/office/drawing/2014/main" id="{A95C11E4-9EC4-4477-B147-2386C55C9B37}"/>
                </a:ext>
              </a:extLst>
            </p:cNvPr>
            <p:cNvSpPr>
              <a:spLocks noEditPoints="1"/>
            </p:cNvSpPr>
            <p:nvPr/>
          </p:nvSpPr>
          <p:spPr bwMode="auto">
            <a:xfrm>
              <a:off x="5465763" y="846138"/>
              <a:ext cx="52388" cy="214313"/>
            </a:xfrm>
            <a:custGeom>
              <a:avLst/>
              <a:gdLst>
                <a:gd name="T0" fmla="*/ 81 w 165"/>
                <a:gd name="T1" fmla="*/ 563 h 677"/>
                <a:gd name="T2" fmla="*/ 79 w 165"/>
                <a:gd name="T3" fmla="*/ 569 h 677"/>
                <a:gd name="T4" fmla="*/ 75 w 165"/>
                <a:gd name="T5" fmla="*/ 572 h 677"/>
                <a:gd name="T6" fmla="*/ 70 w 165"/>
                <a:gd name="T7" fmla="*/ 575 h 677"/>
                <a:gd name="T8" fmla="*/ 64 w 165"/>
                <a:gd name="T9" fmla="*/ 575 h 677"/>
                <a:gd name="T10" fmla="*/ 59 w 165"/>
                <a:gd name="T11" fmla="*/ 572 h 677"/>
                <a:gd name="T12" fmla="*/ 55 w 165"/>
                <a:gd name="T13" fmla="*/ 569 h 677"/>
                <a:gd name="T14" fmla="*/ 53 w 165"/>
                <a:gd name="T15" fmla="*/ 563 h 677"/>
                <a:gd name="T16" fmla="*/ 51 w 165"/>
                <a:gd name="T17" fmla="*/ 116 h 677"/>
                <a:gd name="T18" fmla="*/ 54 w 165"/>
                <a:gd name="T19" fmla="*/ 111 h 677"/>
                <a:gd name="T20" fmla="*/ 57 w 165"/>
                <a:gd name="T21" fmla="*/ 106 h 677"/>
                <a:gd name="T22" fmla="*/ 61 w 165"/>
                <a:gd name="T23" fmla="*/ 103 h 677"/>
                <a:gd name="T24" fmla="*/ 66 w 165"/>
                <a:gd name="T25" fmla="*/ 102 h 677"/>
                <a:gd name="T26" fmla="*/ 73 w 165"/>
                <a:gd name="T27" fmla="*/ 103 h 677"/>
                <a:gd name="T28" fmla="*/ 77 w 165"/>
                <a:gd name="T29" fmla="*/ 106 h 677"/>
                <a:gd name="T30" fmla="*/ 80 w 165"/>
                <a:gd name="T31" fmla="*/ 111 h 677"/>
                <a:gd name="T32" fmla="*/ 83 w 165"/>
                <a:gd name="T33" fmla="*/ 117 h 677"/>
                <a:gd name="T34" fmla="*/ 150 w 165"/>
                <a:gd name="T35" fmla="*/ 0 h 677"/>
                <a:gd name="T36" fmla="*/ 12 w 165"/>
                <a:gd name="T37" fmla="*/ 0 h 677"/>
                <a:gd name="T38" fmla="*/ 6 w 165"/>
                <a:gd name="T39" fmla="*/ 2 h 677"/>
                <a:gd name="T40" fmla="*/ 2 w 165"/>
                <a:gd name="T41" fmla="*/ 7 h 677"/>
                <a:gd name="T42" fmla="*/ 0 w 165"/>
                <a:gd name="T43" fmla="*/ 12 h 677"/>
                <a:gd name="T44" fmla="*/ 0 w 165"/>
                <a:gd name="T45" fmla="*/ 662 h 677"/>
                <a:gd name="T46" fmla="*/ 1 w 165"/>
                <a:gd name="T47" fmla="*/ 668 h 677"/>
                <a:gd name="T48" fmla="*/ 4 w 165"/>
                <a:gd name="T49" fmla="*/ 673 h 677"/>
                <a:gd name="T50" fmla="*/ 9 w 165"/>
                <a:gd name="T51" fmla="*/ 676 h 677"/>
                <a:gd name="T52" fmla="*/ 15 w 165"/>
                <a:gd name="T53" fmla="*/ 677 h 677"/>
                <a:gd name="T54" fmla="*/ 153 w 165"/>
                <a:gd name="T55" fmla="*/ 677 h 677"/>
                <a:gd name="T56" fmla="*/ 159 w 165"/>
                <a:gd name="T57" fmla="*/ 675 h 677"/>
                <a:gd name="T58" fmla="*/ 163 w 165"/>
                <a:gd name="T59" fmla="*/ 671 h 677"/>
                <a:gd name="T60" fmla="*/ 165 w 165"/>
                <a:gd name="T61" fmla="*/ 665 h 677"/>
                <a:gd name="T62" fmla="*/ 165 w 165"/>
                <a:gd name="T63" fmla="*/ 15 h 677"/>
                <a:gd name="T64" fmla="*/ 164 w 165"/>
                <a:gd name="T65" fmla="*/ 9 h 677"/>
                <a:gd name="T66" fmla="*/ 161 w 165"/>
                <a:gd name="T67" fmla="*/ 5 h 677"/>
                <a:gd name="T68" fmla="*/ 157 w 165"/>
                <a:gd name="T69" fmla="*/ 1 h 677"/>
                <a:gd name="T70" fmla="*/ 150 w 165"/>
                <a:gd name="T71" fmla="*/ 0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77">
                  <a:moveTo>
                    <a:pt x="83" y="560"/>
                  </a:moveTo>
                  <a:lnTo>
                    <a:pt x="81" y="563"/>
                  </a:lnTo>
                  <a:lnTo>
                    <a:pt x="80" y="565"/>
                  </a:lnTo>
                  <a:lnTo>
                    <a:pt x="79" y="569"/>
                  </a:lnTo>
                  <a:lnTo>
                    <a:pt x="77" y="571"/>
                  </a:lnTo>
                  <a:lnTo>
                    <a:pt x="75" y="572"/>
                  </a:lnTo>
                  <a:lnTo>
                    <a:pt x="73" y="574"/>
                  </a:lnTo>
                  <a:lnTo>
                    <a:pt x="70" y="575"/>
                  </a:lnTo>
                  <a:lnTo>
                    <a:pt x="66" y="575"/>
                  </a:lnTo>
                  <a:lnTo>
                    <a:pt x="64" y="575"/>
                  </a:lnTo>
                  <a:lnTo>
                    <a:pt x="61" y="574"/>
                  </a:lnTo>
                  <a:lnTo>
                    <a:pt x="59" y="572"/>
                  </a:lnTo>
                  <a:lnTo>
                    <a:pt x="57" y="571"/>
                  </a:lnTo>
                  <a:lnTo>
                    <a:pt x="55" y="569"/>
                  </a:lnTo>
                  <a:lnTo>
                    <a:pt x="54" y="565"/>
                  </a:lnTo>
                  <a:lnTo>
                    <a:pt x="53" y="563"/>
                  </a:lnTo>
                  <a:lnTo>
                    <a:pt x="51" y="560"/>
                  </a:lnTo>
                  <a:lnTo>
                    <a:pt x="51" y="116"/>
                  </a:lnTo>
                  <a:lnTo>
                    <a:pt x="53" y="114"/>
                  </a:lnTo>
                  <a:lnTo>
                    <a:pt x="54" y="111"/>
                  </a:lnTo>
                  <a:lnTo>
                    <a:pt x="55" y="109"/>
                  </a:lnTo>
                  <a:lnTo>
                    <a:pt x="57" y="106"/>
                  </a:lnTo>
                  <a:lnTo>
                    <a:pt x="59" y="104"/>
                  </a:lnTo>
                  <a:lnTo>
                    <a:pt x="61" y="103"/>
                  </a:lnTo>
                  <a:lnTo>
                    <a:pt x="64" y="102"/>
                  </a:lnTo>
                  <a:lnTo>
                    <a:pt x="66" y="102"/>
                  </a:lnTo>
                  <a:lnTo>
                    <a:pt x="70" y="102"/>
                  </a:lnTo>
                  <a:lnTo>
                    <a:pt x="73" y="103"/>
                  </a:lnTo>
                  <a:lnTo>
                    <a:pt x="75" y="104"/>
                  </a:lnTo>
                  <a:lnTo>
                    <a:pt x="77" y="106"/>
                  </a:lnTo>
                  <a:lnTo>
                    <a:pt x="79" y="109"/>
                  </a:lnTo>
                  <a:lnTo>
                    <a:pt x="80" y="111"/>
                  </a:lnTo>
                  <a:lnTo>
                    <a:pt x="81" y="114"/>
                  </a:lnTo>
                  <a:lnTo>
                    <a:pt x="83" y="117"/>
                  </a:lnTo>
                  <a:lnTo>
                    <a:pt x="83" y="560"/>
                  </a:lnTo>
                  <a:close/>
                  <a:moveTo>
                    <a:pt x="150" y="0"/>
                  </a:moveTo>
                  <a:lnTo>
                    <a:pt x="15" y="0"/>
                  </a:lnTo>
                  <a:lnTo>
                    <a:pt x="12" y="0"/>
                  </a:lnTo>
                  <a:lnTo>
                    <a:pt x="9" y="1"/>
                  </a:lnTo>
                  <a:lnTo>
                    <a:pt x="6" y="2"/>
                  </a:lnTo>
                  <a:lnTo>
                    <a:pt x="4" y="5"/>
                  </a:lnTo>
                  <a:lnTo>
                    <a:pt x="2" y="7"/>
                  </a:lnTo>
                  <a:lnTo>
                    <a:pt x="1" y="9"/>
                  </a:lnTo>
                  <a:lnTo>
                    <a:pt x="0" y="12"/>
                  </a:lnTo>
                  <a:lnTo>
                    <a:pt x="0" y="15"/>
                  </a:lnTo>
                  <a:lnTo>
                    <a:pt x="0" y="662"/>
                  </a:lnTo>
                  <a:lnTo>
                    <a:pt x="0" y="665"/>
                  </a:lnTo>
                  <a:lnTo>
                    <a:pt x="1" y="668"/>
                  </a:lnTo>
                  <a:lnTo>
                    <a:pt x="2" y="671"/>
                  </a:lnTo>
                  <a:lnTo>
                    <a:pt x="4" y="673"/>
                  </a:lnTo>
                  <a:lnTo>
                    <a:pt x="6" y="675"/>
                  </a:lnTo>
                  <a:lnTo>
                    <a:pt x="9" y="676"/>
                  </a:lnTo>
                  <a:lnTo>
                    <a:pt x="12" y="677"/>
                  </a:lnTo>
                  <a:lnTo>
                    <a:pt x="15" y="677"/>
                  </a:lnTo>
                  <a:lnTo>
                    <a:pt x="150" y="677"/>
                  </a:lnTo>
                  <a:lnTo>
                    <a:pt x="153" y="677"/>
                  </a:lnTo>
                  <a:lnTo>
                    <a:pt x="157" y="676"/>
                  </a:lnTo>
                  <a:lnTo>
                    <a:pt x="159" y="675"/>
                  </a:lnTo>
                  <a:lnTo>
                    <a:pt x="161" y="673"/>
                  </a:lnTo>
                  <a:lnTo>
                    <a:pt x="163" y="671"/>
                  </a:lnTo>
                  <a:lnTo>
                    <a:pt x="164" y="668"/>
                  </a:lnTo>
                  <a:lnTo>
                    <a:pt x="165" y="665"/>
                  </a:lnTo>
                  <a:lnTo>
                    <a:pt x="165" y="662"/>
                  </a:lnTo>
                  <a:lnTo>
                    <a:pt x="165" y="15"/>
                  </a:lnTo>
                  <a:lnTo>
                    <a:pt x="165" y="12"/>
                  </a:lnTo>
                  <a:lnTo>
                    <a:pt x="164" y="9"/>
                  </a:lnTo>
                  <a:lnTo>
                    <a:pt x="163" y="7"/>
                  </a:lnTo>
                  <a:lnTo>
                    <a:pt x="161" y="5"/>
                  </a:lnTo>
                  <a:lnTo>
                    <a:pt x="159" y="2"/>
                  </a:lnTo>
                  <a:lnTo>
                    <a:pt x="157" y="1"/>
                  </a:lnTo>
                  <a:lnTo>
                    <a:pt x="153" y="0"/>
                  </a:lnTo>
                  <a:lnTo>
                    <a:pt x="150" y="0"/>
                  </a:lnTo>
                  <a:lnTo>
                    <a:pt x="1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47" name="Group 46">
            <a:extLst>
              <a:ext uri="{FF2B5EF4-FFF2-40B4-BE49-F238E27FC236}">
                <a16:creationId xmlns:a16="http://schemas.microsoft.com/office/drawing/2014/main" id="{F9722EE9-F057-46F0-A258-352EC308790E}"/>
              </a:ext>
            </a:extLst>
          </p:cNvPr>
          <p:cNvGrpSpPr/>
          <p:nvPr/>
        </p:nvGrpSpPr>
        <p:grpSpPr>
          <a:xfrm>
            <a:off x="909002" y="3292178"/>
            <a:ext cx="284163" cy="261938"/>
            <a:chOff x="4313201" y="1920875"/>
            <a:chExt cx="284163" cy="261938"/>
          </a:xfrm>
          <a:solidFill>
            <a:schemeClr val="bg1"/>
          </a:solidFill>
        </p:grpSpPr>
        <p:sp>
          <p:nvSpPr>
            <p:cNvPr id="48" name="Freeform 3131">
              <a:extLst>
                <a:ext uri="{FF2B5EF4-FFF2-40B4-BE49-F238E27FC236}">
                  <a16:creationId xmlns:a16="http://schemas.microsoft.com/office/drawing/2014/main" id="{E8627581-3833-4F16-AA00-DB759F3E7F0F}"/>
                </a:ext>
              </a:extLst>
            </p:cNvPr>
            <p:cNvSpPr>
              <a:spLocks/>
            </p:cNvSpPr>
            <p:nvPr/>
          </p:nvSpPr>
          <p:spPr bwMode="auto">
            <a:xfrm>
              <a:off x="4313201" y="1920875"/>
              <a:ext cx="236538" cy="200025"/>
            </a:xfrm>
            <a:custGeom>
              <a:avLst/>
              <a:gdLst>
                <a:gd name="T0" fmla="*/ 599 w 599"/>
                <a:gd name="T1" fmla="*/ 12 h 503"/>
                <a:gd name="T2" fmla="*/ 599 w 599"/>
                <a:gd name="T3" fmla="*/ 7 h 503"/>
                <a:gd name="T4" fmla="*/ 595 w 599"/>
                <a:gd name="T5" fmla="*/ 3 h 503"/>
                <a:gd name="T6" fmla="*/ 592 w 599"/>
                <a:gd name="T7" fmla="*/ 1 h 503"/>
                <a:gd name="T8" fmla="*/ 587 w 599"/>
                <a:gd name="T9" fmla="*/ 0 h 503"/>
                <a:gd name="T10" fmla="*/ 12 w 599"/>
                <a:gd name="T11" fmla="*/ 0 h 503"/>
                <a:gd name="T12" fmla="*/ 8 w 599"/>
                <a:gd name="T13" fmla="*/ 1 h 503"/>
                <a:gd name="T14" fmla="*/ 4 w 599"/>
                <a:gd name="T15" fmla="*/ 3 h 503"/>
                <a:gd name="T16" fmla="*/ 2 w 599"/>
                <a:gd name="T17" fmla="*/ 7 h 503"/>
                <a:gd name="T18" fmla="*/ 0 w 599"/>
                <a:gd name="T19" fmla="*/ 12 h 503"/>
                <a:gd name="T20" fmla="*/ 0 w 599"/>
                <a:gd name="T21" fmla="*/ 371 h 503"/>
                <a:gd name="T22" fmla="*/ 2 w 599"/>
                <a:gd name="T23" fmla="*/ 376 h 503"/>
                <a:gd name="T24" fmla="*/ 4 w 599"/>
                <a:gd name="T25" fmla="*/ 379 h 503"/>
                <a:gd name="T26" fmla="*/ 8 w 599"/>
                <a:gd name="T27" fmla="*/ 382 h 503"/>
                <a:gd name="T28" fmla="*/ 12 w 599"/>
                <a:gd name="T29" fmla="*/ 383 h 503"/>
                <a:gd name="T30" fmla="*/ 96 w 599"/>
                <a:gd name="T31" fmla="*/ 383 h 503"/>
                <a:gd name="T32" fmla="*/ 96 w 599"/>
                <a:gd name="T33" fmla="*/ 490 h 503"/>
                <a:gd name="T34" fmla="*/ 97 w 599"/>
                <a:gd name="T35" fmla="*/ 493 h 503"/>
                <a:gd name="T36" fmla="*/ 98 w 599"/>
                <a:gd name="T37" fmla="*/ 497 h 503"/>
                <a:gd name="T38" fmla="*/ 100 w 599"/>
                <a:gd name="T39" fmla="*/ 499 h 503"/>
                <a:gd name="T40" fmla="*/ 104 w 599"/>
                <a:gd name="T41" fmla="*/ 502 h 503"/>
                <a:gd name="T42" fmla="*/ 106 w 599"/>
                <a:gd name="T43" fmla="*/ 502 h 503"/>
                <a:gd name="T44" fmla="*/ 109 w 599"/>
                <a:gd name="T45" fmla="*/ 503 h 503"/>
                <a:gd name="T46" fmla="*/ 112 w 599"/>
                <a:gd name="T47" fmla="*/ 502 h 503"/>
                <a:gd name="T48" fmla="*/ 117 w 599"/>
                <a:gd name="T49" fmla="*/ 499 h 503"/>
                <a:gd name="T50" fmla="*/ 232 w 599"/>
                <a:gd name="T51" fmla="*/ 383 h 503"/>
                <a:gd name="T52" fmla="*/ 288 w 599"/>
                <a:gd name="T53" fmla="*/ 383 h 503"/>
                <a:gd name="T54" fmla="*/ 288 w 599"/>
                <a:gd name="T55" fmla="*/ 251 h 503"/>
                <a:gd name="T56" fmla="*/ 288 w 599"/>
                <a:gd name="T57" fmla="*/ 246 h 503"/>
                <a:gd name="T58" fmla="*/ 291 w 599"/>
                <a:gd name="T59" fmla="*/ 242 h 503"/>
                <a:gd name="T60" fmla="*/ 295 w 599"/>
                <a:gd name="T61" fmla="*/ 240 h 503"/>
                <a:gd name="T62" fmla="*/ 300 w 599"/>
                <a:gd name="T63" fmla="*/ 239 h 503"/>
                <a:gd name="T64" fmla="*/ 599 w 599"/>
                <a:gd name="T65" fmla="*/ 239 h 503"/>
                <a:gd name="T66" fmla="*/ 599 w 599"/>
                <a:gd name="T67" fmla="*/ 1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9" h="503">
                  <a:moveTo>
                    <a:pt x="599" y="12"/>
                  </a:moveTo>
                  <a:lnTo>
                    <a:pt x="599" y="7"/>
                  </a:lnTo>
                  <a:lnTo>
                    <a:pt x="595" y="3"/>
                  </a:lnTo>
                  <a:lnTo>
                    <a:pt x="592" y="1"/>
                  </a:lnTo>
                  <a:lnTo>
                    <a:pt x="587" y="0"/>
                  </a:lnTo>
                  <a:lnTo>
                    <a:pt x="12" y="0"/>
                  </a:lnTo>
                  <a:lnTo>
                    <a:pt x="8" y="1"/>
                  </a:lnTo>
                  <a:lnTo>
                    <a:pt x="4" y="3"/>
                  </a:lnTo>
                  <a:lnTo>
                    <a:pt x="2" y="7"/>
                  </a:lnTo>
                  <a:lnTo>
                    <a:pt x="0" y="12"/>
                  </a:lnTo>
                  <a:lnTo>
                    <a:pt x="0" y="371"/>
                  </a:lnTo>
                  <a:lnTo>
                    <a:pt x="2" y="376"/>
                  </a:lnTo>
                  <a:lnTo>
                    <a:pt x="4" y="379"/>
                  </a:lnTo>
                  <a:lnTo>
                    <a:pt x="8" y="382"/>
                  </a:lnTo>
                  <a:lnTo>
                    <a:pt x="12" y="383"/>
                  </a:lnTo>
                  <a:lnTo>
                    <a:pt x="96" y="383"/>
                  </a:lnTo>
                  <a:lnTo>
                    <a:pt x="96" y="490"/>
                  </a:lnTo>
                  <a:lnTo>
                    <a:pt x="97" y="493"/>
                  </a:lnTo>
                  <a:lnTo>
                    <a:pt x="98" y="497"/>
                  </a:lnTo>
                  <a:lnTo>
                    <a:pt x="100" y="499"/>
                  </a:lnTo>
                  <a:lnTo>
                    <a:pt x="104" y="502"/>
                  </a:lnTo>
                  <a:lnTo>
                    <a:pt x="106" y="502"/>
                  </a:lnTo>
                  <a:lnTo>
                    <a:pt x="109" y="503"/>
                  </a:lnTo>
                  <a:lnTo>
                    <a:pt x="112" y="502"/>
                  </a:lnTo>
                  <a:lnTo>
                    <a:pt x="117" y="499"/>
                  </a:lnTo>
                  <a:lnTo>
                    <a:pt x="232" y="383"/>
                  </a:lnTo>
                  <a:lnTo>
                    <a:pt x="288" y="383"/>
                  </a:lnTo>
                  <a:lnTo>
                    <a:pt x="288" y="251"/>
                  </a:lnTo>
                  <a:lnTo>
                    <a:pt x="288" y="246"/>
                  </a:lnTo>
                  <a:lnTo>
                    <a:pt x="291" y="242"/>
                  </a:lnTo>
                  <a:lnTo>
                    <a:pt x="295" y="240"/>
                  </a:lnTo>
                  <a:lnTo>
                    <a:pt x="300" y="239"/>
                  </a:lnTo>
                  <a:lnTo>
                    <a:pt x="599" y="239"/>
                  </a:lnTo>
                  <a:lnTo>
                    <a:pt x="599"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2" name="Freeform 3132">
              <a:extLst>
                <a:ext uri="{FF2B5EF4-FFF2-40B4-BE49-F238E27FC236}">
                  <a16:creationId xmlns:a16="http://schemas.microsoft.com/office/drawing/2014/main" id="{3E3F13CA-4811-45B8-98CB-77C64037B2AB}"/>
                </a:ext>
              </a:extLst>
            </p:cNvPr>
            <p:cNvSpPr>
              <a:spLocks/>
            </p:cNvSpPr>
            <p:nvPr/>
          </p:nvSpPr>
          <p:spPr bwMode="auto">
            <a:xfrm>
              <a:off x="4437026" y="2025650"/>
              <a:ext cx="160338" cy="157163"/>
            </a:xfrm>
            <a:custGeom>
              <a:avLst/>
              <a:gdLst>
                <a:gd name="T0" fmla="*/ 395 w 407"/>
                <a:gd name="T1" fmla="*/ 0 h 394"/>
                <a:gd name="T2" fmla="*/ 12 w 407"/>
                <a:gd name="T3" fmla="*/ 0 h 394"/>
                <a:gd name="T4" fmla="*/ 0 w 407"/>
                <a:gd name="T5" fmla="*/ 0 h 394"/>
                <a:gd name="T6" fmla="*/ 0 w 407"/>
                <a:gd name="T7" fmla="*/ 11 h 394"/>
                <a:gd name="T8" fmla="*/ 0 w 407"/>
                <a:gd name="T9" fmla="*/ 252 h 394"/>
                <a:gd name="T10" fmla="*/ 0 w 407"/>
                <a:gd name="T11" fmla="*/ 255 h 394"/>
                <a:gd name="T12" fmla="*/ 4 w 407"/>
                <a:gd name="T13" fmla="*/ 260 h 394"/>
                <a:gd name="T14" fmla="*/ 7 w 407"/>
                <a:gd name="T15" fmla="*/ 262 h 394"/>
                <a:gd name="T16" fmla="*/ 12 w 407"/>
                <a:gd name="T17" fmla="*/ 264 h 394"/>
                <a:gd name="T18" fmla="*/ 193 w 407"/>
                <a:gd name="T19" fmla="*/ 264 h 394"/>
                <a:gd name="T20" fmla="*/ 198 w 407"/>
                <a:gd name="T21" fmla="*/ 264 h 394"/>
                <a:gd name="T22" fmla="*/ 314 w 407"/>
                <a:gd name="T23" fmla="*/ 391 h 394"/>
                <a:gd name="T24" fmla="*/ 319 w 407"/>
                <a:gd name="T25" fmla="*/ 394 h 394"/>
                <a:gd name="T26" fmla="*/ 324 w 407"/>
                <a:gd name="T27" fmla="*/ 394 h 394"/>
                <a:gd name="T28" fmla="*/ 325 w 407"/>
                <a:gd name="T29" fmla="*/ 394 h 394"/>
                <a:gd name="T30" fmla="*/ 327 w 407"/>
                <a:gd name="T31" fmla="*/ 394 h 394"/>
                <a:gd name="T32" fmla="*/ 331 w 407"/>
                <a:gd name="T33" fmla="*/ 392 h 394"/>
                <a:gd name="T34" fmla="*/ 333 w 407"/>
                <a:gd name="T35" fmla="*/ 390 h 394"/>
                <a:gd name="T36" fmla="*/ 334 w 407"/>
                <a:gd name="T37" fmla="*/ 386 h 394"/>
                <a:gd name="T38" fmla="*/ 336 w 407"/>
                <a:gd name="T39" fmla="*/ 383 h 394"/>
                <a:gd name="T40" fmla="*/ 336 w 407"/>
                <a:gd name="T41" fmla="*/ 276 h 394"/>
                <a:gd name="T42" fmla="*/ 336 w 407"/>
                <a:gd name="T43" fmla="*/ 264 h 394"/>
                <a:gd name="T44" fmla="*/ 347 w 407"/>
                <a:gd name="T45" fmla="*/ 264 h 394"/>
                <a:gd name="T46" fmla="*/ 395 w 407"/>
                <a:gd name="T47" fmla="*/ 264 h 394"/>
                <a:gd name="T48" fmla="*/ 400 w 407"/>
                <a:gd name="T49" fmla="*/ 262 h 394"/>
                <a:gd name="T50" fmla="*/ 403 w 407"/>
                <a:gd name="T51" fmla="*/ 260 h 394"/>
                <a:gd name="T52" fmla="*/ 406 w 407"/>
                <a:gd name="T53" fmla="*/ 257 h 394"/>
                <a:gd name="T54" fmla="*/ 407 w 407"/>
                <a:gd name="T55" fmla="*/ 252 h 394"/>
                <a:gd name="T56" fmla="*/ 407 w 407"/>
                <a:gd name="T57" fmla="*/ 11 h 394"/>
                <a:gd name="T58" fmla="*/ 406 w 407"/>
                <a:gd name="T59" fmla="*/ 7 h 394"/>
                <a:gd name="T60" fmla="*/ 403 w 407"/>
                <a:gd name="T61" fmla="*/ 3 h 394"/>
                <a:gd name="T62" fmla="*/ 400 w 407"/>
                <a:gd name="T63" fmla="*/ 1 h 394"/>
                <a:gd name="T64" fmla="*/ 395 w 407"/>
                <a:gd name="T65"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394">
                  <a:moveTo>
                    <a:pt x="395" y="0"/>
                  </a:moveTo>
                  <a:lnTo>
                    <a:pt x="12" y="0"/>
                  </a:lnTo>
                  <a:lnTo>
                    <a:pt x="0" y="0"/>
                  </a:lnTo>
                  <a:lnTo>
                    <a:pt x="0" y="11"/>
                  </a:lnTo>
                  <a:lnTo>
                    <a:pt x="0" y="252"/>
                  </a:lnTo>
                  <a:lnTo>
                    <a:pt x="0" y="255"/>
                  </a:lnTo>
                  <a:lnTo>
                    <a:pt x="4" y="260"/>
                  </a:lnTo>
                  <a:lnTo>
                    <a:pt x="7" y="262"/>
                  </a:lnTo>
                  <a:lnTo>
                    <a:pt x="12" y="264"/>
                  </a:lnTo>
                  <a:lnTo>
                    <a:pt x="193" y="264"/>
                  </a:lnTo>
                  <a:lnTo>
                    <a:pt x="198" y="264"/>
                  </a:lnTo>
                  <a:lnTo>
                    <a:pt x="314" y="391"/>
                  </a:lnTo>
                  <a:lnTo>
                    <a:pt x="319" y="394"/>
                  </a:lnTo>
                  <a:lnTo>
                    <a:pt x="324" y="394"/>
                  </a:lnTo>
                  <a:lnTo>
                    <a:pt x="325" y="394"/>
                  </a:lnTo>
                  <a:lnTo>
                    <a:pt x="327" y="394"/>
                  </a:lnTo>
                  <a:lnTo>
                    <a:pt x="331" y="392"/>
                  </a:lnTo>
                  <a:lnTo>
                    <a:pt x="333" y="390"/>
                  </a:lnTo>
                  <a:lnTo>
                    <a:pt x="334" y="386"/>
                  </a:lnTo>
                  <a:lnTo>
                    <a:pt x="336" y="383"/>
                  </a:lnTo>
                  <a:lnTo>
                    <a:pt x="336" y="276"/>
                  </a:lnTo>
                  <a:lnTo>
                    <a:pt x="336" y="264"/>
                  </a:lnTo>
                  <a:lnTo>
                    <a:pt x="347" y="264"/>
                  </a:lnTo>
                  <a:lnTo>
                    <a:pt x="395" y="264"/>
                  </a:lnTo>
                  <a:lnTo>
                    <a:pt x="400" y="262"/>
                  </a:lnTo>
                  <a:lnTo>
                    <a:pt x="403" y="260"/>
                  </a:lnTo>
                  <a:lnTo>
                    <a:pt x="406" y="257"/>
                  </a:lnTo>
                  <a:lnTo>
                    <a:pt x="407" y="252"/>
                  </a:lnTo>
                  <a:lnTo>
                    <a:pt x="407" y="11"/>
                  </a:lnTo>
                  <a:lnTo>
                    <a:pt x="406" y="7"/>
                  </a:lnTo>
                  <a:lnTo>
                    <a:pt x="403" y="3"/>
                  </a:lnTo>
                  <a:lnTo>
                    <a:pt x="400" y="1"/>
                  </a:lnTo>
                  <a:lnTo>
                    <a:pt x="3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63" name="Group 62">
            <a:extLst>
              <a:ext uri="{FF2B5EF4-FFF2-40B4-BE49-F238E27FC236}">
                <a16:creationId xmlns:a16="http://schemas.microsoft.com/office/drawing/2014/main" id="{C65DC1F4-8667-4E10-93AE-5397857FE555}"/>
              </a:ext>
            </a:extLst>
          </p:cNvPr>
          <p:cNvGrpSpPr/>
          <p:nvPr/>
        </p:nvGrpSpPr>
        <p:grpSpPr>
          <a:xfrm>
            <a:off x="908208" y="4297168"/>
            <a:ext cx="285750" cy="287338"/>
            <a:chOff x="9882188" y="3108325"/>
            <a:chExt cx="285750" cy="287338"/>
          </a:xfrm>
          <a:solidFill>
            <a:schemeClr val="bg1"/>
          </a:solidFill>
        </p:grpSpPr>
        <p:sp>
          <p:nvSpPr>
            <p:cNvPr id="64" name="Freeform 2284">
              <a:extLst>
                <a:ext uri="{FF2B5EF4-FFF2-40B4-BE49-F238E27FC236}">
                  <a16:creationId xmlns:a16="http://schemas.microsoft.com/office/drawing/2014/main" id="{EB2B414D-A5A2-4184-9B3A-6AEE15C9598E}"/>
                </a:ext>
              </a:extLst>
            </p:cNvPr>
            <p:cNvSpPr>
              <a:spLocks/>
            </p:cNvSpPr>
            <p:nvPr/>
          </p:nvSpPr>
          <p:spPr bwMode="auto">
            <a:xfrm>
              <a:off x="9882188" y="3175000"/>
              <a:ext cx="219075" cy="220663"/>
            </a:xfrm>
            <a:custGeom>
              <a:avLst/>
              <a:gdLst>
                <a:gd name="T0" fmla="*/ 549 w 691"/>
                <a:gd name="T1" fmla="*/ 251 h 693"/>
                <a:gd name="T2" fmla="*/ 568 w 691"/>
                <a:gd name="T3" fmla="*/ 313 h 693"/>
                <a:gd name="T4" fmla="*/ 566 w 691"/>
                <a:gd name="T5" fmla="*/ 392 h 693"/>
                <a:gd name="T6" fmla="*/ 532 w 691"/>
                <a:gd name="T7" fmla="*/ 473 h 693"/>
                <a:gd name="T8" fmla="*/ 471 w 691"/>
                <a:gd name="T9" fmla="*/ 534 h 693"/>
                <a:gd name="T10" fmla="*/ 391 w 691"/>
                <a:gd name="T11" fmla="*/ 567 h 693"/>
                <a:gd name="T12" fmla="*/ 300 w 691"/>
                <a:gd name="T13" fmla="*/ 567 h 693"/>
                <a:gd name="T14" fmla="*/ 220 w 691"/>
                <a:gd name="T15" fmla="*/ 534 h 693"/>
                <a:gd name="T16" fmla="*/ 159 w 691"/>
                <a:gd name="T17" fmla="*/ 473 h 693"/>
                <a:gd name="T18" fmla="*/ 124 w 691"/>
                <a:gd name="T19" fmla="*/ 392 h 693"/>
                <a:gd name="T20" fmla="*/ 124 w 691"/>
                <a:gd name="T21" fmla="*/ 301 h 693"/>
                <a:gd name="T22" fmla="*/ 159 w 691"/>
                <a:gd name="T23" fmla="*/ 220 h 693"/>
                <a:gd name="T24" fmla="*/ 220 w 691"/>
                <a:gd name="T25" fmla="*/ 159 h 693"/>
                <a:gd name="T26" fmla="*/ 300 w 691"/>
                <a:gd name="T27" fmla="*/ 125 h 693"/>
                <a:gd name="T28" fmla="*/ 378 w 691"/>
                <a:gd name="T29" fmla="*/ 124 h 693"/>
                <a:gd name="T30" fmla="*/ 442 w 691"/>
                <a:gd name="T31" fmla="*/ 142 h 693"/>
                <a:gd name="T32" fmla="*/ 533 w 691"/>
                <a:gd name="T33" fmla="*/ 56 h 693"/>
                <a:gd name="T34" fmla="*/ 431 w 691"/>
                <a:gd name="T35" fmla="*/ 11 h 693"/>
                <a:gd name="T36" fmla="*/ 360 w 691"/>
                <a:gd name="T37" fmla="*/ 0 h 693"/>
                <a:gd name="T38" fmla="*/ 293 w 691"/>
                <a:gd name="T39" fmla="*/ 4 h 693"/>
                <a:gd name="T40" fmla="*/ 227 w 691"/>
                <a:gd name="T41" fmla="*/ 21 h 693"/>
                <a:gd name="T42" fmla="*/ 166 w 691"/>
                <a:gd name="T43" fmla="*/ 50 h 693"/>
                <a:gd name="T44" fmla="*/ 112 w 691"/>
                <a:gd name="T45" fmla="*/ 91 h 693"/>
                <a:gd name="T46" fmla="*/ 68 w 691"/>
                <a:gd name="T47" fmla="*/ 139 h 693"/>
                <a:gd name="T48" fmla="*/ 34 w 691"/>
                <a:gd name="T49" fmla="*/ 197 h 693"/>
                <a:gd name="T50" fmla="*/ 9 w 691"/>
                <a:gd name="T51" fmla="*/ 260 h 693"/>
                <a:gd name="T52" fmla="*/ 0 w 691"/>
                <a:gd name="T53" fmla="*/ 329 h 693"/>
                <a:gd name="T54" fmla="*/ 2 w 691"/>
                <a:gd name="T55" fmla="*/ 396 h 693"/>
                <a:gd name="T56" fmla="*/ 18 w 691"/>
                <a:gd name="T57" fmla="*/ 459 h 693"/>
                <a:gd name="T58" fmla="*/ 44 w 691"/>
                <a:gd name="T59" fmla="*/ 517 h 693"/>
                <a:gd name="T60" fmla="*/ 80 w 691"/>
                <a:gd name="T61" fmla="*/ 568 h 693"/>
                <a:gd name="T62" fmla="*/ 0 w 691"/>
                <a:gd name="T63" fmla="*/ 677 h 693"/>
                <a:gd name="T64" fmla="*/ 14 w 691"/>
                <a:gd name="T65" fmla="*/ 693 h 693"/>
                <a:gd name="T66" fmla="*/ 123 w 691"/>
                <a:gd name="T67" fmla="*/ 611 h 693"/>
                <a:gd name="T68" fmla="*/ 174 w 691"/>
                <a:gd name="T69" fmla="*/ 647 h 693"/>
                <a:gd name="T70" fmla="*/ 233 w 691"/>
                <a:gd name="T71" fmla="*/ 673 h 693"/>
                <a:gd name="T72" fmla="*/ 295 w 691"/>
                <a:gd name="T73" fmla="*/ 689 h 693"/>
                <a:gd name="T74" fmla="*/ 362 w 691"/>
                <a:gd name="T75" fmla="*/ 691 h 693"/>
                <a:gd name="T76" fmla="*/ 427 w 691"/>
                <a:gd name="T77" fmla="*/ 683 h 693"/>
                <a:gd name="T78" fmla="*/ 487 w 691"/>
                <a:gd name="T79" fmla="*/ 662 h 693"/>
                <a:gd name="T80" fmla="*/ 542 w 691"/>
                <a:gd name="T81" fmla="*/ 630 h 693"/>
                <a:gd name="T82" fmla="*/ 665 w 691"/>
                <a:gd name="T83" fmla="*/ 688 h 693"/>
                <a:gd name="T84" fmla="*/ 686 w 691"/>
                <a:gd name="T85" fmla="*/ 688 h 693"/>
                <a:gd name="T86" fmla="*/ 686 w 691"/>
                <a:gd name="T87" fmla="*/ 667 h 693"/>
                <a:gd name="T88" fmla="*/ 630 w 691"/>
                <a:gd name="T89" fmla="*/ 544 h 693"/>
                <a:gd name="T90" fmla="*/ 661 w 691"/>
                <a:gd name="T91" fmla="*/ 489 h 693"/>
                <a:gd name="T92" fmla="*/ 681 w 691"/>
                <a:gd name="T93" fmla="*/ 428 h 693"/>
                <a:gd name="T94" fmla="*/ 691 w 691"/>
                <a:gd name="T95" fmla="*/ 363 h 693"/>
                <a:gd name="T96" fmla="*/ 689 w 691"/>
                <a:gd name="T97" fmla="*/ 303 h 693"/>
                <a:gd name="T98" fmla="*/ 662 w 691"/>
                <a:gd name="T99" fmla="*/ 207 h 693"/>
                <a:gd name="T100" fmla="*/ 619 w 691"/>
                <a:gd name="T101" fmla="*/ 136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1" h="693">
                  <a:moveTo>
                    <a:pt x="619" y="136"/>
                  </a:moveTo>
                  <a:lnTo>
                    <a:pt x="533" y="222"/>
                  </a:lnTo>
                  <a:lnTo>
                    <a:pt x="542" y="236"/>
                  </a:lnTo>
                  <a:lnTo>
                    <a:pt x="549" y="251"/>
                  </a:lnTo>
                  <a:lnTo>
                    <a:pt x="555" y="265"/>
                  </a:lnTo>
                  <a:lnTo>
                    <a:pt x="560" y="280"/>
                  </a:lnTo>
                  <a:lnTo>
                    <a:pt x="565" y="296"/>
                  </a:lnTo>
                  <a:lnTo>
                    <a:pt x="568" y="313"/>
                  </a:lnTo>
                  <a:lnTo>
                    <a:pt x="570" y="329"/>
                  </a:lnTo>
                  <a:lnTo>
                    <a:pt x="571" y="346"/>
                  </a:lnTo>
                  <a:lnTo>
                    <a:pt x="570" y="369"/>
                  </a:lnTo>
                  <a:lnTo>
                    <a:pt x="566" y="392"/>
                  </a:lnTo>
                  <a:lnTo>
                    <a:pt x="560" y="413"/>
                  </a:lnTo>
                  <a:lnTo>
                    <a:pt x="553" y="434"/>
                  </a:lnTo>
                  <a:lnTo>
                    <a:pt x="543" y="453"/>
                  </a:lnTo>
                  <a:lnTo>
                    <a:pt x="532" y="473"/>
                  </a:lnTo>
                  <a:lnTo>
                    <a:pt x="519" y="490"/>
                  </a:lnTo>
                  <a:lnTo>
                    <a:pt x="504" y="506"/>
                  </a:lnTo>
                  <a:lnTo>
                    <a:pt x="488" y="520"/>
                  </a:lnTo>
                  <a:lnTo>
                    <a:pt x="471" y="534"/>
                  </a:lnTo>
                  <a:lnTo>
                    <a:pt x="453" y="545"/>
                  </a:lnTo>
                  <a:lnTo>
                    <a:pt x="433" y="555"/>
                  </a:lnTo>
                  <a:lnTo>
                    <a:pt x="413" y="562"/>
                  </a:lnTo>
                  <a:lnTo>
                    <a:pt x="391" y="567"/>
                  </a:lnTo>
                  <a:lnTo>
                    <a:pt x="369" y="571"/>
                  </a:lnTo>
                  <a:lnTo>
                    <a:pt x="345" y="572"/>
                  </a:lnTo>
                  <a:lnTo>
                    <a:pt x="322" y="571"/>
                  </a:lnTo>
                  <a:lnTo>
                    <a:pt x="300" y="567"/>
                  </a:lnTo>
                  <a:lnTo>
                    <a:pt x="278" y="562"/>
                  </a:lnTo>
                  <a:lnTo>
                    <a:pt x="257" y="555"/>
                  </a:lnTo>
                  <a:lnTo>
                    <a:pt x="238" y="545"/>
                  </a:lnTo>
                  <a:lnTo>
                    <a:pt x="220" y="534"/>
                  </a:lnTo>
                  <a:lnTo>
                    <a:pt x="201" y="520"/>
                  </a:lnTo>
                  <a:lnTo>
                    <a:pt x="185" y="506"/>
                  </a:lnTo>
                  <a:lnTo>
                    <a:pt x="171" y="490"/>
                  </a:lnTo>
                  <a:lnTo>
                    <a:pt x="159" y="473"/>
                  </a:lnTo>
                  <a:lnTo>
                    <a:pt x="146" y="453"/>
                  </a:lnTo>
                  <a:lnTo>
                    <a:pt x="138" y="434"/>
                  </a:lnTo>
                  <a:lnTo>
                    <a:pt x="129" y="413"/>
                  </a:lnTo>
                  <a:lnTo>
                    <a:pt x="124" y="392"/>
                  </a:lnTo>
                  <a:lnTo>
                    <a:pt x="121" y="369"/>
                  </a:lnTo>
                  <a:lnTo>
                    <a:pt x="119" y="346"/>
                  </a:lnTo>
                  <a:lnTo>
                    <a:pt x="121" y="324"/>
                  </a:lnTo>
                  <a:lnTo>
                    <a:pt x="124" y="301"/>
                  </a:lnTo>
                  <a:lnTo>
                    <a:pt x="129" y="280"/>
                  </a:lnTo>
                  <a:lnTo>
                    <a:pt x="138" y="259"/>
                  </a:lnTo>
                  <a:lnTo>
                    <a:pt x="146" y="238"/>
                  </a:lnTo>
                  <a:lnTo>
                    <a:pt x="159" y="220"/>
                  </a:lnTo>
                  <a:lnTo>
                    <a:pt x="171" y="203"/>
                  </a:lnTo>
                  <a:lnTo>
                    <a:pt x="185" y="187"/>
                  </a:lnTo>
                  <a:lnTo>
                    <a:pt x="201" y="172"/>
                  </a:lnTo>
                  <a:lnTo>
                    <a:pt x="220" y="159"/>
                  </a:lnTo>
                  <a:lnTo>
                    <a:pt x="238" y="148"/>
                  </a:lnTo>
                  <a:lnTo>
                    <a:pt x="257" y="138"/>
                  </a:lnTo>
                  <a:lnTo>
                    <a:pt x="278" y="131"/>
                  </a:lnTo>
                  <a:lnTo>
                    <a:pt x="300" y="125"/>
                  </a:lnTo>
                  <a:lnTo>
                    <a:pt x="322" y="122"/>
                  </a:lnTo>
                  <a:lnTo>
                    <a:pt x="345" y="121"/>
                  </a:lnTo>
                  <a:lnTo>
                    <a:pt x="362" y="121"/>
                  </a:lnTo>
                  <a:lnTo>
                    <a:pt x="378" y="124"/>
                  </a:lnTo>
                  <a:lnTo>
                    <a:pt x="395" y="126"/>
                  </a:lnTo>
                  <a:lnTo>
                    <a:pt x="411" y="131"/>
                  </a:lnTo>
                  <a:lnTo>
                    <a:pt x="426" y="136"/>
                  </a:lnTo>
                  <a:lnTo>
                    <a:pt x="442" y="142"/>
                  </a:lnTo>
                  <a:lnTo>
                    <a:pt x="455" y="149"/>
                  </a:lnTo>
                  <a:lnTo>
                    <a:pt x="470" y="158"/>
                  </a:lnTo>
                  <a:lnTo>
                    <a:pt x="555" y="72"/>
                  </a:lnTo>
                  <a:lnTo>
                    <a:pt x="533" y="56"/>
                  </a:lnTo>
                  <a:lnTo>
                    <a:pt x="509" y="42"/>
                  </a:lnTo>
                  <a:lnTo>
                    <a:pt x="485" y="30"/>
                  </a:lnTo>
                  <a:lnTo>
                    <a:pt x="458" y="20"/>
                  </a:lnTo>
                  <a:lnTo>
                    <a:pt x="431" y="11"/>
                  </a:lnTo>
                  <a:lnTo>
                    <a:pt x="403" y="5"/>
                  </a:lnTo>
                  <a:lnTo>
                    <a:pt x="389" y="3"/>
                  </a:lnTo>
                  <a:lnTo>
                    <a:pt x="375" y="1"/>
                  </a:lnTo>
                  <a:lnTo>
                    <a:pt x="360" y="0"/>
                  </a:lnTo>
                  <a:lnTo>
                    <a:pt x="345" y="0"/>
                  </a:lnTo>
                  <a:lnTo>
                    <a:pt x="327" y="1"/>
                  </a:lnTo>
                  <a:lnTo>
                    <a:pt x="310" y="3"/>
                  </a:lnTo>
                  <a:lnTo>
                    <a:pt x="293" y="4"/>
                  </a:lnTo>
                  <a:lnTo>
                    <a:pt x="276" y="8"/>
                  </a:lnTo>
                  <a:lnTo>
                    <a:pt x="259" y="11"/>
                  </a:lnTo>
                  <a:lnTo>
                    <a:pt x="243" y="16"/>
                  </a:lnTo>
                  <a:lnTo>
                    <a:pt x="227" y="21"/>
                  </a:lnTo>
                  <a:lnTo>
                    <a:pt x="211" y="27"/>
                  </a:lnTo>
                  <a:lnTo>
                    <a:pt x="195" y="34"/>
                  </a:lnTo>
                  <a:lnTo>
                    <a:pt x="180" y="42"/>
                  </a:lnTo>
                  <a:lnTo>
                    <a:pt x="166" y="50"/>
                  </a:lnTo>
                  <a:lnTo>
                    <a:pt x="152" y="60"/>
                  </a:lnTo>
                  <a:lnTo>
                    <a:pt x="138" y="69"/>
                  </a:lnTo>
                  <a:lnTo>
                    <a:pt x="126" y="80"/>
                  </a:lnTo>
                  <a:lnTo>
                    <a:pt x="112" y="91"/>
                  </a:lnTo>
                  <a:lnTo>
                    <a:pt x="101" y="102"/>
                  </a:lnTo>
                  <a:lnTo>
                    <a:pt x="89" y="114"/>
                  </a:lnTo>
                  <a:lnTo>
                    <a:pt x="78" y="126"/>
                  </a:lnTo>
                  <a:lnTo>
                    <a:pt x="68" y="139"/>
                  </a:lnTo>
                  <a:lnTo>
                    <a:pt x="58" y="153"/>
                  </a:lnTo>
                  <a:lnTo>
                    <a:pt x="50" y="168"/>
                  </a:lnTo>
                  <a:lnTo>
                    <a:pt x="41" y="182"/>
                  </a:lnTo>
                  <a:lnTo>
                    <a:pt x="34" y="197"/>
                  </a:lnTo>
                  <a:lnTo>
                    <a:pt x="27" y="212"/>
                  </a:lnTo>
                  <a:lnTo>
                    <a:pt x="20" y="227"/>
                  </a:lnTo>
                  <a:lnTo>
                    <a:pt x="14" y="243"/>
                  </a:lnTo>
                  <a:lnTo>
                    <a:pt x="9" y="260"/>
                  </a:lnTo>
                  <a:lnTo>
                    <a:pt x="6" y="276"/>
                  </a:lnTo>
                  <a:lnTo>
                    <a:pt x="3" y="293"/>
                  </a:lnTo>
                  <a:lnTo>
                    <a:pt x="1" y="310"/>
                  </a:lnTo>
                  <a:lnTo>
                    <a:pt x="0" y="329"/>
                  </a:lnTo>
                  <a:lnTo>
                    <a:pt x="0" y="346"/>
                  </a:lnTo>
                  <a:lnTo>
                    <a:pt x="0" y="363"/>
                  </a:lnTo>
                  <a:lnTo>
                    <a:pt x="1" y="380"/>
                  </a:lnTo>
                  <a:lnTo>
                    <a:pt x="2" y="396"/>
                  </a:lnTo>
                  <a:lnTo>
                    <a:pt x="6" y="412"/>
                  </a:lnTo>
                  <a:lnTo>
                    <a:pt x="9" y="428"/>
                  </a:lnTo>
                  <a:lnTo>
                    <a:pt x="13" y="444"/>
                  </a:lnTo>
                  <a:lnTo>
                    <a:pt x="18" y="459"/>
                  </a:lnTo>
                  <a:lnTo>
                    <a:pt x="23" y="474"/>
                  </a:lnTo>
                  <a:lnTo>
                    <a:pt x="30" y="489"/>
                  </a:lnTo>
                  <a:lnTo>
                    <a:pt x="36" y="502"/>
                  </a:lnTo>
                  <a:lnTo>
                    <a:pt x="44" y="517"/>
                  </a:lnTo>
                  <a:lnTo>
                    <a:pt x="52" y="530"/>
                  </a:lnTo>
                  <a:lnTo>
                    <a:pt x="61" y="544"/>
                  </a:lnTo>
                  <a:lnTo>
                    <a:pt x="71" y="556"/>
                  </a:lnTo>
                  <a:lnTo>
                    <a:pt x="80" y="568"/>
                  </a:lnTo>
                  <a:lnTo>
                    <a:pt x="90" y="580"/>
                  </a:lnTo>
                  <a:lnTo>
                    <a:pt x="3" y="667"/>
                  </a:lnTo>
                  <a:lnTo>
                    <a:pt x="0" y="672"/>
                  </a:lnTo>
                  <a:lnTo>
                    <a:pt x="0" y="677"/>
                  </a:lnTo>
                  <a:lnTo>
                    <a:pt x="0" y="683"/>
                  </a:lnTo>
                  <a:lnTo>
                    <a:pt x="3" y="688"/>
                  </a:lnTo>
                  <a:lnTo>
                    <a:pt x="8" y="691"/>
                  </a:lnTo>
                  <a:lnTo>
                    <a:pt x="14" y="693"/>
                  </a:lnTo>
                  <a:lnTo>
                    <a:pt x="20" y="691"/>
                  </a:lnTo>
                  <a:lnTo>
                    <a:pt x="25" y="688"/>
                  </a:lnTo>
                  <a:lnTo>
                    <a:pt x="112" y="601"/>
                  </a:lnTo>
                  <a:lnTo>
                    <a:pt x="123" y="611"/>
                  </a:lnTo>
                  <a:lnTo>
                    <a:pt x="135" y="622"/>
                  </a:lnTo>
                  <a:lnTo>
                    <a:pt x="149" y="630"/>
                  </a:lnTo>
                  <a:lnTo>
                    <a:pt x="161" y="639"/>
                  </a:lnTo>
                  <a:lnTo>
                    <a:pt x="174" y="647"/>
                  </a:lnTo>
                  <a:lnTo>
                    <a:pt x="189" y="655"/>
                  </a:lnTo>
                  <a:lnTo>
                    <a:pt x="202" y="662"/>
                  </a:lnTo>
                  <a:lnTo>
                    <a:pt x="217" y="668"/>
                  </a:lnTo>
                  <a:lnTo>
                    <a:pt x="233" y="673"/>
                  </a:lnTo>
                  <a:lnTo>
                    <a:pt x="248" y="678"/>
                  </a:lnTo>
                  <a:lnTo>
                    <a:pt x="264" y="683"/>
                  </a:lnTo>
                  <a:lnTo>
                    <a:pt x="279" y="687"/>
                  </a:lnTo>
                  <a:lnTo>
                    <a:pt x="295" y="689"/>
                  </a:lnTo>
                  <a:lnTo>
                    <a:pt x="311" y="690"/>
                  </a:lnTo>
                  <a:lnTo>
                    <a:pt x="328" y="691"/>
                  </a:lnTo>
                  <a:lnTo>
                    <a:pt x="345" y="693"/>
                  </a:lnTo>
                  <a:lnTo>
                    <a:pt x="362" y="691"/>
                  </a:lnTo>
                  <a:lnTo>
                    <a:pt x="378" y="690"/>
                  </a:lnTo>
                  <a:lnTo>
                    <a:pt x="394" y="689"/>
                  </a:lnTo>
                  <a:lnTo>
                    <a:pt x="411" y="687"/>
                  </a:lnTo>
                  <a:lnTo>
                    <a:pt x="427" y="683"/>
                  </a:lnTo>
                  <a:lnTo>
                    <a:pt x="442" y="678"/>
                  </a:lnTo>
                  <a:lnTo>
                    <a:pt x="458" y="673"/>
                  </a:lnTo>
                  <a:lnTo>
                    <a:pt x="472" y="668"/>
                  </a:lnTo>
                  <a:lnTo>
                    <a:pt x="487" y="662"/>
                  </a:lnTo>
                  <a:lnTo>
                    <a:pt x="502" y="655"/>
                  </a:lnTo>
                  <a:lnTo>
                    <a:pt x="515" y="647"/>
                  </a:lnTo>
                  <a:lnTo>
                    <a:pt x="529" y="639"/>
                  </a:lnTo>
                  <a:lnTo>
                    <a:pt x="542" y="630"/>
                  </a:lnTo>
                  <a:lnTo>
                    <a:pt x="554" y="622"/>
                  </a:lnTo>
                  <a:lnTo>
                    <a:pt x="566" y="612"/>
                  </a:lnTo>
                  <a:lnTo>
                    <a:pt x="579" y="601"/>
                  </a:lnTo>
                  <a:lnTo>
                    <a:pt x="665" y="688"/>
                  </a:lnTo>
                  <a:lnTo>
                    <a:pt x="670" y="691"/>
                  </a:lnTo>
                  <a:lnTo>
                    <a:pt x="676" y="693"/>
                  </a:lnTo>
                  <a:lnTo>
                    <a:pt x="681" y="691"/>
                  </a:lnTo>
                  <a:lnTo>
                    <a:pt x="686" y="688"/>
                  </a:lnTo>
                  <a:lnTo>
                    <a:pt x="690" y="683"/>
                  </a:lnTo>
                  <a:lnTo>
                    <a:pt x="691" y="677"/>
                  </a:lnTo>
                  <a:lnTo>
                    <a:pt x="690" y="672"/>
                  </a:lnTo>
                  <a:lnTo>
                    <a:pt x="686" y="667"/>
                  </a:lnTo>
                  <a:lnTo>
                    <a:pt x="601" y="580"/>
                  </a:lnTo>
                  <a:lnTo>
                    <a:pt x="610" y="568"/>
                  </a:lnTo>
                  <a:lnTo>
                    <a:pt x="620" y="556"/>
                  </a:lnTo>
                  <a:lnTo>
                    <a:pt x="630" y="544"/>
                  </a:lnTo>
                  <a:lnTo>
                    <a:pt x="639" y="530"/>
                  </a:lnTo>
                  <a:lnTo>
                    <a:pt x="646" y="517"/>
                  </a:lnTo>
                  <a:lnTo>
                    <a:pt x="653" y="502"/>
                  </a:lnTo>
                  <a:lnTo>
                    <a:pt x="661" y="489"/>
                  </a:lnTo>
                  <a:lnTo>
                    <a:pt x="667" y="474"/>
                  </a:lnTo>
                  <a:lnTo>
                    <a:pt x="673" y="459"/>
                  </a:lnTo>
                  <a:lnTo>
                    <a:pt x="678" y="444"/>
                  </a:lnTo>
                  <a:lnTo>
                    <a:pt x="681" y="428"/>
                  </a:lnTo>
                  <a:lnTo>
                    <a:pt x="685" y="412"/>
                  </a:lnTo>
                  <a:lnTo>
                    <a:pt x="687" y="396"/>
                  </a:lnTo>
                  <a:lnTo>
                    <a:pt x="690" y="380"/>
                  </a:lnTo>
                  <a:lnTo>
                    <a:pt x="691" y="363"/>
                  </a:lnTo>
                  <a:lnTo>
                    <a:pt x="691" y="346"/>
                  </a:lnTo>
                  <a:lnTo>
                    <a:pt x="691" y="331"/>
                  </a:lnTo>
                  <a:lnTo>
                    <a:pt x="690" y="317"/>
                  </a:lnTo>
                  <a:lnTo>
                    <a:pt x="689" y="303"/>
                  </a:lnTo>
                  <a:lnTo>
                    <a:pt x="686" y="288"/>
                  </a:lnTo>
                  <a:lnTo>
                    <a:pt x="680" y="260"/>
                  </a:lnTo>
                  <a:lnTo>
                    <a:pt x="672" y="233"/>
                  </a:lnTo>
                  <a:lnTo>
                    <a:pt x="662" y="207"/>
                  </a:lnTo>
                  <a:lnTo>
                    <a:pt x="650" y="182"/>
                  </a:lnTo>
                  <a:lnTo>
                    <a:pt x="635" y="158"/>
                  </a:lnTo>
                  <a:lnTo>
                    <a:pt x="619" y="136"/>
                  </a:lnTo>
                  <a:lnTo>
                    <a:pt x="619" y="1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5" name="Freeform 2285">
              <a:extLst>
                <a:ext uri="{FF2B5EF4-FFF2-40B4-BE49-F238E27FC236}">
                  <a16:creationId xmlns:a16="http://schemas.microsoft.com/office/drawing/2014/main" id="{8A6B4C3B-2E95-40F2-98CA-992B8F8B297C}"/>
                </a:ext>
              </a:extLst>
            </p:cNvPr>
            <p:cNvSpPr>
              <a:spLocks/>
            </p:cNvSpPr>
            <p:nvPr/>
          </p:nvSpPr>
          <p:spPr bwMode="auto">
            <a:xfrm>
              <a:off x="9929813" y="3222625"/>
              <a:ext cx="123825" cy="125413"/>
            </a:xfrm>
            <a:custGeom>
              <a:avLst/>
              <a:gdLst>
                <a:gd name="T0" fmla="*/ 286 w 391"/>
                <a:gd name="T1" fmla="*/ 24 h 392"/>
                <a:gd name="T2" fmla="*/ 263 w 391"/>
                <a:gd name="T3" fmla="*/ 13 h 392"/>
                <a:gd name="T4" fmla="*/ 236 w 391"/>
                <a:gd name="T5" fmla="*/ 5 h 392"/>
                <a:gd name="T6" fmla="*/ 209 w 391"/>
                <a:gd name="T7" fmla="*/ 2 h 392"/>
                <a:gd name="T8" fmla="*/ 175 w 391"/>
                <a:gd name="T9" fmla="*/ 2 h 392"/>
                <a:gd name="T10" fmla="*/ 137 w 391"/>
                <a:gd name="T11" fmla="*/ 10 h 392"/>
                <a:gd name="T12" fmla="*/ 103 w 391"/>
                <a:gd name="T13" fmla="*/ 25 h 392"/>
                <a:gd name="T14" fmla="*/ 71 w 391"/>
                <a:gd name="T15" fmla="*/ 46 h 392"/>
                <a:gd name="T16" fmla="*/ 44 w 391"/>
                <a:gd name="T17" fmla="*/ 72 h 392"/>
                <a:gd name="T18" fmla="*/ 23 w 391"/>
                <a:gd name="T19" fmla="*/ 103 h 392"/>
                <a:gd name="T20" fmla="*/ 9 w 391"/>
                <a:gd name="T21" fmla="*/ 138 h 392"/>
                <a:gd name="T22" fmla="*/ 1 w 391"/>
                <a:gd name="T23" fmla="*/ 176 h 392"/>
                <a:gd name="T24" fmla="*/ 1 w 391"/>
                <a:gd name="T25" fmla="*/ 217 h 392"/>
                <a:gd name="T26" fmla="*/ 9 w 391"/>
                <a:gd name="T27" fmla="*/ 254 h 392"/>
                <a:gd name="T28" fmla="*/ 23 w 391"/>
                <a:gd name="T29" fmla="*/ 290 h 392"/>
                <a:gd name="T30" fmla="*/ 44 w 391"/>
                <a:gd name="T31" fmla="*/ 320 h 392"/>
                <a:gd name="T32" fmla="*/ 71 w 391"/>
                <a:gd name="T33" fmla="*/ 347 h 392"/>
                <a:gd name="T34" fmla="*/ 103 w 391"/>
                <a:gd name="T35" fmla="*/ 368 h 392"/>
                <a:gd name="T36" fmla="*/ 137 w 391"/>
                <a:gd name="T37" fmla="*/ 383 h 392"/>
                <a:gd name="T38" fmla="*/ 175 w 391"/>
                <a:gd name="T39" fmla="*/ 391 h 392"/>
                <a:gd name="T40" fmla="*/ 215 w 391"/>
                <a:gd name="T41" fmla="*/ 391 h 392"/>
                <a:gd name="T42" fmla="*/ 253 w 391"/>
                <a:gd name="T43" fmla="*/ 383 h 392"/>
                <a:gd name="T44" fmla="*/ 288 w 391"/>
                <a:gd name="T45" fmla="*/ 368 h 392"/>
                <a:gd name="T46" fmla="*/ 320 w 391"/>
                <a:gd name="T47" fmla="*/ 347 h 392"/>
                <a:gd name="T48" fmla="*/ 346 w 391"/>
                <a:gd name="T49" fmla="*/ 320 h 392"/>
                <a:gd name="T50" fmla="*/ 368 w 391"/>
                <a:gd name="T51" fmla="*/ 290 h 392"/>
                <a:gd name="T52" fmla="*/ 382 w 391"/>
                <a:gd name="T53" fmla="*/ 254 h 392"/>
                <a:gd name="T54" fmla="*/ 390 w 391"/>
                <a:gd name="T55" fmla="*/ 217 h 392"/>
                <a:gd name="T56" fmla="*/ 390 w 391"/>
                <a:gd name="T57" fmla="*/ 182 h 392"/>
                <a:gd name="T58" fmla="*/ 386 w 391"/>
                <a:gd name="T59" fmla="*/ 156 h 392"/>
                <a:gd name="T60" fmla="*/ 379 w 391"/>
                <a:gd name="T61" fmla="*/ 130 h 392"/>
                <a:gd name="T62" fmla="*/ 368 w 391"/>
                <a:gd name="T63" fmla="*/ 105 h 392"/>
                <a:gd name="T64" fmla="*/ 294 w 391"/>
                <a:gd name="T65" fmla="*/ 160 h 392"/>
                <a:gd name="T66" fmla="*/ 299 w 391"/>
                <a:gd name="T67" fmla="*/ 179 h 392"/>
                <a:gd name="T68" fmla="*/ 300 w 391"/>
                <a:gd name="T69" fmla="*/ 196 h 392"/>
                <a:gd name="T70" fmla="*/ 298 w 391"/>
                <a:gd name="T71" fmla="*/ 218 h 392"/>
                <a:gd name="T72" fmla="*/ 292 w 391"/>
                <a:gd name="T73" fmla="*/ 237 h 392"/>
                <a:gd name="T74" fmla="*/ 282 w 391"/>
                <a:gd name="T75" fmla="*/ 256 h 392"/>
                <a:gd name="T76" fmla="*/ 270 w 391"/>
                <a:gd name="T77" fmla="*/ 270 h 392"/>
                <a:gd name="T78" fmla="*/ 254 w 391"/>
                <a:gd name="T79" fmla="*/ 284 h 392"/>
                <a:gd name="T80" fmla="*/ 236 w 391"/>
                <a:gd name="T81" fmla="*/ 294 h 392"/>
                <a:gd name="T82" fmla="*/ 216 w 391"/>
                <a:gd name="T83" fmla="*/ 300 h 392"/>
                <a:gd name="T84" fmla="*/ 195 w 391"/>
                <a:gd name="T85" fmla="*/ 302 h 392"/>
                <a:gd name="T86" fmla="*/ 173 w 391"/>
                <a:gd name="T87" fmla="*/ 300 h 392"/>
                <a:gd name="T88" fmla="*/ 154 w 391"/>
                <a:gd name="T89" fmla="*/ 294 h 392"/>
                <a:gd name="T90" fmla="*/ 137 w 391"/>
                <a:gd name="T91" fmla="*/ 284 h 392"/>
                <a:gd name="T92" fmla="*/ 121 w 391"/>
                <a:gd name="T93" fmla="*/ 270 h 392"/>
                <a:gd name="T94" fmla="*/ 107 w 391"/>
                <a:gd name="T95" fmla="*/ 256 h 392"/>
                <a:gd name="T96" fmla="*/ 98 w 391"/>
                <a:gd name="T97" fmla="*/ 237 h 392"/>
                <a:gd name="T98" fmla="*/ 92 w 391"/>
                <a:gd name="T99" fmla="*/ 218 h 392"/>
                <a:gd name="T100" fmla="*/ 90 w 391"/>
                <a:gd name="T101" fmla="*/ 196 h 392"/>
                <a:gd name="T102" fmla="*/ 92 w 391"/>
                <a:gd name="T103" fmla="*/ 175 h 392"/>
                <a:gd name="T104" fmla="*/ 98 w 391"/>
                <a:gd name="T105" fmla="*/ 156 h 392"/>
                <a:gd name="T106" fmla="*/ 107 w 391"/>
                <a:gd name="T107" fmla="*/ 137 h 392"/>
                <a:gd name="T108" fmla="*/ 121 w 391"/>
                <a:gd name="T109" fmla="*/ 121 h 392"/>
                <a:gd name="T110" fmla="*/ 137 w 391"/>
                <a:gd name="T111" fmla="*/ 109 h 392"/>
                <a:gd name="T112" fmla="*/ 154 w 391"/>
                <a:gd name="T113" fmla="*/ 99 h 392"/>
                <a:gd name="T114" fmla="*/ 173 w 391"/>
                <a:gd name="T115" fmla="*/ 93 h 392"/>
                <a:gd name="T116" fmla="*/ 195 w 391"/>
                <a:gd name="T117" fmla="*/ 91 h 392"/>
                <a:gd name="T118" fmla="*/ 214 w 391"/>
                <a:gd name="T119" fmla="*/ 93 h 392"/>
                <a:gd name="T120" fmla="*/ 231 w 391"/>
                <a:gd name="T121" fmla="*/ 97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1" h="392">
                  <a:moveTo>
                    <a:pt x="298" y="30"/>
                  </a:moveTo>
                  <a:lnTo>
                    <a:pt x="286" y="24"/>
                  </a:lnTo>
                  <a:lnTo>
                    <a:pt x="275" y="18"/>
                  </a:lnTo>
                  <a:lnTo>
                    <a:pt x="263" y="13"/>
                  </a:lnTo>
                  <a:lnTo>
                    <a:pt x="249" y="9"/>
                  </a:lnTo>
                  <a:lnTo>
                    <a:pt x="236" y="5"/>
                  </a:lnTo>
                  <a:lnTo>
                    <a:pt x="222" y="3"/>
                  </a:lnTo>
                  <a:lnTo>
                    <a:pt x="209" y="2"/>
                  </a:lnTo>
                  <a:lnTo>
                    <a:pt x="195" y="0"/>
                  </a:lnTo>
                  <a:lnTo>
                    <a:pt x="175" y="2"/>
                  </a:lnTo>
                  <a:lnTo>
                    <a:pt x="156" y="5"/>
                  </a:lnTo>
                  <a:lnTo>
                    <a:pt x="137" y="10"/>
                  </a:lnTo>
                  <a:lnTo>
                    <a:pt x="120" y="16"/>
                  </a:lnTo>
                  <a:lnTo>
                    <a:pt x="103" y="25"/>
                  </a:lnTo>
                  <a:lnTo>
                    <a:pt x="85" y="35"/>
                  </a:lnTo>
                  <a:lnTo>
                    <a:pt x="71" y="46"/>
                  </a:lnTo>
                  <a:lnTo>
                    <a:pt x="57" y="58"/>
                  </a:lnTo>
                  <a:lnTo>
                    <a:pt x="44" y="72"/>
                  </a:lnTo>
                  <a:lnTo>
                    <a:pt x="33" y="87"/>
                  </a:lnTo>
                  <a:lnTo>
                    <a:pt x="23" y="103"/>
                  </a:lnTo>
                  <a:lnTo>
                    <a:pt x="15" y="120"/>
                  </a:lnTo>
                  <a:lnTo>
                    <a:pt x="9" y="138"/>
                  </a:lnTo>
                  <a:lnTo>
                    <a:pt x="4" y="157"/>
                  </a:lnTo>
                  <a:lnTo>
                    <a:pt x="1" y="176"/>
                  </a:lnTo>
                  <a:lnTo>
                    <a:pt x="0" y="196"/>
                  </a:lnTo>
                  <a:lnTo>
                    <a:pt x="1" y="217"/>
                  </a:lnTo>
                  <a:lnTo>
                    <a:pt x="4" y="236"/>
                  </a:lnTo>
                  <a:lnTo>
                    <a:pt x="9" y="254"/>
                  </a:lnTo>
                  <a:lnTo>
                    <a:pt x="15" y="273"/>
                  </a:lnTo>
                  <a:lnTo>
                    <a:pt x="23" y="290"/>
                  </a:lnTo>
                  <a:lnTo>
                    <a:pt x="33" y="306"/>
                  </a:lnTo>
                  <a:lnTo>
                    <a:pt x="44" y="320"/>
                  </a:lnTo>
                  <a:lnTo>
                    <a:pt x="57" y="335"/>
                  </a:lnTo>
                  <a:lnTo>
                    <a:pt x="71" y="347"/>
                  </a:lnTo>
                  <a:lnTo>
                    <a:pt x="85" y="358"/>
                  </a:lnTo>
                  <a:lnTo>
                    <a:pt x="103" y="368"/>
                  </a:lnTo>
                  <a:lnTo>
                    <a:pt x="120" y="377"/>
                  </a:lnTo>
                  <a:lnTo>
                    <a:pt x="137" y="383"/>
                  </a:lnTo>
                  <a:lnTo>
                    <a:pt x="156" y="388"/>
                  </a:lnTo>
                  <a:lnTo>
                    <a:pt x="175" y="391"/>
                  </a:lnTo>
                  <a:lnTo>
                    <a:pt x="195" y="392"/>
                  </a:lnTo>
                  <a:lnTo>
                    <a:pt x="215" y="391"/>
                  </a:lnTo>
                  <a:lnTo>
                    <a:pt x="234" y="388"/>
                  </a:lnTo>
                  <a:lnTo>
                    <a:pt x="253" y="383"/>
                  </a:lnTo>
                  <a:lnTo>
                    <a:pt x="271" y="377"/>
                  </a:lnTo>
                  <a:lnTo>
                    <a:pt x="288" y="368"/>
                  </a:lnTo>
                  <a:lnTo>
                    <a:pt x="304" y="358"/>
                  </a:lnTo>
                  <a:lnTo>
                    <a:pt x="320" y="347"/>
                  </a:lnTo>
                  <a:lnTo>
                    <a:pt x="333" y="335"/>
                  </a:lnTo>
                  <a:lnTo>
                    <a:pt x="346" y="320"/>
                  </a:lnTo>
                  <a:lnTo>
                    <a:pt x="358" y="306"/>
                  </a:lnTo>
                  <a:lnTo>
                    <a:pt x="368" y="290"/>
                  </a:lnTo>
                  <a:lnTo>
                    <a:pt x="375" y="273"/>
                  </a:lnTo>
                  <a:lnTo>
                    <a:pt x="382" y="254"/>
                  </a:lnTo>
                  <a:lnTo>
                    <a:pt x="387" y="236"/>
                  </a:lnTo>
                  <a:lnTo>
                    <a:pt x="390" y="217"/>
                  </a:lnTo>
                  <a:lnTo>
                    <a:pt x="391" y="196"/>
                  </a:lnTo>
                  <a:lnTo>
                    <a:pt x="390" y="182"/>
                  </a:lnTo>
                  <a:lnTo>
                    <a:pt x="388" y="169"/>
                  </a:lnTo>
                  <a:lnTo>
                    <a:pt x="386" y="156"/>
                  </a:lnTo>
                  <a:lnTo>
                    <a:pt x="383" y="142"/>
                  </a:lnTo>
                  <a:lnTo>
                    <a:pt x="379" y="130"/>
                  </a:lnTo>
                  <a:lnTo>
                    <a:pt x="374" y="118"/>
                  </a:lnTo>
                  <a:lnTo>
                    <a:pt x="368" y="105"/>
                  </a:lnTo>
                  <a:lnTo>
                    <a:pt x="361" y="94"/>
                  </a:lnTo>
                  <a:lnTo>
                    <a:pt x="294" y="160"/>
                  </a:lnTo>
                  <a:lnTo>
                    <a:pt x="297" y="169"/>
                  </a:lnTo>
                  <a:lnTo>
                    <a:pt x="299" y="179"/>
                  </a:lnTo>
                  <a:lnTo>
                    <a:pt x="300" y="187"/>
                  </a:lnTo>
                  <a:lnTo>
                    <a:pt x="300" y="196"/>
                  </a:lnTo>
                  <a:lnTo>
                    <a:pt x="300" y="207"/>
                  </a:lnTo>
                  <a:lnTo>
                    <a:pt x="298" y="218"/>
                  </a:lnTo>
                  <a:lnTo>
                    <a:pt x="296" y="228"/>
                  </a:lnTo>
                  <a:lnTo>
                    <a:pt x="292" y="237"/>
                  </a:lnTo>
                  <a:lnTo>
                    <a:pt x="288" y="246"/>
                  </a:lnTo>
                  <a:lnTo>
                    <a:pt x="282" y="256"/>
                  </a:lnTo>
                  <a:lnTo>
                    <a:pt x="276" y="263"/>
                  </a:lnTo>
                  <a:lnTo>
                    <a:pt x="270" y="270"/>
                  </a:lnTo>
                  <a:lnTo>
                    <a:pt x="263" y="278"/>
                  </a:lnTo>
                  <a:lnTo>
                    <a:pt x="254" y="284"/>
                  </a:lnTo>
                  <a:lnTo>
                    <a:pt x="245" y="289"/>
                  </a:lnTo>
                  <a:lnTo>
                    <a:pt x="236" y="294"/>
                  </a:lnTo>
                  <a:lnTo>
                    <a:pt x="226" y="297"/>
                  </a:lnTo>
                  <a:lnTo>
                    <a:pt x="216" y="300"/>
                  </a:lnTo>
                  <a:lnTo>
                    <a:pt x="206" y="301"/>
                  </a:lnTo>
                  <a:lnTo>
                    <a:pt x="195" y="302"/>
                  </a:lnTo>
                  <a:lnTo>
                    <a:pt x="184" y="301"/>
                  </a:lnTo>
                  <a:lnTo>
                    <a:pt x="173" y="300"/>
                  </a:lnTo>
                  <a:lnTo>
                    <a:pt x="164" y="297"/>
                  </a:lnTo>
                  <a:lnTo>
                    <a:pt x="154" y="294"/>
                  </a:lnTo>
                  <a:lnTo>
                    <a:pt x="145" y="289"/>
                  </a:lnTo>
                  <a:lnTo>
                    <a:pt x="137" y="284"/>
                  </a:lnTo>
                  <a:lnTo>
                    <a:pt x="128" y="278"/>
                  </a:lnTo>
                  <a:lnTo>
                    <a:pt x="121" y="270"/>
                  </a:lnTo>
                  <a:lnTo>
                    <a:pt x="114" y="263"/>
                  </a:lnTo>
                  <a:lnTo>
                    <a:pt x="107" y="256"/>
                  </a:lnTo>
                  <a:lnTo>
                    <a:pt x="103" y="246"/>
                  </a:lnTo>
                  <a:lnTo>
                    <a:pt x="98" y="237"/>
                  </a:lnTo>
                  <a:lnTo>
                    <a:pt x="94" y="228"/>
                  </a:lnTo>
                  <a:lnTo>
                    <a:pt x="92" y="218"/>
                  </a:lnTo>
                  <a:lnTo>
                    <a:pt x="90" y="207"/>
                  </a:lnTo>
                  <a:lnTo>
                    <a:pt x="90" y="196"/>
                  </a:lnTo>
                  <a:lnTo>
                    <a:pt x="90" y="186"/>
                  </a:lnTo>
                  <a:lnTo>
                    <a:pt x="92" y="175"/>
                  </a:lnTo>
                  <a:lnTo>
                    <a:pt x="94" y="165"/>
                  </a:lnTo>
                  <a:lnTo>
                    <a:pt x="98" y="156"/>
                  </a:lnTo>
                  <a:lnTo>
                    <a:pt x="103" y="146"/>
                  </a:lnTo>
                  <a:lnTo>
                    <a:pt x="107" y="137"/>
                  </a:lnTo>
                  <a:lnTo>
                    <a:pt x="114" y="130"/>
                  </a:lnTo>
                  <a:lnTo>
                    <a:pt x="121" y="121"/>
                  </a:lnTo>
                  <a:lnTo>
                    <a:pt x="128" y="115"/>
                  </a:lnTo>
                  <a:lnTo>
                    <a:pt x="137" y="109"/>
                  </a:lnTo>
                  <a:lnTo>
                    <a:pt x="145" y="104"/>
                  </a:lnTo>
                  <a:lnTo>
                    <a:pt x="154" y="99"/>
                  </a:lnTo>
                  <a:lnTo>
                    <a:pt x="164" y="96"/>
                  </a:lnTo>
                  <a:lnTo>
                    <a:pt x="173" y="93"/>
                  </a:lnTo>
                  <a:lnTo>
                    <a:pt x="184" y="92"/>
                  </a:lnTo>
                  <a:lnTo>
                    <a:pt x="195" y="91"/>
                  </a:lnTo>
                  <a:lnTo>
                    <a:pt x="204" y="92"/>
                  </a:lnTo>
                  <a:lnTo>
                    <a:pt x="214" y="93"/>
                  </a:lnTo>
                  <a:lnTo>
                    <a:pt x="222" y="94"/>
                  </a:lnTo>
                  <a:lnTo>
                    <a:pt x="231" y="97"/>
                  </a:lnTo>
                  <a:lnTo>
                    <a:pt x="298"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6" name="Freeform 2286">
              <a:extLst>
                <a:ext uri="{FF2B5EF4-FFF2-40B4-BE49-F238E27FC236}">
                  <a16:creationId xmlns:a16="http://schemas.microsoft.com/office/drawing/2014/main" id="{B8506B9F-1874-4907-9E2A-58D92E979E60}"/>
                </a:ext>
              </a:extLst>
            </p:cNvPr>
            <p:cNvSpPr>
              <a:spLocks/>
            </p:cNvSpPr>
            <p:nvPr/>
          </p:nvSpPr>
          <p:spPr bwMode="auto">
            <a:xfrm>
              <a:off x="9967913" y="3260725"/>
              <a:ext cx="47625" cy="49213"/>
            </a:xfrm>
            <a:custGeom>
              <a:avLst/>
              <a:gdLst>
                <a:gd name="T0" fmla="*/ 80 w 150"/>
                <a:gd name="T1" fmla="*/ 0 h 151"/>
                <a:gd name="T2" fmla="*/ 68 w 150"/>
                <a:gd name="T3" fmla="*/ 0 h 151"/>
                <a:gd name="T4" fmla="*/ 52 w 150"/>
                <a:gd name="T5" fmla="*/ 4 h 151"/>
                <a:gd name="T6" fmla="*/ 39 w 150"/>
                <a:gd name="T7" fmla="*/ 9 h 151"/>
                <a:gd name="T8" fmla="*/ 28 w 150"/>
                <a:gd name="T9" fmla="*/ 17 h 151"/>
                <a:gd name="T10" fmla="*/ 17 w 150"/>
                <a:gd name="T11" fmla="*/ 27 h 151"/>
                <a:gd name="T12" fmla="*/ 9 w 150"/>
                <a:gd name="T13" fmla="*/ 39 h 151"/>
                <a:gd name="T14" fmla="*/ 3 w 150"/>
                <a:gd name="T15" fmla="*/ 53 h 151"/>
                <a:gd name="T16" fmla="*/ 1 w 150"/>
                <a:gd name="T17" fmla="*/ 68 h 151"/>
                <a:gd name="T18" fmla="*/ 1 w 150"/>
                <a:gd name="T19" fmla="*/ 83 h 151"/>
                <a:gd name="T20" fmla="*/ 3 w 150"/>
                <a:gd name="T21" fmla="*/ 98 h 151"/>
                <a:gd name="T22" fmla="*/ 9 w 150"/>
                <a:gd name="T23" fmla="*/ 111 h 151"/>
                <a:gd name="T24" fmla="*/ 17 w 150"/>
                <a:gd name="T25" fmla="*/ 124 h 151"/>
                <a:gd name="T26" fmla="*/ 28 w 150"/>
                <a:gd name="T27" fmla="*/ 133 h 151"/>
                <a:gd name="T28" fmla="*/ 39 w 150"/>
                <a:gd name="T29" fmla="*/ 142 h 151"/>
                <a:gd name="T30" fmla="*/ 52 w 150"/>
                <a:gd name="T31" fmla="*/ 147 h 151"/>
                <a:gd name="T32" fmla="*/ 68 w 150"/>
                <a:gd name="T33" fmla="*/ 151 h 151"/>
                <a:gd name="T34" fmla="*/ 83 w 150"/>
                <a:gd name="T35" fmla="*/ 151 h 151"/>
                <a:gd name="T36" fmla="*/ 97 w 150"/>
                <a:gd name="T37" fmla="*/ 147 h 151"/>
                <a:gd name="T38" fmla="*/ 111 w 150"/>
                <a:gd name="T39" fmla="*/ 142 h 151"/>
                <a:gd name="T40" fmla="*/ 123 w 150"/>
                <a:gd name="T41" fmla="*/ 133 h 151"/>
                <a:gd name="T42" fmla="*/ 133 w 150"/>
                <a:gd name="T43" fmla="*/ 124 h 151"/>
                <a:gd name="T44" fmla="*/ 141 w 150"/>
                <a:gd name="T45" fmla="*/ 111 h 151"/>
                <a:gd name="T46" fmla="*/ 147 w 150"/>
                <a:gd name="T47" fmla="*/ 98 h 151"/>
                <a:gd name="T48" fmla="*/ 150 w 150"/>
                <a:gd name="T49" fmla="*/ 83 h 151"/>
                <a:gd name="T50" fmla="*/ 150 w 150"/>
                <a:gd name="T51" fmla="*/ 70 h 151"/>
                <a:gd name="T52" fmla="*/ 107 w 150"/>
                <a:gd name="T53" fmla="*/ 108 h 151"/>
                <a:gd name="T54" fmla="*/ 92 w 150"/>
                <a:gd name="T55" fmla="*/ 118 h 151"/>
                <a:gd name="T56" fmla="*/ 75 w 150"/>
                <a:gd name="T57" fmla="*/ 120 h 151"/>
                <a:gd name="T58" fmla="*/ 58 w 150"/>
                <a:gd name="T59" fmla="*/ 118 h 151"/>
                <a:gd name="T60" fmla="*/ 44 w 150"/>
                <a:gd name="T61" fmla="*/ 108 h 151"/>
                <a:gd name="T62" fmla="*/ 34 w 150"/>
                <a:gd name="T63" fmla="*/ 93 h 151"/>
                <a:gd name="T64" fmla="*/ 30 w 150"/>
                <a:gd name="T65" fmla="*/ 75 h 151"/>
                <a:gd name="T66" fmla="*/ 34 w 150"/>
                <a:gd name="T67" fmla="*/ 58 h 151"/>
                <a:gd name="T68" fmla="*/ 44 w 150"/>
                <a:gd name="T69" fmla="*/ 4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151">
                  <a:moveTo>
                    <a:pt x="85" y="2"/>
                  </a:moveTo>
                  <a:lnTo>
                    <a:pt x="80" y="0"/>
                  </a:lnTo>
                  <a:lnTo>
                    <a:pt x="75" y="0"/>
                  </a:lnTo>
                  <a:lnTo>
                    <a:pt x="68" y="0"/>
                  </a:lnTo>
                  <a:lnTo>
                    <a:pt x="60" y="2"/>
                  </a:lnTo>
                  <a:lnTo>
                    <a:pt x="52" y="4"/>
                  </a:lnTo>
                  <a:lnTo>
                    <a:pt x="46" y="6"/>
                  </a:lnTo>
                  <a:lnTo>
                    <a:pt x="39" y="9"/>
                  </a:lnTo>
                  <a:lnTo>
                    <a:pt x="33" y="13"/>
                  </a:lnTo>
                  <a:lnTo>
                    <a:pt x="28" y="17"/>
                  </a:lnTo>
                  <a:lnTo>
                    <a:pt x="22" y="22"/>
                  </a:lnTo>
                  <a:lnTo>
                    <a:pt x="17" y="27"/>
                  </a:lnTo>
                  <a:lnTo>
                    <a:pt x="13" y="33"/>
                  </a:lnTo>
                  <a:lnTo>
                    <a:pt x="9" y="39"/>
                  </a:lnTo>
                  <a:lnTo>
                    <a:pt x="6" y="46"/>
                  </a:lnTo>
                  <a:lnTo>
                    <a:pt x="3" y="53"/>
                  </a:lnTo>
                  <a:lnTo>
                    <a:pt x="1" y="60"/>
                  </a:lnTo>
                  <a:lnTo>
                    <a:pt x="1" y="68"/>
                  </a:lnTo>
                  <a:lnTo>
                    <a:pt x="0" y="75"/>
                  </a:lnTo>
                  <a:lnTo>
                    <a:pt x="1" y="83"/>
                  </a:lnTo>
                  <a:lnTo>
                    <a:pt x="1" y="91"/>
                  </a:lnTo>
                  <a:lnTo>
                    <a:pt x="3" y="98"/>
                  </a:lnTo>
                  <a:lnTo>
                    <a:pt x="6" y="104"/>
                  </a:lnTo>
                  <a:lnTo>
                    <a:pt x="9" y="111"/>
                  </a:lnTo>
                  <a:lnTo>
                    <a:pt x="13" y="118"/>
                  </a:lnTo>
                  <a:lnTo>
                    <a:pt x="17" y="124"/>
                  </a:lnTo>
                  <a:lnTo>
                    <a:pt x="22" y="129"/>
                  </a:lnTo>
                  <a:lnTo>
                    <a:pt x="28" y="133"/>
                  </a:lnTo>
                  <a:lnTo>
                    <a:pt x="33" y="137"/>
                  </a:lnTo>
                  <a:lnTo>
                    <a:pt x="39" y="142"/>
                  </a:lnTo>
                  <a:lnTo>
                    <a:pt x="46" y="144"/>
                  </a:lnTo>
                  <a:lnTo>
                    <a:pt x="52" y="147"/>
                  </a:lnTo>
                  <a:lnTo>
                    <a:pt x="60" y="149"/>
                  </a:lnTo>
                  <a:lnTo>
                    <a:pt x="68" y="151"/>
                  </a:lnTo>
                  <a:lnTo>
                    <a:pt x="75" y="151"/>
                  </a:lnTo>
                  <a:lnTo>
                    <a:pt x="83" y="151"/>
                  </a:lnTo>
                  <a:lnTo>
                    <a:pt x="90" y="149"/>
                  </a:lnTo>
                  <a:lnTo>
                    <a:pt x="97" y="147"/>
                  </a:lnTo>
                  <a:lnTo>
                    <a:pt x="105" y="144"/>
                  </a:lnTo>
                  <a:lnTo>
                    <a:pt x="111" y="142"/>
                  </a:lnTo>
                  <a:lnTo>
                    <a:pt x="117" y="137"/>
                  </a:lnTo>
                  <a:lnTo>
                    <a:pt x="123" y="133"/>
                  </a:lnTo>
                  <a:lnTo>
                    <a:pt x="128" y="129"/>
                  </a:lnTo>
                  <a:lnTo>
                    <a:pt x="133" y="124"/>
                  </a:lnTo>
                  <a:lnTo>
                    <a:pt x="138" y="118"/>
                  </a:lnTo>
                  <a:lnTo>
                    <a:pt x="141" y="111"/>
                  </a:lnTo>
                  <a:lnTo>
                    <a:pt x="145" y="104"/>
                  </a:lnTo>
                  <a:lnTo>
                    <a:pt x="147" y="98"/>
                  </a:lnTo>
                  <a:lnTo>
                    <a:pt x="149" y="91"/>
                  </a:lnTo>
                  <a:lnTo>
                    <a:pt x="150" y="83"/>
                  </a:lnTo>
                  <a:lnTo>
                    <a:pt x="150" y="75"/>
                  </a:lnTo>
                  <a:lnTo>
                    <a:pt x="150" y="70"/>
                  </a:lnTo>
                  <a:lnTo>
                    <a:pt x="150" y="65"/>
                  </a:lnTo>
                  <a:lnTo>
                    <a:pt x="107" y="108"/>
                  </a:lnTo>
                  <a:lnTo>
                    <a:pt x="100" y="113"/>
                  </a:lnTo>
                  <a:lnTo>
                    <a:pt x="92" y="118"/>
                  </a:lnTo>
                  <a:lnTo>
                    <a:pt x="84" y="120"/>
                  </a:lnTo>
                  <a:lnTo>
                    <a:pt x="75" y="120"/>
                  </a:lnTo>
                  <a:lnTo>
                    <a:pt x="67" y="120"/>
                  </a:lnTo>
                  <a:lnTo>
                    <a:pt x="58" y="118"/>
                  </a:lnTo>
                  <a:lnTo>
                    <a:pt x="50" y="113"/>
                  </a:lnTo>
                  <a:lnTo>
                    <a:pt x="44" y="108"/>
                  </a:lnTo>
                  <a:lnTo>
                    <a:pt x="38" y="100"/>
                  </a:lnTo>
                  <a:lnTo>
                    <a:pt x="34" y="93"/>
                  </a:lnTo>
                  <a:lnTo>
                    <a:pt x="31" y="85"/>
                  </a:lnTo>
                  <a:lnTo>
                    <a:pt x="30" y="75"/>
                  </a:lnTo>
                  <a:lnTo>
                    <a:pt x="31" y="66"/>
                  </a:lnTo>
                  <a:lnTo>
                    <a:pt x="34" y="58"/>
                  </a:lnTo>
                  <a:lnTo>
                    <a:pt x="38" y="50"/>
                  </a:lnTo>
                  <a:lnTo>
                    <a:pt x="44" y="43"/>
                  </a:lnTo>
                  <a:lnTo>
                    <a:pt x="8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7" name="Freeform 2287">
              <a:extLst>
                <a:ext uri="{FF2B5EF4-FFF2-40B4-BE49-F238E27FC236}">
                  <a16:creationId xmlns:a16="http://schemas.microsoft.com/office/drawing/2014/main" id="{9D78D95A-A95D-4C13-B99E-4C9B9EB179CF}"/>
                </a:ext>
              </a:extLst>
            </p:cNvPr>
            <p:cNvSpPr>
              <a:spLocks/>
            </p:cNvSpPr>
            <p:nvPr/>
          </p:nvSpPr>
          <p:spPr bwMode="auto">
            <a:xfrm>
              <a:off x="9986963" y="3108325"/>
              <a:ext cx="180975" cy="182563"/>
            </a:xfrm>
            <a:custGeom>
              <a:avLst/>
              <a:gdLst>
                <a:gd name="T0" fmla="*/ 566 w 571"/>
                <a:gd name="T1" fmla="*/ 94 h 572"/>
                <a:gd name="T2" fmla="*/ 560 w 571"/>
                <a:gd name="T3" fmla="*/ 91 h 572"/>
                <a:gd name="T4" fmla="*/ 509 w 571"/>
                <a:gd name="T5" fmla="*/ 91 h 572"/>
                <a:gd name="T6" fmla="*/ 482 w 571"/>
                <a:gd name="T7" fmla="*/ 62 h 572"/>
                <a:gd name="T8" fmla="*/ 481 w 571"/>
                <a:gd name="T9" fmla="*/ 11 h 572"/>
                <a:gd name="T10" fmla="*/ 478 w 571"/>
                <a:gd name="T11" fmla="*/ 5 h 572"/>
                <a:gd name="T12" fmla="*/ 472 w 571"/>
                <a:gd name="T13" fmla="*/ 1 h 572"/>
                <a:gd name="T14" fmla="*/ 465 w 571"/>
                <a:gd name="T15" fmla="*/ 0 h 572"/>
                <a:gd name="T16" fmla="*/ 455 w 571"/>
                <a:gd name="T17" fmla="*/ 3 h 572"/>
                <a:gd name="T18" fmla="*/ 417 w 571"/>
                <a:gd name="T19" fmla="*/ 17 h 572"/>
                <a:gd name="T20" fmla="*/ 392 w 571"/>
                <a:gd name="T21" fmla="*/ 29 h 572"/>
                <a:gd name="T22" fmla="*/ 390 w 571"/>
                <a:gd name="T23" fmla="*/ 171 h 572"/>
                <a:gd name="T24" fmla="*/ 382 w 571"/>
                <a:gd name="T25" fmla="*/ 180 h 572"/>
                <a:gd name="T26" fmla="*/ 371 w 571"/>
                <a:gd name="T27" fmla="*/ 180 h 572"/>
                <a:gd name="T28" fmla="*/ 362 w 571"/>
                <a:gd name="T29" fmla="*/ 171 h 572"/>
                <a:gd name="T30" fmla="*/ 361 w 571"/>
                <a:gd name="T31" fmla="*/ 45 h 572"/>
                <a:gd name="T32" fmla="*/ 324 w 571"/>
                <a:gd name="T33" fmla="*/ 70 h 572"/>
                <a:gd name="T34" fmla="*/ 290 w 571"/>
                <a:gd name="T35" fmla="*/ 97 h 572"/>
                <a:gd name="T36" fmla="*/ 263 w 571"/>
                <a:gd name="T37" fmla="*/ 130 h 572"/>
                <a:gd name="T38" fmla="*/ 254 w 571"/>
                <a:gd name="T39" fmla="*/ 147 h 572"/>
                <a:gd name="T40" fmla="*/ 247 w 571"/>
                <a:gd name="T41" fmla="*/ 165 h 572"/>
                <a:gd name="T42" fmla="*/ 245 w 571"/>
                <a:gd name="T43" fmla="*/ 186 h 572"/>
                <a:gd name="T44" fmla="*/ 246 w 571"/>
                <a:gd name="T45" fmla="*/ 205 h 572"/>
                <a:gd name="T46" fmla="*/ 252 w 571"/>
                <a:gd name="T47" fmla="*/ 226 h 572"/>
                <a:gd name="T48" fmla="*/ 262 w 571"/>
                <a:gd name="T49" fmla="*/ 246 h 572"/>
                <a:gd name="T50" fmla="*/ 280 w 571"/>
                <a:gd name="T51" fmla="*/ 270 h 572"/>
                <a:gd name="T52" fmla="*/ 249 w 571"/>
                <a:gd name="T53" fmla="*/ 302 h 572"/>
                <a:gd name="T54" fmla="*/ 142 w 571"/>
                <a:gd name="T55" fmla="*/ 408 h 572"/>
                <a:gd name="T56" fmla="*/ 57 w 571"/>
                <a:gd name="T57" fmla="*/ 494 h 572"/>
                <a:gd name="T58" fmla="*/ 4 w 571"/>
                <a:gd name="T59" fmla="*/ 546 h 572"/>
                <a:gd name="T60" fmla="*/ 1 w 571"/>
                <a:gd name="T61" fmla="*/ 551 h 572"/>
                <a:gd name="T62" fmla="*/ 0 w 571"/>
                <a:gd name="T63" fmla="*/ 556 h 572"/>
                <a:gd name="T64" fmla="*/ 1 w 571"/>
                <a:gd name="T65" fmla="*/ 562 h 572"/>
                <a:gd name="T66" fmla="*/ 4 w 571"/>
                <a:gd name="T67" fmla="*/ 567 h 572"/>
                <a:gd name="T68" fmla="*/ 4 w 571"/>
                <a:gd name="T69" fmla="*/ 567 h 572"/>
                <a:gd name="T70" fmla="*/ 15 w 571"/>
                <a:gd name="T71" fmla="*/ 572 h 572"/>
                <a:gd name="T72" fmla="*/ 25 w 571"/>
                <a:gd name="T73" fmla="*/ 567 h 572"/>
                <a:gd name="T74" fmla="*/ 26 w 571"/>
                <a:gd name="T75" fmla="*/ 567 h 572"/>
                <a:gd name="T76" fmla="*/ 78 w 571"/>
                <a:gd name="T77" fmla="*/ 514 h 572"/>
                <a:gd name="T78" fmla="*/ 163 w 571"/>
                <a:gd name="T79" fmla="*/ 429 h 572"/>
                <a:gd name="T80" fmla="*/ 271 w 571"/>
                <a:gd name="T81" fmla="*/ 323 h 572"/>
                <a:gd name="T82" fmla="*/ 313 w 571"/>
                <a:gd name="T83" fmla="*/ 302 h 572"/>
                <a:gd name="T84" fmla="*/ 340 w 571"/>
                <a:gd name="T85" fmla="*/ 316 h 572"/>
                <a:gd name="T86" fmla="*/ 368 w 571"/>
                <a:gd name="T87" fmla="*/ 325 h 572"/>
                <a:gd name="T88" fmla="*/ 394 w 571"/>
                <a:gd name="T89" fmla="*/ 326 h 572"/>
                <a:gd name="T90" fmla="*/ 415 w 571"/>
                <a:gd name="T91" fmla="*/ 321 h 572"/>
                <a:gd name="T92" fmla="*/ 434 w 571"/>
                <a:gd name="T93" fmla="*/ 313 h 572"/>
                <a:gd name="T94" fmla="*/ 451 w 571"/>
                <a:gd name="T95" fmla="*/ 301 h 572"/>
                <a:gd name="T96" fmla="*/ 477 w 571"/>
                <a:gd name="T97" fmla="*/ 279 h 572"/>
                <a:gd name="T98" fmla="*/ 506 w 571"/>
                <a:gd name="T99" fmla="*/ 241 h 572"/>
                <a:gd name="T100" fmla="*/ 531 w 571"/>
                <a:gd name="T101" fmla="*/ 202 h 572"/>
                <a:gd name="T102" fmla="*/ 549 w 571"/>
                <a:gd name="T103" fmla="*/ 164 h 572"/>
                <a:gd name="T104" fmla="*/ 566 w 571"/>
                <a:gd name="T105" fmla="*/ 121 h 572"/>
                <a:gd name="T106" fmla="*/ 571 w 571"/>
                <a:gd name="T107" fmla="*/ 106 h 572"/>
                <a:gd name="T108" fmla="*/ 571 w 571"/>
                <a:gd name="T109" fmla="*/ 99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1" h="572">
                  <a:moveTo>
                    <a:pt x="569" y="97"/>
                  </a:moveTo>
                  <a:lnTo>
                    <a:pt x="566" y="94"/>
                  </a:lnTo>
                  <a:lnTo>
                    <a:pt x="564" y="92"/>
                  </a:lnTo>
                  <a:lnTo>
                    <a:pt x="560" y="91"/>
                  </a:lnTo>
                  <a:lnTo>
                    <a:pt x="556" y="91"/>
                  </a:lnTo>
                  <a:lnTo>
                    <a:pt x="509" y="91"/>
                  </a:lnTo>
                  <a:lnTo>
                    <a:pt x="482" y="91"/>
                  </a:lnTo>
                  <a:lnTo>
                    <a:pt x="482" y="62"/>
                  </a:lnTo>
                  <a:lnTo>
                    <a:pt x="482" y="15"/>
                  </a:lnTo>
                  <a:lnTo>
                    <a:pt x="481" y="11"/>
                  </a:lnTo>
                  <a:lnTo>
                    <a:pt x="480" y="8"/>
                  </a:lnTo>
                  <a:lnTo>
                    <a:pt x="478" y="5"/>
                  </a:lnTo>
                  <a:lnTo>
                    <a:pt x="476" y="3"/>
                  </a:lnTo>
                  <a:lnTo>
                    <a:pt x="472" y="1"/>
                  </a:lnTo>
                  <a:lnTo>
                    <a:pt x="469" y="0"/>
                  </a:lnTo>
                  <a:lnTo>
                    <a:pt x="465" y="0"/>
                  </a:lnTo>
                  <a:lnTo>
                    <a:pt x="461" y="0"/>
                  </a:lnTo>
                  <a:lnTo>
                    <a:pt x="455" y="3"/>
                  </a:lnTo>
                  <a:lnTo>
                    <a:pt x="439" y="9"/>
                  </a:lnTo>
                  <a:lnTo>
                    <a:pt x="417" y="17"/>
                  </a:lnTo>
                  <a:lnTo>
                    <a:pt x="392" y="29"/>
                  </a:lnTo>
                  <a:lnTo>
                    <a:pt x="392" y="29"/>
                  </a:lnTo>
                  <a:lnTo>
                    <a:pt x="392" y="165"/>
                  </a:lnTo>
                  <a:lnTo>
                    <a:pt x="390" y="171"/>
                  </a:lnTo>
                  <a:lnTo>
                    <a:pt x="387" y="176"/>
                  </a:lnTo>
                  <a:lnTo>
                    <a:pt x="382" y="180"/>
                  </a:lnTo>
                  <a:lnTo>
                    <a:pt x="376" y="181"/>
                  </a:lnTo>
                  <a:lnTo>
                    <a:pt x="371" y="180"/>
                  </a:lnTo>
                  <a:lnTo>
                    <a:pt x="366" y="176"/>
                  </a:lnTo>
                  <a:lnTo>
                    <a:pt x="362" y="171"/>
                  </a:lnTo>
                  <a:lnTo>
                    <a:pt x="361" y="165"/>
                  </a:lnTo>
                  <a:lnTo>
                    <a:pt x="361" y="45"/>
                  </a:lnTo>
                  <a:lnTo>
                    <a:pt x="343" y="56"/>
                  </a:lnTo>
                  <a:lnTo>
                    <a:pt x="324" y="70"/>
                  </a:lnTo>
                  <a:lnTo>
                    <a:pt x="306" y="83"/>
                  </a:lnTo>
                  <a:lnTo>
                    <a:pt x="290" y="97"/>
                  </a:lnTo>
                  <a:lnTo>
                    <a:pt x="276" y="113"/>
                  </a:lnTo>
                  <a:lnTo>
                    <a:pt x="263" y="130"/>
                  </a:lnTo>
                  <a:lnTo>
                    <a:pt x="258" y="138"/>
                  </a:lnTo>
                  <a:lnTo>
                    <a:pt x="254" y="147"/>
                  </a:lnTo>
                  <a:lnTo>
                    <a:pt x="250" y="156"/>
                  </a:lnTo>
                  <a:lnTo>
                    <a:pt x="247" y="165"/>
                  </a:lnTo>
                  <a:lnTo>
                    <a:pt x="246" y="176"/>
                  </a:lnTo>
                  <a:lnTo>
                    <a:pt x="245" y="186"/>
                  </a:lnTo>
                  <a:lnTo>
                    <a:pt x="245" y="196"/>
                  </a:lnTo>
                  <a:lnTo>
                    <a:pt x="246" y="205"/>
                  </a:lnTo>
                  <a:lnTo>
                    <a:pt x="249" y="216"/>
                  </a:lnTo>
                  <a:lnTo>
                    <a:pt x="252" y="226"/>
                  </a:lnTo>
                  <a:lnTo>
                    <a:pt x="257" y="236"/>
                  </a:lnTo>
                  <a:lnTo>
                    <a:pt x="262" y="246"/>
                  </a:lnTo>
                  <a:lnTo>
                    <a:pt x="271" y="258"/>
                  </a:lnTo>
                  <a:lnTo>
                    <a:pt x="280" y="270"/>
                  </a:lnTo>
                  <a:lnTo>
                    <a:pt x="280" y="270"/>
                  </a:lnTo>
                  <a:lnTo>
                    <a:pt x="249" y="302"/>
                  </a:lnTo>
                  <a:lnTo>
                    <a:pt x="163" y="386"/>
                  </a:lnTo>
                  <a:lnTo>
                    <a:pt x="142" y="408"/>
                  </a:lnTo>
                  <a:lnTo>
                    <a:pt x="78" y="472"/>
                  </a:lnTo>
                  <a:lnTo>
                    <a:pt x="57" y="494"/>
                  </a:lnTo>
                  <a:lnTo>
                    <a:pt x="23" y="528"/>
                  </a:lnTo>
                  <a:lnTo>
                    <a:pt x="4" y="546"/>
                  </a:lnTo>
                  <a:lnTo>
                    <a:pt x="2" y="549"/>
                  </a:lnTo>
                  <a:lnTo>
                    <a:pt x="1" y="551"/>
                  </a:lnTo>
                  <a:lnTo>
                    <a:pt x="1" y="553"/>
                  </a:lnTo>
                  <a:lnTo>
                    <a:pt x="0" y="556"/>
                  </a:lnTo>
                  <a:lnTo>
                    <a:pt x="1" y="560"/>
                  </a:lnTo>
                  <a:lnTo>
                    <a:pt x="1" y="562"/>
                  </a:lnTo>
                  <a:lnTo>
                    <a:pt x="2" y="564"/>
                  </a:lnTo>
                  <a:lnTo>
                    <a:pt x="4" y="567"/>
                  </a:lnTo>
                  <a:lnTo>
                    <a:pt x="4" y="567"/>
                  </a:lnTo>
                  <a:lnTo>
                    <a:pt x="4" y="567"/>
                  </a:lnTo>
                  <a:lnTo>
                    <a:pt x="9" y="571"/>
                  </a:lnTo>
                  <a:lnTo>
                    <a:pt x="15" y="572"/>
                  </a:lnTo>
                  <a:lnTo>
                    <a:pt x="20" y="571"/>
                  </a:lnTo>
                  <a:lnTo>
                    <a:pt x="25" y="567"/>
                  </a:lnTo>
                  <a:lnTo>
                    <a:pt x="25" y="567"/>
                  </a:lnTo>
                  <a:lnTo>
                    <a:pt x="26" y="567"/>
                  </a:lnTo>
                  <a:lnTo>
                    <a:pt x="43" y="549"/>
                  </a:lnTo>
                  <a:lnTo>
                    <a:pt x="78" y="514"/>
                  </a:lnTo>
                  <a:lnTo>
                    <a:pt x="100" y="494"/>
                  </a:lnTo>
                  <a:lnTo>
                    <a:pt x="163" y="429"/>
                  </a:lnTo>
                  <a:lnTo>
                    <a:pt x="185" y="408"/>
                  </a:lnTo>
                  <a:lnTo>
                    <a:pt x="271" y="323"/>
                  </a:lnTo>
                  <a:lnTo>
                    <a:pt x="301" y="291"/>
                  </a:lnTo>
                  <a:lnTo>
                    <a:pt x="313" y="302"/>
                  </a:lnTo>
                  <a:lnTo>
                    <a:pt x="326" y="309"/>
                  </a:lnTo>
                  <a:lnTo>
                    <a:pt x="340" y="316"/>
                  </a:lnTo>
                  <a:lnTo>
                    <a:pt x="354" y="323"/>
                  </a:lnTo>
                  <a:lnTo>
                    <a:pt x="368" y="325"/>
                  </a:lnTo>
                  <a:lnTo>
                    <a:pt x="383" y="326"/>
                  </a:lnTo>
                  <a:lnTo>
                    <a:pt x="394" y="326"/>
                  </a:lnTo>
                  <a:lnTo>
                    <a:pt x="404" y="324"/>
                  </a:lnTo>
                  <a:lnTo>
                    <a:pt x="415" y="321"/>
                  </a:lnTo>
                  <a:lnTo>
                    <a:pt x="425" y="318"/>
                  </a:lnTo>
                  <a:lnTo>
                    <a:pt x="434" y="313"/>
                  </a:lnTo>
                  <a:lnTo>
                    <a:pt x="443" y="308"/>
                  </a:lnTo>
                  <a:lnTo>
                    <a:pt x="451" y="301"/>
                  </a:lnTo>
                  <a:lnTo>
                    <a:pt x="461" y="294"/>
                  </a:lnTo>
                  <a:lnTo>
                    <a:pt x="477" y="279"/>
                  </a:lnTo>
                  <a:lnTo>
                    <a:pt x="493" y="260"/>
                  </a:lnTo>
                  <a:lnTo>
                    <a:pt x="506" y="241"/>
                  </a:lnTo>
                  <a:lnTo>
                    <a:pt x="519" y="221"/>
                  </a:lnTo>
                  <a:lnTo>
                    <a:pt x="531" y="202"/>
                  </a:lnTo>
                  <a:lnTo>
                    <a:pt x="541" y="182"/>
                  </a:lnTo>
                  <a:lnTo>
                    <a:pt x="549" y="164"/>
                  </a:lnTo>
                  <a:lnTo>
                    <a:pt x="556" y="148"/>
                  </a:lnTo>
                  <a:lnTo>
                    <a:pt x="566" y="121"/>
                  </a:lnTo>
                  <a:lnTo>
                    <a:pt x="571" y="110"/>
                  </a:lnTo>
                  <a:lnTo>
                    <a:pt x="571" y="106"/>
                  </a:lnTo>
                  <a:lnTo>
                    <a:pt x="571" y="103"/>
                  </a:lnTo>
                  <a:lnTo>
                    <a:pt x="571" y="99"/>
                  </a:lnTo>
                  <a:lnTo>
                    <a:pt x="569"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68" name="Group 67">
            <a:extLst>
              <a:ext uri="{FF2B5EF4-FFF2-40B4-BE49-F238E27FC236}">
                <a16:creationId xmlns:a16="http://schemas.microsoft.com/office/drawing/2014/main" id="{4190F541-0C14-4C8A-B734-A1C9C6F83B7D}"/>
              </a:ext>
            </a:extLst>
          </p:cNvPr>
          <p:cNvGrpSpPr/>
          <p:nvPr/>
        </p:nvGrpSpPr>
        <p:grpSpPr>
          <a:xfrm>
            <a:off x="907414" y="5279240"/>
            <a:ext cx="287338" cy="285750"/>
            <a:chOff x="2606675" y="790575"/>
            <a:chExt cx="287338" cy="285750"/>
          </a:xfrm>
          <a:solidFill>
            <a:schemeClr val="bg1"/>
          </a:solidFill>
        </p:grpSpPr>
        <p:sp>
          <p:nvSpPr>
            <p:cNvPr id="69" name="Freeform 2708">
              <a:extLst>
                <a:ext uri="{FF2B5EF4-FFF2-40B4-BE49-F238E27FC236}">
                  <a16:creationId xmlns:a16="http://schemas.microsoft.com/office/drawing/2014/main" id="{41D7F4AA-D2C4-4FD0-A880-D70069428DD2}"/>
                </a:ext>
              </a:extLst>
            </p:cNvPr>
            <p:cNvSpPr>
              <a:spLocks/>
            </p:cNvSpPr>
            <p:nvPr/>
          </p:nvSpPr>
          <p:spPr bwMode="auto">
            <a:xfrm>
              <a:off x="2606675" y="790575"/>
              <a:ext cx="209550" cy="247650"/>
            </a:xfrm>
            <a:custGeom>
              <a:avLst/>
              <a:gdLst>
                <a:gd name="T0" fmla="*/ 169 w 529"/>
                <a:gd name="T1" fmla="*/ 98 h 624"/>
                <a:gd name="T2" fmla="*/ 173 w 529"/>
                <a:gd name="T3" fmla="*/ 92 h 624"/>
                <a:gd name="T4" fmla="*/ 180 w 529"/>
                <a:gd name="T5" fmla="*/ 89 h 624"/>
                <a:gd name="T6" fmla="*/ 186 w 529"/>
                <a:gd name="T7" fmla="*/ 91 h 624"/>
                <a:gd name="T8" fmla="*/ 230 w 529"/>
                <a:gd name="T9" fmla="*/ 134 h 624"/>
                <a:gd name="T10" fmla="*/ 242 w 529"/>
                <a:gd name="T11" fmla="*/ 142 h 624"/>
                <a:gd name="T12" fmla="*/ 258 w 529"/>
                <a:gd name="T13" fmla="*/ 150 h 624"/>
                <a:gd name="T14" fmla="*/ 281 w 529"/>
                <a:gd name="T15" fmla="*/ 158 h 624"/>
                <a:gd name="T16" fmla="*/ 308 w 529"/>
                <a:gd name="T17" fmla="*/ 165 h 624"/>
                <a:gd name="T18" fmla="*/ 375 w 529"/>
                <a:gd name="T19" fmla="*/ 176 h 624"/>
                <a:gd name="T20" fmla="*/ 414 w 529"/>
                <a:gd name="T21" fmla="*/ 179 h 624"/>
                <a:gd name="T22" fmla="*/ 457 w 529"/>
                <a:gd name="T23" fmla="*/ 180 h 624"/>
                <a:gd name="T24" fmla="*/ 494 w 529"/>
                <a:gd name="T25" fmla="*/ 179 h 624"/>
                <a:gd name="T26" fmla="*/ 529 w 529"/>
                <a:gd name="T27" fmla="*/ 177 h 624"/>
                <a:gd name="T28" fmla="*/ 529 w 529"/>
                <a:gd name="T29" fmla="*/ 8 h 624"/>
                <a:gd name="T30" fmla="*/ 525 w 529"/>
                <a:gd name="T31" fmla="*/ 2 h 624"/>
                <a:gd name="T32" fmla="*/ 517 w 529"/>
                <a:gd name="T33" fmla="*/ 0 h 624"/>
                <a:gd name="T34" fmla="*/ 510 w 529"/>
                <a:gd name="T35" fmla="*/ 2 h 624"/>
                <a:gd name="T36" fmla="*/ 502 w 529"/>
                <a:gd name="T37" fmla="*/ 10 h 624"/>
                <a:gd name="T38" fmla="*/ 486 w 529"/>
                <a:gd name="T39" fmla="*/ 21 h 624"/>
                <a:gd name="T40" fmla="*/ 465 w 529"/>
                <a:gd name="T41" fmla="*/ 30 h 624"/>
                <a:gd name="T42" fmla="*/ 437 w 529"/>
                <a:gd name="T43" fmla="*/ 38 h 624"/>
                <a:gd name="T44" fmla="*/ 406 w 529"/>
                <a:gd name="T45" fmla="*/ 45 h 624"/>
                <a:gd name="T46" fmla="*/ 371 w 529"/>
                <a:gd name="T47" fmla="*/ 51 h 624"/>
                <a:gd name="T48" fmla="*/ 312 w 529"/>
                <a:gd name="T49" fmla="*/ 56 h 624"/>
                <a:gd name="T50" fmla="*/ 227 w 529"/>
                <a:gd name="T51" fmla="*/ 56 h 624"/>
                <a:gd name="T52" fmla="*/ 167 w 529"/>
                <a:gd name="T53" fmla="*/ 51 h 624"/>
                <a:gd name="T54" fmla="*/ 130 w 529"/>
                <a:gd name="T55" fmla="*/ 45 h 624"/>
                <a:gd name="T56" fmla="*/ 98 w 529"/>
                <a:gd name="T57" fmla="*/ 38 h 624"/>
                <a:gd name="T58" fmla="*/ 69 w 529"/>
                <a:gd name="T59" fmla="*/ 30 h 624"/>
                <a:gd name="T60" fmla="*/ 46 w 529"/>
                <a:gd name="T61" fmla="*/ 20 h 624"/>
                <a:gd name="T62" fmla="*/ 28 w 529"/>
                <a:gd name="T63" fmla="*/ 9 h 624"/>
                <a:gd name="T64" fmla="*/ 19 w 529"/>
                <a:gd name="T65" fmla="*/ 1 h 624"/>
                <a:gd name="T66" fmla="*/ 11 w 529"/>
                <a:gd name="T67" fmla="*/ 0 h 624"/>
                <a:gd name="T68" fmla="*/ 5 w 529"/>
                <a:gd name="T69" fmla="*/ 3 h 624"/>
                <a:gd name="T70" fmla="*/ 1 w 529"/>
                <a:gd name="T71" fmla="*/ 8 h 624"/>
                <a:gd name="T72" fmla="*/ 0 w 529"/>
                <a:gd name="T73" fmla="*/ 264 h 624"/>
                <a:gd name="T74" fmla="*/ 3 w 529"/>
                <a:gd name="T75" fmla="*/ 298 h 624"/>
                <a:gd name="T76" fmla="*/ 12 w 529"/>
                <a:gd name="T77" fmla="*/ 333 h 624"/>
                <a:gd name="T78" fmla="*/ 25 w 529"/>
                <a:gd name="T79" fmla="*/ 364 h 624"/>
                <a:gd name="T80" fmla="*/ 39 w 529"/>
                <a:gd name="T81" fmla="*/ 394 h 624"/>
                <a:gd name="T82" fmla="*/ 72 w 529"/>
                <a:gd name="T83" fmla="*/ 443 h 624"/>
                <a:gd name="T84" fmla="*/ 101 w 529"/>
                <a:gd name="T85" fmla="*/ 477 h 624"/>
                <a:gd name="T86" fmla="*/ 258 w 529"/>
                <a:gd name="T87" fmla="*/ 623 h 624"/>
                <a:gd name="T88" fmla="*/ 242 w 529"/>
                <a:gd name="T89" fmla="*/ 601 h 624"/>
                <a:gd name="T90" fmla="*/ 217 w 529"/>
                <a:gd name="T91" fmla="*/ 565 h 624"/>
                <a:gd name="T92" fmla="*/ 201 w 529"/>
                <a:gd name="T93" fmla="*/ 538 h 624"/>
                <a:gd name="T94" fmla="*/ 189 w 529"/>
                <a:gd name="T95" fmla="*/ 511 h 624"/>
                <a:gd name="T96" fmla="*/ 180 w 529"/>
                <a:gd name="T97" fmla="*/ 482 h 624"/>
                <a:gd name="T98" fmla="*/ 173 w 529"/>
                <a:gd name="T99" fmla="*/ 453 h 624"/>
                <a:gd name="T100" fmla="*/ 169 w 529"/>
                <a:gd name="T101" fmla="*/ 423 h 624"/>
                <a:gd name="T102" fmla="*/ 169 w 529"/>
                <a:gd name="T103" fmla="*/ 101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9" h="624">
                  <a:moveTo>
                    <a:pt x="169" y="101"/>
                  </a:moveTo>
                  <a:lnTo>
                    <a:pt x="169" y="98"/>
                  </a:lnTo>
                  <a:lnTo>
                    <a:pt x="171" y="94"/>
                  </a:lnTo>
                  <a:lnTo>
                    <a:pt x="173" y="92"/>
                  </a:lnTo>
                  <a:lnTo>
                    <a:pt x="176" y="90"/>
                  </a:lnTo>
                  <a:lnTo>
                    <a:pt x="180" y="89"/>
                  </a:lnTo>
                  <a:lnTo>
                    <a:pt x="183" y="89"/>
                  </a:lnTo>
                  <a:lnTo>
                    <a:pt x="186" y="91"/>
                  </a:lnTo>
                  <a:lnTo>
                    <a:pt x="189" y="93"/>
                  </a:lnTo>
                  <a:lnTo>
                    <a:pt x="230" y="134"/>
                  </a:lnTo>
                  <a:lnTo>
                    <a:pt x="235" y="138"/>
                  </a:lnTo>
                  <a:lnTo>
                    <a:pt x="242" y="142"/>
                  </a:lnTo>
                  <a:lnTo>
                    <a:pt x="249" y="146"/>
                  </a:lnTo>
                  <a:lnTo>
                    <a:pt x="258" y="150"/>
                  </a:lnTo>
                  <a:lnTo>
                    <a:pt x="270" y="154"/>
                  </a:lnTo>
                  <a:lnTo>
                    <a:pt x="281" y="158"/>
                  </a:lnTo>
                  <a:lnTo>
                    <a:pt x="294" y="162"/>
                  </a:lnTo>
                  <a:lnTo>
                    <a:pt x="308" y="165"/>
                  </a:lnTo>
                  <a:lnTo>
                    <a:pt x="340" y="171"/>
                  </a:lnTo>
                  <a:lnTo>
                    <a:pt x="375" y="176"/>
                  </a:lnTo>
                  <a:lnTo>
                    <a:pt x="395" y="178"/>
                  </a:lnTo>
                  <a:lnTo>
                    <a:pt x="414" y="179"/>
                  </a:lnTo>
                  <a:lnTo>
                    <a:pt x="435" y="180"/>
                  </a:lnTo>
                  <a:lnTo>
                    <a:pt x="457" y="180"/>
                  </a:lnTo>
                  <a:lnTo>
                    <a:pt x="476" y="180"/>
                  </a:lnTo>
                  <a:lnTo>
                    <a:pt x="494" y="179"/>
                  </a:lnTo>
                  <a:lnTo>
                    <a:pt x="512" y="178"/>
                  </a:lnTo>
                  <a:lnTo>
                    <a:pt x="529" y="177"/>
                  </a:lnTo>
                  <a:lnTo>
                    <a:pt x="529" y="11"/>
                  </a:lnTo>
                  <a:lnTo>
                    <a:pt x="529" y="8"/>
                  </a:lnTo>
                  <a:lnTo>
                    <a:pt x="527" y="5"/>
                  </a:lnTo>
                  <a:lnTo>
                    <a:pt x="525" y="2"/>
                  </a:lnTo>
                  <a:lnTo>
                    <a:pt x="522" y="1"/>
                  </a:lnTo>
                  <a:lnTo>
                    <a:pt x="517" y="0"/>
                  </a:lnTo>
                  <a:lnTo>
                    <a:pt x="514" y="1"/>
                  </a:lnTo>
                  <a:lnTo>
                    <a:pt x="510" y="2"/>
                  </a:lnTo>
                  <a:lnTo>
                    <a:pt x="508" y="4"/>
                  </a:lnTo>
                  <a:lnTo>
                    <a:pt x="502" y="10"/>
                  </a:lnTo>
                  <a:lnTo>
                    <a:pt x="495" y="15"/>
                  </a:lnTo>
                  <a:lnTo>
                    <a:pt x="486" y="21"/>
                  </a:lnTo>
                  <a:lnTo>
                    <a:pt x="476" y="25"/>
                  </a:lnTo>
                  <a:lnTo>
                    <a:pt x="465" y="30"/>
                  </a:lnTo>
                  <a:lnTo>
                    <a:pt x="451" y="34"/>
                  </a:lnTo>
                  <a:lnTo>
                    <a:pt x="437" y="38"/>
                  </a:lnTo>
                  <a:lnTo>
                    <a:pt x="422" y="42"/>
                  </a:lnTo>
                  <a:lnTo>
                    <a:pt x="406" y="45"/>
                  </a:lnTo>
                  <a:lnTo>
                    <a:pt x="389" y="49"/>
                  </a:lnTo>
                  <a:lnTo>
                    <a:pt x="371" y="51"/>
                  </a:lnTo>
                  <a:lnTo>
                    <a:pt x="352" y="54"/>
                  </a:lnTo>
                  <a:lnTo>
                    <a:pt x="312" y="56"/>
                  </a:lnTo>
                  <a:lnTo>
                    <a:pt x="270" y="57"/>
                  </a:lnTo>
                  <a:lnTo>
                    <a:pt x="227" y="56"/>
                  </a:lnTo>
                  <a:lnTo>
                    <a:pt x="186" y="53"/>
                  </a:lnTo>
                  <a:lnTo>
                    <a:pt x="167" y="51"/>
                  </a:lnTo>
                  <a:lnTo>
                    <a:pt x="148" y="49"/>
                  </a:lnTo>
                  <a:lnTo>
                    <a:pt x="130" y="45"/>
                  </a:lnTo>
                  <a:lnTo>
                    <a:pt x="113" y="42"/>
                  </a:lnTo>
                  <a:lnTo>
                    <a:pt x="98" y="38"/>
                  </a:lnTo>
                  <a:lnTo>
                    <a:pt x="83" y="34"/>
                  </a:lnTo>
                  <a:lnTo>
                    <a:pt x="69" y="30"/>
                  </a:lnTo>
                  <a:lnTo>
                    <a:pt x="57" y="25"/>
                  </a:lnTo>
                  <a:lnTo>
                    <a:pt x="46" y="20"/>
                  </a:lnTo>
                  <a:lnTo>
                    <a:pt x="36" y="15"/>
                  </a:lnTo>
                  <a:lnTo>
                    <a:pt x="28" y="9"/>
                  </a:lnTo>
                  <a:lnTo>
                    <a:pt x="22" y="3"/>
                  </a:lnTo>
                  <a:lnTo>
                    <a:pt x="19" y="1"/>
                  </a:lnTo>
                  <a:lnTo>
                    <a:pt x="16" y="0"/>
                  </a:lnTo>
                  <a:lnTo>
                    <a:pt x="11" y="0"/>
                  </a:lnTo>
                  <a:lnTo>
                    <a:pt x="8" y="1"/>
                  </a:lnTo>
                  <a:lnTo>
                    <a:pt x="5" y="3"/>
                  </a:lnTo>
                  <a:lnTo>
                    <a:pt x="2" y="5"/>
                  </a:lnTo>
                  <a:lnTo>
                    <a:pt x="1" y="8"/>
                  </a:lnTo>
                  <a:lnTo>
                    <a:pt x="0" y="11"/>
                  </a:lnTo>
                  <a:lnTo>
                    <a:pt x="0" y="264"/>
                  </a:lnTo>
                  <a:lnTo>
                    <a:pt x="1" y="281"/>
                  </a:lnTo>
                  <a:lnTo>
                    <a:pt x="3" y="298"/>
                  </a:lnTo>
                  <a:lnTo>
                    <a:pt x="7" y="316"/>
                  </a:lnTo>
                  <a:lnTo>
                    <a:pt x="12" y="333"/>
                  </a:lnTo>
                  <a:lnTo>
                    <a:pt x="18" y="349"/>
                  </a:lnTo>
                  <a:lnTo>
                    <a:pt x="25" y="364"/>
                  </a:lnTo>
                  <a:lnTo>
                    <a:pt x="32" y="380"/>
                  </a:lnTo>
                  <a:lnTo>
                    <a:pt x="39" y="394"/>
                  </a:lnTo>
                  <a:lnTo>
                    <a:pt x="55" y="420"/>
                  </a:lnTo>
                  <a:lnTo>
                    <a:pt x="72" y="443"/>
                  </a:lnTo>
                  <a:lnTo>
                    <a:pt x="88" y="462"/>
                  </a:lnTo>
                  <a:lnTo>
                    <a:pt x="101" y="477"/>
                  </a:lnTo>
                  <a:lnTo>
                    <a:pt x="256" y="622"/>
                  </a:lnTo>
                  <a:lnTo>
                    <a:pt x="258" y="623"/>
                  </a:lnTo>
                  <a:lnTo>
                    <a:pt x="260" y="624"/>
                  </a:lnTo>
                  <a:lnTo>
                    <a:pt x="242" y="601"/>
                  </a:lnTo>
                  <a:lnTo>
                    <a:pt x="225" y="577"/>
                  </a:lnTo>
                  <a:lnTo>
                    <a:pt x="217" y="565"/>
                  </a:lnTo>
                  <a:lnTo>
                    <a:pt x="209" y="551"/>
                  </a:lnTo>
                  <a:lnTo>
                    <a:pt x="201" y="538"/>
                  </a:lnTo>
                  <a:lnTo>
                    <a:pt x="195" y="525"/>
                  </a:lnTo>
                  <a:lnTo>
                    <a:pt x="189" y="511"/>
                  </a:lnTo>
                  <a:lnTo>
                    <a:pt x="184" y="497"/>
                  </a:lnTo>
                  <a:lnTo>
                    <a:pt x="180" y="482"/>
                  </a:lnTo>
                  <a:lnTo>
                    <a:pt x="176" y="468"/>
                  </a:lnTo>
                  <a:lnTo>
                    <a:pt x="173" y="453"/>
                  </a:lnTo>
                  <a:lnTo>
                    <a:pt x="171" y="439"/>
                  </a:lnTo>
                  <a:lnTo>
                    <a:pt x="169" y="423"/>
                  </a:lnTo>
                  <a:lnTo>
                    <a:pt x="169" y="407"/>
                  </a:lnTo>
                  <a:lnTo>
                    <a:pt x="169"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0" name="Freeform 2709">
              <a:extLst>
                <a:ext uri="{FF2B5EF4-FFF2-40B4-BE49-F238E27FC236}">
                  <a16:creationId xmlns:a16="http://schemas.microsoft.com/office/drawing/2014/main" id="{4BACAA36-6FDD-4EBE-91F3-964146A095B2}"/>
                </a:ext>
              </a:extLst>
            </p:cNvPr>
            <p:cNvSpPr>
              <a:spLocks noEditPoints="1"/>
            </p:cNvSpPr>
            <p:nvPr/>
          </p:nvSpPr>
          <p:spPr bwMode="auto">
            <a:xfrm>
              <a:off x="2684463" y="841375"/>
              <a:ext cx="209550" cy="234950"/>
            </a:xfrm>
            <a:custGeom>
              <a:avLst/>
              <a:gdLst>
                <a:gd name="T0" fmla="*/ 408 w 529"/>
                <a:gd name="T1" fmla="*/ 242 h 590"/>
                <a:gd name="T2" fmla="*/ 393 w 529"/>
                <a:gd name="T3" fmla="*/ 212 h 590"/>
                <a:gd name="T4" fmla="*/ 358 w 529"/>
                <a:gd name="T5" fmla="*/ 208 h 590"/>
                <a:gd name="T6" fmla="*/ 337 w 529"/>
                <a:gd name="T7" fmla="*/ 234 h 590"/>
                <a:gd name="T8" fmla="*/ 324 w 529"/>
                <a:gd name="T9" fmla="*/ 254 h 590"/>
                <a:gd name="T10" fmla="*/ 312 w 529"/>
                <a:gd name="T11" fmla="*/ 236 h 590"/>
                <a:gd name="T12" fmla="*/ 322 w 529"/>
                <a:gd name="T13" fmla="*/ 208 h 590"/>
                <a:gd name="T14" fmla="*/ 344 w 529"/>
                <a:gd name="T15" fmla="*/ 189 h 590"/>
                <a:gd name="T16" fmla="*/ 372 w 529"/>
                <a:gd name="T17" fmla="*/ 182 h 590"/>
                <a:gd name="T18" fmla="*/ 401 w 529"/>
                <a:gd name="T19" fmla="*/ 189 h 590"/>
                <a:gd name="T20" fmla="*/ 422 w 529"/>
                <a:gd name="T21" fmla="*/ 208 h 590"/>
                <a:gd name="T22" fmla="*/ 432 w 529"/>
                <a:gd name="T23" fmla="*/ 236 h 590"/>
                <a:gd name="T24" fmla="*/ 420 w 529"/>
                <a:gd name="T25" fmla="*/ 254 h 590"/>
                <a:gd name="T26" fmla="*/ 222 w 529"/>
                <a:gd name="T27" fmla="*/ 473 h 590"/>
                <a:gd name="T28" fmla="*/ 181 w 529"/>
                <a:gd name="T29" fmla="*/ 443 h 590"/>
                <a:gd name="T30" fmla="*/ 158 w 529"/>
                <a:gd name="T31" fmla="*/ 395 h 590"/>
                <a:gd name="T32" fmla="*/ 163 w 529"/>
                <a:gd name="T33" fmla="*/ 363 h 590"/>
                <a:gd name="T34" fmla="*/ 180 w 529"/>
                <a:gd name="T35" fmla="*/ 374 h 590"/>
                <a:gd name="T36" fmla="*/ 190 w 529"/>
                <a:gd name="T37" fmla="*/ 414 h 590"/>
                <a:gd name="T38" fmla="*/ 217 w 529"/>
                <a:gd name="T39" fmla="*/ 444 h 590"/>
                <a:gd name="T40" fmla="*/ 255 w 529"/>
                <a:gd name="T41" fmla="*/ 457 h 590"/>
                <a:gd name="T42" fmla="*/ 297 w 529"/>
                <a:gd name="T43" fmla="*/ 451 h 590"/>
                <a:gd name="T44" fmla="*/ 329 w 529"/>
                <a:gd name="T45" fmla="*/ 428 h 590"/>
                <a:gd name="T46" fmla="*/ 347 w 529"/>
                <a:gd name="T47" fmla="*/ 391 h 590"/>
                <a:gd name="T48" fmla="*/ 356 w 529"/>
                <a:gd name="T49" fmla="*/ 363 h 590"/>
                <a:gd name="T50" fmla="*/ 372 w 529"/>
                <a:gd name="T51" fmla="*/ 374 h 590"/>
                <a:gd name="T52" fmla="*/ 359 w 529"/>
                <a:gd name="T53" fmla="*/ 425 h 590"/>
                <a:gd name="T54" fmla="*/ 324 w 529"/>
                <a:gd name="T55" fmla="*/ 463 h 590"/>
                <a:gd name="T56" fmla="*/ 275 w 529"/>
                <a:gd name="T57" fmla="*/ 481 h 590"/>
                <a:gd name="T58" fmla="*/ 113 w 529"/>
                <a:gd name="T59" fmla="*/ 253 h 590"/>
                <a:gd name="T60" fmla="*/ 96 w 529"/>
                <a:gd name="T61" fmla="*/ 242 h 590"/>
                <a:gd name="T62" fmla="*/ 103 w 529"/>
                <a:gd name="T63" fmla="*/ 213 h 590"/>
                <a:gd name="T64" fmla="*/ 122 w 529"/>
                <a:gd name="T65" fmla="*/ 192 h 590"/>
                <a:gd name="T66" fmla="*/ 150 w 529"/>
                <a:gd name="T67" fmla="*/ 182 h 590"/>
                <a:gd name="T68" fmla="*/ 179 w 529"/>
                <a:gd name="T69" fmla="*/ 187 h 590"/>
                <a:gd name="T70" fmla="*/ 203 w 529"/>
                <a:gd name="T71" fmla="*/ 204 h 590"/>
                <a:gd name="T72" fmla="*/ 215 w 529"/>
                <a:gd name="T73" fmla="*/ 229 h 590"/>
                <a:gd name="T74" fmla="*/ 209 w 529"/>
                <a:gd name="T75" fmla="*/ 253 h 590"/>
                <a:gd name="T76" fmla="*/ 192 w 529"/>
                <a:gd name="T77" fmla="*/ 242 h 590"/>
                <a:gd name="T78" fmla="*/ 176 w 529"/>
                <a:gd name="T79" fmla="*/ 212 h 590"/>
                <a:gd name="T80" fmla="*/ 142 w 529"/>
                <a:gd name="T81" fmla="*/ 208 h 590"/>
                <a:gd name="T82" fmla="*/ 120 w 529"/>
                <a:gd name="T83" fmla="*/ 234 h 590"/>
                <a:gd name="T84" fmla="*/ 510 w 529"/>
                <a:gd name="T85" fmla="*/ 18 h 590"/>
                <a:gd name="T86" fmla="*/ 474 w 529"/>
                <a:gd name="T87" fmla="*/ 41 h 590"/>
                <a:gd name="T88" fmla="*/ 364 w 529"/>
                <a:gd name="T89" fmla="*/ 68 h 590"/>
                <a:gd name="T90" fmla="*/ 264 w 529"/>
                <a:gd name="T91" fmla="*/ 73 h 590"/>
                <a:gd name="T92" fmla="*/ 128 w 529"/>
                <a:gd name="T93" fmla="*/ 63 h 590"/>
                <a:gd name="T94" fmla="*/ 56 w 529"/>
                <a:gd name="T95" fmla="*/ 42 h 590"/>
                <a:gd name="T96" fmla="*/ 0 w 529"/>
                <a:gd name="T97" fmla="*/ 0 h 590"/>
                <a:gd name="T98" fmla="*/ 4 w 529"/>
                <a:gd name="T99" fmla="*/ 325 h 590"/>
                <a:gd name="T100" fmla="*/ 32 w 529"/>
                <a:gd name="T101" fmla="*/ 399 h 590"/>
                <a:gd name="T102" fmla="*/ 77 w 529"/>
                <a:gd name="T103" fmla="*/ 464 h 590"/>
                <a:gd name="T104" fmla="*/ 152 w 529"/>
                <a:gd name="T105" fmla="*/ 536 h 590"/>
                <a:gd name="T106" fmla="*/ 242 w 529"/>
                <a:gd name="T107" fmla="*/ 586 h 590"/>
                <a:gd name="T108" fmla="*/ 278 w 529"/>
                <a:gd name="T109" fmla="*/ 588 h 590"/>
                <a:gd name="T110" fmla="*/ 354 w 529"/>
                <a:gd name="T111" fmla="*/ 551 h 590"/>
                <a:gd name="T112" fmla="*/ 441 w 529"/>
                <a:gd name="T113" fmla="*/ 476 h 590"/>
                <a:gd name="T114" fmla="*/ 488 w 529"/>
                <a:gd name="T115" fmla="*/ 412 h 590"/>
                <a:gd name="T116" fmla="*/ 520 w 529"/>
                <a:gd name="T117" fmla="*/ 340 h 590"/>
                <a:gd name="T118" fmla="*/ 529 w 529"/>
                <a:gd name="T119" fmla="*/ 29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9" h="590">
                  <a:moveTo>
                    <a:pt x="420" y="254"/>
                  </a:moveTo>
                  <a:lnTo>
                    <a:pt x="416" y="253"/>
                  </a:lnTo>
                  <a:lnTo>
                    <a:pt x="412" y="251"/>
                  </a:lnTo>
                  <a:lnTo>
                    <a:pt x="409" y="247"/>
                  </a:lnTo>
                  <a:lnTo>
                    <a:pt x="408" y="242"/>
                  </a:lnTo>
                  <a:lnTo>
                    <a:pt x="408" y="234"/>
                  </a:lnTo>
                  <a:lnTo>
                    <a:pt x="406" y="227"/>
                  </a:lnTo>
                  <a:lnTo>
                    <a:pt x="402" y="221"/>
                  </a:lnTo>
                  <a:lnTo>
                    <a:pt x="398" y="216"/>
                  </a:lnTo>
                  <a:lnTo>
                    <a:pt x="393" y="212"/>
                  </a:lnTo>
                  <a:lnTo>
                    <a:pt x="386" y="208"/>
                  </a:lnTo>
                  <a:lnTo>
                    <a:pt x="379" y="206"/>
                  </a:lnTo>
                  <a:lnTo>
                    <a:pt x="372" y="206"/>
                  </a:lnTo>
                  <a:lnTo>
                    <a:pt x="365" y="206"/>
                  </a:lnTo>
                  <a:lnTo>
                    <a:pt x="358" y="208"/>
                  </a:lnTo>
                  <a:lnTo>
                    <a:pt x="352" y="212"/>
                  </a:lnTo>
                  <a:lnTo>
                    <a:pt x="347" y="216"/>
                  </a:lnTo>
                  <a:lnTo>
                    <a:pt x="343" y="221"/>
                  </a:lnTo>
                  <a:lnTo>
                    <a:pt x="339" y="227"/>
                  </a:lnTo>
                  <a:lnTo>
                    <a:pt x="337" y="234"/>
                  </a:lnTo>
                  <a:lnTo>
                    <a:pt x="336" y="242"/>
                  </a:lnTo>
                  <a:lnTo>
                    <a:pt x="336" y="247"/>
                  </a:lnTo>
                  <a:lnTo>
                    <a:pt x="333" y="251"/>
                  </a:lnTo>
                  <a:lnTo>
                    <a:pt x="329" y="253"/>
                  </a:lnTo>
                  <a:lnTo>
                    <a:pt x="324" y="254"/>
                  </a:lnTo>
                  <a:lnTo>
                    <a:pt x="319" y="253"/>
                  </a:lnTo>
                  <a:lnTo>
                    <a:pt x="315" y="251"/>
                  </a:lnTo>
                  <a:lnTo>
                    <a:pt x="313" y="247"/>
                  </a:lnTo>
                  <a:lnTo>
                    <a:pt x="312" y="242"/>
                  </a:lnTo>
                  <a:lnTo>
                    <a:pt x="312" y="236"/>
                  </a:lnTo>
                  <a:lnTo>
                    <a:pt x="313" y="229"/>
                  </a:lnTo>
                  <a:lnTo>
                    <a:pt x="315" y="224"/>
                  </a:lnTo>
                  <a:lnTo>
                    <a:pt x="317" y="218"/>
                  </a:lnTo>
                  <a:lnTo>
                    <a:pt x="319" y="213"/>
                  </a:lnTo>
                  <a:lnTo>
                    <a:pt x="322" y="208"/>
                  </a:lnTo>
                  <a:lnTo>
                    <a:pt x="325" y="204"/>
                  </a:lnTo>
                  <a:lnTo>
                    <a:pt x="330" y="199"/>
                  </a:lnTo>
                  <a:lnTo>
                    <a:pt x="334" y="196"/>
                  </a:lnTo>
                  <a:lnTo>
                    <a:pt x="339" y="192"/>
                  </a:lnTo>
                  <a:lnTo>
                    <a:pt x="344" y="189"/>
                  </a:lnTo>
                  <a:lnTo>
                    <a:pt x="349" y="187"/>
                  </a:lnTo>
                  <a:lnTo>
                    <a:pt x="354" y="185"/>
                  </a:lnTo>
                  <a:lnTo>
                    <a:pt x="360" y="183"/>
                  </a:lnTo>
                  <a:lnTo>
                    <a:pt x="366" y="182"/>
                  </a:lnTo>
                  <a:lnTo>
                    <a:pt x="372" y="182"/>
                  </a:lnTo>
                  <a:lnTo>
                    <a:pt x="378" y="182"/>
                  </a:lnTo>
                  <a:lnTo>
                    <a:pt x="384" y="183"/>
                  </a:lnTo>
                  <a:lnTo>
                    <a:pt x="391" y="185"/>
                  </a:lnTo>
                  <a:lnTo>
                    <a:pt x="396" y="187"/>
                  </a:lnTo>
                  <a:lnTo>
                    <a:pt x="401" y="189"/>
                  </a:lnTo>
                  <a:lnTo>
                    <a:pt x="406" y="192"/>
                  </a:lnTo>
                  <a:lnTo>
                    <a:pt x="411" y="196"/>
                  </a:lnTo>
                  <a:lnTo>
                    <a:pt x="415" y="199"/>
                  </a:lnTo>
                  <a:lnTo>
                    <a:pt x="419" y="204"/>
                  </a:lnTo>
                  <a:lnTo>
                    <a:pt x="422" y="208"/>
                  </a:lnTo>
                  <a:lnTo>
                    <a:pt x="425" y="213"/>
                  </a:lnTo>
                  <a:lnTo>
                    <a:pt x="427" y="218"/>
                  </a:lnTo>
                  <a:lnTo>
                    <a:pt x="429" y="224"/>
                  </a:lnTo>
                  <a:lnTo>
                    <a:pt x="431" y="229"/>
                  </a:lnTo>
                  <a:lnTo>
                    <a:pt x="432" y="236"/>
                  </a:lnTo>
                  <a:lnTo>
                    <a:pt x="432" y="242"/>
                  </a:lnTo>
                  <a:lnTo>
                    <a:pt x="431" y="247"/>
                  </a:lnTo>
                  <a:lnTo>
                    <a:pt x="429" y="251"/>
                  </a:lnTo>
                  <a:lnTo>
                    <a:pt x="425" y="253"/>
                  </a:lnTo>
                  <a:lnTo>
                    <a:pt x="420" y="254"/>
                  </a:lnTo>
                  <a:close/>
                  <a:moveTo>
                    <a:pt x="265" y="481"/>
                  </a:moveTo>
                  <a:lnTo>
                    <a:pt x="253" y="481"/>
                  </a:lnTo>
                  <a:lnTo>
                    <a:pt x="242" y="479"/>
                  </a:lnTo>
                  <a:lnTo>
                    <a:pt x="232" y="477"/>
                  </a:lnTo>
                  <a:lnTo>
                    <a:pt x="222" y="473"/>
                  </a:lnTo>
                  <a:lnTo>
                    <a:pt x="213" y="469"/>
                  </a:lnTo>
                  <a:lnTo>
                    <a:pt x="204" y="463"/>
                  </a:lnTo>
                  <a:lnTo>
                    <a:pt x="195" y="457"/>
                  </a:lnTo>
                  <a:lnTo>
                    <a:pt x="187" y="450"/>
                  </a:lnTo>
                  <a:lnTo>
                    <a:pt x="181" y="443"/>
                  </a:lnTo>
                  <a:lnTo>
                    <a:pt x="174" y="435"/>
                  </a:lnTo>
                  <a:lnTo>
                    <a:pt x="169" y="425"/>
                  </a:lnTo>
                  <a:lnTo>
                    <a:pt x="165" y="416"/>
                  </a:lnTo>
                  <a:lnTo>
                    <a:pt x="161" y="406"/>
                  </a:lnTo>
                  <a:lnTo>
                    <a:pt x="158" y="395"/>
                  </a:lnTo>
                  <a:lnTo>
                    <a:pt x="157" y="385"/>
                  </a:lnTo>
                  <a:lnTo>
                    <a:pt x="156" y="374"/>
                  </a:lnTo>
                  <a:lnTo>
                    <a:pt x="157" y="370"/>
                  </a:lnTo>
                  <a:lnTo>
                    <a:pt x="160" y="366"/>
                  </a:lnTo>
                  <a:lnTo>
                    <a:pt x="163" y="363"/>
                  </a:lnTo>
                  <a:lnTo>
                    <a:pt x="168" y="361"/>
                  </a:lnTo>
                  <a:lnTo>
                    <a:pt x="173" y="363"/>
                  </a:lnTo>
                  <a:lnTo>
                    <a:pt x="176" y="366"/>
                  </a:lnTo>
                  <a:lnTo>
                    <a:pt x="179" y="370"/>
                  </a:lnTo>
                  <a:lnTo>
                    <a:pt x="180" y="374"/>
                  </a:lnTo>
                  <a:lnTo>
                    <a:pt x="180" y="382"/>
                  </a:lnTo>
                  <a:lnTo>
                    <a:pt x="182" y="391"/>
                  </a:lnTo>
                  <a:lnTo>
                    <a:pt x="184" y="399"/>
                  </a:lnTo>
                  <a:lnTo>
                    <a:pt x="186" y="406"/>
                  </a:lnTo>
                  <a:lnTo>
                    <a:pt x="190" y="414"/>
                  </a:lnTo>
                  <a:lnTo>
                    <a:pt x="194" y="420"/>
                  </a:lnTo>
                  <a:lnTo>
                    <a:pt x="199" y="428"/>
                  </a:lnTo>
                  <a:lnTo>
                    <a:pt x="205" y="434"/>
                  </a:lnTo>
                  <a:lnTo>
                    <a:pt x="211" y="439"/>
                  </a:lnTo>
                  <a:lnTo>
                    <a:pt x="217" y="444"/>
                  </a:lnTo>
                  <a:lnTo>
                    <a:pt x="224" y="448"/>
                  </a:lnTo>
                  <a:lnTo>
                    <a:pt x="231" y="451"/>
                  </a:lnTo>
                  <a:lnTo>
                    <a:pt x="239" y="454"/>
                  </a:lnTo>
                  <a:lnTo>
                    <a:pt x="247" y="456"/>
                  </a:lnTo>
                  <a:lnTo>
                    <a:pt x="255" y="457"/>
                  </a:lnTo>
                  <a:lnTo>
                    <a:pt x="265" y="458"/>
                  </a:lnTo>
                  <a:lnTo>
                    <a:pt x="273" y="457"/>
                  </a:lnTo>
                  <a:lnTo>
                    <a:pt x="281" y="456"/>
                  </a:lnTo>
                  <a:lnTo>
                    <a:pt x="289" y="454"/>
                  </a:lnTo>
                  <a:lnTo>
                    <a:pt x="297" y="451"/>
                  </a:lnTo>
                  <a:lnTo>
                    <a:pt x="304" y="448"/>
                  </a:lnTo>
                  <a:lnTo>
                    <a:pt x="311" y="444"/>
                  </a:lnTo>
                  <a:lnTo>
                    <a:pt x="317" y="439"/>
                  </a:lnTo>
                  <a:lnTo>
                    <a:pt x="323" y="434"/>
                  </a:lnTo>
                  <a:lnTo>
                    <a:pt x="329" y="428"/>
                  </a:lnTo>
                  <a:lnTo>
                    <a:pt x="334" y="420"/>
                  </a:lnTo>
                  <a:lnTo>
                    <a:pt x="338" y="414"/>
                  </a:lnTo>
                  <a:lnTo>
                    <a:pt x="342" y="406"/>
                  </a:lnTo>
                  <a:lnTo>
                    <a:pt x="345" y="399"/>
                  </a:lnTo>
                  <a:lnTo>
                    <a:pt x="347" y="391"/>
                  </a:lnTo>
                  <a:lnTo>
                    <a:pt x="348" y="382"/>
                  </a:lnTo>
                  <a:lnTo>
                    <a:pt x="348" y="374"/>
                  </a:lnTo>
                  <a:lnTo>
                    <a:pt x="349" y="370"/>
                  </a:lnTo>
                  <a:lnTo>
                    <a:pt x="352" y="366"/>
                  </a:lnTo>
                  <a:lnTo>
                    <a:pt x="356" y="363"/>
                  </a:lnTo>
                  <a:lnTo>
                    <a:pt x="360" y="361"/>
                  </a:lnTo>
                  <a:lnTo>
                    <a:pt x="365" y="363"/>
                  </a:lnTo>
                  <a:lnTo>
                    <a:pt x="368" y="366"/>
                  </a:lnTo>
                  <a:lnTo>
                    <a:pt x="371" y="370"/>
                  </a:lnTo>
                  <a:lnTo>
                    <a:pt x="372" y="374"/>
                  </a:lnTo>
                  <a:lnTo>
                    <a:pt x="371" y="385"/>
                  </a:lnTo>
                  <a:lnTo>
                    <a:pt x="370" y="395"/>
                  </a:lnTo>
                  <a:lnTo>
                    <a:pt x="367" y="406"/>
                  </a:lnTo>
                  <a:lnTo>
                    <a:pt x="364" y="416"/>
                  </a:lnTo>
                  <a:lnTo>
                    <a:pt x="359" y="425"/>
                  </a:lnTo>
                  <a:lnTo>
                    <a:pt x="354" y="435"/>
                  </a:lnTo>
                  <a:lnTo>
                    <a:pt x="348" y="443"/>
                  </a:lnTo>
                  <a:lnTo>
                    <a:pt x="341" y="450"/>
                  </a:lnTo>
                  <a:lnTo>
                    <a:pt x="333" y="457"/>
                  </a:lnTo>
                  <a:lnTo>
                    <a:pt x="324" y="463"/>
                  </a:lnTo>
                  <a:lnTo>
                    <a:pt x="315" y="469"/>
                  </a:lnTo>
                  <a:lnTo>
                    <a:pt x="306" y="473"/>
                  </a:lnTo>
                  <a:lnTo>
                    <a:pt x="296" y="477"/>
                  </a:lnTo>
                  <a:lnTo>
                    <a:pt x="286" y="479"/>
                  </a:lnTo>
                  <a:lnTo>
                    <a:pt x="275" y="481"/>
                  </a:lnTo>
                  <a:lnTo>
                    <a:pt x="265" y="481"/>
                  </a:lnTo>
                  <a:close/>
                  <a:moveTo>
                    <a:pt x="120" y="242"/>
                  </a:moveTo>
                  <a:lnTo>
                    <a:pt x="119" y="247"/>
                  </a:lnTo>
                  <a:lnTo>
                    <a:pt x="116" y="251"/>
                  </a:lnTo>
                  <a:lnTo>
                    <a:pt x="113" y="253"/>
                  </a:lnTo>
                  <a:lnTo>
                    <a:pt x="108" y="254"/>
                  </a:lnTo>
                  <a:lnTo>
                    <a:pt x="103" y="253"/>
                  </a:lnTo>
                  <a:lnTo>
                    <a:pt x="100" y="251"/>
                  </a:lnTo>
                  <a:lnTo>
                    <a:pt x="97" y="247"/>
                  </a:lnTo>
                  <a:lnTo>
                    <a:pt x="96" y="242"/>
                  </a:lnTo>
                  <a:lnTo>
                    <a:pt x="96" y="236"/>
                  </a:lnTo>
                  <a:lnTo>
                    <a:pt x="97" y="229"/>
                  </a:lnTo>
                  <a:lnTo>
                    <a:pt x="99" y="224"/>
                  </a:lnTo>
                  <a:lnTo>
                    <a:pt x="101" y="218"/>
                  </a:lnTo>
                  <a:lnTo>
                    <a:pt x="103" y="213"/>
                  </a:lnTo>
                  <a:lnTo>
                    <a:pt x="106" y="208"/>
                  </a:lnTo>
                  <a:lnTo>
                    <a:pt x="110" y="204"/>
                  </a:lnTo>
                  <a:lnTo>
                    <a:pt x="113" y="199"/>
                  </a:lnTo>
                  <a:lnTo>
                    <a:pt x="118" y="196"/>
                  </a:lnTo>
                  <a:lnTo>
                    <a:pt x="122" y="192"/>
                  </a:lnTo>
                  <a:lnTo>
                    <a:pt x="127" y="189"/>
                  </a:lnTo>
                  <a:lnTo>
                    <a:pt x="132" y="187"/>
                  </a:lnTo>
                  <a:lnTo>
                    <a:pt x="139" y="185"/>
                  </a:lnTo>
                  <a:lnTo>
                    <a:pt x="144" y="183"/>
                  </a:lnTo>
                  <a:lnTo>
                    <a:pt x="150" y="182"/>
                  </a:lnTo>
                  <a:lnTo>
                    <a:pt x="156" y="182"/>
                  </a:lnTo>
                  <a:lnTo>
                    <a:pt x="162" y="182"/>
                  </a:lnTo>
                  <a:lnTo>
                    <a:pt x="168" y="183"/>
                  </a:lnTo>
                  <a:lnTo>
                    <a:pt x="174" y="185"/>
                  </a:lnTo>
                  <a:lnTo>
                    <a:pt x="179" y="187"/>
                  </a:lnTo>
                  <a:lnTo>
                    <a:pt x="184" y="189"/>
                  </a:lnTo>
                  <a:lnTo>
                    <a:pt x="189" y="192"/>
                  </a:lnTo>
                  <a:lnTo>
                    <a:pt x="194" y="196"/>
                  </a:lnTo>
                  <a:lnTo>
                    <a:pt x="198" y="199"/>
                  </a:lnTo>
                  <a:lnTo>
                    <a:pt x="203" y="204"/>
                  </a:lnTo>
                  <a:lnTo>
                    <a:pt x="206" y="208"/>
                  </a:lnTo>
                  <a:lnTo>
                    <a:pt x="209" y="213"/>
                  </a:lnTo>
                  <a:lnTo>
                    <a:pt x="212" y="218"/>
                  </a:lnTo>
                  <a:lnTo>
                    <a:pt x="214" y="224"/>
                  </a:lnTo>
                  <a:lnTo>
                    <a:pt x="215" y="229"/>
                  </a:lnTo>
                  <a:lnTo>
                    <a:pt x="216" y="236"/>
                  </a:lnTo>
                  <a:lnTo>
                    <a:pt x="216" y="242"/>
                  </a:lnTo>
                  <a:lnTo>
                    <a:pt x="215" y="247"/>
                  </a:lnTo>
                  <a:lnTo>
                    <a:pt x="213" y="251"/>
                  </a:lnTo>
                  <a:lnTo>
                    <a:pt x="209" y="253"/>
                  </a:lnTo>
                  <a:lnTo>
                    <a:pt x="204" y="254"/>
                  </a:lnTo>
                  <a:lnTo>
                    <a:pt x="199" y="253"/>
                  </a:lnTo>
                  <a:lnTo>
                    <a:pt x="195" y="251"/>
                  </a:lnTo>
                  <a:lnTo>
                    <a:pt x="193" y="247"/>
                  </a:lnTo>
                  <a:lnTo>
                    <a:pt x="192" y="242"/>
                  </a:lnTo>
                  <a:lnTo>
                    <a:pt x="191" y="234"/>
                  </a:lnTo>
                  <a:lnTo>
                    <a:pt x="189" y="227"/>
                  </a:lnTo>
                  <a:lnTo>
                    <a:pt x="186" y="221"/>
                  </a:lnTo>
                  <a:lnTo>
                    <a:pt x="181" y="216"/>
                  </a:lnTo>
                  <a:lnTo>
                    <a:pt x="176" y="212"/>
                  </a:lnTo>
                  <a:lnTo>
                    <a:pt x="170" y="208"/>
                  </a:lnTo>
                  <a:lnTo>
                    <a:pt x="163" y="206"/>
                  </a:lnTo>
                  <a:lnTo>
                    <a:pt x="156" y="206"/>
                  </a:lnTo>
                  <a:lnTo>
                    <a:pt x="149" y="206"/>
                  </a:lnTo>
                  <a:lnTo>
                    <a:pt x="142" y="208"/>
                  </a:lnTo>
                  <a:lnTo>
                    <a:pt x="135" y="212"/>
                  </a:lnTo>
                  <a:lnTo>
                    <a:pt x="130" y="216"/>
                  </a:lnTo>
                  <a:lnTo>
                    <a:pt x="126" y="221"/>
                  </a:lnTo>
                  <a:lnTo>
                    <a:pt x="123" y="227"/>
                  </a:lnTo>
                  <a:lnTo>
                    <a:pt x="120" y="234"/>
                  </a:lnTo>
                  <a:lnTo>
                    <a:pt x="120" y="242"/>
                  </a:lnTo>
                  <a:close/>
                  <a:moveTo>
                    <a:pt x="521" y="18"/>
                  </a:moveTo>
                  <a:lnTo>
                    <a:pt x="518" y="17"/>
                  </a:lnTo>
                  <a:lnTo>
                    <a:pt x="513" y="17"/>
                  </a:lnTo>
                  <a:lnTo>
                    <a:pt x="510" y="18"/>
                  </a:lnTo>
                  <a:lnTo>
                    <a:pt x="507" y="20"/>
                  </a:lnTo>
                  <a:lnTo>
                    <a:pt x="504" y="23"/>
                  </a:lnTo>
                  <a:lnTo>
                    <a:pt x="501" y="26"/>
                  </a:lnTo>
                  <a:lnTo>
                    <a:pt x="489" y="34"/>
                  </a:lnTo>
                  <a:lnTo>
                    <a:pt x="474" y="41"/>
                  </a:lnTo>
                  <a:lnTo>
                    <a:pt x="456" y="49"/>
                  </a:lnTo>
                  <a:lnTo>
                    <a:pt x="436" y="55"/>
                  </a:lnTo>
                  <a:lnTo>
                    <a:pt x="414" y="60"/>
                  </a:lnTo>
                  <a:lnTo>
                    <a:pt x="390" y="65"/>
                  </a:lnTo>
                  <a:lnTo>
                    <a:pt x="364" y="68"/>
                  </a:lnTo>
                  <a:lnTo>
                    <a:pt x="336" y="71"/>
                  </a:lnTo>
                  <a:lnTo>
                    <a:pt x="318" y="72"/>
                  </a:lnTo>
                  <a:lnTo>
                    <a:pt x="301" y="73"/>
                  </a:lnTo>
                  <a:lnTo>
                    <a:pt x="283" y="73"/>
                  </a:lnTo>
                  <a:lnTo>
                    <a:pt x="264" y="73"/>
                  </a:lnTo>
                  <a:lnTo>
                    <a:pt x="222" y="73"/>
                  </a:lnTo>
                  <a:lnTo>
                    <a:pt x="182" y="70"/>
                  </a:lnTo>
                  <a:lnTo>
                    <a:pt x="164" y="68"/>
                  </a:lnTo>
                  <a:lnTo>
                    <a:pt x="146" y="65"/>
                  </a:lnTo>
                  <a:lnTo>
                    <a:pt x="128" y="63"/>
                  </a:lnTo>
                  <a:lnTo>
                    <a:pt x="111" y="59"/>
                  </a:lnTo>
                  <a:lnTo>
                    <a:pt x="96" y="56"/>
                  </a:lnTo>
                  <a:lnTo>
                    <a:pt x="82" y="52"/>
                  </a:lnTo>
                  <a:lnTo>
                    <a:pt x="68" y="48"/>
                  </a:lnTo>
                  <a:lnTo>
                    <a:pt x="56" y="42"/>
                  </a:lnTo>
                  <a:lnTo>
                    <a:pt x="45" y="37"/>
                  </a:lnTo>
                  <a:lnTo>
                    <a:pt x="35" y="32"/>
                  </a:lnTo>
                  <a:lnTo>
                    <a:pt x="27" y="26"/>
                  </a:lnTo>
                  <a:lnTo>
                    <a:pt x="21" y="20"/>
                  </a:lnTo>
                  <a:lnTo>
                    <a:pt x="0" y="0"/>
                  </a:lnTo>
                  <a:lnTo>
                    <a:pt x="0" y="29"/>
                  </a:lnTo>
                  <a:lnTo>
                    <a:pt x="0" y="277"/>
                  </a:lnTo>
                  <a:lnTo>
                    <a:pt x="0" y="293"/>
                  </a:lnTo>
                  <a:lnTo>
                    <a:pt x="2" y="310"/>
                  </a:lnTo>
                  <a:lnTo>
                    <a:pt x="4" y="325"/>
                  </a:lnTo>
                  <a:lnTo>
                    <a:pt x="8" y="340"/>
                  </a:lnTo>
                  <a:lnTo>
                    <a:pt x="14" y="355"/>
                  </a:lnTo>
                  <a:lnTo>
                    <a:pt x="19" y="371"/>
                  </a:lnTo>
                  <a:lnTo>
                    <a:pt x="25" y="385"/>
                  </a:lnTo>
                  <a:lnTo>
                    <a:pt x="32" y="399"/>
                  </a:lnTo>
                  <a:lnTo>
                    <a:pt x="40" y="412"/>
                  </a:lnTo>
                  <a:lnTo>
                    <a:pt x="48" y="427"/>
                  </a:lnTo>
                  <a:lnTo>
                    <a:pt x="57" y="439"/>
                  </a:lnTo>
                  <a:lnTo>
                    <a:pt x="66" y="452"/>
                  </a:lnTo>
                  <a:lnTo>
                    <a:pt x="77" y="464"/>
                  </a:lnTo>
                  <a:lnTo>
                    <a:pt x="87" y="476"/>
                  </a:lnTo>
                  <a:lnTo>
                    <a:pt x="97" y="487"/>
                  </a:lnTo>
                  <a:lnTo>
                    <a:pt x="108" y="498"/>
                  </a:lnTo>
                  <a:lnTo>
                    <a:pt x="129" y="518"/>
                  </a:lnTo>
                  <a:lnTo>
                    <a:pt x="152" y="536"/>
                  </a:lnTo>
                  <a:lnTo>
                    <a:pt x="174" y="551"/>
                  </a:lnTo>
                  <a:lnTo>
                    <a:pt x="195" y="565"/>
                  </a:lnTo>
                  <a:lnTo>
                    <a:pt x="216" y="576"/>
                  </a:lnTo>
                  <a:lnTo>
                    <a:pt x="234" y="583"/>
                  </a:lnTo>
                  <a:lnTo>
                    <a:pt x="242" y="586"/>
                  </a:lnTo>
                  <a:lnTo>
                    <a:pt x="250" y="588"/>
                  </a:lnTo>
                  <a:lnTo>
                    <a:pt x="257" y="589"/>
                  </a:lnTo>
                  <a:lnTo>
                    <a:pt x="265" y="590"/>
                  </a:lnTo>
                  <a:lnTo>
                    <a:pt x="271" y="589"/>
                  </a:lnTo>
                  <a:lnTo>
                    <a:pt x="278" y="588"/>
                  </a:lnTo>
                  <a:lnTo>
                    <a:pt x="286" y="586"/>
                  </a:lnTo>
                  <a:lnTo>
                    <a:pt x="294" y="583"/>
                  </a:lnTo>
                  <a:lnTo>
                    <a:pt x="312" y="576"/>
                  </a:lnTo>
                  <a:lnTo>
                    <a:pt x="333" y="565"/>
                  </a:lnTo>
                  <a:lnTo>
                    <a:pt x="354" y="551"/>
                  </a:lnTo>
                  <a:lnTo>
                    <a:pt x="376" y="536"/>
                  </a:lnTo>
                  <a:lnTo>
                    <a:pt x="399" y="518"/>
                  </a:lnTo>
                  <a:lnTo>
                    <a:pt x="420" y="498"/>
                  </a:lnTo>
                  <a:lnTo>
                    <a:pt x="431" y="487"/>
                  </a:lnTo>
                  <a:lnTo>
                    <a:pt x="441" y="476"/>
                  </a:lnTo>
                  <a:lnTo>
                    <a:pt x="451" y="464"/>
                  </a:lnTo>
                  <a:lnTo>
                    <a:pt x="462" y="452"/>
                  </a:lnTo>
                  <a:lnTo>
                    <a:pt x="471" y="439"/>
                  </a:lnTo>
                  <a:lnTo>
                    <a:pt x="480" y="427"/>
                  </a:lnTo>
                  <a:lnTo>
                    <a:pt x="488" y="412"/>
                  </a:lnTo>
                  <a:lnTo>
                    <a:pt x="496" y="399"/>
                  </a:lnTo>
                  <a:lnTo>
                    <a:pt x="503" y="385"/>
                  </a:lnTo>
                  <a:lnTo>
                    <a:pt x="509" y="371"/>
                  </a:lnTo>
                  <a:lnTo>
                    <a:pt x="514" y="355"/>
                  </a:lnTo>
                  <a:lnTo>
                    <a:pt x="520" y="340"/>
                  </a:lnTo>
                  <a:lnTo>
                    <a:pt x="524" y="325"/>
                  </a:lnTo>
                  <a:lnTo>
                    <a:pt x="526" y="310"/>
                  </a:lnTo>
                  <a:lnTo>
                    <a:pt x="528" y="293"/>
                  </a:lnTo>
                  <a:lnTo>
                    <a:pt x="529" y="277"/>
                  </a:lnTo>
                  <a:lnTo>
                    <a:pt x="529" y="29"/>
                  </a:lnTo>
                  <a:lnTo>
                    <a:pt x="528" y="25"/>
                  </a:lnTo>
                  <a:lnTo>
                    <a:pt x="527" y="22"/>
                  </a:lnTo>
                  <a:lnTo>
                    <a:pt x="524" y="20"/>
                  </a:lnTo>
                  <a:lnTo>
                    <a:pt x="52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sp>
        <p:nvSpPr>
          <p:cNvPr id="71" name="Freeform 4197">
            <a:extLst>
              <a:ext uri="{FF2B5EF4-FFF2-40B4-BE49-F238E27FC236}">
                <a16:creationId xmlns:a16="http://schemas.microsoft.com/office/drawing/2014/main" id="{B85CBD80-ECA0-4F03-B17E-9495098888A6}"/>
              </a:ext>
            </a:extLst>
          </p:cNvPr>
          <p:cNvSpPr>
            <a:spLocks noEditPoints="1"/>
          </p:cNvSpPr>
          <p:nvPr/>
        </p:nvSpPr>
        <p:spPr bwMode="auto">
          <a:xfrm>
            <a:off x="908208" y="4800904"/>
            <a:ext cx="285750" cy="261938"/>
          </a:xfrm>
          <a:custGeom>
            <a:avLst/>
            <a:gdLst>
              <a:gd name="T0" fmla="*/ 540 w 901"/>
              <a:gd name="T1" fmla="*/ 161 h 826"/>
              <a:gd name="T2" fmla="*/ 360 w 901"/>
              <a:gd name="T3" fmla="*/ 255 h 826"/>
              <a:gd name="T4" fmla="*/ 360 w 901"/>
              <a:gd name="T5" fmla="*/ 255 h 826"/>
              <a:gd name="T6" fmla="*/ 201 w 901"/>
              <a:gd name="T7" fmla="*/ 255 h 826"/>
              <a:gd name="T8" fmla="*/ 749 w 901"/>
              <a:gd name="T9" fmla="*/ 46 h 826"/>
              <a:gd name="T10" fmla="*/ 692 w 901"/>
              <a:gd name="T11" fmla="*/ 248 h 826"/>
              <a:gd name="T12" fmla="*/ 568 w 901"/>
              <a:gd name="T13" fmla="*/ 103 h 826"/>
              <a:gd name="T14" fmla="*/ 556 w 901"/>
              <a:gd name="T15" fmla="*/ 104 h 826"/>
              <a:gd name="T16" fmla="*/ 341 w 901"/>
              <a:gd name="T17" fmla="*/ 135 h 826"/>
              <a:gd name="T18" fmla="*/ 333 w 901"/>
              <a:gd name="T19" fmla="*/ 141 h 826"/>
              <a:gd name="T20" fmla="*/ 330 w 901"/>
              <a:gd name="T21" fmla="*/ 255 h 826"/>
              <a:gd name="T22" fmla="*/ 120 w 901"/>
              <a:gd name="T23" fmla="*/ 4 h 826"/>
              <a:gd name="T24" fmla="*/ 109 w 901"/>
              <a:gd name="T25" fmla="*/ 0 h 826"/>
              <a:gd name="T26" fmla="*/ 5 w 901"/>
              <a:gd name="T27" fmla="*/ 48 h 826"/>
              <a:gd name="T28" fmla="*/ 0 w 901"/>
              <a:gd name="T29" fmla="*/ 58 h 826"/>
              <a:gd name="T30" fmla="*/ 82 w 901"/>
              <a:gd name="T31" fmla="*/ 255 h 826"/>
              <a:gd name="T32" fmla="*/ 5 w 901"/>
              <a:gd name="T33" fmla="*/ 259 h 826"/>
              <a:gd name="T34" fmla="*/ 0 w 901"/>
              <a:gd name="T35" fmla="*/ 271 h 826"/>
              <a:gd name="T36" fmla="*/ 120 w 901"/>
              <a:gd name="T37" fmla="*/ 643 h 826"/>
              <a:gd name="T38" fmla="*/ 589 w 901"/>
              <a:gd name="T39" fmla="*/ 676 h 826"/>
              <a:gd name="T40" fmla="*/ 157 w 901"/>
              <a:gd name="T41" fmla="*/ 679 h 826"/>
              <a:gd name="T42" fmla="*/ 131 w 901"/>
              <a:gd name="T43" fmla="*/ 693 h 826"/>
              <a:gd name="T44" fmla="*/ 113 w 901"/>
              <a:gd name="T45" fmla="*/ 716 h 826"/>
              <a:gd name="T46" fmla="*/ 105 w 901"/>
              <a:gd name="T47" fmla="*/ 744 h 826"/>
              <a:gd name="T48" fmla="*/ 108 w 901"/>
              <a:gd name="T49" fmla="*/ 774 h 826"/>
              <a:gd name="T50" fmla="*/ 122 w 901"/>
              <a:gd name="T51" fmla="*/ 798 h 826"/>
              <a:gd name="T52" fmla="*/ 144 w 901"/>
              <a:gd name="T53" fmla="*/ 818 h 826"/>
              <a:gd name="T54" fmla="*/ 172 w 901"/>
              <a:gd name="T55" fmla="*/ 826 h 826"/>
              <a:gd name="T56" fmla="*/ 202 w 901"/>
              <a:gd name="T57" fmla="*/ 823 h 826"/>
              <a:gd name="T58" fmla="*/ 228 w 901"/>
              <a:gd name="T59" fmla="*/ 809 h 826"/>
              <a:gd name="T60" fmla="*/ 246 w 901"/>
              <a:gd name="T61" fmla="*/ 787 h 826"/>
              <a:gd name="T62" fmla="*/ 255 w 901"/>
              <a:gd name="T63" fmla="*/ 759 h 826"/>
              <a:gd name="T64" fmla="*/ 246 w 901"/>
              <a:gd name="T65" fmla="*/ 716 h 826"/>
              <a:gd name="T66" fmla="*/ 514 w 901"/>
              <a:gd name="T67" fmla="*/ 727 h 826"/>
              <a:gd name="T68" fmla="*/ 512 w 901"/>
              <a:gd name="T69" fmla="*/ 766 h 826"/>
              <a:gd name="T70" fmla="*/ 523 w 901"/>
              <a:gd name="T71" fmla="*/ 793 h 826"/>
              <a:gd name="T72" fmla="*/ 543 w 901"/>
              <a:gd name="T73" fmla="*/ 813 h 826"/>
              <a:gd name="T74" fmla="*/ 570 w 901"/>
              <a:gd name="T75" fmla="*/ 825 h 826"/>
              <a:gd name="T76" fmla="*/ 601 w 901"/>
              <a:gd name="T77" fmla="*/ 825 h 826"/>
              <a:gd name="T78" fmla="*/ 628 w 901"/>
              <a:gd name="T79" fmla="*/ 813 h 826"/>
              <a:gd name="T80" fmla="*/ 648 w 901"/>
              <a:gd name="T81" fmla="*/ 793 h 826"/>
              <a:gd name="T82" fmla="*/ 659 w 901"/>
              <a:gd name="T83" fmla="*/ 766 h 826"/>
              <a:gd name="T84" fmla="*/ 658 w 901"/>
              <a:gd name="T85" fmla="*/ 730 h 826"/>
              <a:gd name="T86" fmla="*/ 635 w 901"/>
              <a:gd name="T87" fmla="*/ 695 h 826"/>
              <a:gd name="T88" fmla="*/ 630 w 901"/>
              <a:gd name="T89" fmla="*/ 635 h 826"/>
              <a:gd name="T90" fmla="*/ 886 w 901"/>
              <a:gd name="T91" fmla="*/ 75 h 826"/>
              <a:gd name="T92" fmla="*/ 897 w 901"/>
              <a:gd name="T93" fmla="*/ 70 h 826"/>
              <a:gd name="T94" fmla="*/ 901 w 901"/>
              <a:gd name="T95" fmla="*/ 60 h 826"/>
              <a:gd name="T96" fmla="*/ 897 w 901"/>
              <a:gd name="T97" fmla="*/ 49 h 826"/>
              <a:gd name="T98" fmla="*/ 886 w 901"/>
              <a:gd name="T99" fmla="*/ 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1" h="826">
                <a:moveTo>
                  <a:pt x="442" y="255"/>
                </a:moveTo>
                <a:lnTo>
                  <a:pt x="540" y="161"/>
                </a:lnTo>
                <a:lnTo>
                  <a:pt x="540" y="161"/>
                </a:lnTo>
                <a:lnTo>
                  <a:pt x="540" y="161"/>
                </a:lnTo>
                <a:lnTo>
                  <a:pt x="562" y="139"/>
                </a:lnTo>
                <a:lnTo>
                  <a:pt x="659" y="255"/>
                </a:lnTo>
                <a:lnTo>
                  <a:pt x="442" y="255"/>
                </a:lnTo>
                <a:close/>
                <a:moveTo>
                  <a:pt x="360" y="255"/>
                </a:moveTo>
                <a:lnTo>
                  <a:pt x="360" y="165"/>
                </a:lnTo>
                <a:lnTo>
                  <a:pt x="493" y="165"/>
                </a:lnTo>
                <a:lnTo>
                  <a:pt x="399" y="255"/>
                </a:lnTo>
                <a:lnTo>
                  <a:pt x="360" y="255"/>
                </a:lnTo>
                <a:close/>
                <a:moveTo>
                  <a:pt x="114" y="255"/>
                </a:moveTo>
                <a:lnTo>
                  <a:pt x="34" y="67"/>
                </a:lnTo>
                <a:lnTo>
                  <a:pt x="101" y="35"/>
                </a:lnTo>
                <a:lnTo>
                  <a:pt x="201" y="255"/>
                </a:lnTo>
                <a:lnTo>
                  <a:pt x="114" y="255"/>
                </a:lnTo>
                <a:close/>
                <a:moveTo>
                  <a:pt x="886" y="45"/>
                </a:moveTo>
                <a:lnTo>
                  <a:pt x="753" y="45"/>
                </a:lnTo>
                <a:lnTo>
                  <a:pt x="749" y="46"/>
                </a:lnTo>
                <a:lnTo>
                  <a:pt x="745" y="48"/>
                </a:lnTo>
                <a:lnTo>
                  <a:pt x="740" y="51"/>
                </a:lnTo>
                <a:lnTo>
                  <a:pt x="739" y="57"/>
                </a:lnTo>
                <a:lnTo>
                  <a:pt x="692" y="248"/>
                </a:lnTo>
                <a:lnTo>
                  <a:pt x="575" y="107"/>
                </a:lnTo>
                <a:lnTo>
                  <a:pt x="573" y="105"/>
                </a:lnTo>
                <a:lnTo>
                  <a:pt x="571" y="104"/>
                </a:lnTo>
                <a:lnTo>
                  <a:pt x="568" y="103"/>
                </a:lnTo>
                <a:lnTo>
                  <a:pt x="564" y="102"/>
                </a:lnTo>
                <a:lnTo>
                  <a:pt x="561" y="102"/>
                </a:lnTo>
                <a:lnTo>
                  <a:pt x="559" y="103"/>
                </a:lnTo>
                <a:lnTo>
                  <a:pt x="556" y="104"/>
                </a:lnTo>
                <a:lnTo>
                  <a:pt x="554" y="106"/>
                </a:lnTo>
                <a:lnTo>
                  <a:pt x="524" y="135"/>
                </a:lnTo>
                <a:lnTo>
                  <a:pt x="345" y="135"/>
                </a:lnTo>
                <a:lnTo>
                  <a:pt x="341" y="135"/>
                </a:lnTo>
                <a:lnTo>
                  <a:pt x="339" y="136"/>
                </a:lnTo>
                <a:lnTo>
                  <a:pt x="336" y="138"/>
                </a:lnTo>
                <a:lnTo>
                  <a:pt x="334" y="139"/>
                </a:lnTo>
                <a:lnTo>
                  <a:pt x="333" y="141"/>
                </a:lnTo>
                <a:lnTo>
                  <a:pt x="331" y="144"/>
                </a:lnTo>
                <a:lnTo>
                  <a:pt x="331" y="147"/>
                </a:lnTo>
                <a:lnTo>
                  <a:pt x="330" y="150"/>
                </a:lnTo>
                <a:lnTo>
                  <a:pt x="330" y="255"/>
                </a:lnTo>
                <a:lnTo>
                  <a:pt x="234" y="255"/>
                </a:lnTo>
                <a:lnTo>
                  <a:pt x="123" y="8"/>
                </a:lnTo>
                <a:lnTo>
                  <a:pt x="122" y="6"/>
                </a:lnTo>
                <a:lnTo>
                  <a:pt x="120" y="4"/>
                </a:lnTo>
                <a:lnTo>
                  <a:pt x="117" y="2"/>
                </a:lnTo>
                <a:lnTo>
                  <a:pt x="114" y="1"/>
                </a:lnTo>
                <a:lnTo>
                  <a:pt x="111" y="0"/>
                </a:lnTo>
                <a:lnTo>
                  <a:pt x="109" y="0"/>
                </a:lnTo>
                <a:lnTo>
                  <a:pt x="106" y="0"/>
                </a:lnTo>
                <a:lnTo>
                  <a:pt x="102" y="1"/>
                </a:lnTo>
                <a:lnTo>
                  <a:pt x="8" y="46"/>
                </a:lnTo>
                <a:lnTo>
                  <a:pt x="5" y="48"/>
                </a:lnTo>
                <a:lnTo>
                  <a:pt x="3" y="50"/>
                </a:lnTo>
                <a:lnTo>
                  <a:pt x="2" y="52"/>
                </a:lnTo>
                <a:lnTo>
                  <a:pt x="1" y="54"/>
                </a:lnTo>
                <a:lnTo>
                  <a:pt x="0" y="58"/>
                </a:lnTo>
                <a:lnTo>
                  <a:pt x="0" y="60"/>
                </a:lnTo>
                <a:lnTo>
                  <a:pt x="0" y="63"/>
                </a:lnTo>
                <a:lnTo>
                  <a:pt x="1" y="66"/>
                </a:lnTo>
                <a:lnTo>
                  <a:pt x="82" y="255"/>
                </a:lnTo>
                <a:lnTo>
                  <a:pt x="15" y="255"/>
                </a:lnTo>
                <a:lnTo>
                  <a:pt x="11" y="256"/>
                </a:lnTo>
                <a:lnTo>
                  <a:pt x="7" y="257"/>
                </a:lnTo>
                <a:lnTo>
                  <a:pt x="5" y="259"/>
                </a:lnTo>
                <a:lnTo>
                  <a:pt x="2" y="261"/>
                </a:lnTo>
                <a:lnTo>
                  <a:pt x="1" y="265"/>
                </a:lnTo>
                <a:lnTo>
                  <a:pt x="0" y="268"/>
                </a:lnTo>
                <a:lnTo>
                  <a:pt x="0" y="271"/>
                </a:lnTo>
                <a:lnTo>
                  <a:pt x="1" y="275"/>
                </a:lnTo>
                <a:lnTo>
                  <a:pt x="114" y="635"/>
                </a:lnTo>
                <a:lnTo>
                  <a:pt x="116" y="640"/>
                </a:lnTo>
                <a:lnTo>
                  <a:pt x="120" y="643"/>
                </a:lnTo>
                <a:lnTo>
                  <a:pt x="123" y="645"/>
                </a:lnTo>
                <a:lnTo>
                  <a:pt x="128" y="646"/>
                </a:lnTo>
                <a:lnTo>
                  <a:pt x="596" y="646"/>
                </a:lnTo>
                <a:lnTo>
                  <a:pt x="589" y="676"/>
                </a:lnTo>
                <a:lnTo>
                  <a:pt x="180" y="676"/>
                </a:lnTo>
                <a:lnTo>
                  <a:pt x="172" y="676"/>
                </a:lnTo>
                <a:lnTo>
                  <a:pt x="165" y="677"/>
                </a:lnTo>
                <a:lnTo>
                  <a:pt x="157" y="679"/>
                </a:lnTo>
                <a:lnTo>
                  <a:pt x="151" y="682"/>
                </a:lnTo>
                <a:lnTo>
                  <a:pt x="144" y="685"/>
                </a:lnTo>
                <a:lnTo>
                  <a:pt x="138" y="689"/>
                </a:lnTo>
                <a:lnTo>
                  <a:pt x="131" y="693"/>
                </a:lnTo>
                <a:lnTo>
                  <a:pt x="127" y="698"/>
                </a:lnTo>
                <a:lnTo>
                  <a:pt x="122" y="703"/>
                </a:lnTo>
                <a:lnTo>
                  <a:pt x="117" y="709"/>
                </a:lnTo>
                <a:lnTo>
                  <a:pt x="113" y="716"/>
                </a:lnTo>
                <a:lnTo>
                  <a:pt x="110" y="722"/>
                </a:lnTo>
                <a:lnTo>
                  <a:pt x="108" y="729"/>
                </a:lnTo>
                <a:lnTo>
                  <a:pt x="106" y="736"/>
                </a:lnTo>
                <a:lnTo>
                  <a:pt x="105" y="744"/>
                </a:lnTo>
                <a:lnTo>
                  <a:pt x="105" y="751"/>
                </a:lnTo>
                <a:lnTo>
                  <a:pt x="105" y="759"/>
                </a:lnTo>
                <a:lnTo>
                  <a:pt x="106" y="766"/>
                </a:lnTo>
                <a:lnTo>
                  <a:pt x="108" y="774"/>
                </a:lnTo>
                <a:lnTo>
                  <a:pt x="110" y="780"/>
                </a:lnTo>
                <a:lnTo>
                  <a:pt x="113" y="787"/>
                </a:lnTo>
                <a:lnTo>
                  <a:pt x="117" y="793"/>
                </a:lnTo>
                <a:lnTo>
                  <a:pt x="122" y="798"/>
                </a:lnTo>
                <a:lnTo>
                  <a:pt x="127" y="804"/>
                </a:lnTo>
                <a:lnTo>
                  <a:pt x="131" y="809"/>
                </a:lnTo>
                <a:lnTo>
                  <a:pt x="138" y="813"/>
                </a:lnTo>
                <a:lnTo>
                  <a:pt x="144" y="818"/>
                </a:lnTo>
                <a:lnTo>
                  <a:pt x="151" y="821"/>
                </a:lnTo>
                <a:lnTo>
                  <a:pt x="157" y="823"/>
                </a:lnTo>
                <a:lnTo>
                  <a:pt x="165" y="825"/>
                </a:lnTo>
                <a:lnTo>
                  <a:pt x="172" y="826"/>
                </a:lnTo>
                <a:lnTo>
                  <a:pt x="180" y="826"/>
                </a:lnTo>
                <a:lnTo>
                  <a:pt x="187" y="826"/>
                </a:lnTo>
                <a:lnTo>
                  <a:pt x="195" y="825"/>
                </a:lnTo>
                <a:lnTo>
                  <a:pt x="202" y="823"/>
                </a:lnTo>
                <a:lnTo>
                  <a:pt x="209" y="821"/>
                </a:lnTo>
                <a:lnTo>
                  <a:pt x="215" y="818"/>
                </a:lnTo>
                <a:lnTo>
                  <a:pt x="221" y="813"/>
                </a:lnTo>
                <a:lnTo>
                  <a:pt x="228" y="809"/>
                </a:lnTo>
                <a:lnTo>
                  <a:pt x="233" y="804"/>
                </a:lnTo>
                <a:lnTo>
                  <a:pt x="238" y="798"/>
                </a:lnTo>
                <a:lnTo>
                  <a:pt x="242" y="793"/>
                </a:lnTo>
                <a:lnTo>
                  <a:pt x="246" y="787"/>
                </a:lnTo>
                <a:lnTo>
                  <a:pt x="249" y="780"/>
                </a:lnTo>
                <a:lnTo>
                  <a:pt x="251" y="774"/>
                </a:lnTo>
                <a:lnTo>
                  <a:pt x="254" y="766"/>
                </a:lnTo>
                <a:lnTo>
                  <a:pt x="255" y="759"/>
                </a:lnTo>
                <a:lnTo>
                  <a:pt x="255" y="751"/>
                </a:lnTo>
                <a:lnTo>
                  <a:pt x="254" y="738"/>
                </a:lnTo>
                <a:lnTo>
                  <a:pt x="250" y="727"/>
                </a:lnTo>
                <a:lnTo>
                  <a:pt x="246" y="716"/>
                </a:lnTo>
                <a:lnTo>
                  <a:pt x="240" y="706"/>
                </a:lnTo>
                <a:lnTo>
                  <a:pt x="526" y="706"/>
                </a:lnTo>
                <a:lnTo>
                  <a:pt x="519" y="716"/>
                </a:lnTo>
                <a:lnTo>
                  <a:pt x="514" y="727"/>
                </a:lnTo>
                <a:lnTo>
                  <a:pt x="511" y="738"/>
                </a:lnTo>
                <a:lnTo>
                  <a:pt x="510" y="751"/>
                </a:lnTo>
                <a:lnTo>
                  <a:pt x="511" y="759"/>
                </a:lnTo>
                <a:lnTo>
                  <a:pt x="512" y="766"/>
                </a:lnTo>
                <a:lnTo>
                  <a:pt x="514" y="774"/>
                </a:lnTo>
                <a:lnTo>
                  <a:pt x="516" y="780"/>
                </a:lnTo>
                <a:lnTo>
                  <a:pt x="519" y="787"/>
                </a:lnTo>
                <a:lnTo>
                  <a:pt x="523" y="793"/>
                </a:lnTo>
                <a:lnTo>
                  <a:pt x="528" y="798"/>
                </a:lnTo>
                <a:lnTo>
                  <a:pt x="532" y="804"/>
                </a:lnTo>
                <a:lnTo>
                  <a:pt x="538" y="809"/>
                </a:lnTo>
                <a:lnTo>
                  <a:pt x="543" y="813"/>
                </a:lnTo>
                <a:lnTo>
                  <a:pt x="549" y="818"/>
                </a:lnTo>
                <a:lnTo>
                  <a:pt x="556" y="821"/>
                </a:lnTo>
                <a:lnTo>
                  <a:pt x="563" y="823"/>
                </a:lnTo>
                <a:lnTo>
                  <a:pt x="570" y="825"/>
                </a:lnTo>
                <a:lnTo>
                  <a:pt x="577" y="826"/>
                </a:lnTo>
                <a:lnTo>
                  <a:pt x="586" y="826"/>
                </a:lnTo>
                <a:lnTo>
                  <a:pt x="593" y="826"/>
                </a:lnTo>
                <a:lnTo>
                  <a:pt x="601" y="825"/>
                </a:lnTo>
                <a:lnTo>
                  <a:pt x="607" y="823"/>
                </a:lnTo>
                <a:lnTo>
                  <a:pt x="615" y="821"/>
                </a:lnTo>
                <a:lnTo>
                  <a:pt x="621" y="818"/>
                </a:lnTo>
                <a:lnTo>
                  <a:pt x="628" y="813"/>
                </a:lnTo>
                <a:lnTo>
                  <a:pt x="633" y="809"/>
                </a:lnTo>
                <a:lnTo>
                  <a:pt x="638" y="804"/>
                </a:lnTo>
                <a:lnTo>
                  <a:pt x="644" y="798"/>
                </a:lnTo>
                <a:lnTo>
                  <a:pt x="648" y="793"/>
                </a:lnTo>
                <a:lnTo>
                  <a:pt x="651" y="787"/>
                </a:lnTo>
                <a:lnTo>
                  <a:pt x="654" y="780"/>
                </a:lnTo>
                <a:lnTo>
                  <a:pt x="658" y="774"/>
                </a:lnTo>
                <a:lnTo>
                  <a:pt x="659" y="766"/>
                </a:lnTo>
                <a:lnTo>
                  <a:pt x="660" y="759"/>
                </a:lnTo>
                <a:lnTo>
                  <a:pt x="661" y="751"/>
                </a:lnTo>
                <a:lnTo>
                  <a:pt x="660" y="740"/>
                </a:lnTo>
                <a:lnTo>
                  <a:pt x="658" y="730"/>
                </a:lnTo>
                <a:lnTo>
                  <a:pt x="653" y="720"/>
                </a:lnTo>
                <a:lnTo>
                  <a:pt x="649" y="710"/>
                </a:lnTo>
                <a:lnTo>
                  <a:pt x="643" y="702"/>
                </a:lnTo>
                <a:lnTo>
                  <a:pt x="635" y="695"/>
                </a:lnTo>
                <a:lnTo>
                  <a:pt x="627" y="689"/>
                </a:lnTo>
                <a:lnTo>
                  <a:pt x="618" y="684"/>
                </a:lnTo>
                <a:lnTo>
                  <a:pt x="629" y="637"/>
                </a:lnTo>
                <a:lnTo>
                  <a:pt x="630" y="635"/>
                </a:lnTo>
                <a:lnTo>
                  <a:pt x="630" y="634"/>
                </a:lnTo>
                <a:lnTo>
                  <a:pt x="717" y="274"/>
                </a:lnTo>
                <a:lnTo>
                  <a:pt x="765" y="75"/>
                </a:lnTo>
                <a:lnTo>
                  <a:pt x="886" y="75"/>
                </a:lnTo>
                <a:lnTo>
                  <a:pt x="889" y="75"/>
                </a:lnTo>
                <a:lnTo>
                  <a:pt x="891" y="74"/>
                </a:lnTo>
                <a:lnTo>
                  <a:pt x="895" y="73"/>
                </a:lnTo>
                <a:lnTo>
                  <a:pt x="897" y="70"/>
                </a:lnTo>
                <a:lnTo>
                  <a:pt x="899" y="68"/>
                </a:lnTo>
                <a:lnTo>
                  <a:pt x="900" y="66"/>
                </a:lnTo>
                <a:lnTo>
                  <a:pt x="901" y="63"/>
                </a:lnTo>
                <a:lnTo>
                  <a:pt x="901" y="60"/>
                </a:lnTo>
                <a:lnTo>
                  <a:pt x="901" y="57"/>
                </a:lnTo>
                <a:lnTo>
                  <a:pt x="900" y="54"/>
                </a:lnTo>
                <a:lnTo>
                  <a:pt x="899" y="51"/>
                </a:lnTo>
                <a:lnTo>
                  <a:pt x="897" y="49"/>
                </a:lnTo>
                <a:lnTo>
                  <a:pt x="895" y="47"/>
                </a:lnTo>
                <a:lnTo>
                  <a:pt x="891" y="46"/>
                </a:lnTo>
                <a:lnTo>
                  <a:pt x="889" y="45"/>
                </a:lnTo>
                <a:lnTo>
                  <a:pt x="886" y="4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2" name="Freeform 3073">
            <a:extLst>
              <a:ext uri="{FF2B5EF4-FFF2-40B4-BE49-F238E27FC236}">
                <a16:creationId xmlns:a16="http://schemas.microsoft.com/office/drawing/2014/main" id="{6EFEEE46-16D2-4A2A-B6D1-B7C90562337F}"/>
              </a:ext>
            </a:extLst>
          </p:cNvPr>
          <p:cNvSpPr>
            <a:spLocks noEditPoints="1"/>
          </p:cNvSpPr>
          <p:nvPr/>
        </p:nvSpPr>
        <p:spPr bwMode="auto">
          <a:xfrm>
            <a:off x="908208" y="5734051"/>
            <a:ext cx="285750" cy="285750"/>
          </a:xfrm>
          <a:custGeom>
            <a:avLst/>
            <a:gdLst>
              <a:gd name="T0" fmla="*/ 620 w 720"/>
              <a:gd name="T1" fmla="*/ 289 h 719"/>
              <a:gd name="T2" fmla="*/ 600 w 720"/>
              <a:gd name="T3" fmla="*/ 278 h 719"/>
              <a:gd name="T4" fmla="*/ 636 w 720"/>
              <a:gd name="T5" fmla="*/ 145 h 719"/>
              <a:gd name="T6" fmla="*/ 695 w 720"/>
              <a:gd name="T7" fmla="*/ 114 h 719"/>
              <a:gd name="T8" fmla="*/ 680 w 720"/>
              <a:gd name="T9" fmla="*/ 209 h 719"/>
              <a:gd name="T10" fmla="*/ 645 w 720"/>
              <a:gd name="T11" fmla="*/ 270 h 719"/>
              <a:gd name="T12" fmla="*/ 425 w 720"/>
              <a:gd name="T13" fmla="*/ 278 h 719"/>
              <a:gd name="T14" fmla="*/ 416 w 720"/>
              <a:gd name="T15" fmla="*/ 280 h 719"/>
              <a:gd name="T16" fmla="*/ 298 w 720"/>
              <a:gd name="T17" fmla="*/ 282 h 719"/>
              <a:gd name="T18" fmla="*/ 261 w 720"/>
              <a:gd name="T19" fmla="*/ 160 h 719"/>
              <a:gd name="T20" fmla="*/ 332 w 720"/>
              <a:gd name="T21" fmla="*/ 150 h 719"/>
              <a:gd name="T22" fmla="*/ 364 w 720"/>
              <a:gd name="T23" fmla="*/ 101 h 719"/>
              <a:gd name="T24" fmla="*/ 462 w 720"/>
              <a:gd name="T25" fmla="*/ 158 h 719"/>
              <a:gd name="T26" fmla="*/ 49 w 720"/>
              <a:gd name="T27" fmla="*/ 236 h 719"/>
              <a:gd name="T28" fmla="*/ 29 w 720"/>
              <a:gd name="T29" fmla="*/ 170 h 719"/>
              <a:gd name="T30" fmla="*/ 24 w 720"/>
              <a:gd name="T31" fmla="*/ 72 h 719"/>
              <a:gd name="T32" fmla="*/ 90 w 720"/>
              <a:gd name="T33" fmla="*/ 177 h 719"/>
              <a:gd name="T34" fmla="*/ 129 w 720"/>
              <a:gd name="T35" fmla="*/ 298 h 719"/>
              <a:gd name="T36" fmla="*/ 91 w 720"/>
              <a:gd name="T37" fmla="*/ 284 h 719"/>
              <a:gd name="T38" fmla="*/ 719 w 720"/>
              <a:gd name="T39" fmla="*/ 69 h 719"/>
              <a:gd name="T40" fmla="*/ 712 w 720"/>
              <a:gd name="T41" fmla="*/ 50 h 719"/>
              <a:gd name="T42" fmla="*/ 644 w 720"/>
              <a:gd name="T43" fmla="*/ 21 h 719"/>
              <a:gd name="T44" fmla="*/ 632 w 720"/>
              <a:gd name="T45" fmla="*/ 0 h 719"/>
              <a:gd name="T46" fmla="*/ 77 w 720"/>
              <a:gd name="T47" fmla="*/ 13 h 719"/>
              <a:gd name="T48" fmla="*/ 12 w 720"/>
              <a:gd name="T49" fmla="*/ 48 h 719"/>
              <a:gd name="T50" fmla="*/ 0 w 720"/>
              <a:gd name="T51" fmla="*/ 66 h 719"/>
              <a:gd name="T52" fmla="*/ 6 w 720"/>
              <a:gd name="T53" fmla="*/ 177 h 719"/>
              <a:gd name="T54" fmla="*/ 29 w 720"/>
              <a:gd name="T55" fmla="*/ 250 h 719"/>
              <a:gd name="T56" fmla="*/ 73 w 720"/>
              <a:gd name="T57" fmla="*/ 302 h 719"/>
              <a:gd name="T58" fmla="*/ 130 w 720"/>
              <a:gd name="T59" fmla="*/ 322 h 719"/>
              <a:gd name="T60" fmla="*/ 195 w 720"/>
              <a:gd name="T61" fmla="*/ 379 h 719"/>
              <a:gd name="T62" fmla="*/ 288 w 720"/>
              <a:gd name="T63" fmla="*/ 441 h 719"/>
              <a:gd name="T64" fmla="*/ 312 w 720"/>
              <a:gd name="T65" fmla="*/ 476 h 719"/>
              <a:gd name="T66" fmla="*/ 316 w 720"/>
              <a:gd name="T67" fmla="*/ 529 h 719"/>
              <a:gd name="T68" fmla="*/ 299 w 720"/>
              <a:gd name="T69" fmla="*/ 596 h 719"/>
              <a:gd name="T70" fmla="*/ 262 w 720"/>
              <a:gd name="T71" fmla="*/ 628 h 719"/>
              <a:gd name="T72" fmla="*/ 204 w 720"/>
              <a:gd name="T73" fmla="*/ 635 h 719"/>
              <a:gd name="T74" fmla="*/ 192 w 720"/>
              <a:gd name="T75" fmla="*/ 707 h 719"/>
              <a:gd name="T76" fmla="*/ 515 w 720"/>
              <a:gd name="T77" fmla="*/ 719 h 719"/>
              <a:gd name="T78" fmla="*/ 527 w 720"/>
              <a:gd name="T79" fmla="*/ 647 h 719"/>
              <a:gd name="T80" fmla="*/ 501 w 720"/>
              <a:gd name="T81" fmla="*/ 635 h 719"/>
              <a:gd name="T82" fmla="*/ 445 w 720"/>
              <a:gd name="T83" fmla="*/ 618 h 719"/>
              <a:gd name="T84" fmla="*/ 412 w 720"/>
              <a:gd name="T85" fmla="*/ 577 h 719"/>
              <a:gd name="T86" fmla="*/ 401 w 720"/>
              <a:gd name="T87" fmla="*/ 511 h 719"/>
              <a:gd name="T88" fmla="*/ 410 w 720"/>
              <a:gd name="T89" fmla="*/ 470 h 719"/>
              <a:gd name="T90" fmla="*/ 443 w 720"/>
              <a:gd name="T91" fmla="*/ 431 h 719"/>
              <a:gd name="T92" fmla="*/ 537 w 720"/>
              <a:gd name="T93" fmla="*/ 367 h 719"/>
              <a:gd name="T94" fmla="*/ 601 w 720"/>
              <a:gd name="T95" fmla="*/ 321 h 719"/>
              <a:gd name="T96" fmla="*/ 653 w 720"/>
              <a:gd name="T97" fmla="*/ 295 h 719"/>
              <a:gd name="T98" fmla="*/ 696 w 720"/>
              <a:gd name="T99" fmla="*/ 233 h 719"/>
              <a:gd name="T100" fmla="*/ 718 w 720"/>
              <a:gd name="T101" fmla="*/ 141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0" h="719">
                <a:moveTo>
                  <a:pt x="645" y="270"/>
                </a:moveTo>
                <a:lnTo>
                  <a:pt x="640" y="276"/>
                </a:lnTo>
                <a:lnTo>
                  <a:pt x="633" y="280"/>
                </a:lnTo>
                <a:lnTo>
                  <a:pt x="627" y="284"/>
                </a:lnTo>
                <a:lnTo>
                  <a:pt x="620" y="289"/>
                </a:lnTo>
                <a:lnTo>
                  <a:pt x="614" y="291"/>
                </a:lnTo>
                <a:lnTo>
                  <a:pt x="606" y="295"/>
                </a:lnTo>
                <a:lnTo>
                  <a:pt x="599" y="296"/>
                </a:lnTo>
                <a:lnTo>
                  <a:pt x="590" y="298"/>
                </a:lnTo>
                <a:lnTo>
                  <a:pt x="600" y="278"/>
                </a:lnTo>
                <a:lnTo>
                  <a:pt x="609" y="257"/>
                </a:lnTo>
                <a:lnTo>
                  <a:pt x="618" y="233"/>
                </a:lnTo>
                <a:lnTo>
                  <a:pt x="625" y="207"/>
                </a:lnTo>
                <a:lnTo>
                  <a:pt x="631" y="177"/>
                </a:lnTo>
                <a:lnTo>
                  <a:pt x="636" y="145"/>
                </a:lnTo>
                <a:lnTo>
                  <a:pt x="639" y="110"/>
                </a:lnTo>
                <a:lnTo>
                  <a:pt x="643" y="72"/>
                </a:lnTo>
                <a:lnTo>
                  <a:pt x="695" y="72"/>
                </a:lnTo>
                <a:lnTo>
                  <a:pt x="695" y="90"/>
                </a:lnTo>
                <a:lnTo>
                  <a:pt x="695" y="114"/>
                </a:lnTo>
                <a:lnTo>
                  <a:pt x="694" y="140"/>
                </a:lnTo>
                <a:lnTo>
                  <a:pt x="690" y="167"/>
                </a:lnTo>
                <a:lnTo>
                  <a:pt x="687" y="182"/>
                </a:lnTo>
                <a:lnTo>
                  <a:pt x="684" y="196"/>
                </a:lnTo>
                <a:lnTo>
                  <a:pt x="680" y="209"/>
                </a:lnTo>
                <a:lnTo>
                  <a:pt x="675" y="223"/>
                </a:lnTo>
                <a:lnTo>
                  <a:pt x="669" y="236"/>
                </a:lnTo>
                <a:lnTo>
                  <a:pt x="662" y="248"/>
                </a:lnTo>
                <a:lnTo>
                  <a:pt x="655" y="259"/>
                </a:lnTo>
                <a:lnTo>
                  <a:pt x="645" y="270"/>
                </a:lnTo>
                <a:lnTo>
                  <a:pt x="645" y="270"/>
                </a:lnTo>
                <a:close/>
                <a:moveTo>
                  <a:pt x="460" y="160"/>
                </a:moveTo>
                <a:lnTo>
                  <a:pt x="402" y="205"/>
                </a:lnTo>
                <a:lnTo>
                  <a:pt x="425" y="273"/>
                </a:lnTo>
                <a:lnTo>
                  <a:pt x="425" y="278"/>
                </a:lnTo>
                <a:lnTo>
                  <a:pt x="424" y="280"/>
                </a:lnTo>
                <a:lnTo>
                  <a:pt x="421" y="282"/>
                </a:lnTo>
                <a:lnTo>
                  <a:pt x="420" y="282"/>
                </a:lnTo>
                <a:lnTo>
                  <a:pt x="418" y="282"/>
                </a:lnTo>
                <a:lnTo>
                  <a:pt x="416" y="280"/>
                </a:lnTo>
                <a:lnTo>
                  <a:pt x="360" y="235"/>
                </a:lnTo>
                <a:lnTo>
                  <a:pt x="304" y="280"/>
                </a:lnTo>
                <a:lnTo>
                  <a:pt x="303" y="282"/>
                </a:lnTo>
                <a:lnTo>
                  <a:pt x="300" y="282"/>
                </a:lnTo>
                <a:lnTo>
                  <a:pt x="298" y="282"/>
                </a:lnTo>
                <a:lnTo>
                  <a:pt x="297" y="280"/>
                </a:lnTo>
                <a:lnTo>
                  <a:pt x="294" y="278"/>
                </a:lnTo>
                <a:lnTo>
                  <a:pt x="294" y="273"/>
                </a:lnTo>
                <a:lnTo>
                  <a:pt x="317" y="205"/>
                </a:lnTo>
                <a:lnTo>
                  <a:pt x="261" y="160"/>
                </a:lnTo>
                <a:lnTo>
                  <a:pt x="259" y="158"/>
                </a:lnTo>
                <a:lnTo>
                  <a:pt x="259" y="154"/>
                </a:lnTo>
                <a:lnTo>
                  <a:pt x="261" y="151"/>
                </a:lnTo>
                <a:lnTo>
                  <a:pt x="264" y="150"/>
                </a:lnTo>
                <a:lnTo>
                  <a:pt x="332" y="150"/>
                </a:lnTo>
                <a:lnTo>
                  <a:pt x="354" y="101"/>
                </a:lnTo>
                <a:lnTo>
                  <a:pt x="356" y="97"/>
                </a:lnTo>
                <a:lnTo>
                  <a:pt x="358" y="97"/>
                </a:lnTo>
                <a:lnTo>
                  <a:pt x="362" y="97"/>
                </a:lnTo>
                <a:lnTo>
                  <a:pt x="364" y="101"/>
                </a:lnTo>
                <a:lnTo>
                  <a:pt x="388" y="150"/>
                </a:lnTo>
                <a:lnTo>
                  <a:pt x="456" y="150"/>
                </a:lnTo>
                <a:lnTo>
                  <a:pt x="460" y="151"/>
                </a:lnTo>
                <a:lnTo>
                  <a:pt x="462" y="154"/>
                </a:lnTo>
                <a:lnTo>
                  <a:pt x="462" y="158"/>
                </a:lnTo>
                <a:lnTo>
                  <a:pt x="460" y="160"/>
                </a:lnTo>
                <a:close/>
                <a:moveTo>
                  <a:pt x="72" y="270"/>
                </a:moveTo>
                <a:lnTo>
                  <a:pt x="63" y="260"/>
                </a:lnTo>
                <a:lnTo>
                  <a:pt x="55" y="248"/>
                </a:lnTo>
                <a:lnTo>
                  <a:pt x="49" y="236"/>
                </a:lnTo>
                <a:lnTo>
                  <a:pt x="43" y="225"/>
                </a:lnTo>
                <a:lnTo>
                  <a:pt x="38" y="211"/>
                </a:lnTo>
                <a:lnTo>
                  <a:pt x="35" y="198"/>
                </a:lnTo>
                <a:lnTo>
                  <a:pt x="31" y="184"/>
                </a:lnTo>
                <a:lnTo>
                  <a:pt x="29" y="170"/>
                </a:lnTo>
                <a:lnTo>
                  <a:pt x="27" y="142"/>
                </a:lnTo>
                <a:lnTo>
                  <a:pt x="24" y="116"/>
                </a:lnTo>
                <a:lnTo>
                  <a:pt x="24" y="92"/>
                </a:lnTo>
                <a:lnTo>
                  <a:pt x="24" y="72"/>
                </a:lnTo>
                <a:lnTo>
                  <a:pt x="24" y="72"/>
                </a:lnTo>
                <a:lnTo>
                  <a:pt x="24" y="72"/>
                </a:lnTo>
                <a:lnTo>
                  <a:pt x="78" y="72"/>
                </a:lnTo>
                <a:lnTo>
                  <a:pt x="80" y="110"/>
                </a:lnTo>
                <a:lnTo>
                  <a:pt x="85" y="145"/>
                </a:lnTo>
                <a:lnTo>
                  <a:pt x="90" y="177"/>
                </a:lnTo>
                <a:lnTo>
                  <a:pt x="96" y="207"/>
                </a:lnTo>
                <a:lnTo>
                  <a:pt x="103" y="233"/>
                </a:lnTo>
                <a:lnTo>
                  <a:pt x="111" y="257"/>
                </a:lnTo>
                <a:lnTo>
                  <a:pt x="119" y="278"/>
                </a:lnTo>
                <a:lnTo>
                  <a:pt x="129" y="298"/>
                </a:lnTo>
                <a:lnTo>
                  <a:pt x="121" y="296"/>
                </a:lnTo>
                <a:lnTo>
                  <a:pt x="112" y="295"/>
                </a:lnTo>
                <a:lnTo>
                  <a:pt x="105" y="291"/>
                </a:lnTo>
                <a:lnTo>
                  <a:pt x="98" y="289"/>
                </a:lnTo>
                <a:lnTo>
                  <a:pt x="91" y="284"/>
                </a:lnTo>
                <a:lnTo>
                  <a:pt x="84" y="280"/>
                </a:lnTo>
                <a:lnTo>
                  <a:pt x="78" y="276"/>
                </a:lnTo>
                <a:lnTo>
                  <a:pt x="72" y="270"/>
                </a:lnTo>
                <a:lnTo>
                  <a:pt x="72" y="270"/>
                </a:lnTo>
                <a:close/>
                <a:moveTo>
                  <a:pt x="719" y="69"/>
                </a:moveTo>
                <a:lnTo>
                  <a:pt x="719" y="64"/>
                </a:lnTo>
                <a:lnTo>
                  <a:pt x="719" y="60"/>
                </a:lnTo>
                <a:lnTo>
                  <a:pt x="719" y="56"/>
                </a:lnTo>
                <a:lnTo>
                  <a:pt x="715" y="52"/>
                </a:lnTo>
                <a:lnTo>
                  <a:pt x="712" y="50"/>
                </a:lnTo>
                <a:lnTo>
                  <a:pt x="707" y="48"/>
                </a:lnTo>
                <a:lnTo>
                  <a:pt x="643" y="48"/>
                </a:lnTo>
                <a:lnTo>
                  <a:pt x="644" y="39"/>
                </a:lnTo>
                <a:lnTo>
                  <a:pt x="644" y="31"/>
                </a:lnTo>
                <a:lnTo>
                  <a:pt x="644" y="21"/>
                </a:lnTo>
                <a:lnTo>
                  <a:pt x="644" y="13"/>
                </a:lnTo>
                <a:lnTo>
                  <a:pt x="643" y="8"/>
                </a:lnTo>
                <a:lnTo>
                  <a:pt x="640" y="3"/>
                </a:lnTo>
                <a:lnTo>
                  <a:pt x="637" y="1"/>
                </a:lnTo>
                <a:lnTo>
                  <a:pt x="632" y="0"/>
                </a:lnTo>
                <a:lnTo>
                  <a:pt x="88" y="0"/>
                </a:lnTo>
                <a:lnTo>
                  <a:pt x="84" y="1"/>
                </a:lnTo>
                <a:lnTo>
                  <a:pt x="80" y="3"/>
                </a:lnTo>
                <a:lnTo>
                  <a:pt x="78" y="8"/>
                </a:lnTo>
                <a:lnTo>
                  <a:pt x="77" y="13"/>
                </a:lnTo>
                <a:lnTo>
                  <a:pt x="77" y="21"/>
                </a:lnTo>
                <a:lnTo>
                  <a:pt x="77" y="31"/>
                </a:lnTo>
                <a:lnTo>
                  <a:pt x="77" y="39"/>
                </a:lnTo>
                <a:lnTo>
                  <a:pt x="77" y="48"/>
                </a:lnTo>
                <a:lnTo>
                  <a:pt x="12" y="48"/>
                </a:lnTo>
                <a:lnTo>
                  <a:pt x="8" y="50"/>
                </a:lnTo>
                <a:lnTo>
                  <a:pt x="4" y="52"/>
                </a:lnTo>
                <a:lnTo>
                  <a:pt x="2" y="56"/>
                </a:lnTo>
                <a:lnTo>
                  <a:pt x="0" y="60"/>
                </a:lnTo>
                <a:lnTo>
                  <a:pt x="0" y="66"/>
                </a:lnTo>
                <a:lnTo>
                  <a:pt x="0" y="72"/>
                </a:lnTo>
                <a:lnTo>
                  <a:pt x="0" y="94"/>
                </a:lnTo>
                <a:lnTo>
                  <a:pt x="0" y="119"/>
                </a:lnTo>
                <a:lnTo>
                  <a:pt x="3" y="147"/>
                </a:lnTo>
                <a:lnTo>
                  <a:pt x="6" y="177"/>
                </a:lnTo>
                <a:lnTo>
                  <a:pt x="9" y="192"/>
                </a:lnTo>
                <a:lnTo>
                  <a:pt x="12" y="207"/>
                </a:lnTo>
                <a:lnTo>
                  <a:pt x="17" y="222"/>
                </a:lnTo>
                <a:lnTo>
                  <a:pt x="22" y="236"/>
                </a:lnTo>
                <a:lnTo>
                  <a:pt x="29" y="250"/>
                </a:lnTo>
                <a:lnTo>
                  <a:pt x="36" y="263"/>
                </a:lnTo>
                <a:lnTo>
                  <a:pt x="44" y="276"/>
                </a:lnTo>
                <a:lnTo>
                  <a:pt x="55" y="286"/>
                </a:lnTo>
                <a:lnTo>
                  <a:pt x="63" y="295"/>
                </a:lnTo>
                <a:lnTo>
                  <a:pt x="73" y="302"/>
                </a:lnTo>
                <a:lnTo>
                  <a:pt x="84" y="308"/>
                </a:lnTo>
                <a:lnTo>
                  <a:pt x="94" y="314"/>
                </a:lnTo>
                <a:lnTo>
                  <a:pt x="106" y="317"/>
                </a:lnTo>
                <a:lnTo>
                  <a:pt x="118" y="321"/>
                </a:lnTo>
                <a:lnTo>
                  <a:pt x="130" y="322"/>
                </a:lnTo>
                <a:lnTo>
                  <a:pt x="143" y="323"/>
                </a:lnTo>
                <a:lnTo>
                  <a:pt x="156" y="340"/>
                </a:lnTo>
                <a:lnTo>
                  <a:pt x="169" y="355"/>
                </a:lnTo>
                <a:lnTo>
                  <a:pt x="182" y="368"/>
                </a:lnTo>
                <a:lnTo>
                  <a:pt x="195" y="379"/>
                </a:lnTo>
                <a:lnTo>
                  <a:pt x="222" y="398"/>
                </a:lnTo>
                <a:lnTo>
                  <a:pt x="248" y="414"/>
                </a:lnTo>
                <a:lnTo>
                  <a:pt x="262" y="423"/>
                </a:lnTo>
                <a:lnTo>
                  <a:pt x="276" y="433"/>
                </a:lnTo>
                <a:lnTo>
                  <a:pt x="288" y="441"/>
                </a:lnTo>
                <a:lnTo>
                  <a:pt x="298" y="452"/>
                </a:lnTo>
                <a:lnTo>
                  <a:pt x="303" y="456"/>
                </a:lnTo>
                <a:lnTo>
                  <a:pt x="306" y="462"/>
                </a:lnTo>
                <a:lnTo>
                  <a:pt x="310" y="470"/>
                </a:lnTo>
                <a:lnTo>
                  <a:pt x="312" y="476"/>
                </a:lnTo>
                <a:lnTo>
                  <a:pt x="314" y="484"/>
                </a:lnTo>
                <a:lnTo>
                  <a:pt x="316" y="492"/>
                </a:lnTo>
                <a:lnTo>
                  <a:pt x="317" y="500"/>
                </a:lnTo>
                <a:lnTo>
                  <a:pt x="317" y="510"/>
                </a:lnTo>
                <a:lnTo>
                  <a:pt x="316" y="529"/>
                </a:lnTo>
                <a:lnTo>
                  <a:pt x="314" y="546"/>
                </a:lnTo>
                <a:lnTo>
                  <a:pt x="312" y="561"/>
                </a:lnTo>
                <a:lnTo>
                  <a:pt x="308" y="574"/>
                </a:lnTo>
                <a:lnTo>
                  <a:pt x="305" y="586"/>
                </a:lnTo>
                <a:lnTo>
                  <a:pt x="299" y="596"/>
                </a:lnTo>
                <a:lnTo>
                  <a:pt x="293" y="605"/>
                </a:lnTo>
                <a:lnTo>
                  <a:pt x="287" y="612"/>
                </a:lnTo>
                <a:lnTo>
                  <a:pt x="279" y="618"/>
                </a:lnTo>
                <a:lnTo>
                  <a:pt x="270" y="623"/>
                </a:lnTo>
                <a:lnTo>
                  <a:pt x="262" y="628"/>
                </a:lnTo>
                <a:lnTo>
                  <a:pt x="251" y="630"/>
                </a:lnTo>
                <a:lnTo>
                  <a:pt x="241" y="633"/>
                </a:lnTo>
                <a:lnTo>
                  <a:pt x="230" y="634"/>
                </a:lnTo>
                <a:lnTo>
                  <a:pt x="217" y="635"/>
                </a:lnTo>
                <a:lnTo>
                  <a:pt x="204" y="635"/>
                </a:lnTo>
                <a:lnTo>
                  <a:pt x="199" y="636"/>
                </a:lnTo>
                <a:lnTo>
                  <a:pt x="195" y="638"/>
                </a:lnTo>
                <a:lnTo>
                  <a:pt x="193" y="642"/>
                </a:lnTo>
                <a:lnTo>
                  <a:pt x="192" y="647"/>
                </a:lnTo>
                <a:lnTo>
                  <a:pt x="192" y="707"/>
                </a:lnTo>
                <a:lnTo>
                  <a:pt x="193" y="711"/>
                </a:lnTo>
                <a:lnTo>
                  <a:pt x="195" y="716"/>
                </a:lnTo>
                <a:lnTo>
                  <a:pt x="199" y="718"/>
                </a:lnTo>
                <a:lnTo>
                  <a:pt x="204" y="719"/>
                </a:lnTo>
                <a:lnTo>
                  <a:pt x="515" y="719"/>
                </a:lnTo>
                <a:lnTo>
                  <a:pt x="520" y="718"/>
                </a:lnTo>
                <a:lnTo>
                  <a:pt x="524" y="716"/>
                </a:lnTo>
                <a:lnTo>
                  <a:pt x="526" y="711"/>
                </a:lnTo>
                <a:lnTo>
                  <a:pt x="527" y="707"/>
                </a:lnTo>
                <a:lnTo>
                  <a:pt x="527" y="647"/>
                </a:lnTo>
                <a:lnTo>
                  <a:pt x="526" y="642"/>
                </a:lnTo>
                <a:lnTo>
                  <a:pt x="524" y="638"/>
                </a:lnTo>
                <a:lnTo>
                  <a:pt x="520" y="636"/>
                </a:lnTo>
                <a:lnTo>
                  <a:pt x="515" y="635"/>
                </a:lnTo>
                <a:lnTo>
                  <a:pt x="501" y="635"/>
                </a:lnTo>
                <a:lnTo>
                  <a:pt x="488" y="634"/>
                </a:lnTo>
                <a:lnTo>
                  <a:pt x="476" y="631"/>
                </a:lnTo>
                <a:lnTo>
                  <a:pt x="464" y="628"/>
                </a:lnTo>
                <a:lnTo>
                  <a:pt x="455" y="623"/>
                </a:lnTo>
                <a:lnTo>
                  <a:pt x="445" y="618"/>
                </a:lnTo>
                <a:lnTo>
                  <a:pt x="437" y="612"/>
                </a:lnTo>
                <a:lnTo>
                  <a:pt x="429" y="605"/>
                </a:lnTo>
                <a:lnTo>
                  <a:pt x="423" y="597"/>
                </a:lnTo>
                <a:lnTo>
                  <a:pt x="417" y="587"/>
                </a:lnTo>
                <a:lnTo>
                  <a:pt x="412" y="577"/>
                </a:lnTo>
                <a:lnTo>
                  <a:pt x="408" y="566"/>
                </a:lnTo>
                <a:lnTo>
                  <a:pt x="405" y="554"/>
                </a:lnTo>
                <a:lnTo>
                  <a:pt x="402" y="541"/>
                </a:lnTo>
                <a:lnTo>
                  <a:pt x="401" y="525"/>
                </a:lnTo>
                <a:lnTo>
                  <a:pt x="401" y="511"/>
                </a:lnTo>
                <a:lnTo>
                  <a:pt x="401" y="500"/>
                </a:lnTo>
                <a:lnTo>
                  <a:pt x="402" y="492"/>
                </a:lnTo>
                <a:lnTo>
                  <a:pt x="404" y="484"/>
                </a:lnTo>
                <a:lnTo>
                  <a:pt x="406" y="476"/>
                </a:lnTo>
                <a:lnTo>
                  <a:pt x="410" y="470"/>
                </a:lnTo>
                <a:lnTo>
                  <a:pt x="412" y="462"/>
                </a:lnTo>
                <a:lnTo>
                  <a:pt x="417" y="456"/>
                </a:lnTo>
                <a:lnTo>
                  <a:pt x="420" y="451"/>
                </a:lnTo>
                <a:lnTo>
                  <a:pt x="431" y="441"/>
                </a:lnTo>
                <a:lnTo>
                  <a:pt x="443" y="431"/>
                </a:lnTo>
                <a:lnTo>
                  <a:pt x="456" y="423"/>
                </a:lnTo>
                <a:lnTo>
                  <a:pt x="471" y="414"/>
                </a:lnTo>
                <a:lnTo>
                  <a:pt x="498" y="398"/>
                </a:lnTo>
                <a:lnTo>
                  <a:pt x="524" y="379"/>
                </a:lnTo>
                <a:lnTo>
                  <a:pt x="537" y="367"/>
                </a:lnTo>
                <a:lnTo>
                  <a:pt x="550" y="354"/>
                </a:lnTo>
                <a:lnTo>
                  <a:pt x="563" y="340"/>
                </a:lnTo>
                <a:lnTo>
                  <a:pt x="575" y="323"/>
                </a:lnTo>
                <a:lnTo>
                  <a:pt x="588" y="322"/>
                </a:lnTo>
                <a:lnTo>
                  <a:pt x="601" y="321"/>
                </a:lnTo>
                <a:lnTo>
                  <a:pt x="612" y="317"/>
                </a:lnTo>
                <a:lnTo>
                  <a:pt x="624" y="314"/>
                </a:lnTo>
                <a:lnTo>
                  <a:pt x="634" y="308"/>
                </a:lnTo>
                <a:lnTo>
                  <a:pt x="644" y="302"/>
                </a:lnTo>
                <a:lnTo>
                  <a:pt x="653" y="295"/>
                </a:lnTo>
                <a:lnTo>
                  <a:pt x="663" y="286"/>
                </a:lnTo>
                <a:lnTo>
                  <a:pt x="672" y="274"/>
                </a:lnTo>
                <a:lnTo>
                  <a:pt x="682" y="261"/>
                </a:lnTo>
                <a:lnTo>
                  <a:pt x="690" y="248"/>
                </a:lnTo>
                <a:lnTo>
                  <a:pt x="696" y="233"/>
                </a:lnTo>
                <a:lnTo>
                  <a:pt x="702" y="219"/>
                </a:lnTo>
                <a:lnTo>
                  <a:pt x="707" y="203"/>
                </a:lnTo>
                <a:lnTo>
                  <a:pt x="711" y="188"/>
                </a:lnTo>
                <a:lnTo>
                  <a:pt x="713" y="171"/>
                </a:lnTo>
                <a:lnTo>
                  <a:pt x="718" y="141"/>
                </a:lnTo>
                <a:lnTo>
                  <a:pt x="719" y="113"/>
                </a:lnTo>
                <a:lnTo>
                  <a:pt x="720" y="88"/>
                </a:lnTo>
                <a:lnTo>
                  <a:pt x="719" y="6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Tree>
    <p:extLst>
      <p:ext uri="{BB962C8B-B14F-4D97-AF65-F5344CB8AC3E}">
        <p14:creationId xmlns:p14="http://schemas.microsoft.com/office/powerpoint/2010/main" val="297867330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B1AADD15-EF19-4140-88C7-FA18D3670B4A}"/>
              </a:ext>
            </a:extLst>
          </p:cNvPr>
          <p:cNvSpPr txBox="1"/>
          <p:nvPr/>
        </p:nvSpPr>
        <p:spPr>
          <a:xfrm>
            <a:off x="431800" y="191214"/>
            <a:ext cx="11328400" cy="73866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3F3F3F"/>
                </a:solidFill>
                <a:effectLst/>
                <a:uLnTx/>
                <a:uFillTx/>
                <a:latin typeface="Corbel" panose="020B0503020204020204"/>
                <a:ea typeface="+mn-ea"/>
                <a:cs typeface="+mn-cs"/>
              </a:rPr>
              <a:t>TABLES</a:t>
            </a:r>
          </a:p>
        </p:txBody>
      </p:sp>
      <p:grpSp>
        <p:nvGrpSpPr>
          <p:cNvPr id="5" name="Group 4">
            <a:extLst>
              <a:ext uri="{FF2B5EF4-FFF2-40B4-BE49-F238E27FC236}">
                <a16:creationId xmlns:a16="http://schemas.microsoft.com/office/drawing/2014/main" id="{D903D880-2121-4AF1-AB91-4DE7F5B28CF3}"/>
              </a:ext>
            </a:extLst>
          </p:cNvPr>
          <p:cNvGrpSpPr/>
          <p:nvPr/>
        </p:nvGrpSpPr>
        <p:grpSpPr>
          <a:xfrm>
            <a:off x="5319855" y="6478321"/>
            <a:ext cx="1552291" cy="121183"/>
            <a:chOff x="4665436" y="4689691"/>
            <a:chExt cx="2415114" cy="121183"/>
          </a:xfrm>
        </p:grpSpPr>
        <p:sp>
          <p:nvSpPr>
            <p:cNvPr id="6" name="Rectangle: Rounded Corners 5">
              <a:extLst>
                <a:ext uri="{FF2B5EF4-FFF2-40B4-BE49-F238E27FC236}">
                  <a16:creationId xmlns:a16="http://schemas.microsoft.com/office/drawing/2014/main" id="{BC7BF908-FDDB-4BF7-BD98-0F1BBFA71B88}"/>
                </a:ext>
              </a:extLst>
            </p:cNvPr>
            <p:cNvSpPr/>
            <p:nvPr/>
          </p:nvSpPr>
          <p:spPr>
            <a:xfrm>
              <a:off x="4665436" y="4689691"/>
              <a:ext cx="1075758" cy="121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ectangle: Rounded Corners 6">
              <a:extLst>
                <a:ext uri="{FF2B5EF4-FFF2-40B4-BE49-F238E27FC236}">
                  <a16:creationId xmlns:a16="http://schemas.microsoft.com/office/drawing/2014/main" id="{B1F27A12-06B2-470B-96A1-37F027DD98F8}"/>
                </a:ext>
              </a:extLst>
            </p:cNvPr>
            <p:cNvSpPr/>
            <p:nvPr/>
          </p:nvSpPr>
          <p:spPr>
            <a:xfrm>
              <a:off x="6004792" y="4689691"/>
              <a:ext cx="1075758" cy="12118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grpSp>
      <p:sp>
        <p:nvSpPr>
          <p:cNvPr id="8" name="Date Placeholder 7">
            <a:extLst>
              <a:ext uri="{FF2B5EF4-FFF2-40B4-BE49-F238E27FC236}">
                <a16:creationId xmlns:a16="http://schemas.microsoft.com/office/drawing/2014/main" id="{ED17E5F7-A895-4DA2-9E2E-33870877DB5B}"/>
              </a:ext>
            </a:extLst>
          </p:cNvPr>
          <p:cNvSpPr>
            <a:spLocks noGrp="1"/>
          </p:cNvSpPr>
          <p:nvPr>
            <p:ph type="dt" sz="half" idx="10"/>
          </p:nvPr>
        </p:nvSpPr>
        <p:spPr>
          <a:xfrm>
            <a:off x="838200" y="6356350"/>
            <a:ext cx="27432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22ABB57-F0EC-4286-B1AC-36841ACD99BD}" type="datetime1">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9" name="Slide Number Placeholder 8">
            <a:extLst>
              <a:ext uri="{FF2B5EF4-FFF2-40B4-BE49-F238E27FC236}">
                <a16:creationId xmlns:a16="http://schemas.microsoft.com/office/drawing/2014/main" id="{DAA389C8-B2EE-4FCB-A752-D81FA60401A6}"/>
              </a:ext>
            </a:extLst>
          </p:cNvPr>
          <p:cNvSpPr>
            <a:spLocks noGrp="1"/>
          </p:cNvSpPr>
          <p:nvPr>
            <p:ph type="sldNum" sz="quarter" idx="12"/>
          </p:nvPr>
        </p:nvSpPr>
        <p:spPr>
          <a:xfrm>
            <a:off x="8610600" y="6356350"/>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94E2DD-4F38-4D2A-97E5-5D7467AA1DEC}" type="slidenum">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cxnSp>
        <p:nvCxnSpPr>
          <p:cNvPr id="11" name="Straight Connector 10">
            <a:extLst>
              <a:ext uri="{FF2B5EF4-FFF2-40B4-BE49-F238E27FC236}">
                <a16:creationId xmlns:a16="http://schemas.microsoft.com/office/drawing/2014/main" id="{AA5807D1-3318-4BBB-AB4D-32C21D92ABDB}"/>
              </a:ext>
            </a:extLst>
          </p:cNvPr>
          <p:cNvCxnSpPr/>
          <p:nvPr/>
        </p:nvCxnSpPr>
        <p:spPr>
          <a:xfrm>
            <a:off x="2638845" y="1193453"/>
            <a:ext cx="0" cy="493122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4B959DDA-3A6D-4191-AB9B-0DB16E7D71E2}"/>
              </a:ext>
            </a:extLst>
          </p:cNvPr>
          <p:cNvCxnSpPr/>
          <p:nvPr/>
        </p:nvCxnSpPr>
        <p:spPr>
          <a:xfrm>
            <a:off x="4943616" y="1193453"/>
            <a:ext cx="0" cy="493122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E49C9BF0-54D9-44A4-A74A-2981F5C551EF}"/>
              </a:ext>
            </a:extLst>
          </p:cNvPr>
          <p:cNvCxnSpPr/>
          <p:nvPr/>
        </p:nvCxnSpPr>
        <p:spPr>
          <a:xfrm>
            <a:off x="7248387" y="1193453"/>
            <a:ext cx="0" cy="493122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C067D90A-A2B1-49CC-8087-888224E7D34E}"/>
              </a:ext>
            </a:extLst>
          </p:cNvPr>
          <p:cNvCxnSpPr/>
          <p:nvPr/>
        </p:nvCxnSpPr>
        <p:spPr>
          <a:xfrm>
            <a:off x="9553158" y="1193453"/>
            <a:ext cx="0" cy="493122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295F50F7-39F1-459A-83EA-1AE370A98681}"/>
              </a:ext>
            </a:extLst>
          </p:cNvPr>
          <p:cNvSpPr/>
          <p:nvPr/>
        </p:nvSpPr>
        <p:spPr>
          <a:xfrm>
            <a:off x="431800" y="1344038"/>
            <a:ext cx="2109319" cy="48657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BASIC</a:t>
            </a:r>
          </a:p>
        </p:txBody>
      </p:sp>
      <p:sp>
        <p:nvSpPr>
          <p:cNvPr id="35" name="Rectangle 34">
            <a:extLst>
              <a:ext uri="{FF2B5EF4-FFF2-40B4-BE49-F238E27FC236}">
                <a16:creationId xmlns:a16="http://schemas.microsoft.com/office/drawing/2014/main" id="{ADA9964B-3E2B-42C9-BCCA-46FBF371C7C7}"/>
              </a:ext>
            </a:extLst>
          </p:cNvPr>
          <p:cNvSpPr/>
          <p:nvPr/>
        </p:nvSpPr>
        <p:spPr>
          <a:xfrm>
            <a:off x="2736571" y="1344038"/>
            <a:ext cx="2109319" cy="4865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PRO</a:t>
            </a:r>
          </a:p>
        </p:txBody>
      </p:sp>
      <p:sp>
        <p:nvSpPr>
          <p:cNvPr id="49" name="Rectangle 48">
            <a:extLst>
              <a:ext uri="{FF2B5EF4-FFF2-40B4-BE49-F238E27FC236}">
                <a16:creationId xmlns:a16="http://schemas.microsoft.com/office/drawing/2014/main" id="{1CD70885-A33E-4FDA-9BF5-395339D66A36}"/>
              </a:ext>
            </a:extLst>
          </p:cNvPr>
          <p:cNvSpPr/>
          <p:nvPr/>
        </p:nvSpPr>
        <p:spPr>
          <a:xfrm>
            <a:off x="5041342" y="1344038"/>
            <a:ext cx="2109319" cy="48657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ADVANCED</a:t>
            </a:r>
          </a:p>
        </p:txBody>
      </p:sp>
      <p:sp>
        <p:nvSpPr>
          <p:cNvPr id="50" name="Rectangle 49">
            <a:extLst>
              <a:ext uri="{FF2B5EF4-FFF2-40B4-BE49-F238E27FC236}">
                <a16:creationId xmlns:a16="http://schemas.microsoft.com/office/drawing/2014/main" id="{58D679E4-F2EF-4722-8183-B44BD1999C26}"/>
              </a:ext>
            </a:extLst>
          </p:cNvPr>
          <p:cNvSpPr/>
          <p:nvPr/>
        </p:nvSpPr>
        <p:spPr>
          <a:xfrm>
            <a:off x="7346113" y="1344038"/>
            <a:ext cx="2109319" cy="4865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BUSINESS</a:t>
            </a:r>
          </a:p>
        </p:txBody>
      </p:sp>
      <p:sp>
        <p:nvSpPr>
          <p:cNvPr id="51" name="Rectangle 50">
            <a:extLst>
              <a:ext uri="{FF2B5EF4-FFF2-40B4-BE49-F238E27FC236}">
                <a16:creationId xmlns:a16="http://schemas.microsoft.com/office/drawing/2014/main" id="{9BF48E03-07B6-4612-9433-E3018C824D9C}"/>
              </a:ext>
            </a:extLst>
          </p:cNvPr>
          <p:cNvSpPr/>
          <p:nvPr/>
        </p:nvSpPr>
        <p:spPr>
          <a:xfrm>
            <a:off x="9650881" y="1344038"/>
            <a:ext cx="2109319" cy="48657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orbel" panose="020B0503020204020204"/>
                <a:ea typeface="+mn-ea"/>
                <a:cs typeface="+mn-cs"/>
              </a:rPr>
              <a:t>PREMIUM</a:t>
            </a:r>
          </a:p>
        </p:txBody>
      </p:sp>
      <p:sp>
        <p:nvSpPr>
          <p:cNvPr id="55" name="Freeform 4623">
            <a:extLst>
              <a:ext uri="{FF2B5EF4-FFF2-40B4-BE49-F238E27FC236}">
                <a16:creationId xmlns:a16="http://schemas.microsoft.com/office/drawing/2014/main" id="{FCF47340-B1A7-4B23-8C50-7644BEA19A7C}"/>
              </a:ext>
            </a:extLst>
          </p:cNvPr>
          <p:cNvSpPr>
            <a:spLocks noEditPoints="1"/>
          </p:cNvSpPr>
          <p:nvPr/>
        </p:nvSpPr>
        <p:spPr bwMode="auto">
          <a:xfrm>
            <a:off x="1180194" y="2172220"/>
            <a:ext cx="612531" cy="612531"/>
          </a:xfrm>
          <a:custGeom>
            <a:avLst/>
            <a:gdLst>
              <a:gd name="T0" fmla="*/ 254 w 904"/>
              <a:gd name="T1" fmla="*/ 662 h 903"/>
              <a:gd name="T2" fmla="*/ 483 w 904"/>
              <a:gd name="T3" fmla="*/ 662 h 903"/>
              <a:gd name="T4" fmla="*/ 440 w 904"/>
              <a:gd name="T5" fmla="*/ 391 h 903"/>
              <a:gd name="T6" fmla="*/ 211 w 904"/>
              <a:gd name="T7" fmla="*/ 391 h 903"/>
              <a:gd name="T8" fmla="*/ 894 w 904"/>
              <a:gd name="T9" fmla="*/ 53 h 903"/>
              <a:gd name="T10" fmla="*/ 900 w 904"/>
              <a:gd name="T11" fmla="*/ 42 h 903"/>
              <a:gd name="T12" fmla="*/ 904 w 904"/>
              <a:gd name="T13" fmla="*/ 31 h 903"/>
              <a:gd name="T14" fmla="*/ 903 w 904"/>
              <a:gd name="T15" fmla="*/ 20 h 903"/>
              <a:gd name="T16" fmla="*/ 896 w 904"/>
              <a:gd name="T17" fmla="*/ 10 h 903"/>
              <a:gd name="T18" fmla="*/ 887 w 904"/>
              <a:gd name="T19" fmla="*/ 3 h 903"/>
              <a:gd name="T20" fmla="*/ 876 w 904"/>
              <a:gd name="T21" fmla="*/ 0 h 903"/>
              <a:gd name="T22" fmla="*/ 864 w 904"/>
              <a:gd name="T23" fmla="*/ 1 h 903"/>
              <a:gd name="T24" fmla="*/ 854 w 904"/>
              <a:gd name="T25" fmla="*/ 7 h 903"/>
              <a:gd name="T26" fmla="*/ 594 w 904"/>
              <a:gd name="T27" fmla="*/ 237 h 903"/>
              <a:gd name="T28" fmla="*/ 211 w 904"/>
              <a:gd name="T29" fmla="*/ 240 h 903"/>
              <a:gd name="T30" fmla="*/ 211 w 904"/>
              <a:gd name="T31" fmla="*/ 162 h 903"/>
              <a:gd name="T32" fmla="*/ 209 w 904"/>
              <a:gd name="T33" fmla="*/ 156 h 903"/>
              <a:gd name="T34" fmla="*/ 205 w 904"/>
              <a:gd name="T35" fmla="*/ 153 h 903"/>
              <a:gd name="T36" fmla="*/ 199 w 904"/>
              <a:gd name="T37" fmla="*/ 151 h 903"/>
              <a:gd name="T38" fmla="*/ 76 w 904"/>
              <a:gd name="T39" fmla="*/ 150 h 903"/>
              <a:gd name="T40" fmla="*/ 70 w 904"/>
              <a:gd name="T41" fmla="*/ 151 h 903"/>
              <a:gd name="T42" fmla="*/ 65 w 904"/>
              <a:gd name="T43" fmla="*/ 154 h 903"/>
              <a:gd name="T44" fmla="*/ 62 w 904"/>
              <a:gd name="T45" fmla="*/ 160 h 903"/>
              <a:gd name="T46" fmla="*/ 60 w 904"/>
              <a:gd name="T47" fmla="*/ 166 h 903"/>
              <a:gd name="T48" fmla="*/ 15 w 904"/>
              <a:gd name="T49" fmla="*/ 240 h 903"/>
              <a:gd name="T50" fmla="*/ 9 w 904"/>
              <a:gd name="T51" fmla="*/ 241 h 903"/>
              <a:gd name="T52" fmla="*/ 5 w 904"/>
              <a:gd name="T53" fmla="*/ 245 h 903"/>
              <a:gd name="T54" fmla="*/ 1 w 904"/>
              <a:gd name="T55" fmla="*/ 250 h 903"/>
              <a:gd name="T56" fmla="*/ 0 w 904"/>
              <a:gd name="T57" fmla="*/ 256 h 903"/>
              <a:gd name="T58" fmla="*/ 0 w 904"/>
              <a:gd name="T59" fmla="*/ 379 h 903"/>
              <a:gd name="T60" fmla="*/ 3 w 904"/>
              <a:gd name="T61" fmla="*/ 385 h 903"/>
              <a:gd name="T62" fmla="*/ 7 w 904"/>
              <a:gd name="T63" fmla="*/ 388 h 903"/>
              <a:gd name="T64" fmla="*/ 13 w 904"/>
              <a:gd name="T65" fmla="*/ 390 h 903"/>
              <a:gd name="T66" fmla="*/ 60 w 904"/>
              <a:gd name="T67" fmla="*/ 391 h 903"/>
              <a:gd name="T68" fmla="*/ 61 w 904"/>
              <a:gd name="T69" fmla="*/ 800 h 903"/>
              <a:gd name="T70" fmla="*/ 64 w 904"/>
              <a:gd name="T71" fmla="*/ 806 h 903"/>
              <a:gd name="T72" fmla="*/ 67 w 904"/>
              <a:gd name="T73" fmla="*/ 810 h 903"/>
              <a:gd name="T74" fmla="*/ 73 w 904"/>
              <a:gd name="T75" fmla="*/ 813 h 903"/>
              <a:gd name="T76" fmla="*/ 483 w 904"/>
              <a:gd name="T77" fmla="*/ 813 h 903"/>
              <a:gd name="T78" fmla="*/ 483 w 904"/>
              <a:gd name="T79" fmla="*/ 891 h 903"/>
              <a:gd name="T80" fmla="*/ 485 w 904"/>
              <a:gd name="T81" fmla="*/ 896 h 903"/>
              <a:gd name="T82" fmla="*/ 489 w 904"/>
              <a:gd name="T83" fmla="*/ 901 h 903"/>
              <a:gd name="T84" fmla="*/ 494 w 904"/>
              <a:gd name="T85" fmla="*/ 903 h 903"/>
              <a:gd name="T86" fmla="*/ 618 w 904"/>
              <a:gd name="T87" fmla="*/ 903 h 903"/>
              <a:gd name="T88" fmla="*/ 624 w 904"/>
              <a:gd name="T89" fmla="*/ 902 h 903"/>
              <a:gd name="T90" fmla="*/ 628 w 904"/>
              <a:gd name="T91" fmla="*/ 898 h 903"/>
              <a:gd name="T92" fmla="*/ 632 w 904"/>
              <a:gd name="T93" fmla="*/ 894 h 903"/>
              <a:gd name="T94" fmla="*/ 633 w 904"/>
              <a:gd name="T95" fmla="*/ 888 h 903"/>
              <a:gd name="T96" fmla="*/ 708 w 904"/>
              <a:gd name="T97" fmla="*/ 813 h 903"/>
              <a:gd name="T98" fmla="*/ 714 w 904"/>
              <a:gd name="T99" fmla="*/ 812 h 903"/>
              <a:gd name="T100" fmla="*/ 719 w 904"/>
              <a:gd name="T101" fmla="*/ 808 h 903"/>
              <a:gd name="T102" fmla="*/ 722 w 904"/>
              <a:gd name="T103" fmla="*/ 804 h 903"/>
              <a:gd name="T104" fmla="*/ 723 w 904"/>
              <a:gd name="T105" fmla="*/ 798 h 903"/>
              <a:gd name="T106" fmla="*/ 723 w 904"/>
              <a:gd name="T107" fmla="*/ 674 h 903"/>
              <a:gd name="T108" fmla="*/ 721 w 904"/>
              <a:gd name="T109" fmla="*/ 669 h 903"/>
              <a:gd name="T110" fmla="*/ 716 w 904"/>
              <a:gd name="T111" fmla="*/ 665 h 903"/>
              <a:gd name="T112" fmla="*/ 711 w 904"/>
              <a:gd name="T113" fmla="*/ 662 h 903"/>
              <a:gd name="T114" fmla="*/ 633 w 904"/>
              <a:gd name="T115" fmla="*/ 662 h 903"/>
              <a:gd name="T116" fmla="*/ 635 w 904"/>
              <a:gd name="T117" fmla="*/ 280 h 903"/>
              <a:gd name="T118" fmla="*/ 637 w 904"/>
              <a:gd name="T119" fmla="*/ 278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4" h="903">
                <a:moveTo>
                  <a:pt x="483" y="662"/>
                </a:moveTo>
                <a:lnTo>
                  <a:pt x="254" y="662"/>
                </a:lnTo>
                <a:lnTo>
                  <a:pt x="483" y="433"/>
                </a:lnTo>
                <a:lnTo>
                  <a:pt x="483" y="662"/>
                </a:lnTo>
                <a:close/>
                <a:moveTo>
                  <a:pt x="211" y="391"/>
                </a:moveTo>
                <a:lnTo>
                  <a:pt x="440" y="391"/>
                </a:lnTo>
                <a:lnTo>
                  <a:pt x="211" y="620"/>
                </a:lnTo>
                <a:lnTo>
                  <a:pt x="211" y="391"/>
                </a:lnTo>
                <a:close/>
                <a:moveTo>
                  <a:pt x="637" y="278"/>
                </a:moveTo>
                <a:lnTo>
                  <a:pt x="894" y="53"/>
                </a:lnTo>
                <a:lnTo>
                  <a:pt x="898" y="48"/>
                </a:lnTo>
                <a:lnTo>
                  <a:pt x="900" y="42"/>
                </a:lnTo>
                <a:lnTo>
                  <a:pt x="903" y="37"/>
                </a:lnTo>
                <a:lnTo>
                  <a:pt x="904" y="31"/>
                </a:lnTo>
                <a:lnTo>
                  <a:pt x="904" y="25"/>
                </a:lnTo>
                <a:lnTo>
                  <a:pt x="903" y="20"/>
                </a:lnTo>
                <a:lnTo>
                  <a:pt x="900" y="14"/>
                </a:lnTo>
                <a:lnTo>
                  <a:pt x="896" y="10"/>
                </a:lnTo>
                <a:lnTo>
                  <a:pt x="891" y="5"/>
                </a:lnTo>
                <a:lnTo>
                  <a:pt x="887" y="3"/>
                </a:lnTo>
                <a:lnTo>
                  <a:pt x="881" y="1"/>
                </a:lnTo>
                <a:lnTo>
                  <a:pt x="876" y="0"/>
                </a:lnTo>
                <a:lnTo>
                  <a:pt x="870" y="0"/>
                </a:lnTo>
                <a:lnTo>
                  <a:pt x="864" y="1"/>
                </a:lnTo>
                <a:lnTo>
                  <a:pt x="859" y="4"/>
                </a:lnTo>
                <a:lnTo>
                  <a:pt x="854" y="7"/>
                </a:lnTo>
                <a:lnTo>
                  <a:pt x="598" y="233"/>
                </a:lnTo>
                <a:lnTo>
                  <a:pt x="594" y="237"/>
                </a:lnTo>
                <a:lnTo>
                  <a:pt x="592" y="240"/>
                </a:lnTo>
                <a:lnTo>
                  <a:pt x="211" y="240"/>
                </a:lnTo>
                <a:lnTo>
                  <a:pt x="211" y="166"/>
                </a:lnTo>
                <a:lnTo>
                  <a:pt x="211" y="162"/>
                </a:lnTo>
                <a:lnTo>
                  <a:pt x="210" y="160"/>
                </a:lnTo>
                <a:lnTo>
                  <a:pt x="209" y="156"/>
                </a:lnTo>
                <a:lnTo>
                  <a:pt x="207" y="154"/>
                </a:lnTo>
                <a:lnTo>
                  <a:pt x="205" y="153"/>
                </a:lnTo>
                <a:lnTo>
                  <a:pt x="202" y="151"/>
                </a:lnTo>
                <a:lnTo>
                  <a:pt x="199" y="151"/>
                </a:lnTo>
                <a:lnTo>
                  <a:pt x="196" y="150"/>
                </a:lnTo>
                <a:lnTo>
                  <a:pt x="76" y="150"/>
                </a:lnTo>
                <a:lnTo>
                  <a:pt x="73" y="151"/>
                </a:lnTo>
                <a:lnTo>
                  <a:pt x="70" y="151"/>
                </a:lnTo>
                <a:lnTo>
                  <a:pt x="67" y="153"/>
                </a:lnTo>
                <a:lnTo>
                  <a:pt x="65" y="154"/>
                </a:lnTo>
                <a:lnTo>
                  <a:pt x="64" y="156"/>
                </a:lnTo>
                <a:lnTo>
                  <a:pt x="62" y="160"/>
                </a:lnTo>
                <a:lnTo>
                  <a:pt x="61" y="162"/>
                </a:lnTo>
                <a:lnTo>
                  <a:pt x="60" y="166"/>
                </a:lnTo>
                <a:lnTo>
                  <a:pt x="60" y="240"/>
                </a:lnTo>
                <a:lnTo>
                  <a:pt x="15" y="240"/>
                </a:lnTo>
                <a:lnTo>
                  <a:pt x="13" y="241"/>
                </a:lnTo>
                <a:lnTo>
                  <a:pt x="9" y="241"/>
                </a:lnTo>
                <a:lnTo>
                  <a:pt x="7" y="243"/>
                </a:lnTo>
                <a:lnTo>
                  <a:pt x="5" y="245"/>
                </a:lnTo>
                <a:lnTo>
                  <a:pt x="3" y="247"/>
                </a:lnTo>
                <a:lnTo>
                  <a:pt x="1" y="250"/>
                </a:lnTo>
                <a:lnTo>
                  <a:pt x="0" y="252"/>
                </a:lnTo>
                <a:lnTo>
                  <a:pt x="0" y="256"/>
                </a:lnTo>
                <a:lnTo>
                  <a:pt x="0" y="376"/>
                </a:lnTo>
                <a:lnTo>
                  <a:pt x="0" y="379"/>
                </a:lnTo>
                <a:lnTo>
                  <a:pt x="1" y="381"/>
                </a:lnTo>
                <a:lnTo>
                  <a:pt x="3" y="385"/>
                </a:lnTo>
                <a:lnTo>
                  <a:pt x="5" y="387"/>
                </a:lnTo>
                <a:lnTo>
                  <a:pt x="7" y="388"/>
                </a:lnTo>
                <a:lnTo>
                  <a:pt x="9" y="390"/>
                </a:lnTo>
                <a:lnTo>
                  <a:pt x="13" y="390"/>
                </a:lnTo>
                <a:lnTo>
                  <a:pt x="15" y="391"/>
                </a:lnTo>
                <a:lnTo>
                  <a:pt x="60" y="391"/>
                </a:lnTo>
                <a:lnTo>
                  <a:pt x="60" y="798"/>
                </a:lnTo>
                <a:lnTo>
                  <a:pt x="61" y="800"/>
                </a:lnTo>
                <a:lnTo>
                  <a:pt x="62" y="804"/>
                </a:lnTo>
                <a:lnTo>
                  <a:pt x="64" y="806"/>
                </a:lnTo>
                <a:lnTo>
                  <a:pt x="65" y="808"/>
                </a:lnTo>
                <a:lnTo>
                  <a:pt x="67" y="810"/>
                </a:lnTo>
                <a:lnTo>
                  <a:pt x="70" y="812"/>
                </a:lnTo>
                <a:lnTo>
                  <a:pt x="73" y="813"/>
                </a:lnTo>
                <a:lnTo>
                  <a:pt x="76" y="813"/>
                </a:lnTo>
                <a:lnTo>
                  <a:pt x="483" y="813"/>
                </a:lnTo>
                <a:lnTo>
                  <a:pt x="483" y="888"/>
                </a:lnTo>
                <a:lnTo>
                  <a:pt x="483" y="891"/>
                </a:lnTo>
                <a:lnTo>
                  <a:pt x="484" y="894"/>
                </a:lnTo>
                <a:lnTo>
                  <a:pt x="485" y="896"/>
                </a:lnTo>
                <a:lnTo>
                  <a:pt x="487" y="898"/>
                </a:lnTo>
                <a:lnTo>
                  <a:pt x="489" y="901"/>
                </a:lnTo>
                <a:lnTo>
                  <a:pt x="492" y="902"/>
                </a:lnTo>
                <a:lnTo>
                  <a:pt x="494" y="903"/>
                </a:lnTo>
                <a:lnTo>
                  <a:pt x="497" y="903"/>
                </a:lnTo>
                <a:lnTo>
                  <a:pt x="618" y="903"/>
                </a:lnTo>
                <a:lnTo>
                  <a:pt x="620" y="903"/>
                </a:lnTo>
                <a:lnTo>
                  <a:pt x="624" y="902"/>
                </a:lnTo>
                <a:lnTo>
                  <a:pt x="626" y="901"/>
                </a:lnTo>
                <a:lnTo>
                  <a:pt x="628" y="898"/>
                </a:lnTo>
                <a:lnTo>
                  <a:pt x="631" y="896"/>
                </a:lnTo>
                <a:lnTo>
                  <a:pt x="632" y="894"/>
                </a:lnTo>
                <a:lnTo>
                  <a:pt x="633" y="891"/>
                </a:lnTo>
                <a:lnTo>
                  <a:pt x="633" y="888"/>
                </a:lnTo>
                <a:lnTo>
                  <a:pt x="633" y="813"/>
                </a:lnTo>
                <a:lnTo>
                  <a:pt x="708" y="813"/>
                </a:lnTo>
                <a:lnTo>
                  <a:pt x="711" y="813"/>
                </a:lnTo>
                <a:lnTo>
                  <a:pt x="714" y="812"/>
                </a:lnTo>
                <a:lnTo>
                  <a:pt x="716" y="810"/>
                </a:lnTo>
                <a:lnTo>
                  <a:pt x="719" y="808"/>
                </a:lnTo>
                <a:lnTo>
                  <a:pt x="721" y="806"/>
                </a:lnTo>
                <a:lnTo>
                  <a:pt x="722" y="804"/>
                </a:lnTo>
                <a:lnTo>
                  <a:pt x="723" y="800"/>
                </a:lnTo>
                <a:lnTo>
                  <a:pt x="723" y="798"/>
                </a:lnTo>
                <a:lnTo>
                  <a:pt x="723" y="677"/>
                </a:lnTo>
                <a:lnTo>
                  <a:pt x="723" y="674"/>
                </a:lnTo>
                <a:lnTo>
                  <a:pt x="722" y="671"/>
                </a:lnTo>
                <a:lnTo>
                  <a:pt x="721" y="669"/>
                </a:lnTo>
                <a:lnTo>
                  <a:pt x="719" y="667"/>
                </a:lnTo>
                <a:lnTo>
                  <a:pt x="716" y="665"/>
                </a:lnTo>
                <a:lnTo>
                  <a:pt x="714" y="664"/>
                </a:lnTo>
                <a:lnTo>
                  <a:pt x="711" y="662"/>
                </a:lnTo>
                <a:lnTo>
                  <a:pt x="708" y="662"/>
                </a:lnTo>
                <a:lnTo>
                  <a:pt x="633" y="662"/>
                </a:lnTo>
                <a:lnTo>
                  <a:pt x="633" y="282"/>
                </a:lnTo>
                <a:lnTo>
                  <a:pt x="635" y="280"/>
                </a:lnTo>
                <a:lnTo>
                  <a:pt x="637" y="278"/>
                </a:lnTo>
                <a:lnTo>
                  <a:pt x="637" y="27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nvGrpSpPr>
          <p:cNvPr id="56" name="Group 55">
            <a:extLst>
              <a:ext uri="{FF2B5EF4-FFF2-40B4-BE49-F238E27FC236}">
                <a16:creationId xmlns:a16="http://schemas.microsoft.com/office/drawing/2014/main" id="{0BABADAD-D52B-4DF0-B937-C3CE2E706E89}"/>
              </a:ext>
            </a:extLst>
          </p:cNvPr>
          <p:cNvGrpSpPr/>
          <p:nvPr/>
        </p:nvGrpSpPr>
        <p:grpSpPr>
          <a:xfrm>
            <a:off x="3677231" y="2170518"/>
            <a:ext cx="227999" cy="615935"/>
            <a:chOff x="1554506" y="1340452"/>
            <a:chExt cx="106363" cy="287338"/>
          </a:xfrm>
          <a:solidFill>
            <a:schemeClr val="accent2"/>
          </a:solidFill>
        </p:grpSpPr>
        <p:sp>
          <p:nvSpPr>
            <p:cNvPr id="57" name="Freeform 2201">
              <a:extLst>
                <a:ext uri="{FF2B5EF4-FFF2-40B4-BE49-F238E27FC236}">
                  <a16:creationId xmlns:a16="http://schemas.microsoft.com/office/drawing/2014/main" id="{2ADE5CDD-AF72-4974-BDAD-373FF9C6819E}"/>
                </a:ext>
              </a:extLst>
            </p:cNvPr>
            <p:cNvSpPr>
              <a:spLocks/>
            </p:cNvSpPr>
            <p:nvPr/>
          </p:nvSpPr>
          <p:spPr bwMode="auto">
            <a:xfrm>
              <a:off x="1565618" y="1340452"/>
              <a:ext cx="85725" cy="39688"/>
            </a:xfrm>
            <a:custGeom>
              <a:avLst/>
              <a:gdLst>
                <a:gd name="T0" fmla="*/ 38 w 270"/>
                <a:gd name="T1" fmla="*/ 121 h 121"/>
                <a:gd name="T2" fmla="*/ 232 w 270"/>
                <a:gd name="T3" fmla="*/ 121 h 121"/>
                <a:gd name="T4" fmla="*/ 270 w 270"/>
                <a:gd name="T5" fmla="*/ 21 h 121"/>
                <a:gd name="T6" fmla="*/ 270 w 270"/>
                <a:gd name="T7" fmla="*/ 18 h 121"/>
                <a:gd name="T8" fmla="*/ 270 w 270"/>
                <a:gd name="T9" fmla="*/ 14 h 121"/>
                <a:gd name="T10" fmla="*/ 270 w 270"/>
                <a:gd name="T11" fmla="*/ 10 h 121"/>
                <a:gd name="T12" fmla="*/ 267 w 270"/>
                <a:gd name="T13" fmla="*/ 7 h 121"/>
                <a:gd name="T14" fmla="*/ 265 w 270"/>
                <a:gd name="T15" fmla="*/ 4 h 121"/>
                <a:gd name="T16" fmla="*/ 263 w 270"/>
                <a:gd name="T17" fmla="*/ 3 h 121"/>
                <a:gd name="T18" fmla="*/ 259 w 270"/>
                <a:gd name="T19" fmla="*/ 2 h 121"/>
                <a:gd name="T20" fmla="*/ 255 w 270"/>
                <a:gd name="T21" fmla="*/ 0 h 121"/>
                <a:gd name="T22" fmla="*/ 15 w 270"/>
                <a:gd name="T23" fmla="*/ 0 h 121"/>
                <a:gd name="T24" fmla="*/ 11 w 270"/>
                <a:gd name="T25" fmla="*/ 2 h 121"/>
                <a:gd name="T26" fmla="*/ 7 w 270"/>
                <a:gd name="T27" fmla="*/ 3 h 121"/>
                <a:gd name="T28" fmla="*/ 5 w 270"/>
                <a:gd name="T29" fmla="*/ 4 h 121"/>
                <a:gd name="T30" fmla="*/ 2 w 270"/>
                <a:gd name="T31" fmla="*/ 7 h 121"/>
                <a:gd name="T32" fmla="*/ 1 w 270"/>
                <a:gd name="T33" fmla="*/ 10 h 121"/>
                <a:gd name="T34" fmla="*/ 0 w 270"/>
                <a:gd name="T35" fmla="*/ 14 h 121"/>
                <a:gd name="T36" fmla="*/ 0 w 270"/>
                <a:gd name="T37" fmla="*/ 18 h 121"/>
                <a:gd name="T38" fmla="*/ 1 w 270"/>
                <a:gd name="T39" fmla="*/ 21 h 121"/>
                <a:gd name="T40" fmla="*/ 38 w 270"/>
                <a:gd name="T4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0" h="121">
                  <a:moveTo>
                    <a:pt x="38" y="121"/>
                  </a:moveTo>
                  <a:lnTo>
                    <a:pt x="232" y="121"/>
                  </a:lnTo>
                  <a:lnTo>
                    <a:pt x="270" y="21"/>
                  </a:lnTo>
                  <a:lnTo>
                    <a:pt x="270" y="18"/>
                  </a:lnTo>
                  <a:lnTo>
                    <a:pt x="270" y="14"/>
                  </a:lnTo>
                  <a:lnTo>
                    <a:pt x="270" y="10"/>
                  </a:lnTo>
                  <a:lnTo>
                    <a:pt x="267" y="7"/>
                  </a:lnTo>
                  <a:lnTo>
                    <a:pt x="265" y="4"/>
                  </a:lnTo>
                  <a:lnTo>
                    <a:pt x="263" y="3"/>
                  </a:lnTo>
                  <a:lnTo>
                    <a:pt x="259" y="2"/>
                  </a:lnTo>
                  <a:lnTo>
                    <a:pt x="255" y="0"/>
                  </a:lnTo>
                  <a:lnTo>
                    <a:pt x="15" y="0"/>
                  </a:lnTo>
                  <a:lnTo>
                    <a:pt x="11" y="2"/>
                  </a:lnTo>
                  <a:lnTo>
                    <a:pt x="7" y="3"/>
                  </a:lnTo>
                  <a:lnTo>
                    <a:pt x="5" y="4"/>
                  </a:lnTo>
                  <a:lnTo>
                    <a:pt x="2" y="7"/>
                  </a:lnTo>
                  <a:lnTo>
                    <a:pt x="1" y="10"/>
                  </a:lnTo>
                  <a:lnTo>
                    <a:pt x="0" y="14"/>
                  </a:lnTo>
                  <a:lnTo>
                    <a:pt x="0" y="18"/>
                  </a:lnTo>
                  <a:lnTo>
                    <a:pt x="1" y="21"/>
                  </a:lnTo>
                  <a:lnTo>
                    <a:pt x="38"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58" name="Freeform 2202">
              <a:extLst>
                <a:ext uri="{FF2B5EF4-FFF2-40B4-BE49-F238E27FC236}">
                  <a16:creationId xmlns:a16="http://schemas.microsoft.com/office/drawing/2014/main" id="{F8ED33D8-5DB5-4C04-BCCB-430C5F67AB00}"/>
                </a:ext>
              </a:extLst>
            </p:cNvPr>
            <p:cNvSpPr>
              <a:spLocks/>
            </p:cNvSpPr>
            <p:nvPr/>
          </p:nvSpPr>
          <p:spPr bwMode="auto">
            <a:xfrm>
              <a:off x="1554506" y="1389665"/>
              <a:ext cx="106363" cy="238125"/>
            </a:xfrm>
            <a:custGeom>
              <a:avLst/>
              <a:gdLst>
                <a:gd name="T0" fmla="*/ 258 w 331"/>
                <a:gd name="T1" fmla="*/ 0 h 752"/>
                <a:gd name="T2" fmla="*/ 74 w 331"/>
                <a:gd name="T3" fmla="*/ 0 h 752"/>
                <a:gd name="T4" fmla="*/ 0 w 331"/>
                <a:gd name="T5" fmla="*/ 585 h 752"/>
                <a:gd name="T6" fmla="*/ 0 w 331"/>
                <a:gd name="T7" fmla="*/ 588 h 752"/>
                <a:gd name="T8" fmla="*/ 2 w 331"/>
                <a:gd name="T9" fmla="*/ 592 h 752"/>
                <a:gd name="T10" fmla="*/ 3 w 331"/>
                <a:gd name="T11" fmla="*/ 594 h 752"/>
                <a:gd name="T12" fmla="*/ 5 w 331"/>
                <a:gd name="T13" fmla="*/ 597 h 752"/>
                <a:gd name="T14" fmla="*/ 156 w 331"/>
                <a:gd name="T15" fmla="*/ 747 h 752"/>
                <a:gd name="T16" fmla="*/ 160 w 331"/>
                <a:gd name="T17" fmla="*/ 751 h 752"/>
                <a:gd name="T18" fmla="*/ 166 w 331"/>
                <a:gd name="T19" fmla="*/ 752 h 752"/>
                <a:gd name="T20" fmla="*/ 171 w 331"/>
                <a:gd name="T21" fmla="*/ 751 h 752"/>
                <a:gd name="T22" fmla="*/ 176 w 331"/>
                <a:gd name="T23" fmla="*/ 747 h 752"/>
                <a:gd name="T24" fmla="*/ 328 w 331"/>
                <a:gd name="T25" fmla="*/ 597 h 752"/>
                <a:gd name="T26" fmla="*/ 329 w 331"/>
                <a:gd name="T27" fmla="*/ 594 h 752"/>
                <a:gd name="T28" fmla="*/ 330 w 331"/>
                <a:gd name="T29" fmla="*/ 592 h 752"/>
                <a:gd name="T30" fmla="*/ 331 w 331"/>
                <a:gd name="T31" fmla="*/ 588 h 752"/>
                <a:gd name="T32" fmla="*/ 331 w 331"/>
                <a:gd name="T33" fmla="*/ 585 h 752"/>
                <a:gd name="T34" fmla="*/ 258 w 331"/>
                <a:gd name="T35"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1" h="752">
                  <a:moveTo>
                    <a:pt x="258" y="0"/>
                  </a:moveTo>
                  <a:lnTo>
                    <a:pt x="74" y="0"/>
                  </a:lnTo>
                  <a:lnTo>
                    <a:pt x="0" y="585"/>
                  </a:lnTo>
                  <a:lnTo>
                    <a:pt x="0" y="588"/>
                  </a:lnTo>
                  <a:lnTo>
                    <a:pt x="2" y="592"/>
                  </a:lnTo>
                  <a:lnTo>
                    <a:pt x="3" y="594"/>
                  </a:lnTo>
                  <a:lnTo>
                    <a:pt x="5" y="597"/>
                  </a:lnTo>
                  <a:lnTo>
                    <a:pt x="156" y="747"/>
                  </a:lnTo>
                  <a:lnTo>
                    <a:pt x="160" y="751"/>
                  </a:lnTo>
                  <a:lnTo>
                    <a:pt x="166" y="752"/>
                  </a:lnTo>
                  <a:lnTo>
                    <a:pt x="171" y="751"/>
                  </a:lnTo>
                  <a:lnTo>
                    <a:pt x="176" y="747"/>
                  </a:lnTo>
                  <a:lnTo>
                    <a:pt x="328" y="597"/>
                  </a:lnTo>
                  <a:lnTo>
                    <a:pt x="329" y="594"/>
                  </a:lnTo>
                  <a:lnTo>
                    <a:pt x="330" y="592"/>
                  </a:lnTo>
                  <a:lnTo>
                    <a:pt x="331" y="588"/>
                  </a:lnTo>
                  <a:lnTo>
                    <a:pt x="331" y="585"/>
                  </a:lnTo>
                  <a:lnTo>
                    <a:pt x="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59" name="Group 58">
            <a:extLst>
              <a:ext uri="{FF2B5EF4-FFF2-40B4-BE49-F238E27FC236}">
                <a16:creationId xmlns:a16="http://schemas.microsoft.com/office/drawing/2014/main" id="{F275744E-8F62-4306-844F-0D4D4A3BBC18}"/>
              </a:ext>
            </a:extLst>
          </p:cNvPr>
          <p:cNvGrpSpPr/>
          <p:nvPr/>
        </p:nvGrpSpPr>
        <p:grpSpPr>
          <a:xfrm>
            <a:off x="5791436" y="2173921"/>
            <a:ext cx="609128" cy="609128"/>
            <a:chOff x="7613650" y="1387475"/>
            <a:chExt cx="284163" cy="284163"/>
          </a:xfrm>
          <a:solidFill>
            <a:schemeClr val="accent1"/>
          </a:solidFill>
        </p:grpSpPr>
        <p:sp>
          <p:nvSpPr>
            <p:cNvPr id="60" name="Freeform 4359">
              <a:extLst>
                <a:ext uri="{FF2B5EF4-FFF2-40B4-BE49-F238E27FC236}">
                  <a16:creationId xmlns:a16="http://schemas.microsoft.com/office/drawing/2014/main" id="{325D1D47-6861-42DA-8B55-8B02182A10FA}"/>
                </a:ext>
              </a:extLst>
            </p:cNvPr>
            <p:cNvSpPr>
              <a:spLocks noEditPoints="1"/>
            </p:cNvSpPr>
            <p:nvPr/>
          </p:nvSpPr>
          <p:spPr bwMode="auto">
            <a:xfrm>
              <a:off x="7613650" y="1471613"/>
              <a:ext cx="200025" cy="200025"/>
            </a:xfrm>
            <a:custGeom>
              <a:avLst/>
              <a:gdLst>
                <a:gd name="T0" fmla="*/ 276 w 629"/>
                <a:gd name="T1" fmla="*/ 436 h 629"/>
                <a:gd name="T2" fmla="*/ 233 w 629"/>
                <a:gd name="T3" fmla="*/ 411 h 629"/>
                <a:gd name="T4" fmla="*/ 202 w 629"/>
                <a:gd name="T5" fmla="*/ 374 h 629"/>
                <a:gd name="T6" fmla="*/ 187 w 629"/>
                <a:gd name="T7" fmla="*/ 325 h 629"/>
                <a:gd name="T8" fmla="*/ 192 w 629"/>
                <a:gd name="T9" fmla="*/ 274 h 629"/>
                <a:gd name="T10" fmla="*/ 216 w 629"/>
                <a:gd name="T11" fmla="*/ 231 h 629"/>
                <a:gd name="T12" fmla="*/ 253 w 629"/>
                <a:gd name="T13" fmla="*/ 199 h 629"/>
                <a:gd name="T14" fmla="*/ 301 w 629"/>
                <a:gd name="T15" fmla="*/ 184 h 629"/>
                <a:gd name="T16" fmla="*/ 352 w 629"/>
                <a:gd name="T17" fmla="*/ 190 h 629"/>
                <a:gd name="T18" fmla="*/ 395 w 629"/>
                <a:gd name="T19" fmla="*/ 213 h 629"/>
                <a:gd name="T20" fmla="*/ 426 w 629"/>
                <a:gd name="T21" fmla="*/ 252 h 629"/>
                <a:gd name="T22" fmla="*/ 441 w 629"/>
                <a:gd name="T23" fmla="*/ 300 h 629"/>
                <a:gd name="T24" fmla="*/ 436 w 629"/>
                <a:gd name="T25" fmla="*/ 350 h 629"/>
                <a:gd name="T26" fmla="*/ 413 w 629"/>
                <a:gd name="T27" fmla="*/ 394 h 629"/>
                <a:gd name="T28" fmla="*/ 375 w 629"/>
                <a:gd name="T29" fmla="*/ 425 h 629"/>
                <a:gd name="T30" fmla="*/ 327 w 629"/>
                <a:gd name="T31" fmla="*/ 440 h 629"/>
                <a:gd name="T32" fmla="*/ 572 w 629"/>
                <a:gd name="T33" fmla="*/ 346 h 629"/>
                <a:gd name="T34" fmla="*/ 574 w 629"/>
                <a:gd name="T35" fmla="*/ 302 h 629"/>
                <a:gd name="T36" fmla="*/ 620 w 629"/>
                <a:gd name="T37" fmla="*/ 241 h 629"/>
                <a:gd name="T38" fmla="*/ 628 w 629"/>
                <a:gd name="T39" fmla="*/ 231 h 629"/>
                <a:gd name="T40" fmla="*/ 625 w 629"/>
                <a:gd name="T41" fmla="*/ 219 h 629"/>
                <a:gd name="T42" fmla="*/ 544 w 629"/>
                <a:gd name="T43" fmla="*/ 84 h 629"/>
                <a:gd name="T44" fmla="*/ 532 w 629"/>
                <a:gd name="T45" fmla="*/ 83 h 629"/>
                <a:gd name="T46" fmla="*/ 447 w 629"/>
                <a:gd name="T47" fmla="*/ 88 h 629"/>
                <a:gd name="T48" fmla="*/ 407 w 629"/>
                <a:gd name="T49" fmla="*/ 69 h 629"/>
                <a:gd name="T50" fmla="*/ 404 w 629"/>
                <a:gd name="T51" fmla="*/ 7 h 629"/>
                <a:gd name="T52" fmla="*/ 395 w 629"/>
                <a:gd name="T53" fmla="*/ 0 h 629"/>
                <a:gd name="T54" fmla="*/ 235 w 629"/>
                <a:gd name="T55" fmla="*/ 1 h 629"/>
                <a:gd name="T56" fmla="*/ 227 w 629"/>
                <a:gd name="T57" fmla="*/ 10 h 629"/>
                <a:gd name="T58" fmla="*/ 216 w 629"/>
                <a:gd name="T59" fmla="*/ 72 h 629"/>
                <a:gd name="T60" fmla="*/ 177 w 629"/>
                <a:gd name="T61" fmla="*/ 91 h 629"/>
                <a:gd name="T62" fmla="*/ 98 w 629"/>
                <a:gd name="T63" fmla="*/ 84 h 629"/>
                <a:gd name="T64" fmla="*/ 87 w 629"/>
                <a:gd name="T65" fmla="*/ 83 h 629"/>
                <a:gd name="T66" fmla="*/ 78 w 629"/>
                <a:gd name="T67" fmla="*/ 90 h 629"/>
                <a:gd name="T68" fmla="*/ 1 w 629"/>
                <a:gd name="T69" fmla="*/ 228 h 629"/>
                <a:gd name="T70" fmla="*/ 57 w 629"/>
                <a:gd name="T71" fmla="*/ 269 h 629"/>
                <a:gd name="T72" fmla="*/ 54 w 629"/>
                <a:gd name="T73" fmla="*/ 313 h 629"/>
                <a:gd name="T74" fmla="*/ 57 w 629"/>
                <a:gd name="T75" fmla="*/ 355 h 629"/>
                <a:gd name="T76" fmla="*/ 2 w 629"/>
                <a:gd name="T77" fmla="*/ 391 h 629"/>
                <a:gd name="T78" fmla="*/ 1 w 629"/>
                <a:gd name="T79" fmla="*/ 402 h 629"/>
                <a:gd name="T80" fmla="*/ 86 w 629"/>
                <a:gd name="T81" fmla="*/ 543 h 629"/>
                <a:gd name="T82" fmla="*/ 98 w 629"/>
                <a:gd name="T83" fmla="*/ 542 h 629"/>
                <a:gd name="T84" fmla="*/ 177 w 629"/>
                <a:gd name="T85" fmla="*/ 533 h 629"/>
                <a:gd name="T86" fmla="*/ 216 w 629"/>
                <a:gd name="T87" fmla="*/ 552 h 629"/>
                <a:gd name="T88" fmla="*/ 227 w 629"/>
                <a:gd name="T89" fmla="*/ 620 h 629"/>
                <a:gd name="T90" fmla="*/ 235 w 629"/>
                <a:gd name="T91" fmla="*/ 628 h 629"/>
                <a:gd name="T92" fmla="*/ 395 w 629"/>
                <a:gd name="T93" fmla="*/ 629 h 629"/>
                <a:gd name="T94" fmla="*/ 404 w 629"/>
                <a:gd name="T95" fmla="*/ 623 h 629"/>
                <a:gd name="T96" fmla="*/ 407 w 629"/>
                <a:gd name="T97" fmla="*/ 556 h 629"/>
                <a:gd name="T98" fmla="*/ 447 w 629"/>
                <a:gd name="T99" fmla="*/ 538 h 629"/>
                <a:gd name="T100" fmla="*/ 533 w 629"/>
                <a:gd name="T101" fmla="*/ 543 h 629"/>
                <a:gd name="T102" fmla="*/ 545 w 629"/>
                <a:gd name="T103" fmla="*/ 543 h 629"/>
                <a:gd name="T104" fmla="*/ 627 w 629"/>
                <a:gd name="T105" fmla="*/ 405 h 629"/>
                <a:gd name="T106" fmla="*/ 628 w 629"/>
                <a:gd name="T107" fmla="*/ 394 h 629"/>
                <a:gd name="T108" fmla="*/ 621 w 629"/>
                <a:gd name="T109" fmla="*/ 385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29" h="629">
                  <a:moveTo>
                    <a:pt x="314" y="441"/>
                  </a:moveTo>
                  <a:lnTo>
                    <a:pt x="301" y="440"/>
                  </a:lnTo>
                  <a:lnTo>
                    <a:pt x="288" y="439"/>
                  </a:lnTo>
                  <a:lnTo>
                    <a:pt x="276" y="436"/>
                  </a:lnTo>
                  <a:lnTo>
                    <a:pt x="264" y="430"/>
                  </a:lnTo>
                  <a:lnTo>
                    <a:pt x="253" y="425"/>
                  </a:lnTo>
                  <a:lnTo>
                    <a:pt x="242" y="418"/>
                  </a:lnTo>
                  <a:lnTo>
                    <a:pt x="233" y="411"/>
                  </a:lnTo>
                  <a:lnTo>
                    <a:pt x="223" y="404"/>
                  </a:lnTo>
                  <a:lnTo>
                    <a:pt x="216" y="394"/>
                  </a:lnTo>
                  <a:lnTo>
                    <a:pt x="208" y="384"/>
                  </a:lnTo>
                  <a:lnTo>
                    <a:pt x="202" y="374"/>
                  </a:lnTo>
                  <a:lnTo>
                    <a:pt x="196" y="362"/>
                  </a:lnTo>
                  <a:lnTo>
                    <a:pt x="192" y="350"/>
                  </a:lnTo>
                  <a:lnTo>
                    <a:pt x="189" y="338"/>
                  </a:lnTo>
                  <a:lnTo>
                    <a:pt x="187" y="325"/>
                  </a:lnTo>
                  <a:lnTo>
                    <a:pt x="186" y="313"/>
                  </a:lnTo>
                  <a:lnTo>
                    <a:pt x="187" y="300"/>
                  </a:lnTo>
                  <a:lnTo>
                    <a:pt x="189" y="287"/>
                  </a:lnTo>
                  <a:lnTo>
                    <a:pt x="192" y="274"/>
                  </a:lnTo>
                  <a:lnTo>
                    <a:pt x="196" y="262"/>
                  </a:lnTo>
                  <a:lnTo>
                    <a:pt x="202" y="252"/>
                  </a:lnTo>
                  <a:lnTo>
                    <a:pt x="208" y="241"/>
                  </a:lnTo>
                  <a:lnTo>
                    <a:pt x="216" y="231"/>
                  </a:lnTo>
                  <a:lnTo>
                    <a:pt x="223" y="222"/>
                  </a:lnTo>
                  <a:lnTo>
                    <a:pt x="233" y="213"/>
                  </a:lnTo>
                  <a:lnTo>
                    <a:pt x="242" y="206"/>
                  </a:lnTo>
                  <a:lnTo>
                    <a:pt x="253" y="199"/>
                  </a:lnTo>
                  <a:lnTo>
                    <a:pt x="264" y="194"/>
                  </a:lnTo>
                  <a:lnTo>
                    <a:pt x="276" y="190"/>
                  </a:lnTo>
                  <a:lnTo>
                    <a:pt x="288" y="186"/>
                  </a:lnTo>
                  <a:lnTo>
                    <a:pt x="301" y="184"/>
                  </a:lnTo>
                  <a:lnTo>
                    <a:pt x="314" y="184"/>
                  </a:lnTo>
                  <a:lnTo>
                    <a:pt x="327" y="184"/>
                  </a:lnTo>
                  <a:lnTo>
                    <a:pt x="340" y="186"/>
                  </a:lnTo>
                  <a:lnTo>
                    <a:pt x="352" y="190"/>
                  </a:lnTo>
                  <a:lnTo>
                    <a:pt x="363" y="194"/>
                  </a:lnTo>
                  <a:lnTo>
                    <a:pt x="375" y="199"/>
                  </a:lnTo>
                  <a:lnTo>
                    <a:pt x="386" y="206"/>
                  </a:lnTo>
                  <a:lnTo>
                    <a:pt x="395" y="213"/>
                  </a:lnTo>
                  <a:lnTo>
                    <a:pt x="404" y="222"/>
                  </a:lnTo>
                  <a:lnTo>
                    <a:pt x="413" y="231"/>
                  </a:lnTo>
                  <a:lnTo>
                    <a:pt x="420" y="241"/>
                  </a:lnTo>
                  <a:lnTo>
                    <a:pt x="426" y="252"/>
                  </a:lnTo>
                  <a:lnTo>
                    <a:pt x="432" y="262"/>
                  </a:lnTo>
                  <a:lnTo>
                    <a:pt x="436" y="274"/>
                  </a:lnTo>
                  <a:lnTo>
                    <a:pt x="439" y="287"/>
                  </a:lnTo>
                  <a:lnTo>
                    <a:pt x="441" y="300"/>
                  </a:lnTo>
                  <a:lnTo>
                    <a:pt x="443" y="313"/>
                  </a:lnTo>
                  <a:lnTo>
                    <a:pt x="441" y="325"/>
                  </a:lnTo>
                  <a:lnTo>
                    <a:pt x="439" y="338"/>
                  </a:lnTo>
                  <a:lnTo>
                    <a:pt x="436" y="350"/>
                  </a:lnTo>
                  <a:lnTo>
                    <a:pt x="432" y="362"/>
                  </a:lnTo>
                  <a:lnTo>
                    <a:pt x="426" y="374"/>
                  </a:lnTo>
                  <a:lnTo>
                    <a:pt x="420" y="384"/>
                  </a:lnTo>
                  <a:lnTo>
                    <a:pt x="413" y="394"/>
                  </a:lnTo>
                  <a:lnTo>
                    <a:pt x="404" y="404"/>
                  </a:lnTo>
                  <a:lnTo>
                    <a:pt x="395" y="411"/>
                  </a:lnTo>
                  <a:lnTo>
                    <a:pt x="386" y="418"/>
                  </a:lnTo>
                  <a:lnTo>
                    <a:pt x="375" y="425"/>
                  </a:lnTo>
                  <a:lnTo>
                    <a:pt x="363" y="430"/>
                  </a:lnTo>
                  <a:lnTo>
                    <a:pt x="352" y="436"/>
                  </a:lnTo>
                  <a:lnTo>
                    <a:pt x="340" y="439"/>
                  </a:lnTo>
                  <a:lnTo>
                    <a:pt x="327" y="440"/>
                  </a:lnTo>
                  <a:lnTo>
                    <a:pt x="314" y="441"/>
                  </a:lnTo>
                  <a:close/>
                  <a:moveTo>
                    <a:pt x="621" y="385"/>
                  </a:moveTo>
                  <a:lnTo>
                    <a:pt x="571" y="355"/>
                  </a:lnTo>
                  <a:lnTo>
                    <a:pt x="572" y="346"/>
                  </a:lnTo>
                  <a:lnTo>
                    <a:pt x="573" y="335"/>
                  </a:lnTo>
                  <a:lnTo>
                    <a:pt x="574" y="323"/>
                  </a:lnTo>
                  <a:lnTo>
                    <a:pt x="574" y="313"/>
                  </a:lnTo>
                  <a:lnTo>
                    <a:pt x="574" y="302"/>
                  </a:lnTo>
                  <a:lnTo>
                    <a:pt x="573" y="291"/>
                  </a:lnTo>
                  <a:lnTo>
                    <a:pt x="572" y="280"/>
                  </a:lnTo>
                  <a:lnTo>
                    <a:pt x="570" y="269"/>
                  </a:lnTo>
                  <a:lnTo>
                    <a:pt x="620" y="241"/>
                  </a:lnTo>
                  <a:lnTo>
                    <a:pt x="623" y="239"/>
                  </a:lnTo>
                  <a:lnTo>
                    <a:pt x="624" y="237"/>
                  </a:lnTo>
                  <a:lnTo>
                    <a:pt x="627" y="234"/>
                  </a:lnTo>
                  <a:lnTo>
                    <a:pt x="628" y="231"/>
                  </a:lnTo>
                  <a:lnTo>
                    <a:pt x="628" y="228"/>
                  </a:lnTo>
                  <a:lnTo>
                    <a:pt x="628" y="226"/>
                  </a:lnTo>
                  <a:lnTo>
                    <a:pt x="628" y="223"/>
                  </a:lnTo>
                  <a:lnTo>
                    <a:pt x="625" y="219"/>
                  </a:lnTo>
                  <a:lnTo>
                    <a:pt x="551" y="90"/>
                  </a:lnTo>
                  <a:lnTo>
                    <a:pt x="548" y="87"/>
                  </a:lnTo>
                  <a:lnTo>
                    <a:pt x="546" y="85"/>
                  </a:lnTo>
                  <a:lnTo>
                    <a:pt x="544" y="84"/>
                  </a:lnTo>
                  <a:lnTo>
                    <a:pt x="541" y="83"/>
                  </a:lnTo>
                  <a:lnTo>
                    <a:pt x="539" y="81"/>
                  </a:lnTo>
                  <a:lnTo>
                    <a:pt x="536" y="81"/>
                  </a:lnTo>
                  <a:lnTo>
                    <a:pt x="532" y="83"/>
                  </a:lnTo>
                  <a:lnTo>
                    <a:pt x="530" y="84"/>
                  </a:lnTo>
                  <a:lnTo>
                    <a:pt x="481" y="113"/>
                  </a:lnTo>
                  <a:lnTo>
                    <a:pt x="465" y="99"/>
                  </a:lnTo>
                  <a:lnTo>
                    <a:pt x="447" y="88"/>
                  </a:lnTo>
                  <a:lnTo>
                    <a:pt x="438" y="83"/>
                  </a:lnTo>
                  <a:lnTo>
                    <a:pt x="429" y="77"/>
                  </a:lnTo>
                  <a:lnTo>
                    <a:pt x="418" y="73"/>
                  </a:lnTo>
                  <a:lnTo>
                    <a:pt x="407" y="69"/>
                  </a:lnTo>
                  <a:lnTo>
                    <a:pt x="407" y="15"/>
                  </a:lnTo>
                  <a:lnTo>
                    <a:pt x="407" y="12"/>
                  </a:lnTo>
                  <a:lnTo>
                    <a:pt x="406" y="10"/>
                  </a:lnTo>
                  <a:lnTo>
                    <a:pt x="404" y="7"/>
                  </a:lnTo>
                  <a:lnTo>
                    <a:pt x="403" y="4"/>
                  </a:lnTo>
                  <a:lnTo>
                    <a:pt x="401" y="2"/>
                  </a:lnTo>
                  <a:lnTo>
                    <a:pt x="398" y="1"/>
                  </a:lnTo>
                  <a:lnTo>
                    <a:pt x="395" y="0"/>
                  </a:lnTo>
                  <a:lnTo>
                    <a:pt x="392" y="0"/>
                  </a:lnTo>
                  <a:lnTo>
                    <a:pt x="241" y="0"/>
                  </a:lnTo>
                  <a:lnTo>
                    <a:pt x="238" y="0"/>
                  </a:lnTo>
                  <a:lnTo>
                    <a:pt x="235" y="1"/>
                  </a:lnTo>
                  <a:lnTo>
                    <a:pt x="233" y="2"/>
                  </a:lnTo>
                  <a:lnTo>
                    <a:pt x="231" y="4"/>
                  </a:lnTo>
                  <a:lnTo>
                    <a:pt x="229" y="7"/>
                  </a:lnTo>
                  <a:lnTo>
                    <a:pt x="227" y="10"/>
                  </a:lnTo>
                  <a:lnTo>
                    <a:pt x="226" y="12"/>
                  </a:lnTo>
                  <a:lnTo>
                    <a:pt x="226" y="15"/>
                  </a:lnTo>
                  <a:lnTo>
                    <a:pt x="226" y="69"/>
                  </a:lnTo>
                  <a:lnTo>
                    <a:pt x="216" y="72"/>
                  </a:lnTo>
                  <a:lnTo>
                    <a:pt x="206" y="76"/>
                  </a:lnTo>
                  <a:lnTo>
                    <a:pt x="196" y="80"/>
                  </a:lnTo>
                  <a:lnTo>
                    <a:pt x="187" y="86"/>
                  </a:lnTo>
                  <a:lnTo>
                    <a:pt x="177" y="91"/>
                  </a:lnTo>
                  <a:lnTo>
                    <a:pt x="168" y="98"/>
                  </a:lnTo>
                  <a:lnTo>
                    <a:pt x="159" y="105"/>
                  </a:lnTo>
                  <a:lnTo>
                    <a:pt x="149" y="113"/>
                  </a:lnTo>
                  <a:lnTo>
                    <a:pt x="98" y="84"/>
                  </a:lnTo>
                  <a:lnTo>
                    <a:pt x="96" y="83"/>
                  </a:lnTo>
                  <a:lnTo>
                    <a:pt x="93" y="81"/>
                  </a:lnTo>
                  <a:lnTo>
                    <a:pt x="90" y="81"/>
                  </a:lnTo>
                  <a:lnTo>
                    <a:pt x="87" y="83"/>
                  </a:lnTo>
                  <a:lnTo>
                    <a:pt x="84" y="84"/>
                  </a:lnTo>
                  <a:lnTo>
                    <a:pt x="82" y="85"/>
                  </a:lnTo>
                  <a:lnTo>
                    <a:pt x="80" y="87"/>
                  </a:lnTo>
                  <a:lnTo>
                    <a:pt x="78" y="90"/>
                  </a:lnTo>
                  <a:lnTo>
                    <a:pt x="3" y="219"/>
                  </a:lnTo>
                  <a:lnTo>
                    <a:pt x="1" y="222"/>
                  </a:lnTo>
                  <a:lnTo>
                    <a:pt x="1" y="225"/>
                  </a:lnTo>
                  <a:lnTo>
                    <a:pt x="1" y="228"/>
                  </a:lnTo>
                  <a:lnTo>
                    <a:pt x="1" y="230"/>
                  </a:lnTo>
                  <a:lnTo>
                    <a:pt x="4" y="236"/>
                  </a:lnTo>
                  <a:lnTo>
                    <a:pt x="8" y="241"/>
                  </a:lnTo>
                  <a:lnTo>
                    <a:pt x="57" y="269"/>
                  </a:lnTo>
                  <a:lnTo>
                    <a:pt x="56" y="280"/>
                  </a:lnTo>
                  <a:lnTo>
                    <a:pt x="55" y="291"/>
                  </a:lnTo>
                  <a:lnTo>
                    <a:pt x="54" y="302"/>
                  </a:lnTo>
                  <a:lnTo>
                    <a:pt x="54" y="313"/>
                  </a:lnTo>
                  <a:lnTo>
                    <a:pt x="54" y="323"/>
                  </a:lnTo>
                  <a:lnTo>
                    <a:pt x="55" y="335"/>
                  </a:lnTo>
                  <a:lnTo>
                    <a:pt x="56" y="346"/>
                  </a:lnTo>
                  <a:lnTo>
                    <a:pt x="57" y="355"/>
                  </a:lnTo>
                  <a:lnTo>
                    <a:pt x="7" y="385"/>
                  </a:lnTo>
                  <a:lnTo>
                    <a:pt x="5" y="387"/>
                  </a:lnTo>
                  <a:lnTo>
                    <a:pt x="3" y="389"/>
                  </a:lnTo>
                  <a:lnTo>
                    <a:pt x="2" y="391"/>
                  </a:lnTo>
                  <a:lnTo>
                    <a:pt x="1" y="394"/>
                  </a:lnTo>
                  <a:lnTo>
                    <a:pt x="0" y="396"/>
                  </a:lnTo>
                  <a:lnTo>
                    <a:pt x="1" y="399"/>
                  </a:lnTo>
                  <a:lnTo>
                    <a:pt x="1" y="402"/>
                  </a:lnTo>
                  <a:lnTo>
                    <a:pt x="2" y="405"/>
                  </a:lnTo>
                  <a:lnTo>
                    <a:pt x="78" y="536"/>
                  </a:lnTo>
                  <a:lnTo>
                    <a:pt x="81" y="540"/>
                  </a:lnTo>
                  <a:lnTo>
                    <a:pt x="86" y="543"/>
                  </a:lnTo>
                  <a:lnTo>
                    <a:pt x="89" y="544"/>
                  </a:lnTo>
                  <a:lnTo>
                    <a:pt x="93" y="544"/>
                  </a:lnTo>
                  <a:lnTo>
                    <a:pt x="95" y="543"/>
                  </a:lnTo>
                  <a:lnTo>
                    <a:pt x="98" y="542"/>
                  </a:lnTo>
                  <a:lnTo>
                    <a:pt x="149" y="513"/>
                  </a:lnTo>
                  <a:lnTo>
                    <a:pt x="159" y="520"/>
                  </a:lnTo>
                  <a:lnTo>
                    <a:pt x="168" y="527"/>
                  </a:lnTo>
                  <a:lnTo>
                    <a:pt x="177" y="533"/>
                  </a:lnTo>
                  <a:lnTo>
                    <a:pt x="187" y="539"/>
                  </a:lnTo>
                  <a:lnTo>
                    <a:pt x="196" y="544"/>
                  </a:lnTo>
                  <a:lnTo>
                    <a:pt x="206" y="549"/>
                  </a:lnTo>
                  <a:lnTo>
                    <a:pt x="216" y="552"/>
                  </a:lnTo>
                  <a:lnTo>
                    <a:pt x="226" y="556"/>
                  </a:lnTo>
                  <a:lnTo>
                    <a:pt x="226" y="614"/>
                  </a:lnTo>
                  <a:lnTo>
                    <a:pt x="226" y="617"/>
                  </a:lnTo>
                  <a:lnTo>
                    <a:pt x="227" y="620"/>
                  </a:lnTo>
                  <a:lnTo>
                    <a:pt x="229" y="623"/>
                  </a:lnTo>
                  <a:lnTo>
                    <a:pt x="231" y="625"/>
                  </a:lnTo>
                  <a:lnTo>
                    <a:pt x="233" y="627"/>
                  </a:lnTo>
                  <a:lnTo>
                    <a:pt x="235" y="628"/>
                  </a:lnTo>
                  <a:lnTo>
                    <a:pt x="238" y="629"/>
                  </a:lnTo>
                  <a:lnTo>
                    <a:pt x="241" y="629"/>
                  </a:lnTo>
                  <a:lnTo>
                    <a:pt x="392" y="629"/>
                  </a:lnTo>
                  <a:lnTo>
                    <a:pt x="395" y="629"/>
                  </a:lnTo>
                  <a:lnTo>
                    <a:pt x="398" y="628"/>
                  </a:lnTo>
                  <a:lnTo>
                    <a:pt x="401" y="627"/>
                  </a:lnTo>
                  <a:lnTo>
                    <a:pt x="403" y="625"/>
                  </a:lnTo>
                  <a:lnTo>
                    <a:pt x="404" y="623"/>
                  </a:lnTo>
                  <a:lnTo>
                    <a:pt x="406" y="620"/>
                  </a:lnTo>
                  <a:lnTo>
                    <a:pt x="407" y="617"/>
                  </a:lnTo>
                  <a:lnTo>
                    <a:pt x="407" y="614"/>
                  </a:lnTo>
                  <a:lnTo>
                    <a:pt x="407" y="556"/>
                  </a:lnTo>
                  <a:lnTo>
                    <a:pt x="418" y="552"/>
                  </a:lnTo>
                  <a:lnTo>
                    <a:pt x="429" y="548"/>
                  </a:lnTo>
                  <a:lnTo>
                    <a:pt x="438" y="544"/>
                  </a:lnTo>
                  <a:lnTo>
                    <a:pt x="447" y="538"/>
                  </a:lnTo>
                  <a:lnTo>
                    <a:pt x="465" y="527"/>
                  </a:lnTo>
                  <a:lnTo>
                    <a:pt x="481" y="513"/>
                  </a:lnTo>
                  <a:lnTo>
                    <a:pt x="530" y="542"/>
                  </a:lnTo>
                  <a:lnTo>
                    <a:pt x="533" y="543"/>
                  </a:lnTo>
                  <a:lnTo>
                    <a:pt x="537" y="544"/>
                  </a:lnTo>
                  <a:lnTo>
                    <a:pt x="539" y="544"/>
                  </a:lnTo>
                  <a:lnTo>
                    <a:pt x="542" y="543"/>
                  </a:lnTo>
                  <a:lnTo>
                    <a:pt x="545" y="543"/>
                  </a:lnTo>
                  <a:lnTo>
                    <a:pt x="547" y="540"/>
                  </a:lnTo>
                  <a:lnTo>
                    <a:pt x="550" y="539"/>
                  </a:lnTo>
                  <a:lnTo>
                    <a:pt x="552" y="536"/>
                  </a:lnTo>
                  <a:lnTo>
                    <a:pt x="627" y="405"/>
                  </a:lnTo>
                  <a:lnTo>
                    <a:pt x="628" y="402"/>
                  </a:lnTo>
                  <a:lnTo>
                    <a:pt x="628" y="399"/>
                  </a:lnTo>
                  <a:lnTo>
                    <a:pt x="629" y="396"/>
                  </a:lnTo>
                  <a:lnTo>
                    <a:pt x="628" y="394"/>
                  </a:lnTo>
                  <a:lnTo>
                    <a:pt x="627" y="391"/>
                  </a:lnTo>
                  <a:lnTo>
                    <a:pt x="625" y="389"/>
                  </a:lnTo>
                  <a:lnTo>
                    <a:pt x="623" y="387"/>
                  </a:lnTo>
                  <a:lnTo>
                    <a:pt x="621" y="3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1" name="Freeform 4360">
              <a:extLst>
                <a:ext uri="{FF2B5EF4-FFF2-40B4-BE49-F238E27FC236}">
                  <a16:creationId xmlns:a16="http://schemas.microsoft.com/office/drawing/2014/main" id="{DA3EC2AB-4A89-4CB4-8EE6-B632CF9EBA8B}"/>
                </a:ext>
              </a:extLst>
            </p:cNvPr>
            <p:cNvSpPr>
              <a:spLocks noEditPoints="1"/>
            </p:cNvSpPr>
            <p:nvPr/>
          </p:nvSpPr>
          <p:spPr bwMode="auto">
            <a:xfrm>
              <a:off x="7781925" y="1387475"/>
              <a:ext cx="115888" cy="117475"/>
            </a:xfrm>
            <a:custGeom>
              <a:avLst/>
              <a:gdLst>
                <a:gd name="T0" fmla="*/ 160 w 362"/>
                <a:gd name="T1" fmla="*/ 252 h 369"/>
                <a:gd name="T2" fmla="*/ 135 w 362"/>
                <a:gd name="T3" fmla="*/ 238 h 369"/>
                <a:gd name="T4" fmla="*/ 118 w 362"/>
                <a:gd name="T5" fmla="*/ 218 h 369"/>
                <a:gd name="T6" fmla="*/ 109 w 362"/>
                <a:gd name="T7" fmla="*/ 190 h 369"/>
                <a:gd name="T8" fmla="*/ 113 w 362"/>
                <a:gd name="T9" fmla="*/ 162 h 369"/>
                <a:gd name="T10" fmla="*/ 125 w 362"/>
                <a:gd name="T11" fmla="*/ 138 h 369"/>
                <a:gd name="T12" fmla="*/ 147 w 362"/>
                <a:gd name="T13" fmla="*/ 121 h 369"/>
                <a:gd name="T14" fmla="*/ 174 w 362"/>
                <a:gd name="T15" fmla="*/ 112 h 369"/>
                <a:gd name="T16" fmla="*/ 202 w 362"/>
                <a:gd name="T17" fmla="*/ 114 h 369"/>
                <a:gd name="T18" fmla="*/ 226 w 362"/>
                <a:gd name="T19" fmla="*/ 128 h 369"/>
                <a:gd name="T20" fmla="*/ 244 w 362"/>
                <a:gd name="T21" fmla="*/ 149 h 369"/>
                <a:gd name="T22" fmla="*/ 252 w 362"/>
                <a:gd name="T23" fmla="*/ 176 h 369"/>
                <a:gd name="T24" fmla="*/ 250 w 362"/>
                <a:gd name="T25" fmla="*/ 205 h 369"/>
                <a:gd name="T26" fmla="*/ 236 w 362"/>
                <a:gd name="T27" fmla="*/ 229 h 369"/>
                <a:gd name="T28" fmla="*/ 215 w 362"/>
                <a:gd name="T29" fmla="*/ 247 h 369"/>
                <a:gd name="T30" fmla="*/ 189 w 362"/>
                <a:gd name="T31" fmla="*/ 254 h 369"/>
                <a:gd name="T32" fmla="*/ 328 w 362"/>
                <a:gd name="T33" fmla="*/ 195 h 369"/>
                <a:gd name="T34" fmla="*/ 354 w 362"/>
                <a:gd name="T35" fmla="*/ 144 h 369"/>
                <a:gd name="T36" fmla="*/ 361 w 362"/>
                <a:gd name="T37" fmla="*/ 136 h 369"/>
                <a:gd name="T38" fmla="*/ 360 w 362"/>
                <a:gd name="T39" fmla="*/ 124 h 369"/>
                <a:gd name="T40" fmla="*/ 316 w 362"/>
                <a:gd name="T41" fmla="*/ 53 h 369"/>
                <a:gd name="T42" fmla="*/ 304 w 362"/>
                <a:gd name="T43" fmla="*/ 52 h 369"/>
                <a:gd name="T44" fmla="*/ 256 w 362"/>
                <a:gd name="T45" fmla="*/ 56 h 369"/>
                <a:gd name="T46" fmla="*/ 236 w 362"/>
                <a:gd name="T47" fmla="*/ 10 h 369"/>
                <a:gd name="T48" fmla="*/ 229 w 362"/>
                <a:gd name="T49" fmla="*/ 2 h 369"/>
                <a:gd name="T50" fmla="*/ 146 w 362"/>
                <a:gd name="T51" fmla="*/ 0 h 369"/>
                <a:gd name="T52" fmla="*/ 135 w 362"/>
                <a:gd name="T53" fmla="*/ 3 h 369"/>
                <a:gd name="T54" fmla="*/ 131 w 362"/>
                <a:gd name="T55" fmla="*/ 14 h 369"/>
                <a:gd name="T56" fmla="*/ 99 w 362"/>
                <a:gd name="T57" fmla="*/ 63 h 369"/>
                <a:gd name="T58" fmla="*/ 55 w 362"/>
                <a:gd name="T59" fmla="*/ 51 h 369"/>
                <a:gd name="T60" fmla="*/ 44 w 362"/>
                <a:gd name="T61" fmla="*/ 54 h 369"/>
                <a:gd name="T62" fmla="*/ 1 w 362"/>
                <a:gd name="T63" fmla="*/ 126 h 369"/>
                <a:gd name="T64" fmla="*/ 2 w 362"/>
                <a:gd name="T65" fmla="*/ 139 h 369"/>
                <a:gd name="T66" fmla="*/ 36 w 362"/>
                <a:gd name="T67" fmla="*/ 160 h 369"/>
                <a:gd name="T68" fmla="*/ 36 w 362"/>
                <a:gd name="T69" fmla="*/ 207 h 369"/>
                <a:gd name="T70" fmla="*/ 1 w 362"/>
                <a:gd name="T71" fmla="*/ 230 h 369"/>
                <a:gd name="T72" fmla="*/ 1 w 362"/>
                <a:gd name="T73" fmla="*/ 240 h 369"/>
                <a:gd name="T74" fmla="*/ 44 w 362"/>
                <a:gd name="T75" fmla="*/ 313 h 369"/>
                <a:gd name="T76" fmla="*/ 60 w 362"/>
                <a:gd name="T77" fmla="*/ 314 h 369"/>
                <a:gd name="T78" fmla="*/ 120 w 362"/>
                <a:gd name="T79" fmla="*/ 316 h 369"/>
                <a:gd name="T80" fmla="*/ 132 w 362"/>
                <a:gd name="T81" fmla="*/ 359 h 369"/>
                <a:gd name="T82" fmla="*/ 140 w 362"/>
                <a:gd name="T83" fmla="*/ 368 h 369"/>
                <a:gd name="T84" fmla="*/ 225 w 362"/>
                <a:gd name="T85" fmla="*/ 368 h 369"/>
                <a:gd name="T86" fmla="*/ 233 w 362"/>
                <a:gd name="T87" fmla="*/ 361 h 369"/>
                <a:gd name="T88" fmla="*/ 237 w 362"/>
                <a:gd name="T89" fmla="*/ 321 h 369"/>
                <a:gd name="T90" fmla="*/ 274 w 362"/>
                <a:gd name="T91" fmla="*/ 298 h 369"/>
                <a:gd name="T92" fmla="*/ 310 w 362"/>
                <a:gd name="T93" fmla="*/ 316 h 369"/>
                <a:gd name="T94" fmla="*/ 360 w 362"/>
                <a:gd name="T95" fmla="*/ 243 h 369"/>
                <a:gd name="T96" fmla="*/ 362 w 362"/>
                <a:gd name="T97" fmla="*/ 232 h 369"/>
                <a:gd name="T98" fmla="*/ 354 w 362"/>
                <a:gd name="T99" fmla="*/ 22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62" h="369">
                  <a:moveTo>
                    <a:pt x="181" y="255"/>
                  </a:moveTo>
                  <a:lnTo>
                    <a:pt x="174" y="254"/>
                  </a:lnTo>
                  <a:lnTo>
                    <a:pt x="166" y="253"/>
                  </a:lnTo>
                  <a:lnTo>
                    <a:pt x="160" y="252"/>
                  </a:lnTo>
                  <a:lnTo>
                    <a:pt x="153" y="249"/>
                  </a:lnTo>
                  <a:lnTo>
                    <a:pt x="147" y="247"/>
                  </a:lnTo>
                  <a:lnTo>
                    <a:pt x="141" y="243"/>
                  </a:lnTo>
                  <a:lnTo>
                    <a:pt x="135" y="238"/>
                  </a:lnTo>
                  <a:lnTo>
                    <a:pt x="131" y="234"/>
                  </a:lnTo>
                  <a:lnTo>
                    <a:pt x="125" y="229"/>
                  </a:lnTo>
                  <a:lnTo>
                    <a:pt x="122" y="223"/>
                  </a:lnTo>
                  <a:lnTo>
                    <a:pt x="118" y="218"/>
                  </a:lnTo>
                  <a:lnTo>
                    <a:pt x="115" y="212"/>
                  </a:lnTo>
                  <a:lnTo>
                    <a:pt x="113" y="205"/>
                  </a:lnTo>
                  <a:lnTo>
                    <a:pt x="110" y="198"/>
                  </a:lnTo>
                  <a:lnTo>
                    <a:pt x="109" y="190"/>
                  </a:lnTo>
                  <a:lnTo>
                    <a:pt x="109" y="183"/>
                  </a:lnTo>
                  <a:lnTo>
                    <a:pt x="109" y="176"/>
                  </a:lnTo>
                  <a:lnTo>
                    <a:pt x="110" y="169"/>
                  </a:lnTo>
                  <a:lnTo>
                    <a:pt x="113" y="162"/>
                  </a:lnTo>
                  <a:lnTo>
                    <a:pt x="115" y="156"/>
                  </a:lnTo>
                  <a:lnTo>
                    <a:pt x="118" y="149"/>
                  </a:lnTo>
                  <a:lnTo>
                    <a:pt x="122" y="143"/>
                  </a:lnTo>
                  <a:lnTo>
                    <a:pt x="125" y="138"/>
                  </a:lnTo>
                  <a:lnTo>
                    <a:pt x="131" y="132"/>
                  </a:lnTo>
                  <a:lnTo>
                    <a:pt x="135" y="128"/>
                  </a:lnTo>
                  <a:lnTo>
                    <a:pt x="141" y="124"/>
                  </a:lnTo>
                  <a:lnTo>
                    <a:pt x="147" y="121"/>
                  </a:lnTo>
                  <a:lnTo>
                    <a:pt x="153" y="117"/>
                  </a:lnTo>
                  <a:lnTo>
                    <a:pt x="160" y="114"/>
                  </a:lnTo>
                  <a:lnTo>
                    <a:pt x="166" y="113"/>
                  </a:lnTo>
                  <a:lnTo>
                    <a:pt x="174" y="112"/>
                  </a:lnTo>
                  <a:lnTo>
                    <a:pt x="181" y="111"/>
                  </a:lnTo>
                  <a:lnTo>
                    <a:pt x="189" y="112"/>
                  </a:lnTo>
                  <a:lnTo>
                    <a:pt x="195" y="113"/>
                  </a:lnTo>
                  <a:lnTo>
                    <a:pt x="202" y="114"/>
                  </a:lnTo>
                  <a:lnTo>
                    <a:pt x="209" y="117"/>
                  </a:lnTo>
                  <a:lnTo>
                    <a:pt x="215" y="121"/>
                  </a:lnTo>
                  <a:lnTo>
                    <a:pt x="221" y="124"/>
                  </a:lnTo>
                  <a:lnTo>
                    <a:pt x="226" y="128"/>
                  </a:lnTo>
                  <a:lnTo>
                    <a:pt x="231" y="132"/>
                  </a:lnTo>
                  <a:lnTo>
                    <a:pt x="236" y="138"/>
                  </a:lnTo>
                  <a:lnTo>
                    <a:pt x="240" y="143"/>
                  </a:lnTo>
                  <a:lnTo>
                    <a:pt x="244" y="149"/>
                  </a:lnTo>
                  <a:lnTo>
                    <a:pt x="247" y="156"/>
                  </a:lnTo>
                  <a:lnTo>
                    <a:pt x="250" y="162"/>
                  </a:lnTo>
                  <a:lnTo>
                    <a:pt x="251" y="169"/>
                  </a:lnTo>
                  <a:lnTo>
                    <a:pt x="252" y="176"/>
                  </a:lnTo>
                  <a:lnTo>
                    <a:pt x="253" y="183"/>
                  </a:lnTo>
                  <a:lnTo>
                    <a:pt x="252" y="190"/>
                  </a:lnTo>
                  <a:lnTo>
                    <a:pt x="251" y="198"/>
                  </a:lnTo>
                  <a:lnTo>
                    <a:pt x="250" y="205"/>
                  </a:lnTo>
                  <a:lnTo>
                    <a:pt x="247" y="212"/>
                  </a:lnTo>
                  <a:lnTo>
                    <a:pt x="244" y="218"/>
                  </a:lnTo>
                  <a:lnTo>
                    <a:pt x="240" y="223"/>
                  </a:lnTo>
                  <a:lnTo>
                    <a:pt x="236" y="229"/>
                  </a:lnTo>
                  <a:lnTo>
                    <a:pt x="231" y="234"/>
                  </a:lnTo>
                  <a:lnTo>
                    <a:pt x="226" y="238"/>
                  </a:lnTo>
                  <a:lnTo>
                    <a:pt x="221" y="243"/>
                  </a:lnTo>
                  <a:lnTo>
                    <a:pt x="215" y="247"/>
                  </a:lnTo>
                  <a:lnTo>
                    <a:pt x="209" y="249"/>
                  </a:lnTo>
                  <a:lnTo>
                    <a:pt x="202" y="252"/>
                  </a:lnTo>
                  <a:lnTo>
                    <a:pt x="195" y="253"/>
                  </a:lnTo>
                  <a:lnTo>
                    <a:pt x="189" y="254"/>
                  </a:lnTo>
                  <a:lnTo>
                    <a:pt x="181" y="255"/>
                  </a:lnTo>
                  <a:close/>
                  <a:moveTo>
                    <a:pt x="354" y="223"/>
                  </a:moveTo>
                  <a:lnTo>
                    <a:pt x="327" y="207"/>
                  </a:lnTo>
                  <a:lnTo>
                    <a:pt x="328" y="195"/>
                  </a:lnTo>
                  <a:lnTo>
                    <a:pt x="328" y="183"/>
                  </a:lnTo>
                  <a:lnTo>
                    <a:pt x="328" y="172"/>
                  </a:lnTo>
                  <a:lnTo>
                    <a:pt x="327" y="160"/>
                  </a:lnTo>
                  <a:lnTo>
                    <a:pt x="354" y="144"/>
                  </a:lnTo>
                  <a:lnTo>
                    <a:pt x="357" y="143"/>
                  </a:lnTo>
                  <a:lnTo>
                    <a:pt x="359" y="141"/>
                  </a:lnTo>
                  <a:lnTo>
                    <a:pt x="360" y="139"/>
                  </a:lnTo>
                  <a:lnTo>
                    <a:pt x="361" y="136"/>
                  </a:lnTo>
                  <a:lnTo>
                    <a:pt x="362" y="132"/>
                  </a:lnTo>
                  <a:lnTo>
                    <a:pt x="362" y="129"/>
                  </a:lnTo>
                  <a:lnTo>
                    <a:pt x="361" y="126"/>
                  </a:lnTo>
                  <a:lnTo>
                    <a:pt x="360" y="124"/>
                  </a:lnTo>
                  <a:lnTo>
                    <a:pt x="322" y="59"/>
                  </a:lnTo>
                  <a:lnTo>
                    <a:pt x="320" y="56"/>
                  </a:lnTo>
                  <a:lnTo>
                    <a:pt x="318" y="54"/>
                  </a:lnTo>
                  <a:lnTo>
                    <a:pt x="316" y="53"/>
                  </a:lnTo>
                  <a:lnTo>
                    <a:pt x="313" y="51"/>
                  </a:lnTo>
                  <a:lnTo>
                    <a:pt x="309" y="51"/>
                  </a:lnTo>
                  <a:lnTo>
                    <a:pt x="307" y="51"/>
                  </a:lnTo>
                  <a:lnTo>
                    <a:pt x="304" y="52"/>
                  </a:lnTo>
                  <a:lnTo>
                    <a:pt x="301" y="53"/>
                  </a:lnTo>
                  <a:lnTo>
                    <a:pt x="274" y="69"/>
                  </a:lnTo>
                  <a:lnTo>
                    <a:pt x="266" y="63"/>
                  </a:lnTo>
                  <a:lnTo>
                    <a:pt x="256" y="56"/>
                  </a:lnTo>
                  <a:lnTo>
                    <a:pt x="246" y="51"/>
                  </a:lnTo>
                  <a:lnTo>
                    <a:pt x="237" y="47"/>
                  </a:lnTo>
                  <a:lnTo>
                    <a:pt x="237" y="14"/>
                  </a:lnTo>
                  <a:lnTo>
                    <a:pt x="236" y="10"/>
                  </a:lnTo>
                  <a:lnTo>
                    <a:pt x="236" y="8"/>
                  </a:lnTo>
                  <a:lnTo>
                    <a:pt x="233" y="5"/>
                  </a:lnTo>
                  <a:lnTo>
                    <a:pt x="232" y="3"/>
                  </a:lnTo>
                  <a:lnTo>
                    <a:pt x="229" y="2"/>
                  </a:lnTo>
                  <a:lnTo>
                    <a:pt x="227" y="1"/>
                  </a:lnTo>
                  <a:lnTo>
                    <a:pt x="224" y="0"/>
                  </a:lnTo>
                  <a:lnTo>
                    <a:pt x="222" y="0"/>
                  </a:lnTo>
                  <a:lnTo>
                    <a:pt x="146" y="0"/>
                  </a:lnTo>
                  <a:lnTo>
                    <a:pt x="143" y="0"/>
                  </a:lnTo>
                  <a:lnTo>
                    <a:pt x="140" y="1"/>
                  </a:lnTo>
                  <a:lnTo>
                    <a:pt x="137" y="2"/>
                  </a:lnTo>
                  <a:lnTo>
                    <a:pt x="135" y="3"/>
                  </a:lnTo>
                  <a:lnTo>
                    <a:pt x="134" y="5"/>
                  </a:lnTo>
                  <a:lnTo>
                    <a:pt x="132" y="8"/>
                  </a:lnTo>
                  <a:lnTo>
                    <a:pt x="132" y="10"/>
                  </a:lnTo>
                  <a:lnTo>
                    <a:pt x="131" y="14"/>
                  </a:lnTo>
                  <a:lnTo>
                    <a:pt x="131" y="47"/>
                  </a:lnTo>
                  <a:lnTo>
                    <a:pt x="120" y="52"/>
                  </a:lnTo>
                  <a:lnTo>
                    <a:pt x="109" y="57"/>
                  </a:lnTo>
                  <a:lnTo>
                    <a:pt x="99" y="63"/>
                  </a:lnTo>
                  <a:lnTo>
                    <a:pt x="90" y="69"/>
                  </a:lnTo>
                  <a:lnTo>
                    <a:pt x="61" y="53"/>
                  </a:lnTo>
                  <a:lnTo>
                    <a:pt x="58" y="52"/>
                  </a:lnTo>
                  <a:lnTo>
                    <a:pt x="55" y="51"/>
                  </a:lnTo>
                  <a:lnTo>
                    <a:pt x="53" y="51"/>
                  </a:lnTo>
                  <a:lnTo>
                    <a:pt x="49" y="51"/>
                  </a:lnTo>
                  <a:lnTo>
                    <a:pt x="47" y="52"/>
                  </a:lnTo>
                  <a:lnTo>
                    <a:pt x="44" y="54"/>
                  </a:lnTo>
                  <a:lnTo>
                    <a:pt x="42" y="56"/>
                  </a:lnTo>
                  <a:lnTo>
                    <a:pt x="41" y="59"/>
                  </a:lnTo>
                  <a:lnTo>
                    <a:pt x="2" y="124"/>
                  </a:lnTo>
                  <a:lnTo>
                    <a:pt x="1" y="126"/>
                  </a:lnTo>
                  <a:lnTo>
                    <a:pt x="0" y="129"/>
                  </a:lnTo>
                  <a:lnTo>
                    <a:pt x="0" y="132"/>
                  </a:lnTo>
                  <a:lnTo>
                    <a:pt x="1" y="136"/>
                  </a:lnTo>
                  <a:lnTo>
                    <a:pt x="2" y="139"/>
                  </a:lnTo>
                  <a:lnTo>
                    <a:pt x="3" y="141"/>
                  </a:lnTo>
                  <a:lnTo>
                    <a:pt x="6" y="143"/>
                  </a:lnTo>
                  <a:lnTo>
                    <a:pt x="8" y="144"/>
                  </a:lnTo>
                  <a:lnTo>
                    <a:pt x="36" y="160"/>
                  </a:lnTo>
                  <a:lnTo>
                    <a:pt x="34" y="172"/>
                  </a:lnTo>
                  <a:lnTo>
                    <a:pt x="34" y="183"/>
                  </a:lnTo>
                  <a:lnTo>
                    <a:pt x="34" y="195"/>
                  </a:lnTo>
                  <a:lnTo>
                    <a:pt x="36" y="207"/>
                  </a:lnTo>
                  <a:lnTo>
                    <a:pt x="8" y="223"/>
                  </a:lnTo>
                  <a:lnTo>
                    <a:pt x="6" y="224"/>
                  </a:lnTo>
                  <a:lnTo>
                    <a:pt x="3" y="227"/>
                  </a:lnTo>
                  <a:lnTo>
                    <a:pt x="1" y="230"/>
                  </a:lnTo>
                  <a:lnTo>
                    <a:pt x="0" y="233"/>
                  </a:lnTo>
                  <a:lnTo>
                    <a:pt x="0" y="235"/>
                  </a:lnTo>
                  <a:lnTo>
                    <a:pt x="0" y="237"/>
                  </a:lnTo>
                  <a:lnTo>
                    <a:pt x="1" y="240"/>
                  </a:lnTo>
                  <a:lnTo>
                    <a:pt x="2" y="243"/>
                  </a:lnTo>
                  <a:lnTo>
                    <a:pt x="40" y="309"/>
                  </a:lnTo>
                  <a:lnTo>
                    <a:pt x="42" y="311"/>
                  </a:lnTo>
                  <a:lnTo>
                    <a:pt x="44" y="313"/>
                  </a:lnTo>
                  <a:lnTo>
                    <a:pt x="46" y="314"/>
                  </a:lnTo>
                  <a:lnTo>
                    <a:pt x="48" y="315"/>
                  </a:lnTo>
                  <a:lnTo>
                    <a:pt x="55" y="316"/>
                  </a:lnTo>
                  <a:lnTo>
                    <a:pt x="60" y="314"/>
                  </a:lnTo>
                  <a:lnTo>
                    <a:pt x="90" y="297"/>
                  </a:lnTo>
                  <a:lnTo>
                    <a:pt x="99" y="304"/>
                  </a:lnTo>
                  <a:lnTo>
                    <a:pt x="109" y="310"/>
                  </a:lnTo>
                  <a:lnTo>
                    <a:pt x="120" y="316"/>
                  </a:lnTo>
                  <a:lnTo>
                    <a:pt x="131" y="321"/>
                  </a:lnTo>
                  <a:lnTo>
                    <a:pt x="131" y="354"/>
                  </a:lnTo>
                  <a:lnTo>
                    <a:pt x="132" y="356"/>
                  </a:lnTo>
                  <a:lnTo>
                    <a:pt x="132" y="359"/>
                  </a:lnTo>
                  <a:lnTo>
                    <a:pt x="134" y="361"/>
                  </a:lnTo>
                  <a:lnTo>
                    <a:pt x="135" y="363"/>
                  </a:lnTo>
                  <a:lnTo>
                    <a:pt x="137" y="366"/>
                  </a:lnTo>
                  <a:lnTo>
                    <a:pt x="140" y="368"/>
                  </a:lnTo>
                  <a:lnTo>
                    <a:pt x="143" y="368"/>
                  </a:lnTo>
                  <a:lnTo>
                    <a:pt x="146" y="369"/>
                  </a:lnTo>
                  <a:lnTo>
                    <a:pt x="222" y="369"/>
                  </a:lnTo>
                  <a:lnTo>
                    <a:pt x="225" y="368"/>
                  </a:lnTo>
                  <a:lnTo>
                    <a:pt x="227" y="368"/>
                  </a:lnTo>
                  <a:lnTo>
                    <a:pt x="229" y="366"/>
                  </a:lnTo>
                  <a:lnTo>
                    <a:pt x="232" y="363"/>
                  </a:lnTo>
                  <a:lnTo>
                    <a:pt x="233" y="361"/>
                  </a:lnTo>
                  <a:lnTo>
                    <a:pt x="236" y="359"/>
                  </a:lnTo>
                  <a:lnTo>
                    <a:pt x="236" y="356"/>
                  </a:lnTo>
                  <a:lnTo>
                    <a:pt x="237" y="354"/>
                  </a:lnTo>
                  <a:lnTo>
                    <a:pt x="237" y="321"/>
                  </a:lnTo>
                  <a:lnTo>
                    <a:pt x="246" y="316"/>
                  </a:lnTo>
                  <a:lnTo>
                    <a:pt x="256" y="311"/>
                  </a:lnTo>
                  <a:lnTo>
                    <a:pt x="266" y="305"/>
                  </a:lnTo>
                  <a:lnTo>
                    <a:pt x="274" y="298"/>
                  </a:lnTo>
                  <a:lnTo>
                    <a:pt x="302" y="313"/>
                  </a:lnTo>
                  <a:lnTo>
                    <a:pt x="305" y="315"/>
                  </a:lnTo>
                  <a:lnTo>
                    <a:pt x="307" y="315"/>
                  </a:lnTo>
                  <a:lnTo>
                    <a:pt x="310" y="316"/>
                  </a:lnTo>
                  <a:lnTo>
                    <a:pt x="314" y="316"/>
                  </a:lnTo>
                  <a:lnTo>
                    <a:pt x="319" y="313"/>
                  </a:lnTo>
                  <a:lnTo>
                    <a:pt x="322" y="309"/>
                  </a:lnTo>
                  <a:lnTo>
                    <a:pt x="360" y="243"/>
                  </a:lnTo>
                  <a:lnTo>
                    <a:pt x="362" y="240"/>
                  </a:lnTo>
                  <a:lnTo>
                    <a:pt x="362" y="237"/>
                  </a:lnTo>
                  <a:lnTo>
                    <a:pt x="362" y="234"/>
                  </a:lnTo>
                  <a:lnTo>
                    <a:pt x="362" y="232"/>
                  </a:lnTo>
                  <a:lnTo>
                    <a:pt x="361" y="229"/>
                  </a:lnTo>
                  <a:lnTo>
                    <a:pt x="359" y="227"/>
                  </a:lnTo>
                  <a:lnTo>
                    <a:pt x="357" y="224"/>
                  </a:lnTo>
                  <a:lnTo>
                    <a:pt x="354" y="2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73" name="Group 72">
            <a:extLst>
              <a:ext uri="{FF2B5EF4-FFF2-40B4-BE49-F238E27FC236}">
                <a16:creationId xmlns:a16="http://schemas.microsoft.com/office/drawing/2014/main" id="{E1196088-35C1-41D2-BA69-2F641D673C51}"/>
              </a:ext>
            </a:extLst>
          </p:cNvPr>
          <p:cNvGrpSpPr/>
          <p:nvPr/>
        </p:nvGrpSpPr>
        <p:grpSpPr>
          <a:xfrm>
            <a:off x="8094508" y="2213055"/>
            <a:ext cx="612531" cy="530861"/>
            <a:chOff x="5467350" y="1400175"/>
            <a:chExt cx="285750" cy="247650"/>
          </a:xfrm>
          <a:solidFill>
            <a:schemeClr val="accent2"/>
          </a:solidFill>
        </p:grpSpPr>
        <p:sp>
          <p:nvSpPr>
            <p:cNvPr id="74" name="Freeform 2692">
              <a:extLst>
                <a:ext uri="{FF2B5EF4-FFF2-40B4-BE49-F238E27FC236}">
                  <a16:creationId xmlns:a16="http://schemas.microsoft.com/office/drawing/2014/main" id="{FD9D3C7B-6B3B-46D2-8745-2E71A7F56AF3}"/>
                </a:ext>
              </a:extLst>
            </p:cNvPr>
            <p:cNvSpPr>
              <a:spLocks/>
            </p:cNvSpPr>
            <p:nvPr/>
          </p:nvSpPr>
          <p:spPr bwMode="auto">
            <a:xfrm>
              <a:off x="5705475" y="1447800"/>
              <a:ext cx="47625" cy="200025"/>
            </a:xfrm>
            <a:custGeom>
              <a:avLst/>
              <a:gdLst>
                <a:gd name="T0" fmla="*/ 36 w 120"/>
                <a:gd name="T1" fmla="*/ 0 h 504"/>
                <a:gd name="T2" fmla="*/ 0 w 120"/>
                <a:gd name="T3" fmla="*/ 0 h 504"/>
                <a:gd name="T4" fmla="*/ 0 w 120"/>
                <a:gd name="T5" fmla="*/ 504 h 504"/>
                <a:gd name="T6" fmla="*/ 36 w 120"/>
                <a:gd name="T7" fmla="*/ 504 h 504"/>
                <a:gd name="T8" fmla="*/ 45 w 120"/>
                <a:gd name="T9" fmla="*/ 503 h 504"/>
                <a:gd name="T10" fmla="*/ 53 w 120"/>
                <a:gd name="T11" fmla="*/ 502 h 504"/>
                <a:gd name="T12" fmla="*/ 61 w 120"/>
                <a:gd name="T13" fmla="*/ 500 h 504"/>
                <a:gd name="T14" fmla="*/ 68 w 120"/>
                <a:gd name="T15" fmla="*/ 497 h 504"/>
                <a:gd name="T16" fmla="*/ 76 w 120"/>
                <a:gd name="T17" fmla="*/ 494 h 504"/>
                <a:gd name="T18" fmla="*/ 82 w 120"/>
                <a:gd name="T19" fmla="*/ 490 h 504"/>
                <a:gd name="T20" fmla="*/ 90 w 120"/>
                <a:gd name="T21" fmla="*/ 484 h 504"/>
                <a:gd name="T22" fmla="*/ 96 w 120"/>
                <a:gd name="T23" fmla="*/ 479 h 504"/>
                <a:gd name="T24" fmla="*/ 101 w 120"/>
                <a:gd name="T25" fmla="*/ 473 h 504"/>
                <a:gd name="T26" fmla="*/ 106 w 120"/>
                <a:gd name="T27" fmla="*/ 467 h 504"/>
                <a:gd name="T28" fmla="*/ 110 w 120"/>
                <a:gd name="T29" fmla="*/ 460 h 504"/>
                <a:gd name="T30" fmla="*/ 113 w 120"/>
                <a:gd name="T31" fmla="*/ 453 h 504"/>
                <a:gd name="T32" fmla="*/ 116 w 120"/>
                <a:gd name="T33" fmla="*/ 445 h 504"/>
                <a:gd name="T34" fmla="*/ 118 w 120"/>
                <a:gd name="T35" fmla="*/ 437 h 504"/>
                <a:gd name="T36" fmla="*/ 120 w 120"/>
                <a:gd name="T37" fmla="*/ 429 h 504"/>
                <a:gd name="T38" fmla="*/ 120 w 120"/>
                <a:gd name="T39" fmla="*/ 419 h 504"/>
                <a:gd name="T40" fmla="*/ 120 w 120"/>
                <a:gd name="T41" fmla="*/ 83 h 504"/>
                <a:gd name="T42" fmla="*/ 120 w 120"/>
                <a:gd name="T43" fmla="*/ 75 h 504"/>
                <a:gd name="T44" fmla="*/ 118 w 120"/>
                <a:gd name="T45" fmla="*/ 67 h 504"/>
                <a:gd name="T46" fmla="*/ 116 w 120"/>
                <a:gd name="T47" fmla="*/ 59 h 504"/>
                <a:gd name="T48" fmla="*/ 113 w 120"/>
                <a:gd name="T49" fmla="*/ 51 h 504"/>
                <a:gd name="T50" fmla="*/ 110 w 120"/>
                <a:gd name="T51" fmla="*/ 44 h 504"/>
                <a:gd name="T52" fmla="*/ 106 w 120"/>
                <a:gd name="T53" fmla="*/ 36 h 504"/>
                <a:gd name="T54" fmla="*/ 101 w 120"/>
                <a:gd name="T55" fmla="*/ 30 h 504"/>
                <a:gd name="T56" fmla="*/ 96 w 120"/>
                <a:gd name="T57" fmla="*/ 24 h 504"/>
                <a:gd name="T58" fmla="*/ 90 w 120"/>
                <a:gd name="T59" fmla="*/ 19 h 504"/>
                <a:gd name="T60" fmla="*/ 82 w 120"/>
                <a:gd name="T61" fmla="*/ 14 h 504"/>
                <a:gd name="T62" fmla="*/ 76 w 120"/>
                <a:gd name="T63" fmla="*/ 10 h 504"/>
                <a:gd name="T64" fmla="*/ 68 w 120"/>
                <a:gd name="T65" fmla="*/ 6 h 504"/>
                <a:gd name="T66" fmla="*/ 61 w 120"/>
                <a:gd name="T67" fmla="*/ 3 h 504"/>
                <a:gd name="T68" fmla="*/ 53 w 120"/>
                <a:gd name="T69" fmla="*/ 1 h 504"/>
                <a:gd name="T70" fmla="*/ 45 w 120"/>
                <a:gd name="T71" fmla="*/ 0 h 504"/>
                <a:gd name="T72" fmla="*/ 36 w 120"/>
                <a:gd name="T73"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04">
                  <a:moveTo>
                    <a:pt x="36" y="0"/>
                  </a:moveTo>
                  <a:lnTo>
                    <a:pt x="0" y="0"/>
                  </a:lnTo>
                  <a:lnTo>
                    <a:pt x="0" y="504"/>
                  </a:lnTo>
                  <a:lnTo>
                    <a:pt x="36" y="504"/>
                  </a:lnTo>
                  <a:lnTo>
                    <a:pt x="45" y="503"/>
                  </a:lnTo>
                  <a:lnTo>
                    <a:pt x="53" y="502"/>
                  </a:lnTo>
                  <a:lnTo>
                    <a:pt x="61" y="500"/>
                  </a:lnTo>
                  <a:lnTo>
                    <a:pt x="68" y="497"/>
                  </a:lnTo>
                  <a:lnTo>
                    <a:pt x="76" y="494"/>
                  </a:lnTo>
                  <a:lnTo>
                    <a:pt x="82" y="490"/>
                  </a:lnTo>
                  <a:lnTo>
                    <a:pt x="90" y="484"/>
                  </a:lnTo>
                  <a:lnTo>
                    <a:pt x="96" y="479"/>
                  </a:lnTo>
                  <a:lnTo>
                    <a:pt x="101" y="473"/>
                  </a:lnTo>
                  <a:lnTo>
                    <a:pt x="106" y="467"/>
                  </a:lnTo>
                  <a:lnTo>
                    <a:pt x="110" y="460"/>
                  </a:lnTo>
                  <a:lnTo>
                    <a:pt x="113" y="453"/>
                  </a:lnTo>
                  <a:lnTo>
                    <a:pt x="116" y="445"/>
                  </a:lnTo>
                  <a:lnTo>
                    <a:pt x="118" y="437"/>
                  </a:lnTo>
                  <a:lnTo>
                    <a:pt x="120" y="429"/>
                  </a:lnTo>
                  <a:lnTo>
                    <a:pt x="120" y="419"/>
                  </a:lnTo>
                  <a:lnTo>
                    <a:pt x="120" y="83"/>
                  </a:lnTo>
                  <a:lnTo>
                    <a:pt x="120" y="75"/>
                  </a:lnTo>
                  <a:lnTo>
                    <a:pt x="118" y="67"/>
                  </a:lnTo>
                  <a:lnTo>
                    <a:pt x="116" y="59"/>
                  </a:lnTo>
                  <a:lnTo>
                    <a:pt x="113" y="51"/>
                  </a:lnTo>
                  <a:lnTo>
                    <a:pt x="110" y="44"/>
                  </a:lnTo>
                  <a:lnTo>
                    <a:pt x="106" y="36"/>
                  </a:lnTo>
                  <a:lnTo>
                    <a:pt x="101" y="30"/>
                  </a:lnTo>
                  <a:lnTo>
                    <a:pt x="96" y="24"/>
                  </a:lnTo>
                  <a:lnTo>
                    <a:pt x="90" y="19"/>
                  </a:lnTo>
                  <a:lnTo>
                    <a:pt x="82" y="14"/>
                  </a:lnTo>
                  <a:lnTo>
                    <a:pt x="76" y="10"/>
                  </a:lnTo>
                  <a:lnTo>
                    <a:pt x="68" y="6"/>
                  </a:lnTo>
                  <a:lnTo>
                    <a:pt x="61" y="3"/>
                  </a:lnTo>
                  <a:lnTo>
                    <a:pt x="53" y="1"/>
                  </a:lnTo>
                  <a:lnTo>
                    <a:pt x="45"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5" name="Freeform 2693">
              <a:extLst>
                <a:ext uri="{FF2B5EF4-FFF2-40B4-BE49-F238E27FC236}">
                  <a16:creationId xmlns:a16="http://schemas.microsoft.com/office/drawing/2014/main" id="{842754CA-69EA-4650-8320-A6182195B465}"/>
                </a:ext>
              </a:extLst>
            </p:cNvPr>
            <p:cNvSpPr>
              <a:spLocks noEditPoints="1"/>
            </p:cNvSpPr>
            <p:nvPr/>
          </p:nvSpPr>
          <p:spPr bwMode="auto">
            <a:xfrm>
              <a:off x="5562600" y="1400175"/>
              <a:ext cx="95250" cy="247650"/>
            </a:xfrm>
            <a:custGeom>
              <a:avLst/>
              <a:gdLst>
                <a:gd name="T0" fmla="*/ 217 w 241"/>
                <a:gd name="T1" fmla="*/ 121 h 625"/>
                <a:gd name="T2" fmla="*/ 25 w 241"/>
                <a:gd name="T3" fmla="*/ 121 h 625"/>
                <a:gd name="T4" fmla="*/ 25 w 241"/>
                <a:gd name="T5" fmla="*/ 72 h 625"/>
                <a:gd name="T6" fmla="*/ 26 w 241"/>
                <a:gd name="T7" fmla="*/ 63 h 625"/>
                <a:gd name="T8" fmla="*/ 29 w 241"/>
                <a:gd name="T9" fmla="*/ 54 h 625"/>
                <a:gd name="T10" fmla="*/ 33 w 241"/>
                <a:gd name="T11" fmla="*/ 46 h 625"/>
                <a:gd name="T12" fmla="*/ 39 w 241"/>
                <a:gd name="T13" fmla="*/ 39 h 625"/>
                <a:gd name="T14" fmla="*/ 46 w 241"/>
                <a:gd name="T15" fmla="*/ 32 h 625"/>
                <a:gd name="T16" fmla="*/ 54 w 241"/>
                <a:gd name="T17" fmla="*/ 28 h 625"/>
                <a:gd name="T18" fmla="*/ 63 w 241"/>
                <a:gd name="T19" fmla="*/ 25 h 625"/>
                <a:gd name="T20" fmla="*/ 73 w 241"/>
                <a:gd name="T21" fmla="*/ 24 h 625"/>
                <a:gd name="T22" fmla="*/ 169 w 241"/>
                <a:gd name="T23" fmla="*/ 24 h 625"/>
                <a:gd name="T24" fmla="*/ 178 w 241"/>
                <a:gd name="T25" fmla="*/ 25 h 625"/>
                <a:gd name="T26" fmla="*/ 187 w 241"/>
                <a:gd name="T27" fmla="*/ 28 h 625"/>
                <a:gd name="T28" fmla="*/ 195 w 241"/>
                <a:gd name="T29" fmla="*/ 32 h 625"/>
                <a:gd name="T30" fmla="*/ 203 w 241"/>
                <a:gd name="T31" fmla="*/ 39 h 625"/>
                <a:gd name="T32" fmla="*/ 209 w 241"/>
                <a:gd name="T33" fmla="*/ 46 h 625"/>
                <a:gd name="T34" fmla="*/ 213 w 241"/>
                <a:gd name="T35" fmla="*/ 54 h 625"/>
                <a:gd name="T36" fmla="*/ 216 w 241"/>
                <a:gd name="T37" fmla="*/ 63 h 625"/>
                <a:gd name="T38" fmla="*/ 217 w 241"/>
                <a:gd name="T39" fmla="*/ 72 h 625"/>
                <a:gd name="T40" fmla="*/ 217 w 241"/>
                <a:gd name="T41" fmla="*/ 121 h 625"/>
                <a:gd name="T42" fmla="*/ 169 w 241"/>
                <a:gd name="T43" fmla="*/ 0 h 625"/>
                <a:gd name="T44" fmla="*/ 73 w 241"/>
                <a:gd name="T45" fmla="*/ 0 h 625"/>
                <a:gd name="T46" fmla="*/ 65 w 241"/>
                <a:gd name="T47" fmla="*/ 1 h 625"/>
                <a:gd name="T48" fmla="*/ 58 w 241"/>
                <a:gd name="T49" fmla="*/ 2 h 625"/>
                <a:gd name="T50" fmla="*/ 51 w 241"/>
                <a:gd name="T51" fmla="*/ 4 h 625"/>
                <a:gd name="T52" fmla="*/ 45 w 241"/>
                <a:gd name="T53" fmla="*/ 6 h 625"/>
                <a:gd name="T54" fmla="*/ 38 w 241"/>
                <a:gd name="T55" fmla="*/ 9 h 625"/>
                <a:gd name="T56" fmla="*/ 33 w 241"/>
                <a:gd name="T57" fmla="*/ 13 h 625"/>
                <a:gd name="T58" fmla="*/ 27 w 241"/>
                <a:gd name="T59" fmla="*/ 17 h 625"/>
                <a:gd name="T60" fmla="*/ 22 w 241"/>
                <a:gd name="T61" fmla="*/ 21 h 625"/>
                <a:gd name="T62" fmla="*/ 17 w 241"/>
                <a:gd name="T63" fmla="*/ 26 h 625"/>
                <a:gd name="T64" fmla="*/ 13 w 241"/>
                <a:gd name="T65" fmla="*/ 32 h 625"/>
                <a:gd name="T66" fmla="*/ 10 w 241"/>
                <a:gd name="T67" fmla="*/ 39 h 625"/>
                <a:gd name="T68" fmla="*/ 6 w 241"/>
                <a:gd name="T69" fmla="*/ 45 h 625"/>
                <a:gd name="T70" fmla="*/ 3 w 241"/>
                <a:gd name="T71" fmla="*/ 51 h 625"/>
                <a:gd name="T72" fmla="*/ 2 w 241"/>
                <a:gd name="T73" fmla="*/ 58 h 625"/>
                <a:gd name="T74" fmla="*/ 1 w 241"/>
                <a:gd name="T75" fmla="*/ 65 h 625"/>
                <a:gd name="T76" fmla="*/ 0 w 241"/>
                <a:gd name="T77" fmla="*/ 72 h 625"/>
                <a:gd name="T78" fmla="*/ 0 w 241"/>
                <a:gd name="T79" fmla="*/ 121 h 625"/>
                <a:gd name="T80" fmla="*/ 0 w 241"/>
                <a:gd name="T81" fmla="*/ 132 h 625"/>
                <a:gd name="T82" fmla="*/ 0 w 241"/>
                <a:gd name="T83" fmla="*/ 625 h 625"/>
                <a:gd name="T84" fmla="*/ 241 w 241"/>
                <a:gd name="T85" fmla="*/ 625 h 625"/>
                <a:gd name="T86" fmla="*/ 241 w 241"/>
                <a:gd name="T87" fmla="*/ 132 h 625"/>
                <a:gd name="T88" fmla="*/ 241 w 241"/>
                <a:gd name="T89" fmla="*/ 121 h 625"/>
                <a:gd name="T90" fmla="*/ 241 w 241"/>
                <a:gd name="T91" fmla="*/ 72 h 625"/>
                <a:gd name="T92" fmla="*/ 240 w 241"/>
                <a:gd name="T93" fmla="*/ 65 h 625"/>
                <a:gd name="T94" fmla="*/ 239 w 241"/>
                <a:gd name="T95" fmla="*/ 58 h 625"/>
                <a:gd name="T96" fmla="*/ 237 w 241"/>
                <a:gd name="T97" fmla="*/ 51 h 625"/>
                <a:gd name="T98" fmla="*/ 235 w 241"/>
                <a:gd name="T99" fmla="*/ 45 h 625"/>
                <a:gd name="T100" fmla="*/ 232 w 241"/>
                <a:gd name="T101" fmla="*/ 39 h 625"/>
                <a:gd name="T102" fmla="*/ 228 w 241"/>
                <a:gd name="T103" fmla="*/ 32 h 625"/>
                <a:gd name="T104" fmla="*/ 224 w 241"/>
                <a:gd name="T105" fmla="*/ 26 h 625"/>
                <a:gd name="T106" fmla="*/ 220 w 241"/>
                <a:gd name="T107" fmla="*/ 21 h 625"/>
                <a:gd name="T108" fmla="*/ 215 w 241"/>
                <a:gd name="T109" fmla="*/ 17 h 625"/>
                <a:gd name="T110" fmla="*/ 209 w 241"/>
                <a:gd name="T111" fmla="*/ 13 h 625"/>
                <a:gd name="T112" fmla="*/ 203 w 241"/>
                <a:gd name="T113" fmla="*/ 9 h 625"/>
                <a:gd name="T114" fmla="*/ 196 w 241"/>
                <a:gd name="T115" fmla="*/ 6 h 625"/>
                <a:gd name="T116" fmla="*/ 190 w 241"/>
                <a:gd name="T117" fmla="*/ 4 h 625"/>
                <a:gd name="T118" fmla="*/ 183 w 241"/>
                <a:gd name="T119" fmla="*/ 2 h 625"/>
                <a:gd name="T120" fmla="*/ 176 w 241"/>
                <a:gd name="T121" fmla="*/ 1 h 625"/>
                <a:gd name="T122" fmla="*/ 169 w 241"/>
                <a:gd name="T123"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625">
                  <a:moveTo>
                    <a:pt x="217" y="121"/>
                  </a:moveTo>
                  <a:lnTo>
                    <a:pt x="25" y="121"/>
                  </a:lnTo>
                  <a:lnTo>
                    <a:pt x="25" y="72"/>
                  </a:lnTo>
                  <a:lnTo>
                    <a:pt x="26" y="63"/>
                  </a:lnTo>
                  <a:lnTo>
                    <a:pt x="29" y="54"/>
                  </a:lnTo>
                  <a:lnTo>
                    <a:pt x="33" y="46"/>
                  </a:lnTo>
                  <a:lnTo>
                    <a:pt x="39" y="39"/>
                  </a:lnTo>
                  <a:lnTo>
                    <a:pt x="46" y="32"/>
                  </a:lnTo>
                  <a:lnTo>
                    <a:pt x="54" y="28"/>
                  </a:lnTo>
                  <a:lnTo>
                    <a:pt x="63" y="25"/>
                  </a:lnTo>
                  <a:lnTo>
                    <a:pt x="73" y="24"/>
                  </a:lnTo>
                  <a:lnTo>
                    <a:pt x="169" y="24"/>
                  </a:lnTo>
                  <a:lnTo>
                    <a:pt x="178" y="25"/>
                  </a:lnTo>
                  <a:lnTo>
                    <a:pt x="187" y="28"/>
                  </a:lnTo>
                  <a:lnTo>
                    <a:pt x="195" y="32"/>
                  </a:lnTo>
                  <a:lnTo>
                    <a:pt x="203" y="39"/>
                  </a:lnTo>
                  <a:lnTo>
                    <a:pt x="209" y="46"/>
                  </a:lnTo>
                  <a:lnTo>
                    <a:pt x="213" y="54"/>
                  </a:lnTo>
                  <a:lnTo>
                    <a:pt x="216" y="63"/>
                  </a:lnTo>
                  <a:lnTo>
                    <a:pt x="217" y="72"/>
                  </a:lnTo>
                  <a:lnTo>
                    <a:pt x="217" y="121"/>
                  </a:lnTo>
                  <a:close/>
                  <a:moveTo>
                    <a:pt x="169" y="0"/>
                  </a:moveTo>
                  <a:lnTo>
                    <a:pt x="73" y="0"/>
                  </a:lnTo>
                  <a:lnTo>
                    <a:pt x="65" y="1"/>
                  </a:lnTo>
                  <a:lnTo>
                    <a:pt x="58" y="2"/>
                  </a:lnTo>
                  <a:lnTo>
                    <a:pt x="51" y="4"/>
                  </a:lnTo>
                  <a:lnTo>
                    <a:pt x="45" y="6"/>
                  </a:lnTo>
                  <a:lnTo>
                    <a:pt x="38" y="9"/>
                  </a:lnTo>
                  <a:lnTo>
                    <a:pt x="33" y="13"/>
                  </a:lnTo>
                  <a:lnTo>
                    <a:pt x="27" y="17"/>
                  </a:lnTo>
                  <a:lnTo>
                    <a:pt x="22" y="21"/>
                  </a:lnTo>
                  <a:lnTo>
                    <a:pt x="17" y="26"/>
                  </a:lnTo>
                  <a:lnTo>
                    <a:pt x="13" y="32"/>
                  </a:lnTo>
                  <a:lnTo>
                    <a:pt x="10" y="39"/>
                  </a:lnTo>
                  <a:lnTo>
                    <a:pt x="6" y="45"/>
                  </a:lnTo>
                  <a:lnTo>
                    <a:pt x="3" y="51"/>
                  </a:lnTo>
                  <a:lnTo>
                    <a:pt x="2" y="58"/>
                  </a:lnTo>
                  <a:lnTo>
                    <a:pt x="1" y="65"/>
                  </a:lnTo>
                  <a:lnTo>
                    <a:pt x="0" y="72"/>
                  </a:lnTo>
                  <a:lnTo>
                    <a:pt x="0" y="121"/>
                  </a:lnTo>
                  <a:lnTo>
                    <a:pt x="0" y="132"/>
                  </a:lnTo>
                  <a:lnTo>
                    <a:pt x="0" y="625"/>
                  </a:lnTo>
                  <a:lnTo>
                    <a:pt x="241" y="625"/>
                  </a:lnTo>
                  <a:lnTo>
                    <a:pt x="241" y="132"/>
                  </a:lnTo>
                  <a:lnTo>
                    <a:pt x="241" y="121"/>
                  </a:lnTo>
                  <a:lnTo>
                    <a:pt x="241" y="72"/>
                  </a:lnTo>
                  <a:lnTo>
                    <a:pt x="240" y="65"/>
                  </a:lnTo>
                  <a:lnTo>
                    <a:pt x="239" y="58"/>
                  </a:lnTo>
                  <a:lnTo>
                    <a:pt x="237" y="51"/>
                  </a:lnTo>
                  <a:lnTo>
                    <a:pt x="235" y="45"/>
                  </a:lnTo>
                  <a:lnTo>
                    <a:pt x="232" y="39"/>
                  </a:lnTo>
                  <a:lnTo>
                    <a:pt x="228" y="32"/>
                  </a:lnTo>
                  <a:lnTo>
                    <a:pt x="224" y="26"/>
                  </a:lnTo>
                  <a:lnTo>
                    <a:pt x="220" y="21"/>
                  </a:lnTo>
                  <a:lnTo>
                    <a:pt x="215" y="17"/>
                  </a:lnTo>
                  <a:lnTo>
                    <a:pt x="209" y="13"/>
                  </a:lnTo>
                  <a:lnTo>
                    <a:pt x="203" y="9"/>
                  </a:lnTo>
                  <a:lnTo>
                    <a:pt x="196" y="6"/>
                  </a:lnTo>
                  <a:lnTo>
                    <a:pt x="190" y="4"/>
                  </a:lnTo>
                  <a:lnTo>
                    <a:pt x="183" y="2"/>
                  </a:lnTo>
                  <a:lnTo>
                    <a:pt x="176" y="1"/>
                  </a:lnTo>
                  <a:lnTo>
                    <a:pt x="1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6" name="Rectangle 2694">
              <a:extLst>
                <a:ext uri="{FF2B5EF4-FFF2-40B4-BE49-F238E27FC236}">
                  <a16:creationId xmlns:a16="http://schemas.microsoft.com/office/drawing/2014/main" id="{99F93FA2-AD8C-491A-A7FA-D0A4BF4E61B4}"/>
                </a:ext>
              </a:extLst>
            </p:cNvPr>
            <p:cNvSpPr>
              <a:spLocks noChangeArrowheads="1"/>
            </p:cNvSpPr>
            <p:nvPr/>
          </p:nvSpPr>
          <p:spPr bwMode="auto">
            <a:xfrm>
              <a:off x="5667375" y="1447800"/>
              <a:ext cx="28575" cy="200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7" name="Rectangle 2695">
              <a:extLst>
                <a:ext uri="{FF2B5EF4-FFF2-40B4-BE49-F238E27FC236}">
                  <a16:creationId xmlns:a16="http://schemas.microsoft.com/office/drawing/2014/main" id="{5E172292-47D4-4131-862D-68B410456B95}"/>
                </a:ext>
              </a:extLst>
            </p:cNvPr>
            <p:cNvSpPr>
              <a:spLocks noChangeArrowheads="1"/>
            </p:cNvSpPr>
            <p:nvPr/>
          </p:nvSpPr>
          <p:spPr bwMode="auto">
            <a:xfrm>
              <a:off x="5524500" y="1447800"/>
              <a:ext cx="28575" cy="200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8" name="Freeform 2696">
              <a:extLst>
                <a:ext uri="{FF2B5EF4-FFF2-40B4-BE49-F238E27FC236}">
                  <a16:creationId xmlns:a16="http://schemas.microsoft.com/office/drawing/2014/main" id="{74B2FBD8-1A22-4853-8EDE-EA6FB3E6649B}"/>
                </a:ext>
              </a:extLst>
            </p:cNvPr>
            <p:cNvSpPr>
              <a:spLocks/>
            </p:cNvSpPr>
            <p:nvPr/>
          </p:nvSpPr>
          <p:spPr bwMode="auto">
            <a:xfrm>
              <a:off x="5467350" y="1447800"/>
              <a:ext cx="47625" cy="200025"/>
            </a:xfrm>
            <a:custGeom>
              <a:avLst/>
              <a:gdLst>
                <a:gd name="T0" fmla="*/ 0 w 119"/>
                <a:gd name="T1" fmla="*/ 83 h 504"/>
                <a:gd name="T2" fmla="*/ 0 w 119"/>
                <a:gd name="T3" fmla="*/ 419 h 504"/>
                <a:gd name="T4" fmla="*/ 0 w 119"/>
                <a:gd name="T5" fmla="*/ 429 h 504"/>
                <a:gd name="T6" fmla="*/ 2 w 119"/>
                <a:gd name="T7" fmla="*/ 437 h 504"/>
                <a:gd name="T8" fmla="*/ 4 w 119"/>
                <a:gd name="T9" fmla="*/ 445 h 504"/>
                <a:gd name="T10" fmla="*/ 6 w 119"/>
                <a:gd name="T11" fmla="*/ 453 h 504"/>
                <a:gd name="T12" fmla="*/ 10 w 119"/>
                <a:gd name="T13" fmla="*/ 460 h 504"/>
                <a:gd name="T14" fmla="*/ 14 w 119"/>
                <a:gd name="T15" fmla="*/ 467 h 504"/>
                <a:gd name="T16" fmla="*/ 19 w 119"/>
                <a:gd name="T17" fmla="*/ 473 h 504"/>
                <a:gd name="T18" fmla="*/ 24 w 119"/>
                <a:gd name="T19" fmla="*/ 479 h 504"/>
                <a:gd name="T20" fmla="*/ 30 w 119"/>
                <a:gd name="T21" fmla="*/ 484 h 504"/>
                <a:gd name="T22" fmla="*/ 36 w 119"/>
                <a:gd name="T23" fmla="*/ 490 h 504"/>
                <a:gd name="T24" fmla="*/ 43 w 119"/>
                <a:gd name="T25" fmla="*/ 494 h 504"/>
                <a:gd name="T26" fmla="*/ 50 w 119"/>
                <a:gd name="T27" fmla="*/ 497 h 504"/>
                <a:gd name="T28" fmla="*/ 59 w 119"/>
                <a:gd name="T29" fmla="*/ 500 h 504"/>
                <a:gd name="T30" fmla="*/ 67 w 119"/>
                <a:gd name="T31" fmla="*/ 502 h 504"/>
                <a:gd name="T32" fmla="*/ 75 w 119"/>
                <a:gd name="T33" fmla="*/ 504 h 504"/>
                <a:gd name="T34" fmla="*/ 84 w 119"/>
                <a:gd name="T35" fmla="*/ 504 h 504"/>
                <a:gd name="T36" fmla="*/ 119 w 119"/>
                <a:gd name="T37" fmla="*/ 504 h 504"/>
                <a:gd name="T38" fmla="*/ 119 w 119"/>
                <a:gd name="T39" fmla="*/ 0 h 504"/>
                <a:gd name="T40" fmla="*/ 84 w 119"/>
                <a:gd name="T41" fmla="*/ 0 h 504"/>
                <a:gd name="T42" fmla="*/ 75 w 119"/>
                <a:gd name="T43" fmla="*/ 0 h 504"/>
                <a:gd name="T44" fmla="*/ 67 w 119"/>
                <a:gd name="T45" fmla="*/ 1 h 504"/>
                <a:gd name="T46" fmla="*/ 59 w 119"/>
                <a:gd name="T47" fmla="*/ 3 h 504"/>
                <a:gd name="T48" fmla="*/ 50 w 119"/>
                <a:gd name="T49" fmla="*/ 6 h 504"/>
                <a:gd name="T50" fmla="*/ 43 w 119"/>
                <a:gd name="T51" fmla="*/ 10 h 504"/>
                <a:gd name="T52" fmla="*/ 36 w 119"/>
                <a:gd name="T53" fmla="*/ 14 h 504"/>
                <a:gd name="T54" fmla="*/ 30 w 119"/>
                <a:gd name="T55" fmla="*/ 19 h 504"/>
                <a:gd name="T56" fmla="*/ 24 w 119"/>
                <a:gd name="T57" fmla="*/ 24 h 504"/>
                <a:gd name="T58" fmla="*/ 19 w 119"/>
                <a:gd name="T59" fmla="*/ 30 h 504"/>
                <a:gd name="T60" fmla="*/ 14 w 119"/>
                <a:gd name="T61" fmla="*/ 36 h 504"/>
                <a:gd name="T62" fmla="*/ 10 w 119"/>
                <a:gd name="T63" fmla="*/ 44 h 504"/>
                <a:gd name="T64" fmla="*/ 6 w 119"/>
                <a:gd name="T65" fmla="*/ 51 h 504"/>
                <a:gd name="T66" fmla="*/ 4 w 119"/>
                <a:gd name="T67" fmla="*/ 59 h 504"/>
                <a:gd name="T68" fmla="*/ 2 w 119"/>
                <a:gd name="T69" fmla="*/ 67 h 504"/>
                <a:gd name="T70" fmla="*/ 0 w 119"/>
                <a:gd name="T71" fmla="*/ 75 h 504"/>
                <a:gd name="T72" fmla="*/ 0 w 119"/>
                <a:gd name="T73" fmla="*/ 83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 h="504">
                  <a:moveTo>
                    <a:pt x="0" y="83"/>
                  </a:moveTo>
                  <a:lnTo>
                    <a:pt x="0" y="419"/>
                  </a:lnTo>
                  <a:lnTo>
                    <a:pt x="0" y="429"/>
                  </a:lnTo>
                  <a:lnTo>
                    <a:pt x="2" y="437"/>
                  </a:lnTo>
                  <a:lnTo>
                    <a:pt x="4" y="445"/>
                  </a:lnTo>
                  <a:lnTo>
                    <a:pt x="6" y="453"/>
                  </a:lnTo>
                  <a:lnTo>
                    <a:pt x="10" y="460"/>
                  </a:lnTo>
                  <a:lnTo>
                    <a:pt x="14" y="467"/>
                  </a:lnTo>
                  <a:lnTo>
                    <a:pt x="19" y="473"/>
                  </a:lnTo>
                  <a:lnTo>
                    <a:pt x="24" y="479"/>
                  </a:lnTo>
                  <a:lnTo>
                    <a:pt x="30" y="484"/>
                  </a:lnTo>
                  <a:lnTo>
                    <a:pt x="36" y="490"/>
                  </a:lnTo>
                  <a:lnTo>
                    <a:pt x="43" y="494"/>
                  </a:lnTo>
                  <a:lnTo>
                    <a:pt x="50" y="497"/>
                  </a:lnTo>
                  <a:lnTo>
                    <a:pt x="59" y="500"/>
                  </a:lnTo>
                  <a:lnTo>
                    <a:pt x="67" y="502"/>
                  </a:lnTo>
                  <a:lnTo>
                    <a:pt x="75" y="504"/>
                  </a:lnTo>
                  <a:lnTo>
                    <a:pt x="84" y="504"/>
                  </a:lnTo>
                  <a:lnTo>
                    <a:pt x="119" y="504"/>
                  </a:lnTo>
                  <a:lnTo>
                    <a:pt x="119" y="0"/>
                  </a:lnTo>
                  <a:lnTo>
                    <a:pt x="84" y="0"/>
                  </a:lnTo>
                  <a:lnTo>
                    <a:pt x="75" y="0"/>
                  </a:lnTo>
                  <a:lnTo>
                    <a:pt x="67" y="1"/>
                  </a:lnTo>
                  <a:lnTo>
                    <a:pt x="59" y="3"/>
                  </a:lnTo>
                  <a:lnTo>
                    <a:pt x="50" y="6"/>
                  </a:lnTo>
                  <a:lnTo>
                    <a:pt x="43" y="10"/>
                  </a:lnTo>
                  <a:lnTo>
                    <a:pt x="36" y="14"/>
                  </a:lnTo>
                  <a:lnTo>
                    <a:pt x="30" y="19"/>
                  </a:lnTo>
                  <a:lnTo>
                    <a:pt x="24" y="24"/>
                  </a:lnTo>
                  <a:lnTo>
                    <a:pt x="19" y="30"/>
                  </a:lnTo>
                  <a:lnTo>
                    <a:pt x="14" y="36"/>
                  </a:lnTo>
                  <a:lnTo>
                    <a:pt x="10" y="44"/>
                  </a:lnTo>
                  <a:lnTo>
                    <a:pt x="6" y="51"/>
                  </a:lnTo>
                  <a:lnTo>
                    <a:pt x="4" y="59"/>
                  </a:lnTo>
                  <a:lnTo>
                    <a:pt x="2" y="67"/>
                  </a:lnTo>
                  <a:lnTo>
                    <a:pt x="0" y="75"/>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79" name="Group 78">
            <a:extLst>
              <a:ext uri="{FF2B5EF4-FFF2-40B4-BE49-F238E27FC236}">
                <a16:creationId xmlns:a16="http://schemas.microsoft.com/office/drawing/2014/main" id="{833D1F64-70EB-453B-9D2B-6118EB0C013C}"/>
              </a:ext>
            </a:extLst>
          </p:cNvPr>
          <p:cNvGrpSpPr/>
          <p:nvPr/>
        </p:nvGrpSpPr>
        <p:grpSpPr>
          <a:xfrm>
            <a:off x="10402000" y="2177322"/>
            <a:ext cx="602326" cy="602326"/>
            <a:chOff x="6445250" y="2535238"/>
            <a:chExt cx="280988" cy="280988"/>
          </a:xfrm>
          <a:solidFill>
            <a:schemeClr val="accent1"/>
          </a:solidFill>
        </p:grpSpPr>
        <p:sp>
          <p:nvSpPr>
            <p:cNvPr id="80" name="Freeform 2270">
              <a:extLst>
                <a:ext uri="{FF2B5EF4-FFF2-40B4-BE49-F238E27FC236}">
                  <a16:creationId xmlns:a16="http://schemas.microsoft.com/office/drawing/2014/main" id="{639F4036-3438-45B9-B2D5-971948FA0BD0}"/>
                </a:ext>
              </a:extLst>
            </p:cNvPr>
            <p:cNvSpPr>
              <a:spLocks/>
            </p:cNvSpPr>
            <p:nvPr/>
          </p:nvSpPr>
          <p:spPr bwMode="auto">
            <a:xfrm>
              <a:off x="6538913" y="2630488"/>
              <a:ext cx="93663" cy="173038"/>
            </a:xfrm>
            <a:custGeom>
              <a:avLst/>
              <a:gdLst>
                <a:gd name="T0" fmla="*/ 0 w 292"/>
                <a:gd name="T1" fmla="*/ 0 h 543"/>
                <a:gd name="T2" fmla="*/ 147 w 292"/>
                <a:gd name="T3" fmla="*/ 543 h 543"/>
                <a:gd name="T4" fmla="*/ 292 w 292"/>
                <a:gd name="T5" fmla="*/ 0 h 543"/>
                <a:gd name="T6" fmla="*/ 0 w 292"/>
                <a:gd name="T7" fmla="*/ 0 h 543"/>
              </a:gdLst>
              <a:ahLst/>
              <a:cxnLst>
                <a:cxn ang="0">
                  <a:pos x="T0" y="T1"/>
                </a:cxn>
                <a:cxn ang="0">
                  <a:pos x="T2" y="T3"/>
                </a:cxn>
                <a:cxn ang="0">
                  <a:pos x="T4" y="T5"/>
                </a:cxn>
                <a:cxn ang="0">
                  <a:pos x="T6" y="T7"/>
                </a:cxn>
              </a:cxnLst>
              <a:rect l="0" t="0" r="r" b="b"/>
              <a:pathLst>
                <a:path w="292" h="543">
                  <a:moveTo>
                    <a:pt x="0" y="0"/>
                  </a:moveTo>
                  <a:lnTo>
                    <a:pt x="147" y="543"/>
                  </a:lnTo>
                  <a:lnTo>
                    <a:pt x="29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1" name="Freeform 2271">
              <a:extLst>
                <a:ext uri="{FF2B5EF4-FFF2-40B4-BE49-F238E27FC236}">
                  <a16:creationId xmlns:a16="http://schemas.microsoft.com/office/drawing/2014/main" id="{C4AB84F1-A90A-4366-8B2B-BDBC77B7A093}"/>
                </a:ext>
              </a:extLst>
            </p:cNvPr>
            <p:cNvSpPr>
              <a:spLocks/>
            </p:cNvSpPr>
            <p:nvPr/>
          </p:nvSpPr>
          <p:spPr bwMode="auto">
            <a:xfrm>
              <a:off x="6542088" y="2544763"/>
              <a:ext cx="87313" cy="76200"/>
            </a:xfrm>
            <a:custGeom>
              <a:avLst/>
              <a:gdLst>
                <a:gd name="T0" fmla="*/ 278 w 278"/>
                <a:gd name="T1" fmla="*/ 242 h 242"/>
                <a:gd name="T2" fmla="*/ 139 w 278"/>
                <a:gd name="T3" fmla="*/ 0 h 242"/>
                <a:gd name="T4" fmla="*/ 0 w 278"/>
                <a:gd name="T5" fmla="*/ 242 h 242"/>
                <a:gd name="T6" fmla="*/ 278 w 278"/>
                <a:gd name="T7" fmla="*/ 242 h 242"/>
              </a:gdLst>
              <a:ahLst/>
              <a:cxnLst>
                <a:cxn ang="0">
                  <a:pos x="T0" y="T1"/>
                </a:cxn>
                <a:cxn ang="0">
                  <a:pos x="T2" y="T3"/>
                </a:cxn>
                <a:cxn ang="0">
                  <a:pos x="T4" y="T5"/>
                </a:cxn>
                <a:cxn ang="0">
                  <a:pos x="T6" y="T7"/>
                </a:cxn>
              </a:cxnLst>
              <a:rect l="0" t="0" r="r" b="b"/>
              <a:pathLst>
                <a:path w="278" h="242">
                  <a:moveTo>
                    <a:pt x="278" y="242"/>
                  </a:moveTo>
                  <a:lnTo>
                    <a:pt x="139" y="0"/>
                  </a:lnTo>
                  <a:lnTo>
                    <a:pt x="0" y="242"/>
                  </a:lnTo>
                  <a:lnTo>
                    <a:pt x="278" y="2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2" name="Freeform 2272">
              <a:extLst>
                <a:ext uri="{FF2B5EF4-FFF2-40B4-BE49-F238E27FC236}">
                  <a16:creationId xmlns:a16="http://schemas.microsoft.com/office/drawing/2014/main" id="{00463C86-013A-40A4-B8C3-52EC26220C80}"/>
                </a:ext>
              </a:extLst>
            </p:cNvPr>
            <p:cNvSpPr>
              <a:spLocks/>
            </p:cNvSpPr>
            <p:nvPr/>
          </p:nvSpPr>
          <p:spPr bwMode="auto">
            <a:xfrm>
              <a:off x="6591300" y="2535238"/>
              <a:ext cx="69850" cy="79375"/>
            </a:xfrm>
            <a:custGeom>
              <a:avLst/>
              <a:gdLst>
                <a:gd name="T0" fmla="*/ 219 w 219"/>
                <a:gd name="T1" fmla="*/ 0 h 248"/>
                <a:gd name="T2" fmla="*/ 0 w 219"/>
                <a:gd name="T3" fmla="*/ 0 h 248"/>
                <a:gd name="T4" fmla="*/ 144 w 219"/>
                <a:gd name="T5" fmla="*/ 248 h 248"/>
                <a:gd name="T6" fmla="*/ 219 w 219"/>
                <a:gd name="T7" fmla="*/ 0 h 248"/>
              </a:gdLst>
              <a:ahLst/>
              <a:cxnLst>
                <a:cxn ang="0">
                  <a:pos x="T0" y="T1"/>
                </a:cxn>
                <a:cxn ang="0">
                  <a:pos x="T2" y="T3"/>
                </a:cxn>
                <a:cxn ang="0">
                  <a:pos x="T4" y="T5"/>
                </a:cxn>
                <a:cxn ang="0">
                  <a:pos x="T6" y="T7"/>
                </a:cxn>
              </a:cxnLst>
              <a:rect l="0" t="0" r="r" b="b"/>
              <a:pathLst>
                <a:path w="219" h="248">
                  <a:moveTo>
                    <a:pt x="219" y="0"/>
                  </a:moveTo>
                  <a:lnTo>
                    <a:pt x="0" y="0"/>
                  </a:lnTo>
                  <a:lnTo>
                    <a:pt x="144" y="248"/>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3" name="Freeform 2273">
              <a:extLst>
                <a:ext uri="{FF2B5EF4-FFF2-40B4-BE49-F238E27FC236}">
                  <a16:creationId xmlns:a16="http://schemas.microsoft.com/office/drawing/2014/main" id="{5AFE37A5-275C-477F-B188-087F7A9AB3DF}"/>
                </a:ext>
              </a:extLst>
            </p:cNvPr>
            <p:cNvSpPr>
              <a:spLocks/>
            </p:cNvSpPr>
            <p:nvPr/>
          </p:nvSpPr>
          <p:spPr bwMode="auto">
            <a:xfrm>
              <a:off x="6645275" y="2541588"/>
              <a:ext cx="80963" cy="79375"/>
            </a:xfrm>
            <a:custGeom>
              <a:avLst/>
              <a:gdLst>
                <a:gd name="T0" fmla="*/ 257 w 257"/>
                <a:gd name="T1" fmla="*/ 253 h 253"/>
                <a:gd name="T2" fmla="*/ 75 w 257"/>
                <a:gd name="T3" fmla="*/ 0 h 253"/>
                <a:gd name="T4" fmla="*/ 0 w 257"/>
                <a:gd name="T5" fmla="*/ 253 h 253"/>
                <a:gd name="T6" fmla="*/ 257 w 257"/>
                <a:gd name="T7" fmla="*/ 253 h 253"/>
              </a:gdLst>
              <a:ahLst/>
              <a:cxnLst>
                <a:cxn ang="0">
                  <a:pos x="T0" y="T1"/>
                </a:cxn>
                <a:cxn ang="0">
                  <a:pos x="T2" y="T3"/>
                </a:cxn>
                <a:cxn ang="0">
                  <a:pos x="T4" y="T5"/>
                </a:cxn>
                <a:cxn ang="0">
                  <a:pos x="T6" y="T7"/>
                </a:cxn>
              </a:cxnLst>
              <a:rect l="0" t="0" r="r" b="b"/>
              <a:pathLst>
                <a:path w="257" h="253">
                  <a:moveTo>
                    <a:pt x="257" y="253"/>
                  </a:moveTo>
                  <a:lnTo>
                    <a:pt x="75" y="0"/>
                  </a:lnTo>
                  <a:lnTo>
                    <a:pt x="0" y="253"/>
                  </a:lnTo>
                  <a:lnTo>
                    <a:pt x="257" y="2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4" name="Freeform 2274">
              <a:extLst>
                <a:ext uri="{FF2B5EF4-FFF2-40B4-BE49-F238E27FC236}">
                  <a16:creationId xmlns:a16="http://schemas.microsoft.com/office/drawing/2014/main" id="{A5133AE1-48C8-43AB-9036-4C2D87646FA3}"/>
                </a:ext>
              </a:extLst>
            </p:cNvPr>
            <p:cNvSpPr>
              <a:spLocks/>
            </p:cNvSpPr>
            <p:nvPr/>
          </p:nvSpPr>
          <p:spPr bwMode="auto">
            <a:xfrm>
              <a:off x="6510338" y="2535238"/>
              <a:ext cx="69850" cy="79375"/>
            </a:xfrm>
            <a:custGeom>
              <a:avLst/>
              <a:gdLst>
                <a:gd name="T0" fmla="*/ 219 w 219"/>
                <a:gd name="T1" fmla="*/ 0 h 248"/>
                <a:gd name="T2" fmla="*/ 0 w 219"/>
                <a:gd name="T3" fmla="*/ 0 h 248"/>
                <a:gd name="T4" fmla="*/ 75 w 219"/>
                <a:gd name="T5" fmla="*/ 248 h 248"/>
                <a:gd name="T6" fmla="*/ 219 w 219"/>
                <a:gd name="T7" fmla="*/ 0 h 248"/>
              </a:gdLst>
              <a:ahLst/>
              <a:cxnLst>
                <a:cxn ang="0">
                  <a:pos x="T0" y="T1"/>
                </a:cxn>
                <a:cxn ang="0">
                  <a:pos x="T2" y="T3"/>
                </a:cxn>
                <a:cxn ang="0">
                  <a:pos x="T4" y="T5"/>
                </a:cxn>
                <a:cxn ang="0">
                  <a:pos x="T6" y="T7"/>
                </a:cxn>
              </a:cxnLst>
              <a:rect l="0" t="0" r="r" b="b"/>
              <a:pathLst>
                <a:path w="219" h="248">
                  <a:moveTo>
                    <a:pt x="219" y="0"/>
                  </a:moveTo>
                  <a:lnTo>
                    <a:pt x="0" y="0"/>
                  </a:lnTo>
                  <a:lnTo>
                    <a:pt x="75" y="248"/>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5" name="Freeform 2275">
              <a:extLst>
                <a:ext uri="{FF2B5EF4-FFF2-40B4-BE49-F238E27FC236}">
                  <a16:creationId xmlns:a16="http://schemas.microsoft.com/office/drawing/2014/main" id="{13487745-2C92-4C3C-83A4-25DCF4DEEBBA}"/>
                </a:ext>
              </a:extLst>
            </p:cNvPr>
            <p:cNvSpPr>
              <a:spLocks/>
            </p:cNvSpPr>
            <p:nvPr/>
          </p:nvSpPr>
          <p:spPr bwMode="auto">
            <a:xfrm>
              <a:off x="6445250" y="2541588"/>
              <a:ext cx="80963" cy="79375"/>
            </a:xfrm>
            <a:custGeom>
              <a:avLst/>
              <a:gdLst>
                <a:gd name="T0" fmla="*/ 182 w 257"/>
                <a:gd name="T1" fmla="*/ 0 h 253"/>
                <a:gd name="T2" fmla="*/ 0 w 257"/>
                <a:gd name="T3" fmla="*/ 253 h 253"/>
                <a:gd name="T4" fmla="*/ 257 w 257"/>
                <a:gd name="T5" fmla="*/ 253 h 253"/>
                <a:gd name="T6" fmla="*/ 182 w 257"/>
                <a:gd name="T7" fmla="*/ 0 h 253"/>
              </a:gdLst>
              <a:ahLst/>
              <a:cxnLst>
                <a:cxn ang="0">
                  <a:pos x="T0" y="T1"/>
                </a:cxn>
                <a:cxn ang="0">
                  <a:pos x="T2" y="T3"/>
                </a:cxn>
                <a:cxn ang="0">
                  <a:pos x="T4" y="T5"/>
                </a:cxn>
                <a:cxn ang="0">
                  <a:pos x="T6" y="T7"/>
                </a:cxn>
              </a:cxnLst>
              <a:rect l="0" t="0" r="r" b="b"/>
              <a:pathLst>
                <a:path w="257" h="253">
                  <a:moveTo>
                    <a:pt x="182" y="0"/>
                  </a:moveTo>
                  <a:lnTo>
                    <a:pt x="0" y="253"/>
                  </a:lnTo>
                  <a:lnTo>
                    <a:pt x="257" y="253"/>
                  </a:lnTo>
                  <a:lnTo>
                    <a:pt x="1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6" name="Freeform 2276">
              <a:extLst>
                <a:ext uri="{FF2B5EF4-FFF2-40B4-BE49-F238E27FC236}">
                  <a16:creationId xmlns:a16="http://schemas.microsoft.com/office/drawing/2014/main" id="{A2A2513B-D010-4091-A40A-C2FCB37A1932}"/>
                </a:ext>
              </a:extLst>
            </p:cNvPr>
            <p:cNvSpPr>
              <a:spLocks/>
            </p:cNvSpPr>
            <p:nvPr/>
          </p:nvSpPr>
          <p:spPr bwMode="auto">
            <a:xfrm>
              <a:off x="6445250" y="2630488"/>
              <a:ext cx="133350" cy="185738"/>
            </a:xfrm>
            <a:custGeom>
              <a:avLst/>
              <a:gdLst>
                <a:gd name="T0" fmla="*/ 0 w 422"/>
                <a:gd name="T1" fmla="*/ 0 h 585"/>
                <a:gd name="T2" fmla="*/ 422 w 422"/>
                <a:gd name="T3" fmla="*/ 585 h 585"/>
                <a:gd name="T4" fmla="*/ 266 w 422"/>
                <a:gd name="T5" fmla="*/ 0 h 585"/>
                <a:gd name="T6" fmla="*/ 0 w 422"/>
                <a:gd name="T7" fmla="*/ 0 h 585"/>
              </a:gdLst>
              <a:ahLst/>
              <a:cxnLst>
                <a:cxn ang="0">
                  <a:pos x="T0" y="T1"/>
                </a:cxn>
                <a:cxn ang="0">
                  <a:pos x="T2" y="T3"/>
                </a:cxn>
                <a:cxn ang="0">
                  <a:pos x="T4" y="T5"/>
                </a:cxn>
                <a:cxn ang="0">
                  <a:pos x="T6" y="T7"/>
                </a:cxn>
              </a:cxnLst>
              <a:rect l="0" t="0" r="r" b="b"/>
              <a:pathLst>
                <a:path w="422" h="585">
                  <a:moveTo>
                    <a:pt x="0" y="0"/>
                  </a:moveTo>
                  <a:lnTo>
                    <a:pt x="422" y="585"/>
                  </a:lnTo>
                  <a:lnTo>
                    <a:pt x="26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7" name="Freeform 2277">
              <a:extLst>
                <a:ext uri="{FF2B5EF4-FFF2-40B4-BE49-F238E27FC236}">
                  <a16:creationId xmlns:a16="http://schemas.microsoft.com/office/drawing/2014/main" id="{6A98EDB3-A388-48E4-85FA-766AEEA3868B}"/>
                </a:ext>
              </a:extLst>
            </p:cNvPr>
            <p:cNvSpPr>
              <a:spLocks/>
            </p:cNvSpPr>
            <p:nvPr/>
          </p:nvSpPr>
          <p:spPr bwMode="auto">
            <a:xfrm>
              <a:off x="6591300" y="2630488"/>
              <a:ext cx="134938" cy="185738"/>
            </a:xfrm>
            <a:custGeom>
              <a:avLst/>
              <a:gdLst>
                <a:gd name="T0" fmla="*/ 0 w 424"/>
                <a:gd name="T1" fmla="*/ 585 h 585"/>
                <a:gd name="T2" fmla="*/ 424 w 424"/>
                <a:gd name="T3" fmla="*/ 0 h 585"/>
                <a:gd name="T4" fmla="*/ 158 w 424"/>
                <a:gd name="T5" fmla="*/ 0 h 585"/>
                <a:gd name="T6" fmla="*/ 0 w 424"/>
                <a:gd name="T7" fmla="*/ 585 h 585"/>
              </a:gdLst>
              <a:ahLst/>
              <a:cxnLst>
                <a:cxn ang="0">
                  <a:pos x="T0" y="T1"/>
                </a:cxn>
                <a:cxn ang="0">
                  <a:pos x="T2" y="T3"/>
                </a:cxn>
                <a:cxn ang="0">
                  <a:pos x="T4" y="T5"/>
                </a:cxn>
                <a:cxn ang="0">
                  <a:pos x="T6" y="T7"/>
                </a:cxn>
              </a:cxnLst>
              <a:rect l="0" t="0" r="r" b="b"/>
              <a:pathLst>
                <a:path w="424" h="585">
                  <a:moveTo>
                    <a:pt x="0" y="585"/>
                  </a:moveTo>
                  <a:lnTo>
                    <a:pt x="424" y="0"/>
                  </a:lnTo>
                  <a:lnTo>
                    <a:pt x="158" y="0"/>
                  </a:lnTo>
                  <a:lnTo>
                    <a:pt x="0" y="5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sp>
        <p:nvSpPr>
          <p:cNvPr id="88" name="Rectangle 87">
            <a:extLst>
              <a:ext uri="{FF2B5EF4-FFF2-40B4-BE49-F238E27FC236}">
                <a16:creationId xmlns:a16="http://schemas.microsoft.com/office/drawing/2014/main" id="{59337484-B926-4DF9-8A8D-B96FD04B8981}"/>
              </a:ext>
            </a:extLst>
          </p:cNvPr>
          <p:cNvSpPr/>
          <p:nvPr/>
        </p:nvSpPr>
        <p:spPr>
          <a:xfrm>
            <a:off x="431800" y="3270959"/>
            <a:ext cx="2109319" cy="369332"/>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F879D"/>
                </a:solidFill>
                <a:effectLst/>
                <a:uLnTx/>
                <a:uFillTx/>
                <a:latin typeface="Corbel" panose="020B0503020204020204"/>
                <a:ea typeface="+mn-ea"/>
                <a:cs typeface="+mn-cs"/>
              </a:rPr>
              <a:t>$5/month</a:t>
            </a:r>
          </a:p>
        </p:txBody>
      </p:sp>
      <p:sp>
        <p:nvSpPr>
          <p:cNvPr id="89" name="Rectangle 88">
            <a:extLst>
              <a:ext uri="{FF2B5EF4-FFF2-40B4-BE49-F238E27FC236}">
                <a16:creationId xmlns:a16="http://schemas.microsoft.com/office/drawing/2014/main" id="{1F67A522-1CA4-4064-98F4-62D102BC5551}"/>
              </a:ext>
            </a:extLst>
          </p:cNvPr>
          <p:cNvSpPr/>
          <p:nvPr/>
        </p:nvSpPr>
        <p:spPr>
          <a:xfrm>
            <a:off x="2736571" y="3270959"/>
            <a:ext cx="2109319" cy="369332"/>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375E"/>
                </a:solidFill>
                <a:effectLst/>
                <a:uLnTx/>
                <a:uFillTx/>
                <a:latin typeface="Corbel" panose="020B0503020204020204"/>
                <a:ea typeface="+mn-ea"/>
                <a:cs typeface="+mn-cs"/>
              </a:rPr>
              <a:t>$15/month</a:t>
            </a:r>
          </a:p>
        </p:txBody>
      </p:sp>
      <p:sp>
        <p:nvSpPr>
          <p:cNvPr id="90" name="Rectangle 89">
            <a:extLst>
              <a:ext uri="{FF2B5EF4-FFF2-40B4-BE49-F238E27FC236}">
                <a16:creationId xmlns:a16="http://schemas.microsoft.com/office/drawing/2014/main" id="{CF910966-BFE2-4B00-A1A1-09366A4D9AC3}"/>
              </a:ext>
            </a:extLst>
          </p:cNvPr>
          <p:cNvSpPr/>
          <p:nvPr/>
        </p:nvSpPr>
        <p:spPr>
          <a:xfrm>
            <a:off x="5041341" y="3270959"/>
            <a:ext cx="2109319" cy="369332"/>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F879D"/>
                </a:solidFill>
                <a:effectLst/>
                <a:uLnTx/>
                <a:uFillTx/>
                <a:latin typeface="Corbel" panose="020B0503020204020204"/>
                <a:ea typeface="+mn-ea"/>
                <a:cs typeface="+mn-cs"/>
              </a:rPr>
              <a:t>$30/month</a:t>
            </a:r>
          </a:p>
        </p:txBody>
      </p:sp>
      <p:sp>
        <p:nvSpPr>
          <p:cNvPr id="91" name="Rectangle 90">
            <a:extLst>
              <a:ext uri="{FF2B5EF4-FFF2-40B4-BE49-F238E27FC236}">
                <a16:creationId xmlns:a16="http://schemas.microsoft.com/office/drawing/2014/main" id="{29716B02-1EC6-4765-B4D6-D007D9A68D28}"/>
              </a:ext>
            </a:extLst>
          </p:cNvPr>
          <p:cNvSpPr/>
          <p:nvPr/>
        </p:nvSpPr>
        <p:spPr>
          <a:xfrm>
            <a:off x="7346113" y="3270959"/>
            <a:ext cx="2109319" cy="369332"/>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375E"/>
                </a:solidFill>
                <a:effectLst/>
                <a:uLnTx/>
                <a:uFillTx/>
                <a:latin typeface="Corbel" panose="020B0503020204020204"/>
                <a:ea typeface="+mn-ea"/>
                <a:cs typeface="+mn-cs"/>
              </a:rPr>
              <a:t>$50/month</a:t>
            </a:r>
          </a:p>
        </p:txBody>
      </p:sp>
      <p:sp>
        <p:nvSpPr>
          <p:cNvPr id="92" name="Rectangle 91">
            <a:extLst>
              <a:ext uri="{FF2B5EF4-FFF2-40B4-BE49-F238E27FC236}">
                <a16:creationId xmlns:a16="http://schemas.microsoft.com/office/drawing/2014/main" id="{078833A0-DBB4-4D2D-8A9A-DC4A5BE6B6E3}"/>
              </a:ext>
            </a:extLst>
          </p:cNvPr>
          <p:cNvSpPr/>
          <p:nvPr/>
        </p:nvSpPr>
        <p:spPr>
          <a:xfrm>
            <a:off x="9650881" y="3270959"/>
            <a:ext cx="2109319" cy="369332"/>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F879D"/>
                </a:solidFill>
                <a:effectLst/>
                <a:uLnTx/>
                <a:uFillTx/>
                <a:latin typeface="Corbel" panose="020B0503020204020204"/>
                <a:ea typeface="+mn-ea"/>
                <a:cs typeface="+mn-cs"/>
              </a:rPr>
              <a:t>$75/month</a:t>
            </a:r>
          </a:p>
        </p:txBody>
      </p:sp>
      <p:sp>
        <p:nvSpPr>
          <p:cNvPr id="93" name="Rectangle 92">
            <a:extLst>
              <a:ext uri="{FF2B5EF4-FFF2-40B4-BE49-F238E27FC236}">
                <a16:creationId xmlns:a16="http://schemas.microsoft.com/office/drawing/2014/main" id="{6B9F52EA-0E22-4061-BE0F-771400990FCF}"/>
              </a:ext>
            </a:extLst>
          </p:cNvPr>
          <p:cNvSpPr/>
          <p:nvPr/>
        </p:nvSpPr>
        <p:spPr>
          <a:xfrm>
            <a:off x="431792" y="3788882"/>
            <a:ext cx="2109319" cy="2185214"/>
          </a:xfrm>
          <a:prstGeom prst="rect">
            <a:avLst/>
          </a:prstGeom>
        </p:spPr>
        <p:txBody>
          <a:bodyPr wrap="square" anchor="t">
            <a:spAutoFit/>
          </a:bodyPr>
          <a:lstStyle/>
          <a:p>
            <a:pPr marL="114300" marR="0" lvl="0" indent="-114300" algn="l" defTabSz="914400" rtl="0" eaLnBrk="1" fontAlgn="auto" latinLnBrk="0" hangingPunct="1">
              <a:lnSpc>
                <a:spcPct val="100000"/>
              </a:lnSpc>
              <a:spcBef>
                <a:spcPts val="600"/>
              </a:spcBef>
              <a:spcAft>
                <a:spcPts val="0"/>
              </a:spcAft>
              <a:buClr>
                <a:srgbClr val="1F879D"/>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a:p>
            <a:pPr marL="114300" marR="0" lvl="0" indent="-114300" algn="l" defTabSz="914400" rtl="0" eaLnBrk="1" fontAlgn="auto" latinLnBrk="0" hangingPunct="1">
              <a:lnSpc>
                <a:spcPct val="100000"/>
              </a:lnSpc>
              <a:spcBef>
                <a:spcPts val="600"/>
              </a:spcBef>
              <a:spcAft>
                <a:spcPts val="0"/>
              </a:spcAft>
              <a:buClr>
                <a:srgbClr val="1F879D"/>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a:p>
            <a:pPr marL="114300" marR="0" lvl="0" indent="-114300" algn="l" defTabSz="914400" rtl="0" eaLnBrk="1" fontAlgn="auto" latinLnBrk="0" hangingPunct="1">
              <a:lnSpc>
                <a:spcPct val="100000"/>
              </a:lnSpc>
              <a:spcBef>
                <a:spcPts val="600"/>
              </a:spcBef>
              <a:spcAft>
                <a:spcPts val="0"/>
              </a:spcAft>
              <a:buClr>
                <a:srgbClr val="1F879D"/>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94" name="Rectangle 93">
            <a:extLst>
              <a:ext uri="{FF2B5EF4-FFF2-40B4-BE49-F238E27FC236}">
                <a16:creationId xmlns:a16="http://schemas.microsoft.com/office/drawing/2014/main" id="{997EC381-CF5E-43B6-AD90-084B2CCE6FEA}"/>
              </a:ext>
            </a:extLst>
          </p:cNvPr>
          <p:cNvSpPr/>
          <p:nvPr/>
        </p:nvSpPr>
        <p:spPr>
          <a:xfrm>
            <a:off x="2736571" y="3788882"/>
            <a:ext cx="2109319" cy="2185214"/>
          </a:xfrm>
          <a:prstGeom prst="rect">
            <a:avLst/>
          </a:prstGeom>
        </p:spPr>
        <p:txBody>
          <a:bodyPr wrap="square" anchor="t">
            <a:spAutoFit/>
          </a:bodyPr>
          <a:lstStyle/>
          <a:p>
            <a:pPr marL="114300" marR="0" lvl="0" indent="-114300" algn="l" defTabSz="914400" rtl="0" eaLnBrk="1" fontAlgn="auto" latinLnBrk="0" hangingPunct="1">
              <a:lnSpc>
                <a:spcPct val="100000"/>
              </a:lnSpc>
              <a:spcBef>
                <a:spcPts val="600"/>
              </a:spcBef>
              <a:spcAft>
                <a:spcPts val="0"/>
              </a:spcAft>
              <a:buClr>
                <a:srgbClr val="17375E"/>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a:p>
            <a:pPr marL="114300" marR="0" lvl="0" indent="-114300" algn="l" defTabSz="914400" rtl="0" eaLnBrk="1" fontAlgn="auto" latinLnBrk="0" hangingPunct="1">
              <a:lnSpc>
                <a:spcPct val="100000"/>
              </a:lnSpc>
              <a:spcBef>
                <a:spcPts val="600"/>
              </a:spcBef>
              <a:spcAft>
                <a:spcPts val="0"/>
              </a:spcAft>
              <a:buClr>
                <a:srgbClr val="17375E"/>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a:p>
            <a:pPr marL="114300" marR="0" lvl="0" indent="-114300" algn="l" defTabSz="914400" rtl="0" eaLnBrk="1" fontAlgn="auto" latinLnBrk="0" hangingPunct="1">
              <a:lnSpc>
                <a:spcPct val="100000"/>
              </a:lnSpc>
              <a:spcBef>
                <a:spcPts val="600"/>
              </a:spcBef>
              <a:spcAft>
                <a:spcPts val="0"/>
              </a:spcAft>
              <a:buClr>
                <a:srgbClr val="17375E"/>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95" name="Rectangle 94">
            <a:extLst>
              <a:ext uri="{FF2B5EF4-FFF2-40B4-BE49-F238E27FC236}">
                <a16:creationId xmlns:a16="http://schemas.microsoft.com/office/drawing/2014/main" id="{AB60C796-8A52-40C2-8AD8-18216681C010}"/>
              </a:ext>
            </a:extLst>
          </p:cNvPr>
          <p:cNvSpPr/>
          <p:nvPr/>
        </p:nvSpPr>
        <p:spPr>
          <a:xfrm>
            <a:off x="5041342" y="3788882"/>
            <a:ext cx="2109319" cy="2185214"/>
          </a:xfrm>
          <a:prstGeom prst="rect">
            <a:avLst/>
          </a:prstGeom>
        </p:spPr>
        <p:txBody>
          <a:bodyPr wrap="square" anchor="t">
            <a:spAutoFit/>
          </a:bodyPr>
          <a:lstStyle/>
          <a:p>
            <a:pPr marL="114300" marR="0" lvl="0" indent="-114300" algn="l" defTabSz="914400" rtl="0" eaLnBrk="1" fontAlgn="auto" latinLnBrk="0" hangingPunct="1">
              <a:lnSpc>
                <a:spcPct val="100000"/>
              </a:lnSpc>
              <a:spcBef>
                <a:spcPts val="600"/>
              </a:spcBef>
              <a:spcAft>
                <a:spcPts val="0"/>
              </a:spcAft>
              <a:buClr>
                <a:srgbClr val="1F879D"/>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a:p>
            <a:pPr marL="114300" marR="0" lvl="0" indent="-114300" algn="l" defTabSz="914400" rtl="0" eaLnBrk="1" fontAlgn="auto" latinLnBrk="0" hangingPunct="1">
              <a:lnSpc>
                <a:spcPct val="100000"/>
              </a:lnSpc>
              <a:spcBef>
                <a:spcPts val="600"/>
              </a:spcBef>
              <a:spcAft>
                <a:spcPts val="0"/>
              </a:spcAft>
              <a:buClr>
                <a:srgbClr val="1F879D"/>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a:p>
            <a:pPr marL="114300" marR="0" lvl="0" indent="-114300" algn="l" defTabSz="914400" rtl="0" eaLnBrk="1" fontAlgn="auto" latinLnBrk="0" hangingPunct="1">
              <a:lnSpc>
                <a:spcPct val="100000"/>
              </a:lnSpc>
              <a:spcBef>
                <a:spcPts val="600"/>
              </a:spcBef>
              <a:spcAft>
                <a:spcPts val="0"/>
              </a:spcAft>
              <a:buClr>
                <a:srgbClr val="1F879D"/>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96" name="Rectangle 95">
            <a:extLst>
              <a:ext uri="{FF2B5EF4-FFF2-40B4-BE49-F238E27FC236}">
                <a16:creationId xmlns:a16="http://schemas.microsoft.com/office/drawing/2014/main" id="{9FB21C96-AFF5-478E-9C44-1518E9709522}"/>
              </a:ext>
            </a:extLst>
          </p:cNvPr>
          <p:cNvSpPr/>
          <p:nvPr/>
        </p:nvSpPr>
        <p:spPr>
          <a:xfrm>
            <a:off x="7346113" y="3788882"/>
            <a:ext cx="2109319" cy="2185214"/>
          </a:xfrm>
          <a:prstGeom prst="rect">
            <a:avLst/>
          </a:prstGeom>
        </p:spPr>
        <p:txBody>
          <a:bodyPr wrap="square" anchor="t">
            <a:spAutoFit/>
          </a:bodyPr>
          <a:lstStyle/>
          <a:p>
            <a:pPr marL="114300" marR="0" lvl="0" indent="-114300" algn="l" defTabSz="914400" rtl="0" eaLnBrk="1" fontAlgn="auto" latinLnBrk="0" hangingPunct="1">
              <a:lnSpc>
                <a:spcPct val="100000"/>
              </a:lnSpc>
              <a:spcBef>
                <a:spcPts val="600"/>
              </a:spcBef>
              <a:spcAft>
                <a:spcPts val="0"/>
              </a:spcAft>
              <a:buClr>
                <a:srgbClr val="17375E"/>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a:p>
            <a:pPr marL="114300" marR="0" lvl="0" indent="-114300" algn="l" defTabSz="914400" rtl="0" eaLnBrk="1" fontAlgn="auto" latinLnBrk="0" hangingPunct="1">
              <a:lnSpc>
                <a:spcPct val="100000"/>
              </a:lnSpc>
              <a:spcBef>
                <a:spcPts val="600"/>
              </a:spcBef>
              <a:spcAft>
                <a:spcPts val="0"/>
              </a:spcAft>
              <a:buClr>
                <a:srgbClr val="17375E"/>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a:p>
            <a:pPr marL="114300" marR="0" lvl="0" indent="-114300" algn="l" defTabSz="914400" rtl="0" eaLnBrk="1" fontAlgn="auto" latinLnBrk="0" hangingPunct="1">
              <a:lnSpc>
                <a:spcPct val="100000"/>
              </a:lnSpc>
              <a:spcBef>
                <a:spcPts val="600"/>
              </a:spcBef>
              <a:spcAft>
                <a:spcPts val="0"/>
              </a:spcAft>
              <a:buClr>
                <a:srgbClr val="17375E"/>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
        <p:nvSpPr>
          <p:cNvPr id="97" name="Rectangle 96">
            <a:extLst>
              <a:ext uri="{FF2B5EF4-FFF2-40B4-BE49-F238E27FC236}">
                <a16:creationId xmlns:a16="http://schemas.microsoft.com/office/drawing/2014/main" id="{FB176D4B-1939-473E-9CA9-4BEBD3BEC072}"/>
              </a:ext>
            </a:extLst>
          </p:cNvPr>
          <p:cNvSpPr/>
          <p:nvPr/>
        </p:nvSpPr>
        <p:spPr>
          <a:xfrm>
            <a:off x="9650881" y="3788882"/>
            <a:ext cx="2109319" cy="2185214"/>
          </a:xfrm>
          <a:prstGeom prst="rect">
            <a:avLst/>
          </a:prstGeom>
        </p:spPr>
        <p:txBody>
          <a:bodyPr wrap="square" anchor="t">
            <a:spAutoFit/>
          </a:bodyPr>
          <a:lstStyle/>
          <a:p>
            <a:pPr marL="114300" marR="0" lvl="0" indent="-114300" algn="l" defTabSz="914400" rtl="0" eaLnBrk="1" fontAlgn="auto" latinLnBrk="0" hangingPunct="1">
              <a:lnSpc>
                <a:spcPct val="100000"/>
              </a:lnSpc>
              <a:spcBef>
                <a:spcPts val="600"/>
              </a:spcBef>
              <a:spcAft>
                <a:spcPts val="0"/>
              </a:spcAft>
              <a:buClr>
                <a:srgbClr val="1F879D"/>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a:p>
            <a:pPr marL="114300" marR="0" lvl="0" indent="-114300" algn="l" defTabSz="914400" rtl="0" eaLnBrk="1" fontAlgn="auto" latinLnBrk="0" hangingPunct="1">
              <a:lnSpc>
                <a:spcPct val="100000"/>
              </a:lnSpc>
              <a:spcBef>
                <a:spcPts val="600"/>
              </a:spcBef>
              <a:spcAft>
                <a:spcPts val="0"/>
              </a:spcAft>
              <a:buClr>
                <a:srgbClr val="1F879D"/>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a:p>
            <a:pPr marL="114300" marR="0" lvl="0" indent="-114300" algn="l" defTabSz="914400" rtl="0" eaLnBrk="1" fontAlgn="auto" latinLnBrk="0" hangingPunct="1">
              <a:lnSpc>
                <a:spcPct val="100000"/>
              </a:lnSpc>
              <a:spcBef>
                <a:spcPts val="600"/>
              </a:spcBef>
              <a:spcAft>
                <a:spcPts val="0"/>
              </a:spcAft>
              <a:buClr>
                <a:srgbClr val="1F879D"/>
              </a:buClr>
              <a:buSzTx/>
              <a:buFont typeface="Corbel" panose="020B0503020204020204" pitchFamily="34" charset="0"/>
              <a:buChar char="›"/>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p>
        </p:txBody>
      </p:sp>
    </p:spTree>
    <p:extLst>
      <p:ext uri="{BB962C8B-B14F-4D97-AF65-F5344CB8AC3E}">
        <p14:creationId xmlns:p14="http://schemas.microsoft.com/office/powerpoint/2010/main" val="15621251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B1AADD15-EF19-4140-88C7-FA18D3670B4A}"/>
              </a:ext>
            </a:extLst>
          </p:cNvPr>
          <p:cNvSpPr txBox="1"/>
          <p:nvPr/>
        </p:nvSpPr>
        <p:spPr>
          <a:xfrm>
            <a:off x="431800" y="191214"/>
            <a:ext cx="11328400" cy="73866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3F3F3F"/>
                </a:solidFill>
                <a:effectLst/>
                <a:uLnTx/>
                <a:uFillTx/>
                <a:latin typeface="Corbel" panose="020B0503020204020204"/>
                <a:ea typeface="+mn-ea"/>
                <a:cs typeface="+mn-cs"/>
              </a:rPr>
              <a:t>TABLES</a:t>
            </a:r>
          </a:p>
        </p:txBody>
      </p:sp>
      <p:grpSp>
        <p:nvGrpSpPr>
          <p:cNvPr id="5" name="Group 4">
            <a:extLst>
              <a:ext uri="{FF2B5EF4-FFF2-40B4-BE49-F238E27FC236}">
                <a16:creationId xmlns:a16="http://schemas.microsoft.com/office/drawing/2014/main" id="{D903D880-2121-4AF1-AB91-4DE7F5B28CF3}"/>
              </a:ext>
            </a:extLst>
          </p:cNvPr>
          <p:cNvGrpSpPr/>
          <p:nvPr/>
        </p:nvGrpSpPr>
        <p:grpSpPr>
          <a:xfrm>
            <a:off x="5319855" y="6478321"/>
            <a:ext cx="1552291" cy="121183"/>
            <a:chOff x="4665436" y="4689691"/>
            <a:chExt cx="2415114" cy="121183"/>
          </a:xfrm>
        </p:grpSpPr>
        <p:sp>
          <p:nvSpPr>
            <p:cNvPr id="6" name="Rectangle: Rounded Corners 5">
              <a:extLst>
                <a:ext uri="{FF2B5EF4-FFF2-40B4-BE49-F238E27FC236}">
                  <a16:creationId xmlns:a16="http://schemas.microsoft.com/office/drawing/2014/main" id="{BC7BF908-FDDB-4BF7-BD98-0F1BBFA71B88}"/>
                </a:ext>
              </a:extLst>
            </p:cNvPr>
            <p:cNvSpPr/>
            <p:nvPr/>
          </p:nvSpPr>
          <p:spPr>
            <a:xfrm>
              <a:off x="4665436" y="4689691"/>
              <a:ext cx="1075758" cy="121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ectangle: Rounded Corners 6">
              <a:extLst>
                <a:ext uri="{FF2B5EF4-FFF2-40B4-BE49-F238E27FC236}">
                  <a16:creationId xmlns:a16="http://schemas.microsoft.com/office/drawing/2014/main" id="{B1F27A12-06B2-470B-96A1-37F027DD98F8}"/>
                </a:ext>
              </a:extLst>
            </p:cNvPr>
            <p:cNvSpPr/>
            <p:nvPr/>
          </p:nvSpPr>
          <p:spPr>
            <a:xfrm>
              <a:off x="6004792" y="4689691"/>
              <a:ext cx="1075758" cy="12118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grpSp>
      <p:sp>
        <p:nvSpPr>
          <p:cNvPr id="8" name="Date Placeholder 7">
            <a:extLst>
              <a:ext uri="{FF2B5EF4-FFF2-40B4-BE49-F238E27FC236}">
                <a16:creationId xmlns:a16="http://schemas.microsoft.com/office/drawing/2014/main" id="{ED17E5F7-A895-4DA2-9E2E-33870877DB5B}"/>
              </a:ext>
            </a:extLst>
          </p:cNvPr>
          <p:cNvSpPr>
            <a:spLocks noGrp="1"/>
          </p:cNvSpPr>
          <p:nvPr>
            <p:ph type="dt" sz="half" idx="10"/>
          </p:nvPr>
        </p:nvSpPr>
        <p:spPr>
          <a:xfrm>
            <a:off x="838200" y="6356350"/>
            <a:ext cx="27432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22ABB57-F0EC-4286-B1AC-36841ACD99BD}" type="datetime1">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9" name="Slide Number Placeholder 8">
            <a:extLst>
              <a:ext uri="{FF2B5EF4-FFF2-40B4-BE49-F238E27FC236}">
                <a16:creationId xmlns:a16="http://schemas.microsoft.com/office/drawing/2014/main" id="{DAA389C8-B2EE-4FCB-A752-D81FA60401A6}"/>
              </a:ext>
            </a:extLst>
          </p:cNvPr>
          <p:cNvSpPr>
            <a:spLocks noGrp="1"/>
          </p:cNvSpPr>
          <p:nvPr>
            <p:ph type="sldNum" sz="quarter" idx="12"/>
          </p:nvPr>
        </p:nvSpPr>
        <p:spPr>
          <a:xfrm>
            <a:off x="8610600" y="6356350"/>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94E2DD-4F38-4D2A-97E5-5D7467AA1DEC}" type="slidenum">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10" name="Rectangle 9">
            <a:extLst>
              <a:ext uri="{FF2B5EF4-FFF2-40B4-BE49-F238E27FC236}">
                <a16:creationId xmlns:a16="http://schemas.microsoft.com/office/drawing/2014/main" id="{A89532C1-AE19-4AD1-B533-93A2C15BB1E8}"/>
              </a:ext>
            </a:extLst>
          </p:cNvPr>
          <p:cNvSpPr/>
          <p:nvPr/>
        </p:nvSpPr>
        <p:spPr>
          <a:xfrm>
            <a:off x="1117084" y="1586925"/>
            <a:ext cx="10477500" cy="7386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 name="Diamond 2">
            <a:extLst>
              <a:ext uri="{FF2B5EF4-FFF2-40B4-BE49-F238E27FC236}">
                <a16:creationId xmlns:a16="http://schemas.microsoft.com/office/drawing/2014/main" id="{F03B039F-E3C7-4F55-8FAB-FA2285262342}"/>
              </a:ext>
            </a:extLst>
          </p:cNvPr>
          <p:cNvSpPr/>
          <p:nvPr/>
        </p:nvSpPr>
        <p:spPr>
          <a:xfrm>
            <a:off x="597416" y="1436589"/>
            <a:ext cx="1039336" cy="1039336"/>
          </a:xfrm>
          <a:prstGeom prst="diamond">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62" name="Rectangle 61">
            <a:extLst>
              <a:ext uri="{FF2B5EF4-FFF2-40B4-BE49-F238E27FC236}">
                <a16:creationId xmlns:a16="http://schemas.microsoft.com/office/drawing/2014/main" id="{A9962F7E-1F5D-4832-B399-84E8CF293F23}"/>
              </a:ext>
            </a:extLst>
          </p:cNvPr>
          <p:cNvSpPr/>
          <p:nvPr/>
        </p:nvSpPr>
        <p:spPr>
          <a:xfrm>
            <a:off x="1117084" y="2723045"/>
            <a:ext cx="10477500" cy="7386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63" name="Diamond 62">
            <a:extLst>
              <a:ext uri="{FF2B5EF4-FFF2-40B4-BE49-F238E27FC236}">
                <a16:creationId xmlns:a16="http://schemas.microsoft.com/office/drawing/2014/main" id="{073428CD-D80C-4C3A-A386-B7483AA76D28}"/>
              </a:ext>
            </a:extLst>
          </p:cNvPr>
          <p:cNvSpPr/>
          <p:nvPr/>
        </p:nvSpPr>
        <p:spPr>
          <a:xfrm>
            <a:off x="597416" y="2572709"/>
            <a:ext cx="1039336" cy="1039336"/>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64" name="Rectangle 63">
            <a:extLst>
              <a:ext uri="{FF2B5EF4-FFF2-40B4-BE49-F238E27FC236}">
                <a16:creationId xmlns:a16="http://schemas.microsoft.com/office/drawing/2014/main" id="{572F3F5E-DE6B-44E0-98B9-8D34B9E5E8E0}"/>
              </a:ext>
            </a:extLst>
          </p:cNvPr>
          <p:cNvSpPr/>
          <p:nvPr/>
        </p:nvSpPr>
        <p:spPr>
          <a:xfrm>
            <a:off x="1117084" y="3859165"/>
            <a:ext cx="10477500" cy="7386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65" name="Diamond 64">
            <a:extLst>
              <a:ext uri="{FF2B5EF4-FFF2-40B4-BE49-F238E27FC236}">
                <a16:creationId xmlns:a16="http://schemas.microsoft.com/office/drawing/2014/main" id="{2DC6C739-DF11-42FD-B29B-D9DB72120625}"/>
              </a:ext>
            </a:extLst>
          </p:cNvPr>
          <p:cNvSpPr/>
          <p:nvPr/>
        </p:nvSpPr>
        <p:spPr>
          <a:xfrm>
            <a:off x="597416" y="3708829"/>
            <a:ext cx="1039336" cy="1039336"/>
          </a:xfrm>
          <a:prstGeom prst="diamond">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66" name="Rectangle 65">
            <a:extLst>
              <a:ext uri="{FF2B5EF4-FFF2-40B4-BE49-F238E27FC236}">
                <a16:creationId xmlns:a16="http://schemas.microsoft.com/office/drawing/2014/main" id="{991AAD8E-D79D-4EBF-A2D2-6BCDAE0C6C05}"/>
              </a:ext>
            </a:extLst>
          </p:cNvPr>
          <p:cNvSpPr/>
          <p:nvPr/>
        </p:nvSpPr>
        <p:spPr>
          <a:xfrm>
            <a:off x="1117084" y="4995285"/>
            <a:ext cx="10477500" cy="7386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67" name="Diamond 66">
            <a:extLst>
              <a:ext uri="{FF2B5EF4-FFF2-40B4-BE49-F238E27FC236}">
                <a16:creationId xmlns:a16="http://schemas.microsoft.com/office/drawing/2014/main" id="{12EEB03C-B6EB-47C4-AAD3-0DD7C1B6FF16}"/>
              </a:ext>
            </a:extLst>
          </p:cNvPr>
          <p:cNvSpPr/>
          <p:nvPr/>
        </p:nvSpPr>
        <p:spPr>
          <a:xfrm>
            <a:off x="597416" y="4844949"/>
            <a:ext cx="1039336" cy="1039336"/>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grpSp>
        <p:nvGrpSpPr>
          <p:cNvPr id="12" name="Group 11">
            <a:extLst>
              <a:ext uri="{FF2B5EF4-FFF2-40B4-BE49-F238E27FC236}">
                <a16:creationId xmlns:a16="http://schemas.microsoft.com/office/drawing/2014/main" id="{218440AD-92A1-40FC-A81C-CFD82F3CEC6C}"/>
              </a:ext>
            </a:extLst>
          </p:cNvPr>
          <p:cNvGrpSpPr/>
          <p:nvPr/>
        </p:nvGrpSpPr>
        <p:grpSpPr>
          <a:xfrm>
            <a:off x="4085410" y="1436590"/>
            <a:ext cx="5060515" cy="4447696"/>
            <a:chOff x="3954078" y="1193453"/>
            <a:chExt cx="5060515" cy="4931229"/>
          </a:xfrm>
        </p:grpSpPr>
        <p:cxnSp>
          <p:nvCxnSpPr>
            <p:cNvPr id="69" name="Straight Connector 68">
              <a:extLst>
                <a:ext uri="{FF2B5EF4-FFF2-40B4-BE49-F238E27FC236}">
                  <a16:creationId xmlns:a16="http://schemas.microsoft.com/office/drawing/2014/main" id="{BACDD0FD-F73F-46AC-8BD2-F7DADD2A2A27}"/>
                </a:ext>
              </a:extLst>
            </p:cNvPr>
            <p:cNvCxnSpPr/>
            <p:nvPr/>
          </p:nvCxnSpPr>
          <p:spPr>
            <a:xfrm>
              <a:off x="3954078" y="1193453"/>
              <a:ext cx="0" cy="493122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CA678646-4156-49C1-A283-AEC6A7F9FE32}"/>
                </a:ext>
              </a:extLst>
            </p:cNvPr>
            <p:cNvCxnSpPr/>
            <p:nvPr/>
          </p:nvCxnSpPr>
          <p:spPr>
            <a:xfrm>
              <a:off x="6484335" y="1193453"/>
              <a:ext cx="0" cy="493122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5AE4AB90-3D30-482D-B89F-7413A63991E5}"/>
                </a:ext>
              </a:extLst>
            </p:cNvPr>
            <p:cNvCxnSpPr/>
            <p:nvPr/>
          </p:nvCxnSpPr>
          <p:spPr>
            <a:xfrm>
              <a:off x="9014593" y="1193453"/>
              <a:ext cx="0" cy="493122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72" name="Rectangle 71">
            <a:extLst>
              <a:ext uri="{FF2B5EF4-FFF2-40B4-BE49-F238E27FC236}">
                <a16:creationId xmlns:a16="http://schemas.microsoft.com/office/drawing/2014/main" id="{980B7BDF-8FF5-4C79-BBDB-713A702A7700}"/>
              </a:ext>
            </a:extLst>
          </p:cNvPr>
          <p:cNvSpPr/>
          <p:nvPr/>
        </p:nvSpPr>
        <p:spPr>
          <a:xfrm>
            <a:off x="1827228" y="1817757"/>
            <a:ext cx="2066790" cy="276999"/>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F879D"/>
                </a:solidFill>
                <a:effectLst/>
                <a:uLnTx/>
                <a:uFillTx/>
                <a:latin typeface="Corbel" panose="020B0503020204020204"/>
                <a:ea typeface="+mn-ea"/>
                <a:cs typeface="+mn-cs"/>
              </a:rPr>
              <a:t>LOREM IPSUM</a:t>
            </a:r>
          </a:p>
        </p:txBody>
      </p:sp>
      <p:sp>
        <p:nvSpPr>
          <p:cNvPr id="98" name="Rectangle 97">
            <a:extLst>
              <a:ext uri="{FF2B5EF4-FFF2-40B4-BE49-F238E27FC236}">
                <a16:creationId xmlns:a16="http://schemas.microsoft.com/office/drawing/2014/main" id="{A748AF94-6FD6-4F41-9F69-7FDEA07209F8}"/>
              </a:ext>
            </a:extLst>
          </p:cNvPr>
          <p:cNvSpPr/>
          <p:nvPr/>
        </p:nvSpPr>
        <p:spPr>
          <a:xfrm>
            <a:off x="1827228" y="4089997"/>
            <a:ext cx="2066790" cy="276999"/>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F879D"/>
                </a:solidFill>
                <a:effectLst/>
                <a:uLnTx/>
                <a:uFillTx/>
                <a:latin typeface="Corbel" panose="020B0503020204020204"/>
                <a:ea typeface="+mn-ea"/>
                <a:cs typeface="+mn-cs"/>
              </a:rPr>
              <a:t>LOREM IPSUM</a:t>
            </a:r>
          </a:p>
        </p:txBody>
      </p:sp>
      <p:sp>
        <p:nvSpPr>
          <p:cNvPr id="99" name="Rectangle 98">
            <a:extLst>
              <a:ext uri="{FF2B5EF4-FFF2-40B4-BE49-F238E27FC236}">
                <a16:creationId xmlns:a16="http://schemas.microsoft.com/office/drawing/2014/main" id="{6D9A33FD-E443-44AB-BAA7-D68DA1533033}"/>
              </a:ext>
            </a:extLst>
          </p:cNvPr>
          <p:cNvSpPr/>
          <p:nvPr/>
        </p:nvSpPr>
        <p:spPr>
          <a:xfrm>
            <a:off x="1827228" y="2953877"/>
            <a:ext cx="2066790" cy="276999"/>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375E"/>
                </a:solidFill>
                <a:effectLst/>
                <a:uLnTx/>
                <a:uFillTx/>
                <a:latin typeface="Corbel" panose="020B0503020204020204"/>
                <a:ea typeface="+mn-ea"/>
                <a:cs typeface="+mn-cs"/>
              </a:rPr>
              <a:t>LOREM IPSUM</a:t>
            </a:r>
          </a:p>
        </p:txBody>
      </p:sp>
      <p:sp>
        <p:nvSpPr>
          <p:cNvPr id="100" name="Rectangle 99">
            <a:extLst>
              <a:ext uri="{FF2B5EF4-FFF2-40B4-BE49-F238E27FC236}">
                <a16:creationId xmlns:a16="http://schemas.microsoft.com/office/drawing/2014/main" id="{6212B2B5-0156-4F85-8FFD-50E66A7F3FFC}"/>
              </a:ext>
            </a:extLst>
          </p:cNvPr>
          <p:cNvSpPr/>
          <p:nvPr/>
        </p:nvSpPr>
        <p:spPr>
          <a:xfrm>
            <a:off x="1827228" y="5226117"/>
            <a:ext cx="2066790" cy="276999"/>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375E"/>
                </a:solidFill>
                <a:effectLst/>
                <a:uLnTx/>
                <a:uFillTx/>
                <a:latin typeface="Corbel" panose="020B0503020204020204"/>
                <a:ea typeface="+mn-ea"/>
                <a:cs typeface="+mn-cs"/>
              </a:rPr>
              <a:t>LOREM IPSUM</a:t>
            </a:r>
          </a:p>
        </p:txBody>
      </p:sp>
      <p:sp>
        <p:nvSpPr>
          <p:cNvPr id="101" name="Rectangle 100">
            <a:extLst>
              <a:ext uri="{FF2B5EF4-FFF2-40B4-BE49-F238E27FC236}">
                <a16:creationId xmlns:a16="http://schemas.microsoft.com/office/drawing/2014/main" id="{5CDD8B42-47E2-442A-9129-09850748544A}"/>
              </a:ext>
            </a:extLst>
          </p:cNvPr>
          <p:cNvSpPr/>
          <p:nvPr/>
        </p:nvSpPr>
        <p:spPr>
          <a:xfrm>
            <a:off x="4167008" y="1802367"/>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02" name="Rectangle 101">
            <a:extLst>
              <a:ext uri="{FF2B5EF4-FFF2-40B4-BE49-F238E27FC236}">
                <a16:creationId xmlns:a16="http://schemas.microsoft.com/office/drawing/2014/main" id="{2F89566B-B33E-427C-A9F4-F6F57791204A}"/>
              </a:ext>
            </a:extLst>
          </p:cNvPr>
          <p:cNvSpPr/>
          <p:nvPr/>
        </p:nvSpPr>
        <p:spPr>
          <a:xfrm>
            <a:off x="6697267" y="1802367"/>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03" name="Rectangle 102">
            <a:extLst>
              <a:ext uri="{FF2B5EF4-FFF2-40B4-BE49-F238E27FC236}">
                <a16:creationId xmlns:a16="http://schemas.microsoft.com/office/drawing/2014/main" id="{2A35BC5E-E0E4-43CA-BB1F-309207F410A0}"/>
              </a:ext>
            </a:extLst>
          </p:cNvPr>
          <p:cNvSpPr/>
          <p:nvPr/>
        </p:nvSpPr>
        <p:spPr>
          <a:xfrm>
            <a:off x="9186727" y="1802367"/>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04" name="Rectangle 103">
            <a:extLst>
              <a:ext uri="{FF2B5EF4-FFF2-40B4-BE49-F238E27FC236}">
                <a16:creationId xmlns:a16="http://schemas.microsoft.com/office/drawing/2014/main" id="{B26DDCF6-7CCA-4899-868C-13A68777BC54}"/>
              </a:ext>
            </a:extLst>
          </p:cNvPr>
          <p:cNvSpPr/>
          <p:nvPr/>
        </p:nvSpPr>
        <p:spPr>
          <a:xfrm>
            <a:off x="4167008" y="2938489"/>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05" name="Rectangle 104">
            <a:extLst>
              <a:ext uri="{FF2B5EF4-FFF2-40B4-BE49-F238E27FC236}">
                <a16:creationId xmlns:a16="http://schemas.microsoft.com/office/drawing/2014/main" id="{4DCC4E98-C361-439E-8A2F-72CA4E599B9D}"/>
              </a:ext>
            </a:extLst>
          </p:cNvPr>
          <p:cNvSpPr/>
          <p:nvPr/>
        </p:nvSpPr>
        <p:spPr>
          <a:xfrm>
            <a:off x="6697267" y="2938489"/>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06" name="Rectangle 105">
            <a:extLst>
              <a:ext uri="{FF2B5EF4-FFF2-40B4-BE49-F238E27FC236}">
                <a16:creationId xmlns:a16="http://schemas.microsoft.com/office/drawing/2014/main" id="{5906F9F6-F84F-4705-9857-34B93F45A0BF}"/>
              </a:ext>
            </a:extLst>
          </p:cNvPr>
          <p:cNvSpPr/>
          <p:nvPr/>
        </p:nvSpPr>
        <p:spPr>
          <a:xfrm>
            <a:off x="9186727" y="2938489"/>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07" name="Rectangle 106">
            <a:extLst>
              <a:ext uri="{FF2B5EF4-FFF2-40B4-BE49-F238E27FC236}">
                <a16:creationId xmlns:a16="http://schemas.microsoft.com/office/drawing/2014/main" id="{3FFAA703-8CED-4896-8981-1E3F326F2A23}"/>
              </a:ext>
            </a:extLst>
          </p:cNvPr>
          <p:cNvSpPr/>
          <p:nvPr/>
        </p:nvSpPr>
        <p:spPr>
          <a:xfrm>
            <a:off x="4167008" y="4074609"/>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08" name="Rectangle 107">
            <a:extLst>
              <a:ext uri="{FF2B5EF4-FFF2-40B4-BE49-F238E27FC236}">
                <a16:creationId xmlns:a16="http://schemas.microsoft.com/office/drawing/2014/main" id="{326F17CA-BE67-4C3F-9263-A0EDC961BEB8}"/>
              </a:ext>
            </a:extLst>
          </p:cNvPr>
          <p:cNvSpPr/>
          <p:nvPr/>
        </p:nvSpPr>
        <p:spPr>
          <a:xfrm>
            <a:off x="6697267" y="4074609"/>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09" name="Rectangle 108">
            <a:extLst>
              <a:ext uri="{FF2B5EF4-FFF2-40B4-BE49-F238E27FC236}">
                <a16:creationId xmlns:a16="http://schemas.microsoft.com/office/drawing/2014/main" id="{42EEE498-F5F0-4662-8074-B86CB84EE09A}"/>
              </a:ext>
            </a:extLst>
          </p:cNvPr>
          <p:cNvSpPr/>
          <p:nvPr/>
        </p:nvSpPr>
        <p:spPr>
          <a:xfrm>
            <a:off x="9186727" y="4074609"/>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10" name="Rectangle 109">
            <a:extLst>
              <a:ext uri="{FF2B5EF4-FFF2-40B4-BE49-F238E27FC236}">
                <a16:creationId xmlns:a16="http://schemas.microsoft.com/office/drawing/2014/main" id="{A1DFE735-BBDE-4061-B89E-79A1880EC0B0}"/>
              </a:ext>
            </a:extLst>
          </p:cNvPr>
          <p:cNvSpPr/>
          <p:nvPr/>
        </p:nvSpPr>
        <p:spPr>
          <a:xfrm>
            <a:off x="4167008" y="5210729"/>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11" name="Rectangle 110">
            <a:extLst>
              <a:ext uri="{FF2B5EF4-FFF2-40B4-BE49-F238E27FC236}">
                <a16:creationId xmlns:a16="http://schemas.microsoft.com/office/drawing/2014/main" id="{D90555FD-99FF-4270-9949-BB3B356A87C0}"/>
              </a:ext>
            </a:extLst>
          </p:cNvPr>
          <p:cNvSpPr/>
          <p:nvPr/>
        </p:nvSpPr>
        <p:spPr>
          <a:xfrm>
            <a:off x="6697267" y="5210729"/>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112" name="Rectangle 111">
            <a:extLst>
              <a:ext uri="{FF2B5EF4-FFF2-40B4-BE49-F238E27FC236}">
                <a16:creationId xmlns:a16="http://schemas.microsoft.com/office/drawing/2014/main" id="{9734B6B9-0BFB-4D00-88F9-F4B452B0FE8E}"/>
              </a:ext>
            </a:extLst>
          </p:cNvPr>
          <p:cNvSpPr/>
          <p:nvPr/>
        </p:nvSpPr>
        <p:spPr>
          <a:xfrm>
            <a:off x="9186727" y="5210729"/>
            <a:ext cx="2367055" cy="307777"/>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grpSp>
        <p:nvGrpSpPr>
          <p:cNvPr id="113" name="Group 112">
            <a:extLst>
              <a:ext uri="{FF2B5EF4-FFF2-40B4-BE49-F238E27FC236}">
                <a16:creationId xmlns:a16="http://schemas.microsoft.com/office/drawing/2014/main" id="{2B9F66B1-95FF-4079-B380-3C243B04ED93}"/>
              </a:ext>
            </a:extLst>
          </p:cNvPr>
          <p:cNvGrpSpPr/>
          <p:nvPr/>
        </p:nvGrpSpPr>
        <p:grpSpPr>
          <a:xfrm>
            <a:off x="973415" y="5225711"/>
            <a:ext cx="287338" cy="277813"/>
            <a:chOff x="4892675" y="2501900"/>
            <a:chExt cx="287338" cy="277813"/>
          </a:xfrm>
          <a:solidFill>
            <a:schemeClr val="bg1"/>
          </a:solidFill>
        </p:grpSpPr>
        <p:sp>
          <p:nvSpPr>
            <p:cNvPr id="114" name="Freeform 300">
              <a:extLst>
                <a:ext uri="{FF2B5EF4-FFF2-40B4-BE49-F238E27FC236}">
                  <a16:creationId xmlns:a16="http://schemas.microsoft.com/office/drawing/2014/main" id="{021FABE3-D226-4B7D-8846-87804F105ABC}"/>
                </a:ext>
              </a:extLst>
            </p:cNvPr>
            <p:cNvSpPr>
              <a:spLocks/>
            </p:cNvSpPr>
            <p:nvPr/>
          </p:nvSpPr>
          <p:spPr bwMode="auto">
            <a:xfrm>
              <a:off x="4924425" y="2501900"/>
              <a:ext cx="227013" cy="157163"/>
            </a:xfrm>
            <a:custGeom>
              <a:avLst/>
              <a:gdLst>
                <a:gd name="T0" fmla="*/ 19 w 712"/>
                <a:gd name="T1" fmla="*/ 494 h 495"/>
                <a:gd name="T2" fmla="*/ 679 w 712"/>
                <a:gd name="T3" fmla="*/ 60 h 495"/>
                <a:gd name="T4" fmla="*/ 668 w 712"/>
                <a:gd name="T5" fmla="*/ 167 h 495"/>
                <a:gd name="T6" fmla="*/ 669 w 712"/>
                <a:gd name="T7" fmla="*/ 173 h 495"/>
                <a:gd name="T8" fmla="*/ 672 w 712"/>
                <a:gd name="T9" fmla="*/ 177 h 495"/>
                <a:gd name="T10" fmla="*/ 677 w 712"/>
                <a:gd name="T11" fmla="*/ 180 h 495"/>
                <a:gd name="T12" fmla="*/ 682 w 712"/>
                <a:gd name="T13" fmla="*/ 180 h 495"/>
                <a:gd name="T14" fmla="*/ 688 w 712"/>
                <a:gd name="T15" fmla="*/ 179 h 495"/>
                <a:gd name="T16" fmla="*/ 696 w 712"/>
                <a:gd name="T17" fmla="*/ 173 h 495"/>
                <a:gd name="T18" fmla="*/ 712 w 712"/>
                <a:gd name="T19" fmla="*/ 31 h 495"/>
                <a:gd name="T20" fmla="*/ 712 w 712"/>
                <a:gd name="T21" fmla="*/ 30 h 495"/>
                <a:gd name="T22" fmla="*/ 712 w 712"/>
                <a:gd name="T23" fmla="*/ 27 h 495"/>
                <a:gd name="T24" fmla="*/ 711 w 712"/>
                <a:gd name="T25" fmla="*/ 24 h 495"/>
                <a:gd name="T26" fmla="*/ 710 w 712"/>
                <a:gd name="T27" fmla="*/ 22 h 495"/>
                <a:gd name="T28" fmla="*/ 710 w 712"/>
                <a:gd name="T29" fmla="*/ 22 h 495"/>
                <a:gd name="T30" fmla="*/ 707 w 712"/>
                <a:gd name="T31" fmla="*/ 20 h 495"/>
                <a:gd name="T32" fmla="*/ 705 w 712"/>
                <a:gd name="T33" fmla="*/ 17 h 495"/>
                <a:gd name="T34" fmla="*/ 702 w 712"/>
                <a:gd name="T35" fmla="*/ 16 h 495"/>
                <a:gd name="T36" fmla="*/ 700 w 712"/>
                <a:gd name="T37" fmla="*/ 15 h 495"/>
                <a:gd name="T38" fmla="*/ 699 w 712"/>
                <a:gd name="T39" fmla="*/ 15 h 495"/>
                <a:gd name="T40" fmla="*/ 561 w 712"/>
                <a:gd name="T41" fmla="*/ 0 h 495"/>
                <a:gd name="T42" fmla="*/ 555 w 712"/>
                <a:gd name="T43" fmla="*/ 1 h 495"/>
                <a:gd name="T44" fmla="*/ 551 w 712"/>
                <a:gd name="T45" fmla="*/ 6 h 495"/>
                <a:gd name="T46" fmla="*/ 548 w 712"/>
                <a:gd name="T47" fmla="*/ 11 h 495"/>
                <a:gd name="T48" fmla="*/ 547 w 712"/>
                <a:gd name="T49" fmla="*/ 16 h 495"/>
                <a:gd name="T50" fmla="*/ 549 w 712"/>
                <a:gd name="T51" fmla="*/ 22 h 495"/>
                <a:gd name="T52" fmla="*/ 552 w 712"/>
                <a:gd name="T53" fmla="*/ 27 h 495"/>
                <a:gd name="T54" fmla="*/ 557 w 712"/>
                <a:gd name="T55" fmla="*/ 29 h 495"/>
                <a:gd name="T56" fmla="*/ 654 w 712"/>
                <a:gd name="T57" fmla="*/ 41 h 495"/>
                <a:gd name="T58" fmla="*/ 4 w 712"/>
                <a:gd name="T59" fmla="*/ 469 h 495"/>
                <a:gd name="T60" fmla="*/ 1 w 712"/>
                <a:gd name="T61" fmla="*/ 473 h 495"/>
                <a:gd name="T62" fmla="*/ 0 w 712"/>
                <a:gd name="T63" fmla="*/ 480 h 495"/>
                <a:gd name="T64" fmla="*/ 1 w 712"/>
                <a:gd name="T65" fmla="*/ 485 h 495"/>
                <a:gd name="T66" fmla="*/ 5 w 712"/>
                <a:gd name="T67" fmla="*/ 490 h 495"/>
                <a:gd name="T68" fmla="*/ 11 w 712"/>
                <a:gd name="T69" fmla="*/ 494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2" h="495">
                  <a:moveTo>
                    <a:pt x="15" y="495"/>
                  </a:moveTo>
                  <a:lnTo>
                    <a:pt x="19" y="494"/>
                  </a:lnTo>
                  <a:lnTo>
                    <a:pt x="23" y="493"/>
                  </a:lnTo>
                  <a:lnTo>
                    <a:pt x="679" y="60"/>
                  </a:lnTo>
                  <a:lnTo>
                    <a:pt x="668" y="164"/>
                  </a:lnTo>
                  <a:lnTo>
                    <a:pt x="668" y="167"/>
                  </a:lnTo>
                  <a:lnTo>
                    <a:pt x="668" y="170"/>
                  </a:lnTo>
                  <a:lnTo>
                    <a:pt x="669" y="173"/>
                  </a:lnTo>
                  <a:lnTo>
                    <a:pt x="671" y="175"/>
                  </a:lnTo>
                  <a:lnTo>
                    <a:pt x="672" y="177"/>
                  </a:lnTo>
                  <a:lnTo>
                    <a:pt x="675" y="179"/>
                  </a:lnTo>
                  <a:lnTo>
                    <a:pt x="677" y="180"/>
                  </a:lnTo>
                  <a:lnTo>
                    <a:pt x="681" y="180"/>
                  </a:lnTo>
                  <a:lnTo>
                    <a:pt x="682" y="180"/>
                  </a:lnTo>
                  <a:lnTo>
                    <a:pt x="682" y="180"/>
                  </a:lnTo>
                  <a:lnTo>
                    <a:pt x="688" y="179"/>
                  </a:lnTo>
                  <a:lnTo>
                    <a:pt x="692" y="177"/>
                  </a:lnTo>
                  <a:lnTo>
                    <a:pt x="696" y="173"/>
                  </a:lnTo>
                  <a:lnTo>
                    <a:pt x="697" y="168"/>
                  </a:lnTo>
                  <a:lnTo>
                    <a:pt x="712" y="31"/>
                  </a:lnTo>
                  <a:lnTo>
                    <a:pt x="712" y="31"/>
                  </a:lnTo>
                  <a:lnTo>
                    <a:pt x="712" y="30"/>
                  </a:lnTo>
                  <a:lnTo>
                    <a:pt x="712" y="28"/>
                  </a:lnTo>
                  <a:lnTo>
                    <a:pt x="712" y="27"/>
                  </a:lnTo>
                  <a:lnTo>
                    <a:pt x="712" y="25"/>
                  </a:lnTo>
                  <a:lnTo>
                    <a:pt x="711" y="24"/>
                  </a:lnTo>
                  <a:lnTo>
                    <a:pt x="711" y="23"/>
                  </a:lnTo>
                  <a:lnTo>
                    <a:pt x="710" y="22"/>
                  </a:lnTo>
                  <a:lnTo>
                    <a:pt x="710" y="22"/>
                  </a:lnTo>
                  <a:lnTo>
                    <a:pt x="710" y="22"/>
                  </a:lnTo>
                  <a:lnTo>
                    <a:pt x="709" y="21"/>
                  </a:lnTo>
                  <a:lnTo>
                    <a:pt x="707" y="20"/>
                  </a:lnTo>
                  <a:lnTo>
                    <a:pt x="706" y="18"/>
                  </a:lnTo>
                  <a:lnTo>
                    <a:pt x="705" y="17"/>
                  </a:lnTo>
                  <a:lnTo>
                    <a:pt x="704" y="17"/>
                  </a:lnTo>
                  <a:lnTo>
                    <a:pt x="702" y="16"/>
                  </a:lnTo>
                  <a:lnTo>
                    <a:pt x="701" y="16"/>
                  </a:lnTo>
                  <a:lnTo>
                    <a:pt x="700" y="15"/>
                  </a:lnTo>
                  <a:lnTo>
                    <a:pt x="699" y="15"/>
                  </a:lnTo>
                  <a:lnTo>
                    <a:pt x="699" y="15"/>
                  </a:lnTo>
                  <a:lnTo>
                    <a:pt x="564" y="0"/>
                  </a:lnTo>
                  <a:lnTo>
                    <a:pt x="561" y="0"/>
                  </a:lnTo>
                  <a:lnTo>
                    <a:pt x="557" y="0"/>
                  </a:lnTo>
                  <a:lnTo>
                    <a:pt x="555" y="1"/>
                  </a:lnTo>
                  <a:lnTo>
                    <a:pt x="553" y="3"/>
                  </a:lnTo>
                  <a:lnTo>
                    <a:pt x="551" y="6"/>
                  </a:lnTo>
                  <a:lnTo>
                    <a:pt x="549" y="8"/>
                  </a:lnTo>
                  <a:lnTo>
                    <a:pt x="548" y="11"/>
                  </a:lnTo>
                  <a:lnTo>
                    <a:pt x="547" y="13"/>
                  </a:lnTo>
                  <a:lnTo>
                    <a:pt x="547" y="16"/>
                  </a:lnTo>
                  <a:lnTo>
                    <a:pt x="548" y="20"/>
                  </a:lnTo>
                  <a:lnTo>
                    <a:pt x="549" y="22"/>
                  </a:lnTo>
                  <a:lnTo>
                    <a:pt x="550" y="25"/>
                  </a:lnTo>
                  <a:lnTo>
                    <a:pt x="552" y="27"/>
                  </a:lnTo>
                  <a:lnTo>
                    <a:pt x="554" y="28"/>
                  </a:lnTo>
                  <a:lnTo>
                    <a:pt x="557" y="29"/>
                  </a:lnTo>
                  <a:lnTo>
                    <a:pt x="561" y="30"/>
                  </a:lnTo>
                  <a:lnTo>
                    <a:pt x="654" y="41"/>
                  </a:lnTo>
                  <a:lnTo>
                    <a:pt x="6" y="467"/>
                  </a:lnTo>
                  <a:lnTo>
                    <a:pt x="4" y="469"/>
                  </a:lnTo>
                  <a:lnTo>
                    <a:pt x="2" y="471"/>
                  </a:lnTo>
                  <a:lnTo>
                    <a:pt x="1" y="473"/>
                  </a:lnTo>
                  <a:lnTo>
                    <a:pt x="0" y="477"/>
                  </a:lnTo>
                  <a:lnTo>
                    <a:pt x="0" y="480"/>
                  </a:lnTo>
                  <a:lnTo>
                    <a:pt x="0" y="482"/>
                  </a:lnTo>
                  <a:lnTo>
                    <a:pt x="1" y="485"/>
                  </a:lnTo>
                  <a:lnTo>
                    <a:pt x="2" y="488"/>
                  </a:lnTo>
                  <a:lnTo>
                    <a:pt x="5" y="490"/>
                  </a:lnTo>
                  <a:lnTo>
                    <a:pt x="8" y="493"/>
                  </a:lnTo>
                  <a:lnTo>
                    <a:pt x="11" y="494"/>
                  </a:lnTo>
                  <a:lnTo>
                    <a:pt x="15" y="4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15" name="Freeform 301">
              <a:extLst>
                <a:ext uri="{FF2B5EF4-FFF2-40B4-BE49-F238E27FC236}">
                  <a16:creationId xmlns:a16="http://schemas.microsoft.com/office/drawing/2014/main" id="{2EDDA2D3-3BB5-4C91-B8C2-6C64A1B60F29}"/>
                </a:ext>
              </a:extLst>
            </p:cNvPr>
            <p:cNvSpPr>
              <a:spLocks/>
            </p:cNvSpPr>
            <p:nvPr/>
          </p:nvSpPr>
          <p:spPr bwMode="auto">
            <a:xfrm>
              <a:off x="4892675" y="2587625"/>
              <a:ext cx="287338" cy="192088"/>
            </a:xfrm>
            <a:custGeom>
              <a:avLst/>
              <a:gdLst>
                <a:gd name="T0" fmla="*/ 843 w 903"/>
                <a:gd name="T1" fmla="*/ 572 h 602"/>
                <a:gd name="T2" fmla="*/ 842 w 903"/>
                <a:gd name="T3" fmla="*/ 12 h 602"/>
                <a:gd name="T4" fmla="*/ 840 w 903"/>
                <a:gd name="T5" fmla="*/ 7 h 602"/>
                <a:gd name="T6" fmla="*/ 835 w 903"/>
                <a:gd name="T7" fmla="*/ 3 h 602"/>
                <a:gd name="T8" fmla="*/ 830 w 903"/>
                <a:gd name="T9" fmla="*/ 1 h 602"/>
                <a:gd name="T10" fmla="*/ 707 w 903"/>
                <a:gd name="T11" fmla="*/ 0 h 602"/>
                <a:gd name="T12" fmla="*/ 701 w 903"/>
                <a:gd name="T13" fmla="*/ 2 h 602"/>
                <a:gd name="T14" fmla="*/ 696 w 903"/>
                <a:gd name="T15" fmla="*/ 5 h 602"/>
                <a:gd name="T16" fmla="*/ 693 w 903"/>
                <a:gd name="T17" fmla="*/ 9 h 602"/>
                <a:gd name="T18" fmla="*/ 692 w 903"/>
                <a:gd name="T19" fmla="*/ 16 h 602"/>
                <a:gd name="T20" fmla="*/ 632 w 903"/>
                <a:gd name="T21" fmla="*/ 572 h 602"/>
                <a:gd name="T22" fmla="*/ 632 w 903"/>
                <a:gd name="T23" fmla="*/ 163 h 602"/>
                <a:gd name="T24" fmla="*/ 629 w 903"/>
                <a:gd name="T25" fmla="*/ 157 h 602"/>
                <a:gd name="T26" fmla="*/ 625 w 903"/>
                <a:gd name="T27" fmla="*/ 153 h 602"/>
                <a:gd name="T28" fmla="*/ 620 w 903"/>
                <a:gd name="T29" fmla="*/ 151 h 602"/>
                <a:gd name="T30" fmla="*/ 496 w 903"/>
                <a:gd name="T31" fmla="*/ 151 h 602"/>
                <a:gd name="T32" fmla="*/ 490 w 903"/>
                <a:gd name="T33" fmla="*/ 152 h 602"/>
                <a:gd name="T34" fmla="*/ 486 w 903"/>
                <a:gd name="T35" fmla="*/ 155 h 602"/>
                <a:gd name="T36" fmla="*/ 482 w 903"/>
                <a:gd name="T37" fmla="*/ 159 h 602"/>
                <a:gd name="T38" fmla="*/ 481 w 903"/>
                <a:gd name="T39" fmla="*/ 166 h 602"/>
                <a:gd name="T40" fmla="*/ 421 w 903"/>
                <a:gd name="T41" fmla="*/ 572 h 602"/>
                <a:gd name="T42" fmla="*/ 420 w 903"/>
                <a:gd name="T43" fmla="*/ 313 h 602"/>
                <a:gd name="T44" fmla="*/ 418 w 903"/>
                <a:gd name="T45" fmla="*/ 307 h 602"/>
                <a:gd name="T46" fmla="*/ 414 w 903"/>
                <a:gd name="T47" fmla="*/ 304 h 602"/>
                <a:gd name="T48" fmla="*/ 408 w 903"/>
                <a:gd name="T49" fmla="*/ 302 h 602"/>
                <a:gd name="T50" fmla="*/ 285 w 903"/>
                <a:gd name="T51" fmla="*/ 301 h 602"/>
                <a:gd name="T52" fmla="*/ 280 w 903"/>
                <a:gd name="T53" fmla="*/ 302 h 602"/>
                <a:gd name="T54" fmla="*/ 274 w 903"/>
                <a:gd name="T55" fmla="*/ 305 h 602"/>
                <a:gd name="T56" fmla="*/ 271 w 903"/>
                <a:gd name="T57" fmla="*/ 311 h 602"/>
                <a:gd name="T58" fmla="*/ 270 w 903"/>
                <a:gd name="T59" fmla="*/ 316 h 602"/>
                <a:gd name="T60" fmla="*/ 210 w 903"/>
                <a:gd name="T61" fmla="*/ 572 h 602"/>
                <a:gd name="T62" fmla="*/ 210 w 903"/>
                <a:gd name="T63" fmla="*/ 464 h 602"/>
                <a:gd name="T64" fmla="*/ 208 w 903"/>
                <a:gd name="T65" fmla="*/ 459 h 602"/>
                <a:gd name="T66" fmla="*/ 204 w 903"/>
                <a:gd name="T67" fmla="*/ 454 h 602"/>
                <a:gd name="T68" fmla="*/ 198 w 903"/>
                <a:gd name="T69" fmla="*/ 452 h 602"/>
                <a:gd name="T70" fmla="*/ 75 w 903"/>
                <a:gd name="T71" fmla="*/ 452 h 602"/>
                <a:gd name="T72" fmla="*/ 69 w 903"/>
                <a:gd name="T73" fmla="*/ 453 h 602"/>
                <a:gd name="T74" fmla="*/ 64 w 903"/>
                <a:gd name="T75" fmla="*/ 457 h 602"/>
                <a:gd name="T76" fmla="*/ 61 w 903"/>
                <a:gd name="T77" fmla="*/ 461 h 602"/>
                <a:gd name="T78" fmla="*/ 60 w 903"/>
                <a:gd name="T79" fmla="*/ 467 h 602"/>
                <a:gd name="T80" fmla="*/ 15 w 903"/>
                <a:gd name="T81" fmla="*/ 572 h 602"/>
                <a:gd name="T82" fmla="*/ 8 w 903"/>
                <a:gd name="T83" fmla="*/ 573 h 602"/>
                <a:gd name="T84" fmla="*/ 4 w 903"/>
                <a:gd name="T85" fmla="*/ 577 h 602"/>
                <a:gd name="T86" fmla="*/ 1 w 903"/>
                <a:gd name="T87" fmla="*/ 581 h 602"/>
                <a:gd name="T88" fmla="*/ 0 w 903"/>
                <a:gd name="T89" fmla="*/ 587 h 602"/>
                <a:gd name="T90" fmla="*/ 1 w 903"/>
                <a:gd name="T91" fmla="*/ 593 h 602"/>
                <a:gd name="T92" fmla="*/ 4 w 903"/>
                <a:gd name="T93" fmla="*/ 598 h 602"/>
                <a:gd name="T94" fmla="*/ 8 w 903"/>
                <a:gd name="T95" fmla="*/ 601 h 602"/>
                <a:gd name="T96" fmla="*/ 15 w 903"/>
                <a:gd name="T97" fmla="*/ 602 h 602"/>
                <a:gd name="T98" fmla="*/ 195 w 903"/>
                <a:gd name="T99" fmla="*/ 602 h 602"/>
                <a:gd name="T100" fmla="*/ 406 w 903"/>
                <a:gd name="T101" fmla="*/ 602 h 602"/>
                <a:gd name="T102" fmla="*/ 617 w 903"/>
                <a:gd name="T103" fmla="*/ 602 h 602"/>
                <a:gd name="T104" fmla="*/ 828 w 903"/>
                <a:gd name="T105" fmla="*/ 602 h 602"/>
                <a:gd name="T106" fmla="*/ 891 w 903"/>
                <a:gd name="T107" fmla="*/ 602 h 602"/>
                <a:gd name="T108" fmla="*/ 896 w 903"/>
                <a:gd name="T109" fmla="*/ 600 h 602"/>
                <a:gd name="T110" fmla="*/ 900 w 903"/>
                <a:gd name="T111" fmla="*/ 596 h 602"/>
                <a:gd name="T112" fmla="*/ 902 w 903"/>
                <a:gd name="T113" fmla="*/ 591 h 602"/>
                <a:gd name="T114" fmla="*/ 902 w 903"/>
                <a:gd name="T115" fmla="*/ 584 h 602"/>
                <a:gd name="T116" fmla="*/ 900 w 903"/>
                <a:gd name="T117" fmla="*/ 579 h 602"/>
                <a:gd name="T118" fmla="*/ 896 w 903"/>
                <a:gd name="T119" fmla="*/ 575 h 602"/>
                <a:gd name="T120" fmla="*/ 891 w 903"/>
                <a:gd name="T121" fmla="*/ 572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3" h="602">
                  <a:moveTo>
                    <a:pt x="888" y="572"/>
                  </a:moveTo>
                  <a:lnTo>
                    <a:pt x="843" y="572"/>
                  </a:lnTo>
                  <a:lnTo>
                    <a:pt x="843" y="16"/>
                  </a:lnTo>
                  <a:lnTo>
                    <a:pt x="842" y="12"/>
                  </a:lnTo>
                  <a:lnTo>
                    <a:pt x="842" y="9"/>
                  </a:lnTo>
                  <a:lnTo>
                    <a:pt x="840" y="7"/>
                  </a:lnTo>
                  <a:lnTo>
                    <a:pt x="839" y="5"/>
                  </a:lnTo>
                  <a:lnTo>
                    <a:pt x="835" y="3"/>
                  </a:lnTo>
                  <a:lnTo>
                    <a:pt x="833" y="2"/>
                  </a:lnTo>
                  <a:lnTo>
                    <a:pt x="830" y="1"/>
                  </a:lnTo>
                  <a:lnTo>
                    <a:pt x="828" y="1"/>
                  </a:lnTo>
                  <a:lnTo>
                    <a:pt x="707" y="0"/>
                  </a:lnTo>
                  <a:lnTo>
                    <a:pt x="704" y="1"/>
                  </a:lnTo>
                  <a:lnTo>
                    <a:pt x="701" y="2"/>
                  </a:lnTo>
                  <a:lnTo>
                    <a:pt x="698" y="3"/>
                  </a:lnTo>
                  <a:lnTo>
                    <a:pt x="696" y="5"/>
                  </a:lnTo>
                  <a:lnTo>
                    <a:pt x="695" y="7"/>
                  </a:lnTo>
                  <a:lnTo>
                    <a:pt x="693" y="9"/>
                  </a:lnTo>
                  <a:lnTo>
                    <a:pt x="693" y="12"/>
                  </a:lnTo>
                  <a:lnTo>
                    <a:pt x="692" y="16"/>
                  </a:lnTo>
                  <a:lnTo>
                    <a:pt x="692" y="572"/>
                  </a:lnTo>
                  <a:lnTo>
                    <a:pt x="632" y="572"/>
                  </a:lnTo>
                  <a:lnTo>
                    <a:pt x="632" y="166"/>
                  </a:lnTo>
                  <a:lnTo>
                    <a:pt x="632" y="163"/>
                  </a:lnTo>
                  <a:lnTo>
                    <a:pt x="630" y="159"/>
                  </a:lnTo>
                  <a:lnTo>
                    <a:pt x="629" y="157"/>
                  </a:lnTo>
                  <a:lnTo>
                    <a:pt x="627" y="155"/>
                  </a:lnTo>
                  <a:lnTo>
                    <a:pt x="625" y="153"/>
                  </a:lnTo>
                  <a:lnTo>
                    <a:pt x="623" y="152"/>
                  </a:lnTo>
                  <a:lnTo>
                    <a:pt x="620" y="151"/>
                  </a:lnTo>
                  <a:lnTo>
                    <a:pt x="617" y="151"/>
                  </a:lnTo>
                  <a:lnTo>
                    <a:pt x="496" y="151"/>
                  </a:lnTo>
                  <a:lnTo>
                    <a:pt x="493" y="151"/>
                  </a:lnTo>
                  <a:lnTo>
                    <a:pt x="490" y="152"/>
                  </a:lnTo>
                  <a:lnTo>
                    <a:pt x="488" y="153"/>
                  </a:lnTo>
                  <a:lnTo>
                    <a:pt x="486" y="155"/>
                  </a:lnTo>
                  <a:lnTo>
                    <a:pt x="484" y="157"/>
                  </a:lnTo>
                  <a:lnTo>
                    <a:pt x="482" y="159"/>
                  </a:lnTo>
                  <a:lnTo>
                    <a:pt x="481" y="163"/>
                  </a:lnTo>
                  <a:lnTo>
                    <a:pt x="481" y="166"/>
                  </a:lnTo>
                  <a:lnTo>
                    <a:pt x="481" y="572"/>
                  </a:lnTo>
                  <a:lnTo>
                    <a:pt x="421" y="572"/>
                  </a:lnTo>
                  <a:lnTo>
                    <a:pt x="421" y="316"/>
                  </a:lnTo>
                  <a:lnTo>
                    <a:pt x="420" y="313"/>
                  </a:lnTo>
                  <a:lnTo>
                    <a:pt x="420" y="311"/>
                  </a:lnTo>
                  <a:lnTo>
                    <a:pt x="418" y="307"/>
                  </a:lnTo>
                  <a:lnTo>
                    <a:pt x="417" y="305"/>
                  </a:lnTo>
                  <a:lnTo>
                    <a:pt x="414" y="304"/>
                  </a:lnTo>
                  <a:lnTo>
                    <a:pt x="412" y="302"/>
                  </a:lnTo>
                  <a:lnTo>
                    <a:pt x="408" y="302"/>
                  </a:lnTo>
                  <a:lnTo>
                    <a:pt x="406" y="301"/>
                  </a:lnTo>
                  <a:lnTo>
                    <a:pt x="285" y="301"/>
                  </a:lnTo>
                  <a:lnTo>
                    <a:pt x="283" y="302"/>
                  </a:lnTo>
                  <a:lnTo>
                    <a:pt x="280" y="302"/>
                  </a:lnTo>
                  <a:lnTo>
                    <a:pt x="278" y="304"/>
                  </a:lnTo>
                  <a:lnTo>
                    <a:pt x="274" y="305"/>
                  </a:lnTo>
                  <a:lnTo>
                    <a:pt x="273" y="307"/>
                  </a:lnTo>
                  <a:lnTo>
                    <a:pt x="271" y="311"/>
                  </a:lnTo>
                  <a:lnTo>
                    <a:pt x="271" y="313"/>
                  </a:lnTo>
                  <a:lnTo>
                    <a:pt x="270" y="316"/>
                  </a:lnTo>
                  <a:lnTo>
                    <a:pt x="270" y="572"/>
                  </a:lnTo>
                  <a:lnTo>
                    <a:pt x="210" y="572"/>
                  </a:lnTo>
                  <a:lnTo>
                    <a:pt x="210" y="467"/>
                  </a:lnTo>
                  <a:lnTo>
                    <a:pt x="210" y="464"/>
                  </a:lnTo>
                  <a:lnTo>
                    <a:pt x="209" y="461"/>
                  </a:lnTo>
                  <a:lnTo>
                    <a:pt x="208" y="459"/>
                  </a:lnTo>
                  <a:lnTo>
                    <a:pt x="206" y="457"/>
                  </a:lnTo>
                  <a:lnTo>
                    <a:pt x="204" y="454"/>
                  </a:lnTo>
                  <a:lnTo>
                    <a:pt x="201" y="453"/>
                  </a:lnTo>
                  <a:lnTo>
                    <a:pt x="198" y="452"/>
                  </a:lnTo>
                  <a:lnTo>
                    <a:pt x="195" y="452"/>
                  </a:lnTo>
                  <a:lnTo>
                    <a:pt x="75" y="452"/>
                  </a:lnTo>
                  <a:lnTo>
                    <a:pt x="72" y="452"/>
                  </a:lnTo>
                  <a:lnTo>
                    <a:pt x="69" y="453"/>
                  </a:lnTo>
                  <a:lnTo>
                    <a:pt x="66" y="454"/>
                  </a:lnTo>
                  <a:lnTo>
                    <a:pt x="64" y="457"/>
                  </a:lnTo>
                  <a:lnTo>
                    <a:pt x="62" y="459"/>
                  </a:lnTo>
                  <a:lnTo>
                    <a:pt x="61" y="461"/>
                  </a:lnTo>
                  <a:lnTo>
                    <a:pt x="60" y="464"/>
                  </a:lnTo>
                  <a:lnTo>
                    <a:pt x="60" y="467"/>
                  </a:lnTo>
                  <a:lnTo>
                    <a:pt x="60" y="572"/>
                  </a:lnTo>
                  <a:lnTo>
                    <a:pt x="15" y="572"/>
                  </a:lnTo>
                  <a:lnTo>
                    <a:pt x="12" y="572"/>
                  </a:lnTo>
                  <a:lnTo>
                    <a:pt x="8" y="573"/>
                  </a:lnTo>
                  <a:lnTo>
                    <a:pt x="6" y="575"/>
                  </a:lnTo>
                  <a:lnTo>
                    <a:pt x="4" y="577"/>
                  </a:lnTo>
                  <a:lnTo>
                    <a:pt x="2" y="579"/>
                  </a:lnTo>
                  <a:lnTo>
                    <a:pt x="1" y="581"/>
                  </a:lnTo>
                  <a:lnTo>
                    <a:pt x="0" y="584"/>
                  </a:lnTo>
                  <a:lnTo>
                    <a:pt x="0" y="587"/>
                  </a:lnTo>
                  <a:lnTo>
                    <a:pt x="0" y="591"/>
                  </a:lnTo>
                  <a:lnTo>
                    <a:pt x="1" y="593"/>
                  </a:lnTo>
                  <a:lnTo>
                    <a:pt x="2" y="596"/>
                  </a:lnTo>
                  <a:lnTo>
                    <a:pt x="4" y="598"/>
                  </a:lnTo>
                  <a:lnTo>
                    <a:pt x="6" y="600"/>
                  </a:lnTo>
                  <a:lnTo>
                    <a:pt x="8" y="601"/>
                  </a:lnTo>
                  <a:lnTo>
                    <a:pt x="12" y="602"/>
                  </a:lnTo>
                  <a:lnTo>
                    <a:pt x="15" y="602"/>
                  </a:lnTo>
                  <a:lnTo>
                    <a:pt x="75" y="602"/>
                  </a:lnTo>
                  <a:lnTo>
                    <a:pt x="195" y="602"/>
                  </a:lnTo>
                  <a:lnTo>
                    <a:pt x="285" y="602"/>
                  </a:lnTo>
                  <a:lnTo>
                    <a:pt x="406" y="602"/>
                  </a:lnTo>
                  <a:lnTo>
                    <a:pt x="496" y="602"/>
                  </a:lnTo>
                  <a:lnTo>
                    <a:pt x="617" y="602"/>
                  </a:lnTo>
                  <a:lnTo>
                    <a:pt x="707" y="602"/>
                  </a:lnTo>
                  <a:lnTo>
                    <a:pt x="828" y="602"/>
                  </a:lnTo>
                  <a:lnTo>
                    <a:pt x="888" y="602"/>
                  </a:lnTo>
                  <a:lnTo>
                    <a:pt x="891" y="602"/>
                  </a:lnTo>
                  <a:lnTo>
                    <a:pt x="893" y="601"/>
                  </a:lnTo>
                  <a:lnTo>
                    <a:pt x="896" y="600"/>
                  </a:lnTo>
                  <a:lnTo>
                    <a:pt x="899" y="598"/>
                  </a:lnTo>
                  <a:lnTo>
                    <a:pt x="900" y="596"/>
                  </a:lnTo>
                  <a:lnTo>
                    <a:pt x="902" y="593"/>
                  </a:lnTo>
                  <a:lnTo>
                    <a:pt x="902" y="591"/>
                  </a:lnTo>
                  <a:lnTo>
                    <a:pt x="903" y="587"/>
                  </a:lnTo>
                  <a:lnTo>
                    <a:pt x="902" y="584"/>
                  </a:lnTo>
                  <a:lnTo>
                    <a:pt x="902" y="581"/>
                  </a:lnTo>
                  <a:lnTo>
                    <a:pt x="900" y="579"/>
                  </a:lnTo>
                  <a:lnTo>
                    <a:pt x="899" y="577"/>
                  </a:lnTo>
                  <a:lnTo>
                    <a:pt x="896" y="575"/>
                  </a:lnTo>
                  <a:lnTo>
                    <a:pt x="893" y="573"/>
                  </a:lnTo>
                  <a:lnTo>
                    <a:pt x="891" y="572"/>
                  </a:lnTo>
                  <a:lnTo>
                    <a:pt x="888" y="5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116" name="Group 115">
            <a:extLst>
              <a:ext uri="{FF2B5EF4-FFF2-40B4-BE49-F238E27FC236}">
                <a16:creationId xmlns:a16="http://schemas.microsoft.com/office/drawing/2014/main" id="{DE1961D9-E922-4C38-882A-6D7FBA42BF9D}"/>
              </a:ext>
            </a:extLst>
          </p:cNvPr>
          <p:cNvGrpSpPr/>
          <p:nvPr/>
        </p:nvGrpSpPr>
        <p:grpSpPr>
          <a:xfrm>
            <a:off x="1017072" y="1812588"/>
            <a:ext cx="200025" cy="287338"/>
            <a:chOff x="2073275" y="771525"/>
            <a:chExt cx="200025" cy="287338"/>
          </a:xfrm>
          <a:solidFill>
            <a:schemeClr val="bg1"/>
          </a:solidFill>
        </p:grpSpPr>
        <p:sp>
          <p:nvSpPr>
            <p:cNvPr id="117" name="Freeform 319">
              <a:extLst>
                <a:ext uri="{FF2B5EF4-FFF2-40B4-BE49-F238E27FC236}">
                  <a16:creationId xmlns:a16="http://schemas.microsoft.com/office/drawing/2014/main" id="{F2B7819E-C039-4D29-B083-8D2A87946F11}"/>
                </a:ext>
              </a:extLst>
            </p:cNvPr>
            <p:cNvSpPr>
              <a:spLocks noEditPoints="1"/>
            </p:cNvSpPr>
            <p:nvPr/>
          </p:nvSpPr>
          <p:spPr bwMode="auto">
            <a:xfrm>
              <a:off x="2073275" y="771525"/>
              <a:ext cx="200025" cy="287338"/>
            </a:xfrm>
            <a:custGeom>
              <a:avLst/>
              <a:gdLst>
                <a:gd name="T0" fmla="*/ 106 w 632"/>
                <a:gd name="T1" fmla="*/ 301 h 903"/>
                <a:gd name="T2" fmla="*/ 91 w 632"/>
                <a:gd name="T3" fmla="*/ 102 h 903"/>
                <a:gd name="T4" fmla="*/ 534 w 632"/>
                <a:gd name="T5" fmla="*/ 91 h 903"/>
                <a:gd name="T6" fmla="*/ 464 w 632"/>
                <a:gd name="T7" fmla="*/ 422 h 903"/>
                <a:gd name="T8" fmla="*/ 454 w 632"/>
                <a:gd name="T9" fmla="*/ 398 h 903"/>
                <a:gd name="T10" fmla="*/ 538 w 632"/>
                <a:gd name="T11" fmla="*/ 396 h 903"/>
                <a:gd name="T12" fmla="*/ 534 w 632"/>
                <a:gd name="T13" fmla="*/ 420 h 903"/>
                <a:gd name="T14" fmla="*/ 454 w 632"/>
                <a:gd name="T15" fmla="*/ 535 h 903"/>
                <a:gd name="T16" fmla="*/ 464 w 632"/>
                <a:gd name="T17" fmla="*/ 513 h 903"/>
                <a:gd name="T18" fmla="*/ 542 w 632"/>
                <a:gd name="T19" fmla="*/ 527 h 903"/>
                <a:gd name="T20" fmla="*/ 527 w 632"/>
                <a:gd name="T21" fmla="*/ 663 h 903"/>
                <a:gd name="T22" fmla="*/ 452 w 632"/>
                <a:gd name="T23" fmla="*/ 645 h 903"/>
                <a:gd name="T24" fmla="*/ 534 w 632"/>
                <a:gd name="T25" fmla="*/ 634 h 903"/>
                <a:gd name="T26" fmla="*/ 538 w 632"/>
                <a:gd name="T27" fmla="*/ 658 h 903"/>
                <a:gd name="T28" fmla="*/ 416 w 632"/>
                <a:gd name="T29" fmla="*/ 635 h 903"/>
                <a:gd name="T30" fmla="*/ 416 w 632"/>
                <a:gd name="T31" fmla="*/ 660 h 903"/>
                <a:gd name="T32" fmla="*/ 333 w 632"/>
                <a:gd name="T33" fmla="*/ 653 h 903"/>
                <a:gd name="T34" fmla="*/ 347 w 632"/>
                <a:gd name="T35" fmla="*/ 633 h 903"/>
                <a:gd name="T36" fmla="*/ 407 w 632"/>
                <a:gd name="T37" fmla="*/ 392 h 903"/>
                <a:gd name="T38" fmla="*/ 421 w 632"/>
                <a:gd name="T39" fmla="*/ 412 h 903"/>
                <a:gd name="T40" fmla="*/ 338 w 632"/>
                <a:gd name="T41" fmla="*/ 419 h 903"/>
                <a:gd name="T42" fmla="*/ 412 w 632"/>
                <a:gd name="T43" fmla="*/ 513 h 903"/>
                <a:gd name="T44" fmla="*/ 418 w 632"/>
                <a:gd name="T45" fmla="*/ 537 h 903"/>
                <a:gd name="T46" fmla="*/ 334 w 632"/>
                <a:gd name="T47" fmla="*/ 535 h 903"/>
                <a:gd name="T48" fmla="*/ 344 w 632"/>
                <a:gd name="T49" fmla="*/ 513 h 903"/>
                <a:gd name="T50" fmla="*/ 332 w 632"/>
                <a:gd name="T51" fmla="*/ 771 h 903"/>
                <a:gd name="T52" fmla="*/ 527 w 632"/>
                <a:gd name="T53" fmla="*/ 753 h 903"/>
                <a:gd name="T54" fmla="*/ 541 w 632"/>
                <a:gd name="T55" fmla="*/ 773 h 903"/>
                <a:gd name="T56" fmla="*/ 220 w 632"/>
                <a:gd name="T57" fmla="*/ 420 h 903"/>
                <a:gd name="T58" fmla="*/ 216 w 632"/>
                <a:gd name="T59" fmla="*/ 396 h 903"/>
                <a:gd name="T60" fmla="*/ 299 w 632"/>
                <a:gd name="T61" fmla="*/ 398 h 903"/>
                <a:gd name="T62" fmla="*/ 289 w 632"/>
                <a:gd name="T63" fmla="*/ 422 h 903"/>
                <a:gd name="T64" fmla="*/ 213 w 632"/>
                <a:gd name="T65" fmla="*/ 533 h 903"/>
                <a:gd name="T66" fmla="*/ 227 w 632"/>
                <a:gd name="T67" fmla="*/ 512 h 903"/>
                <a:gd name="T68" fmla="*/ 301 w 632"/>
                <a:gd name="T69" fmla="*/ 530 h 903"/>
                <a:gd name="T70" fmla="*/ 227 w 632"/>
                <a:gd name="T71" fmla="*/ 663 h 903"/>
                <a:gd name="T72" fmla="*/ 213 w 632"/>
                <a:gd name="T73" fmla="*/ 641 h 903"/>
                <a:gd name="T74" fmla="*/ 294 w 632"/>
                <a:gd name="T75" fmla="*/ 635 h 903"/>
                <a:gd name="T76" fmla="*/ 294 w 632"/>
                <a:gd name="T77" fmla="*/ 660 h 903"/>
                <a:gd name="T78" fmla="*/ 216 w 632"/>
                <a:gd name="T79" fmla="*/ 779 h 903"/>
                <a:gd name="T80" fmla="*/ 220 w 632"/>
                <a:gd name="T81" fmla="*/ 754 h 903"/>
                <a:gd name="T82" fmla="*/ 301 w 632"/>
                <a:gd name="T83" fmla="*/ 765 h 903"/>
                <a:gd name="T84" fmla="*/ 166 w 632"/>
                <a:gd name="T85" fmla="*/ 422 h 903"/>
                <a:gd name="T86" fmla="*/ 91 w 632"/>
                <a:gd name="T87" fmla="*/ 403 h 903"/>
                <a:gd name="T88" fmla="*/ 172 w 632"/>
                <a:gd name="T89" fmla="*/ 393 h 903"/>
                <a:gd name="T90" fmla="*/ 176 w 632"/>
                <a:gd name="T91" fmla="*/ 417 h 903"/>
                <a:gd name="T92" fmla="*/ 97 w 632"/>
                <a:gd name="T93" fmla="*/ 540 h 903"/>
                <a:gd name="T94" fmla="*/ 97 w 632"/>
                <a:gd name="T95" fmla="*/ 515 h 903"/>
                <a:gd name="T96" fmla="*/ 180 w 632"/>
                <a:gd name="T97" fmla="*/ 521 h 903"/>
                <a:gd name="T98" fmla="*/ 166 w 632"/>
                <a:gd name="T99" fmla="*/ 542 h 903"/>
                <a:gd name="T100" fmla="*/ 91 w 632"/>
                <a:gd name="T101" fmla="*/ 650 h 903"/>
                <a:gd name="T102" fmla="*/ 166 w 632"/>
                <a:gd name="T103" fmla="*/ 633 h 903"/>
                <a:gd name="T104" fmla="*/ 180 w 632"/>
                <a:gd name="T105" fmla="*/ 653 h 903"/>
                <a:gd name="T106" fmla="*/ 102 w 632"/>
                <a:gd name="T107" fmla="*/ 783 h 903"/>
                <a:gd name="T108" fmla="*/ 94 w 632"/>
                <a:gd name="T109" fmla="*/ 759 h 903"/>
                <a:gd name="T110" fmla="*/ 176 w 632"/>
                <a:gd name="T111" fmla="*/ 757 h 903"/>
                <a:gd name="T112" fmla="*/ 172 w 632"/>
                <a:gd name="T113" fmla="*/ 782 h 903"/>
                <a:gd name="T114" fmla="*/ 4 w 632"/>
                <a:gd name="T115" fmla="*/ 28 h 903"/>
                <a:gd name="T116" fmla="*/ 37 w 632"/>
                <a:gd name="T117" fmla="*/ 902 h 903"/>
                <a:gd name="T118" fmla="*/ 632 w 632"/>
                <a:gd name="T119" fmla="*/ 858 h 903"/>
                <a:gd name="T120" fmla="*/ 587 w 632"/>
                <a:gd name="T121"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2" h="903">
                  <a:moveTo>
                    <a:pt x="542" y="286"/>
                  </a:moveTo>
                  <a:lnTo>
                    <a:pt x="542" y="290"/>
                  </a:lnTo>
                  <a:lnTo>
                    <a:pt x="541" y="292"/>
                  </a:lnTo>
                  <a:lnTo>
                    <a:pt x="540" y="295"/>
                  </a:lnTo>
                  <a:lnTo>
                    <a:pt x="538" y="297"/>
                  </a:lnTo>
                  <a:lnTo>
                    <a:pt x="536" y="298"/>
                  </a:lnTo>
                  <a:lnTo>
                    <a:pt x="534" y="300"/>
                  </a:lnTo>
                  <a:lnTo>
                    <a:pt x="530" y="301"/>
                  </a:lnTo>
                  <a:lnTo>
                    <a:pt x="527" y="301"/>
                  </a:lnTo>
                  <a:lnTo>
                    <a:pt x="106" y="301"/>
                  </a:lnTo>
                  <a:lnTo>
                    <a:pt x="102" y="300"/>
                  </a:lnTo>
                  <a:lnTo>
                    <a:pt x="100" y="300"/>
                  </a:lnTo>
                  <a:lnTo>
                    <a:pt x="97" y="298"/>
                  </a:lnTo>
                  <a:lnTo>
                    <a:pt x="95" y="297"/>
                  </a:lnTo>
                  <a:lnTo>
                    <a:pt x="94" y="295"/>
                  </a:lnTo>
                  <a:lnTo>
                    <a:pt x="92" y="292"/>
                  </a:lnTo>
                  <a:lnTo>
                    <a:pt x="91" y="290"/>
                  </a:lnTo>
                  <a:lnTo>
                    <a:pt x="91" y="286"/>
                  </a:lnTo>
                  <a:lnTo>
                    <a:pt x="91" y="105"/>
                  </a:lnTo>
                  <a:lnTo>
                    <a:pt x="91" y="102"/>
                  </a:lnTo>
                  <a:lnTo>
                    <a:pt x="92" y="100"/>
                  </a:lnTo>
                  <a:lnTo>
                    <a:pt x="94" y="97"/>
                  </a:lnTo>
                  <a:lnTo>
                    <a:pt x="95" y="94"/>
                  </a:lnTo>
                  <a:lnTo>
                    <a:pt x="97" y="93"/>
                  </a:lnTo>
                  <a:lnTo>
                    <a:pt x="100" y="91"/>
                  </a:lnTo>
                  <a:lnTo>
                    <a:pt x="102" y="91"/>
                  </a:lnTo>
                  <a:lnTo>
                    <a:pt x="106" y="90"/>
                  </a:lnTo>
                  <a:lnTo>
                    <a:pt x="527" y="90"/>
                  </a:lnTo>
                  <a:lnTo>
                    <a:pt x="530" y="91"/>
                  </a:lnTo>
                  <a:lnTo>
                    <a:pt x="534" y="91"/>
                  </a:lnTo>
                  <a:lnTo>
                    <a:pt x="536" y="93"/>
                  </a:lnTo>
                  <a:lnTo>
                    <a:pt x="538" y="94"/>
                  </a:lnTo>
                  <a:lnTo>
                    <a:pt x="540" y="97"/>
                  </a:lnTo>
                  <a:lnTo>
                    <a:pt x="541" y="100"/>
                  </a:lnTo>
                  <a:lnTo>
                    <a:pt x="542" y="102"/>
                  </a:lnTo>
                  <a:lnTo>
                    <a:pt x="542" y="105"/>
                  </a:lnTo>
                  <a:lnTo>
                    <a:pt x="542" y="286"/>
                  </a:lnTo>
                  <a:close/>
                  <a:moveTo>
                    <a:pt x="527" y="422"/>
                  </a:moveTo>
                  <a:lnTo>
                    <a:pt x="467" y="422"/>
                  </a:lnTo>
                  <a:lnTo>
                    <a:pt x="464" y="422"/>
                  </a:lnTo>
                  <a:lnTo>
                    <a:pt x="462" y="420"/>
                  </a:lnTo>
                  <a:lnTo>
                    <a:pt x="458" y="419"/>
                  </a:lnTo>
                  <a:lnTo>
                    <a:pt x="456" y="417"/>
                  </a:lnTo>
                  <a:lnTo>
                    <a:pt x="454" y="415"/>
                  </a:lnTo>
                  <a:lnTo>
                    <a:pt x="453" y="412"/>
                  </a:lnTo>
                  <a:lnTo>
                    <a:pt x="452" y="410"/>
                  </a:lnTo>
                  <a:lnTo>
                    <a:pt x="452" y="407"/>
                  </a:lnTo>
                  <a:lnTo>
                    <a:pt x="452" y="403"/>
                  </a:lnTo>
                  <a:lnTo>
                    <a:pt x="453" y="401"/>
                  </a:lnTo>
                  <a:lnTo>
                    <a:pt x="454" y="398"/>
                  </a:lnTo>
                  <a:lnTo>
                    <a:pt x="456" y="396"/>
                  </a:lnTo>
                  <a:lnTo>
                    <a:pt x="458" y="394"/>
                  </a:lnTo>
                  <a:lnTo>
                    <a:pt x="462" y="393"/>
                  </a:lnTo>
                  <a:lnTo>
                    <a:pt x="464" y="392"/>
                  </a:lnTo>
                  <a:lnTo>
                    <a:pt x="467" y="392"/>
                  </a:lnTo>
                  <a:lnTo>
                    <a:pt x="527" y="392"/>
                  </a:lnTo>
                  <a:lnTo>
                    <a:pt x="530" y="392"/>
                  </a:lnTo>
                  <a:lnTo>
                    <a:pt x="534" y="393"/>
                  </a:lnTo>
                  <a:lnTo>
                    <a:pt x="536" y="394"/>
                  </a:lnTo>
                  <a:lnTo>
                    <a:pt x="538" y="396"/>
                  </a:lnTo>
                  <a:lnTo>
                    <a:pt x="540" y="398"/>
                  </a:lnTo>
                  <a:lnTo>
                    <a:pt x="541" y="401"/>
                  </a:lnTo>
                  <a:lnTo>
                    <a:pt x="542" y="403"/>
                  </a:lnTo>
                  <a:lnTo>
                    <a:pt x="542" y="407"/>
                  </a:lnTo>
                  <a:lnTo>
                    <a:pt x="542" y="410"/>
                  </a:lnTo>
                  <a:lnTo>
                    <a:pt x="541" y="412"/>
                  </a:lnTo>
                  <a:lnTo>
                    <a:pt x="540" y="415"/>
                  </a:lnTo>
                  <a:lnTo>
                    <a:pt x="538" y="417"/>
                  </a:lnTo>
                  <a:lnTo>
                    <a:pt x="536" y="419"/>
                  </a:lnTo>
                  <a:lnTo>
                    <a:pt x="534" y="420"/>
                  </a:lnTo>
                  <a:lnTo>
                    <a:pt x="530" y="422"/>
                  </a:lnTo>
                  <a:lnTo>
                    <a:pt x="527" y="422"/>
                  </a:lnTo>
                  <a:lnTo>
                    <a:pt x="527" y="422"/>
                  </a:lnTo>
                  <a:close/>
                  <a:moveTo>
                    <a:pt x="527" y="542"/>
                  </a:moveTo>
                  <a:lnTo>
                    <a:pt x="467" y="542"/>
                  </a:lnTo>
                  <a:lnTo>
                    <a:pt x="464" y="542"/>
                  </a:lnTo>
                  <a:lnTo>
                    <a:pt x="462" y="541"/>
                  </a:lnTo>
                  <a:lnTo>
                    <a:pt x="458" y="540"/>
                  </a:lnTo>
                  <a:lnTo>
                    <a:pt x="456" y="537"/>
                  </a:lnTo>
                  <a:lnTo>
                    <a:pt x="454" y="535"/>
                  </a:lnTo>
                  <a:lnTo>
                    <a:pt x="453" y="533"/>
                  </a:lnTo>
                  <a:lnTo>
                    <a:pt x="452" y="530"/>
                  </a:lnTo>
                  <a:lnTo>
                    <a:pt x="452" y="527"/>
                  </a:lnTo>
                  <a:lnTo>
                    <a:pt x="452" y="523"/>
                  </a:lnTo>
                  <a:lnTo>
                    <a:pt x="453" y="521"/>
                  </a:lnTo>
                  <a:lnTo>
                    <a:pt x="454" y="518"/>
                  </a:lnTo>
                  <a:lnTo>
                    <a:pt x="456" y="516"/>
                  </a:lnTo>
                  <a:lnTo>
                    <a:pt x="458" y="515"/>
                  </a:lnTo>
                  <a:lnTo>
                    <a:pt x="462" y="513"/>
                  </a:lnTo>
                  <a:lnTo>
                    <a:pt x="464" y="513"/>
                  </a:lnTo>
                  <a:lnTo>
                    <a:pt x="467" y="512"/>
                  </a:lnTo>
                  <a:lnTo>
                    <a:pt x="527" y="512"/>
                  </a:lnTo>
                  <a:lnTo>
                    <a:pt x="530" y="513"/>
                  </a:lnTo>
                  <a:lnTo>
                    <a:pt x="534" y="513"/>
                  </a:lnTo>
                  <a:lnTo>
                    <a:pt x="536" y="515"/>
                  </a:lnTo>
                  <a:lnTo>
                    <a:pt x="538" y="516"/>
                  </a:lnTo>
                  <a:lnTo>
                    <a:pt x="540" y="518"/>
                  </a:lnTo>
                  <a:lnTo>
                    <a:pt x="541" y="521"/>
                  </a:lnTo>
                  <a:lnTo>
                    <a:pt x="542" y="523"/>
                  </a:lnTo>
                  <a:lnTo>
                    <a:pt x="542" y="527"/>
                  </a:lnTo>
                  <a:lnTo>
                    <a:pt x="542" y="530"/>
                  </a:lnTo>
                  <a:lnTo>
                    <a:pt x="541" y="533"/>
                  </a:lnTo>
                  <a:lnTo>
                    <a:pt x="540" y="535"/>
                  </a:lnTo>
                  <a:lnTo>
                    <a:pt x="538" y="537"/>
                  </a:lnTo>
                  <a:lnTo>
                    <a:pt x="536" y="540"/>
                  </a:lnTo>
                  <a:lnTo>
                    <a:pt x="534" y="541"/>
                  </a:lnTo>
                  <a:lnTo>
                    <a:pt x="530" y="542"/>
                  </a:lnTo>
                  <a:lnTo>
                    <a:pt x="527" y="542"/>
                  </a:lnTo>
                  <a:lnTo>
                    <a:pt x="527" y="542"/>
                  </a:lnTo>
                  <a:close/>
                  <a:moveTo>
                    <a:pt x="527" y="663"/>
                  </a:moveTo>
                  <a:lnTo>
                    <a:pt x="467" y="663"/>
                  </a:lnTo>
                  <a:lnTo>
                    <a:pt x="464" y="662"/>
                  </a:lnTo>
                  <a:lnTo>
                    <a:pt x="462" y="661"/>
                  </a:lnTo>
                  <a:lnTo>
                    <a:pt x="458" y="660"/>
                  </a:lnTo>
                  <a:lnTo>
                    <a:pt x="456" y="658"/>
                  </a:lnTo>
                  <a:lnTo>
                    <a:pt x="454" y="655"/>
                  </a:lnTo>
                  <a:lnTo>
                    <a:pt x="453" y="653"/>
                  </a:lnTo>
                  <a:lnTo>
                    <a:pt x="452" y="650"/>
                  </a:lnTo>
                  <a:lnTo>
                    <a:pt x="452" y="648"/>
                  </a:lnTo>
                  <a:lnTo>
                    <a:pt x="452" y="645"/>
                  </a:lnTo>
                  <a:lnTo>
                    <a:pt x="453" y="641"/>
                  </a:lnTo>
                  <a:lnTo>
                    <a:pt x="454" y="639"/>
                  </a:lnTo>
                  <a:lnTo>
                    <a:pt x="456" y="637"/>
                  </a:lnTo>
                  <a:lnTo>
                    <a:pt x="458" y="635"/>
                  </a:lnTo>
                  <a:lnTo>
                    <a:pt x="462" y="634"/>
                  </a:lnTo>
                  <a:lnTo>
                    <a:pt x="464" y="633"/>
                  </a:lnTo>
                  <a:lnTo>
                    <a:pt x="467" y="633"/>
                  </a:lnTo>
                  <a:lnTo>
                    <a:pt x="527" y="633"/>
                  </a:lnTo>
                  <a:lnTo>
                    <a:pt x="530" y="633"/>
                  </a:lnTo>
                  <a:lnTo>
                    <a:pt x="534" y="634"/>
                  </a:lnTo>
                  <a:lnTo>
                    <a:pt x="536" y="635"/>
                  </a:lnTo>
                  <a:lnTo>
                    <a:pt x="538" y="637"/>
                  </a:lnTo>
                  <a:lnTo>
                    <a:pt x="540" y="639"/>
                  </a:lnTo>
                  <a:lnTo>
                    <a:pt x="541" y="641"/>
                  </a:lnTo>
                  <a:lnTo>
                    <a:pt x="542" y="645"/>
                  </a:lnTo>
                  <a:lnTo>
                    <a:pt x="542" y="648"/>
                  </a:lnTo>
                  <a:lnTo>
                    <a:pt x="542" y="650"/>
                  </a:lnTo>
                  <a:lnTo>
                    <a:pt x="541" y="653"/>
                  </a:lnTo>
                  <a:lnTo>
                    <a:pt x="540" y="655"/>
                  </a:lnTo>
                  <a:lnTo>
                    <a:pt x="538" y="658"/>
                  </a:lnTo>
                  <a:lnTo>
                    <a:pt x="536" y="660"/>
                  </a:lnTo>
                  <a:lnTo>
                    <a:pt x="534" y="662"/>
                  </a:lnTo>
                  <a:lnTo>
                    <a:pt x="530" y="662"/>
                  </a:lnTo>
                  <a:lnTo>
                    <a:pt x="527" y="663"/>
                  </a:lnTo>
                  <a:lnTo>
                    <a:pt x="527" y="663"/>
                  </a:lnTo>
                  <a:close/>
                  <a:moveTo>
                    <a:pt x="347" y="633"/>
                  </a:moveTo>
                  <a:lnTo>
                    <a:pt x="407" y="633"/>
                  </a:lnTo>
                  <a:lnTo>
                    <a:pt x="410" y="633"/>
                  </a:lnTo>
                  <a:lnTo>
                    <a:pt x="412" y="634"/>
                  </a:lnTo>
                  <a:lnTo>
                    <a:pt x="416" y="635"/>
                  </a:lnTo>
                  <a:lnTo>
                    <a:pt x="418" y="637"/>
                  </a:lnTo>
                  <a:lnTo>
                    <a:pt x="420" y="639"/>
                  </a:lnTo>
                  <a:lnTo>
                    <a:pt x="421" y="641"/>
                  </a:lnTo>
                  <a:lnTo>
                    <a:pt x="422" y="645"/>
                  </a:lnTo>
                  <a:lnTo>
                    <a:pt x="422" y="648"/>
                  </a:lnTo>
                  <a:lnTo>
                    <a:pt x="422" y="650"/>
                  </a:lnTo>
                  <a:lnTo>
                    <a:pt x="421" y="653"/>
                  </a:lnTo>
                  <a:lnTo>
                    <a:pt x="420" y="655"/>
                  </a:lnTo>
                  <a:lnTo>
                    <a:pt x="418" y="658"/>
                  </a:lnTo>
                  <a:lnTo>
                    <a:pt x="416" y="660"/>
                  </a:lnTo>
                  <a:lnTo>
                    <a:pt x="412" y="662"/>
                  </a:lnTo>
                  <a:lnTo>
                    <a:pt x="410" y="662"/>
                  </a:lnTo>
                  <a:lnTo>
                    <a:pt x="407" y="663"/>
                  </a:lnTo>
                  <a:lnTo>
                    <a:pt x="347" y="663"/>
                  </a:lnTo>
                  <a:lnTo>
                    <a:pt x="344" y="662"/>
                  </a:lnTo>
                  <a:lnTo>
                    <a:pt x="340" y="661"/>
                  </a:lnTo>
                  <a:lnTo>
                    <a:pt x="338" y="660"/>
                  </a:lnTo>
                  <a:lnTo>
                    <a:pt x="336" y="658"/>
                  </a:lnTo>
                  <a:lnTo>
                    <a:pt x="334" y="655"/>
                  </a:lnTo>
                  <a:lnTo>
                    <a:pt x="333" y="653"/>
                  </a:lnTo>
                  <a:lnTo>
                    <a:pt x="332" y="650"/>
                  </a:lnTo>
                  <a:lnTo>
                    <a:pt x="332" y="648"/>
                  </a:lnTo>
                  <a:lnTo>
                    <a:pt x="332" y="645"/>
                  </a:lnTo>
                  <a:lnTo>
                    <a:pt x="333" y="641"/>
                  </a:lnTo>
                  <a:lnTo>
                    <a:pt x="334" y="639"/>
                  </a:lnTo>
                  <a:lnTo>
                    <a:pt x="336" y="637"/>
                  </a:lnTo>
                  <a:lnTo>
                    <a:pt x="338" y="635"/>
                  </a:lnTo>
                  <a:lnTo>
                    <a:pt x="340" y="634"/>
                  </a:lnTo>
                  <a:lnTo>
                    <a:pt x="344" y="633"/>
                  </a:lnTo>
                  <a:lnTo>
                    <a:pt x="347" y="633"/>
                  </a:lnTo>
                  <a:close/>
                  <a:moveTo>
                    <a:pt x="332" y="407"/>
                  </a:moveTo>
                  <a:lnTo>
                    <a:pt x="332" y="403"/>
                  </a:lnTo>
                  <a:lnTo>
                    <a:pt x="333" y="401"/>
                  </a:lnTo>
                  <a:lnTo>
                    <a:pt x="334" y="398"/>
                  </a:lnTo>
                  <a:lnTo>
                    <a:pt x="336" y="396"/>
                  </a:lnTo>
                  <a:lnTo>
                    <a:pt x="338" y="394"/>
                  </a:lnTo>
                  <a:lnTo>
                    <a:pt x="340" y="393"/>
                  </a:lnTo>
                  <a:lnTo>
                    <a:pt x="344" y="392"/>
                  </a:lnTo>
                  <a:lnTo>
                    <a:pt x="347" y="392"/>
                  </a:lnTo>
                  <a:lnTo>
                    <a:pt x="407" y="392"/>
                  </a:lnTo>
                  <a:lnTo>
                    <a:pt x="410" y="392"/>
                  </a:lnTo>
                  <a:lnTo>
                    <a:pt x="412" y="393"/>
                  </a:lnTo>
                  <a:lnTo>
                    <a:pt x="416" y="394"/>
                  </a:lnTo>
                  <a:lnTo>
                    <a:pt x="418" y="396"/>
                  </a:lnTo>
                  <a:lnTo>
                    <a:pt x="420" y="398"/>
                  </a:lnTo>
                  <a:lnTo>
                    <a:pt x="421" y="401"/>
                  </a:lnTo>
                  <a:lnTo>
                    <a:pt x="422" y="403"/>
                  </a:lnTo>
                  <a:lnTo>
                    <a:pt x="422" y="407"/>
                  </a:lnTo>
                  <a:lnTo>
                    <a:pt x="422" y="410"/>
                  </a:lnTo>
                  <a:lnTo>
                    <a:pt x="421" y="412"/>
                  </a:lnTo>
                  <a:lnTo>
                    <a:pt x="420" y="415"/>
                  </a:lnTo>
                  <a:lnTo>
                    <a:pt x="418" y="417"/>
                  </a:lnTo>
                  <a:lnTo>
                    <a:pt x="416" y="419"/>
                  </a:lnTo>
                  <a:lnTo>
                    <a:pt x="412" y="420"/>
                  </a:lnTo>
                  <a:lnTo>
                    <a:pt x="410" y="422"/>
                  </a:lnTo>
                  <a:lnTo>
                    <a:pt x="407" y="422"/>
                  </a:lnTo>
                  <a:lnTo>
                    <a:pt x="347" y="422"/>
                  </a:lnTo>
                  <a:lnTo>
                    <a:pt x="344" y="422"/>
                  </a:lnTo>
                  <a:lnTo>
                    <a:pt x="340" y="420"/>
                  </a:lnTo>
                  <a:lnTo>
                    <a:pt x="338" y="419"/>
                  </a:lnTo>
                  <a:lnTo>
                    <a:pt x="336" y="417"/>
                  </a:lnTo>
                  <a:lnTo>
                    <a:pt x="334" y="415"/>
                  </a:lnTo>
                  <a:lnTo>
                    <a:pt x="333" y="412"/>
                  </a:lnTo>
                  <a:lnTo>
                    <a:pt x="332" y="410"/>
                  </a:lnTo>
                  <a:lnTo>
                    <a:pt x="332" y="407"/>
                  </a:lnTo>
                  <a:lnTo>
                    <a:pt x="332" y="407"/>
                  </a:lnTo>
                  <a:close/>
                  <a:moveTo>
                    <a:pt x="347" y="512"/>
                  </a:moveTo>
                  <a:lnTo>
                    <a:pt x="407" y="512"/>
                  </a:lnTo>
                  <a:lnTo>
                    <a:pt x="410" y="513"/>
                  </a:lnTo>
                  <a:lnTo>
                    <a:pt x="412" y="513"/>
                  </a:lnTo>
                  <a:lnTo>
                    <a:pt x="416" y="515"/>
                  </a:lnTo>
                  <a:lnTo>
                    <a:pt x="418" y="516"/>
                  </a:lnTo>
                  <a:lnTo>
                    <a:pt x="420" y="518"/>
                  </a:lnTo>
                  <a:lnTo>
                    <a:pt x="421" y="521"/>
                  </a:lnTo>
                  <a:lnTo>
                    <a:pt x="422" y="523"/>
                  </a:lnTo>
                  <a:lnTo>
                    <a:pt x="422" y="527"/>
                  </a:lnTo>
                  <a:lnTo>
                    <a:pt x="422" y="530"/>
                  </a:lnTo>
                  <a:lnTo>
                    <a:pt x="421" y="533"/>
                  </a:lnTo>
                  <a:lnTo>
                    <a:pt x="420" y="535"/>
                  </a:lnTo>
                  <a:lnTo>
                    <a:pt x="418" y="537"/>
                  </a:lnTo>
                  <a:lnTo>
                    <a:pt x="416" y="540"/>
                  </a:lnTo>
                  <a:lnTo>
                    <a:pt x="412" y="541"/>
                  </a:lnTo>
                  <a:lnTo>
                    <a:pt x="410" y="542"/>
                  </a:lnTo>
                  <a:lnTo>
                    <a:pt x="407" y="542"/>
                  </a:lnTo>
                  <a:lnTo>
                    <a:pt x="347" y="542"/>
                  </a:lnTo>
                  <a:lnTo>
                    <a:pt x="344" y="542"/>
                  </a:lnTo>
                  <a:lnTo>
                    <a:pt x="340" y="541"/>
                  </a:lnTo>
                  <a:lnTo>
                    <a:pt x="338" y="540"/>
                  </a:lnTo>
                  <a:lnTo>
                    <a:pt x="336" y="537"/>
                  </a:lnTo>
                  <a:lnTo>
                    <a:pt x="334" y="535"/>
                  </a:lnTo>
                  <a:lnTo>
                    <a:pt x="333" y="533"/>
                  </a:lnTo>
                  <a:lnTo>
                    <a:pt x="332" y="530"/>
                  </a:lnTo>
                  <a:lnTo>
                    <a:pt x="332" y="527"/>
                  </a:lnTo>
                  <a:lnTo>
                    <a:pt x="332" y="523"/>
                  </a:lnTo>
                  <a:lnTo>
                    <a:pt x="333" y="521"/>
                  </a:lnTo>
                  <a:lnTo>
                    <a:pt x="334" y="518"/>
                  </a:lnTo>
                  <a:lnTo>
                    <a:pt x="336" y="516"/>
                  </a:lnTo>
                  <a:lnTo>
                    <a:pt x="338" y="515"/>
                  </a:lnTo>
                  <a:lnTo>
                    <a:pt x="340" y="513"/>
                  </a:lnTo>
                  <a:lnTo>
                    <a:pt x="344" y="513"/>
                  </a:lnTo>
                  <a:lnTo>
                    <a:pt x="347" y="512"/>
                  </a:lnTo>
                  <a:close/>
                  <a:moveTo>
                    <a:pt x="527" y="783"/>
                  </a:moveTo>
                  <a:lnTo>
                    <a:pt x="347" y="783"/>
                  </a:lnTo>
                  <a:lnTo>
                    <a:pt x="344" y="783"/>
                  </a:lnTo>
                  <a:lnTo>
                    <a:pt x="340" y="782"/>
                  </a:lnTo>
                  <a:lnTo>
                    <a:pt x="338" y="780"/>
                  </a:lnTo>
                  <a:lnTo>
                    <a:pt x="336" y="779"/>
                  </a:lnTo>
                  <a:lnTo>
                    <a:pt x="334" y="777"/>
                  </a:lnTo>
                  <a:lnTo>
                    <a:pt x="333" y="773"/>
                  </a:lnTo>
                  <a:lnTo>
                    <a:pt x="332" y="771"/>
                  </a:lnTo>
                  <a:lnTo>
                    <a:pt x="332" y="768"/>
                  </a:lnTo>
                  <a:lnTo>
                    <a:pt x="332" y="765"/>
                  </a:lnTo>
                  <a:lnTo>
                    <a:pt x="333" y="762"/>
                  </a:lnTo>
                  <a:lnTo>
                    <a:pt x="334" y="759"/>
                  </a:lnTo>
                  <a:lnTo>
                    <a:pt x="336" y="757"/>
                  </a:lnTo>
                  <a:lnTo>
                    <a:pt x="338" y="755"/>
                  </a:lnTo>
                  <a:lnTo>
                    <a:pt x="340" y="754"/>
                  </a:lnTo>
                  <a:lnTo>
                    <a:pt x="344" y="753"/>
                  </a:lnTo>
                  <a:lnTo>
                    <a:pt x="347" y="753"/>
                  </a:lnTo>
                  <a:lnTo>
                    <a:pt x="527" y="753"/>
                  </a:lnTo>
                  <a:lnTo>
                    <a:pt x="530" y="753"/>
                  </a:lnTo>
                  <a:lnTo>
                    <a:pt x="534" y="754"/>
                  </a:lnTo>
                  <a:lnTo>
                    <a:pt x="536" y="755"/>
                  </a:lnTo>
                  <a:lnTo>
                    <a:pt x="538" y="757"/>
                  </a:lnTo>
                  <a:lnTo>
                    <a:pt x="540" y="759"/>
                  </a:lnTo>
                  <a:lnTo>
                    <a:pt x="541" y="762"/>
                  </a:lnTo>
                  <a:lnTo>
                    <a:pt x="542" y="765"/>
                  </a:lnTo>
                  <a:lnTo>
                    <a:pt x="542" y="768"/>
                  </a:lnTo>
                  <a:lnTo>
                    <a:pt x="542" y="771"/>
                  </a:lnTo>
                  <a:lnTo>
                    <a:pt x="541" y="773"/>
                  </a:lnTo>
                  <a:lnTo>
                    <a:pt x="540" y="777"/>
                  </a:lnTo>
                  <a:lnTo>
                    <a:pt x="538" y="779"/>
                  </a:lnTo>
                  <a:lnTo>
                    <a:pt x="536" y="780"/>
                  </a:lnTo>
                  <a:lnTo>
                    <a:pt x="534" y="782"/>
                  </a:lnTo>
                  <a:lnTo>
                    <a:pt x="530" y="783"/>
                  </a:lnTo>
                  <a:lnTo>
                    <a:pt x="527" y="783"/>
                  </a:lnTo>
                  <a:close/>
                  <a:moveTo>
                    <a:pt x="287" y="422"/>
                  </a:moveTo>
                  <a:lnTo>
                    <a:pt x="227" y="422"/>
                  </a:lnTo>
                  <a:lnTo>
                    <a:pt x="224" y="422"/>
                  </a:lnTo>
                  <a:lnTo>
                    <a:pt x="220" y="420"/>
                  </a:lnTo>
                  <a:lnTo>
                    <a:pt x="218" y="419"/>
                  </a:lnTo>
                  <a:lnTo>
                    <a:pt x="216" y="417"/>
                  </a:lnTo>
                  <a:lnTo>
                    <a:pt x="214" y="415"/>
                  </a:lnTo>
                  <a:lnTo>
                    <a:pt x="213" y="412"/>
                  </a:lnTo>
                  <a:lnTo>
                    <a:pt x="212" y="410"/>
                  </a:lnTo>
                  <a:lnTo>
                    <a:pt x="211" y="407"/>
                  </a:lnTo>
                  <a:lnTo>
                    <a:pt x="212" y="403"/>
                  </a:lnTo>
                  <a:lnTo>
                    <a:pt x="213" y="401"/>
                  </a:lnTo>
                  <a:lnTo>
                    <a:pt x="214" y="398"/>
                  </a:lnTo>
                  <a:lnTo>
                    <a:pt x="216" y="396"/>
                  </a:lnTo>
                  <a:lnTo>
                    <a:pt x="218" y="394"/>
                  </a:lnTo>
                  <a:lnTo>
                    <a:pt x="220" y="393"/>
                  </a:lnTo>
                  <a:lnTo>
                    <a:pt x="224" y="392"/>
                  </a:lnTo>
                  <a:lnTo>
                    <a:pt x="227" y="392"/>
                  </a:lnTo>
                  <a:lnTo>
                    <a:pt x="287" y="392"/>
                  </a:lnTo>
                  <a:lnTo>
                    <a:pt x="289" y="392"/>
                  </a:lnTo>
                  <a:lnTo>
                    <a:pt x="292" y="393"/>
                  </a:lnTo>
                  <a:lnTo>
                    <a:pt x="294" y="394"/>
                  </a:lnTo>
                  <a:lnTo>
                    <a:pt x="298" y="396"/>
                  </a:lnTo>
                  <a:lnTo>
                    <a:pt x="299" y="398"/>
                  </a:lnTo>
                  <a:lnTo>
                    <a:pt x="301" y="401"/>
                  </a:lnTo>
                  <a:lnTo>
                    <a:pt x="301" y="403"/>
                  </a:lnTo>
                  <a:lnTo>
                    <a:pt x="302" y="407"/>
                  </a:lnTo>
                  <a:lnTo>
                    <a:pt x="301" y="410"/>
                  </a:lnTo>
                  <a:lnTo>
                    <a:pt x="301" y="412"/>
                  </a:lnTo>
                  <a:lnTo>
                    <a:pt x="299" y="415"/>
                  </a:lnTo>
                  <a:lnTo>
                    <a:pt x="298" y="417"/>
                  </a:lnTo>
                  <a:lnTo>
                    <a:pt x="294" y="419"/>
                  </a:lnTo>
                  <a:lnTo>
                    <a:pt x="292" y="420"/>
                  </a:lnTo>
                  <a:lnTo>
                    <a:pt x="289" y="422"/>
                  </a:lnTo>
                  <a:lnTo>
                    <a:pt x="287" y="422"/>
                  </a:lnTo>
                  <a:lnTo>
                    <a:pt x="287" y="422"/>
                  </a:lnTo>
                  <a:close/>
                  <a:moveTo>
                    <a:pt x="287" y="542"/>
                  </a:moveTo>
                  <a:lnTo>
                    <a:pt x="227" y="542"/>
                  </a:lnTo>
                  <a:lnTo>
                    <a:pt x="224" y="542"/>
                  </a:lnTo>
                  <a:lnTo>
                    <a:pt x="220" y="541"/>
                  </a:lnTo>
                  <a:lnTo>
                    <a:pt x="218" y="540"/>
                  </a:lnTo>
                  <a:lnTo>
                    <a:pt x="216" y="537"/>
                  </a:lnTo>
                  <a:lnTo>
                    <a:pt x="214" y="535"/>
                  </a:lnTo>
                  <a:lnTo>
                    <a:pt x="213" y="533"/>
                  </a:lnTo>
                  <a:lnTo>
                    <a:pt x="212" y="530"/>
                  </a:lnTo>
                  <a:lnTo>
                    <a:pt x="211" y="527"/>
                  </a:lnTo>
                  <a:lnTo>
                    <a:pt x="212" y="523"/>
                  </a:lnTo>
                  <a:lnTo>
                    <a:pt x="213" y="521"/>
                  </a:lnTo>
                  <a:lnTo>
                    <a:pt x="214" y="518"/>
                  </a:lnTo>
                  <a:lnTo>
                    <a:pt x="216" y="516"/>
                  </a:lnTo>
                  <a:lnTo>
                    <a:pt x="218" y="515"/>
                  </a:lnTo>
                  <a:lnTo>
                    <a:pt x="220" y="513"/>
                  </a:lnTo>
                  <a:lnTo>
                    <a:pt x="224" y="513"/>
                  </a:lnTo>
                  <a:lnTo>
                    <a:pt x="227" y="512"/>
                  </a:lnTo>
                  <a:lnTo>
                    <a:pt x="287" y="512"/>
                  </a:lnTo>
                  <a:lnTo>
                    <a:pt x="289" y="513"/>
                  </a:lnTo>
                  <a:lnTo>
                    <a:pt x="292" y="513"/>
                  </a:lnTo>
                  <a:lnTo>
                    <a:pt x="294" y="515"/>
                  </a:lnTo>
                  <a:lnTo>
                    <a:pt x="298" y="516"/>
                  </a:lnTo>
                  <a:lnTo>
                    <a:pt x="299" y="518"/>
                  </a:lnTo>
                  <a:lnTo>
                    <a:pt x="301" y="521"/>
                  </a:lnTo>
                  <a:lnTo>
                    <a:pt x="301" y="523"/>
                  </a:lnTo>
                  <a:lnTo>
                    <a:pt x="302" y="527"/>
                  </a:lnTo>
                  <a:lnTo>
                    <a:pt x="301" y="530"/>
                  </a:lnTo>
                  <a:lnTo>
                    <a:pt x="301" y="533"/>
                  </a:lnTo>
                  <a:lnTo>
                    <a:pt x="299" y="535"/>
                  </a:lnTo>
                  <a:lnTo>
                    <a:pt x="298" y="537"/>
                  </a:lnTo>
                  <a:lnTo>
                    <a:pt x="294" y="540"/>
                  </a:lnTo>
                  <a:lnTo>
                    <a:pt x="292" y="541"/>
                  </a:lnTo>
                  <a:lnTo>
                    <a:pt x="289" y="542"/>
                  </a:lnTo>
                  <a:lnTo>
                    <a:pt x="287" y="542"/>
                  </a:lnTo>
                  <a:lnTo>
                    <a:pt x="287" y="542"/>
                  </a:lnTo>
                  <a:close/>
                  <a:moveTo>
                    <a:pt x="287" y="663"/>
                  </a:moveTo>
                  <a:lnTo>
                    <a:pt x="227" y="663"/>
                  </a:lnTo>
                  <a:lnTo>
                    <a:pt x="224" y="662"/>
                  </a:lnTo>
                  <a:lnTo>
                    <a:pt x="220" y="661"/>
                  </a:lnTo>
                  <a:lnTo>
                    <a:pt x="218" y="660"/>
                  </a:lnTo>
                  <a:lnTo>
                    <a:pt x="216" y="658"/>
                  </a:lnTo>
                  <a:lnTo>
                    <a:pt x="214" y="655"/>
                  </a:lnTo>
                  <a:lnTo>
                    <a:pt x="213" y="653"/>
                  </a:lnTo>
                  <a:lnTo>
                    <a:pt x="212" y="650"/>
                  </a:lnTo>
                  <a:lnTo>
                    <a:pt x="211" y="648"/>
                  </a:lnTo>
                  <a:lnTo>
                    <a:pt x="212" y="645"/>
                  </a:lnTo>
                  <a:lnTo>
                    <a:pt x="213" y="641"/>
                  </a:lnTo>
                  <a:lnTo>
                    <a:pt x="214" y="639"/>
                  </a:lnTo>
                  <a:lnTo>
                    <a:pt x="216" y="637"/>
                  </a:lnTo>
                  <a:lnTo>
                    <a:pt x="218" y="635"/>
                  </a:lnTo>
                  <a:lnTo>
                    <a:pt x="220" y="634"/>
                  </a:lnTo>
                  <a:lnTo>
                    <a:pt x="224" y="633"/>
                  </a:lnTo>
                  <a:lnTo>
                    <a:pt x="227" y="633"/>
                  </a:lnTo>
                  <a:lnTo>
                    <a:pt x="287" y="633"/>
                  </a:lnTo>
                  <a:lnTo>
                    <a:pt x="289" y="633"/>
                  </a:lnTo>
                  <a:lnTo>
                    <a:pt x="292" y="634"/>
                  </a:lnTo>
                  <a:lnTo>
                    <a:pt x="294" y="635"/>
                  </a:lnTo>
                  <a:lnTo>
                    <a:pt x="298" y="637"/>
                  </a:lnTo>
                  <a:lnTo>
                    <a:pt x="299" y="639"/>
                  </a:lnTo>
                  <a:lnTo>
                    <a:pt x="301" y="641"/>
                  </a:lnTo>
                  <a:lnTo>
                    <a:pt x="301" y="645"/>
                  </a:lnTo>
                  <a:lnTo>
                    <a:pt x="302" y="648"/>
                  </a:lnTo>
                  <a:lnTo>
                    <a:pt x="301" y="650"/>
                  </a:lnTo>
                  <a:lnTo>
                    <a:pt x="301" y="653"/>
                  </a:lnTo>
                  <a:lnTo>
                    <a:pt x="299" y="655"/>
                  </a:lnTo>
                  <a:lnTo>
                    <a:pt x="298" y="658"/>
                  </a:lnTo>
                  <a:lnTo>
                    <a:pt x="294" y="660"/>
                  </a:lnTo>
                  <a:lnTo>
                    <a:pt x="292" y="662"/>
                  </a:lnTo>
                  <a:lnTo>
                    <a:pt x="289" y="662"/>
                  </a:lnTo>
                  <a:lnTo>
                    <a:pt x="287" y="663"/>
                  </a:lnTo>
                  <a:lnTo>
                    <a:pt x="287" y="663"/>
                  </a:lnTo>
                  <a:close/>
                  <a:moveTo>
                    <a:pt x="287" y="783"/>
                  </a:moveTo>
                  <a:lnTo>
                    <a:pt x="227" y="783"/>
                  </a:lnTo>
                  <a:lnTo>
                    <a:pt x="224" y="783"/>
                  </a:lnTo>
                  <a:lnTo>
                    <a:pt x="220" y="782"/>
                  </a:lnTo>
                  <a:lnTo>
                    <a:pt x="218" y="780"/>
                  </a:lnTo>
                  <a:lnTo>
                    <a:pt x="216" y="779"/>
                  </a:lnTo>
                  <a:lnTo>
                    <a:pt x="214" y="777"/>
                  </a:lnTo>
                  <a:lnTo>
                    <a:pt x="213" y="773"/>
                  </a:lnTo>
                  <a:lnTo>
                    <a:pt x="212" y="771"/>
                  </a:lnTo>
                  <a:lnTo>
                    <a:pt x="211" y="768"/>
                  </a:lnTo>
                  <a:lnTo>
                    <a:pt x="212" y="765"/>
                  </a:lnTo>
                  <a:lnTo>
                    <a:pt x="213" y="762"/>
                  </a:lnTo>
                  <a:lnTo>
                    <a:pt x="214" y="759"/>
                  </a:lnTo>
                  <a:lnTo>
                    <a:pt x="216" y="757"/>
                  </a:lnTo>
                  <a:lnTo>
                    <a:pt x="218" y="755"/>
                  </a:lnTo>
                  <a:lnTo>
                    <a:pt x="220" y="754"/>
                  </a:lnTo>
                  <a:lnTo>
                    <a:pt x="224" y="753"/>
                  </a:lnTo>
                  <a:lnTo>
                    <a:pt x="227" y="753"/>
                  </a:lnTo>
                  <a:lnTo>
                    <a:pt x="287" y="753"/>
                  </a:lnTo>
                  <a:lnTo>
                    <a:pt x="289" y="753"/>
                  </a:lnTo>
                  <a:lnTo>
                    <a:pt x="292" y="754"/>
                  </a:lnTo>
                  <a:lnTo>
                    <a:pt x="294" y="755"/>
                  </a:lnTo>
                  <a:lnTo>
                    <a:pt x="298" y="757"/>
                  </a:lnTo>
                  <a:lnTo>
                    <a:pt x="299" y="759"/>
                  </a:lnTo>
                  <a:lnTo>
                    <a:pt x="301" y="762"/>
                  </a:lnTo>
                  <a:lnTo>
                    <a:pt x="301" y="765"/>
                  </a:lnTo>
                  <a:lnTo>
                    <a:pt x="302" y="768"/>
                  </a:lnTo>
                  <a:lnTo>
                    <a:pt x="301" y="771"/>
                  </a:lnTo>
                  <a:lnTo>
                    <a:pt x="301" y="773"/>
                  </a:lnTo>
                  <a:lnTo>
                    <a:pt x="299" y="777"/>
                  </a:lnTo>
                  <a:lnTo>
                    <a:pt x="298" y="779"/>
                  </a:lnTo>
                  <a:lnTo>
                    <a:pt x="294" y="780"/>
                  </a:lnTo>
                  <a:lnTo>
                    <a:pt x="292" y="782"/>
                  </a:lnTo>
                  <a:lnTo>
                    <a:pt x="289" y="783"/>
                  </a:lnTo>
                  <a:lnTo>
                    <a:pt x="287" y="783"/>
                  </a:lnTo>
                  <a:close/>
                  <a:moveTo>
                    <a:pt x="166" y="422"/>
                  </a:moveTo>
                  <a:lnTo>
                    <a:pt x="106" y="422"/>
                  </a:lnTo>
                  <a:lnTo>
                    <a:pt x="102" y="422"/>
                  </a:lnTo>
                  <a:lnTo>
                    <a:pt x="100" y="420"/>
                  </a:lnTo>
                  <a:lnTo>
                    <a:pt x="97" y="419"/>
                  </a:lnTo>
                  <a:lnTo>
                    <a:pt x="95" y="417"/>
                  </a:lnTo>
                  <a:lnTo>
                    <a:pt x="94" y="415"/>
                  </a:lnTo>
                  <a:lnTo>
                    <a:pt x="92" y="412"/>
                  </a:lnTo>
                  <a:lnTo>
                    <a:pt x="91" y="410"/>
                  </a:lnTo>
                  <a:lnTo>
                    <a:pt x="91" y="407"/>
                  </a:lnTo>
                  <a:lnTo>
                    <a:pt x="91" y="403"/>
                  </a:lnTo>
                  <a:lnTo>
                    <a:pt x="92" y="401"/>
                  </a:lnTo>
                  <a:lnTo>
                    <a:pt x="94" y="398"/>
                  </a:lnTo>
                  <a:lnTo>
                    <a:pt x="95" y="396"/>
                  </a:lnTo>
                  <a:lnTo>
                    <a:pt x="97" y="394"/>
                  </a:lnTo>
                  <a:lnTo>
                    <a:pt x="100" y="393"/>
                  </a:lnTo>
                  <a:lnTo>
                    <a:pt x="102" y="392"/>
                  </a:lnTo>
                  <a:lnTo>
                    <a:pt x="106" y="392"/>
                  </a:lnTo>
                  <a:lnTo>
                    <a:pt x="166" y="392"/>
                  </a:lnTo>
                  <a:lnTo>
                    <a:pt x="169" y="392"/>
                  </a:lnTo>
                  <a:lnTo>
                    <a:pt x="172" y="393"/>
                  </a:lnTo>
                  <a:lnTo>
                    <a:pt x="174" y="394"/>
                  </a:lnTo>
                  <a:lnTo>
                    <a:pt x="176" y="396"/>
                  </a:lnTo>
                  <a:lnTo>
                    <a:pt x="179" y="398"/>
                  </a:lnTo>
                  <a:lnTo>
                    <a:pt x="180" y="401"/>
                  </a:lnTo>
                  <a:lnTo>
                    <a:pt x="181" y="403"/>
                  </a:lnTo>
                  <a:lnTo>
                    <a:pt x="181" y="407"/>
                  </a:lnTo>
                  <a:lnTo>
                    <a:pt x="181" y="410"/>
                  </a:lnTo>
                  <a:lnTo>
                    <a:pt x="180" y="412"/>
                  </a:lnTo>
                  <a:lnTo>
                    <a:pt x="179" y="415"/>
                  </a:lnTo>
                  <a:lnTo>
                    <a:pt x="176" y="417"/>
                  </a:lnTo>
                  <a:lnTo>
                    <a:pt x="174" y="419"/>
                  </a:lnTo>
                  <a:lnTo>
                    <a:pt x="172" y="420"/>
                  </a:lnTo>
                  <a:lnTo>
                    <a:pt x="169" y="422"/>
                  </a:lnTo>
                  <a:lnTo>
                    <a:pt x="166" y="422"/>
                  </a:lnTo>
                  <a:lnTo>
                    <a:pt x="166" y="422"/>
                  </a:lnTo>
                  <a:close/>
                  <a:moveTo>
                    <a:pt x="166" y="542"/>
                  </a:moveTo>
                  <a:lnTo>
                    <a:pt x="106" y="542"/>
                  </a:lnTo>
                  <a:lnTo>
                    <a:pt x="102" y="542"/>
                  </a:lnTo>
                  <a:lnTo>
                    <a:pt x="100" y="541"/>
                  </a:lnTo>
                  <a:lnTo>
                    <a:pt x="97" y="540"/>
                  </a:lnTo>
                  <a:lnTo>
                    <a:pt x="95" y="537"/>
                  </a:lnTo>
                  <a:lnTo>
                    <a:pt x="94" y="535"/>
                  </a:lnTo>
                  <a:lnTo>
                    <a:pt x="92" y="533"/>
                  </a:lnTo>
                  <a:lnTo>
                    <a:pt x="91" y="530"/>
                  </a:lnTo>
                  <a:lnTo>
                    <a:pt x="91" y="527"/>
                  </a:lnTo>
                  <a:lnTo>
                    <a:pt x="91" y="523"/>
                  </a:lnTo>
                  <a:lnTo>
                    <a:pt x="92" y="521"/>
                  </a:lnTo>
                  <a:lnTo>
                    <a:pt x="94" y="518"/>
                  </a:lnTo>
                  <a:lnTo>
                    <a:pt x="95" y="516"/>
                  </a:lnTo>
                  <a:lnTo>
                    <a:pt x="97" y="515"/>
                  </a:lnTo>
                  <a:lnTo>
                    <a:pt x="100" y="513"/>
                  </a:lnTo>
                  <a:lnTo>
                    <a:pt x="102" y="513"/>
                  </a:lnTo>
                  <a:lnTo>
                    <a:pt x="106" y="512"/>
                  </a:lnTo>
                  <a:lnTo>
                    <a:pt x="166" y="512"/>
                  </a:lnTo>
                  <a:lnTo>
                    <a:pt x="169" y="513"/>
                  </a:lnTo>
                  <a:lnTo>
                    <a:pt x="172" y="513"/>
                  </a:lnTo>
                  <a:lnTo>
                    <a:pt x="174" y="515"/>
                  </a:lnTo>
                  <a:lnTo>
                    <a:pt x="176" y="516"/>
                  </a:lnTo>
                  <a:lnTo>
                    <a:pt x="179" y="518"/>
                  </a:lnTo>
                  <a:lnTo>
                    <a:pt x="180" y="521"/>
                  </a:lnTo>
                  <a:lnTo>
                    <a:pt x="181" y="523"/>
                  </a:lnTo>
                  <a:lnTo>
                    <a:pt x="181" y="527"/>
                  </a:lnTo>
                  <a:lnTo>
                    <a:pt x="181" y="530"/>
                  </a:lnTo>
                  <a:lnTo>
                    <a:pt x="180" y="533"/>
                  </a:lnTo>
                  <a:lnTo>
                    <a:pt x="179" y="535"/>
                  </a:lnTo>
                  <a:lnTo>
                    <a:pt x="176" y="537"/>
                  </a:lnTo>
                  <a:lnTo>
                    <a:pt x="174" y="540"/>
                  </a:lnTo>
                  <a:lnTo>
                    <a:pt x="172" y="541"/>
                  </a:lnTo>
                  <a:lnTo>
                    <a:pt x="169" y="542"/>
                  </a:lnTo>
                  <a:lnTo>
                    <a:pt x="166" y="542"/>
                  </a:lnTo>
                  <a:lnTo>
                    <a:pt x="166" y="542"/>
                  </a:lnTo>
                  <a:close/>
                  <a:moveTo>
                    <a:pt x="166" y="663"/>
                  </a:moveTo>
                  <a:lnTo>
                    <a:pt x="106" y="663"/>
                  </a:lnTo>
                  <a:lnTo>
                    <a:pt x="102" y="662"/>
                  </a:lnTo>
                  <a:lnTo>
                    <a:pt x="100" y="661"/>
                  </a:lnTo>
                  <a:lnTo>
                    <a:pt x="97" y="660"/>
                  </a:lnTo>
                  <a:lnTo>
                    <a:pt x="95" y="658"/>
                  </a:lnTo>
                  <a:lnTo>
                    <a:pt x="94" y="655"/>
                  </a:lnTo>
                  <a:lnTo>
                    <a:pt x="92" y="653"/>
                  </a:lnTo>
                  <a:lnTo>
                    <a:pt x="91" y="650"/>
                  </a:lnTo>
                  <a:lnTo>
                    <a:pt x="91" y="648"/>
                  </a:lnTo>
                  <a:lnTo>
                    <a:pt x="91" y="645"/>
                  </a:lnTo>
                  <a:lnTo>
                    <a:pt x="92" y="641"/>
                  </a:lnTo>
                  <a:lnTo>
                    <a:pt x="94" y="639"/>
                  </a:lnTo>
                  <a:lnTo>
                    <a:pt x="95" y="637"/>
                  </a:lnTo>
                  <a:lnTo>
                    <a:pt x="97" y="635"/>
                  </a:lnTo>
                  <a:lnTo>
                    <a:pt x="100" y="634"/>
                  </a:lnTo>
                  <a:lnTo>
                    <a:pt x="102" y="633"/>
                  </a:lnTo>
                  <a:lnTo>
                    <a:pt x="106" y="633"/>
                  </a:lnTo>
                  <a:lnTo>
                    <a:pt x="166" y="633"/>
                  </a:lnTo>
                  <a:lnTo>
                    <a:pt x="169" y="633"/>
                  </a:lnTo>
                  <a:lnTo>
                    <a:pt x="172" y="634"/>
                  </a:lnTo>
                  <a:lnTo>
                    <a:pt x="174" y="635"/>
                  </a:lnTo>
                  <a:lnTo>
                    <a:pt x="176" y="637"/>
                  </a:lnTo>
                  <a:lnTo>
                    <a:pt x="179" y="639"/>
                  </a:lnTo>
                  <a:lnTo>
                    <a:pt x="180" y="641"/>
                  </a:lnTo>
                  <a:lnTo>
                    <a:pt x="181" y="645"/>
                  </a:lnTo>
                  <a:lnTo>
                    <a:pt x="181" y="648"/>
                  </a:lnTo>
                  <a:lnTo>
                    <a:pt x="181" y="650"/>
                  </a:lnTo>
                  <a:lnTo>
                    <a:pt x="180" y="653"/>
                  </a:lnTo>
                  <a:lnTo>
                    <a:pt x="179" y="655"/>
                  </a:lnTo>
                  <a:lnTo>
                    <a:pt x="176" y="658"/>
                  </a:lnTo>
                  <a:lnTo>
                    <a:pt x="174" y="660"/>
                  </a:lnTo>
                  <a:lnTo>
                    <a:pt x="172" y="662"/>
                  </a:lnTo>
                  <a:lnTo>
                    <a:pt x="169" y="662"/>
                  </a:lnTo>
                  <a:lnTo>
                    <a:pt x="166" y="663"/>
                  </a:lnTo>
                  <a:lnTo>
                    <a:pt x="166" y="663"/>
                  </a:lnTo>
                  <a:close/>
                  <a:moveTo>
                    <a:pt x="166" y="783"/>
                  </a:moveTo>
                  <a:lnTo>
                    <a:pt x="106" y="783"/>
                  </a:lnTo>
                  <a:lnTo>
                    <a:pt x="102" y="783"/>
                  </a:lnTo>
                  <a:lnTo>
                    <a:pt x="100" y="782"/>
                  </a:lnTo>
                  <a:lnTo>
                    <a:pt x="97" y="780"/>
                  </a:lnTo>
                  <a:lnTo>
                    <a:pt x="95" y="779"/>
                  </a:lnTo>
                  <a:lnTo>
                    <a:pt x="94" y="777"/>
                  </a:lnTo>
                  <a:lnTo>
                    <a:pt x="92" y="773"/>
                  </a:lnTo>
                  <a:lnTo>
                    <a:pt x="91" y="771"/>
                  </a:lnTo>
                  <a:lnTo>
                    <a:pt x="91" y="768"/>
                  </a:lnTo>
                  <a:lnTo>
                    <a:pt x="91" y="765"/>
                  </a:lnTo>
                  <a:lnTo>
                    <a:pt x="92" y="762"/>
                  </a:lnTo>
                  <a:lnTo>
                    <a:pt x="94" y="759"/>
                  </a:lnTo>
                  <a:lnTo>
                    <a:pt x="95" y="757"/>
                  </a:lnTo>
                  <a:lnTo>
                    <a:pt x="97" y="755"/>
                  </a:lnTo>
                  <a:lnTo>
                    <a:pt x="100" y="754"/>
                  </a:lnTo>
                  <a:lnTo>
                    <a:pt x="102" y="753"/>
                  </a:lnTo>
                  <a:lnTo>
                    <a:pt x="106" y="753"/>
                  </a:lnTo>
                  <a:lnTo>
                    <a:pt x="166" y="753"/>
                  </a:lnTo>
                  <a:lnTo>
                    <a:pt x="169" y="753"/>
                  </a:lnTo>
                  <a:lnTo>
                    <a:pt x="172" y="754"/>
                  </a:lnTo>
                  <a:lnTo>
                    <a:pt x="174" y="755"/>
                  </a:lnTo>
                  <a:lnTo>
                    <a:pt x="176" y="757"/>
                  </a:lnTo>
                  <a:lnTo>
                    <a:pt x="179" y="759"/>
                  </a:lnTo>
                  <a:lnTo>
                    <a:pt x="180" y="762"/>
                  </a:lnTo>
                  <a:lnTo>
                    <a:pt x="181" y="765"/>
                  </a:lnTo>
                  <a:lnTo>
                    <a:pt x="181" y="768"/>
                  </a:lnTo>
                  <a:lnTo>
                    <a:pt x="181" y="771"/>
                  </a:lnTo>
                  <a:lnTo>
                    <a:pt x="180" y="773"/>
                  </a:lnTo>
                  <a:lnTo>
                    <a:pt x="179" y="777"/>
                  </a:lnTo>
                  <a:lnTo>
                    <a:pt x="176" y="779"/>
                  </a:lnTo>
                  <a:lnTo>
                    <a:pt x="174" y="780"/>
                  </a:lnTo>
                  <a:lnTo>
                    <a:pt x="172" y="782"/>
                  </a:lnTo>
                  <a:lnTo>
                    <a:pt x="169" y="783"/>
                  </a:lnTo>
                  <a:lnTo>
                    <a:pt x="166" y="783"/>
                  </a:lnTo>
                  <a:close/>
                  <a:moveTo>
                    <a:pt x="587" y="0"/>
                  </a:moveTo>
                  <a:lnTo>
                    <a:pt x="46" y="0"/>
                  </a:lnTo>
                  <a:lnTo>
                    <a:pt x="37" y="1"/>
                  </a:lnTo>
                  <a:lnTo>
                    <a:pt x="28" y="3"/>
                  </a:lnTo>
                  <a:lnTo>
                    <a:pt x="21" y="8"/>
                  </a:lnTo>
                  <a:lnTo>
                    <a:pt x="13" y="13"/>
                  </a:lnTo>
                  <a:lnTo>
                    <a:pt x="8" y="20"/>
                  </a:lnTo>
                  <a:lnTo>
                    <a:pt x="4" y="28"/>
                  </a:lnTo>
                  <a:lnTo>
                    <a:pt x="2" y="36"/>
                  </a:lnTo>
                  <a:lnTo>
                    <a:pt x="0" y="45"/>
                  </a:lnTo>
                  <a:lnTo>
                    <a:pt x="0" y="858"/>
                  </a:lnTo>
                  <a:lnTo>
                    <a:pt x="2" y="868"/>
                  </a:lnTo>
                  <a:lnTo>
                    <a:pt x="4" y="875"/>
                  </a:lnTo>
                  <a:lnTo>
                    <a:pt x="8" y="884"/>
                  </a:lnTo>
                  <a:lnTo>
                    <a:pt x="13" y="890"/>
                  </a:lnTo>
                  <a:lnTo>
                    <a:pt x="21" y="896"/>
                  </a:lnTo>
                  <a:lnTo>
                    <a:pt x="28" y="900"/>
                  </a:lnTo>
                  <a:lnTo>
                    <a:pt x="37" y="902"/>
                  </a:lnTo>
                  <a:lnTo>
                    <a:pt x="46" y="903"/>
                  </a:lnTo>
                  <a:lnTo>
                    <a:pt x="587" y="903"/>
                  </a:lnTo>
                  <a:lnTo>
                    <a:pt x="597" y="902"/>
                  </a:lnTo>
                  <a:lnTo>
                    <a:pt x="605" y="900"/>
                  </a:lnTo>
                  <a:lnTo>
                    <a:pt x="613" y="896"/>
                  </a:lnTo>
                  <a:lnTo>
                    <a:pt x="619" y="890"/>
                  </a:lnTo>
                  <a:lnTo>
                    <a:pt x="625" y="884"/>
                  </a:lnTo>
                  <a:lnTo>
                    <a:pt x="629" y="875"/>
                  </a:lnTo>
                  <a:lnTo>
                    <a:pt x="632" y="868"/>
                  </a:lnTo>
                  <a:lnTo>
                    <a:pt x="632" y="858"/>
                  </a:lnTo>
                  <a:lnTo>
                    <a:pt x="632" y="45"/>
                  </a:lnTo>
                  <a:lnTo>
                    <a:pt x="632" y="36"/>
                  </a:lnTo>
                  <a:lnTo>
                    <a:pt x="629" y="28"/>
                  </a:lnTo>
                  <a:lnTo>
                    <a:pt x="625" y="20"/>
                  </a:lnTo>
                  <a:lnTo>
                    <a:pt x="619" y="13"/>
                  </a:lnTo>
                  <a:lnTo>
                    <a:pt x="613" y="8"/>
                  </a:lnTo>
                  <a:lnTo>
                    <a:pt x="605" y="3"/>
                  </a:lnTo>
                  <a:lnTo>
                    <a:pt x="597" y="1"/>
                  </a:lnTo>
                  <a:lnTo>
                    <a:pt x="587" y="0"/>
                  </a:lnTo>
                  <a:lnTo>
                    <a:pt x="58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18" name="Freeform 320">
              <a:extLst>
                <a:ext uri="{FF2B5EF4-FFF2-40B4-BE49-F238E27FC236}">
                  <a16:creationId xmlns:a16="http://schemas.microsoft.com/office/drawing/2014/main" id="{1DC58E44-053C-4367-8049-EE5A4B0C64CE}"/>
                </a:ext>
              </a:extLst>
            </p:cNvPr>
            <p:cNvSpPr>
              <a:spLocks/>
            </p:cNvSpPr>
            <p:nvPr/>
          </p:nvSpPr>
          <p:spPr bwMode="auto">
            <a:xfrm>
              <a:off x="2216150" y="819150"/>
              <a:ext cx="9525" cy="28575"/>
            </a:xfrm>
            <a:custGeom>
              <a:avLst/>
              <a:gdLst>
                <a:gd name="T0" fmla="*/ 15 w 30"/>
                <a:gd name="T1" fmla="*/ 0 h 91"/>
                <a:gd name="T2" fmla="*/ 12 w 30"/>
                <a:gd name="T3" fmla="*/ 1 h 91"/>
                <a:gd name="T4" fmla="*/ 10 w 30"/>
                <a:gd name="T5" fmla="*/ 1 h 91"/>
                <a:gd name="T6" fmla="*/ 6 w 30"/>
                <a:gd name="T7" fmla="*/ 3 h 91"/>
                <a:gd name="T8" fmla="*/ 4 w 30"/>
                <a:gd name="T9" fmla="*/ 4 h 91"/>
                <a:gd name="T10" fmla="*/ 2 w 30"/>
                <a:gd name="T11" fmla="*/ 8 h 91"/>
                <a:gd name="T12" fmla="*/ 1 w 30"/>
                <a:gd name="T13" fmla="*/ 10 h 91"/>
                <a:gd name="T14" fmla="*/ 0 w 30"/>
                <a:gd name="T15" fmla="*/ 13 h 91"/>
                <a:gd name="T16" fmla="*/ 0 w 30"/>
                <a:gd name="T17" fmla="*/ 15 h 91"/>
                <a:gd name="T18" fmla="*/ 0 w 30"/>
                <a:gd name="T19" fmla="*/ 76 h 91"/>
                <a:gd name="T20" fmla="*/ 0 w 30"/>
                <a:gd name="T21" fmla="*/ 78 h 91"/>
                <a:gd name="T22" fmla="*/ 1 w 30"/>
                <a:gd name="T23" fmla="*/ 82 h 91"/>
                <a:gd name="T24" fmla="*/ 2 w 30"/>
                <a:gd name="T25" fmla="*/ 84 h 91"/>
                <a:gd name="T26" fmla="*/ 4 w 30"/>
                <a:gd name="T27" fmla="*/ 86 h 91"/>
                <a:gd name="T28" fmla="*/ 6 w 30"/>
                <a:gd name="T29" fmla="*/ 88 h 91"/>
                <a:gd name="T30" fmla="*/ 10 w 30"/>
                <a:gd name="T31" fmla="*/ 90 h 91"/>
                <a:gd name="T32" fmla="*/ 12 w 30"/>
                <a:gd name="T33" fmla="*/ 90 h 91"/>
                <a:gd name="T34" fmla="*/ 15 w 30"/>
                <a:gd name="T35" fmla="*/ 91 h 91"/>
                <a:gd name="T36" fmla="*/ 18 w 30"/>
                <a:gd name="T37" fmla="*/ 90 h 91"/>
                <a:gd name="T38" fmla="*/ 21 w 30"/>
                <a:gd name="T39" fmla="*/ 90 h 91"/>
                <a:gd name="T40" fmla="*/ 24 w 30"/>
                <a:gd name="T41" fmla="*/ 88 h 91"/>
                <a:gd name="T42" fmla="*/ 26 w 30"/>
                <a:gd name="T43" fmla="*/ 87 h 91"/>
                <a:gd name="T44" fmla="*/ 28 w 30"/>
                <a:gd name="T45" fmla="*/ 84 h 91"/>
                <a:gd name="T46" fmla="*/ 29 w 30"/>
                <a:gd name="T47" fmla="*/ 82 h 91"/>
                <a:gd name="T48" fmla="*/ 30 w 30"/>
                <a:gd name="T49" fmla="*/ 78 h 91"/>
                <a:gd name="T50" fmla="*/ 30 w 30"/>
                <a:gd name="T51" fmla="*/ 76 h 91"/>
                <a:gd name="T52" fmla="*/ 30 w 30"/>
                <a:gd name="T53" fmla="*/ 15 h 91"/>
                <a:gd name="T54" fmla="*/ 30 w 30"/>
                <a:gd name="T55" fmla="*/ 13 h 91"/>
                <a:gd name="T56" fmla="*/ 29 w 30"/>
                <a:gd name="T57" fmla="*/ 10 h 91"/>
                <a:gd name="T58" fmla="*/ 28 w 30"/>
                <a:gd name="T59" fmla="*/ 8 h 91"/>
                <a:gd name="T60" fmla="*/ 26 w 30"/>
                <a:gd name="T61" fmla="*/ 6 h 91"/>
                <a:gd name="T62" fmla="*/ 24 w 30"/>
                <a:gd name="T63" fmla="*/ 3 h 91"/>
                <a:gd name="T64" fmla="*/ 21 w 30"/>
                <a:gd name="T65" fmla="*/ 2 h 91"/>
                <a:gd name="T66" fmla="*/ 18 w 30"/>
                <a:gd name="T67" fmla="*/ 1 h 91"/>
                <a:gd name="T68" fmla="*/ 15 w 30"/>
                <a:gd name="T69" fmla="*/ 0 h 91"/>
                <a:gd name="T70" fmla="*/ 15 w 30"/>
                <a:gd name="T7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 h="91">
                  <a:moveTo>
                    <a:pt x="15" y="0"/>
                  </a:moveTo>
                  <a:lnTo>
                    <a:pt x="12" y="1"/>
                  </a:lnTo>
                  <a:lnTo>
                    <a:pt x="10" y="1"/>
                  </a:lnTo>
                  <a:lnTo>
                    <a:pt x="6" y="3"/>
                  </a:lnTo>
                  <a:lnTo>
                    <a:pt x="4" y="4"/>
                  </a:lnTo>
                  <a:lnTo>
                    <a:pt x="2" y="8"/>
                  </a:lnTo>
                  <a:lnTo>
                    <a:pt x="1" y="10"/>
                  </a:lnTo>
                  <a:lnTo>
                    <a:pt x="0" y="13"/>
                  </a:lnTo>
                  <a:lnTo>
                    <a:pt x="0" y="15"/>
                  </a:lnTo>
                  <a:lnTo>
                    <a:pt x="0" y="76"/>
                  </a:lnTo>
                  <a:lnTo>
                    <a:pt x="0" y="78"/>
                  </a:lnTo>
                  <a:lnTo>
                    <a:pt x="1" y="82"/>
                  </a:lnTo>
                  <a:lnTo>
                    <a:pt x="2" y="84"/>
                  </a:lnTo>
                  <a:lnTo>
                    <a:pt x="4" y="86"/>
                  </a:lnTo>
                  <a:lnTo>
                    <a:pt x="6" y="88"/>
                  </a:lnTo>
                  <a:lnTo>
                    <a:pt x="10" y="90"/>
                  </a:lnTo>
                  <a:lnTo>
                    <a:pt x="12" y="90"/>
                  </a:lnTo>
                  <a:lnTo>
                    <a:pt x="15" y="91"/>
                  </a:lnTo>
                  <a:lnTo>
                    <a:pt x="18" y="90"/>
                  </a:lnTo>
                  <a:lnTo>
                    <a:pt x="21" y="90"/>
                  </a:lnTo>
                  <a:lnTo>
                    <a:pt x="24" y="88"/>
                  </a:lnTo>
                  <a:lnTo>
                    <a:pt x="26" y="87"/>
                  </a:lnTo>
                  <a:lnTo>
                    <a:pt x="28" y="84"/>
                  </a:lnTo>
                  <a:lnTo>
                    <a:pt x="29" y="82"/>
                  </a:lnTo>
                  <a:lnTo>
                    <a:pt x="30" y="78"/>
                  </a:lnTo>
                  <a:lnTo>
                    <a:pt x="30" y="76"/>
                  </a:lnTo>
                  <a:lnTo>
                    <a:pt x="30" y="15"/>
                  </a:lnTo>
                  <a:lnTo>
                    <a:pt x="30" y="13"/>
                  </a:lnTo>
                  <a:lnTo>
                    <a:pt x="29" y="10"/>
                  </a:lnTo>
                  <a:lnTo>
                    <a:pt x="28" y="8"/>
                  </a:lnTo>
                  <a:lnTo>
                    <a:pt x="26" y="6"/>
                  </a:lnTo>
                  <a:lnTo>
                    <a:pt x="24" y="3"/>
                  </a:lnTo>
                  <a:lnTo>
                    <a:pt x="21" y="2"/>
                  </a:lnTo>
                  <a:lnTo>
                    <a:pt x="18" y="1"/>
                  </a:lnTo>
                  <a:lnTo>
                    <a:pt x="15"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119" name="Group 118">
            <a:extLst>
              <a:ext uri="{FF2B5EF4-FFF2-40B4-BE49-F238E27FC236}">
                <a16:creationId xmlns:a16="http://schemas.microsoft.com/office/drawing/2014/main" id="{55386B80-4C9F-45FB-9682-0F6EBBFE50F1}"/>
              </a:ext>
            </a:extLst>
          </p:cNvPr>
          <p:cNvGrpSpPr/>
          <p:nvPr/>
        </p:nvGrpSpPr>
        <p:grpSpPr>
          <a:xfrm>
            <a:off x="973415" y="2950296"/>
            <a:ext cx="287338" cy="284163"/>
            <a:chOff x="2598738" y="1919288"/>
            <a:chExt cx="287338" cy="284163"/>
          </a:xfrm>
          <a:solidFill>
            <a:schemeClr val="bg1"/>
          </a:solidFill>
        </p:grpSpPr>
        <p:sp>
          <p:nvSpPr>
            <p:cNvPr id="120" name="Freeform 505">
              <a:extLst>
                <a:ext uri="{FF2B5EF4-FFF2-40B4-BE49-F238E27FC236}">
                  <a16:creationId xmlns:a16="http://schemas.microsoft.com/office/drawing/2014/main" id="{1D0442E8-35A6-4630-930A-A03CD46A399D}"/>
                </a:ext>
              </a:extLst>
            </p:cNvPr>
            <p:cNvSpPr>
              <a:spLocks noEditPoints="1"/>
            </p:cNvSpPr>
            <p:nvPr/>
          </p:nvSpPr>
          <p:spPr bwMode="auto">
            <a:xfrm>
              <a:off x="2598738" y="1982788"/>
              <a:ext cx="142875" cy="220663"/>
            </a:xfrm>
            <a:custGeom>
              <a:avLst/>
              <a:gdLst>
                <a:gd name="T0" fmla="*/ 121 w 452"/>
                <a:gd name="T1" fmla="*/ 172 h 695"/>
                <a:gd name="T2" fmla="*/ 122 w 452"/>
                <a:gd name="T3" fmla="*/ 169 h 695"/>
                <a:gd name="T4" fmla="*/ 123 w 452"/>
                <a:gd name="T5" fmla="*/ 166 h 695"/>
                <a:gd name="T6" fmla="*/ 125 w 452"/>
                <a:gd name="T7" fmla="*/ 163 h 695"/>
                <a:gd name="T8" fmla="*/ 127 w 452"/>
                <a:gd name="T9" fmla="*/ 160 h 695"/>
                <a:gd name="T10" fmla="*/ 131 w 452"/>
                <a:gd name="T11" fmla="*/ 158 h 695"/>
                <a:gd name="T12" fmla="*/ 134 w 452"/>
                <a:gd name="T13" fmla="*/ 157 h 695"/>
                <a:gd name="T14" fmla="*/ 138 w 452"/>
                <a:gd name="T15" fmla="*/ 158 h 695"/>
                <a:gd name="T16" fmla="*/ 142 w 452"/>
                <a:gd name="T17" fmla="*/ 159 h 695"/>
                <a:gd name="T18" fmla="*/ 352 w 452"/>
                <a:gd name="T19" fmla="*/ 250 h 695"/>
                <a:gd name="T20" fmla="*/ 357 w 452"/>
                <a:gd name="T21" fmla="*/ 252 h 695"/>
                <a:gd name="T22" fmla="*/ 359 w 452"/>
                <a:gd name="T23" fmla="*/ 255 h 695"/>
                <a:gd name="T24" fmla="*/ 361 w 452"/>
                <a:gd name="T25" fmla="*/ 259 h 695"/>
                <a:gd name="T26" fmla="*/ 362 w 452"/>
                <a:gd name="T27" fmla="*/ 263 h 695"/>
                <a:gd name="T28" fmla="*/ 362 w 452"/>
                <a:gd name="T29" fmla="*/ 459 h 695"/>
                <a:gd name="T30" fmla="*/ 361 w 452"/>
                <a:gd name="T31" fmla="*/ 463 h 695"/>
                <a:gd name="T32" fmla="*/ 360 w 452"/>
                <a:gd name="T33" fmla="*/ 466 h 695"/>
                <a:gd name="T34" fmla="*/ 358 w 452"/>
                <a:gd name="T35" fmla="*/ 469 h 695"/>
                <a:gd name="T36" fmla="*/ 354 w 452"/>
                <a:gd name="T37" fmla="*/ 472 h 695"/>
                <a:gd name="T38" fmla="*/ 351 w 452"/>
                <a:gd name="T39" fmla="*/ 474 h 695"/>
                <a:gd name="T40" fmla="*/ 347 w 452"/>
                <a:gd name="T41" fmla="*/ 474 h 695"/>
                <a:gd name="T42" fmla="*/ 344 w 452"/>
                <a:gd name="T43" fmla="*/ 474 h 695"/>
                <a:gd name="T44" fmla="*/ 340 w 452"/>
                <a:gd name="T45" fmla="*/ 473 h 695"/>
                <a:gd name="T46" fmla="*/ 130 w 452"/>
                <a:gd name="T47" fmla="*/ 383 h 695"/>
                <a:gd name="T48" fmla="*/ 126 w 452"/>
                <a:gd name="T49" fmla="*/ 380 h 695"/>
                <a:gd name="T50" fmla="*/ 123 w 452"/>
                <a:gd name="T51" fmla="*/ 377 h 695"/>
                <a:gd name="T52" fmla="*/ 122 w 452"/>
                <a:gd name="T53" fmla="*/ 373 h 695"/>
                <a:gd name="T54" fmla="*/ 121 w 452"/>
                <a:gd name="T55" fmla="*/ 369 h 695"/>
                <a:gd name="T56" fmla="*/ 121 w 452"/>
                <a:gd name="T57" fmla="*/ 172 h 695"/>
                <a:gd name="T58" fmla="*/ 0 w 452"/>
                <a:gd name="T59" fmla="*/ 474 h 695"/>
                <a:gd name="T60" fmla="*/ 0 w 452"/>
                <a:gd name="T61" fmla="*/ 478 h 695"/>
                <a:gd name="T62" fmla="*/ 3 w 452"/>
                <a:gd name="T63" fmla="*/ 482 h 695"/>
                <a:gd name="T64" fmla="*/ 6 w 452"/>
                <a:gd name="T65" fmla="*/ 485 h 695"/>
                <a:gd name="T66" fmla="*/ 9 w 452"/>
                <a:gd name="T67" fmla="*/ 488 h 695"/>
                <a:gd name="T68" fmla="*/ 452 w 452"/>
                <a:gd name="T69" fmla="*/ 695 h 695"/>
                <a:gd name="T70" fmla="*/ 452 w 452"/>
                <a:gd name="T71" fmla="*/ 685 h 695"/>
                <a:gd name="T72" fmla="*/ 452 w 452"/>
                <a:gd name="T73" fmla="*/ 661 h 695"/>
                <a:gd name="T74" fmla="*/ 452 w 452"/>
                <a:gd name="T75" fmla="*/ 198 h 695"/>
                <a:gd name="T76" fmla="*/ 452 w 452"/>
                <a:gd name="T77" fmla="*/ 198 h 695"/>
                <a:gd name="T78" fmla="*/ 0 w 452"/>
                <a:gd name="T79" fmla="*/ 0 h 695"/>
                <a:gd name="T80" fmla="*/ 0 w 452"/>
                <a:gd name="T81" fmla="*/ 474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2" h="695">
                  <a:moveTo>
                    <a:pt x="121" y="172"/>
                  </a:moveTo>
                  <a:lnTo>
                    <a:pt x="122" y="169"/>
                  </a:lnTo>
                  <a:lnTo>
                    <a:pt x="123" y="166"/>
                  </a:lnTo>
                  <a:lnTo>
                    <a:pt x="125" y="163"/>
                  </a:lnTo>
                  <a:lnTo>
                    <a:pt x="127" y="160"/>
                  </a:lnTo>
                  <a:lnTo>
                    <a:pt x="131" y="158"/>
                  </a:lnTo>
                  <a:lnTo>
                    <a:pt x="134" y="157"/>
                  </a:lnTo>
                  <a:lnTo>
                    <a:pt x="138" y="158"/>
                  </a:lnTo>
                  <a:lnTo>
                    <a:pt x="142" y="159"/>
                  </a:lnTo>
                  <a:lnTo>
                    <a:pt x="352" y="250"/>
                  </a:lnTo>
                  <a:lnTo>
                    <a:pt x="357" y="252"/>
                  </a:lnTo>
                  <a:lnTo>
                    <a:pt x="359" y="255"/>
                  </a:lnTo>
                  <a:lnTo>
                    <a:pt x="361" y="259"/>
                  </a:lnTo>
                  <a:lnTo>
                    <a:pt x="362" y="263"/>
                  </a:lnTo>
                  <a:lnTo>
                    <a:pt x="362" y="459"/>
                  </a:lnTo>
                  <a:lnTo>
                    <a:pt x="361" y="463"/>
                  </a:lnTo>
                  <a:lnTo>
                    <a:pt x="360" y="466"/>
                  </a:lnTo>
                  <a:lnTo>
                    <a:pt x="358" y="469"/>
                  </a:lnTo>
                  <a:lnTo>
                    <a:pt x="354" y="472"/>
                  </a:lnTo>
                  <a:lnTo>
                    <a:pt x="351" y="474"/>
                  </a:lnTo>
                  <a:lnTo>
                    <a:pt x="347" y="474"/>
                  </a:lnTo>
                  <a:lnTo>
                    <a:pt x="344" y="474"/>
                  </a:lnTo>
                  <a:lnTo>
                    <a:pt x="340" y="473"/>
                  </a:lnTo>
                  <a:lnTo>
                    <a:pt x="130" y="383"/>
                  </a:lnTo>
                  <a:lnTo>
                    <a:pt x="126" y="380"/>
                  </a:lnTo>
                  <a:lnTo>
                    <a:pt x="123" y="377"/>
                  </a:lnTo>
                  <a:lnTo>
                    <a:pt x="122" y="373"/>
                  </a:lnTo>
                  <a:lnTo>
                    <a:pt x="121" y="369"/>
                  </a:lnTo>
                  <a:lnTo>
                    <a:pt x="121" y="172"/>
                  </a:lnTo>
                  <a:close/>
                  <a:moveTo>
                    <a:pt x="0" y="474"/>
                  </a:moveTo>
                  <a:lnTo>
                    <a:pt x="0" y="478"/>
                  </a:lnTo>
                  <a:lnTo>
                    <a:pt x="3" y="482"/>
                  </a:lnTo>
                  <a:lnTo>
                    <a:pt x="6" y="485"/>
                  </a:lnTo>
                  <a:lnTo>
                    <a:pt x="9" y="488"/>
                  </a:lnTo>
                  <a:lnTo>
                    <a:pt x="452" y="695"/>
                  </a:lnTo>
                  <a:lnTo>
                    <a:pt x="452" y="685"/>
                  </a:lnTo>
                  <a:lnTo>
                    <a:pt x="452" y="661"/>
                  </a:lnTo>
                  <a:lnTo>
                    <a:pt x="452" y="198"/>
                  </a:lnTo>
                  <a:lnTo>
                    <a:pt x="452" y="198"/>
                  </a:lnTo>
                  <a:lnTo>
                    <a:pt x="0" y="0"/>
                  </a:lnTo>
                  <a:lnTo>
                    <a:pt x="0" y="4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21" name="Freeform 506">
              <a:extLst>
                <a:ext uri="{FF2B5EF4-FFF2-40B4-BE49-F238E27FC236}">
                  <a16:creationId xmlns:a16="http://schemas.microsoft.com/office/drawing/2014/main" id="{BD32AA30-994C-49C6-8B2B-3FB6FFE1646E}"/>
                </a:ext>
              </a:extLst>
            </p:cNvPr>
            <p:cNvSpPr>
              <a:spLocks/>
            </p:cNvSpPr>
            <p:nvPr/>
          </p:nvSpPr>
          <p:spPr bwMode="auto">
            <a:xfrm>
              <a:off x="2605088" y="1947863"/>
              <a:ext cx="201613" cy="90488"/>
            </a:xfrm>
            <a:custGeom>
              <a:avLst/>
              <a:gdLst>
                <a:gd name="T0" fmla="*/ 212 w 639"/>
                <a:gd name="T1" fmla="*/ 0 h 281"/>
                <a:gd name="T2" fmla="*/ 0 w 639"/>
                <a:gd name="T3" fmla="*/ 85 h 281"/>
                <a:gd name="T4" fmla="*/ 449 w 639"/>
                <a:gd name="T5" fmla="*/ 281 h 281"/>
                <a:gd name="T6" fmla="*/ 639 w 639"/>
                <a:gd name="T7" fmla="*/ 192 h 281"/>
                <a:gd name="T8" fmla="*/ 212 w 639"/>
                <a:gd name="T9" fmla="*/ 0 h 281"/>
              </a:gdLst>
              <a:ahLst/>
              <a:cxnLst>
                <a:cxn ang="0">
                  <a:pos x="T0" y="T1"/>
                </a:cxn>
                <a:cxn ang="0">
                  <a:pos x="T2" y="T3"/>
                </a:cxn>
                <a:cxn ang="0">
                  <a:pos x="T4" y="T5"/>
                </a:cxn>
                <a:cxn ang="0">
                  <a:pos x="T6" y="T7"/>
                </a:cxn>
                <a:cxn ang="0">
                  <a:pos x="T8" y="T9"/>
                </a:cxn>
              </a:cxnLst>
              <a:rect l="0" t="0" r="r" b="b"/>
              <a:pathLst>
                <a:path w="639" h="281">
                  <a:moveTo>
                    <a:pt x="212" y="0"/>
                  </a:moveTo>
                  <a:lnTo>
                    <a:pt x="0" y="85"/>
                  </a:lnTo>
                  <a:lnTo>
                    <a:pt x="449" y="281"/>
                  </a:lnTo>
                  <a:lnTo>
                    <a:pt x="639" y="192"/>
                  </a:lnTo>
                  <a:lnTo>
                    <a:pt x="2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22" name="Freeform 507">
              <a:extLst>
                <a:ext uri="{FF2B5EF4-FFF2-40B4-BE49-F238E27FC236}">
                  <a16:creationId xmlns:a16="http://schemas.microsoft.com/office/drawing/2014/main" id="{D996AB0F-9B37-40B4-9831-A7C9B33237AC}"/>
                </a:ext>
              </a:extLst>
            </p:cNvPr>
            <p:cNvSpPr>
              <a:spLocks/>
            </p:cNvSpPr>
            <p:nvPr/>
          </p:nvSpPr>
          <p:spPr bwMode="auto">
            <a:xfrm>
              <a:off x="2751138" y="1984375"/>
              <a:ext cx="134938" cy="219075"/>
            </a:xfrm>
            <a:custGeom>
              <a:avLst/>
              <a:gdLst>
                <a:gd name="T0" fmla="*/ 0 w 421"/>
                <a:gd name="T1" fmla="*/ 196 h 693"/>
                <a:gd name="T2" fmla="*/ 0 w 421"/>
                <a:gd name="T3" fmla="*/ 659 h 693"/>
                <a:gd name="T4" fmla="*/ 0 w 421"/>
                <a:gd name="T5" fmla="*/ 684 h 693"/>
                <a:gd name="T6" fmla="*/ 0 w 421"/>
                <a:gd name="T7" fmla="*/ 693 h 693"/>
                <a:gd name="T8" fmla="*/ 413 w 421"/>
                <a:gd name="T9" fmla="*/ 487 h 693"/>
                <a:gd name="T10" fmla="*/ 416 w 421"/>
                <a:gd name="T11" fmla="*/ 483 h 693"/>
                <a:gd name="T12" fmla="*/ 419 w 421"/>
                <a:gd name="T13" fmla="*/ 481 h 693"/>
                <a:gd name="T14" fmla="*/ 420 w 421"/>
                <a:gd name="T15" fmla="*/ 477 h 693"/>
                <a:gd name="T16" fmla="*/ 421 w 421"/>
                <a:gd name="T17" fmla="*/ 473 h 693"/>
                <a:gd name="T18" fmla="*/ 421 w 421"/>
                <a:gd name="T19" fmla="*/ 0 h 693"/>
                <a:gd name="T20" fmla="*/ 0 w 421"/>
                <a:gd name="T21" fmla="*/ 196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1" h="693">
                  <a:moveTo>
                    <a:pt x="0" y="196"/>
                  </a:moveTo>
                  <a:lnTo>
                    <a:pt x="0" y="659"/>
                  </a:lnTo>
                  <a:lnTo>
                    <a:pt x="0" y="684"/>
                  </a:lnTo>
                  <a:lnTo>
                    <a:pt x="0" y="693"/>
                  </a:lnTo>
                  <a:lnTo>
                    <a:pt x="413" y="487"/>
                  </a:lnTo>
                  <a:lnTo>
                    <a:pt x="416" y="483"/>
                  </a:lnTo>
                  <a:lnTo>
                    <a:pt x="419" y="481"/>
                  </a:lnTo>
                  <a:lnTo>
                    <a:pt x="420" y="477"/>
                  </a:lnTo>
                  <a:lnTo>
                    <a:pt x="421" y="473"/>
                  </a:lnTo>
                  <a:lnTo>
                    <a:pt x="421" y="0"/>
                  </a:lnTo>
                  <a:lnTo>
                    <a:pt x="0"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23" name="Freeform 508">
              <a:extLst>
                <a:ext uri="{FF2B5EF4-FFF2-40B4-BE49-F238E27FC236}">
                  <a16:creationId xmlns:a16="http://schemas.microsoft.com/office/drawing/2014/main" id="{4B8AF541-3ED9-485A-ABAB-816C80BFB34A}"/>
                </a:ext>
              </a:extLst>
            </p:cNvPr>
            <p:cNvSpPr>
              <a:spLocks/>
            </p:cNvSpPr>
            <p:nvPr/>
          </p:nvSpPr>
          <p:spPr bwMode="auto">
            <a:xfrm>
              <a:off x="2684463" y="1919288"/>
              <a:ext cx="195263" cy="85725"/>
            </a:xfrm>
            <a:custGeom>
              <a:avLst/>
              <a:gdLst>
                <a:gd name="T0" fmla="*/ 618 w 618"/>
                <a:gd name="T1" fmla="*/ 178 h 269"/>
                <a:gd name="T2" fmla="*/ 203 w 618"/>
                <a:gd name="T3" fmla="*/ 1 h 269"/>
                <a:gd name="T4" fmla="*/ 201 w 618"/>
                <a:gd name="T5" fmla="*/ 0 h 269"/>
                <a:gd name="T6" fmla="*/ 198 w 618"/>
                <a:gd name="T7" fmla="*/ 0 h 269"/>
                <a:gd name="T8" fmla="*/ 195 w 618"/>
                <a:gd name="T9" fmla="*/ 0 h 269"/>
                <a:gd name="T10" fmla="*/ 193 w 618"/>
                <a:gd name="T11" fmla="*/ 1 h 269"/>
                <a:gd name="T12" fmla="*/ 0 w 618"/>
                <a:gd name="T13" fmla="*/ 77 h 269"/>
                <a:gd name="T14" fmla="*/ 423 w 618"/>
                <a:gd name="T15" fmla="*/ 269 h 269"/>
                <a:gd name="T16" fmla="*/ 618 w 618"/>
                <a:gd name="T17" fmla="*/ 17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8" h="269">
                  <a:moveTo>
                    <a:pt x="618" y="178"/>
                  </a:moveTo>
                  <a:lnTo>
                    <a:pt x="203" y="1"/>
                  </a:lnTo>
                  <a:lnTo>
                    <a:pt x="201" y="0"/>
                  </a:lnTo>
                  <a:lnTo>
                    <a:pt x="198" y="0"/>
                  </a:lnTo>
                  <a:lnTo>
                    <a:pt x="195" y="0"/>
                  </a:lnTo>
                  <a:lnTo>
                    <a:pt x="193" y="1"/>
                  </a:lnTo>
                  <a:lnTo>
                    <a:pt x="0" y="77"/>
                  </a:lnTo>
                  <a:lnTo>
                    <a:pt x="423" y="269"/>
                  </a:lnTo>
                  <a:lnTo>
                    <a:pt x="618" y="1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124" name="Group 123">
            <a:extLst>
              <a:ext uri="{FF2B5EF4-FFF2-40B4-BE49-F238E27FC236}">
                <a16:creationId xmlns:a16="http://schemas.microsoft.com/office/drawing/2014/main" id="{D1FFECB4-9E18-45FA-A97D-9F3169EC9E35}"/>
              </a:ext>
            </a:extLst>
          </p:cNvPr>
          <p:cNvGrpSpPr/>
          <p:nvPr/>
        </p:nvGrpSpPr>
        <p:grpSpPr>
          <a:xfrm>
            <a:off x="973415" y="4103878"/>
            <a:ext cx="287338" cy="249238"/>
            <a:chOff x="2598738" y="2530475"/>
            <a:chExt cx="287338" cy="249238"/>
          </a:xfrm>
          <a:solidFill>
            <a:schemeClr val="bg1"/>
          </a:solidFill>
        </p:grpSpPr>
        <p:sp>
          <p:nvSpPr>
            <p:cNvPr id="125" name="Freeform 527">
              <a:extLst>
                <a:ext uri="{FF2B5EF4-FFF2-40B4-BE49-F238E27FC236}">
                  <a16:creationId xmlns:a16="http://schemas.microsoft.com/office/drawing/2014/main" id="{6FEFC7BE-E90A-4281-A08C-1C07BF681BDB}"/>
                </a:ext>
              </a:extLst>
            </p:cNvPr>
            <p:cNvSpPr>
              <a:spLocks/>
            </p:cNvSpPr>
            <p:nvPr/>
          </p:nvSpPr>
          <p:spPr bwMode="auto">
            <a:xfrm>
              <a:off x="2655888" y="2625725"/>
              <a:ext cx="123825" cy="134938"/>
            </a:xfrm>
            <a:custGeom>
              <a:avLst/>
              <a:gdLst>
                <a:gd name="T0" fmla="*/ 187 w 391"/>
                <a:gd name="T1" fmla="*/ 0 h 421"/>
                <a:gd name="T2" fmla="*/ 172 w 391"/>
                <a:gd name="T3" fmla="*/ 19 h 421"/>
                <a:gd name="T4" fmla="*/ 155 w 391"/>
                <a:gd name="T5" fmla="*/ 36 h 421"/>
                <a:gd name="T6" fmla="*/ 135 w 391"/>
                <a:gd name="T7" fmla="*/ 52 h 421"/>
                <a:gd name="T8" fmla="*/ 113 w 391"/>
                <a:gd name="T9" fmla="*/ 65 h 421"/>
                <a:gd name="T10" fmla="*/ 91 w 391"/>
                <a:gd name="T11" fmla="*/ 76 h 421"/>
                <a:gd name="T12" fmla="*/ 67 w 391"/>
                <a:gd name="T13" fmla="*/ 83 h 421"/>
                <a:gd name="T14" fmla="*/ 41 w 391"/>
                <a:gd name="T15" fmla="*/ 89 h 421"/>
                <a:gd name="T16" fmla="*/ 15 w 391"/>
                <a:gd name="T17" fmla="*/ 90 h 421"/>
                <a:gd name="T18" fmla="*/ 0 w 391"/>
                <a:gd name="T19" fmla="*/ 89 h 421"/>
                <a:gd name="T20" fmla="*/ 1 w 391"/>
                <a:gd name="T21" fmla="*/ 410 h 421"/>
                <a:gd name="T22" fmla="*/ 3 w 391"/>
                <a:gd name="T23" fmla="*/ 415 h 421"/>
                <a:gd name="T24" fmla="*/ 6 w 391"/>
                <a:gd name="T25" fmla="*/ 418 h 421"/>
                <a:gd name="T26" fmla="*/ 11 w 391"/>
                <a:gd name="T27" fmla="*/ 421 h 421"/>
                <a:gd name="T28" fmla="*/ 77 w 391"/>
                <a:gd name="T29" fmla="*/ 421 h 421"/>
                <a:gd name="T30" fmla="*/ 75 w 391"/>
                <a:gd name="T31" fmla="*/ 406 h 421"/>
                <a:gd name="T32" fmla="*/ 77 w 391"/>
                <a:gd name="T33" fmla="*/ 385 h 421"/>
                <a:gd name="T34" fmla="*/ 83 w 391"/>
                <a:gd name="T35" fmla="*/ 366 h 421"/>
                <a:gd name="T36" fmla="*/ 93 w 391"/>
                <a:gd name="T37" fmla="*/ 347 h 421"/>
                <a:gd name="T38" fmla="*/ 106 w 391"/>
                <a:gd name="T39" fmla="*/ 331 h 421"/>
                <a:gd name="T40" fmla="*/ 122 w 391"/>
                <a:gd name="T41" fmla="*/ 318 h 421"/>
                <a:gd name="T42" fmla="*/ 139 w 391"/>
                <a:gd name="T43" fmla="*/ 309 h 421"/>
                <a:gd name="T44" fmla="*/ 159 w 391"/>
                <a:gd name="T45" fmla="*/ 303 h 421"/>
                <a:gd name="T46" fmla="*/ 181 w 391"/>
                <a:gd name="T47" fmla="*/ 301 h 421"/>
                <a:gd name="T48" fmla="*/ 201 w 391"/>
                <a:gd name="T49" fmla="*/ 303 h 421"/>
                <a:gd name="T50" fmla="*/ 222 w 391"/>
                <a:gd name="T51" fmla="*/ 309 h 421"/>
                <a:gd name="T52" fmla="*/ 240 w 391"/>
                <a:gd name="T53" fmla="*/ 318 h 421"/>
                <a:gd name="T54" fmla="*/ 255 w 391"/>
                <a:gd name="T55" fmla="*/ 331 h 421"/>
                <a:gd name="T56" fmla="*/ 268 w 391"/>
                <a:gd name="T57" fmla="*/ 347 h 421"/>
                <a:gd name="T58" fmla="*/ 277 w 391"/>
                <a:gd name="T59" fmla="*/ 366 h 421"/>
                <a:gd name="T60" fmla="*/ 284 w 391"/>
                <a:gd name="T61" fmla="*/ 385 h 421"/>
                <a:gd name="T62" fmla="*/ 286 w 391"/>
                <a:gd name="T63" fmla="*/ 406 h 421"/>
                <a:gd name="T64" fmla="*/ 285 w 391"/>
                <a:gd name="T65" fmla="*/ 421 h 421"/>
                <a:gd name="T66" fmla="*/ 379 w 391"/>
                <a:gd name="T67" fmla="*/ 420 h 421"/>
                <a:gd name="T68" fmla="*/ 385 w 391"/>
                <a:gd name="T69" fmla="*/ 418 h 421"/>
                <a:gd name="T70" fmla="*/ 389 w 391"/>
                <a:gd name="T71" fmla="*/ 415 h 421"/>
                <a:gd name="T72" fmla="*/ 391 w 391"/>
                <a:gd name="T73" fmla="*/ 410 h 421"/>
                <a:gd name="T74" fmla="*/ 391 w 391"/>
                <a:gd name="T75" fmla="*/ 15 h 421"/>
                <a:gd name="T76" fmla="*/ 390 w 391"/>
                <a:gd name="T77" fmla="*/ 8 h 421"/>
                <a:gd name="T78" fmla="*/ 387 w 391"/>
                <a:gd name="T79" fmla="*/ 4 h 421"/>
                <a:gd name="T80" fmla="*/ 382 w 391"/>
                <a:gd name="T81" fmla="*/ 1 h 421"/>
                <a:gd name="T82" fmla="*/ 376 w 391"/>
                <a:gd name="T83"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1" h="421">
                  <a:moveTo>
                    <a:pt x="376" y="0"/>
                  </a:moveTo>
                  <a:lnTo>
                    <a:pt x="187" y="0"/>
                  </a:lnTo>
                  <a:lnTo>
                    <a:pt x="180" y="9"/>
                  </a:lnTo>
                  <a:lnTo>
                    <a:pt x="172" y="19"/>
                  </a:lnTo>
                  <a:lnTo>
                    <a:pt x="164" y="28"/>
                  </a:lnTo>
                  <a:lnTo>
                    <a:pt x="155" y="36"/>
                  </a:lnTo>
                  <a:lnTo>
                    <a:pt x="145" y="45"/>
                  </a:lnTo>
                  <a:lnTo>
                    <a:pt x="135" y="52"/>
                  </a:lnTo>
                  <a:lnTo>
                    <a:pt x="125" y="59"/>
                  </a:lnTo>
                  <a:lnTo>
                    <a:pt x="113" y="65"/>
                  </a:lnTo>
                  <a:lnTo>
                    <a:pt x="103" y="71"/>
                  </a:lnTo>
                  <a:lnTo>
                    <a:pt x="91" y="76"/>
                  </a:lnTo>
                  <a:lnTo>
                    <a:pt x="79" y="80"/>
                  </a:lnTo>
                  <a:lnTo>
                    <a:pt x="67" y="83"/>
                  </a:lnTo>
                  <a:lnTo>
                    <a:pt x="54" y="87"/>
                  </a:lnTo>
                  <a:lnTo>
                    <a:pt x="41" y="89"/>
                  </a:lnTo>
                  <a:lnTo>
                    <a:pt x="29" y="90"/>
                  </a:lnTo>
                  <a:lnTo>
                    <a:pt x="15" y="90"/>
                  </a:lnTo>
                  <a:lnTo>
                    <a:pt x="7" y="90"/>
                  </a:lnTo>
                  <a:lnTo>
                    <a:pt x="0" y="89"/>
                  </a:lnTo>
                  <a:lnTo>
                    <a:pt x="0" y="406"/>
                  </a:lnTo>
                  <a:lnTo>
                    <a:pt x="1" y="410"/>
                  </a:lnTo>
                  <a:lnTo>
                    <a:pt x="1" y="412"/>
                  </a:lnTo>
                  <a:lnTo>
                    <a:pt x="3" y="415"/>
                  </a:lnTo>
                  <a:lnTo>
                    <a:pt x="4" y="417"/>
                  </a:lnTo>
                  <a:lnTo>
                    <a:pt x="6" y="418"/>
                  </a:lnTo>
                  <a:lnTo>
                    <a:pt x="9" y="420"/>
                  </a:lnTo>
                  <a:lnTo>
                    <a:pt x="11" y="421"/>
                  </a:lnTo>
                  <a:lnTo>
                    <a:pt x="15" y="421"/>
                  </a:lnTo>
                  <a:lnTo>
                    <a:pt x="77" y="421"/>
                  </a:lnTo>
                  <a:lnTo>
                    <a:pt x="76" y="414"/>
                  </a:lnTo>
                  <a:lnTo>
                    <a:pt x="75" y="406"/>
                  </a:lnTo>
                  <a:lnTo>
                    <a:pt x="76" y="396"/>
                  </a:lnTo>
                  <a:lnTo>
                    <a:pt x="77" y="385"/>
                  </a:lnTo>
                  <a:lnTo>
                    <a:pt x="80" y="375"/>
                  </a:lnTo>
                  <a:lnTo>
                    <a:pt x="83" y="366"/>
                  </a:lnTo>
                  <a:lnTo>
                    <a:pt x="88" y="356"/>
                  </a:lnTo>
                  <a:lnTo>
                    <a:pt x="93" y="347"/>
                  </a:lnTo>
                  <a:lnTo>
                    <a:pt x="99" y="339"/>
                  </a:lnTo>
                  <a:lnTo>
                    <a:pt x="106" y="331"/>
                  </a:lnTo>
                  <a:lnTo>
                    <a:pt x="113" y="325"/>
                  </a:lnTo>
                  <a:lnTo>
                    <a:pt x="122" y="318"/>
                  </a:lnTo>
                  <a:lnTo>
                    <a:pt x="130" y="313"/>
                  </a:lnTo>
                  <a:lnTo>
                    <a:pt x="139" y="309"/>
                  </a:lnTo>
                  <a:lnTo>
                    <a:pt x="150" y="305"/>
                  </a:lnTo>
                  <a:lnTo>
                    <a:pt x="159" y="303"/>
                  </a:lnTo>
                  <a:lnTo>
                    <a:pt x="170" y="301"/>
                  </a:lnTo>
                  <a:lnTo>
                    <a:pt x="181" y="301"/>
                  </a:lnTo>
                  <a:lnTo>
                    <a:pt x="192" y="301"/>
                  </a:lnTo>
                  <a:lnTo>
                    <a:pt x="201" y="303"/>
                  </a:lnTo>
                  <a:lnTo>
                    <a:pt x="212" y="305"/>
                  </a:lnTo>
                  <a:lnTo>
                    <a:pt x="222" y="309"/>
                  </a:lnTo>
                  <a:lnTo>
                    <a:pt x="230" y="313"/>
                  </a:lnTo>
                  <a:lnTo>
                    <a:pt x="240" y="318"/>
                  </a:lnTo>
                  <a:lnTo>
                    <a:pt x="247" y="325"/>
                  </a:lnTo>
                  <a:lnTo>
                    <a:pt x="255" y="331"/>
                  </a:lnTo>
                  <a:lnTo>
                    <a:pt x="261" y="339"/>
                  </a:lnTo>
                  <a:lnTo>
                    <a:pt x="268" y="347"/>
                  </a:lnTo>
                  <a:lnTo>
                    <a:pt x="273" y="356"/>
                  </a:lnTo>
                  <a:lnTo>
                    <a:pt x="277" y="366"/>
                  </a:lnTo>
                  <a:lnTo>
                    <a:pt x="282" y="375"/>
                  </a:lnTo>
                  <a:lnTo>
                    <a:pt x="284" y="385"/>
                  </a:lnTo>
                  <a:lnTo>
                    <a:pt x="285" y="396"/>
                  </a:lnTo>
                  <a:lnTo>
                    <a:pt x="286" y="406"/>
                  </a:lnTo>
                  <a:lnTo>
                    <a:pt x="286" y="414"/>
                  </a:lnTo>
                  <a:lnTo>
                    <a:pt x="285" y="421"/>
                  </a:lnTo>
                  <a:lnTo>
                    <a:pt x="376" y="421"/>
                  </a:lnTo>
                  <a:lnTo>
                    <a:pt x="379" y="420"/>
                  </a:lnTo>
                  <a:lnTo>
                    <a:pt x="382" y="420"/>
                  </a:lnTo>
                  <a:lnTo>
                    <a:pt x="385" y="418"/>
                  </a:lnTo>
                  <a:lnTo>
                    <a:pt x="387" y="417"/>
                  </a:lnTo>
                  <a:lnTo>
                    <a:pt x="389" y="415"/>
                  </a:lnTo>
                  <a:lnTo>
                    <a:pt x="390" y="412"/>
                  </a:lnTo>
                  <a:lnTo>
                    <a:pt x="391" y="410"/>
                  </a:lnTo>
                  <a:lnTo>
                    <a:pt x="391" y="406"/>
                  </a:lnTo>
                  <a:lnTo>
                    <a:pt x="391" y="15"/>
                  </a:lnTo>
                  <a:lnTo>
                    <a:pt x="391" y="12"/>
                  </a:lnTo>
                  <a:lnTo>
                    <a:pt x="390" y="8"/>
                  </a:lnTo>
                  <a:lnTo>
                    <a:pt x="389" y="6"/>
                  </a:lnTo>
                  <a:lnTo>
                    <a:pt x="387" y="4"/>
                  </a:lnTo>
                  <a:lnTo>
                    <a:pt x="385" y="2"/>
                  </a:lnTo>
                  <a:lnTo>
                    <a:pt x="382" y="1"/>
                  </a:lnTo>
                  <a:lnTo>
                    <a:pt x="379" y="0"/>
                  </a:lnTo>
                  <a:lnTo>
                    <a:pt x="376" y="0"/>
                  </a:lnTo>
                  <a:lnTo>
                    <a:pt x="3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26" name="Freeform 528">
              <a:extLst>
                <a:ext uri="{FF2B5EF4-FFF2-40B4-BE49-F238E27FC236}">
                  <a16:creationId xmlns:a16="http://schemas.microsoft.com/office/drawing/2014/main" id="{0CF66D10-A966-463E-853D-6D701BE06DFA}"/>
                </a:ext>
              </a:extLst>
            </p:cNvPr>
            <p:cNvSpPr>
              <a:spLocks/>
            </p:cNvSpPr>
            <p:nvPr/>
          </p:nvSpPr>
          <p:spPr bwMode="auto">
            <a:xfrm>
              <a:off x="2598738" y="2692400"/>
              <a:ext cx="47625" cy="9525"/>
            </a:xfrm>
            <a:custGeom>
              <a:avLst/>
              <a:gdLst>
                <a:gd name="T0" fmla="*/ 136 w 151"/>
                <a:gd name="T1" fmla="*/ 0 h 30"/>
                <a:gd name="T2" fmla="*/ 15 w 151"/>
                <a:gd name="T3" fmla="*/ 0 h 30"/>
                <a:gd name="T4" fmla="*/ 12 w 151"/>
                <a:gd name="T5" fmla="*/ 1 h 30"/>
                <a:gd name="T6" fmla="*/ 9 w 151"/>
                <a:gd name="T7" fmla="*/ 1 h 30"/>
                <a:gd name="T8" fmla="*/ 7 w 151"/>
                <a:gd name="T9" fmla="*/ 3 h 30"/>
                <a:gd name="T10" fmla="*/ 5 w 151"/>
                <a:gd name="T11" fmla="*/ 4 h 30"/>
                <a:gd name="T12" fmla="*/ 3 w 151"/>
                <a:gd name="T13" fmla="*/ 6 h 30"/>
                <a:gd name="T14" fmla="*/ 2 w 151"/>
                <a:gd name="T15" fmla="*/ 10 h 30"/>
                <a:gd name="T16" fmla="*/ 0 w 151"/>
                <a:gd name="T17" fmla="*/ 13 h 30"/>
                <a:gd name="T18" fmla="*/ 0 w 151"/>
                <a:gd name="T19" fmla="*/ 15 h 30"/>
                <a:gd name="T20" fmla="*/ 0 w 151"/>
                <a:gd name="T21" fmla="*/ 18 h 30"/>
                <a:gd name="T22" fmla="*/ 2 w 151"/>
                <a:gd name="T23" fmla="*/ 21 h 30"/>
                <a:gd name="T24" fmla="*/ 3 w 151"/>
                <a:gd name="T25" fmla="*/ 24 h 30"/>
                <a:gd name="T26" fmla="*/ 5 w 151"/>
                <a:gd name="T27" fmla="*/ 26 h 30"/>
                <a:gd name="T28" fmla="*/ 7 w 151"/>
                <a:gd name="T29" fmla="*/ 28 h 30"/>
                <a:gd name="T30" fmla="*/ 9 w 151"/>
                <a:gd name="T31" fmla="*/ 29 h 30"/>
                <a:gd name="T32" fmla="*/ 12 w 151"/>
                <a:gd name="T33" fmla="*/ 30 h 30"/>
                <a:gd name="T34" fmla="*/ 15 w 151"/>
                <a:gd name="T35" fmla="*/ 30 h 30"/>
                <a:gd name="T36" fmla="*/ 136 w 151"/>
                <a:gd name="T37" fmla="*/ 30 h 30"/>
                <a:gd name="T38" fmla="*/ 139 w 151"/>
                <a:gd name="T39" fmla="*/ 30 h 30"/>
                <a:gd name="T40" fmla="*/ 142 w 151"/>
                <a:gd name="T41" fmla="*/ 29 h 30"/>
                <a:gd name="T42" fmla="*/ 144 w 151"/>
                <a:gd name="T43" fmla="*/ 28 h 30"/>
                <a:gd name="T44" fmla="*/ 146 w 151"/>
                <a:gd name="T45" fmla="*/ 26 h 30"/>
                <a:gd name="T46" fmla="*/ 148 w 151"/>
                <a:gd name="T47" fmla="*/ 24 h 30"/>
                <a:gd name="T48" fmla="*/ 150 w 151"/>
                <a:gd name="T49" fmla="*/ 21 h 30"/>
                <a:gd name="T50" fmla="*/ 151 w 151"/>
                <a:gd name="T51" fmla="*/ 18 h 30"/>
                <a:gd name="T52" fmla="*/ 151 w 151"/>
                <a:gd name="T53" fmla="*/ 15 h 30"/>
                <a:gd name="T54" fmla="*/ 151 w 151"/>
                <a:gd name="T55" fmla="*/ 13 h 30"/>
                <a:gd name="T56" fmla="*/ 150 w 151"/>
                <a:gd name="T57" fmla="*/ 10 h 30"/>
                <a:gd name="T58" fmla="*/ 148 w 151"/>
                <a:gd name="T59" fmla="*/ 8 h 30"/>
                <a:gd name="T60" fmla="*/ 146 w 151"/>
                <a:gd name="T61" fmla="*/ 4 h 30"/>
                <a:gd name="T62" fmla="*/ 144 w 151"/>
                <a:gd name="T63" fmla="*/ 3 h 30"/>
                <a:gd name="T64" fmla="*/ 142 w 151"/>
                <a:gd name="T65" fmla="*/ 1 h 30"/>
                <a:gd name="T66" fmla="*/ 139 w 151"/>
                <a:gd name="T67" fmla="*/ 1 h 30"/>
                <a:gd name="T68" fmla="*/ 136 w 151"/>
                <a:gd name="T6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1" h="30">
                  <a:moveTo>
                    <a:pt x="136" y="0"/>
                  </a:moveTo>
                  <a:lnTo>
                    <a:pt x="15" y="0"/>
                  </a:lnTo>
                  <a:lnTo>
                    <a:pt x="12" y="1"/>
                  </a:lnTo>
                  <a:lnTo>
                    <a:pt x="9" y="1"/>
                  </a:lnTo>
                  <a:lnTo>
                    <a:pt x="7" y="3"/>
                  </a:lnTo>
                  <a:lnTo>
                    <a:pt x="5" y="4"/>
                  </a:lnTo>
                  <a:lnTo>
                    <a:pt x="3" y="6"/>
                  </a:lnTo>
                  <a:lnTo>
                    <a:pt x="2" y="10"/>
                  </a:lnTo>
                  <a:lnTo>
                    <a:pt x="0" y="13"/>
                  </a:lnTo>
                  <a:lnTo>
                    <a:pt x="0" y="15"/>
                  </a:lnTo>
                  <a:lnTo>
                    <a:pt x="0" y="18"/>
                  </a:lnTo>
                  <a:lnTo>
                    <a:pt x="2" y="21"/>
                  </a:lnTo>
                  <a:lnTo>
                    <a:pt x="3" y="24"/>
                  </a:lnTo>
                  <a:lnTo>
                    <a:pt x="5" y="26"/>
                  </a:lnTo>
                  <a:lnTo>
                    <a:pt x="7" y="28"/>
                  </a:lnTo>
                  <a:lnTo>
                    <a:pt x="9" y="29"/>
                  </a:lnTo>
                  <a:lnTo>
                    <a:pt x="12" y="30"/>
                  </a:lnTo>
                  <a:lnTo>
                    <a:pt x="15" y="30"/>
                  </a:lnTo>
                  <a:lnTo>
                    <a:pt x="136" y="30"/>
                  </a:lnTo>
                  <a:lnTo>
                    <a:pt x="139" y="30"/>
                  </a:lnTo>
                  <a:lnTo>
                    <a:pt x="142" y="29"/>
                  </a:lnTo>
                  <a:lnTo>
                    <a:pt x="144" y="28"/>
                  </a:lnTo>
                  <a:lnTo>
                    <a:pt x="146" y="26"/>
                  </a:lnTo>
                  <a:lnTo>
                    <a:pt x="148" y="24"/>
                  </a:lnTo>
                  <a:lnTo>
                    <a:pt x="150" y="21"/>
                  </a:lnTo>
                  <a:lnTo>
                    <a:pt x="151" y="18"/>
                  </a:lnTo>
                  <a:lnTo>
                    <a:pt x="151" y="15"/>
                  </a:lnTo>
                  <a:lnTo>
                    <a:pt x="151" y="13"/>
                  </a:lnTo>
                  <a:lnTo>
                    <a:pt x="150" y="10"/>
                  </a:lnTo>
                  <a:lnTo>
                    <a:pt x="148" y="8"/>
                  </a:lnTo>
                  <a:lnTo>
                    <a:pt x="146" y="4"/>
                  </a:lnTo>
                  <a:lnTo>
                    <a:pt x="144" y="3"/>
                  </a:lnTo>
                  <a:lnTo>
                    <a:pt x="142" y="1"/>
                  </a:lnTo>
                  <a:lnTo>
                    <a:pt x="139" y="1"/>
                  </a:lnTo>
                  <a:lnTo>
                    <a:pt x="1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27" name="Freeform 529">
              <a:extLst>
                <a:ext uri="{FF2B5EF4-FFF2-40B4-BE49-F238E27FC236}">
                  <a16:creationId xmlns:a16="http://schemas.microsoft.com/office/drawing/2014/main" id="{08F7A479-17EC-45B6-BD14-47E99EC0E6D9}"/>
                </a:ext>
              </a:extLst>
            </p:cNvPr>
            <p:cNvSpPr>
              <a:spLocks/>
            </p:cNvSpPr>
            <p:nvPr/>
          </p:nvSpPr>
          <p:spPr bwMode="auto">
            <a:xfrm>
              <a:off x="2617788" y="2711450"/>
              <a:ext cx="28575" cy="11113"/>
            </a:xfrm>
            <a:custGeom>
              <a:avLst/>
              <a:gdLst>
                <a:gd name="T0" fmla="*/ 76 w 91"/>
                <a:gd name="T1" fmla="*/ 0 h 31"/>
                <a:gd name="T2" fmla="*/ 16 w 91"/>
                <a:gd name="T3" fmla="*/ 0 h 31"/>
                <a:gd name="T4" fmla="*/ 12 w 91"/>
                <a:gd name="T5" fmla="*/ 1 h 31"/>
                <a:gd name="T6" fmla="*/ 10 w 91"/>
                <a:gd name="T7" fmla="*/ 1 h 31"/>
                <a:gd name="T8" fmla="*/ 7 w 91"/>
                <a:gd name="T9" fmla="*/ 3 h 31"/>
                <a:gd name="T10" fmla="*/ 5 w 91"/>
                <a:gd name="T11" fmla="*/ 5 h 31"/>
                <a:gd name="T12" fmla="*/ 3 w 91"/>
                <a:gd name="T13" fmla="*/ 8 h 31"/>
                <a:gd name="T14" fmla="*/ 2 w 91"/>
                <a:gd name="T15" fmla="*/ 10 h 31"/>
                <a:gd name="T16" fmla="*/ 0 w 91"/>
                <a:gd name="T17" fmla="*/ 13 h 31"/>
                <a:gd name="T18" fmla="*/ 0 w 91"/>
                <a:gd name="T19" fmla="*/ 15 h 31"/>
                <a:gd name="T20" fmla="*/ 0 w 91"/>
                <a:gd name="T21" fmla="*/ 18 h 31"/>
                <a:gd name="T22" fmla="*/ 2 w 91"/>
                <a:gd name="T23" fmla="*/ 22 h 31"/>
                <a:gd name="T24" fmla="*/ 3 w 91"/>
                <a:gd name="T25" fmla="*/ 24 h 31"/>
                <a:gd name="T26" fmla="*/ 5 w 91"/>
                <a:gd name="T27" fmla="*/ 26 h 31"/>
                <a:gd name="T28" fmla="*/ 7 w 91"/>
                <a:gd name="T29" fmla="*/ 28 h 31"/>
                <a:gd name="T30" fmla="*/ 10 w 91"/>
                <a:gd name="T31" fmla="*/ 29 h 31"/>
                <a:gd name="T32" fmla="*/ 12 w 91"/>
                <a:gd name="T33" fmla="*/ 30 h 31"/>
                <a:gd name="T34" fmla="*/ 16 w 91"/>
                <a:gd name="T35" fmla="*/ 31 h 31"/>
                <a:gd name="T36" fmla="*/ 76 w 91"/>
                <a:gd name="T37" fmla="*/ 31 h 31"/>
                <a:gd name="T38" fmla="*/ 79 w 91"/>
                <a:gd name="T39" fmla="*/ 30 h 31"/>
                <a:gd name="T40" fmla="*/ 82 w 91"/>
                <a:gd name="T41" fmla="*/ 29 h 31"/>
                <a:gd name="T42" fmla="*/ 84 w 91"/>
                <a:gd name="T43" fmla="*/ 28 h 31"/>
                <a:gd name="T44" fmla="*/ 86 w 91"/>
                <a:gd name="T45" fmla="*/ 26 h 31"/>
                <a:gd name="T46" fmla="*/ 88 w 91"/>
                <a:gd name="T47" fmla="*/ 24 h 31"/>
                <a:gd name="T48" fmla="*/ 90 w 91"/>
                <a:gd name="T49" fmla="*/ 22 h 31"/>
                <a:gd name="T50" fmla="*/ 91 w 91"/>
                <a:gd name="T51" fmla="*/ 18 h 31"/>
                <a:gd name="T52" fmla="*/ 91 w 91"/>
                <a:gd name="T53" fmla="*/ 15 h 31"/>
                <a:gd name="T54" fmla="*/ 91 w 91"/>
                <a:gd name="T55" fmla="*/ 13 h 31"/>
                <a:gd name="T56" fmla="*/ 90 w 91"/>
                <a:gd name="T57" fmla="*/ 10 h 31"/>
                <a:gd name="T58" fmla="*/ 88 w 91"/>
                <a:gd name="T59" fmla="*/ 8 h 31"/>
                <a:gd name="T60" fmla="*/ 86 w 91"/>
                <a:gd name="T61" fmla="*/ 5 h 31"/>
                <a:gd name="T62" fmla="*/ 84 w 91"/>
                <a:gd name="T63" fmla="*/ 3 h 31"/>
                <a:gd name="T64" fmla="*/ 82 w 91"/>
                <a:gd name="T65" fmla="*/ 2 h 31"/>
                <a:gd name="T66" fmla="*/ 79 w 91"/>
                <a:gd name="T67" fmla="*/ 1 h 31"/>
                <a:gd name="T68" fmla="*/ 76 w 91"/>
                <a:gd name="T69" fmla="*/ 0 h 31"/>
                <a:gd name="T70" fmla="*/ 76 w 91"/>
                <a:gd name="T7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31">
                  <a:moveTo>
                    <a:pt x="76" y="0"/>
                  </a:moveTo>
                  <a:lnTo>
                    <a:pt x="16" y="0"/>
                  </a:lnTo>
                  <a:lnTo>
                    <a:pt x="12" y="1"/>
                  </a:lnTo>
                  <a:lnTo>
                    <a:pt x="10" y="1"/>
                  </a:lnTo>
                  <a:lnTo>
                    <a:pt x="7" y="3"/>
                  </a:lnTo>
                  <a:lnTo>
                    <a:pt x="5" y="5"/>
                  </a:lnTo>
                  <a:lnTo>
                    <a:pt x="3" y="8"/>
                  </a:lnTo>
                  <a:lnTo>
                    <a:pt x="2" y="10"/>
                  </a:lnTo>
                  <a:lnTo>
                    <a:pt x="0" y="13"/>
                  </a:lnTo>
                  <a:lnTo>
                    <a:pt x="0" y="15"/>
                  </a:lnTo>
                  <a:lnTo>
                    <a:pt x="0" y="18"/>
                  </a:lnTo>
                  <a:lnTo>
                    <a:pt x="2" y="22"/>
                  </a:lnTo>
                  <a:lnTo>
                    <a:pt x="3" y="24"/>
                  </a:lnTo>
                  <a:lnTo>
                    <a:pt x="5" y="26"/>
                  </a:lnTo>
                  <a:lnTo>
                    <a:pt x="7" y="28"/>
                  </a:lnTo>
                  <a:lnTo>
                    <a:pt x="10" y="29"/>
                  </a:lnTo>
                  <a:lnTo>
                    <a:pt x="12" y="30"/>
                  </a:lnTo>
                  <a:lnTo>
                    <a:pt x="16" y="31"/>
                  </a:lnTo>
                  <a:lnTo>
                    <a:pt x="76" y="31"/>
                  </a:lnTo>
                  <a:lnTo>
                    <a:pt x="79" y="30"/>
                  </a:lnTo>
                  <a:lnTo>
                    <a:pt x="82" y="29"/>
                  </a:lnTo>
                  <a:lnTo>
                    <a:pt x="84" y="28"/>
                  </a:lnTo>
                  <a:lnTo>
                    <a:pt x="86" y="26"/>
                  </a:lnTo>
                  <a:lnTo>
                    <a:pt x="88" y="24"/>
                  </a:lnTo>
                  <a:lnTo>
                    <a:pt x="90" y="22"/>
                  </a:lnTo>
                  <a:lnTo>
                    <a:pt x="91" y="18"/>
                  </a:lnTo>
                  <a:lnTo>
                    <a:pt x="91" y="15"/>
                  </a:lnTo>
                  <a:lnTo>
                    <a:pt x="91" y="13"/>
                  </a:lnTo>
                  <a:lnTo>
                    <a:pt x="90" y="10"/>
                  </a:lnTo>
                  <a:lnTo>
                    <a:pt x="88" y="8"/>
                  </a:lnTo>
                  <a:lnTo>
                    <a:pt x="86" y="5"/>
                  </a:lnTo>
                  <a:lnTo>
                    <a:pt x="84" y="3"/>
                  </a:lnTo>
                  <a:lnTo>
                    <a:pt x="82" y="2"/>
                  </a:lnTo>
                  <a:lnTo>
                    <a:pt x="79" y="1"/>
                  </a:lnTo>
                  <a:lnTo>
                    <a:pt x="76" y="0"/>
                  </a:ln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28" name="Freeform 530">
              <a:extLst>
                <a:ext uri="{FF2B5EF4-FFF2-40B4-BE49-F238E27FC236}">
                  <a16:creationId xmlns:a16="http://schemas.microsoft.com/office/drawing/2014/main" id="{9EB603CB-1C96-4C5E-B3E1-B86CCC951444}"/>
                </a:ext>
              </a:extLst>
            </p:cNvPr>
            <p:cNvSpPr>
              <a:spLocks/>
            </p:cNvSpPr>
            <p:nvPr/>
          </p:nvSpPr>
          <p:spPr bwMode="auto">
            <a:xfrm>
              <a:off x="2627313" y="2732088"/>
              <a:ext cx="19050" cy="9525"/>
            </a:xfrm>
            <a:custGeom>
              <a:avLst/>
              <a:gdLst>
                <a:gd name="T0" fmla="*/ 45 w 60"/>
                <a:gd name="T1" fmla="*/ 0 h 30"/>
                <a:gd name="T2" fmla="*/ 15 w 60"/>
                <a:gd name="T3" fmla="*/ 0 h 30"/>
                <a:gd name="T4" fmla="*/ 11 w 60"/>
                <a:gd name="T5" fmla="*/ 0 h 30"/>
                <a:gd name="T6" fmla="*/ 9 w 60"/>
                <a:gd name="T7" fmla="*/ 1 h 30"/>
                <a:gd name="T8" fmla="*/ 6 w 60"/>
                <a:gd name="T9" fmla="*/ 2 h 30"/>
                <a:gd name="T10" fmla="*/ 4 w 60"/>
                <a:gd name="T11" fmla="*/ 5 h 30"/>
                <a:gd name="T12" fmla="*/ 2 w 60"/>
                <a:gd name="T13" fmla="*/ 7 h 30"/>
                <a:gd name="T14" fmla="*/ 1 w 60"/>
                <a:gd name="T15" fmla="*/ 9 h 30"/>
                <a:gd name="T16" fmla="*/ 0 w 60"/>
                <a:gd name="T17" fmla="*/ 12 h 30"/>
                <a:gd name="T18" fmla="*/ 0 w 60"/>
                <a:gd name="T19" fmla="*/ 15 h 30"/>
                <a:gd name="T20" fmla="*/ 0 w 60"/>
                <a:gd name="T21" fmla="*/ 17 h 30"/>
                <a:gd name="T22" fmla="*/ 1 w 60"/>
                <a:gd name="T23" fmla="*/ 21 h 30"/>
                <a:gd name="T24" fmla="*/ 2 w 60"/>
                <a:gd name="T25" fmla="*/ 23 h 30"/>
                <a:gd name="T26" fmla="*/ 4 w 60"/>
                <a:gd name="T27" fmla="*/ 26 h 30"/>
                <a:gd name="T28" fmla="*/ 6 w 60"/>
                <a:gd name="T29" fmla="*/ 27 h 30"/>
                <a:gd name="T30" fmla="*/ 9 w 60"/>
                <a:gd name="T31" fmla="*/ 29 h 30"/>
                <a:gd name="T32" fmla="*/ 11 w 60"/>
                <a:gd name="T33" fmla="*/ 29 h 30"/>
                <a:gd name="T34" fmla="*/ 15 w 60"/>
                <a:gd name="T35" fmla="*/ 30 h 30"/>
                <a:gd name="T36" fmla="*/ 45 w 60"/>
                <a:gd name="T37" fmla="*/ 30 h 30"/>
                <a:gd name="T38" fmla="*/ 48 w 60"/>
                <a:gd name="T39" fmla="*/ 29 h 30"/>
                <a:gd name="T40" fmla="*/ 51 w 60"/>
                <a:gd name="T41" fmla="*/ 29 h 30"/>
                <a:gd name="T42" fmla="*/ 53 w 60"/>
                <a:gd name="T43" fmla="*/ 27 h 30"/>
                <a:gd name="T44" fmla="*/ 55 w 60"/>
                <a:gd name="T45" fmla="*/ 26 h 30"/>
                <a:gd name="T46" fmla="*/ 57 w 60"/>
                <a:gd name="T47" fmla="*/ 23 h 30"/>
                <a:gd name="T48" fmla="*/ 59 w 60"/>
                <a:gd name="T49" fmla="*/ 21 h 30"/>
                <a:gd name="T50" fmla="*/ 60 w 60"/>
                <a:gd name="T51" fmla="*/ 17 h 30"/>
                <a:gd name="T52" fmla="*/ 60 w 60"/>
                <a:gd name="T53" fmla="*/ 15 h 30"/>
                <a:gd name="T54" fmla="*/ 60 w 60"/>
                <a:gd name="T55" fmla="*/ 12 h 30"/>
                <a:gd name="T56" fmla="*/ 59 w 60"/>
                <a:gd name="T57" fmla="*/ 9 h 30"/>
                <a:gd name="T58" fmla="*/ 57 w 60"/>
                <a:gd name="T59" fmla="*/ 7 h 30"/>
                <a:gd name="T60" fmla="*/ 55 w 60"/>
                <a:gd name="T61" fmla="*/ 5 h 30"/>
                <a:gd name="T62" fmla="*/ 53 w 60"/>
                <a:gd name="T63" fmla="*/ 2 h 30"/>
                <a:gd name="T64" fmla="*/ 51 w 60"/>
                <a:gd name="T65" fmla="*/ 1 h 30"/>
                <a:gd name="T66" fmla="*/ 48 w 60"/>
                <a:gd name="T67" fmla="*/ 0 h 30"/>
                <a:gd name="T68" fmla="*/ 45 w 60"/>
                <a:gd name="T6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30">
                  <a:moveTo>
                    <a:pt x="45" y="0"/>
                  </a:moveTo>
                  <a:lnTo>
                    <a:pt x="15" y="0"/>
                  </a:lnTo>
                  <a:lnTo>
                    <a:pt x="11" y="0"/>
                  </a:lnTo>
                  <a:lnTo>
                    <a:pt x="9" y="1"/>
                  </a:lnTo>
                  <a:lnTo>
                    <a:pt x="6" y="2"/>
                  </a:lnTo>
                  <a:lnTo>
                    <a:pt x="4" y="5"/>
                  </a:lnTo>
                  <a:lnTo>
                    <a:pt x="2" y="7"/>
                  </a:lnTo>
                  <a:lnTo>
                    <a:pt x="1" y="9"/>
                  </a:lnTo>
                  <a:lnTo>
                    <a:pt x="0" y="12"/>
                  </a:lnTo>
                  <a:lnTo>
                    <a:pt x="0" y="15"/>
                  </a:lnTo>
                  <a:lnTo>
                    <a:pt x="0" y="17"/>
                  </a:lnTo>
                  <a:lnTo>
                    <a:pt x="1" y="21"/>
                  </a:lnTo>
                  <a:lnTo>
                    <a:pt x="2" y="23"/>
                  </a:lnTo>
                  <a:lnTo>
                    <a:pt x="4" y="26"/>
                  </a:lnTo>
                  <a:lnTo>
                    <a:pt x="6" y="27"/>
                  </a:lnTo>
                  <a:lnTo>
                    <a:pt x="9" y="29"/>
                  </a:lnTo>
                  <a:lnTo>
                    <a:pt x="11" y="29"/>
                  </a:lnTo>
                  <a:lnTo>
                    <a:pt x="15" y="30"/>
                  </a:lnTo>
                  <a:lnTo>
                    <a:pt x="45" y="30"/>
                  </a:lnTo>
                  <a:lnTo>
                    <a:pt x="48" y="29"/>
                  </a:lnTo>
                  <a:lnTo>
                    <a:pt x="51" y="29"/>
                  </a:lnTo>
                  <a:lnTo>
                    <a:pt x="53" y="27"/>
                  </a:lnTo>
                  <a:lnTo>
                    <a:pt x="55" y="26"/>
                  </a:lnTo>
                  <a:lnTo>
                    <a:pt x="57" y="23"/>
                  </a:lnTo>
                  <a:lnTo>
                    <a:pt x="59" y="21"/>
                  </a:lnTo>
                  <a:lnTo>
                    <a:pt x="60" y="17"/>
                  </a:lnTo>
                  <a:lnTo>
                    <a:pt x="60" y="15"/>
                  </a:lnTo>
                  <a:lnTo>
                    <a:pt x="60" y="12"/>
                  </a:lnTo>
                  <a:lnTo>
                    <a:pt x="59" y="9"/>
                  </a:lnTo>
                  <a:lnTo>
                    <a:pt x="57" y="7"/>
                  </a:lnTo>
                  <a:lnTo>
                    <a:pt x="55" y="5"/>
                  </a:lnTo>
                  <a:lnTo>
                    <a:pt x="53" y="2"/>
                  </a:lnTo>
                  <a:lnTo>
                    <a:pt x="51" y="1"/>
                  </a:lnTo>
                  <a:lnTo>
                    <a:pt x="48" y="0"/>
                  </a:ln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29" name="Freeform 531">
              <a:extLst>
                <a:ext uri="{FF2B5EF4-FFF2-40B4-BE49-F238E27FC236}">
                  <a16:creationId xmlns:a16="http://schemas.microsoft.com/office/drawing/2014/main" id="{D85652A0-515F-4667-9152-34E181ED06A4}"/>
                </a:ext>
              </a:extLst>
            </p:cNvPr>
            <p:cNvSpPr>
              <a:spLocks noEditPoints="1"/>
            </p:cNvSpPr>
            <p:nvPr/>
          </p:nvSpPr>
          <p:spPr bwMode="auto">
            <a:xfrm>
              <a:off x="2603500" y="2530475"/>
              <a:ext cx="114300" cy="114300"/>
            </a:xfrm>
            <a:custGeom>
              <a:avLst/>
              <a:gdLst>
                <a:gd name="T0" fmla="*/ 167 w 362"/>
                <a:gd name="T1" fmla="*/ 103 h 362"/>
                <a:gd name="T2" fmla="*/ 169 w 362"/>
                <a:gd name="T3" fmla="*/ 98 h 362"/>
                <a:gd name="T4" fmla="*/ 172 w 362"/>
                <a:gd name="T5" fmla="*/ 94 h 362"/>
                <a:gd name="T6" fmla="*/ 177 w 362"/>
                <a:gd name="T7" fmla="*/ 92 h 362"/>
                <a:gd name="T8" fmla="*/ 184 w 362"/>
                <a:gd name="T9" fmla="*/ 92 h 362"/>
                <a:gd name="T10" fmla="*/ 189 w 362"/>
                <a:gd name="T11" fmla="*/ 94 h 362"/>
                <a:gd name="T12" fmla="*/ 193 w 362"/>
                <a:gd name="T13" fmla="*/ 98 h 362"/>
                <a:gd name="T14" fmla="*/ 196 w 362"/>
                <a:gd name="T15" fmla="*/ 103 h 362"/>
                <a:gd name="T16" fmla="*/ 196 w 362"/>
                <a:gd name="T17" fmla="*/ 181 h 362"/>
                <a:gd name="T18" fmla="*/ 244 w 362"/>
                <a:gd name="T19" fmla="*/ 182 h 362"/>
                <a:gd name="T20" fmla="*/ 249 w 362"/>
                <a:gd name="T21" fmla="*/ 184 h 362"/>
                <a:gd name="T22" fmla="*/ 254 w 362"/>
                <a:gd name="T23" fmla="*/ 188 h 362"/>
                <a:gd name="T24" fmla="*/ 256 w 362"/>
                <a:gd name="T25" fmla="*/ 193 h 362"/>
                <a:gd name="T26" fmla="*/ 256 w 362"/>
                <a:gd name="T27" fmla="*/ 199 h 362"/>
                <a:gd name="T28" fmla="*/ 254 w 362"/>
                <a:gd name="T29" fmla="*/ 204 h 362"/>
                <a:gd name="T30" fmla="*/ 249 w 362"/>
                <a:gd name="T31" fmla="*/ 208 h 362"/>
                <a:gd name="T32" fmla="*/ 244 w 362"/>
                <a:gd name="T33" fmla="*/ 211 h 362"/>
                <a:gd name="T34" fmla="*/ 181 w 362"/>
                <a:gd name="T35" fmla="*/ 212 h 362"/>
                <a:gd name="T36" fmla="*/ 175 w 362"/>
                <a:gd name="T37" fmla="*/ 211 h 362"/>
                <a:gd name="T38" fmla="*/ 170 w 362"/>
                <a:gd name="T39" fmla="*/ 206 h 362"/>
                <a:gd name="T40" fmla="*/ 167 w 362"/>
                <a:gd name="T41" fmla="*/ 202 h 362"/>
                <a:gd name="T42" fmla="*/ 166 w 362"/>
                <a:gd name="T43" fmla="*/ 197 h 362"/>
                <a:gd name="T44" fmla="*/ 181 w 362"/>
                <a:gd name="T45" fmla="*/ 362 h 362"/>
                <a:gd name="T46" fmla="*/ 217 w 362"/>
                <a:gd name="T47" fmla="*/ 359 h 362"/>
                <a:gd name="T48" fmla="*/ 251 w 362"/>
                <a:gd name="T49" fmla="*/ 348 h 362"/>
                <a:gd name="T50" fmla="*/ 281 w 362"/>
                <a:gd name="T51" fmla="*/ 331 h 362"/>
                <a:gd name="T52" fmla="*/ 308 w 362"/>
                <a:gd name="T53" fmla="*/ 309 h 362"/>
                <a:gd name="T54" fmla="*/ 331 w 362"/>
                <a:gd name="T55" fmla="*/ 282 h 362"/>
                <a:gd name="T56" fmla="*/ 347 w 362"/>
                <a:gd name="T57" fmla="*/ 251 h 362"/>
                <a:gd name="T58" fmla="*/ 358 w 362"/>
                <a:gd name="T59" fmla="*/ 217 h 362"/>
                <a:gd name="T60" fmla="*/ 362 w 362"/>
                <a:gd name="T61" fmla="*/ 182 h 362"/>
                <a:gd name="T62" fmla="*/ 358 w 362"/>
                <a:gd name="T63" fmla="*/ 145 h 362"/>
                <a:gd name="T64" fmla="*/ 347 w 362"/>
                <a:gd name="T65" fmla="*/ 111 h 362"/>
                <a:gd name="T66" fmla="*/ 331 w 362"/>
                <a:gd name="T67" fmla="*/ 80 h 362"/>
                <a:gd name="T68" fmla="*/ 308 w 362"/>
                <a:gd name="T69" fmla="*/ 53 h 362"/>
                <a:gd name="T70" fmla="*/ 281 w 362"/>
                <a:gd name="T71" fmla="*/ 31 h 362"/>
                <a:gd name="T72" fmla="*/ 251 w 362"/>
                <a:gd name="T73" fmla="*/ 14 h 362"/>
                <a:gd name="T74" fmla="*/ 217 w 362"/>
                <a:gd name="T75" fmla="*/ 5 h 362"/>
                <a:gd name="T76" fmla="*/ 181 w 362"/>
                <a:gd name="T77" fmla="*/ 0 h 362"/>
                <a:gd name="T78" fmla="*/ 144 w 362"/>
                <a:gd name="T79" fmla="*/ 5 h 362"/>
                <a:gd name="T80" fmla="*/ 111 w 362"/>
                <a:gd name="T81" fmla="*/ 14 h 362"/>
                <a:gd name="T82" fmla="*/ 80 w 362"/>
                <a:gd name="T83" fmla="*/ 31 h 362"/>
                <a:gd name="T84" fmla="*/ 53 w 362"/>
                <a:gd name="T85" fmla="*/ 53 h 362"/>
                <a:gd name="T86" fmla="*/ 32 w 362"/>
                <a:gd name="T87" fmla="*/ 80 h 362"/>
                <a:gd name="T88" fmla="*/ 14 w 362"/>
                <a:gd name="T89" fmla="*/ 111 h 362"/>
                <a:gd name="T90" fmla="*/ 4 w 362"/>
                <a:gd name="T91" fmla="*/ 145 h 362"/>
                <a:gd name="T92" fmla="*/ 0 w 362"/>
                <a:gd name="T93" fmla="*/ 182 h 362"/>
                <a:gd name="T94" fmla="*/ 4 w 362"/>
                <a:gd name="T95" fmla="*/ 217 h 362"/>
                <a:gd name="T96" fmla="*/ 14 w 362"/>
                <a:gd name="T97" fmla="*/ 251 h 362"/>
                <a:gd name="T98" fmla="*/ 32 w 362"/>
                <a:gd name="T99" fmla="*/ 282 h 362"/>
                <a:gd name="T100" fmla="*/ 53 w 362"/>
                <a:gd name="T101" fmla="*/ 309 h 362"/>
                <a:gd name="T102" fmla="*/ 80 w 362"/>
                <a:gd name="T103" fmla="*/ 331 h 362"/>
                <a:gd name="T104" fmla="*/ 111 w 362"/>
                <a:gd name="T105" fmla="*/ 348 h 362"/>
                <a:gd name="T106" fmla="*/ 144 w 362"/>
                <a:gd name="T107" fmla="*/ 359 h 362"/>
                <a:gd name="T108" fmla="*/ 181 w 362"/>
                <a:gd name="T109"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2" h="362">
                  <a:moveTo>
                    <a:pt x="166" y="105"/>
                  </a:moveTo>
                  <a:lnTo>
                    <a:pt x="167" y="103"/>
                  </a:lnTo>
                  <a:lnTo>
                    <a:pt x="167" y="100"/>
                  </a:lnTo>
                  <a:lnTo>
                    <a:pt x="169" y="98"/>
                  </a:lnTo>
                  <a:lnTo>
                    <a:pt x="170" y="95"/>
                  </a:lnTo>
                  <a:lnTo>
                    <a:pt x="172" y="94"/>
                  </a:lnTo>
                  <a:lnTo>
                    <a:pt x="175" y="92"/>
                  </a:lnTo>
                  <a:lnTo>
                    <a:pt x="177" y="92"/>
                  </a:lnTo>
                  <a:lnTo>
                    <a:pt x="181" y="90"/>
                  </a:lnTo>
                  <a:lnTo>
                    <a:pt x="184" y="92"/>
                  </a:lnTo>
                  <a:lnTo>
                    <a:pt x="187" y="92"/>
                  </a:lnTo>
                  <a:lnTo>
                    <a:pt x="189" y="94"/>
                  </a:lnTo>
                  <a:lnTo>
                    <a:pt x="191" y="95"/>
                  </a:lnTo>
                  <a:lnTo>
                    <a:pt x="193" y="98"/>
                  </a:lnTo>
                  <a:lnTo>
                    <a:pt x="195" y="100"/>
                  </a:lnTo>
                  <a:lnTo>
                    <a:pt x="196" y="103"/>
                  </a:lnTo>
                  <a:lnTo>
                    <a:pt x="196" y="105"/>
                  </a:lnTo>
                  <a:lnTo>
                    <a:pt x="196" y="181"/>
                  </a:lnTo>
                  <a:lnTo>
                    <a:pt x="241" y="181"/>
                  </a:lnTo>
                  <a:lnTo>
                    <a:pt x="244" y="182"/>
                  </a:lnTo>
                  <a:lnTo>
                    <a:pt x="247" y="183"/>
                  </a:lnTo>
                  <a:lnTo>
                    <a:pt x="249" y="184"/>
                  </a:lnTo>
                  <a:lnTo>
                    <a:pt x="251" y="186"/>
                  </a:lnTo>
                  <a:lnTo>
                    <a:pt x="254" y="188"/>
                  </a:lnTo>
                  <a:lnTo>
                    <a:pt x="255" y="190"/>
                  </a:lnTo>
                  <a:lnTo>
                    <a:pt x="256" y="193"/>
                  </a:lnTo>
                  <a:lnTo>
                    <a:pt x="256" y="197"/>
                  </a:lnTo>
                  <a:lnTo>
                    <a:pt x="256" y="199"/>
                  </a:lnTo>
                  <a:lnTo>
                    <a:pt x="255" y="202"/>
                  </a:lnTo>
                  <a:lnTo>
                    <a:pt x="254" y="204"/>
                  </a:lnTo>
                  <a:lnTo>
                    <a:pt x="251" y="206"/>
                  </a:lnTo>
                  <a:lnTo>
                    <a:pt x="249" y="208"/>
                  </a:lnTo>
                  <a:lnTo>
                    <a:pt x="247" y="211"/>
                  </a:lnTo>
                  <a:lnTo>
                    <a:pt x="244" y="211"/>
                  </a:lnTo>
                  <a:lnTo>
                    <a:pt x="241" y="212"/>
                  </a:lnTo>
                  <a:lnTo>
                    <a:pt x="181" y="212"/>
                  </a:lnTo>
                  <a:lnTo>
                    <a:pt x="177" y="211"/>
                  </a:lnTo>
                  <a:lnTo>
                    <a:pt x="175" y="211"/>
                  </a:lnTo>
                  <a:lnTo>
                    <a:pt x="172" y="208"/>
                  </a:lnTo>
                  <a:lnTo>
                    <a:pt x="170" y="206"/>
                  </a:lnTo>
                  <a:lnTo>
                    <a:pt x="169" y="204"/>
                  </a:lnTo>
                  <a:lnTo>
                    <a:pt x="167" y="202"/>
                  </a:lnTo>
                  <a:lnTo>
                    <a:pt x="167" y="199"/>
                  </a:lnTo>
                  <a:lnTo>
                    <a:pt x="166" y="197"/>
                  </a:lnTo>
                  <a:lnTo>
                    <a:pt x="166" y="105"/>
                  </a:lnTo>
                  <a:close/>
                  <a:moveTo>
                    <a:pt x="181" y="362"/>
                  </a:moveTo>
                  <a:lnTo>
                    <a:pt x="200" y="361"/>
                  </a:lnTo>
                  <a:lnTo>
                    <a:pt x="217" y="359"/>
                  </a:lnTo>
                  <a:lnTo>
                    <a:pt x="234" y="353"/>
                  </a:lnTo>
                  <a:lnTo>
                    <a:pt x="251" y="348"/>
                  </a:lnTo>
                  <a:lnTo>
                    <a:pt x="268" y="340"/>
                  </a:lnTo>
                  <a:lnTo>
                    <a:pt x="281" y="331"/>
                  </a:lnTo>
                  <a:lnTo>
                    <a:pt x="295" y="320"/>
                  </a:lnTo>
                  <a:lnTo>
                    <a:pt x="308" y="309"/>
                  </a:lnTo>
                  <a:lnTo>
                    <a:pt x="320" y="296"/>
                  </a:lnTo>
                  <a:lnTo>
                    <a:pt x="331" y="282"/>
                  </a:lnTo>
                  <a:lnTo>
                    <a:pt x="339" y="267"/>
                  </a:lnTo>
                  <a:lnTo>
                    <a:pt x="347" y="251"/>
                  </a:lnTo>
                  <a:lnTo>
                    <a:pt x="353" y="235"/>
                  </a:lnTo>
                  <a:lnTo>
                    <a:pt x="358" y="217"/>
                  </a:lnTo>
                  <a:lnTo>
                    <a:pt x="361" y="200"/>
                  </a:lnTo>
                  <a:lnTo>
                    <a:pt x="362" y="182"/>
                  </a:lnTo>
                  <a:lnTo>
                    <a:pt x="361" y="162"/>
                  </a:lnTo>
                  <a:lnTo>
                    <a:pt x="358" y="145"/>
                  </a:lnTo>
                  <a:lnTo>
                    <a:pt x="353" y="127"/>
                  </a:lnTo>
                  <a:lnTo>
                    <a:pt x="347" y="111"/>
                  </a:lnTo>
                  <a:lnTo>
                    <a:pt x="339" y="95"/>
                  </a:lnTo>
                  <a:lnTo>
                    <a:pt x="331" y="80"/>
                  </a:lnTo>
                  <a:lnTo>
                    <a:pt x="320" y="66"/>
                  </a:lnTo>
                  <a:lnTo>
                    <a:pt x="308" y="53"/>
                  </a:lnTo>
                  <a:lnTo>
                    <a:pt x="295" y="42"/>
                  </a:lnTo>
                  <a:lnTo>
                    <a:pt x="281" y="31"/>
                  </a:lnTo>
                  <a:lnTo>
                    <a:pt x="268" y="22"/>
                  </a:lnTo>
                  <a:lnTo>
                    <a:pt x="251" y="14"/>
                  </a:lnTo>
                  <a:lnTo>
                    <a:pt x="234" y="9"/>
                  </a:lnTo>
                  <a:lnTo>
                    <a:pt x="217" y="5"/>
                  </a:lnTo>
                  <a:lnTo>
                    <a:pt x="200" y="1"/>
                  </a:lnTo>
                  <a:lnTo>
                    <a:pt x="181" y="0"/>
                  </a:lnTo>
                  <a:lnTo>
                    <a:pt x="162" y="1"/>
                  </a:lnTo>
                  <a:lnTo>
                    <a:pt x="144" y="5"/>
                  </a:lnTo>
                  <a:lnTo>
                    <a:pt x="127" y="9"/>
                  </a:lnTo>
                  <a:lnTo>
                    <a:pt x="111" y="14"/>
                  </a:lnTo>
                  <a:lnTo>
                    <a:pt x="95" y="22"/>
                  </a:lnTo>
                  <a:lnTo>
                    <a:pt x="80" y="31"/>
                  </a:lnTo>
                  <a:lnTo>
                    <a:pt x="66" y="42"/>
                  </a:lnTo>
                  <a:lnTo>
                    <a:pt x="53" y="53"/>
                  </a:lnTo>
                  <a:lnTo>
                    <a:pt x="41" y="66"/>
                  </a:lnTo>
                  <a:lnTo>
                    <a:pt x="32" y="80"/>
                  </a:lnTo>
                  <a:lnTo>
                    <a:pt x="22" y="95"/>
                  </a:lnTo>
                  <a:lnTo>
                    <a:pt x="14" y="111"/>
                  </a:lnTo>
                  <a:lnTo>
                    <a:pt x="8" y="128"/>
                  </a:lnTo>
                  <a:lnTo>
                    <a:pt x="4" y="145"/>
                  </a:lnTo>
                  <a:lnTo>
                    <a:pt x="2" y="162"/>
                  </a:lnTo>
                  <a:lnTo>
                    <a:pt x="0" y="182"/>
                  </a:lnTo>
                  <a:lnTo>
                    <a:pt x="2" y="200"/>
                  </a:lnTo>
                  <a:lnTo>
                    <a:pt x="4" y="217"/>
                  </a:lnTo>
                  <a:lnTo>
                    <a:pt x="8" y="235"/>
                  </a:lnTo>
                  <a:lnTo>
                    <a:pt x="14" y="251"/>
                  </a:lnTo>
                  <a:lnTo>
                    <a:pt x="22" y="267"/>
                  </a:lnTo>
                  <a:lnTo>
                    <a:pt x="32" y="282"/>
                  </a:lnTo>
                  <a:lnTo>
                    <a:pt x="41" y="296"/>
                  </a:lnTo>
                  <a:lnTo>
                    <a:pt x="53" y="309"/>
                  </a:lnTo>
                  <a:lnTo>
                    <a:pt x="66" y="320"/>
                  </a:lnTo>
                  <a:lnTo>
                    <a:pt x="80" y="331"/>
                  </a:lnTo>
                  <a:lnTo>
                    <a:pt x="95" y="340"/>
                  </a:lnTo>
                  <a:lnTo>
                    <a:pt x="111" y="348"/>
                  </a:lnTo>
                  <a:lnTo>
                    <a:pt x="127" y="353"/>
                  </a:lnTo>
                  <a:lnTo>
                    <a:pt x="144" y="359"/>
                  </a:lnTo>
                  <a:lnTo>
                    <a:pt x="162" y="361"/>
                  </a:lnTo>
                  <a:lnTo>
                    <a:pt x="181" y="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30" name="Freeform 532">
              <a:extLst>
                <a:ext uri="{FF2B5EF4-FFF2-40B4-BE49-F238E27FC236}">
                  <a16:creationId xmlns:a16="http://schemas.microsoft.com/office/drawing/2014/main" id="{2E52B048-064F-4F87-91F4-D8CAE49F4903}"/>
                </a:ext>
              </a:extLst>
            </p:cNvPr>
            <p:cNvSpPr>
              <a:spLocks/>
            </p:cNvSpPr>
            <p:nvPr/>
          </p:nvSpPr>
          <p:spPr bwMode="auto">
            <a:xfrm>
              <a:off x="2689225" y="2732088"/>
              <a:ext cx="47625" cy="47625"/>
            </a:xfrm>
            <a:custGeom>
              <a:avLst/>
              <a:gdLst>
                <a:gd name="T0" fmla="*/ 67 w 150"/>
                <a:gd name="T1" fmla="*/ 0 h 150"/>
                <a:gd name="T2" fmla="*/ 52 w 150"/>
                <a:gd name="T3" fmla="*/ 3 h 150"/>
                <a:gd name="T4" fmla="*/ 38 w 150"/>
                <a:gd name="T5" fmla="*/ 9 h 150"/>
                <a:gd name="T6" fmla="*/ 27 w 150"/>
                <a:gd name="T7" fmla="*/ 17 h 150"/>
                <a:gd name="T8" fmla="*/ 17 w 150"/>
                <a:gd name="T9" fmla="*/ 27 h 150"/>
                <a:gd name="T10" fmla="*/ 8 w 150"/>
                <a:gd name="T11" fmla="*/ 39 h 150"/>
                <a:gd name="T12" fmla="*/ 3 w 150"/>
                <a:gd name="T13" fmla="*/ 53 h 150"/>
                <a:gd name="T14" fmla="*/ 0 w 150"/>
                <a:gd name="T15" fmla="*/ 68 h 150"/>
                <a:gd name="T16" fmla="*/ 0 w 150"/>
                <a:gd name="T17" fmla="*/ 83 h 150"/>
                <a:gd name="T18" fmla="*/ 3 w 150"/>
                <a:gd name="T19" fmla="*/ 98 h 150"/>
                <a:gd name="T20" fmla="*/ 8 w 150"/>
                <a:gd name="T21" fmla="*/ 111 h 150"/>
                <a:gd name="T22" fmla="*/ 17 w 150"/>
                <a:gd name="T23" fmla="*/ 123 h 150"/>
                <a:gd name="T24" fmla="*/ 27 w 150"/>
                <a:gd name="T25" fmla="*/ 133 h 150"/>
                <a:gd name="T26" fmla="*/ 38 w 150"/>
                <a:gd name="T27" fmla="*/ 141 h 150"/>
                <a:gd name="T28" fmla="*/ 52 w 150"/>
                <a:gd name="T29" fmla="*/ 147 h 150"/>
                <a:gd name="T30" fmla="*/ 67 w 150"/>
                <a:gd name="T31" fmla="*/ 150 h 150"/>
                <a:gd name="T32" fmla="*/ 82 w 150"/>
                <a:gd name="T33" fmla="*/ 150 h 150"/>
                <a:gd name="T34" fmla="*/ 97 w 150"/>
                <a:gd name="T35" fmla="*/ 147 h 150"/>
                <a:gd name="T36" fmla="*/ 110 w 150"/>
                <a:gd name="T37" fmla="*/ 141 h 150"/>
                <a:gd name="T38" fmla="*/ 122 w 150"/>
                <a:gd name="T39" fmla="*/ 133 h 150"/>
                <a:gd name="T40" fmla="*/ 133 w 150"/>
                <a:gd name="T41" fmla="*/ 123 h 150"/>
                <a:gd name="T42" fmla="*/ 140 w 150"/>
                <a:gd name="T43" fmla="*/ 111 h 150"/>
                <a:gd name="T44" fmla="*/ 147 w 150"/>
                <a:gd name="T45" fmla="*/ 98 h 150"/>
                <a:gd name="T46" fmla="*/ 150 w 150"/>
                <a:gd name="T47" fmla="*/ 83 h 150"/>
                <a:gd name="T48" fmla="*/ 150 w 150"/>
                <a:gd name="T49" fmla="*/ 68 h 150"/>
                <a:gd name="T50" fmla="*/ 147 w 150"/>
                <a:gd name="T51" fmla="*/ 53 h 150"/>
                <a:gd name="T52" fmla="*/ 140 w 150"/>
                <a:gd name="T53" fmla="*/ 39 h 150"/>
                <a:gd name="T54" fmla="*/ 133 w 150"/>
                <a:gd name="T55" fmla="*/ 27 h 150"/>
                <a:gd name="T56" fmla="*/ 122 w 150"/>
                <a:gd name="T57" fmla="*/ 17 h 150"/>
                <a:gd name="T58" fmla="*/ 110 w 150"/>
                <a:gd name="T59" fmla="*/ 9 h 150"/>
                <a:gd name="T60" fmla="*/ 97 w 150"/>
                <a:gd name="T61" fmla="*/ 3 h 150"/>
                <a:gd name="T62" fmla="*/ 82 w 150"/>
                <a:gd name="T6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0" h="150">
                  <a:moveTo>
                    <a:pt x="75" y="0"/>
                  </a:moveTo>
                  <a:lnTo>
                    <a:pt x="67" y="0"/>
                  </a:lnTo>
                  <a:lnTo>
                    <a:pt x="60" y="1"/>
                  </a:lnTo>
                  <a:lnTo>
                    <a:pt x="52" y="3"/>
                  </a:lnTo>
                  <a:lnTo>
                    <a:pt x="45" y="6"/>
                  </a:lnTo>
                  <a:lnTo>
                    <a:pt x="38" y="9"/>
                  </a:lnTo>
                  <a:lnTo>
                    <a:pt x="32" y="13"/>
                  </a:lnTo>
                  <a:lnTo>
                    <a:pt x="27" y="17"/>
                  </a:lnTo>
                  <a:lnTo>
                    <a:pt x="21" y="22"/>
                  </a:lnTo>
                  <a:lnTo>
                    <a:pt x="17" y="27"/>
                  </a:lnTo>
                  <a:lnTo>
                    <a:pt x="13" y="33"/>
                  </a:lnTo>
                  <a:lnTo>
                    <a:pt x="8" y="39"/>
                  </a:lnTo>
                  <a:lnTo>
                    <a:pt x="5" y="45"/>
                  </a:lnTo>
                  <a:lnTo>
                    <a:pt x="3" y="53"/>
                  </a:lnTo>
                  <a:lnTo>
                    <a:pt x="1" y="60"/>
                  </a:lnTo>
                  <a:lnTo>
                    <a:pt x="0" y="68"/>
                  </a:lnTo>
                  <a:lnTo>
                    <a:pt x="0" y="75"/>
                  </a:lnTo>
                  <a:lnTo>
                    <a:pt x="0" y="83"/>
                  </a:lnTo>
                  <a:lnTo>
                    <a:pt x="1" y="90"/>
                  </a:lnTo>
                  <a:lnTo>
                    <a:pt x="3" y="98"/>
                  </a:lnTo>
                  <a:lnTo>
                    <a:pt x="5" y="104"/>
                  </a:lnTo>
                  <a:lnTo>
                    <a:pt x="8" y="111"/>
                  </a:lnTo>
                  <a:lnTo>
                    <a:pt x="13" y="117"/>
                  </a:lnTo>
                  <a:lnTo>
                    <a:pt x="17" y="123"/>
                  </a:lnTo>
                  <a:lnTo>
                    <a:pt x="21" y="128"/>
                  </a:lnTo>
                  <a:lnTo>
                    <a:pt x="27" y="133"/>
                  </a:lnTo>
                  <a:lnTo>
                    <a:pt x="32" y="138"/>
                  </a:lnTo>
                  <a:lnTo>
                    <a:pt x="38" y="141"/>
                  </a:lnTo>
                  <a:lnTo>
                    <a:pt x="45" y="144"/>
                  </a:lnTo>
                  <a:lnTo>
                    <a:pt x="52" y="147"/>
                  </a:lnTo>
                  <a:lnTo>
                    <a:pt x="60" y="149"/>
                  </a:lnTo>
                  <a:lnTo>
                    <a:pt x="67" y="150"/>
                  </a:lnTo>
                  <a:lnTo>
                    <a:pt x="75" y="150"/>
                  </a:lnTo>
                  <a:lnTo>
                    <a:pt x="82" y="150"/>
                  </a:lnTo>
                  <a:lnTo>
                    <a:pt x="90" y="149"/>
                  </a:lnTo>
                  <a:lnTo>
                    <a:pt x="97" y="147"/>
                  </a:lnTo>
                  <a:lnTo>
                    <a:pt x="104" y="144"/>
                  </a:lnTo>
                  <a:lnTo>
                    <a:pt x="110" y="141"/>
                  </a:lnTo>
                  <a:lnTo>
                    <a:pt x="117" y="138"/>
                  </a:lnTo>
                  <a:lnTo>
                    <a:pt x="122" y="133"/>
                  </a:lnTo>
                  <a:lnTo>
                    <a:pt x="127" y="128"/>
                  </a:lnTo>
                  <a:lnTo>
                    <a:pt x="133" y="123"/>
                  </a:lnTo>
                  <a:lnTo>
                    <a:pt x="137" y="117"/>
                  </a:lnTo>
                  <a:lnTo>
                    <a:pt x="140" y="111"/>
                  </a:lnTo>
                  <a:lnTo>
                    <a:pt x="144" y="104"/>
                  </a:lnTo>
                  <a:lnTo>
                    <a:pt x="147" y="98"/>
                  </a:lnTo>
                  <a:lnTo>
                    <a:pt x="148" y="90"/>
                  </a:lnTo>
                  <a:lnTo>
                    <a:pt x="150" y="83"/>
                  </a:lnTo>
                  <a:lnTo>
                    <a:pt x="150" y="75"/>
                  </a:lnTo>
                  <a:lnTo>
                    <a:pt x="150" y="68"/>
                  </a:lnTo>
                  <a:lnTo>
                    <a:pt x="148" y="60"/>
                  </a:lnTo>
                  <a:lnTo>
                    <a:pt x="147" y="53"/>
                  </a:lnTo>
                  <a:lnTo>
                    <a:pt x="144" y="45"/>
                  </a:lnTo>
                  <a:lnTo>
                    <a:pt x="140" y="39"/>
                  </a:lnTo>
                  <a:lnTo>
                    <a:pt x="137" y="33"/>
                  </a:lnTo>
                  <a:lnTo>
                    <a:pt x="133" y="27"/>
                  </a:lnTo>
                  <a:lnTo>
                    <a:pt x="127" y="22"/>
                  </a:lnTo>
                  <a:lnTo>
                    <a:pt x="122" y="17"/>
                  </a:lnTo>
                  <a:lnTo>
                    <a:pt x="117" y="13"/>
                  </a:lnTo>
                  <a:lnTo>
                    <a:pt x="110" y="9"/>
                  </a:lnTo>
                  <a:lnTo>
                    <a:pt x="104" y="6"/>
                  </a:lnTo>
                  <a:lnTo>
                    <a:pt x="97" y="3"/>
                  </a:lnTo>
                  <a:lnTo>
                    <a:pt x="90" y="1"/>
                  </a:lnTo>
                  <a:lnTo>
                    <a:pt x="82" y="0"/>
                  </a:lnTo>
                  <a:lnTo>
                    <a:pt x="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31" name="Freeform 533">
              <a:extLst>
                <a:ext uri="{FF2B5EF4-FFF2-40B4-BE49-F238E27FC236}">
                  <a16:creationId xmlns:a16="http://schemas.microsoft.com/office/drawing/2014/main" id="{EAA333D2-8D3D-46F1-AA66-AF738FADC66E}"/>
                </a:ext>
              </a:extLst>
            </p:cNvPr>
            <p:cNvSpPr>
              <a:spLocks noEditPoints="1"/>
            </p:cNvSpPr>
            <p:nvPr/>
          </p:nvSpPr>
          <p:spPr bwMode="auto">
            <a:xfrm>
              <a:off x="2789238" y="2654300"/>
              <a:ext cx="96838" cy="106363"/>
            </a:xfrm>
            <a:custGeom>
              <a:avLst/>
              <a:gdLst>
                <a:gd name="T0" fmla="*/ 30 w 301"/>
                <a:gd name="T1" fmla="*/ 30 h 331"/>
                <a:gd name="T2" fmla="*/ 250 w 301"/>
                <a:gd name="T3" fmla="*/ 150 h 331"/>
                <a:gd name="T4" fmla="*/ 301 w 301"/>
                <a:gd name="T5" fmla="*/ 165 h 331"/>
                <a:gd name="T6" fmla="*/ 300 w 301"/>
                <a:gd name="T7" fmla="*/ 161 h 331"/>
                <a:gd name="T8" fmla="*/ 300 w 301"/>
                <a:gd name="T9" fmla="*/ 160 h 331"/>
                <a:gd name="T10" fmla="*/ 297 w 301"/>
                <a:gd name="T11" fmla="*/ 155 h 331"/>
                <a:gd name="T12" fmla="*/ 297 w 301"/>
                <a:gd name="T13" fmla="*/ 155 h 331"/>
                <a:gd name="T14" fmla="*/ 144 w 301"/>
                <a:gd name="T15" fmla="*/ 2 h 331"/>
                <a:gd name="T16" fmla="*/ 138 w 301"/>
                <a:gd name="T17" fmla="*/ 0 h 331"/>
                <a:gd name="T18" fmla="*/ 15 w 301"/>
                <a:gd name="T19" fmla="*/ 0 h 331"/>
                <a:gd name="T20" fmla="*/ 10 w 301"/>
                <a:gd name="T21" fmla="*/ 1 h 331"/>
                <a:gd name="T22" fmla="*/ 4 w 301"/>
                <a:gd name="T23" fmla="*/ 4 h 331"/>
                <a:gd name="T24" fmla="*/ 1 w 301"/>
                <a:gd name="T25" fmla="*/ 10 h 331"/>
                <a:gd name="T26" fmla="*/ 0 w 301"/>
                <a:gd name="T27" fmla="*/ 15 h 331"/>
                <a:gd name="T28" fmla="*/ 0 w 301"/>
                <a:gd name="T29" fmla="*/ 316 h 331"/>
                <a:gd name="T30" fmla="*/ 1 w 301"/>
                <a:gd name="T31" fmla="*/ 322 h 331"/>
                <a:gd name="T32" fmla="*/ 4 w 301"/>
                <a:gd name="T33" fmla="*/ 327 h 331"/>
                <a:gd name="T34" fmla="*/ 10 w 301"/>
                <a:gd name="T35" fmla="*/ 330 h 331"/>
                <a:gd name="T36" fmla="*/ 15 w 301"/>
                <a:gd name="T37" fmla="*/ 331 h 331"/>
                <a:gd name="T38" fmla="*/ 31 w 301"/>
                <a:gd name="T39" fmla="*/ 324 h 331"/>
                <a:gd name="T40" fmla="*/ 31 w 301"/>
                <a:gd name="T41" fmla="*/ 306 h 331"/>
                <a:gd name="T42" fmla="*/ 35 w 301"/>
                <a:gd name="T43" fmla="*/ 285 h 331"/>
                <a:gd name="T44" fmla="*/ 43 w 301"/>
                <a:gd name="T45" fmla="*/ 266 h 331"/>
                <a:gd name="T46" fmla="*/ 55 w 301"/>
                <a:gd name="T47" fmla="*/ 249 h 331"/>
                <a:gd name="T48" fmla="*/ 69 w 301"/>
                <a:gd name="T49" fmla="*/ 235 h 331"/>
                <a:gd name="T50" fmla="*/ 86 w 301"/>
                <a:gd name="T51" fmla="*/ 223 h 331"/>
                <a:gd name="T52" fmla="*/ 104 w 301"/>
                <a:gd name="T53" fmla="*/ 215 h 331"/>
                <a:gd name="T54" fmla="*/ 126 w 301"/>
                <a:gd name="T55" fmla="*/ 211 h 331"/>
                <a:gd name="T56" fmla="*/ 147 w 301"/>
                <a:gd name="T57" fmla="*/ 211 h 331"/>
                <a:gd name="T58" fmla="*/ 167 w 301"/>
                <a:gd name="T59" fmla="*/ 215 h 331"/>
                <a:gd name="T60" fmla="*/ 186 w 301"/>
                <a:gd name="T61" fmla="*/ 223 h 331"/>
                <a:gd name="T62" fmla="*/ 203 w 301"/>
                <a:gd name="T63" fmla="*/ 235 h 331"/>
                <a:gd name="T64" fmla="*/ 217 w 301"/>
                <a:gd name="T65" fmla="*/ 249 h 331"/>
                <a:gd name="T66" fmla="*/ 229 w 301"/>
                <a:gd name="T67" fmla="*/ 266 h 331"/>
                <a:gd name="T68" fmla="*/ 236 w 301"/>
                <a:gd name="T69" fmla="*/ 285 h 331"/>
                <a:gd name="T70" fmla="*/ 240 w 301"/>
                <a:gd name="T71" fmla="*/ 306 h 331"/>
                <a:gd name="T72" fmla="*/ 241 w 301"/>
                <a:gd name="T73" fmla="*/ 324 h 331"/>
                <a:gd name="T74" fmla="*/ 286 w 301"/>
                <a:gd name="T75" fmla="*/ 331 h 331"/>
                <a:gd name="T76" fmla="*/ 292 w 301"/>
                <a:gd name="T77" fmla="*/ 330 h 331"/>
                <a:gd name="T78" fmla="*/ 297 w 301"/>
                <a:gd name="T79" fmla="*/ 327 h 331"/>
                <a:gd name="T80" fmla="*/ 300 w 301"/>
                <a:gd name="T81" fmla="*/ 322 h 331"/>
                <a:gd name="T82" fmla="*/ 301 w 301"/>
                <a:gd name="T83" fmla="*/ 316 h 331"/>
                <a:gd name="T84" fmla="*/ 301 w 301"/>
                <a:gd name="T85" fmla="*/ 16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1" h="331">
                  <a:moveTo>
                    <a:pt x="30" y="150"/>
                  </a:moveTo>
                  <a:lnTo>
                    <a:pt x="30" y="30"/>
                  </a:lnTo>
                  <a:lnTo>
                    <a:pt x="130" y="30"/>
                  </a:lnTo>
                  <a:lnTo>
                    <a:pt x="250" y="150"/>
                  </a:lnTo>
                  <a:lnTo>
                    <a:pt x="30" y="150"/>
                  </a:lnTo>
                  <a:close/>
                  <a:moveTo>
                    <a:pt x="301" y="165"/>
                  </a:moveTo>
                  <a:lnTo>
                    <a:pt x="300" y="163"/>
                  </a:lnTo>
                  <a:lnTo>
                    <a:pt x="300" y="161"/>
                  </a:lnTo>
                  <a:lnTo>
                    <a:pt x="300" y="160"/>
                  </a:lnTo>
                  <a:lnTo>
                    <a:pt x="300" y="160"/>
                  </a:lnTo>
                  <a:lnTo>
                    <a:pt x="298" y="156"/>
                  </a:lnTo>
                  <a:lnTo>
                    <a:pt x="297" y="155"/>
                  </a:lnTo>
                  <a:lnTo>
                    <a:pt x="297" y="155"/>
                  </a:lnTo>
                  <a:lnTo>
                    <a:pt x="297" y="155"/>
                  </a:lnTo>
                  <a:lnTo>
                    <a:pt x="147" y="4"/>
                  </a:lnTo>
                  <a:lnTo>
                    <a:pt x="144" y="2"/>
                  </a:lnTo>
                  <a:lnTo>
                    <a:pt x="142" y="1"/>
                  </a:lnTo>
                  <a:lnTo>
                    <a:pt x="138" y="0"/>
                  </a:lnTo>
                  <a:lnTo>
                    <a:pt x="136" y="0"/>
                  </a:lnTo>
                  <a:lnTo>
                    <a:pt x="15" y="0"/>
                  </a:lnTo>
                  <a:lnTo>
                    <a:pt x="12" y="0"/>
                  </a:lnTo>
                  <a:lnTo>
                    <a:pt x="10" y="1"/>
                  </a:lnTo>
                  <a:lnTo>
                    <a:pt x="7" y="2"/>
                  </a:lnTo>
                  <a:lnTo>
                    <a:pt x="4" y="4"/>
                  </a:lnTo>
                  <a:lnTo>
                    <a:pt x="3" y="6"/>
                  </a:lnTo>
                  <a:lnTo>
                    <a:pt x="1" y="10"/>
                  </a:lnTo>
                  <a:lnTo>
                    <a:pt x="1" y="12"/>
                  </a:lnTo>
                  <a:lnTo>
                    <a:pt x="0" y="15"/>
                  </a:lnTo>
                  <a:lnTo>
                    <a:pt x="0" y="165"/>
                  </a:lnTo>
                  <a:lnTo>
                    <a:pt x="0" y="316"/>
                  </a:lnTo>
                  <a:lnTo>
                    <a:pt x="1" y="320"/>
                  </a:lnTo>
                  <a:lnTo>
                    <a:pt x="1" y="322"/>
                  </a:lnTo>
                  <a:lnTo>
                    <a:pt x="3" y="325"/>
                  </a:lnTo>
                  <a:lnTo>
                    <a:pt x="4" y="327"/>
                  </a:lnTo>
                  <a:lnTo>
                    <a:pt x="7" y="328"/>
                  </a:lnTo>
                  <a:lnTo>
                    <a:pt x="10" y="330"/>
                  </a:lnTo>
                  <a:lnTo>
                    <a:pt x="12" y="331"/>
                  </a:lnTo>
                  <a:lnTo>
                    <a:pt x="15" y="331"/>
                  </a:lnTo>
                  <a:lnTo>
                    <a:pt x="31" y="331"/>
                  </a:lnTo>
                  <a:lnTo>
                    <a:pt x="31" y="324"/>
                  </a:lnTo>
                  <a:lnTo>
                    <a:pt x="30" y="316"/>
                  </a:lnTo>
                  <a:lnTo>
                    <a:pt x="31" y="306"/>
                  </a:lnTo>
                  <a:lnTo>
                    <a:pt x="32" y="295"/>
                  </a:lnTo>
                  <a:lnTo>
                    <a:pt x="35" y="285"/>
                  </a:lnTo>
                  <a:lnTo>
                    <a:pt x="39" y="276"/>
                  </a:lnTo>
                  <a:lnTo>
                    <a:pt x="43" y="266"/>
                  </a:lnTo>
                  <a:lnTo>
                    <a:pt x="48" y="257"/>
                  </a:lnTo>
                  <a:lnTo>
                    <a:pt x="55" y="249"/>
                  </a:lnTo>
                  <a:lnTo>
                    <a:pt x="61" y="241"/>
                  </a:lnTo>
                  <a:lnTo>
                    <a:pt x="69" y="235"/>
                  </a:lnTo>
                  <a:lnTo>
                    <a:pt x="77" y="228"/>
                  </a:lnTo>
                  <a:lnTo>
                    <a:pt x="86" y="223"/>
                  </a:lnTo>
                  <a:lnTo>
                    <a:pt x="94" y="219"/>
                  </a:lnTo>
                  <a:lnTo>
                    <a:pt x="104" y="215"/>
                  </a:lnTo>
                  <a:lnTo>
                    <a:pt x="115" y="213"/>
                  </a:lnTo>
                  <a:lnTo>
                    <a:pt x="126" y="211"/>
                  </a:lnTo>
                  <a:lnTo>
                    <a:pt x="136" y="211"/>
                  </a:lnTo>
                  <a:lnTo>
                    <a:pt x="147" y="211"/>
                  </a:lnTo>
                  <a:lnTo>
                    <a:pt x="157" y="213"/>
                  </a:lnTo>
                  <a:lnTo>
                    <a:pt x="167" y="215"/>
                  </a:lnTo>
                  <a:lnTo>
                    <a:pt x="177" y="219"/>
                  </a:lnTo>
                  <a:lnTo>
                    <a:pt x="186" y="223"/>
                  </a:lnTo>
                  <a:lnTo>
                    <a:pt x="194" y="228"/>
                  </a:lnTo>
                  <a:lnTo>
                    <a:pt x="203" y="235"/>
                  </a:lnTo>
                  <a:lnTo>
                    <a:pt x="210" y="241"/>
                  </a:lnTo>
                  <a:lnTo>
                    <a:pt x="217" y="249"/>
                  </a:lnTo>
                  <a:lnTo>
                    <a:pt x="223" y="257"/>
                  </a:lnTo>
                  <a:lnTo>
                    <a:pt x="229" y="266"/>
                  </a:lnTo>
                  <a:lnTo>
                    <a:pt x="233" y="276"/>
                  </a:lnTo>
                  <a:lnTo>
                    <a:pt x="236" y="285"/>
                  </a:lnTo>
                  <a:lnTo>
                    <a:pt x="239" y="295"/>
                  </a:lnTo>
                  <a:lnTo>
                    <a:pt x="240" y="306"/>
                  </a:lnTo>
                  <a:lnTo>
                    <a:pt x="241" y="316"/>
                  </a:lnTo>
                  <a:lnTo>
                    <a:pt x="241" y="324"/>
                  </a:lnTo>
                  <a:lnTo>
                    <a:pt x="240" y="331"/>
                  </a:lnTo>
                  <a:lnTo>
                    <a:pt x="286" y="331"/>
                  </a:lnTo>
                  <a:lnTo>
                    <a:pt x="290" y="330"/>
                  </a:lnTo>
                  <a:lnTo>
                    <a:pt x="292" y="330"/>
                  </a:lnTo>
                  <a:lnTo>
                    <a:pt x="295" y="328"/>
                  </a:lnTo>
                  <a:lnTo>
                    <a:pt x="297" y="327"/>
                  </a:lnTo>
                  <a:lnTo>
                    <a:pt x="299" y="325"/>
                  </a:lnTo>
                  <a:lnTo>
                    <a:pt x="300" y="322"/>
                  </a:lnTo>
                  <a:lnTo>
                    <a:pt x="301" y="320"/>
                  </a:lnTo>
                  <a:lnTo>
                    <a:pt x="301" y="316"/>
                  </a:lnTo>
                  <a:lnTo>
                    <a:pt x="301" y="165"/>
                  </a:lnTo>
                  <a:lnTo>
                    <a:pt x="301" y="165"/>
                  </a:lnTo>
                  <a:lnTo>
                    <a:pt x="301"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32" name="Freeform 534">
              <a:extLst>
                <a:ext uri="{FF2B5EF4-FFF2-40B4-BE49-F238E27FC236}">
                  <a16:creationId xmlns:a16="http://schemas.microsoft.com/office/drawing/2014/main" id="{EA835F6B-D6FD-4AA9-A22D-E8677538FEB7}"/>
                </a:ext>
              </a:extLst>
            </p:cNvPr>
            <p:cNvSpPr>
              <a:spLocks/>
            </p:cNvSpPr>
            <p:nvPr/>
          </p:nvSpPr>
          <p:spPr bwMode="auto">
            <a:xfrm>
              <a:off x="2808288" y="2732088"/>
              <a:ext cx="49213" cy="47625"/>
            </a:xfrm>
            <a:custGeom>
              <a:avLst/>
              <a:gdLst>
                <a:gd name="T0" fmla="*/ 68 w 151"/>
                <a:gd name="T1" fmla="*/ 0 h 150"/>
                <a:gd name="T2" fmla="*/ 54 w 151"/>
                <a:gd name="T3" fmla="*/ 3 h 150"/>
                <a:gd name="T4" fmla="*/ 40 w 151"/>
                <a:gd name="T5" fmla="*/ 9 h 150"/>
                <a:gd name="T6" fmla="*/ 28 w 151"/>
                <a:gd name="T7" fmla="*/ 17 h 150"/>
                <a:gd name="T8" fmla="*/ 17 w 151"/>
                <a:gd name="T9" fmla="*/ 27 h 150"/>
                <a:gd name="T10" fmla="*/ 10 w 151"/>
                <a:gd name="T11" fmla="*/ 39 h 150"/>
                <a:gd name="T12" fmla="*/ 4 w 151"/>
                <a:gd name="T13" fmla="*/ 53 h 150"/>
                <a:gd name="T14" fmla="*/ 1 w 151"/>
                <a:gd name="T15" fmla="*/ 68 h 150"/>
                <a:gd name="T16" fmla="*/ 1 w 151"/>
                <a:gd name="T17" fmla="*/ 83 h 150"/>
                <a:gd name="T18" fmla="*/ 4 w 151"/>
                <a:gd name="T19" fmla="*/ 98 h 150"/>
                <a:gd name="T20" fmla="*/ 10 w 151"/>
                <a:gd name="T21" fmla="*/ 111 h 150"/>
                <a:gd name="T22" fmla="*/ 17 w 151"/>
                <a:gd name="T23" fmla="*/ 123 h 150"/>
                <a:gd name="T24" fmla="*/ 28 w 151"/>
                <a:gd name="T25" fmla="*/ 133 h 150"/>
                <a:gd name="T26" fmla="*/ 40 w 151"/>
                <a:gd name="T27" fmla="*/ 141 h 150"/>
                <a:gd name="T28" fmla="*/ 54 w 151"/>
                <a:gd name="T29" fmla="*/ 147 h 150"/>
                <a:gd name="T30" fmla="*/ 68 w 151"/>
                <a:gd name="T31" fmla="*/ 150 h 150"/>
                <a:gd name="T32" fmla="*/ 84 w 151"/>
                <a:gd name="T33" fmla="*/ 150 h 150"/>
                <a:gd name="T34" fmla="*/ 98 w 151"/>
                <a:gd name="T35" fmla="*/ 147 h 150"/>
                <a:gd name="T36" fmla="*/ 112 w 151"/>
                <a:gd name="T37" fmla="*/ 141 h 150"/>
                <a:gd name="T38" fmla="*/ 124 w 151"/>
                <a:gd name="T39" fmla="*/ 133 h 150"/>
                <a:gd name="T40" fmla="*/ 134 w 151"/>
                <a:gd name="T41" fmla="*/ 123 h 150"/>
                <a:gd name="T42" fmla="*/ 142 w 151"/>
                <a:gd name="T43" fmla="*/ 111 h 150"/>
                <a:gd name="T44" fmla="*/ 148 w 151"/>
                <a:gd name="T45" fmla="*/ 98 h 150"/>
                <a:gd name="T46" fmla="*/ 150 w 151"/>
                <a:gd name="T47" fmla="*/ 83 h 150"/>
                <a:gd name="T48" fmla="*/ 150 w 151"/>
                <a:gd name="T49" fmla="*/ 68 h 150"/>
                <a:gd name="T50" fmla="*/ 148 w 151"/>
                <a:gd name="T51" fmla="*/ 53 h 150"/>
                <a:gd name="T52" fmla="*/ 142 w 151"/>
                <a:gd name="T53" fmla="*/ 39 h 150"/>
                <a:gd name="T54" fmla="*/ 134 w 151"/>
                <a:gd name="T55" fmla="*/ 27 h 150"/>
                <a:gd name="T56" fmla="*/ 124 w 151"/>
                <a:gd name="T57" fmla="*/ 17 h 150"/>
                <a:gd name="T58" fmla="*/ 112 w 151"/>
                <a:gd name="T59" fmla="*/ 9 h 150"/>
                <a:gd name="T60" fmla="*/ 98 w 151"/>
                <a:gd name="T61" fmla="*/ 3 h 150"/>
                <a:gd name="T62" fmla="*/ 84 w 151"/>
                <a:gd name="T6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150">
                  <a:moveTo>
                    <a:pt x="76" y="0"/>
                  </a:moveTo>
                  <a:lnTo>
                    <a:pt x="68" y="0"/>
                  </a:lnTo>
                  <a:lnTo>
                    <a:pt x="60" y="1"/>
                  </a:lnTo>
                  <a:lnTo>
                    <a:pt x="54" y="3"/>
                  </a:lnTo>
                  <a:lnTo>
                    <a:pt x="46" y="6"/>
                  </a:lnTo>
                  <a:lnTo>
                    <a:pt x="40" y="9"/>
                  </a:lnTo>
                  <a:lnTo>
                    <a:pt x="33" y="13"/>
                  </a:lnTo>
                  <a:lnTo>
                    <a:pt x="28" y="17"/>
                  </a:lnTo>
                  <a:lnTo>
                    <a:pt x="23" y="22"/>
                  </a:lnTo>
                  <a:lnTo>
                    <a:pt x="17" y="27"/>
                  </a:lnTo>
                  <a:lnTo>
                    <a:pt x="13" y="33"/>
                  </a:lnTo>
                  <a:lnTo>
                    <a:pt x="10" y="39"/>
                  </a:lnTo>
                  <a:lnTo>
                    <a:pt x="7" y="45"/>
                  </a:lnTo>
                  <a:lnTo>
                    <a:pt x="4" y="53"/>
                  </a:lnTo>
                  <a:lnTo>
                    <a:pt x="2" y="60"/>
                  </a:lnTo>
                  <a:lnTo>
                    <a:pt x="1" y="68"/>
                  </a:lnTo>
                  <a:lnTo>
                    <a:pt x="0" y="75"/>
                  </a:lnTo>
                  <a:lnTo>
                    <a:pt x="1" y="83"/>
                  </a:lnTo>
                  <a:lnTo>
                    <a:pt x="2" y="90"/>
                  </a:lnTo>
                  <a:lnTo>
                    <a:pt x="4" y="98"/>
                  </a:lnTo>
                  <a:lnTo>
                    <a:pt x="7" y="104"/>
                  </a:lnTo>
                  <a:lnTo>
                    <a:pt x="10" y="111"/>
                  </a:lnTo>
                  <a:lnTo>
                    <a:pt x="13" y="117"/>
                  </a:lnTo>
                  <a:lnTo>
                    <a:pt x="17" y="123"/>
                  </a:lnTo>
                  <a:lnTo>
                    <a:pt x="23" y="128"/>
                  </a:lnTo>
                  <a:lnTo>
                    <a:pt x="28" y="133"/>
                  </a:lnTo>
                  <a:lnTo>
                    <a:pt x="33" y="138"/>
                  </a:lnTo>
                  <a:lnTo>
                    <a:pt x="40" y="141"/>
                  </a:lnTo>
                  <a:lnTo>
                    <a:pt x="46" y="144"/>
                  </a:lnTo>
                  <a:lnTo>
                    <a:pt x="54" y="147"/>
                  </a:lnTo>
                  <a:lnTo>
                    <a:pt x="60" y="149"/>
                  </a:lnTo>
                  <a:lnTo>
                    <a:pt x="68" y="150"/>
                  </a:lnTo>
                  <a:lnTo>
                    <a:pt x="76" y="150"/>
                  </a:lnTo>
                  <a:lnTo>
                    <a:pt x="84" y="150"/>
                  </a:lnTo>
                  <a:lnTo>
                    <a:pt x="91" y="149"/>
                  </a:lnTo>
                  <a:lnTo>
                    <a:pt x="98" y="147"/>
                  </a:lnTo>
                  <a:lnTo>
                    <a:pt x="105" y="144"/>
                  </a:lnTo>
                  <a:lnTo>
                    <a:pt x="112" y="141"/>
                  </a:lnTo>
                  <a:lnTo>
                    <a:pt x="118" y="138"/>
                  </a:lnTo>
                  <a:lnTo>
                    <a:pt x="124" y="133"/>
                  </a:lnTo>
                  <a:lnTo>
                    <a:pt x="129" y="128"/>
                  </a:lnTo>
                  <a:lnTo>
                    <a:pt x="134" y="123"/>
                  </a:lnTo>
                  <a:lnTo>
                    <a:pt x="139" y="117"/>
                  </a:lnTo>
                  <a:lnTo>
                    <a:pt x="142" y="111"/>
                  </a:lnTo>
                  <a:lnTo>
                    <a:pt x="145" y="104"/>
                  </a:lnTo>
                  <a:lnTo>
                    <a:pt x="148" y="98"/>
                  </a:lnTo>
                  <a:lnTo>
                    <a:pt x="149" y="90"/>
                  </a:lnTo>
                  <a:lnTo>
                    <a:pt x="150" y="83"/>
                  </a:lnTo>
                  <a:lnTo>
                    <a:pt x="151" y="75"/>
                  </a:lnTo>
                  <a:lnTo>
                    <a:pt x="150" y="68"/>
                  </a:lnTo>
                  <a:lnTo>
                    <a:pt x="149" y="60"/>
                  </a:lnTo>
                  <a:lnTo>
                    <a:pt x="148" y="53"/>
                  </a:lnTo>
                  <a:lnTo>
                    <a:pt x="145" y="45"/>
                  </a:lnTo>
                  <a:lnTo>
                    <a:pt x="142" y="39"/>
                  </a:lnTo>
                  <a:lnTo>
                    <a:pt x="139" y="33"/>
                  </a:lnTo>
                  <a:lnTo>
                    <a:pt x="134" y="27"/>
                  </a:lnTo>
                  <a:lnTo>
                    <a:pt x="129" y="22"/>
                  </a:lnTo>
                  <a:lnTo>
                    <a:pt x="124" y="17"/>
                  </a:lnTo>
                  <a:lnTo>
                    <a:pt x="118" y="13"/>
                  </a:lnTo>
                  <a:lnTo>
                    <a:pt x="112" y="9"/>
                  </a:lnTo>
                  <a:lnTo>
                    <a:pt x="105" y="6"/>
                  </a:lnTo>
                  <a:lnTo>
                    <a:pt x="98" y="3"/>
                  </a:lnTo>
                  <a:lnTo>
                    <a:pt x="91" y="1"/>
                  </a:lnTo>
                  <a:lnTo>
                    <a:pt x="84" y="0"/>
                  </a:ln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spTree>
    <p:extLst>
      <p:ext uri="{BB962C8B-B14F-4D97-AF65-F5344CB8AC3E}">
        <p14:creationId xmlns:p14="http://schemas.microsoft.com/office/powerpoint/2010/main" val="376658325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B1AADD15-EF19-4140-88C7-FA18D3670B4A}"/>
              </a:ext>
            </a:extLst>
          </p:cNvPr>
          <p:cNvSpPr txBox="1"/>
          <p:nvPr/>
        </p:nvSpPr>
        <p:spPr>
          <a:xfrm>
            <a:off x="431800" y="191214"/>
            <a:ext cx="11328400" cy="73866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3F3F3F"/>
                </a:solidFill>
                <a:effectLst/>
                <a:uLnTx/>
                <a:uFillTx/>
                <a:latin typeface="Corbel" panose="020B0503020204020204"/>
                <a:ea typeface="+mn-ea"/>
                <a:cs typeface="+mn-cs"/>
              </a:rPr>
              <a:t>TABLES</a:t>
            </a:r>
          </a:p>
        </p:txBody>
      </p:sp>
      <p:grpSp>
        <p:nvGrpSpPr>
          <p:cNvPr id="5" name="Group 4">
            <a:extLst>
              <a:ext uri="{FF2B5EF4-FFF2-40B4-BE49-F238E27FC236}">
                <a16:creationId xmlns:a16="http://schemas.microsoft.com/office/drawing/2014/main" id="{D903D880-2121-4AF1-AB91-4DE7F5B28CF3}"/>
              </a:ext>
            </a:extLst>
          </p:cNvPr>
          <p:cNvGrpSpPr/>
          <p:nvPr/>
        </p:nvGrpSpPr>
        <p:grpSpPr>
          <a:xfrm>
            <a:off x="5319855" y="6478321"/>
            <a:ext cx="1552291" cy="121183"/>
            <a:chOff x="4665436" y="4689691"/>
            <a:chExt cx="2415114" cy="121183"/>
          </a:xfrm>
        </p:grpSpPr>
        <p:sp>
          <p:nvSpPr>
            <p:cNvPr id="6" name="Rectangle: Rounded Corners 5">
              <a:extLst>
                <a:ext uri="{FF2B5EF4-FFF2-40B4-BE49-F238E27FC236}">
                  <a16:creationId xmlns:a16="http://schemas.microsoft.com/office/drawing/2014/main" id="{BC7BF908-FDDB-4BF7-BD98-0F1BBFA71B88}"/>
                </a:ext>
              </a:extLst>
            </p:cNvPr>
            <p:cNvSpPr/>
            <p:nvPr/>
          </p:nvSpPr>
          <p:spPr>
            <a:xfrm>
              <a:off x="4665436" y="4689691"/>
              <a:ext cx="1075758" cy="121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ectangle: Rounded Corners 6">
              <a:extLst>
                <a:ext uri="{FF2B5EF4-FFF2-40B4-BE49-F238E27FC236}">
                  <a16:creationId xmlns:a16="http://schemas.microsoft.com/office/drawing/2014/main" id="{B1F27A12-06B2-470B-96A1-37F027DD98F8}"/>
                </a:ext>
              </a:extLst>
            </p:cNvPr>
            <p:cNvSpPr/>
            <p:nvPr/>
          </p:nvSpPr>
          <p:spPr>
            <a:xfrm>
              <a:off x="6004792" y="4689691"/>
              <a:ext cx="1075758" cy="12118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grpSp>
      <p:sp>
        <p:nvSpPr>
          <p:cNvPr id="8" name="Date Placeholder 7">
            <a:extLst>
              <a:ext uri="{FF2B5EF4-FFF2-40B4-BE49-F238E27FC236}">
                <a16:creationId xmlns:a16="http://schemas.microsoft.com/office/drawing/2014/main" id="{ED17E5F7-A895-4DA2-9E2E-33870877DB5B}"/>
              </a:ext>
            </a:extLst>
          </p:cNvPr>
          <p:cNvSpPr>
            <a:spLocks noGrp="1"/>
          </p:cNvSpPr>
          <p:nvPr>
            <p:ph type="dt" sz="half" idx="10"/>
          </p:nvPr>
        </p:nvSpPr>
        <p:spPr>
          <a:xfrm>
            <a:off x="838200" y="6356350"/>
            <a:ext cx="27432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22ABB57-F0EC-4286-B1AC-36841ACD99BD}" type="datetime1">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9" name="Slide Number Placeholder 8">
            <a:extLst>
              <a:ext uri="{FF2B5EF4-FFF2-40B4-BE49-F238E27FC236}">
                <a16:creationId xmlns:a16="http://schemas.microsoft.com/office/drawing/2014/main" id="{DAA389C8-B2EE-4FCB-A752-D81FA60401A6}"/>
              </a:ext>
            </a:extLst>
          </p:cNvPr>
          <p:cNvSpPr>
            <a:spLocks noGrp="1"/>
          </p:cNvSpPr>
          <p:nvPr>
            <p:ph type="sldNum" sz="quarter" idx="12"/>
          </p:nvPr>
        </p:nvSpPr>
        <p:spPr>
          <a:xfrm>
            <a:off x="8610600" y="6356350"/>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94E2DD-4F38-4D2A-97E5-5D7467AA1DEC}" type="slidenum">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2" name="Rectangle 1">
            <a:extLst>
              <a:ext uri="{FF2B5EF4-FFF2-40B4-BE49-F238E27FC236}">
                <a16:creationId xmlns:a16="http://schemas.microsoft.com/office/drawing/2014/main" id="{BF0159EC-568C-4AD7-A597-0D979D18DC65}"/>
              </a:ext>
            </a:extLst>
          </p:cNvPr>
          <p:cNvSpPr/>
          <p:nvPr/>
        </p:nvSpPr>
        <p:spPr>
          <a:xfrm>
            <a:off x="527957" y="1132114"/>
            <a:ext cx="5387174" cy="4181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7" name="Rectangle 56">
            <a:extLst>
              <a:ext uri="{FF2B5EF4-FFF2-40B4-BE49-F238E27FC236}">
                <a16:creationId xmlns:a16="http://schemas.microsoft.com/office/drawing/2014/main" id="{45286300-D8BA-4746-996C-30C7830EF2D8}"/>
              </a:ext>
            </a:extLst>
          </p:cNvPr>
          <p:cNvSpPr/>
          <p:nvPr/>
        </p:nvSpPr>
        <p:spPr>
          <a:xfrm>
            <a:off x="6276869" y="1132114"/>
            <a:ext cx="5387174" cy="4181078"/>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9" name="Rectangle 58">
            <a:extLst>
              <a:ext uri="{FF2B5EF4-FFF2-40B4-BE49-F238E27FC236}">
                <a16:creationId xmlns:a16="http://schemas.microsoft.com/office/drawing/2014/main" id="{F07077D4-7920-4B35-8621-B91923F6F532}"/>
              </a:ext>
            </a:extLst>
          </p:cNvPr>
          <p:cNvSpPr/>
          <p:nvPr/>
        </p:nvSpPr>
        <p:spPr>
          <a:xfrm>
            <a:off x="527957" y="5434375"/>
            <a:ext cx="5387174" cy="71973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white"/>
                </a:solidFill>
                <a:effectLst/>
                <a:uLnTx/>
                <a:uFillTx/>
                <a:latin typeface="Corbel" panose="020B0503020204020204"/>
                <a:ea typeface="+mn-ea"/>
                <a:cs typeface="+mn-cs"/>
              </a:rPr>
              <a:t>LOREM IPSUM</a:t>
            </a:r>
          </a:p>
        </p:txBody>
      </p:sp>
      <p:sp>
        <p:nvSpPr>
          <p:cNvPr id="60" name="Rectangle 59">
            <a:extLst>
              <a:ext uri="{FF2B5EF4-FFF2-40B4-BE49-F238E27FC236}">
                <a16:creationId xmlns:a16="http://schemas.microsoft.com/office/drawing/2014/main" id="{AFF47C15-A73A-401F-9D33-5D19FCE6C1A8}"/>
              </a:ext>
            </a:extLst>
          </p:cNvPr>
          <p:cNvSpPr/>
          <p:nvPr/>
        </p:nvSpPr>
        <p:spPr>
          <a:xfrm>
            <a:off x="6276869" y="5434375"/>
            <a:ext cx="5387174" cy="71973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white"/>
                </a:solidFill>
                <a:effectLst/>
                <a:uLnTx/>
                <a:uFillTx/>
                <a:latin typeface="Corbel" panose="020B0503020204020204"/>
                <a:ea typeface="+mn-ea"/>
                <a:cs typeface="+mn-cs"/>
              </a:rPr>
              <a:t>LOREM IPSUM</a:t>
            </a:r>
          </a:p>
        </p:txBody>
      </p:sp>
      <p:sp>
        <p:nvSpPr>
          <p:cNvPr id="61" name="Rectangle 60">
            <a:extLst>
              <a:ext uri="{FF2B5EF4-FFF2-40B4-BE49-F238E27FC236}">
                <a16:creationId xmlns:a16="http://schemas.microsoft.com/office/drawing/2014/main" id="{5D2E6475-D59C-4D51-928E-51EDE69A13CD}"/>
              </a:ext>
            </a:extLst>
          </p:cNvPr>
          <p:cNvSpPr/>
          <p:nvPr/>
        </p:nvSpPr>
        <p:spPr>
          <a:xfrm>
            <a:off x="1013838" y="1329364"/>
            <a:ext cx="4415412" cy="430887"/>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1F879D"/>
                </a:solidFill>
                <a:effectLst/>
                <a:uLnTx/>
                <a:uFillTx/>
                <a:latin typeface="Corbel" panose="020B0503020204020204"/>
                <a:ea typeface="+mn-ea"/>
                <a:cs typeface="+mn-cs"/>
              </a:rPr>
              <a:t>LOREM IPSUM</a:t>
            </a:r>
          </a:p>
        </p:txBody>
      </p:sp>
      <p:sp>
        <p:nvSpPr>
          <p:cNvPr id="68" name="Rectangle 67">
            <a:extLst>
              <a:ext uri="{FF2B5EF4-FFF2-40B4-BE49-F238E27FC236}">
                <a16:creationId xmlns:a16="http://schemas.microsoft.com/office/drawing/2014/main" id="{1325BDBE-90ED-413C-8530-A148FEF61233}"/>
              </a:ext>
            </a:extLst>
          </p:cNvPr>
          <p:cNvSpPr/>
          <p:nvPr/>
        </p:nvSpPr>
        <p:spPr>
          <a:xfrm>
            <a:off x="6762750" y="1329364"/>
            <a:ext cx="4415412" cy="430887"/>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17375E"/>
                </a:solidFill>
                <a:effectLst/>
                <a:uLnTx/>
                <a:uFillTx/>
                <a:latin typeface="Corbel" panose="020B0503020204020204"/>
                <a:ea typeface="+mn-ea"/>
                <a:cs typeface="+mn-cs"/>
              </a:rPr>
              <a:t>LOREM IPSUM</a:t>
            </a:r>
          </a:p>
        </p:txBody>
      </p:sp>
      <p:sp>
        <p:nvSpPr>
          <p:cNvPr id="73" name="Freeform 3447">
            <a:extLst>
              <a:ext uri="{FF2B5EF4-FFF2-40B4-BE49-F238E27FC236}">
                <a16:creationId xmlns:a16="http://schemas.microsoft.com/office/drawing/2014/main" id="{EE9652C4-E327-435F-B39B-DA0C94A613C2}"/>
              </a:ext>
            </a:extLst>
          </p:cNvPr>
          <p:cNvSpPr>
            <a:spLocks noEditPoints="1"/>
          </p:cNvSpPr>
          <p:nvPr/>
        </p:nvSpPr>
        <p:spPr bwMode="auto">
          <a:xfrm>
            <a:off x="2768929" y="1935763"/>
            <a:ext cx="905231" cy="905231"/>
          </a:xfrm>
          <a:custGeom>
            <a:avLst/>
            <a:gdLst>
              <a:gd name="T0" fmla="*/ 482 w 720"/>
              <a:gd name="T1" fmla="*/ 537 h 721"/>
              <a:gd name="T2" fmla="*/ 445 w 720"/>
              <a:gd name="T3" fmla="*/ 450 h 721"/>
              <a:gd name="T4" fmla="*/ 477 w 720"/>
              <a:gd name="T5" fmla="*/ 370 h 721"/>
              <a:gd name="T6" fmla="*/ 495 w 720"/>
              <a:gd name="T7" fmla="*/ 345 h 721"/>
              <a:gd name="T8" fmla="*/ 488 w 720"/>
              <a:gd name="T9" fmla="*/ 298 h 721"/>
              <a:gd name="T10" fmla="*/ 493 w 720"/>
              <a:gd name="T11" fmla="*/ 246 h 721"/>
              <a:gd name="T12" fmla="*/ 486 w 720"/>
              <a:gd name="T13" fmla="*/ 178 h 721"/>
              <a:gd name="T14" fmla="*/ 450 w 720"/>
              <a:gd name="T15" fmla="*/ 148 h 721"/>
              <a:gd name="T16" fmla="*/ 351 w 720"/>
              <a:gd name="T17" fmla="*/ 139 h 721"/>
              <a:gd name="T18" fmla="*/ 283 w 720"/>
              <a:gd name="T19" fmla="*/ 170 h 721"/>
              <a:gd name="T20" fmla="*/ 251 w 720"/>
              <a:gd name="T21" fmla="*/ 184 h 721"/>
              <a:gd name="T22" fmla="*/ 229 w 720"/>
              <a:gd name="T23" fmla="*/ 218 h 721"/>
              <a:gd name="T24" fmla="*/ 240 w 720"/>
              <a:gd name="T25" fmla="*/ 292 h 721"/>
              <a:gd name="T26" fmla="*/ 223 w 720"/>
              <a:gd name="T27" fmla="*/ 331 h 721"/>
              <a:gd name="T28" fmla="*/ 235 w 720"/>
              <a:gd name="T29" fmla="*/ 364 h 721"/>
              <a:gd name="T30" fmla="*/ 260 w 720"/>
              <a:gd name="T31" fmla="*/ 433 h 721"/>
              <a:gd name="T32" fmla="*/ 272 w 720"/>
              <a:gd name="T33" fmla="*/ 524 h 721"/>
              <a:gd name="T34" fmla="*/ 133 w 720"/>
              <a:gd name="T35" fmla="*/ 573 h 721"/>
              <a:gd name="T36" fmla="*/ 65 w 720"/>
              <a:gd name="T37" fmla="*/ 523 h 721"/>
              <a:gd name="T38" fmla="*/ 32 w 720"/>
              <a:gd name="T39" fmla="*/ 437 h 721"/>
              <a:gd name="T40" fmla="*/ 24 w 720"/>
              <a:gd name="T41" fmla="*/ 343 h 721"/>
              <a:gd name="T42" fmla="*/ 43 w 720"/>
              <a:gd name="T43" fmla="*/ 244 h 721"/>
              <a:gd name="T44" fmla="*/ 91 w 720"/>
              <a:gd name="T45" fmla="*/ 160 h 721"/>
              <a:gd name="T46" fmla="*/ 159 w 720"/>
              <a:gd name="T47" fmla="*/ 92 h 721"/>
              <a:gd name="T48" fmla="*/ 244 w 720"/>
              <a:gd name="T49" fmla="*/ 44 h 721"/>
              <a:gd name="T50" fmla="*/ 342 w 720"/>
              <a:gd name="T51" fmla="*/ 25 h 721"/>
              <a:gd name="T52" fmla="*/ 444 w 720"/>
              <a:gd name="T53" fmla="*/ 35 h 721"/>
              <a:gd name="T54" fmla="*/ 534 w 720"/>
              <a:gd name="T55" fmla="*/ 72 h 721"/>
              <a:gd name="T56" fmla="*/ 608 w 720"/>
              <a:gd name="T57" fmla="*/ 134 h 721"/>
              <a:gd name="T58" fmla="*/ 663 w 720"/>
              <a:gd name="T59" fmla="*/ 215 h 721"/>
              <a:gd name="T60" fmla="*/ 692 w 720"/>
              <a:gd name="T61" fmla="*/ 310 h 721"/>
              <a:gd name="T62" fmla="*/ 693 w 720"/>
              <a:gd name="T63" fmla="*/ 408 h 721"/>
              <a:gd name="T64" fmla="*/ 669 w 720"/>
              <a:gd name="T65" fmla="*/ 495 h 721"/>
              <a:gd name="T66" fmla="*/ 620 w 720"/>
              <a:gd name="T67" fmla="*/ 573 h 721"/>
              <a:gd name="T68" fmla="*/ 287 w 720"/>
              <a:gd name="T69" fmla="*/ 7 h 721"/>
              <a:gd name="T70" fmla="*/ 188 w 720"/>
              <a:gd name="T71" fmla="*/ 44 h 721"/>
              <a:gd name="T72" fmla="*/ 105 w 720"/>
              <a:gd name="T73" fmla="*/ 106 h 721"/>
              <a:gd name="T74" fmla="*/ 43 w 720"/>
              <a:gd name="T75" fmla="*/ 189 h 721"/>
              <a:gd name="T76" fmla="*/ 6 w 720"/>
              <a:gd name="T77" fmla="*/ 288 h 721"/>
              <a:gd name="T78" fmla="*/ 1 w 720"/>
              <a:gd name="T79" fmla="*/ 395 h 721"/>
              <a:gd name="T80" fmla="*/ 25 w 720"/>
              <a:gd name="T81" fmla="*/ 495 h 721"/>
              <a:gd name="T82" fmla="*/ 75 w 720"/>
              <a:gd name="T83" fmla="*/ 582 h 721"/>
              <a:gd name="T84" fmla="*/ 98 w 720"/>
              <a:gd name="T85" fmla="*/ 609 h 721"/>
              <a:gd name="T86" fmla="*/ 98 w 720"/>
              <a:gd name="T87" fmla="*/ 609 h 721"/>
              <a:gd name="T88" fmla="*/ 98 w 720"/>
              <a:gd name="T89" fmla="*/ 609 h 721"/>
              <a:gd name="T90" fmla="*/ 98 w 720"/>
              <a:gd name="T91" fmla="*/ 609 h 721"/>
              <a:gd name="T92" fmla="*/ 98 w 720"/>
              <a:gd name="T93" fmla="*/ 609 h 721"/>
              <a:gd name="T94" fmla="*/ 172 w 720"/>
              <a:gd name="T95" fmla="*/ 666 h 721"/>
              <a:gd name="T96" fmla="*/ 272 w 720"/>
              <a:gd name="T97" fmla="*/ 709 h 721"/>
              <a:gd name="T98" fmla="*/ 377 w 720"/>
              <a:gd name="T99" fmla="*/ 721 h 721"/>
              <a:gd name="T100" fmla="*/ 482 w 720"/>
              <a:gd name="T101" fmla="*/ 698 h 721"/>
              <a:gd name="T102" fmla="*/ 579 w 720"/>
              <a:gd name="T103" fmla="*/ 645 h 721"/>
              <a:gd name="T104" fmla="*/ 633 w 720"/>
              <a:gd name="T105" fmla="*/ 596 h 721"/>
              <a:gd name="T106" fmla="*/ 688 w 720"/>
              <a:gd name="T107" fmla="*/ 510 h 721"/>
              <a:gd name="T108" fmla="*/ 716 w 720"/>
              <a:gd name="T109" fmla="*/ 413 h 721"/>
              <a:gd name="T110" fmla="*/ 716 w 720"/>
              <a:gd name="T111" fmla="*/ 306 h 721"/>
              <a:gd name="T112" fmla="*/ 685 w 720"/>
              <a:gd name="T113" fmla="*/ 205 h 721"/>
              <a:gd name="T114" fmla="*/ 626 w 720"/>
              <a:gd name="T115" fmla="*/ 119 h 721"/>
              <a:gd name="T116" fmla="*/ 547 w 720"/>
              <a:gd name="T117" fmla="*/ 52 h 721"/>
              <a:gd name="T118" fmla="*/ 450 w 720"/>
              <a:gd name="T119" fmla="*/ 12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20" h="721">
                <a:moveTo>
                  <a:pt x="610" y="585"/>
                </a:moveTo>
                <a:lnTo>
                  <a:pt x="594" y="578"/>
                </a:lnTo>
                <a:lnTo>
                  <a:pt x="571" y="568"/>
                </a:lnTo>
                <a:lnTo>
                  <a:pt x="539" y="558"/>
                </a:lnTo>
                <a:lnTo>
                  <a:pt x="499" y="542"/>
                </a:lnTo>
                <a:lnTo>
                  <a:pt x="482" y="537"/>
                </a:lnTo>
                <a:lnTo>
                  <a:pt x="466" y="531"/>
                </a:lnTo>
                <a:lnTo>
                  <a:pt x="449" y="524"/>
                </a:lnTo>
                <a:lnTo>
                  <a:pt x="432" y="519"/>
                </a:lnTo>
                <a:lnTo>
                  <a:pt x="432" y="459"/>
                </a:lnTo>
                <a:lnTo>
                  <a:pt x="439" y="455"/>
                </a:lnTo>
                <a:lnTo>
                  <a:pt x="445" y="450"/>
                </a:lnTo>
                <a:lnTo>
                  <a:pt x="453" y="442"/>
                </a:lnTo>
                <a:lnTo>
                  <a:pt x="459" y="433"/>
                </a:lnTo>
                <a:lnTo>
                  <a:pt x="466" y="422"/>
                </a:lnTo>
                <a:lnTo>
                  <a:pt x="471" y="406"/>
                </a:lnTo>
                <a:lnTo>
                  <a:pt x="476" y="390"/>
                </a:lnTo>
                <a:lnTo>
                  <a:pt x="477" y="370"/>
                </a:lnTo>
                <a:lnTo>
                  <a:pt x="481" y="368"/>
                </a:lnTo>
                <a:lnTo>
                  <a:pt x="485" y="364"/>
                </a:lnTo>
                <a:lnTo>
                  <a:pt x="488" y="361"/>
                </a:lnTo>
                <a:lnTo>
                  <a:pt x="490" y="357"/>
                </a:lnTo>
                <a:lnTo>
                  <a:pt x="493" y="351"/>
                </a:lnTo>
                <a:lnTo>
                  <a:pt x="495" y="345"/>
                </a:lnTo>
                <a:lnTo>
                  <a:pt x="497" y="338"/>
                </a:lnTo>
                <a:lnTo>
                  <a:pt x="497" y="331"/>
                </a:lnTo>
                <a:lnTo>
                  <a:pt x="495" y="318"/>
                </a:lnTo>
                <a:lnTo>
                  <a:pt x="493" y="307"/>
                </a:lnTo>
                <a:lnTo>
                  <a:pt x="490" y="302"/>
                </a:lnTo>
                <a:lnTo>
                  <a:pt x="488" y="298"/>
                </a:lnTo>
                <a:lnTo>
                  <a:pt x="484" y="295"/>
                </a:lnTo>
                <a:lnTo>
                  <a:pt x="480" y="292"/>
                </a:lnTo>
                <a:lnTo>
                  <a:pt x="481" y="292"/>
                </a:lnTo>
                <a:lnTo>
                  <a:pt x="481" y="291"/>
                </a:lnTo>
                <a:lnTo>
                  <a:pt x="488" y="270"/>
                </a:lnTo>
                <a:lnTo>
                  <a:pt x="493" y="246"/>
                </a:lnTo>
                <a:lnTo>
                  <a:pt x="495" y="232"/>
                </a:lnTo>
                <a:lnTo>
                  <a:pt x="495" y="219"/>
                </a:lnTo>
                <a:lnTo>
                  <a:pt x="495" y="205"/>
                </a:lnTo>
                <a:lnTo>
                  <a:pt x="493" y="191"/>
                </a:lnTo>
                <a:lnTo>
                  <a:pt x="490" y="184"/>
                </a:lnTo>
                <a:lnTo>
                  <a:pt x="486" y="178"/>
                </a:lnTo>
                <a:lnTo>
                  <a:pt x="482" y="171"/>
                </a:lnTo>
                <a:lnTo>
                  <a:pt x="477" y="165"/>
                </a:lnTo>
                <a:lnTo>
                  <a:pt x="472" y="161"/>
                </a:lnTo>
                <a:lnTo>
                  <a:pt x="466" y="156"/>
                </a:lnTo>
                <a:lnTo>
                  <a:pt x="458" y="152"/>
                </a:lnTo>
                <a:lnTo>
                  <a:pt x="450" y="148"/>
                </a:lnTo>
                <a:lnTo>
                  <a:pt x="434" y="143"/>
                </a:lnTo>
                <a:lnTo>
                  <a:pt x="417" y="139"/>
                </a:lnTo>
                <a:lnTo>
                  <a:pt x="400" y="137"/>
                </a:lnTo>
                <a:lnTo>
                  <a:pt x="382" y="137"/>
                </a:lnTo>
                <a:lnTo>
                  <a:pt x="367" y="137"/>
                </a:lnTo>
                <a:lnTo>
                  <a:pt x="351" y="139"/>
                </a:lnTo>
                <a:lnTo>
                  <a:pt x="335" y="142"/>
                </a:lnTo>
                <a:lnTo>
                  <a:pt x="321" y="147"/>
                </a:lnTo>
                <a:lnTo>
                  <a:pt x="306" y="152"/>
                </a:lnTo>
                <a:lnTo>
                  <a:pt x="294" y="160"/>
                </a:lnTo>
                <a:lnTo>
                  <a:pt x="288" y="165"/>
                </a:lnTo>
                <a:lnTo>
                  <a:pt x="283" y="170"/>
                </a:lnTo>
                <a:lnTo>
                  <a:pt x="279" y="175"/>
                </a:lnTo>
                <a:lnTo>
                  <a:pt x="276" y="180"/>
                </a:lnTo>
                <a:lnTo>
                  <a:pt x="269" y="180"/>
                </a:lnTo>
                <a:lnTo>
                  <a:pt x="262" y="182"/>
                </a:lnTo>
                <a:lnTo>
                  <a:pt x="256" y="183"/>
                </a:lnTo>
                <a:lnTo>
                  <a:pt x="251" y="184"/>
                </a:lnTo>
                <a:lnTo>
                  <a:pt x="244" y="189"/>
                </a:lnTo>
                <a:lnTo>
                  <a:pt x="237" y="196"/>
                </a:lnTo>
                <a:lnTo>
                  <a:pt x="235" y="201"/>
                </a:lnTo>
                <a:lnTo>
                  <a:pt x="232" y="206"/>
                </a:lnTo>
                <a:lnTo>
                  <a:pt x="231" y="211"/>
                </a:lnTo>
                <a:lnTo>
                  <a:pt x="229" y="218"/>
                </a:lnTo>
                <a:lnTo>
                  <a:pt x="228" y="230"/>
                </a:lnTo>
                <a:lnTo>
                  <a:pt x="229" y="243"/>
                </a:lnTo>
                <a:lnTo>
                  <a:pt x="233" y="269"/>
                </a:lnTo>
                <a:lnTo>
                  <a:pt x="240" y="291"/>
                </a:lnTo>
                <a:lnTo>
                  <a:pt x="240" y="292"/>
                </a:lnTo>
                <a:lnTo>
                  <a:pt x="240" y="292"/>
                </a:lnTo>
                <a:lnTo>
                  <a:pt x="236" y="295"/>
                </a:lnTo>
                <a:lnTo>
                  <a:pt x="232" y="298"/>
                </a:lnTo>
                <a:lnTo>
                  <a:pt x="229" y="302"/>
                </a:lnTo>
                <a:lnTo>
                  <a:pt x="227" y="307"/>
                </a:lnTo>
                <a:lnTo>
                  <a:pt x="224" y="318"/>
                </a:lnTo>
                <a:lnTo>
                  <a:pt x="223" y="331"/>
                </a:lnTo>
                <a:lnTo>
                  <a:pt x="223" y="337"/>
                </a:lnTo>
                <a:lnTo>
                  <a:pt x="224" y="343"/>
                </a:lnTo>
                <a:lnTo>
                  <a:pt x="226" y="350"/>
                </a:lnTo>
                <a:lnTo>
                  <a:pt x="228" y="355"/>
                </a:lnTo>
                <a:lnTo>
                  <a:pt x="231" y="360"/>
                </a:lnTo>
                <a:lnTo>
                  <a:pt x="235" y="364"/>
                </a:lnTo>
                <a:lnTo>
                  <a:pt x="237" y="368"/>
                </a:lnTo>
                <a:lnTo>
                  <a:pt x="242" y="370"/>
                </a:lnTo>
                <a:lnTo>
                  <a:pt x="244" y="390"/>
                </a:lnTo>
                <a:lnTo>
                  <a:pt x="249" y="406"/>
                </a:lnTo>
                <a:lnTo>
                  <a:pt x="254" y="422"/>
                </a:lnTo>
                <a:lnTo>
                  <a:pt x="260" y="433"/>
                </a:lnTo>
                <a:lnTo>
                  <a:pt x="267" y="442"/>
                </a:lnTo>
                <a:lnTo>
                  <a:pt x="274" y="450"/>
                </a:lnTo>
                <a:lnTo>
                  <a:pt x="281" y="455"/>
                </a:lnTo>
                <a:lnTo>
                  <a:pt x="287" y="459"/>
                </a:lnTo>
                <a:lnTo>
                  <a:pt x="287" y="519"/>
                </a:lnTo>
                <a:lnTo>
                  <a:pt x="272" y="524"/>
                </a:lnTo>
                <a:lnTo>
                  <a:pt x="256" y="530"/>
                </a:lnTo>
                <a:lnTo>
                  <a:pt x="241" y="535"/>
                </a:lnTo>
                <a:lnTo>
                  <a:pt x="226" y="540"/>
                </a:lnTo>
                <a:lnTo>
                  <a:pt x="193" y="550"/>
                </a:lnTo>
                <a:lnTo>
                  <a:pt x="161" y="562"/>
                </a:lnTo>
                <a:lnTo>
                  <a:pt x="133" y="573"/>
                </a:lnTo>
                <a:lnTo>
                  <a:pt x="110" y="586"/>
                </a:lnTo>
                <a:lnTo>
                  <a:pt x="100" y="573"/>
                </a:lnTo>
                <a:lnTo>
                  <a:pt x="89" y="562"/>
                </a:lnTo>
                <a:lnTo>
                  <a:pt x="80" y="549"/>
                </a:lnTo>
                <a:lnTo>
                  <a:pt x="73" y="536"/>
                </a:lnTo>
                <a:lnTo>
                  <a:pt x="65" y="523"/>
                </a:lnTo>
                <a:lnTo>
                  <a:pt x="57" y="509"/>
                </a:lnTo>
                <a:lnTo>
                  <a:pt x="51" y="495"/>
                </a:lnTo>
                <a:lnTo>
                  <a:pt x="46" y="481"/>
                </a:lnTo>
                <a:lnTo>
                  <a:pt x="41" y="467"/>
                </a:lnTo>
                <a:lnTo>
                  <a:pt x="35" y="453"/>
                </a:lnTo>
                <a:lnTo>
                  <a:pt x="32" y="437"/>
                </a:lnTo>
                <a:lnTo>
                  <a:pt x="29" y="422"/>
                </a:lnTo>
                <a:lnTo>
                  <a:pt x="26" y="408"/>
                </a:lnTo>
                <a:lnTo>
                  <a:pt x="25" y="392"/>
                </a:lnTo>
                <a:lnTo>
                  <a:pt x="24" y="377"/>
                </a:lnTo>
                <a:lnTo>
                  <a:pt x="23" y="360"/>
                </a:lnTo>
                <a:lnTo>
                  <a:pt x="24" y="343"/>
                </a:lnTo>
                <a:lnTo>
                  <a:pt x="25" y="327"/>
                </a:lnTo>
                <a:lnTo>
                  <a:pt x="26" y="310"/>
                </a:lnTo>
                <a:lnTo>
                  <a:pt x="30" y="293"/>
                </a:lnTo>
                <a:lnTo>
                  <a:pt x="34" y="277"/>
                </a:lnTo>
                <a:lnTo>
                  <a:pt x="38" y="261"/>
                </a:lnTo>
                <a:lnTo>
                  <a:pt x="43" y="244"/>
                </a:lnTo>
                <a:lnTo>
                  <a:pt x="50" y="230"/>
                </a:lnTo>
                <a:lnTo>
                  <a:pt x="56" y="215"/>
                </a:lnTo>
                <a:lnTo>
                  <a:pt x="64" y="201"/>
                </a:lnTo>
                <a:lnTo>
                  <a:pt x="71" y="187"/>
                </a:lnTo>
                <a:lnTo>
                  <a:pt x="80" y="173"/>
                </a:lnTo>
                <a:lnTo>
                  <a:pt x="91" y="160"/>
                </a:lnTo>
                <a:lnTo>
                  <a:pt x="100" y="147"/>
                </a:lnTo>
                <a:lnTo>
                  <a:pt x="111" y="134"/>
                </a:lnTo>
                <a:lnTo>
                  <a:pt x="122" y="122"/>
                </a:lnTo>
                <a:lnTo>
                  <a:pt x="133" y="112"/>
                </a:lnTo>
                <a:lnTo>
                  <a:pt x="146" y="101"/>
                </a:lnTo>
                <a:lnTo>
                  <a:pt x="159" y="92"/>
                </a:lnTo>
                <a:lnTo>
                  <a:pt x="172" y="81"/>
                </a:lnTo>
                <a:lnTo>
                  <a:pt x="186" y="72"/>
                </a:lnTo>
                <a:lnTo>
                  <a:pt x="200" y="65"/>
                </a:lnTo>
                <a:lnTo>
                  <a:pt x="214" y="57"/>
                </a:lnTo>
                <a:lnTo>
                  <a:pt x="229" y="51"/>
                </a:lnTo>
                <a:lnTo>
                  <a:pt x="244" y="44"/>
                </a:lnTo>
                <a:lnTo>
                  <a:pt x="260" y="39"/>
                </a:lnTo>
                <a:lnTo>
                  <a:pt x="276" y="35"/>
                </a:lnTo>
                <a:lnTo>
                  <a:pt x="292" y="31"/>
                </a:lnTo>
                <a:lnTo>
                  <a:pt x="309" y="27"/>
                </a:lnTo>
                <a:lnTo>
                  <a:pt x="326" y="26"/>
                </a:lnTo>
                <a:lnTo>
                  <a:pt x="342" y="25"/>
                </a:lnTo>
                <a:lnTo>
                  <a:pt x="359" y="24"/>
                </a:lnTo>
                <a:lnTo>
                  <a:pt x="377" y="25"/>
                </a:lnTo>
                <a:lnTo>
                  <a:pt x="394" y="26"/>
                </a:lnTo>
                <a:lnTo>
                  <a:pt x="410" y="27"/>
                </a:lnTo>
                <a:lnTo>
                  <a:pt x="427" y="31"/>
                </a:lnTo>
                <a:lnTo>
                  <a:pt x="444" y="35"/>
                </a:lnTo>
                <a:lnTo>
                  <a:pt x="459" y="39"/>
                </a:lnTo>
                <a:lnTo>
                  <a:pt x="475" y="44"/>
                </a:lnTo>
                <a:lnTo>
                  <a:pt x="490" y="51"/>
                </a:lnTo>
                <a:lnTo>
                  <a:pt x="506" y="57"/>
                </a:lnTo>
                <a:lnTo>
                  <a:pt x="520" y="65"/>
                </a:lnTo>
                <a:lnTo>
                  <a:pt x="534" y="72"/>
                </a:lnTo>
                <a:lnTo>
                  <a:pt x="548" y="81"/>
                </a:lnTo>
                <a:lnTo>
                  <a:pt x="561" y="92"/>
                </a:lnTo>
                <a:lnTo>
                  <a:pt x="574" y="101"/>
                </a:lnTo>
                <a:lnTo>
                  <a:pt x="586" y="112"/>
                </a:lnTo>
                <a:lnTo>
                  <a:pt x="598" y="122"/>
                </a:lnTo>
                <a:lnTo>
                  <a:pt x="608" y="134"/>
                </a:lnTo>
                <a:lnTo>
                  <a:pt x="620" y="147"/>
                </a:lnTo>
                <a:lnTo>
                  <a:pt x="629" y="160"/>
                </a:lnTo>
                <a:lnTo>
                  <a:pt x="639" y="173"/>
                </a:lnTo>
                <a:lnTo>
                  <a:pt x="648" y="187"/>
                </a:lnTo>
                <a:lnTo>
                  <a:pt x="656" y="201"/>
                </a:lnTo>
                <a:lnTo>
                  <a:pt x="663" y="215"/>
                </a:lnTo>
                <a:lnTo>
                  <a:pt x="670" y="230"/>
                </a:lnTo>
                <a:lnTo>
                  <a:pt x="676" y="244"/>
                </a:lnTo>
                <a:lnTo>
                  <a:pt x="681" y="261"/>
                </a:lnTo>
                <a:lnTo>
                  <a:pt x="685" y="277"/>
                </a:lnTo>
                <a:lnTo>
                  <a:pt x="689" y="293"/>
                </a:lnTo>
                <a:lnTo>
                  <a:pt x="692" y="310"/>
                </a:lnTo>
                <a:lnTo>
                  <a:pt x="694" y="327"/>
                </a:lnTo>
                <a:lnTo>
                  <a:pt x="696" y="343"/>
                </a:lnTo>
                <a:lnTo>
                  <a:pt x="697" y="360"/>
                </a:lnTo>
                <a:lnTo>
                  <a:pt x="696" y="377"/>
                </a:lnTo>
                <a:lnTo>
                  <a:pt x="694" y="392"/>
                </a:lnTo>
                <a:lnTo>
                  <a:pt x="693" y="408"/>
                </a:lnTo>
                <a:lnTo>
                  <a:pt x="690" y="422"/>
                </a:lnTo>
                <a:lnTo>
                  <a:pt x="688" y="437"/>
                </a:lnTo>
                <a:lnTo>
                  <a:pt x="684" y="453"/>
                </a:lnTo>
                <a:lnTo>
                  <a:pt x="679" y="467"/>
                </a:lnTo>
                <a:lnTo>
                  <a:pt x="674" y="481"/>
                </a:lnTo>
                <a:lnTo>
                  <a:pt x="669" y="495"/>
                </a:lnTo>
                <a:lnTo>
                  <a:pt x="662" y="509"/>
                </a:lnTo>
                <a:lnTo>
                  <a:pt x="654" y="523"/>
                </a:lnTo>
                <a:lnTo>
                  <a:pt x="647" y="536"/>
                </a:lnTo>
                <a:lnTo>
                  <a:pt x="639" y="549"/>
                </a:lnTo>
                <a:lnTo>
                  <a:pt x="630" y="562"/>
                </a:lnTo>
                <a:lnTo>
                  <a:pt x="620" y="573"/>
                </a:lnTo>
                <a:lnTo>
                  <a:pt x="610" y="585"/>
                </a:lnTo>
                <a:close/>
                <a:moveTo>
                  <a:pt x="359" y="0"/>
                </a:moveTo>
                <a:lnTo>
                  <a:pt x="341" y="0"/>
                </a:lnTo>
                <a:lnTo>
                  <a:pt x="323" y="2"/>
                </a:lnTo>
                <a:lnTo>
                  <a:pt x="305" y="4"/>
                </a:lnTo>
                <a:lnTo>
                  <a:pt x="287" y="7"/>
                </a:lnTo>
                <a:lnTo>
                  <a:pt x="269" y="12"/>
                </a:lnTo>
                <a:lnTo>
                  <a:pt x="253" y="16"/>
                </a:lnTo>
                <a:lnTo>
                  <a:pt x="236" y="22"/>
                </a:lnTo>
                <a:lnTo>
                  <a:pt x="219" y="29"/>
                </a:lnTo>
                <a:lnTo>
                  <a:pt x="204" y="35"/>
                </a:lnTo>
                <a:lnTo>
                  <a:pt x="188" y="44"/>
                </a:lnTo>
                <a:lnTo>
                  <a:pt x="173" y="52"/>
                </a:lnTo>
                <a:lnTo>
                  <a:pt x="159" y="62"/>
                </a:lnTo>
                <a:lnTo>
                  <a:pt x="145" y="72"/>
                </a:lnTo>
                <a:lnTo>
                  <a:pt x="131" y="83"/>
                </a:lnTo>
                <a:lnTo>
                  <a:pt x="118" y="94"/>
                </a:lnTo>
                <a:lnTo>
                  <a:pt x="105" y="106"/>
                </a:lnTo>
                <a:lnTo>
                  <a:pt x="93" y="119"/>
                </a:lnTo>
                <a:lnTo>
                  <a:pt x="82" y="131"/>
                </a:lnTo>
                <a:lnTo>
                  <a:pt x="71" y="146"/>
                </a:lnTo>
                <a:lnTo>
                  <a:pt x="61" y="160"/>
                </a:lnTo>
                <a:lnTo>
                  <a:pt x="51" y="174"/>
                </a:lnTo>
                <a:lnTo>
                  <a:pt x="43" y="189"/>
                </a:lnTo>
                <a:lnTo>
                  <a:pt x="34" y="205"/>
                </a:lnTo>
                <a:lnTo>
                  <a:pt x="28" y="220"/>
                </a:lnTo>
                <a:lnTo>
                  <a:pt x="21" y="237"/>
                </a:lnTo>
                <a:lnTo>
                  <a:pt x="15" y="253"/>
                </a:lnTo>
                <a:lnTo>
                  <a:pt x="11" y="270"/>
                </a:lnTo>
                <a:lnTo>
                  <a:pt x="6" y="288"/>
                </a:lnTo>
                <a:lnTo>
                  <a:pt x="3" y="306"/>
                </a:lnTo>
                <a:lnTo>
                  <a:pt x="1" y="324"/>
                </a:lnTo>
                <a:lnTo>
                  <a:pt x="0" y="342"/>
                </a:lnTo>
                <a:lnTo>
                  <a:pt x="0" y="360"/>
                </a:lnTo>
                <a:lnTo>
                  <a:pt x="0" y="378"/>
                </a:lnTo>
                <a:lnTo>
                  <a:pt x="1" y="395"/>
                </a:lnTo>
                <a:lnTo>
                  <a:pt x="3" y="413"/>
                </a:lnTo>
                <a:lnTo>
                  <a:pt x="6" y="429"/>
                </a:lnTo>
                <a:lnTo>
                  <a:pt x="10" y="446"/>
                </a:lnTo>
                <a:lnTo>
                  <a:pt x="14" y="463"/>
                </a:lnTo>
                <a:lnTo>
                  <a:pt x="19" y="478"/>
                </a:lnTo>
                <a:lnTo>
                  <a:pt x="25" y="495"/>
                </a:lnTo>
                <a:lnTo>
                  <a:pt x="32" y="510"/>
                </a:lnTo>
                <a:lnTo>
                  <a:pt x="39" y="526"/>
                </a:lnTo>
                <a:lnTo>
                  <a:pt x="47" y="540"/>
                </a:lnTo>
                <a:lnTo>
                  <a:pt x="56" y="555"/>
                </a:lnTo>
                <a:lnTo>
                  <a:pt x="65" y="569"/>
                </a:lnTo>
                <a:lnTo>
                  <a:pt x="75" y="582"/>
                </a:lnTo>
                <a:lnTo>
                  <a:pt x="87" y="596"/>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113" y="622"/>
                </a:lnTo>
                <a:lnTo>
                  <a:pt x="127" y="635"/>
                </a:lnTo>
                <a:lnTo>
                  <a:pt x="141" y="645"/>
                </a:lnTo>
                <a:lnTo>
                  <a:pt x="156" y="657"/>
                </a:lnTo>
                <a:lnTo>
                  <a:pt x="172" y="666"/>
                </a:lnTo>
                <a:lnTo>
                  <a:pt x="187" y="676"/>
                </a:lnTo>
                <a:lnTo>
                  <a:pt x="204" y="684"/>
                </a:lnTo>
                <a:lnTo>
                  <a:pt x="220" y="691"/>
                </a:lnTo>
                <a:lnTo>
                  <a:pt x="237" y="698"/>
                </a:lnTo>
                <a:lnTo>
                  <a:pt x="254" y="704"/>
                </a:lnTo>
                <a:lnTo>
                  <a:pt x="272" y="709"/>
                </a:lnTo>
                <a:lnTo>
                  <a:pt x="288" y="713"/>
                </a:lnTo>
                <a:lnTo>
                  <a:pt x="306" y="717"/>
                </a:lnTo>
                <a:lnTo>
                  <a:pt x="324" y="720"/>
                </a:lnTo>
                <a:lnTo>
                  <a:pt x="342" y="721"/>
                </a:lnTo>
                <a:lnTo>
                  <a:pt x="359" y="721"/>
                </a:lnTo>
                <a:lnTo>
                  <a:pt x="377" y="721"/>
                </a:lnTo>
                <a:lnTo>
                  <a:pt x="395" y="720"/>
                </a:lnTo>
                <a:lnTo>
                  <a:pt x="413" y="717"/>
                </a:lnTo>
                <a:lnTo>
                  <a:pt x="431" y="713"/>
                </a:lnTo>
                <a:lnTo>
                  <a:pt x="448" y="709"/>
                </a:lnTo>
                <a:lnTo>
                  <a:pt x="466" y="704"/>
                </a:lnTo>
                <a:lnTo>
                  <a:pt x="482" y="698"/>
                </a:lnTo>
                <a:lnTo>
                  <a:pt x="499" y="691"/>
                </a:lnTo>
                <a:lnTo>
                  <a:pt x="516" y="684"/>
                </a:lnTo>
                <a:lnTo>
                  <a:pt x="532" y="676"/>
                </a:lnTo>
                <a:lnTo>
                  <a:pt x="549" y="666"/>
                </a:lnTo>
                <a:lnTo>
                  <a:pt x="565" y="657"/>
                </a:lnTo>
                <a:lnTo>
                  <a:pt x="579" y="645"/>
                </a:lnTo>
                <a:lnTo>
                  <a:pt x="594" y="635"/>
                </a:lnTo>
                <a:lnTo>
                  <a:pt x="607" y="622"/>
                </a:lnTo>
                <a:lnTo>
                  <a:pt x="621" y="609"/>
                </a:lnTo>
                <a:lnTo>
                  <a:pt x="621" y="609"/>
                </a:lnTo>
                <a:lnTo>
                  <a:pt x="621" y="609"/>
                </a:lnTo>
                <a:lnTo>
                  <a:pt x="633" y="596"/>
                </a:lnTo>
                <a:lnTo>
                  <a:pt x="643" y="584"/>
                </a:lnTo>
                <a:lnTo>
                  <a:pt x="653" y="569"/>
                </a:lnTo>
                <a:lnTo>
                  <a:pt x="663" y="555"/>
                </a:lnTo>
                <a:lnTo>
                  <a:pt x="672" y="540"/>
                </a:lnTo>
                <a:lnTo>
                  <a:pt x="680" y="526"/>
                </a:lnTo>
                <a:lnTo>
                  <a:pt x="688" y="510"/>
                </a:lnTo>
                <a:lnTo>
                  <a:pt x="694" y="495"/>
                </a:lnTo>
                <a:lnTo>
                  <a:pt x="701" y="478"/>
                </a:lnTo>
                <a:lnTo>
                  <a:pt x="706" y="463"/>
                </a:lnTo>
                <a:lnTo>
                  <a:pt x="710" y="446"/>
                </a:lnTo>
                <a:lnTo>
                  <a:pt x="714" y="429"/>
                </a:lnTo>
                <a:lnTo>
                  <a:pt x="716" y="413"/>
                </a:lnTo>
                <a:lnTo>
                  <a:pt x="719" y="395"/>
                </a:lnTo>
                <a:lnTo>
                  <a:pt x="720" y="378"/>
                </a:lnTo>
                <a:lnTo>
                  <a:pt x="720" y="360"/>
                </a:lnTo>
                <a:lnTo>
                  <a:pt x="720" y="342"/>
                </a:lnTo>
                <a:lnTo>
                  <a:pt x="719" y="324"/>
                </a:lnTo>
                <a:lnTo>
                  <a:pt x="716" y="306"/>
                </a:lnTo>
                <a:lnTo>
                  <a:pt x="714" y="288"/>
                </a:lnTo>
                <a:lnTo>
                  <a:pt x="708" y="270"/>
                </a:lnTo>
                <a:lnTo>
                  <a:pt x="705" y="253"/>
                </a:lnTo>
                <a:lnTo>
                  <a:pt x="698" y="237"/>
                </a:lnTo>
                <a:lnTo>
                  <a:pt x="692" y="220"/>
                </a:lnTo>
                <a:lnTo>
                  <a:pt x="685" y="205"/>
                </a:lnTo>
                <a:lnTo>
                  <a:pt x="676" y="189"/>
                </a:lnTo>
                <a:lnTo>
                  <a:pt x="669" y="174"/>
                </a:lnTo>
                <a:lnTo>
                  <a:pt x="658" y="160"/>
                </a:lnTo>
                <a:lnTo>
                  <a:pt x="648" y="146"/>
                </a:lnTo>
                <a:lnTo>
                  <a:pt x="638" y="131"/>
                </a:lnTo>
                <a:lnTo>
                  <a:pt x="626" y="119"/>
                </a:lnTo>
                <a:lnTo>
                  <a:pt x="615" y="106"/>
                </a:lnTo>
                <a:lnTo>
                  <a:pt x="602" y="94"/>
                </a:lnTo>
                <a:lnTo>
                  <a:pt x="589" y="83"/>
                </a:lnTo>
                <a:lnTo>
                  <a:pt x="575" y="72"/>
                </a:lnTo>
                <a:lnTo>
                  <a:pt x="561" y="62"/>
                </a:lnTo>
                <a:lnTo>
                  <a:pt x="547" y="52"/>
                </a:lnTo>
                <a:lnTo>
                  <a:pt x="531" y="44"/>
                </a:lnTo>
                <a:lnTo>
                  <a:pt x="516" y="35"/>
                </a:lnTo>
                <a:lnTo>
                  <a:pt x="500" y="29"/>
                </a:lnTo>
                <a:lnTo>
                  <a:pt x="484" y="22"/>
                </a:lnTo>
                <a:lnTo>
                  <a:pt x="467" y="16"/>
                </a:lnTo>
                <a:lnTo>
                  <a:pt x="450" y="12"/>
                </a:lnTo>
                <a:lnTo>
                  <a:pt x="432" y="7"/>
                </a:lnTo>
                <a:lnTo>
                  <a:pt x="414" y="4"/>
                </a:lnTo>
                <a:lnTo>
                  <a:pt x="396" y="2"/>
                </a:lnTo>
                <a:lnTo>
                  <a:pt x="378" y="0"/>
                </a:lnTo>
                <a:lnTo>
                  <a:pt x="359"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4" name="Freeform 3447">
            <a:extLst>
              <a:ext uri="{FF2B5EF4-FFF2-40B4-BE49-F238E27FC236}">
                <a16:creationId xmlns:a16="http://schemas.microsoft.com/office/drawing/2014/main" id="{4C7EAC3D-3355-45E8-BC7B-5B32C96B1A1C}"/>
              </a:ext>
            </a:extLst>
          </p:cNvPr>
          <p:cNvSpPr>
            <a:spLocks noEditPoints="1"/>
          </p:cNvSpPr>
          <p:nvPr/>
        </p:nvSpPr>
        <p:spPr bwMode="auto">
          <a:xfrm>
            <a:off x="8517840" y="1935763"/>
            <a:ext cx="905231" cy="905231"/>
          </a:xfrm>
          <a:custGeom>
            <a:avLst/>
            <a:gdLst>
              <a:gd name="T0" fmla="*/ 482 w 720"/>
              <a:gd name="T1" fmla="*/ 537 h 721"/>
              <a:gd name="T2" fmla="*/ 445 w 720"/>
              <a:gd name="T3" fmla="*/ 450 h 721"/>
              <a:gd name="T4" fmla="*/ 477 w 720"/>
              <a:gd name="T5" fmla="*/ 370 h 721"/>
              <a:gd name="T6" fmla="*/ 495 w 720"/>
              <a:gd name="T7" fmla="*/ 345 h 721"/>
              <a:gd name="T8" fmla="*/ 488 w 720"/>
              <a:gd name="T9" fmla="*/ 298 h 721"/>
              <a:gd name="T10" fmla="*/ 493 w 720"/>
              <a:gd name="T11" fmla="*/ 246 h 721"/>
              <a:gd name="T12" fmla="*/ 486 w 720"/>
              <a:gd name="T13" fmla="*/ 178 h 721"/>
              <a:gd name="T14" fmla="*/ 450 w 720"/>
              <a:gd name="T15" fmla="*/ 148 h 721"/>
              <a:gd name="T16" fmla="*/ 351 w 720"/>
              <a:gd name="T17" fmla="*/ 139 h 721"/>
              <a:gd name="T18" fmla="*/ 283 w 720"/>
              <a:gd name="T19" fmla="*/ 170 h 721"/>
              <a:gd name="T20" fmla="*/ 251 w 720"/>
              <a:gd name="T21" fmla="*/ 184 h 721"/>
              <a:gd name="T22" fmla="*/ 229 w 720"/>
              <a:gd name="T23" fmla="*/ 218 h 721"/>
              <a:gd name="T24" fmla="*/ 240 w 720"/>
              <a:gd name="T25" fmla="*/ 292 h 721"/>
              <a:gd name="T26" fmla="*/ 223 w 720"/>
              <a:gd name="T27" fmla="*/ 331 h 721"/>
              <a:gd name="T28" fmla="*/ 235 w 720"/>
              <a:gd name="T29" fmla="*/ 364 h 721"/>
              <a:gd name="T30" fmla="*/ 260 w 720"/>
              <a:gd name="T31" fmla="*/ 433 h 721"/>
              <a:gd name="T32" fmla="*/ 272 w 720"/>
              <a:gd name="T33" fmla="*/ 524 h 721"/>
              <a:gd name="T34" fmla="*/ 133 w 720"/>
              <a:gd name="T35" fmla="*/ 573 h 721"/>
              <a:gd name="T36" fmla="*/ 65 w 720"/>
              <a:gd name="T37" fmla="*/ 523 h 721"/>
              <a:gd name="T38" fmla="*/ 32 w 720"/>
              <a:gd name="T39" fmla="*/ 437 h 721"/>
              <a:gd name="T40" fmla="*/ 24 w 720"/>
              <a:gd name="T41" fmla="*/ 343 h 721"/>
              <a:gd name="T42" fmla="*/ 43 w 720"/>
              <a:gd name="T43" fmla="*/ 244 h 721"/>
              <a:gd name="T44" fmla="*/ 91 w 720"/>
              <a:gd name="T45" fmla="*/ 160 h 721"/>
              <a:gd name="T46" fmla="*/ 159 w 720"/>
              <a:gd name="T47" fmla="*/ 92 h 721"/>
              <a:gd name="T48" fmla="*/ 244 w 720"/>
              <a:gd name="T49" fmla="*/ 44 h 721"/>
              <a:gd name="T50" fmla="*/ 342 w 720"/>
              <a:gd name="T51" fmla="*/ 25 h 721"/>
              <a:gd name="T52" fmla="*/ 444 w 720"/>
              <a:gd name="T53" fmla="*/ 35 h 721"/>
              <a:gd name="T54" fmla="*/ 534 w 720"/>
              <a:gd name="T55" fmla="*/ 72 h 721"/>
              <a:gd name="T56" fmla="*/ 608 w 720"/>
              <a:gd name="T57" fmla="*/ 134 h 721"/>
              <a:gd name="T58" fmla="*/ 663 w 720"/>
              <a:gd name="T59" fmla="*/ 215 h 721"/>
              <a:gd name="T60" fmla="*/ 692 w 720"/>
              <a:gd name="T61" fmla="*/ 310 h 721"/>
              <a:gd name="T62" fmla="*/ 693 w 720"/>
              <a:gd name="T63" fmla="*/ 408 h 721"/>
              <a:gd name="T64" fmla="*/ 669 w 720"/>
              <a:gd name="T65" fmla="*/ 495 h 721"/>
              <a:gd name="T66" fmla="*/ 620 w 720"/>
              <a:gd name="T67" fmla="*/ 573 h 721"/>
              <a:gd name="T68" fmla="*/ 287 w 720"/>
              <a:gd name="T69" fmla="*/ 7 h 721"/>
              <a:gd name="T70" fmla="*/ 188 w 720"/>
              <a:gd name="T71" fmla="*/ 44 h 721"/>
              <a:gd name="T72" fmla="*/ 105 w 720"/>
              <a:gd name="T73" fmla="*/ 106 h 721"/>
              <a:gd name="T74" fmla="*/ 43 w 720"/>
              <a:gd name="T75" fmla="*/ 189 h 721"/>
              <a:gd name="T76" fmla="*/ 6 w 720"/>
              <a:gd name="T77" fmla="*/ 288 h 721"/>
              <a:gd name="T78" fmla="*/ 1 w 720"/>
              <a:gd name="T79" fmla="*/ 395 h 721"/>
              <a:gd name="T80" fmla="*/ 25 w 720"/>
              <a:gd name="T81" fmla="*/ 495 h 721"/>
              <a:gd name="T82" fmla="*/ 75 w 720"/>
              <a:gd name="T83" fmla="*/ 582 h 721"/>
              <a:gd name="T84" fmla="*/ 98 w 720"/>
              <a:gd name="T85" fmla="*/ 609 h 721"/>
              <a:gd name="T86" fmla="*/ 98 w 720"/>
              <a:gd name="T87" fmla="*/ 609 h 721"/>
              <a:gd name="T88" fmla="*/ 98 w 720"/>
              <a:gd name="T89" fmla="*/ 609 h 721"/>
              <a:gd name="T90" fmla="*/ 98 w 720"/>
              <a:gd name="T91" fmla="*/ 609 h 721"/>
              <a:gd name="T92" fmla="*/ 98 w 720"/>
              <a:gd name="T93" fmla="*/ 609 h 721"/>
              <a:gd name="T94" fmla="*/ 172 w 720"/>
              <a:gd name="T95" fmla="*/ 666 h 721"/>
              <a:gd name="T96" fmla="*/ 272 w 720"/>
              <a:gd name="T97" fmla="*/ 709 h 721"/>
              <a:gd name="T98" fmla="*/ 377 w 720"/>
              <a:gd name="T99" fmla="*/ 721 h 721"/>
              <a:gd name="T100" fmla="*/ 482 w 720"/>
              <a:gd name="T101" fmla="*/ 698 h 721"/>
              <a:gd name="T102" fmla="*/ 579 w 720"/>
              <a:gd name="T103" fmla="*/ 645 h 721"/>
              <a:gd name="T104" fmla="*/ 633 w 720"/>
              <a:gd name="T105" fmla="*/ 596 h 721"/>
              <a:gd name="T106" fmla="*/ 688 w 720"/>
              <a:gd name="T107" fmla="*/ 510 h 721"/>
              <a:gd name="T108" fmla="*/ 716 w 720"/>
              <a:gd name="T109" fmla="*/ 413 h 721"/>
              <a:gd name="T110" fmla="*/ 716 w 720"/>
              <a:gd name="T111" fmla="*/ 306 h 721"/>
              <a:gd name="T112" fmla="*/ 685 w 720"/>
              <a:gd name="T113" fmla="*/ 205 h 721"/>
              <a:gd name="T114" fmla="*/ 626 w 720"/>
              <a:gd name="T115" fmla="*/ 119 h 721"/>
              <a:gd name="T116" fmla="*/ 547 w 720"/>
              <a:gd name="T117" fmla="*/ 52 h 721"/>
              <a:gd name="T118" fmla="*/ 450 w 720"/>
              <a:gd name="T119" fmla="*/ 12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20" h="721">
                <a:moveTo>
                  <a:pt x="610" y="585"/>
                </a:moveTo>
                <a:lnTo>
                  <a:pt x="594" y="578"/>
                </a:lnTo>
                <a:lnTo>
                  <a:pt x="571" y="568"/>
                </a:lnTo>
                <a:lnTo>
                  <a:pt x="539" y="558"/>
                </a:lnTo>
                <a:lnTo>
                  <a:pt x="499" y="542"/>
                </a:lnTo>
                <a:lnTo>
                  <a:pt x="482" y="537"/>
                </a:lnTo>
                <a:lnTo>
                  <a:pt x="466" y="531"/>
                </a:lnTo>
                <a:lnTo>
                  <a:pt x="449" y="524"/>
                </a:lnTo>
                <a:lnTo>
                  <a:pt x="432" y="519"/>
                </a:lnTo>
                <a:lnTo>
                  <a:pt x="432" y="459"/>
                </a:lnTo>
                <a:lnTo>
                  <a:pt x="439" y="455"/>
                </a:lnTo>
                <a:lnTo>
                  <a:pt x="445" y="450"/>
                </a:lnTo>
                <a:lnTo>
                  <a:pt x="453" y="442"/>
                </a:lnTo>
                <a:lnTo>
                  <a:pt x="459" y="433"/>
                </a:lnTo>
                <a:lnTo>
                  <a:pt x="466" y="422"/>
                </a:lnTo>
                <a:lnTo>
                  <a:pt x="471" y="406"/>
                </a:lnTo>
                <a:lnTo>
                  <a:pt x="476" y="390"/>
                </a:lnTo>
                <a:lnTo>
                  <a:pt x="477" y="370"/>
                </a:lnTo>
                <a:lnTo>
                  <a:pt x="481" y="368"/>
                </a:lnTo>
                <a:lnTo>
                  <a:pt x="485" y="364"/>
                </a:lnTo>
                <a:lnTo>
                  <a:pt x="488" y="361"/>
                </a:lnTo>
                <a:lnTo>
                  <a:pt x="490" y="357"/>
                </a:lnTo>
                <a:lnTo>
                  <a:pt x="493" y="351"/>
                </a:lnTo>
                <a:lnTo>
                  <a:pt x="495" y="345"/>
                </a:lnTo>
                <a:lnTo>
                  <a:pt x="497" y="338"/>
                </a:lnTo>
                <a:lnTo>
                  <a:pt x="497" y="331"/>
                </a:lnTo>
                <a:lnTo>
                  <a:pt x="495" y="318"/>
                </a:lnTo>
                <a:lnTo>
                  <a:pt x="493" y="307"/>
                </a:lnTo>
                <a:lnTo>
                  <a:pt x="490" y="302"/>
                </a:lnTo>
                <a:lnTo>
                  <a:pt x="488" y="298"/>
                </a:lnTo>
                <a:lnTo>
                  <a:pt x="484" y="295"/>
                </a:lnTo>
                <a:lnTo>
                  <a:pt x="480" y="292"/>
                </a:lnTo>
                <a:lnTo>
                  <a:pt x="481" y="292"/>
                </a:lnTo>
                <a:lnTo>
                  <a:pt x="481" y="291"/>
                </a:lnTo>
                <a:lnTo>
                  <a:pt x="488" y="270"/>
                </a:lnTo>
                <a:lnTo>
                  <a:pt x="493" y="246"/>
                </a:lnTo>
                <a:lnTo>
                  <a:pt x="495" y="232"/>
                </a:lnTo>
                <a:lnTo>
                  <a:pt x="495" y="219"/>
                </a:lnTo>
                <a:lnTo>
                  <a:pt x="495" y="205"/>
                </a:lnTo>
                <a:lnTo>
                  <a:pt x="493" y="191"/>
                </a:lnTo>
                <a:lnTo>
                  <a:pt x="490" y="184"/>
                </a:lnTo>
                <a:lnTo>
                  <a:pt x="486" y="178"/>
                </a:lnTo>
                <a:lnTo>
                  <a:pt x="482" y="171"/>
                </a:lnTo>
                <a:lnTo>
                  <a:pt x="477" y="165"/>
                </a:lnTo>
                <a:lnTo>
                  <a:pt x="472" y="161"/>
                </a:lnTo>
                <a:lnTo>
                  <a:pt x="466" y="156"/>
                </a:lnTo>
                <a:lnTo>
                  <a:pt x="458" y="152"/>
                </a:lnTo>
                <a:lnTo>
                  <a:pt x="450" y="148"/>
                </a:lnTo>
                <a:lnTo>
                  <a:pt x="434" y="143"/>
                </a:lnTo>
                <a:lnTo>
                  <a:pt x="417" y="139"/>
                </a:lnTo>
                <a:lnTo>
                  <a:pt x="400" y="137"/>
                </a:lnTo>
                <a:lnTo>
                  <a:pt x="382" y="137"/>
                </a:lnTo>
                <a:lnTo>
                  <a:pt x="367" y="137"/>
                </a:lnTo>
                <a:lnTo>
                  <a:pt x="351" y="139"/>
                </a:lnTo>
                <a:lnTo>
                  <a:pt x="335" y="142"/>
                </a:lnTo>
                <a:lnTo>
                  <a:pt x="321" y="147"/>
                </a:lnTo>
                <a:lnTo>
                  <a:pt x="306" y="152"/>
                </a:lnTo>
                <a:lnTo>
                  <a:pt x="294" y="160"/>
                </a:lnTo>
                <a:lnTo>
                  <a:pt x="288" y="165"/>
                </a:lnTo>
                <a:lnTo>
                  <a:pt x="283" y="170"/>
                </a:lnTo>
                <a:lnTo>
                  <a:pt x="279" y="175"/>
                </a:lnTo>
                <a:lnTo>
                  <a:pt x="276" y="180"/>
                </a:lnTo>
                <a:lnTo>
                  <a:pt x="269" y="180"/>
                </a:lnTo>
                <a:lnTo>
                  <a:pt x="262" y="182"/>
                </a:lnTo>
                <a:lnTo>
                  <a:pt x="256" y="183"/>
                </a:lnTo>
                <a:lnTo>
                  <a:pt x="251" y="184"/>
                </a:lnTo>
                <a:lnTo>
                  <a:pt x="244" y="189"/>
                </a:lnTo>
                <a:lnTo>
                  <a:pt x="237" y="196"/>
                </a:lnTo>
                <a:lnTo>
                  <a:pt x="235" y="201"/>
                </a:lnTo>
                <a:lnTo>
                  <a:pt x="232" y="206"/>
                </a:lnTo>
                <a:lnTo>
                  <a:pt x="231" y="211"/>
                </a:lnTo>
                <a:lnTo>
                  <a:pt x="229" y="218"/>
                </a:lnTo>
                <a:lnTo>
                  <a:pt x="228" y="230"/>
                </a:lnTo>
                <a:lnTo>
                  <a:pt x="229" y="243"/>
                </a:lnTo>
                <a:lnTo>
                  <a:pt x="233" y="269"/>
                </a:lnTo>
                <a:lnTo>
                  <a:pt x="240" y="291"/>
                </a:lnTo>
                <a:lnTo>
                  <a:pt x="240" y="292"/>
                </a:lnTo>
                <a:lnTo>
                  <a:pt x="240" y="292"/>
                </a:lnTo>
                <a:lnTo>
                  <a:pt x="236" y="295"/>
                </a:lnTo>
                <a:lnTo>
                  <a:pt x="232" y="298"/>
                </a:lnTo>
                <a:lnTo>
                  <a:pt x="229" y="302"/>
                </a:lnTo>
                <a:lnTo>
                  <a:pt x="227" y="307"/>
                </a:lnTo>
                <a:lnTo>
                  <a:pt x="224" y="318"/>
                </a:lnTo>
                <a:lnTo>
                  <a:pt x="223" y="331"/>
                </a:lnTo>
                <a:lnTo>
                  <a:pt x="223" y="337"/>
                </a:lnTo>
                <a:lnTo>
                  <a:pt x="224" y="343"/>
                </a:lnTo>
                <a:lnTo>
                  <a:pt x="226" y="350"/>
                </a:lnTo>
                <a:lnTo>
                  <a:pt x="228" y="355"/>
                </a:lnTo>
                <a:lnTo>
                  <a:pt x="231" y="360"/>
                </a:lnTo>
                <a:lnTo>
                  <a:pt x="235" y="364"/>
                </a:lnTo>
                <a:lnTo>
                  <a:pt x="237" y="368"/>
                </a:lnTo>
                <a:lnTo>
                  <a:pt x="242" y="370"/>
                </a:lnTo>
                <a:lnTo>
                  <a:pt x="244" y="390"/>
                </a:lnTo>
                <a:lnTo>
                  <a:pt x="249" y="406"/>
                </a:lnTo>
                <a:lnTo>
                  <a:pt x="254" y="422"/>
                </a:lnTo>
                <a:lnTo>
                  <a:pt x="260" y="433"/>
                </a:lnTo>
                <a:lnTo>
                  <a:pt x="267" y="442"/>
                </a:lnTo>
                <a:lnTo>
                  <a:pt x="274" y="450"/>
                </a:lnTo>
                <a:lnTo>
                  <a:pt x="281" y="455"/>
                </a:lnTo>
                <a:lnTo>
                  <a:pt x="287" y="459"/>
                </a:lnTo>
                <a:lnTo>
                  <a:pt x="287" y="519"/>
                </a:lnTo>
                <a:lnTo>
                  <a:pt x="272" y="524"/>
                </a:lnTo>
                <a:lnTo>
                  <a:pt x="256" y="530"/>
                </a:lnTo>
                <a:lnTo>
                  <a:pt x="241" y="535"/>
                </a:lnTo>
                <a:lnTo>
                  <a:pt x="226" y="540"/>
                </a:lnTo>
                <a:lnTo>
                  <a:pt x="193" y="550"/>
                </a:lnTo>
                <a:lnTo>
                  <a:pt x="161" y="562"/>
                </a:lnTo>
                <a:lnTo>
                  <a:pt x="133" y="573"/>
                </a:lnTo>
                <a:lnTo>
                  <a:pt x="110" y="586"/>
                </a:lnTo>
                <a:lnTo>
                  <a:pt x="100" y="573"/>
                </a:lnTo>
                <a:lnTo>
                  <a:pt x="89" y="562"/>
                </a:lnTo>
                <a:lnTo>
                  <a:pt x="80" y="549"/>
                </a:lnTo>
                <a:lnTo>
                  <a:pt x="73" y="536"/>
                </a:lnTo>
                <a:lnTo>
                  <a:pt x="65" y="523"/>
                </a:lnTo>
                <a:lnTo>
                  <a:pt x="57" y="509"/>
                </a:lnTo>
                <a:lnTo>
                  <a:pt x="51" y="495"/>
                </a:lnTo>
                <a:lnTo>
                  <a:pt x="46" y="481"/>
                </a:lnTo>
                <a:lnTo>
                  <a:pt x="41" y="467"/>
                </a:lnTo>
                <a:lnTo>
                  <a:pt x="35" y="453"/>
                </a:lnTo>
                <a:lnTo>
                  <a:pt x="32" y="437"/>
                </a:lnTo>
                <a:lnTo>
                  <a:pt x="29" y="422"/>
                </a:lnTo>
                <a:lnTo>
                  <a:pt x="26" y="408"/>
                </a:lnTo>
                <a:lnTo>
                  <a:pt x="25" y="392"/>
                </a:lnTo>
                <a:lnTo>
                  <a:pt x="24" y="377"/>
                </a:lnTo>
                <a:lnTo>
                  <a:pt x="23" y="360"/>
                </a:lnTo>
                <a:lnTo>
                  <a:pt x="24" y="343"/>
                </a:lnTo>
                <a:lnTo>
                  <a:pt x="25" y="327"/>
                </a:lnTo>
                <a:lnTo>
                  <a:pt x="26" y="310"/>
                </a:lnTo>
                <a:lnTo>
                  <a:pt x="30" y="293"/>
                </a:lnTo>
                <a:lnTo>
                  <a:pt x="34" y="277"/>
                </a:lnTo>
                <a:lnTo>
                  <a:pt x="38" y="261"/>
                </a:lnTo>
                <a:lnTo>
                  <a:pt x="43" y="244"/>
                </a:lnTo>
                <a:lnTo>
                  <a:pt x="50" y="230"/>
                </a:lnTo>
                <a:lnTo>
                  <a:pt x="56" y="215"/>
                </a:lnTo>
                <a:lnTo>
                  <a:pt x="64" y="201"/>
                </a:lnTo>
                <a:lnTo>
                  <a:pt x="71" y="187"/>
                </a:lnTo>
                <a:lnTo>
                  <a:pt x="80" y="173"/>
                </a:lnTo>
                <a:lnTo>
                  <a:pt x="91" y="160"/>
                </a:lnTo>
                <a:lnTo>
                  <a:pt x="100" y="147"/>
                </a:lnTo>
                <a:lnTo>
                  <a:pt x="111" y="134"/>
                </a:lnTo>
                <a:lnTo>
                  <a:pt x="122" y="122"/>
                </a:lnTo>
                <a:lnTo>
                  <a:pt x="133" y="112"/>
                </a:lnTo>
                <a:lnTo>
                  <a:pt x="146" y="101"/>
                </a:lnTo>
                <a:lnTo>
                  <a:pt x="159" y="92"/>
                </a:lnTo>
                <a:lnTo>
                  <a:pt x="172" y="81"/>
                </a:lnTo>
                <a:lnTo>
                  <a:pt x="186" y="72"/>
                </a:lnTo>
                <a:lnTo>
                  <a:pt x="200" y="65"/>
                </a:lnTo>
                <a:lnTo>
                  <a:pt x="214" y="57"/>
                </a:lnTo>
                <a:lnTo>
                  <a:pt x="229" y="51"/>
                </a:lnTo>
                <a:lnTo>
                  <a:pt x="244" y="44"/>
                </a:lnTo>
                <a:lnTo>
                  <a:pt x="260" y="39"/>
                </a:lnTo>
                <a:lnTo>
                  <a:pt x="276" y="35"/>
                </a:lnTo>
                <a:lnTo>
                  <a:pt x="292" y="31"/>
                </a:lnTo>
                <a:lnTo>
                  <a:pt x="309" y="27"/>
                </a:lnTo>
                <a:lnTo>
                  <a:pt x="326" y="26"/>
                </a:lnTo>
                <a:lnTo>
                  <a:pt x="342" y="25"/>
                </a:lnTo>
                <a:lnTo>
                  <a:pt x="359" y="24"/>
                </a:lnTo>
                <a:lnTo>
                  <a:pt x="377" y="25"/>
                </a:lnTo>
                <a:lnTo>
                  <a:pt x="394" y="26"/>
                </a:lnTo>
                <a:lnTo>
                  <a:pt x="410" y="27"/>
                </a:lnTo>
                <a:lnTo>
                  <a:pt x="427" y="31"/>
                </a:lnTo>
                <a:lnTo>
                  <a:pt x="444" y="35"/>
                </a:lnTo>
                <a:lnTo>
                  <a:pt x="459" y="39"/>
                </a:lnTo>
                <a:lnTo>
                  <a:pt x="475" y="44"/>
                </a:lnTo>
                <a:lnTo>
                  <a:pt x="490" y="51"/>
                </a:lnTo>
                <a:lnTo>
                  <a:pt x="506" y="57"/>
                </a:lnTo>
                <a:lnTo>
                  <a:pt x="520" y="65"/>
                </a:lnTo>
                <a:lnTo>
                  <a:pt x="534" y="72"/>
                </a:lnTo>
                <a:lnTo>
                  <a:pt x="548" y="81"/>
                </a:lnTo>
                <a:lnTo>
                  <a:pt x="561" y="92"/>
                </a:lnTo>
                <a:lnTo>
                  <a:pt x="574" y="101"/>
                </a:lnTo>
                <a:lnTo>
                  <a:pt x="586" y="112"/>
                </a:lnTo>
                <a:lnTo>
                  <a:pt x="598" y="122"/>
                </a:lnTo>
                <a:lnTo>
                  <a:pt x="608" y="134"/>
                </a:lnTo>
                <a:lnTo>
                  <a:pt x="620" y="147"/>
                </a:lnTo>
                <a:lnTo>
                  <a:pt x="629" y="160"/>
                </a:lnTo>
                <a:lnTo>
                  <a:pt x="639" y="173"/>
                </a:lnTo>
                <a:lnTo>
                  <a:pt x="648" y="187"/>
                </a:lnTo>
                <a:lnTo>
                  <a:pt x="656" y="201"/>
                </a:lnTo>
                <a:lnTo>
                  <a:pt x="663" y="215"/>
                </a:lnTo>
                <a:lnTo>
                  <a:pt x="670" y="230"/>
                </a:lnTo>
                <a:lnTo>
                  <a:pt x="676" y="244"/>
                </a:lnTo>
                <a:lnTo>
                  <a:pt x="681" y="261"/>
                </a:lnTo>
                <a:lnTo>
                  <a:pt x="685" y="277"/>
                </a:lnTo>
                <a:lnTo>
                  <a:pt x="689" y="293"/>
                </a:lnTo>
                <a:lnTo>
                  <a:pt x="692" y="310"/>
                </a:lnTo>
                <a:lnTo>
                  <a:pt x="694" y="327"/>
                </a:lnTo>
                <a:lnTo>
                  <a:pt x="696" y="343"/>
                </a:lnTo>
                <a:lnTo>
                  <a:pt x="697" y="360"/>
                </a:lnTo>
                <a:lnTo>
                  <a:pt x="696" y="377"/>
                </a:lnTo>
                <a:lnTo>
                  <a:pt x="694" y="392"/>
                </a:lnTo>
                <a:lnTo>
                  <a:pt x="693" y="408"/>
                </a:lnTo>
                <a:lnTo>
                  <a:pt x="690" y="422"/>
                </a:lnTo>
                <a:lnTo>
                  <a:pt x="688" y="437"/>
                </a:lnTo>
                <a:lnTo>
                  <a:pt x="684" y="453"/>
                </a:lnTo>
                <a:lnTo>
                  <a:pt x="679" y="467"/>
                </a:lnTo>
                <a:lnTo>
                  <a:pt x="674" y="481"/>
                </a:lnTo>
                <a:lnTo>
                  <a:pt x="669" y="495"/>
                </a:lnTo>
                <a:lnTo>
                  <a:pt x="662" y="509"/>
                </a:lnTo>
                <a:lnTo>
                  <a:pt x="654" y="523"/>
                </a:lnTo>
                <a:lnTo>
                  <a:pt x="647" y="536"/>
                </a:lnTo>
                <a:lnTo>
                  <a:pt x="639" y="549"/>
                </a:lnTo>
                <a:lnTo>
                  <a:pt x="630" y="562"/>
                </a:lnTo>
                <a:lnTo>
                  <a:pt x="620" y="573"/>
                </a:lnTo>
                <a:lnTo>
                  <a:pt x="610" y="585"/>
                </a:lnTo>
                <a:close/>
                <a:moveTo>
                  <a:pt x="359" y="0"/>
                </a:moveTo>
                <a:lnTo>
                  <a:pt x="341" y="0"/>
                </a:lnTo>
                <a:lnTo>
                  <a:pt x="323" y="2"/>
                </a:lnTo>
                <a:lnTo>
                  <a:pt x="305" y="4"/>
                </a:lnTo>
                <a:lnTo>
                  <a:pt x="287" y="7"/>
                </a:lnTo>
                <a:lnTo>
                  <a:pt x="269" y="12"/>
                </a:lnTo>
                <a:lnTo>
                  <a:pt x="253" y="16"/>
                </a:lnTo>
                <a:lnTo>
                  <a:pt x="236" y="22"/>
                </a:lnTo>
                <a:lnTo>
                  <a:pt x="219" y="29"/>
                </a:lnTo>
                <a:lnTo>
                  <a:pt x="204" y="35"/>
                </a:lnTo>
                <a:lnTo>
                  <a:pt x="188" y="44"/>
                </a:lnTo>
                <a:lnTo>
                  <a:pt x="173" y="52"/>
                </a:lnTo>
                <a:lnTo>
                  <a:pt x="159" y="62"/>
                </a:lnTo>
                <a:lnTo>
                  <a:pt x="145" y="72"/>
                </a:lnTo>
                <a:lnTo>
                  <a:pt x="131" y="83"/>
                </a:lnTo>
                <a:lnTo>
                  <a:pt x="118" y="94"/>
                </a:lnTo>
                <a:lnTo>
                  <a:pt x="105" y="106"/>
                </a:lnTo>
                <a:lnTo>
                  <a:pt x="93" y="119"/>
                </a:lnTo>
                <a:lnTo>
                  <a:pt x="82" y="131"/>
                </a:lnTo>
                <a:lnTo>
                  <a:pt x="71" y="146"/>
                </a:lnTo>
                <a:lnTo>
                  <a:pt x="61" y="160"/>
                </a:lnTo>
                <a:lnTo>
                  <a:pt x="51" y="174"/>
                </a:lnTo>
                <a:lnTo>
                  <a:pt x="43" y="189"/>
                </a:lnTo>
                <a:lnTo>
                  <a:pt x="34" y="205"/>
                </a:lnTo>
                <a:lnTo>
                  <a:pt x="28" y="220"/>
                </a:lnTo>
                <a:lnTo>
                  <a:pt x="21" y="237"/>
                </a:lnTo>
                <a:lnTo>
                  <a:pt x="15" y="253"/>
                </a:lnTo>
                <a:lnTo>
                  <a:pt x="11" y="270"/>
                </a:lnTo>
                <a:lnTo>
                  <a:pt x="6" y="288"/>
                </a:lnTo>
                <a:lnTo>
                  <a:pt x="3" y="306"/>
                </a:lnTo>
                <a:lnTo>
                  <a:pt x="1" y="324"/>
                </a:lnTo>
                <a:lnTo>
                  <a:pt x="0" y="342"/>
                </a:lnTo>
                <a:lnTo>
                  <a:pt x="0" y="360"/>
                </a:lnTo>
                <a:lnTo>
                  <a:pt x="0" y="378"/>
                </a:lnTo>
                <a:lnTo>
                  <a:pt x="1" y="395"/>
                </a:lnTo>
                <a:lnTo>
                  <a:pt x="3" y="413"/>
                </a:lnTo>
                <a:lnTo>
                  <a:pt x="6" y="429"/>
                </a:lnTo>
                <a:lnTo>
                  <a:pt x="10" y="446"/>
                </a:lnTo>
                <a:lnTo>
                  <a:pt x="14" y="463"/>
                </a:lnTo>
                <a:lnTo>
                  <a:pt x="19" y="478"/>
                </a:lnTo>
                <a:lnTo>
                  <a:pt x="25" y="495"/>
                </a:lnTo>
                <a:lnTo>
                  <a:pt x="32" y="510"/>
                </a:lnTo>
                <a:lnTo>
                  <a:pt x="39" y="526"/>
                </a:lnTo>
                <a:lnTo>
                  <a:pt x="47" y="540"/>
                </a:lnTo>
                <a:lnTo>
                  <a:pt x="56" y="555"/>
                </a:lnTo>
                <a:lnTo>
                  <a:pt x="65" y="569"/>
                </a:lnTo>
                <a:lnTo>
                  <a:pt x="75" y="582"/>
                </a:lnTo>
                <a:lnTo>
                  <a:pt x="87" y="596"/>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98" y="609"/>
                </a:lnTo>
                <a:lnTo>
                  <a:pt x="113" y="622"/>
                </a:lnTo>
                <a:lnTo>
                  <a:pt x="127" y="635"/>
                </a:lnTo>
                <a:lnTo>
                  <a:pt x="141" y="645"/>
                </a:lnTo>
                <a:lnTo>
                  <a:pt x="156" y="657"/>
                </a:lnTo>
                <a:lnTo>
                  <a:pt x="172" y="666"/>
                </a:lnTo>
                <a:lnTo>
                  <a:pt x="187" y="676"/>
                </a:lnTo>
                <a:lnTo>
                  <a:pt x="204" y="684"/>
                </a:lnTo>
                <a:lnTo>
                  <a:pt x="220" y="691"/>
                </a:lnTo>
                <a:lnTo>
                  <a:pt x="237" y="698"/>
                </a:lnTo>
                <a:lnTo>
                  <a:pt x="254" y="704"/>
                </a:lnTo>
                <a:lnTo>
                  <a:pt x="272" y="709"/>
                </a:lnTo>
                <a:lnTo>
                  <a:pt x="288" y="713"/>
                </a:lnTo>
                <a:lnTo>
                  <a:pt x="306" y="717"/>
                </a:lnTo>
                <a:lnTo>
                  <a:pt x="324" y="720"/>
                </a:lnTo>
                <a:lnTo>
                  <a:pt x="342" y="721"/>
                </a:lnTo>
                <a:lnTo>
                  <a:pt x="359" y="721"/>
                </a:lnTo>
                <a:lnTo>
                  <a:pt x="377" y="721"/>
                </a:lnTo>
                <a:lnTo>
                  <a:pt x="395" y="720"/>
                </a:lnTo>
                <a:lnTo>
                  <a:pt x="413" y="717"/>
                </a:lnTo>
                <a:lnTo>
                  <a:pt x="431" y="713"/>
                </a:lnTo>
                <a:lnTo>
                  <a:pt x="448" y="709"/>
                </a:lnTo>
                <a:lnTo>
                  <a:pt x="466" y="704"/>
                </a:lnTo>
                <a:lnTo>
                  <a:pt x="482" y="698"/>
                </a:lnTo>
                <a:lnTo>
                  <a:pt x="499" y="691"/>
                </a:lnTo>
                <a:lnTo>
                  <a:pt x="516" y="684"/>
                </a:lnTo>
                <a:lnTo>
                  <a:pt x="532" y="676"/>
                </a:lnTo>
                <a:lnTo>
                  <a:pt x="549" y="666"/>
                </a:lnTo>
                <a:lnTo>
                  <a:pt x="565" y="657"/>
                </a:lnTo>
                <a:lnTo>
                  <a:pt x="579" y="645"/>
                </a:lnTo>
                <a:lnTo>
                  <a:pt x="594" y="635"/>
                </a:lnTo>
                <a:lnTo>
                  <a:pt x="607" y="622"/>
                </a:lnTo>
                <a:lnTo>
                  <a:pt x="621" y="609"/>
                </a:lnTo>
                <a:lnTo>
                  <a:pt x="621" y="609"/>
                </a:lnTo>
                <a:lnTo>
                  <a:pt x="621" y="609"/>
                </a:lnTo>
                <a:lnTo>
                  <a:pt x="633" y="596"/>
                </a:lnTo>
                <a:lnTo>
                  <a:pt x="643" y="584"/>
                </a:lnTo>
                <a:lnTo>
                  <a:pt x="653" y="569"/>
                </a:lnTo>
                <a:lnTo>
                  <a:pt x="663" y="555"/>
                </a:lnTo>
                <a:lnTo>
                  <a:pt x="672" y="540"/>
                </a:lnTo>
                <a:lnTo>
                  <a:pt x="680" y="526"/>
                </a:lnTo>
                <a:lnTo>
                  <a:pt x="688" y="510"/>
                </a:lnTo>
                <a:lnTo>
                  <a:pt x="694" y="495"/>
                </a:lnTo>
                <a:lnTo>
                  <a:pt x="701" y="478"/>
                </a:lnTo>
                <a:lnTo>
                  <a:pt x="706" y="463"/>
                </a:lnTo>
                <a:lnTo>
                  <a:pt x="710" y="446"/>
                </a:lnTo>
                <a:lnTo>
                  <a:pt x="714" y="429"/>
                </a:lnTo>
                <a:lnTo>
                  <a:pt x="716" y="413"/>
                </a:lnTo>
                <a:lnTo>
                  <a:pt x="719" y="395"/>
                </a:lnTo>
                <a:lnTo>
                  <a:pt x="720" y="378"/>
                </a:lnTo>
                <a:lnTo>
                  <a:pt x="720" y="360"/>
                </a:lnTo>
                <a:lnTo>
                  <a:pt x="720" y="342"/>
                </a:lnTo>
                <a:lnTo>
                  <a:pt x="719" y="324"/>
                </a:lnTo>
                <a:lnTo>
                  <a:pt x="716" y="306"/>
                </a:lnTo>
                <a:lnTo>
                  <a:pt x="714" y="288"/>
                </a:lnTo>
                <a:lnTo>
                  <a:pt x="708" y="270"/>
                </a:lnTo>
                <a:lnTo>
                  <a:pt x="705" y="253"/>
                </a:lnTo>
                <a:lnTo>
                  <a:pt x="698" y="237"/>
                </a:lnTo>
                <a:lnTo>
                  <a:pt x="692" y="220"/>
                </a:lnTo>
                <a:lnTo>
                  <a:pt x="685" y="205"/>
                </a:lnTo>
                <a:lnTo>
                  <a:pt x="676" y="189"/>
                </a:lnTo>
                <a:lnTo>
                  <a:pt x="669" y="174"/>
                </a:lnTo>
                <a:lnTo>
                  <a:pt x="658" y="160"/>
                </a:lnTo>
                <a:lnTo>
                  <a:pt x="648" y="146"/>
                </a:lnTo>
                <a:lnTo>
                  <a:pt x="638" y="131"/>
                </a:lnTo>
                <a:lnTo>
                  <a:pt x="626" y="119"/>
                </a:lnTo>
                <a:lnTo>
                  <a:pt x="615" y="106"/>
                </a:lnTo>
                <a:lnTo>
                  <a:pt x="602" y="94"/>
                </a:lnTo>
                <a:lnTo>
                  <a:pt x="589" y="83"/>
                </a:lnTo>
                <a:lnTo>
                  <a:pt x="575" y="72"/>
                </a:lnTo>
                <a:lnTo>
                  <a:pt x="561" y="62"/>
                </a:lnTo>
                <a:lnTo>
                  <a:pt x="547" y="52"/>
                </a:lnTo>
                <a:lnTo>
                  <a:pt x="531" y="44"/>
                </a:lnTo>
                <a:lnTo>
                  <a:pt x="516" y="35"/>
                </a:lnTo>
                <a:lnTo>
                  <a:pt x="500" y="29"/>
                </a:lnTo>
                <a:lnTo>
                  <a:pt x="484" y="22"/>
                </a:lnTo>
                <a:lnTo>
                  <a:pt x="467" y="16"/>
                </a:lnTo>
                <a:lnTo>
                  <a:pt x="450" y="12"/>
                </a:lnTo>
                <a:lnTo>
                  <a:pt x="432" y="7"/>
                </a:lnTo>
                <a:lnTo>
                  <a:pt x="414" y="4"/>
                </a:lnTo>
                <a:lnTo>
                  <a:pt x="396" y="2"/>
                </a:lnTo>
                <a:lnTo>
                  <a:pt x="378" y="0"/>
                </a:lnTo>
                <a:lnTo>
                  <a:pt x="359"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5" name="Rectangle 74">
            <a:extLst>
              <a:ext uri="{FF2B5EF4-FFF2-40B4-BE49-F238E27FC236}">
                <a16:creationId xmlns:a16="http://schemas.microsoft.com/office/drawing/2014/main" id="{B5A8C891-6D57-481C-87A5-D1FFCF80CF47}"/>
              </a:ext>
            </a:extLst>
          </p:cNvPr>
          <p:cNvSpPr/>
          <p:nvPr/>
        </p:nvSpPr>
        <p:spPr>
          <a:xfrm>
            <a:off x="761064" y="3016506"/>
            <a:ext cx="4920960" cy="861774"/>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76" name="Rectangle 75">
            <a:extLst>
              <a:ext uri="{FF2B5EF4-FFF2-40B4-BE49-F238E27FC236}">
                <a16:creationId xmlns:a16="http://schemas.microsoft.com/office/drawing/2014/main" id="{C4A29DD3-039C-4BE4-AAD0-5F407F0AFC6C}"/>
              </a:ext>
            </a:extLst>
          </p:cNvPr>
          <p:cNvSpPr/>
          <p:nvPr/>
        </p:nvSpPr>
        <p:spPr>
          <a:xfrm>
            <a:off x="6509975" y="3016506"/>
            <a:ext cx="4920960" cy="861774"/>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77" name="Rectangle 76">
            <a:extLst>
              <a:ext uri="{FF2B5EF4-FFF2-40B4-BE49-F238E27FC236}">
                <a16:creationId xmlns:a16="http://schemas.microsoft.com/office/drawing/2014/main" id="{F6C34C8B-E8FC-43D6-BC84-94E6ED512605}"/>
              </a:ext>
            </a:extLst>
          </p:cNvPr>
          <p:cNvSpPr/>
          <p:nvPr/>
        </p:nvSpPr>
        <p:spPr>
          <a:xfrm>
            <a:off x="761064" y="4164190"/>
            <a:ext cx="4920960" cy="861774"/>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78" name="Rectangle 77">
            <a:extLst>
              <a:ext uri="{FF2B5EF4-FFF2-40B4-BE49-F238E27FC236}">
                <a16:creationId xmlns:a16="http://schemas.microsoft.com/office/drawing/2014/main" id="{B11FD564-B6DC-4508-82F9-52548EFFFADE}"/>
              </a:ext>
            </a:extLst>
          </p:cNvPr>
          <p:cNvSpPr/>
          <p:nvPr/>
        </p:nvSpPr>
        <p:spPr>
          <a:xfrm>
            <a:off x="6509975" y="4164190"/>
            <a:ext cx="4920960" cy="861774"/>
          </a:xfrm>
          <a:prstGeom prst="rect">
            <a:avLst/>
          </a:prstGeom>
        </p:spPr>
        <p:txBody>
          <a:bodyPr wrap="square" lIns="0" tIns="0" rIns="0" bIns="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Tree>
    <p:extLst>
      <p:ext uri="{BB962C8B-B14F-4D97-AF65-F5344CB8AC3E}">
        <p14:creationId xmlns:p14="http://schemas.microsoft.com/office/powerpoint/2010/main" val="198419650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B1AADD15-EF19-4140-88C7-FA18D3670B4A}"/>
              </a:ext>
            </a:extLst>
          </p:cNvPr>
          <p:cNvSpPr txBox="1"/>
          <p:nvPr/>
        </p:nvSpPr>
        <p:spPr>
          <a:xfrm>
            <a:off x="431800" y="191214"/>
            <a:ext cx="11328400" cy="73866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3F3F3F"/>
                </a:solidFill>
                <a:effectLst/>
                <a:uLnTx/>
                <a:uFillTx/>
                <a:latin typeface="Corbel" panose="020B0503020204020204"/>
                <a:ea typeface="+mn-ea"/>
                <a:cs typeface="+mn-cs"/>
              </a:rPr>
              <a:t>TABLES</a:t>
            </a:r>
          </a:p>
        </p:txBody>
      </p:sp>
      <p:grpSp>
        <p:nvGrpSpPr>
          <p:cNvPr id="5" name="Group 4">
            <a:extLst>
              <a:ext uri="{FF2B5EF4-FFF2-40B4-BE49-F238E27FC236}">
                <a16:creationId xmlns:a16="http://schemas.microsoft.com/office/drawing/2014/main" id="{D903D880-2121-4AF1-AB91-4DE7F5B28CF3}"/>
              </a:ext>
            </a:extLst>
          </p:cNvPr>
          <p:cNvGrpSpPr/>
          <p:nvPr/>
        </p:nvGrpSpPr>
        <p:grpSpPr>
          <a:xfrm>
            <a:off x="5319855" y="6478321"/>
            <a:ext cx="1552291" cy="121183"/>
            <a:chOff x="4665436" y="4689691"/>
            <a:chExt cx="2415114" cy="121183"/>
          </a:xfrm>
        </p:grpSpPr>
        <p:sp>
          <p:nvSpPr>
            <p:cNvPr id="6" name="Rectangle: Rounded Corners 5">
              <a:extLst>
                <a:ext uri="{FF2B5EF4-FFF2-40B4-BE49-F238E27FC236}">
                  <a16:creationId xmlns:a16="http://schemas.microsoft.com/office/drawing/2014/main" id="{BC7BF908-FDDB-4BF7-BD98-0F1BBFA71B88}"/>
                </a:ext>
              </a:extLst>
            </p:cNvPr>
            <p:cNvSpPr/>
            <p:nvPr/>
          </p:nvSpPr>
          <p:spPr>
            <a:xfrm>
              <a:off x="4665436" y="4689691"/>
              <a:ext cx="1075758" cy="121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ectangle: Rounded Corners 6">
              <a:extLst>
                <a:ext uri="{FF2B5EF4-FFF2-40B4-BE49-F238E27FC236}">
                  <a16:creationId xmlns:a16="http://schemas.microsoft.com/office/drawing/2014/main" id="{B1F27A12-06B2-470B-96A1-37F027DD98F8}"/>
                </a:ext>
              </a:extLst>
            </p:cNvPr>
            <p:cNvSpPr/>
            <p:nvPr/>
          </p:nvSpPr>
          <p:spPr>
            <a:xfrm>
              <a:off x="6004792" y="4689691"/>
              <a:ext cx="1075758" cy="12118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grpSp>
      <p:sp>
        <p:nvSpPr>
          <p:cNvPr id="8" name="Date Placeholder 7">
            <a:extLst>
              <a:ext uri="{FF2B5EF4-FFF2-40B4-BE49-F238E27FC236}">
                <a16:creationId xmlns:a16="http://schemas.microsoft.com/office/drawing/2014/main" id="{ED17E5F7-A895-4DA2-9E2E-33870877DB5B}"/>
              </a:ext>
            </a:extLst>
          </p:cNvPr>
          <p:cNvSpPr>
            <a:spLocks noGrp="1"/>
          </p:cNvSpPr>
          <p:nvPr>
            <p:ph type="dt" sz="half" idx="10"/>
          </p:nvPr>
        </p:nvSpPr>
        <p:spPr>
          <a:xfrm>
            <a:off x="838200" y="6356350"/>
            <a:ext cx="27432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22ABB57-F0EC-4286-B1AC-36841ACD99BD}" type="datetime1">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sp>
        <p:nvSpPr>
          <p:cNvPr id="9" name="Slide Number Placeholder 8">
            <a:extLst>
              <a:ext uri="{FF2B5EF4-FFF2-40B4-BE49-F238E27FC236}">
                <a16:creationId xmlns:a16="http://schemas.microsoft.com/office/drawing/2014/main" id="{DAA389C8-B2EE-4FCB-A752-D81FA60401A6}"/>
              </a:ext>
            </a:extLst>
          </p:cNvPr>
          <p:cNvSpPr>
            <a:spLocks noGrp="1"/>
          </p:cNvSpPr>
          <p:nvPr>
            <p:ph type="sldNum" sz="quarter" idx="12"/>
          </p:nvPr>
        </p:nvSpPr>
        <p:spPr>
          <a:xfrm>
            <a:off x="8610600" y="6356350"/>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94E2DD-4F38-4D2A-97E5-5D7467AA1DEC}" type="slidenum">
              <a:rPr kumimoji="0" lang="en-US" sz="1200" b="0" i="0" u="none" strike="noStrike" kern="1200" cap="none" spc="0" normalizeH="0" baseline="0" noProof="0" smtClean="0">
                <a:ln>
                  <a:noFill/>
                </a:ln>
                <a:solidFill>
                  <a:prstClr val="black">
                    <a:tint val="75000"/>
                  </a:prstClr>
                </a:solidFill>
                <a:effectLst/>
                <a:uLnTx/>
                <a:uFillTx/>
                <a:latin typeface="Corbel" panose="020B0503020204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tint val="75000"/>
                </a:prstClr>
              </a:solidFill>
              <a:effectLst/>
              <a:uLnTx/>
              <a:uFillTx/>
              <a:latin typeface="Corbel" panose="020B0503020204020204"/>
              <a:ea typeface="+mn-ea"/>
              <a:cs typeface="+mn-cs"/>
            </a:endParaRPr>
          </a:p>
        </p:txBody>
      </p:sp>
      <p:graphicFrame>
        <p:nvGraphicFramePr>
          <p:cNvPr id="3" name="Table 2">
            <a:extLst>
              <a:ext uri="{FF2B5EF4-FFF2-40B4-BE49-F238E27FC236}">
                <a16:creationId xmlns:a16="http://schemas.microsoft.com/office/drawing/2014/main" id="{95F943F5-B9EA-45E3-B9F7-739692EFC431}"/>
              </a:ext>
            </a:extLst>
          </p:cNvPr>
          <p:cNvGraphicFramePr>
            <a:graphicFrameLocks noGrp="1"/>
          </p:cNvGraphicFramePr>
          <p:nvPr/>
        </p:nvGraphicFramePr>
        <p:xfrm>
          <a:off x="431800" y="2133600"/>
          <a:ext cx="11328400" cy="4000496"/>
        </p:xfrm>
        <a:graphic>
          <a:graphicData uri="http://schemas.openxmlformats.org/drawingml/2006/table">
            <a:tbl>
              <a:tblPr firstRow="1" bandRow="1">
                <a:tableStyleId>{5C22544A-7EE6-4342-B048-85BDC9FD1C3A}</a:tableStyleId>
              </a:tblPr>
              <a:tblGrid>
                <a:gridCol w="1132840">
                  <a:extLst>
                    <a:ext uri="{9D8B030D-6E8A-4147-A177-3AD203B41FA5}">
                      <a16:colId xmlns:a16="http://schemas.microsoft.com/office/drawing/2014/main" val="1064767228"/>
                    </a:ext>
                  </a:extLst>
                </a:gridCol>
                <a:gridCol w="1132840">
                  <a:extLst>
                    <a:ext uri="{9D8B030D-6E8A-4147-A177-3AD203B41FA5}">
                      <a16:colId xmlns:a16="http://schemas.microsoft.com/office/drawing/2014/main" val="2110247153"/>
                    </a:ext>
                  </a:extLst>
                </a:gridCol>
                <a:gridCol w="1132840">
                  <a:extLst>
                    <a:ext uri="{9D8B030D-6E8A-4147-A177-3AD203B41FA5}">
                      <a16:colId xmlns:a16="http://schemas.microsoft.com/office/drawing/2014/main" val="1671774837"/>
                    </a:ext>
                  </a:extLst>
                </a:gridCol>
                <a:gridCol w="1132840">
                  <a:extLst>
                    <a:ext uri="{9D8B030D-6E8A-4147-A177-3AD203B41FA5}">
                      <a16:colId xmlns:a16="http://schemas.microsoft.com/office/drawing/2014/main" val="1042921663"/>
                    </a:ext>
                  </a:extLst>
                </a:gridCol>
                <a:gridCol w="1132840">
                  <a:extLst>
                    <a:ext uri="{9D8B030D-6E8A-4147-A177-3AD203B41FA5}">
                      <a16:colId xmlns:a16="http://schemas.microsoft.com/office/drawing/2014/main" val="1140046485"/>
                    </a:ext>
                  </a:extLst>
                </a:gridCol>
                <a:gridCol w="1132840">
                  <a:extLst>
                    <a:ext uri="{9D8B030D-6E8A-4147-A177-3AD203B41FA5}">
                      <a16:colId xmlns:a16="http://schemas.microsoft.com/office/drawing/2014/main" val="1773304150"/>
                    </a:ext>
                  </a:extLst>
                </a:gridCol>
                <a:gridCol w="1132840">
                  <a:extLst>
                    <a:ext uri="{9D8B030D-6E8A-4147-A177-3AD203B41FA5}">
                      <a16:colId xmlns:a16="http://schemas.microsoft.com/office/drawing/2014/main" val="1528819555"/>
                    </a:ext>
                  </a:extLst>
                </a:gridCol>
                <a:gridCol w="1132840">
                  <a:extLst>
                    <a:ext uri="{9D8B030D-6E8A-4147-A177-3AD203B41FA5}">
                      <a16:colId xmlns:a16="http://schemas.microsoft.com/office/drawing/2014/main" val="3985123976"/>
                    </a:ext>
                  </a:extLst>
                </a:gridCol>
                <a:gridCol w="1132840">
                  <a:extLst>
                    <a:ext uri="{9D8B030D-6E8A-4147-A177-3AD203B41FA5}">
                      <a16:colId xmlns:a16="http://schemas.microsoft.com/office/drawing/2014/main" val="1999644776"/>
                    </a:ext>
                  </a:extLst>
                </a:gridCol>
                <a:gridCol w="1132840">
                  <a:extLst>
                    <a:ext uri="{9D8B030D-6E8A-4147-A177-3AD203B41FA5}">
                      <a16:colId xmlns:a16="http://schemas.microsoft.com/office/drawing/2014/main" val="1607982248"/>
                    </a:ext>
                  </a:extLst>
                </a:gridCol>
              </a:tblGrid>
              <a:tr h="500062">
                <a:tc>
                  <a:txBody>
                    <a:bodyPr/>
                    <a:lstStyle/>
                    <a:p>
                      <a:endParaRPr lang="en-US"/>
                    </a:p>
                  </a:txBody>
                  <a:tcPr>
                    <a:lnR w="6350" cap="flat" cmpd="sng" algn="ctr">
                      <a:solidFill>
                        <a:schemeClr val="bg1"/>
                      </a:solidFill>
                      <a:prstDash val="solid"/>
                      <a:round/>
                      <a:headEnd type="none" w="med" len="med"/>
                      <a:tailEnd type="none" w="med" len="med"/>
                    </a:lnR>
                    <a:lnB w="6350" cap="flat" cmpd="sng" algn="ctr">
                      <a:solidFill>
                        <a:schemeClr val="bg1"/>
                      </a:solidFill>
                      <a:prstDash val="solid"/>
                      <a:round/>
                      <a:headEnd type="none" w="med" len="med"/>
                      <a:tailEnd type="none" w="med" len="med"/>
                    </a:lnB>
                  </a:tcPr>
                </a:tc>
                <a:tc>
                  <a:txBody>
                    <a:bodyPr/>
                    <a:lstStyle/>
                    <a:p>
                      <a:endParaRPr lang="en-US"/>
                    </a:p>
                  </a:txBody>
                  <a:tcP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B w="6350" cap="flat" cmpd="sng" algn="ctr">
                      <a:solidFill>
                        <a:schemeClr val="bg1"/>
                      </a:solidFill>
                      <a:prstDash val="solid"/>
                      <a:round/>
                      <a:headEnd type="none" w="med" len="med"/>
                      <a:tailEnd type="none" w="med" len="med"/>
                    </a:lnB>
                    <a:solidFill>
                      <a:schemeClr val="accent2"/>
                    </a:solidFill>
                  </a:tcPr>
                </a:tc>
                <a:tc>
                  <a:txBody>
                    <a:bodyPr/>
                    <a:lstStyle/>
                    <a:p>
                      <a:endParaRPr lang="en-US"/>
                    </a:p>
                  </a:txBody>
                  <a:tcP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B w="6350" cap="flat" cmpd="sng" algn="ctr">
                      <a:solidFill>
                        <a:schemeClr val="bg1"/>
                      </a:solidFill>
                      <a:prstDash val="solid"/>
                      <a:round/>
                      <a:headEnd type="none" w="med" len="med"/>
                      <a:tailEnd type="none" w="med" len="med"/>
                    </a:lnB>
                  </a:tcPr>
                </a:tc>
                <a:tc>
                  <a:txBody>
                    <a:bodyPr/>
                    <a:lstStyle/>
                    <a:p>
                      <a:endParaRPr lang="en-US"/>
                    </a:p>
                  </a:txBody>
                  <a:tcP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B w="6350" cap="flat" cmpd="sng" algn="ctr">
                      <a:solidFill>
                        <a:schemeClr val="bg1"/>
                      </a:solidFill>
                      <a:prstDash val="solid"/>
                      <a:round/>
                      <a:headEnd type="none" w="med" len="med"/>
                      <a:tailEnd type="none" w="med" len="med"/>
                    </a:lnB>
                    <a:solidFill>
                      <a:schemeClr val="accent2"/>
                    </a:solidFill>
                  </a:tcPr>
                </a:tc>
                <a:tc>
                  <a:txBody>
                    <a:bodyPr/>
                    <a:lstStyle/>
                    <a:p>
                      <a:endParaRPr lang="en-US"/>
                    </a:p>
                  </a:txBody>
                  <a:tcP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B w="6350" cap="flat" cmpd="sng" algn="ctr">
                      <a:solidFill>
                        <a:schemeClr val="bg1"/>
                      </a:solidFill>
                      <a:prstDash val="solid"/>
                      <a:round/>
                      <a:headEnd type="none" w="med" len="med"/>
                      <a:tailEnd type="none" w="med" len="med"/>
                    </a:lnB>
                  </a:tcPr>
                </a:tc>
                <a:tc>
                  <a:txBody>
                    <a:bodyPr/>
                    <a:lstStyle/>
                    <a:p>
                      <a:endParaRPr lang="en-US"/>
                    </a:p>
                  </a:txBody>
                  <a:tcP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B w="6350" cap="flat" cmpd="sng" algn="ctr">
                      <a:solidFill>
                        <a:schemeClr val="bg1"/>
                      </a:solidFill>
                      <a:prstDash val="solid"/>
                      <a:round/>
                      <a:headEnd type="none" w="med" len="med"/>
                      <a:tailEnd type="none" w="med" len="med"/>
                    </a:lnB>
                    <a:solidFill>
                      <a:schemeClr val="accent2"/>
                    </a:solidFill>
                  </a:tcPr>
                </a:tc>
                <a:tc>
                  <a:txBody>
                    <a:bodyPr/>
                    <a:lstStyle/>
                    <a:p>
                      <a:endParaRPr lang="en-US"/>
                    </a:p>
                  </a:txBody>
                  <a:tcP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B w="6350" cap="flat" cmpd="sng" algn="ctr">
                      <a:solidFill>
                        <a:schemeClr val="bg1"/>
                      </a:solidFill>
                      <a:prstDash val="solid"/>
                      <a:round/>
                      <a:headEnd type="none" w="med" len="med"/>
                      <a:tailEnd type="none" w="med" len="med"/>
                    </a:lnB>
                  </a:tcPr>
                </a:tc>
                <a:tc>
                  <a:txBody>
                    <a:bodyPr/>
                    <a:lstStyle/>
                    <a:p>
                      <a:endParaRPr lang="en-US"/>
                    </a:p>
                  </a:txBody>
                  <a:tcP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B w="6350" cap="flat" cmpd="sng" algn="ctr">
                      <a:solidFill>
                        <a:schemeClr val="bg1"/>
                      </a:solidFill>
                      <a:prstDash val="solid"/>
                      <a:round/>
                      <a:headEnd type="none" w="med" len="med"/>
                      <a:tailEnd type="none" w="med" len="med"/>
                    </a:lnB>
                    <a:solidFill>
                      <a:schemeClr val="accent2"/>
                    </a:solidFill>
                  </a:tcPr>
                </a:tc>
                <a:tc>
                  <a:txBody>
                    <a:bodyPr/>
                    <a:lstStyle/>
                    <a:p>
                      <a:endParaRPr lang="en-US"/>
                    </a:p>
                  </a:txBody>
                  <a:tcP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B w="6350" cap="flat" cmpd="sng" algn="ctr">
                      <a:solidFill>
                        <a:schemeClr val="bg1"/>
                      </a:solidFill>
                      <a:prstDash val="solid"/>
                      <a:round/>
                      <a:headEnd type="none" w="med" len="med"/>
                      <a:tailEnd type="none" w="med" len="med"/>
                    </a:lnB>
                  </a:tcPr>
                </a:tc>
                <a:tc>
                  <a:txBody>
                    <a:bodyPr/>
                    <a:lstStyle/>
                    <a:p>
                      <a:endParaRPr lang="en-US"/>
                    </a:p>
                  </a:txBody>
                  <a:tcPr>
                    <a:lnL w="6350" cap="flat" cmpd="sng" algn="ctr">
                      <a:solidFill>
                        <a:schemeClr val="bg1"/>
                      </a:solidFill>
                      <a:prstDash val="solid"/>
                      <a:round/>
                      <a:headEnd type="none" w="med" len="med"/>
                      <a:tailEnd type="none" w="med" len="med"/>
                    </a:lnL>
                    <a:lnB w="6350" cap="flat" cmpd="sng" algn="ctr">
                      <a:solidFill>
                        <a:schemeClr val="bg1"/>
                      </a:solidFill>
                      <a:prstDash val="solid"/>
                      <a:round/>
                      <a:headEnd type="none" w="med" len="med"/>
                      <a:tailEnd type="none" w="med" len="med"/>
                    </a:lnB>
                    <a:solidFill>
                      <a:schemeClr val="accent2"/>
                    </a:solidFill>
                  </a:tcPr>
                </a:tc>
                <a:extLst>
                  <a:ext uri="{0D108BD9-81ED-4DB2-BD59-A6C34878D82A}">
                    <a16:rowId xmlns:a16="http://schemas.microsoft.com/office/drawing/2014/main" val="1216711411"/>
                  </a:ext>
                </a:extLst>
              </a:tr>
              <a:tr h="500062">
                <a:tc>
                  <a:txBody>
                    <a:bodyPr/>
                    <a:lstStyle/>
                    <a:p>
                      <a:pPr algn="ctr"/>
                      <a:endParaRPr lang="en-US" sz="1600">
                        <a:solidFill>
                          <a:schemeClr val="tx1"/>
                        </a:solidFill>
                      </a:endParaRPr>
                    </a:p>
                  </a:txBody>
                  <a:tcPr anchor="ctr">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1818672463"/>
                  </a:ext>
                </a:extLst>
              </a:tr>
              <a:tr h="500062">
                <a:tc>
                  <a:txBody>
                    <a:bodyPr/>
                    <a:lstStyle/>
                    <a:p>
                      <a:pPr algn="ctr"/>
                      <a:endParaRPr lang="en-US" sz="1600">
                        <a:solidFill>
                          <a:schemeClr val="tx1"/>
                        </a:solidFill>
                      </a:endParaRPr>
                    </a:p>
                  </a:txBody>
                  <a:tcPr anchor="ctr">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303603"/>
                  </a:ext>
                </a:extLst>
              </a:tr>
              <a:tr h="500062">
                <a:tc>
                  <a:txBody>
                    <a:bodyPr/>
                    <a:lstStyle/>
                    <a:p>
                      <a:pPr algn="ctr"/>
                      <a:endParaRPr lang="en-US" sz="1600">
                        <a:solidFill>
                          <a:schemeClr val="tx1"/>
                        </a:solidFill>
                      </a:endParaRPr>
                    </a:p>
                  </a:txBody>
                  <a:tcPr anchor="ctr">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3967257650"/>
                  </a:ext>
                </a:extLst>
              </a:tr>
              <a:tr h="500062">
                <a:tc>
                  <a:txBody>
                    <a:bodyPr/>
                    <a:lstStyle/>
                    <a:p>
                      <a:pPr algn="ctr"/>
                      <a:endParaRPr lang="en-US" sz="1600">
                        <a:solidFill>
                          <a:schemeClr val="tx1"/>
                        </a:solidFill>
                      </a:endParaRPr>
                    </a:p>
                  </a:txBody>
                  <a:tcPr anchor="ctr">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543268816"/>
                  </a:ext>
                </a:extLst>
              </a:tr>
              <a:tr h="500062">
                <a:tc>
                  <a:txBody>
                    <a:bodyPr/>
                    <a:lstStyle/>
                    <a:p>
                      <a:pPr algn="ctr"/>
                      <a:endParaRPr lang="en-US" sz="1600">
                        <a:solidFill>
                          <a:schemeClr val="tx1"/>
                        </a:solidFill>
                      </a:endParaRPr>
                    </a:p>
                  </a:txBody>
                  <a:tcPr anchor="ctr">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459237457"/>
                  </a:ext>
                </a:extLst>
              </a:tr>
              <a:tr h="500062">
                <a:tc>
                  <a:txBody>
                    <a:bodyPr/>
                    <a:lstStyle/>
                    <a:p>
                      <a:pPr algn="ctr"/>
                      <a:endParaRPr lang="en-US" sz="1600">
                        <a:solidFill>
                          <a:schemeClr val="tx1"/>
                        </a:solidFill>
                      </a:endParaRPr>
                    </a:p>
                  </a:txBody>
                  <a:tcPr anchor="ctr">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800174924"/>
                  </a:ext>
                </a:extLst>
              </a:tr>
              <a:tr h="500062">
                <a:tc>
                  <a:txBody>
                    <a:bodyPr/>
                    <a:lstStyle/>
                    <a:p>
                      <a:pPr algn="ctr"/>
                      <a:endParaRPr lang="en-US" sz="1600">
                        <a:solidFill>
                          <a:schemeClr val="tx1"/>
                        </a:solidFill>
                      </a:endParaRPr>
                    </a:p>
                  </a:txBody>
                  <a:tcPr anchor="ctr">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solidFill>
                      <a:schemeClr val="bg2"/>
                    </a:solidFill>
                  </a:tcPr>
                </a:tc>
                <a:tc>
                  <a:txBody>
                    <a:bodyPr/>
                    <a:lstStyle/>
                    <a:p>
                      <a:pPr algn="ctr"/>
                      <a:endParaRPr lang="en-US" sz="1600">
                        <a:solidFill>
                          <a:schemeClr val="tx1"/>
                        </a:solidFill>
                      </a:endParaRPr>
                    </a:p>
                  </a:txBody>
                  <a:tcPr anchor="ctr">
                    <a:lnL w="6350" cap="flat" cmpd="sng" algn="ctr">
                      <a:solidFill>
                        <a:schemeClr val="bg1"/>
                      </a:solidFill>
                      <a:prstDash val="solid"/>
                      <a:round/>
                      <a:headEnd type="none" w="med" len="med"/>
                      <a:tailEnd type="none" w="med" len="med"/>
                    </a:lnL>
                    <a:lnT w="6350" cap="flat" cmpd="sng" algn="ctr">
                      <a:solidFill>
                        <a:schemeClr val="bg1"/>
                      </a:solidFill>
                      <a:prstDash val="solid"/>
                      <a:round/>
                      <a:headEnd type="none" w="med" len="med"/>
                      <a:tailEnd type="none" w="med" len="med"/>
                    </a:lnT>
                    <a:solidFill>
                      <a:schemeClr val="bg2"/>
                    </a:solidFill>
                  </a:tcPr>
                </a:tc>
                <a:extLst>
                  <a:ext uri="{0D108BD9-81ED-4DB2-BD59-A6C34878D82A}">
                    <a16:rowId xmlns:a16="http://schemas.microsoft.com/office/drawing/2014/main" val="3154256183"/>
                  </a:ext>
                </a:extLst>
              </a:tr>
            </a:tbl>
          </a:graphicData>
        </a:graphic>
      </p:graphicFrame>
      <p:sp>
        <p:nvSpPr>
          <p:cNvPr id="21" name="Rectangle 20">
            <a:extLst>
              <a:ext uri="{FF2B5EF4-FFF2-40B4-BE49-F238E27FC236}">
                <a16:creationId xmlns:a16="http://schemas.microsoft.com/office/drawing/2014/main" id="{48CDDA7A-1EA4-4FF9-B8E2-D6F99A41E2A9}"/>
              </a:ext>
            </a:extLst>
          </p:cNvPr>
          <p:cNvSpPr/>
          <p:nvPr/>
        </p:nvSpPr>
        <p:spPr>
          <a:xfrm>
            <a:off x="839788" y="1208573"/>
            <a:ext cx="10512425" cy="646331"/>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amet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consectetur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adipiscing</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elit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Duis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suscipit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in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ac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Sed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congue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lacus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vitae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finibus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faucibus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nisi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ullamcorper</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volutpat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leo</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arcu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placerat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tellus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bibendum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Proin</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et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luctus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nisl</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ut</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viverra</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eros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Suspendisse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pharetra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mattis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purus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eu</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semper.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Donec</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pellentesque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condimentum</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sapien</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quis</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 </a:t>
            </a:r>
            <a:r>
              <a:rPr kumimoji="0" lang="en-US" sz="1400" b="0" i="0" u="none" strike="noStrike" kern="1200" cap="none" spc="0" normalizeH="0" baseline="0" noProof="0" err="1">
                <a:ln>
                  <a:noFill/>
                </a:ln>
                <a:solidFill>
                  <a:prstClr val="black"/>
                </a:solidFill>
                <a:effectLst/>
                <a:uLnTx/>
                <a:uFillTx/>
                <a:latin typeface="Corbel" panose="020B0503020204020204"/>
                <a:ea typeface="+mn-ea"/>
                <a:cs typeface="+mn-cs"/>
              </a:rPr>
              <a:t>posuere</a:t>
            </a:r>
            <a:r>
              <a:rPr kumimoji="0" lang="en-US" sz="1400" b="0" i="0" u="none" strike="noStrike" kern="1200" cap="none" spc="0" normalizeH="0" baseline="0" noProof="0">
                <a:ln>
                  <a:noFill/>
                </a:ln>
                <a:solidFill>
                  <a:prstClr val="black"/>
                </a:solidFill>
                <a:effectLst/>
                <a:uLnTx/>
                <a:uFillTx/>
                <a:latin typeface="Corbel" panose="020B0503020204020204"/>
                <a:ea typeface="+mn-ea"/>
                <a:cs typeface="+mn-cs"/>
              </a:rPr>
              <a:t>.”</a:t>
            </a:r>
          </a:p>
        </p:txBody>
      </p:sp>
      <p:sp>
        <p:nvSpPr>
          <p:cNvPr id="22" name="Freeform 3886">
            <a:extLst>
              <a:ext uri="{FF2B5EF4-FFF2-40B4-BE49-F238E27FC236}">
                <a16:creationId xmlns:a16="http://schemas.microsoft.com/office/drawing/2014/main" id="{A4B5D34E-1ACF-4953-83BC-C2614A6C2F06}"/>
              </a:ext>
            </a:extLst>
          </p:cNvPr>
          <p:cNvSpPr>
            <a:spLocks noEditPoints="1"/>
          </p:cNvSpPr>
          <p:nvPr/>
        </p:nvSpPr>
        <p:spPr bwMode="auto">
          <a:xfrm>
            <a:off x="845745" y="2238682"/>
            <a:ext cx="287338" cy="285750"/>
          </a:xfrm>
          <a:custGeom>
            <a:avLst/>
            <a:gdLst>
              <a:gd name="T0" fmla="*/ 268 w 902"/>
              <a:gd name="T1" fmla="*/ 575 h 901"/>
              <a:gd name="T2" fmla="*/ 207 w 902"/>
              <a:gd name="T3" fmla="*/ 555 h 901"/>
              <a:gd name="T4" fmla="*/ 155 w 902"/>
              <a:gd name="T5" fmla="*/ 520 h 901"/>
              <a:gd name="T6" fmla="*/ 112 w 902"/>
              <a:gd name="T7" fmla="*/ 475 h 901"/>
              <a:gd name="T8" fmla="*/ 81 w 902"/>
              <a:gd name="T9" fmla="*/ 422 h 901"/>
              <a:gd name="T10" fmla="*/ 64 w 902"/>
              <a:gd name="T11" fmla="*/ 360 h 901"/>
              <a:gd name="T12" fmla="*/ 61 w 902"/>
              <a:gd name="T13" fmla="*/ 294 h 901"/>
              <a:gd name="T14" fmla="*/ 76 w 902"/>
              <a:gd name="T15" fmla="*/ 231 h 901"/>
              <a:gd name="T16" fmla="*/ 104 w 902"/>
              <a:gd name="T17" fmla="*/ 175 h 901"/>
              <a:gd name="T18" fmla="*/ 145 w 902"/>
              <a:gd name="T19" fmla="*/ 128 h 901"/>
              <a:gd name="T20" fmla="*/ 197 w 902"/>
              <a:gd name="T21" fmla="*/ 92 h 901"/>
              <a:gd name="T22" fmla="*/ 256 w 902"/>
              <a:gd name="T23" fmla="*/ 69 h 901"/>
              <a:gd name="T24" fmla="*/ 320 w 902"/>
              <a:gd name="T25" fmla="*/ 60 h 901"/>
              <a:gd name="T26" fmla="*/ 385 w 902"/>
              <a:gd name="T27" fmla="*/ 69 h 901"/>
              <a:gd name="T28" fmla="*/ 444 w 902"/>
              <a:gd name="T29" fmla="*/ 92 h 901"/>
              <a:gd name="T30" fmla="*/ 495 w 902"/>
              <a:gd name="T31" fmla="*/ 128 h 901"/>
              <a:gd name="T32" fmla="*/ 537 w 902"/>
              <a:gd name="T33" fmla="*/ 175 h 901"/>
              <a:gd name="T34" fmla="*/ 564 w 902"/>
              <a:gd name="T35" fmla="*/ 231 h 901"/>
              <a:gd name="T36" fmla="*/ 579 w 902"/>
              <a:gd name="T37" fmla="*/ 294 h 901"/>
              <a:gd name="T38" fmla="*/ 577 w 902"/>
              <a:gd name="T39" fmla="*/ 360 h 901"/>
              <a:gd name="T40" fmla="*/ 560 w 902"/>
              <a:gd name="T41" fmla="*/ 422 h 901"/>
              <a:gd name="T42" fmla="*/ 529 w 902"/>
              <a:gd name="T43" fmla="*/ 475 h 901"/>
              <a:gd name="T44" fmla="*/ 486 w 902"/>
              <a:gd name="T45" fmla="*/ 520 h 901"/>
              <a:gd name="T46" fmla="*/ 432 w 902"/>
              <a:gd name="T47" fmla="*/ 555 h 901"/>
              <a:gd name="T48" fmla="*/ 372 w 902"/>
              <a:gd name="T49" fmla="*/ 575 h 901"/>
              <a:gd name="T50" fmla="*/ 320 w 902"/>
              <a:gd name="T51" fmla="*/ 580 h 901"/>
              <a:gd name="T52" fmla="*/ 591 w 902"/>
              <a:gd name="T53" fmla="*/ 491 h 901"/>
              <a:gd name="T54" fmla="*/ 621 w 902"/>
              <a:gd name="T55" fmla="*/ 430 h 901"/>
              <a:gd name="T56" fmla="*/ 637 w 902"/>
              <a:gd name="T57" fmla="*/ 363 h 901"/>
              <a:gd name="T58" fmla="*/ 638 w 902"/>
              <a:gd name="T59" fmla="*/ 288 h 901"/>
              <a:gd name="T60" fmla="*/ 621 w 902"/>
              <a:gd name="T61" fmla="*/ 211 h 901"/>
              <a:gd name="T62" fmla="*/ 586 w 902"/>
              <a:gd name="T63" fmla="*/ 142 h 901"/>
              <a:gd name="T64" fmla="*/ 535 w 902"/>
              <a:gd name="T65" fmla="*/ 83 h 901"/>
              <a:gd name="T66" fmla="*/ 473 w 902"/>
              <a:gd name="T67" fmla="*/ 39 h 901"/>
              <a:gd name="T68" fmla="*/ 400 w 902"/>
              <a:gd name="T69" fmla="*/ 10 h 901"/>
              <a:gd name="T70" fmla="*/ 320 w 902"/>
              <a:gd name="T71" fmla="*/ 0 h 901"/>
              <a:gd name="T72" fmla="*/ 241 w 902"/>
              <a:gd name="T73" fmla="*/ 10 h 901"/>
              <a:gd name="T74" fmla="*/ 168 w 902"/>
              <a:gd name="T75" fmla="*/ 39 h 901"/>
              <a:gd name="T76" fmla="*/ 105 w 902"/>
              <a:gd name="T77" fmla="*/ 83 h 901"/>
              <a:gd name="T78" fmla="*/ 55 w 902"/>
              <a:gd name="T79" fmla="*/ 142 h 901"/>
              <a:gd name="T80" fmla="*/ 20 w 902"/>
              <a:gd name="T81" fmla="*/ 211 h 901"/>
              <a:gd name="T82" fmla="*/ 1 w 902"/>
              <a:gd name="T83" fmla="*/ 288 h 901"/>
              <a:gd name="T84" fmla="*/ 3 w 902"/>
              <a:gd name="T85" fmla="*/ 369 h 901"/>
              <a:gd name="T86" fmla="*/ 25 w 902"/>
              <a:gd name="T87" fmla="*/ 445 h 901"/>
              <a:gd name="T88" fmla="*/ 64 w 902"/>
              <a:gd name="T89" fmla="*/ 512 h 901"/>
              <a:gd name="T90" fmla="*/ 117 w 902"/>
              <a:gd name="T91" fmla="*/ 568 h 901"/>
              <a:gd name="T92" fmla="*/ 182 w 902"/>
              <a:gd name="T93" fmla="*/ 608 h 901"/>
              <a:gd name="T94" fmla="*/ 256 w 902"/>
              <a:gd name="T95" fmla="*/ 634 h 901"/>
              <a:gd name="T96" fmla="*/ 335 w 902"/>
              <a:gd name="T97" fmla="*/ 641 h 901"/>
              <a:gd name="T98" fmla="*/ 405 w 902"/>
              <a:gd name="T99" fmla="*/ 630 h 901"/>
              <a:gd name="T100" fmla="*/ 468 w 902"/>
              <a:gd name="T101" fmla="*/ 604 h 901"/>
              <a:gd name="T102" fmla="*/ 525 w 902"/>
              <a:gd name="T103" fmla="*/ 567 h 901"/>
              <a:gd name="T104" fmla="*/ 871 w 902"/>
              <a:gd name="T105" fmla="*/ 901 h 901"/>
              <a:gd name="T106" fmla="*/ 897 w 902"/>
              <a:gd name="T107" fmla="*/ 888 h 901"/>
              <a:gd name="T108" fmla="*/ 899 w 902"/>
              <a:gd name="T109" fmla="*/ 86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02" h="901">
                <a:moveTo>
                  <a:pt x="320" y="580"/>
                </a:moveTo>
                <a:lnTo>
                  <a:pt x="307" y="580"/>
                </a:lnTo>
                <a:lnTo>
                  <a:pt x="294" y="579"/>
                </a:lnTo>
                <a:lnTo>
                  <a:pt x="281" y="577"/>
                </a:lnTo>
                <a:lnTo>
                  <a:pt x="268" y="575"/>
                </a:lnTo>
                <a:lnTo>
                  <a:pt x="256" y="572"/>
                </a:lnTo>
                <a:lnTo>
                  <a:pt x="243" y="569"/>
                </a:lnTo>
                <a:lnTo>
                  <a:pt x="231" y="564"/>
                </a:lnTo>
                <a:lnTo>
                  <a:pt x="219" y="560"/>
                </a:lnTo>
                <a:lnTo>
                  <a:pt x="207" y="555"/>
                </a:lnTo>
                <a:lnTo>
                  <a:pt x="197" y="549"/>
                </a:lnTo>
                <a:lnTo>
                  <a:pt x="186" y="543"/>
                </a:lnTo>
                <a:lnTo>
                  <a:pt x="175" y="535"/>
                </a:lnTo>
                <a:lnTo>
                  <a:pt x="164" y="529"/>
                </a:lnTo>
                <a:lnTo>
                  <a:pt x="155" y="520"/>
                </a:lnTo>
                <a:lnTo>
                  <a:pt x="145" y="513"/>
                </a:lnTo>
                <a:lnTo>
                  <a:pt x="136" y="504"/>
                </a:lnTo>
                <a:lnTo>
                  <a:pt x="128" y="495"/>
                </a:lnTo>
                <a:lnTo>
                  <a:pt x="119" y="486"/>
                </a:lnTo>
                <a:lnTo>
                  <a:pt x="112" y="475"/>
                </a:lnTo>
                <a:lnTo>
                  <a:pt x="104" y="466"/>
                </a:lnTo>
                <a:lnTo>
                  <a:pt x="98" y="455"/>
                </a:lnTo>
                <a:lnTo>
                  <a:pt x="91" y="444"/>
                </a:lnTo>
                <a:lnTo>
                  <a:pt x="86" y="432"/>
                </a:lnTo>
                <a:lnTo>
                  <a:pt x="81" y="422"/>
                </a:lnTo>
                <a:lnTo>
                  <a:pt x="76" y="410"/>
                </a:lnTo>
                <a:lnTo>
                  <a:pt x="72" y="397"/>
                </a:lnTo>
                <a:lnTo>
                  <a:pt x="69" y="385"/>
                </a:lnTo>
                <a:lnTo>
                  <a:pt x="66" y="372"/>
                </a:lnTo>
                <a:lnTo>
                  <a:pt x="64" y="360"/>
                </a:lnTo>
                <a:lnTo>
                  <a:pt x="61" y="347"/>
                </a:lnTo>
                <a:lnTo>
                  <a:pt x="60" y="334"/>
                </a:lnTo>
                <a:lnTo>
                  <a:pt x="60" y="320"/>
                </a:lnTo>
                <a:lnTo>
                  <a:pt x="60" y="307"/>
                </a:lnTo>
                <a:lnTo>
                  <a:pt x="61" y="294"/>
                </a:lnTo>
                <a:lnTo>
                  <a:pt x="64" y="281"/>
                </a:lnTo>
                <a:lnTo>
                  <a:pt x="66" y="268"/>
                </a:lnTo>
                <a:lnTo>
                  <a:pt x="69" y="256"/>
                </a:lnTo>
                <a:lnTo>
                  <a:pt x="72" y="243"/>
                </a:lnTo>
                <a:lnTo>
                  <a:pt x="76" y="231"/>
                </a:lnTo>
                <a:lnTo>
                  <a:pt x="81" y="219"/>
                </a:lnTo>
                <a:lnTo>
                  <a:pt x="86" y="207"/>
                </a:lnTo>
                <a:lnTo>
                  <a:pt x="91" y="197"/>
                </a:lnTo>
                <a:lnTo>
                  <a:pt x="98" y="186"/>
                </a:lnTo>
                <a:lnTo>
                  <a:pt x="104" y="175"/>
                </a:lnTo>
                <a:lnTo>
                  <a:pt x="112" y="164"/>
                </a:lnTo>
                <a:lnTo>
                  <a:pt x="119" y="155"/>
                </a:lnTo>
                <a:lnTo>
                  <a:pt x="128" y="145"/>
                </a:lnTo>
                <a:lnTo>
                  <a:pt x="136" y="137"/>
                </a:lnTo>
                <a:lnTo>
                  <a:pt x="145" y="128"/>
                </a:lnTo>
                <a:lnTo>
                  <a:pt x="155" y="119"/>
                </a:lnTo>
                <a:lnTo>
                  <a:pt x="164" y="112"/>
                </a:lnTo>
                <a:lnTo>
                  <a:pt x="175" y="104"/>
                </a:lnTo>
                <a:lnTo>
                  <a:pt x="186" y="98"/>
                </a:lnTo>
                <a:lnTo>
                  <a:pt x="197" y="92"/>
                </a:lnTo>
                <a:lnTo>
                  <a:pt x="207" y="86"/>
                </a:lnTo>
                <a:lnTo>
                  <a:pt x="219" y="81"/>
                </a:lnTo>
                <a:lnTo>
                  <a:pt x="231" y="77"/>
                </a:lnTo>
                <a:lnTo>
                  <a:pt x="243" y="72"/>
                </a:lnTo>
                <a:lnTo>
                  <a:pt x="256" y="69"/>
                </a:lnTo>
                <a:lnTo>
                  <a:pt x="268" y="66"/>
                </a:lnTo>
                <a:lnTo>
                  <a:pt x="281" y="64"/>
                </a:lnTo>
                <a:lnTo>
                  <a:pt x="294" y="61"/>
                </a:lnTo>
                <a:lnTo>
                  <a:pt x="307" y="60"/>
                </a:lnTo>
                <a:lnTo>
                  <a:pt x="320" y="60"/>
                </a:lnTo>
                <a:lnTo>
                  <a:pt x="334" y="60"/>
                </a:lnTo>
                <a:lnTo>
                  <a:pt x="347" y="61"/>
                </a:lnTo>
                <a:lnTo>
                  <a:pt x="360" y="64"/>
                </a:lnTo>
                <a:lnTo>
                  <a:pt x="372" y="66"/>
                </a:lnTo>
                <a:lnTo>
                  <a:pt x="385" y="69"/>
                </a:lnTo>
                <a:lnTo>
                  <a:pt x="397" y="72"/>
                </a:lnTo>
                <a:lnTo>
                  <a:pt x="410" y="77"/>
                </a:lnTo>
                <a:lnTo>
                  <a:pt x="422" y="81"/>
                </a:lnTo>
                <a:lnTo>
                  <a:pt x="432" y="86"/>
                </a:lnTo>
                <a:lnTo>
                  <a:pt x="444" y="92"/>
                </a:lnTo>
                <a:lnTo>
                  <a:pt x="455" y="98"/>
                </a:lnTo>
                <a:lnTo>
                  <a:pt x="466" y="104"/>
                </a:lnTo>
                <a:lnTo>
                  <a:pt x="475" y="112"/>
                </a:lnTo>
                <a:lnTo>
                  <a:pt x="486" y="119"/>
                </a:lnTo>
                <a:lnTo>
                  <a:pt x="495" y="128"/>
                </a:lnTo>
                <a:lnTo>
                  <a:pt x="504" y="137"/>
                </a:lnTo>
                <a:lnTo>
                  <a:pt x="513" y="145"/>
                </a:lnTo>
                <a:lnTo>
                  <a:pt x="522" y="155"/>
                </a:lnTo>
                <a:lnTo>
                  <a:pt x="529" y="164"/>
                </a:lnTo>
                <a:lnTo>
                  <a:pt x="537" y="175"/>
                </a:lnTo>
                <a:lnTo>
                  <a:pt x="543" y="186"/>
                </a:lnTo>
                <a:lnTo>
                  <a:pt x="549" y="197"/>
                </a:lnTo>
                <a:lnTo>
                  <a:pt x="555" y="207"/>
                </a:lnTo>
                <a:lnTo>
                  <a:pt x="560" y="219"/>
                </a:lnTo>
                <a:lnTo>
                  <a:pt x="564" y="231"/>
                </a:lnTo>
                <a:lnTo>
                  <a:pt x="569" y="243"/>
                </a:lnTo>
                <a:lnTo>
                  <a:pt x="572" y="256"/>
                </a:lnTo>
                <a:lnTo>
                  <a:pt x="575" y="268"/>
                </a:lnTo>
                <a:lnTo>
                  <a:pt x="577" y="281"/>
                </a:lnTo>
                <a:lnTo>
                  <a:pt x="579" y="294"/>
                </a:lnTo>
                <a:lnTo>
                  <a:pt x="580" y="307"/>
                </a:lnTo>
                <a:lnTo>
                  <a:pt x="580" y="320"/>
                </a:lnTo>
                <a:lnTo>
                  <a:pt x="580" y="334"/>
                </a:lnTo>
                <a:lnTo>
                  <a:pt x="579" y="347"/>
                </a:lnTo>
                <a:lnTo>
                  <a:pt x="577" y="360"/>
                </a:lnTo>
                <a:lnTo>
                  <a:pt x="575" y="372"/>
                </a:lnTo>
                <a:lnTo>
                  <a:pt x="572" y="385"/>
                </a:lnTo>
                <a:lnTo>
                  <a:pt x="569" y="397"/>
                </a:lnTo>
                <a:lnTo>
                  <a:pt x="564" y="410"/>
                </a:lnTo>
                <a:lnTo>
                  <a:pt x="560" y="422"/>
                </a:lnTo>
                <a:lnTo>
                  <a:pt x="555" y="432"/>
                </a:lnTo>
                <a:lnTo>
                  <a:pt x="549" y="444"/>
                </a:lnTo>
                <a:lnTo>
                  <a:pt x="543" y="455"/>
                </a:lnTo>
                <a:lnTo>
                  <a:pt x="537" y="466"/>
                </a:lnTo>
                <a:lnTo>
                  <a:pt x="529" y="475"/>
                </a:lnTo>
                <a:lnTo>
                  <a:pt x="522" y="486"/>
                </a:lnTo>
                <a:lnTo>
                  <a:pt x="513" y="495"/>
                </a:lnTo>
                <a:lnTo>
                  <a:pt x="504" y="504"/>
                </a:lnTo>
                <a:lnTo>
                  <a:pt x="495" y="513"/>
                </a:lnTo>
                <a:lnTo>
                  <a:pt x="486" y="520"/>
                </a:lnTo>
                <a:lnTo>
                  <a:pt x="475" y="529"/>
                </a:lnTo>
                <a:lnTo>
                  <a:pt x="466" y="535"/>
                </a:lnTo>
                <a:lnTo>
                  <a:pt x="455" y="543"/>
                </a:lnTo>
                <a:lnTo>
                  <a:pt x="444" y="549"/>
                </a:lnTo>
                <a:lnTo>
                  <a:pt x="432" y="555"/>
                </a:lnTo>
                <a:lnTo>
                  <a:pt x="422" y="560"/>
                </a:lnTo>
                <a:lnTo>
                  <a:pt x="410" y="564"/>
                </a:lnTo>
                <a:lnTo>
                  <a:pt x="397" y="569"/>
                </a:lnTo>
                <a:lnTo>
                  <a:pt x="385" y="572"/>
                </a:lnTo>
                <a:lnTo>
                  <a:pt x="372" y="575"/>
                </a:lnTo>
                <a:lnTo>
                  <a:pt x="360" y="577"/>
                </a:lnTo>
                <a:lnTo>
                  <a:pt x="347" y="579"/>
                </a:lnTo>
                <a:lnTo>
                  <a:pt x="334" y="580"/>
                </a:lnTo>
                <a:lnTo>
                  <a:pt x="320" y="580"/>
                </a:lnTo>
                <a:lnTo>
                  <a:pt x="320" y="580"/>
                </a:lnTo>
                <a:close/>
                <a:moveTo>
                  <a:pt x="893" y="851"/>
                </a:moveTo>
                <a:lnTo>
                  <a:pt x="567" y="525"/>
                </a:lnTo>
                <a:lnTo>
                  <a:pt x="575" y="514"/>
                </a:lnTo>
                <a:lnTo>
                  <a:pt x="584" y="503"/>
                </a:lnTo>
                <a:lnTo>
                  <a:pt x="591" y="491"/>
                </a:lnTo>
                <a:lnTo>
                  <a:pt x="598" y="480"/>
                </a:lnTo>
                <a:lnTo>
                  <a:pt x="604" y="468"/>
                </a:lnTo>
                <a:lnTo>
                  <a:pt x="611" y="456"/>
                </a:lnTo>
                <a:lnTo>
                  <a:pt x="616" y="443"/>
                </a:lnTo>
                <a:lnTo>
                  <a:pt x="621" y="430"/>
                </a:lnTo>
                <a:lnTo>
                  <a:pt x="626" y="417"/>
                </a:lnTo>
                <a:lnTo>
                  <a:pt x="630" y="405"/>
                </a:lnTo>
                <a:lnTo>
                  <a:pt x="633" y="391"/>
                </a:lnTo>
                <a:lnTo>
                  <a:pt x="635" y="377"/>
                </a:lnTo>
                <a:lnTo>
                  <a:pt x="637" y="363"/>
                </a:lnTo>
                <a:lnTo>
                  <a:pt x="639" y="349"/>
                </a:lnTo>
                <a:lnTo>
                  <a:pt x="641" y="335"/>
                </a:lnTo>
                <a:lnTo>
                  <a:pt x="641" y="320"/>
                </a:lnTo>
                <a:lnTo>
                  <a:pt x="641" y="304"/>
                </a:lnTo>
                <a:lnTo>
                  <a:pt x="638" y="288"/>
                </a:lnTo>
                <a:lnTo>
                  <a:pt x="637" y="272"/>
                </a:lnTo>
                <a:lnTo>
                  <a:pt x="634" y="256"/>
                </a:lnTo>
                <a:lnTo>
                  <a:pt x="631" y="241"/>
                </a:lnTo>
                <a:lnTo>
                  <a:pt x="627" y="226"/>
                </a:lnTo>
                <a:lnTo>
                  <a:pt x="621" y="211"/>
                </a:lnTo>
                <a:lnTo>
                  <a:pt x="616" y="196"/>
                </a:lnTo>
                <a:lnTo>
                  <a:pt x="609" y="182"/>
                </a:lnTo>
                <a:lnTo>
                  <a:pt x="602" y="168"/>
                </a:lnTo>
                <a:lnTo>
                  <a:pt x="594" y="155"/>
                </a:lnTo>
                <a:lnTo>
                  <a:pt x="586" y="142"/>
                </a:lnTo>
                <a:lnTo>
                  <a:pt x="577" y="129"/>
                </a:lnTo>
                <a:lnTo>
                  <a:pt x="568" y="117"/>
                </a:lnTo>
                <a:lnTo>
                  <a:pt x="557" y="105"/>
                </a:lnTo>
                <a:lnTo>
                  <a:pt x="546" y="94"/>
                </a:lnTo>
                <a:lnTo>
                  <a:pt x="535" y="83"/>
                </a:lnTo>
                <a:lnTo>
                  <a:pt x="524" y="73"/>
                </a:lnTo>
                <a:lnTo>
                  <a:pt x="512" y="64"/>
                </a:lnTo>
                <a:lnTo>
                  <a:pt x="499" y="55"/>
                </a:lnTo>
                <a:lnTo>
                  <a:pt x="486" y="46"/>
                </a:lnTo>
                <a:lnTo>
                  <a:pt x="473" y="39"/>
                </a:lnTo>
                <a:lnTo>
                  <a:pt x="459" y="31"/>
                </a:lnTo>
                <a:lnTo>
                  <a:pt x="445" y="25"/>
                </a:lnTo>
                <a:lnTo>
                  <a:pt x="430" y="20"/>
                </a:lnTo>
                <a:lnTo>
                  <a:pt x="415" y="14"/>
                </a:lnTo>
                <a:lnTo>
                  <a:pt x="400" y="10"/>
                </a:lnTo>
                <a:lnTo>
                  <a:pt x="385" y="7"/>
                </a:lnTo>
                <a:lnTo>
                  <a:pt x="369" y="4"/>
                </a:lnTo>
                <a:lnTo>
                  <a:pt x="353" y="1"/>
                </a:lnTo>
                <a:lnTo>
                  <a:pt x="337" y="0"/>
                </a:lnTo>
                <a:lnTo>
                  <a:pt x="320" y="0"/>
                </a:lnTo>
                <a:lnTo>
                  <a:pt x="304" y="0"/>
                </a:lnTo>
                <a:lnTo>
                  <a:pt x="288" y="1"/>
                </a:lnTo>
                <a:lnTo>
                  <a:pt x="272" y="4"/>
                </a:lnTo>
                <a:lnTo>
                  <a:pt x="256" y="7"/>
                </a:lnTo>
                <a:lnTo>
                  <a:pt x="241" y="10"/>
                </a:lnTo>
                <a:lnTo>
                  <a:pt x="225" y="14"/>
                </a:lnTo>
                <a:lnTo>
                  <a:pt x="210" y="20"/>
                </a:lnTo>
                <a:lnTo>
                  <a:pt x="195" y="25"/>
                </a:lnTo>
                <a:lnTo>
                  <a:pt x="182" y="31"/>
                </a:lnTo>
                <a:lnTo>
                  <a:pt x="168" y="39"/>
                </a:lnTo>
                <a:lnTo>
                  <a:pt x="155" y="46"/>
                </a:lnTo>
                <a:lnTo>
                  <a:pt x="142" y="55"/>
                </a:lnTo>
                <a:lnTo>
                  <a:pt x="129" y="64"/>
                </a:lnTo>
                <a:lnTo>
                  <a:pt x="117" y="73"/>
                </a:lnTo>
                <a:lnTo>
                  <a:pt x="105" y="83"/>
                </a:lnTo>
                <a:lnTo>
                  <a:pt x="94" y="94"/>
                </a:lnTo>
                <a:lnTo>
                  <a:pt x="84" y="105"/>
                </a:lnTo>
                <a:lnTo>
                  <a:pt x="73" y="117"/>
                </a:lnTo>
                <a:lnTo>
                  <a:pt x="64" y="129"/>
                </a:lnTo>
                <a:lnTo>
                  <a:pt x="55" y="142"/>
                </a:lnTo>
                <a:lnTo>
                  <a:pt x="46" y="155"/>
                </a:lnTo>
                <a:lnTo>
                  <a:pt x="39" y="168"/>
                </a:lnTo>
                <a:lnTo>
                  <a:pt x="31" y="182"/>
                </a:lnTo>
                <a:lnTo>
                  <a:pt x="25" y="196"/>
                </a:lnTo>
                <a:lnTo>
                  <a:pt x="20" y="211"/>
                </a:lnTo>
                <a:lnTo>
                  <a:pt x="14" y="226"/>
                </a:lnTo>
                <a:lnTo>
                  <a:pt x="10" y="241"/>
                </a:lnTo>
                <a:lnTo>
                  <a:pt x="7" y="256"/>
                </a:lnTo>
                <a:lnTo>
                  <a:pt x="3" y="272"/>
                </a:lnTo>
                <a:lnTo>
                  <a:pt x="1" y="288"/>
                </a:lnTo>
                <a:lnTo>
                  <a:pt x="0" y="304"/>
                </a:lnTo>
                <a:lnTo>
                  <a:pt x="0" y="320"/>
                </a:lnTo>
                <a:lnTo>
                  <a:pt x="0" y="337"/>
                </a:lnTo>
                <a:lnTo>
                  <a:pt x="1" y="353"/>
                </a:lnTo>
                <a:lnTo>
                  <a:pt x="3" y="369"/>
                </a:lnTo>
                <a:lnTo>
                  <a:pt x="7" y="385"/>
                </a:lnTo>
                <a:lnTo>
                  <a:pt x="10" y="400"/>
                </a:lnTo>
                <a:lnTo>
                  <a:pt x="14" y="415"/>
                </a:lnTo>
                <a:lnTo>
                  <a:pt x="20" y="430"/>
                </a:lnTo>
                <a:lnTo>
                  <a:pt x="25" y="445"/>
                </a:lnTo>
                <a:lnTo>
                  <a:pt x="31" y="459"/>
                </a:lnTo>
                <a:lnTo>
                  <a:pt x="39" y="473"/>
                </a:lnTo>
                <a:lnTo>
                  <a:pt x="46" y="486"/>
                </a:lnTo>
                <a:lnTo>
                  <a:pt x="55" y="499"/>
                </a:lnTo>
                <a:lnTo>
                  <a:pt x="64" y="512"/>
                </a:lnTo>
                <a:lnTo>
                  <a:pt x="73" y="524"/>
                </a:lnTo>
                <a:lnTo>
                  <a:pt x="84" y="535"/>
                </a:lnTo>
                <a:lnTo>
                  <a:pt x="94" y="546"/>
                </a:lnTo>
                <a:lnTo>
                  <a:pt x="105" y="557"/>
                </a:lnTo>
                <a:lnTo>
                  <a:pt x="117" y="568"/>
                </a:lnTo>
                <a:lnTo>
                  <a:pt x="129" y="577"/>
                </a:lnTo>
                <a:lnTo>
                  <a:pt x="142" y="586"/>
                </a:lnTo>
                <a:lnTo>
                  <a:pt x="155" y="594"/>
                </a:lnTo>
                <a:lnTo>
                  <a:pt x="168" y="602"/>
                </a:lnTo>
                <a:lnTo>
                  <a:pt x="182" y="608"/>
                </a:lnTo>
                <a:lnTo>
                  <a:pt x="195" y="615"/>
                </a:lnTo>
                <a:lnTo>
                  <a:pt x="210" y="621"/>
                </a:lnTo>
                <a:lnTo>
                  <a:pt x="225" y="627"/>
                </a:lnTo>
                <a:lnTo>
                  <a:pt x="241" y="631"/>
                </a:lnTo>
                <a:lnTo>
                  <a:pt x="256" y="634"/>
                </a:lnTo>
                <a:lnTo>
                  <a:pt x="272" y="637"/>
                </a:lnTo>
                <a:lnTo>
                  <a:pt x="288" y="638"/>
                </a:lnTo>
                <a:lnTo>
                  <a:pt x="304" y="641"/>
                </a:lnTo>
                <a:lnTo>
                  <a:pt x="320" y="641"/>
                </a:lnTo>
                <a:lnTo>
                  <a:pt x="335" y="641"/>
                </a:lnTo>
                <a:lnTo>
                  <a:pt x="349" y="639"/>
                </a:lnTo>
                <a:lnTo>
                  <a:pt x="363" y="637"/>
                </a:lnTo>
                <a:lnTo>
                  <a:pt x="377" y="635"/>
                </a:lnTo>
                <a:lnTo>
                  <a:pt x="391" y="633"/>
                </a:lnTo>
                <a:lnTo>
                  <a:pt x="405" y="630"/>
                </a:lnTo>
                <a:lnTo>
                  <a:pt x="417" y="625"/>
                </a:lnTo>
                <a:lnTo>
                  <a:pt x="430" y="621"/>
                </a:lnTo>
                <a:lnTo>
                  <a:pt x="443" y="616"/>
                </a:lnTo>
                <a:lnTo>
                  <a:pt x="456" y="610"/>
                </a:lnTo>
                <a:lnTo>
                  <a:pt x="468" y="604"/>
                </a:lnTo>
                <a:lnTo>
                  <a:pt x="480" y="598"/>
                </a:lnTo>
                <a:lnTo>
                  <a:pt x="491" y="591"/>
                </a:lnTo>
                <a:lnTo>
                  <a:pt x="503" y="584"/>
                </a:lnTo>
                <a:lnTo>
                  <a:pt x="514" y="575"/>
                </a:lnTo>
                <a:lnTo>
                  <a:pt x="525" y="567"/>
                </a:lnTo>
                <a:lnTo>
                  <a:pt x="851" y="892"/>
                </a:lnTo>
                <a:lnTo>
                  <a:pt x="855" y="897"/>
                </a:lnTo>
                <a:lnTo>
                  <a:pt x="860" y="899"/>
                </a:lnTo>
                <a:lnTo>
                  <a:pt x="866" y="901"/>
                </a:lnTo>
                <a:lnTo>
                  <a:pt x="871" y="901"/>
                </a:lnTo>
                <a:lnTo>
                  <a:pt x="878" y="901"/>
                </a:lnTo>
                <a:lnTo>
                  <a:pt x="883" y="899"/>
                </a:lnTo>
                <a:lnTo>
                  <a:pt x="888" y="897"/>
                </a:lnTo>
                <a:lnTo>
                  <a:pt x="893" y="892"/>
                </a:lnTo>
                <a:lnTo>
                  <a:pt x="897" y="888"/>
                </a:lnTo>
                <a:lnTo>
                  <a:pt x="899" y="883"/>
                </a:lnTo>
                <a:lnTo>
                  <a:pt x="901" y="877"/>
                </a:lnTo>
                <a:lnTo>
                  <a:pt x="902" y="871"/>
                </a:lnTo>
                <a:lnTo>
                  <a:pt x="901" y="866"/>
                </a:lnTo>
                <a:lnTo>
                  <a:pt x="899" y="860"/>
                </a:lnTo>
                <a:lnTo>
                  <a:pt x="897" y="855"/>
                </a:lnTo>
                <a:lnTo>
                  <a:pt x="893" y="85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nvGrpSpPr>
          <p:cNvPr id="23" name="Group 22">
            <a:extLst>
              <a:ext uri="{FF2B5EF4-FFF2-40B4-BE49-F238E27FC236}">
                <a16:creationId xmlns:a16="http://schemas.microsoft.com/office/drawing/2014/main" id="{0B161EE9-510B-4E8F-B410-3EBEAED7AC62}"/>
              </a:ext>
            </a:extLst>
          </p:cNvPr>
          <p:cNvGrpSpPr/>
          <p:nvPr/>
        </p:nvGrpSpPr>
        <p:grpSpPr>
          <a:xfrm>
            <a:off x="1989538" y="2238682"/>
            <a:ext cx="287337" cy="285750"/>
            <a:chOff x="7018338" y="4656138"/>
            <a:chExt cx="287337" cy="285750"/>
          </a:xfrm>
          <a:solidFill>
            <a:schemeClr val="bg1"/>
          </a:solidFill>
        </p:grpSpPr>
        <p:sp>
          <p:nvSpPr>
            <p:cNvPr id="24" name="Freeform 4604">
              <a:extLst>
                <a:ext uri="{FF2B5EF4-FFF2-40B4-BE49-F238E27FC236}">
                  <a16:creationId xmlns:a16="http://schemas.microsoft.com/office/drawing/2014/main" id="{766D1147-720F-4ED3-9C3F-2642BC164147}"/>
                </a:ext>
              </a:extLst>
            </p:cNvPr>
            <p:cNvSpPr>
              <a:spLocks noEditPoints="1"/>
            </p:cNvSpPr>
            <p:nvPr/>
          </p:nvSpPr>
          <p:spPr bwMode="auto">
            <a:xfrm>
              <a:off x="7018338" y="4656138"/>
              <a:ext cx="230188" cy="285750"/>
            </a:xfrm>
            <a:custGeom>
              <a:avLst/>
              <a:gdLst>
                <a:gd name="T0" fmla="*/ 351 w 723"/>
                <a:gd name="T1" fmla="*/ 416 h 903"/>
                <a:gd name="T2" fmla="*/ 348 w 723"/>
                <a:gd name="T3" fmla="*/ 400 h 903"/>
                <a:gd name="T4" fmla="*/ 362 w 723"/>
                <a:gd name="T5" fmla="*/ 391 h 903"/>
                <a:gd name="T6" fmla="*/ 525 w 723"/>
                <a:gd name="T7" fmla="*/ 398 h 903"/>
                <a:gd name="T8" fmla="*/ 525 w 723"/>
                <a:gd name="T9" fmla="*/ 414 h 903"/>
                <a:gd name="T10" fmla="*/ 513 w 723"/>
                <a:gd name="T11" fmla="*/ 572 h 903"/>
                <a:gd name="T12" fmla="*/ 349 w 723"/>
                <a:gd name="T13" fmla="*/ 565 h 903"/>
                <a:gd name="T14" fmla="*/ 349 w 723"/>
                <a:gd name="T15" fmla="*/ 548 h 903"/>
                <a:gd name="T16" fmla="*/ 513 w 723"/>
                <a:gd name="T17" fmla="*/ 542 h 903"/>
                <a:gd name="T18" fmla="*/ 526 w 723"/>
                <a:gd name="T19" fmla="*/ 551 h 903"/>
                <a:gd name="T20" fmla="*/ 523 w 723"/>
                <a:gd name="T21" fmla="*/ 568 h 903"/>
                <a:gd name="T22" fmla="*/ 362 w 723"/>
                <a:gd name="T23" fmla="*/ 722 h 903"/>
                <a:gd name="T24" fmla="*/ 348 w 723"/>
                <a:gd name="T25" fmla="*/ 713 h 903"/>
                <a:gd name="T26" fmla="*/ 351 w 723"/>
                <a:gd name="T27" fmla="*/ 696 h 903"/>
                <a:gd name="T28" fmla="*/ 515 w 723"/>
                <a:gd name="T29" fmla="*/ 693 h 903"/>
                <a:gd name="T30" fmla="*/ 528 w 723"/>
                <a:gd name="T31" fmla="*/ 704 h 903"/>
                <a:gd name="T32" fmla="*/ 521 w 723"/>
                <a:gd name="T33" fmla="*/ 720 h 903"/>
                <a:gd name="T34" fmla="*/ 232 w 723"/>
                <a:gd name="T35" fmla="*/ 405 h 903"/>
                <a:gd name="T36" fmla="*/ 198 w 723"/>
                <a:gd name="T37" fmla="*/ 381 h 903"/>
                <a:gd name="T38" fmla="*/ 200 w 723"/>
                <a:gd name="T39" fmla="*/ 365 h 903"/>
                <a:gd name="T40" fmla="*/ 217 w 723"/>
                <a:gd name="T41" fmla="*/ 362 h 903"/>
                <a:gd name="T42" fmla="*/ 296 w 723"/>
                <a:gd name="T43" fmla="*/ 302 h 903"/>
                <a:gd name="T44" fmla="*/ 312 w 723"/>
                <a:gd name="T45" fmla="*/ 306 h 903"/>
                <a:gd name="T46" fmla="*/ 315 w 723"/>
                <a:gd name="T47" fmla="*/ 321 h 903"/>
                <a:gd name="T48" fmla="*/ 226 w 723"/>
                <a:gd name="T49" fmla="*/ 556 h 903"/>
                <a:gd name="T50" fmla="*/ 197 w 723"/>
                <a:gd name="T51" fmla="*/ 529 h 903"/>
                <a:gd name="T52" fmla="*/ 203 w 723"/>
                <a:gd name="T53" fmla="*/ 514 h 903"/>
                <a:gd name="T54" fmla="*/ 219 w 723"/>
                <a:gd name="T55" fmla="*/ 514 h 903"/>
                <a:gd name="T56" fmla="*/ 298 w 723"/>
                <a:gd name="T57" fmla="*/ 451 h 903"/>
                <a:gd name="T58" fmla="*/ 314 w 723"/>
                <a:gd name="T59" fmla="*/ 458 h 903"/>
                <a:gd name="T60" fmla="*/ 314 w 723"/>
                <a:gd name="T61" fmla="*/ 475 h 903"/>
                <a:gd name="T62" fmla="*/ 155 w 723"/>
                <a:gd name="T63" fmla="*/ 238 h 903"/>
                <a:gd name="T64" fmla="*/ 208 w 723"/>
                <a:gd name="T65" fmla="*/ 197 h 903"/>
                <a:gd name="T66" fmla="*/ 164 w 723"/>
                <a:gd name="T67" fmla="*/ 236 h 903"/>
                <a:gd name="T68" fmla="*/ 31 w 723"/>
                <a:gd name="T69" fmla="*/ 125 h 903"/>
                <a:gd name="T70" fmla="*/ 53 w 723"/>
                <a:gd name="T71" fmla="*/ 68 h 903"/>
                <a:gd name="T72" fmla="*/ 101 w 723"/>
                <a:gd name="T73" fmla="*/ 35 h 903"/>
                <a:gd name="T74" fmla="*/ 150 w 723"/>
                <a:gd name="T75" fmla="*/ 36 h 903"/>
                <a:gd name="T76" fmla="*/ 210 w 723"/>
                <a:gd name="T77" fmla="*/ 80 h 903"/>
                <a:gd name="T78" fmla="*/ 226 w 723"/>
                <a:gd name="T79" fmla="*/ 143 h 903"/>
                <a:gd name="T80" fmla="*/ 125 w 723"/>
                <a:gd name="T81" fmla="*/ 154 h 903"/>
                <a:gd name="T82" fmla="*/ 136 w 723"/>
                <a:gd name="T83" fmla="*/ 0 h 903"/>
                <a:gd name="T84" fmla="*/ 104 w 723"/>
                <a:gd name="T85" fmla="*/ 2 h 903"/>
                <a:gd name="T86" fmla="*/ 39 w 723"/>
                <a:gd name="T87" fmla="*/ 40 h 903"/>
                <a:gd name="T88" fmla="*/ 4 w 723"/>
                <a:gd name="T89" fmla="*/ 108 h 903"/>
                <a:gd name="T90" fmla="*/ 4 w 723"/>
                <a:gd name="T91" fmla="*/ 625 h 903"/>
                <a:gd name="T92" fmla="*/ 121 w 723"/>
                <a:gd name="T93" fmla="*/ 632 h 903"/>
                <a:gd name="T94" fmla="*/ 128 w 723"/>
                <a:gd name="T95" fmla="*/ 901 h 903"/>
                <a:gd name="T96" fmla="*/ 593 w 723"/>
                <a:gd name="T97" fmla="*/ 902 h 903"/>
                <a:gd name="T98" fmla="*/ 603 w 723"/>
                <a:gd name="T99" fmla="*/ 888 h 903"/>
                <a:gd name="T100" fmla="*/ 660 w 723"/>
                <a:gd name="T101" fmla="*/ 248 h 903"/>
                <a:gd name="T102" fmla="*/ 708 w 723"/>
                <a:gd name="T103" fmla="*/ 194 h 903"/>
                <a:gd name="T104" fmla="*/ 723 w 723"/>
                <a:gd name="T105" fmla="*/ 121 h 903"/>
                <a:gd name="T106" fmla="*/ 691 w 723"/>
                <a:gd name="T107" fmla="*/ 50 h 903"/>
                <a:gd name="T108" fmla="*/ 627 w 723"/>
                <a:gd name="T109" fmla="*/ 6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3" h="903">
                  <a:moveTo>
                    <a:pt x="513" y="421"/>
                  </a:moveTo>
                  <a:lnTo>
                    <a:pt x="362" y="421"/>
                  </a:lnTo>
                  <a:lnTo>
                    <a:pt x="359" y="421"/>
                  </a:lnTo>
                  <a:lnTo>
                    <a:pt x="356" y="420"/>
                  </a:lnTo>
                  <a:lnTo>
                    <a:pt x="354" y="418"/>
                  </a:lnTo>
                  <a:lnTo>
                    <a:pt x="351" y="416"/>
                  </a:lnTo>
                  <a:lnTo>
                    <a:pt x="349" y="414"/>
                  </a:lnTo>
                  <a:lnTo>
                    <a:pt x="348" y="412"/>
                  </a:lnTo>
                  <a:lnTo>
                    <a:pt x="347" y="409"/>
                  </a:lnTo>
                  <a:lnTo>
                    <a:pt x="347" y="406"/>
                  </a:lnTo>
                  <a:lnTo>
                    <a:pt x="347" y="403"/>
                  </a:lnTo>
                  <a:lnTo>
                    <a:pt x="348" y="400"/>
                  </a:lnTo>
                  <a:lnTo>
                    <a:pt x="349" y="398"/>
                  </a:lnTo>
                  <a:lnTo>
                    <a:pt x="351" y="396"/>
                  </a:lnTo>
                  <a:lnTo>
                    <a:pt x="354" y="394"/>
                  </a:lnTo>
                  <a:lnTo>
                    <a:pt x="356" y="393"/>
                  </a:lnTo>
                  <a:lnTo>
                    <a:pt x="359" y="391"/>
                  </a:lnTo>
                  <a:lnTo>
                    <a:pt x="362" y="391"/>
                  </a:lnTo>
                  <a:lnTo>
                    <a:pt x="513" y="391"/>
                  </a:lnTo>
                  <a:lnTo>
                    <a:pt x="515" y="391"/>
                  </a:lnTo>
                  <a:lnTo>
                    <a:pt x="519" y="393"/>
                  </a:lnTo>
                  <a:lnTo>
                    <a:pt x="521" y="394"/>
                  </a:lnTo>
                  <a:lnTo>
                    <a:pt x="523" y="396"/>
                  </a:lnTo>
                  <a:lnTo>
                    <a:pt x="525" y="398"/>
                  </a:lnTo>
                  <a:lnTo>
                    <a:pt x="526" y="400"/>
                  </a:lnTo>
                  <a:lnTo>
                    <a:pt x="528" y="403"/>
                  </a:lnTo>
                  <a:lnTo>
                    <a:pt x="528" y="406"/>
                  </a:lnTo>
                  <a:lnTo>
                    <a:pt x="528" y="409"/>
                  </a:lnTo>
                  <a:lnTo>
                    <a:pt x="526" y="412"/>
                  </a:lnTo>
                  <a:lnTo>
                    <a:pt x="525" y="414"/>
                  </a:lnTo>
                  <a:lnTo>
                    <a:pt x="523" y="416"/>
                  </a:lnTo>
                  <a:lnTo>
                    <a:pt x="521" y="418"/>
                  </a:lnTo>
                  <a:lnTo>
                    <a:pt x="519" y="420"/>
                  </a:lnTo>
                  <a:lnTo>
                    <a:pt x="515" y="421"/>
                  </a:lnTo>
                  <a:lnTo>
                    <a:pt x="513" y="421"/>
                  </a:lnTo>
                  <a:close/>
                  <a:moveTo>
                    <a:pt x="513" y="572"/>
                  </a:moveTo>
                  <a:lnTo>
                    <a:pt x="362" y="572"/>
                  </a:lnTo>
                  <a:lnTo>
                    <a:pt x="359" y="571"/>
                  </a:lnTo>
                  <a:lnTo>
                    <a:pt x="356" y="571"/>
                  </a:lnTo>
                  <a:lnTo>
                    <a:pt x="354" y="569"/>
                  </a:lnTo>
                  <a:lnTo>
                    <a:pt x="351" y="568"/>
                  </a:lnTo>
                  <a:lnTo>
                    <a:pt x="349" y="565"/>
                  </a:lnTo>
                  <a:lnTo>
                    <a:pt x="348" y="563"/>
                  </a:lnTo>
                  <a:lnTo>
                    <a:pt x="347" y="560"/>
                  </a:lnTo>
                  <a:lnTo>
                    <a:pt x="347" y="556"/>
                  </a:lnTo>
                  <a:lnTo>
                    <a:pt x="347" y="554"/>
                  </a:lnTo>
                  <a:lnTo>
                    <a:pt x="348" y="551"/>
                  </a:lnTo>
                  <a:lnTo>
                    <a:pt x="349" y="548"/>
                  </a:lnTo>
                  <a:lnTo>
                    <a:pt x="351" y="546"/>
                  </a:lnTo>
                  <a:lnTo>
                    <a:pt x="354" y="544"/>
                  </a:lnTo>
                  <a:lnTo>
                    <a:pt x="356" y="543"/>
                  </a:lnTo>
                  <a:lnTo>
                    <a:pt x="359" y="542"/>
                  </a:lnTo>
                  <a:lnTo>
                    <a:pt x="362" y="542"/>
                  </a:lnTo>
                  <a:lnTo>
                    <a:pt x="513" y="542"/>
                  </a:lnTo>
                  <a:lnTo>
                    <a:pt x="515" y="542"/>
                  </a:lnTo>
                  <a:lnTo>
                    <a:pt x="519" y="543"/>
                  </a:lnTo>
                  <a:lnTo>
                    <a:pt x="521" y="544"/>
                  </a:lnTo>
                  <a:lnTo>
                    <a:pt x="523" y="546"/>
                  </a:lnTo>
                  <a:lnTo>
                    <a:pt x="525" y="548"/>
                  </a:lnTo>
                  <a:lnTo>
                    <a:pt x="526" y="551"/>
                  </a:lnTo>
                  <a:lnTo>
                    <a:pt x="528" y="554"/>
                  </a:lnTo>
                  <a:lnTo>
                    <a:pt x="528" y="556"/>
                  </a:lnTo>
                  <a:lnTo>
                    <a:pt x="528" y="560"/>
                  </a:lnTo>
                  <a:lnTo>
                    <a:pt x="526" y="563"/>
                  </a:lnTo>
                  <a:lnTo>
                    <a:pt x="525" y="565"/>
                  </a:lnTo>
                  <a:lnTo>
                    <a:pt x="523" y="568"/>
                  </a:lnTo>
                  <a:lnTo>
                    <a:pt x="521" y="569"/>
                  </a:lnTo>
                  <a:lnTo>
                    <a:pt x="519" y="571"/>
                  </a:lnTo>
                  <a:lnTo>
                    <a:pt x="515" y="571"/>
                  </a:lnTo>
                  <a:lnTo>
                    <a:pt x="513" y="572"/>
                  </a:lnTo>
                  <a:close/>
                  <a:moveTo>
                    <a:pt x="513" y="722"/>
                  </a:moveTo>
                  <a:lnTo>
                    <a:pt x="362" y="722"/>
                  </a:lnTo>
                  <a:lnTo>
                    <a:pt x="359" y="722"/>
                  </a:lnTo>
                  <a:lnTo>
                    <a:pt x="356" y="721"/>
                  </a:lnTo>
                  <a:lnTo>
                    <a:pt x="354" y="720"/>
                  </a:lnTo>
                  <a:lnTo>
                    <a:pt x="351" y="718"/>
                  </a:lnTo>
                  <a:lnTo>
                    <a:pt x="349" y="716"/>
                  </a:lnTo>
                  <a:lnTo>
                    <a:pt x="348" y="713"/>
                  </a:lnTo>
                  <a:lnTo>
                    <a:pt x="347" y="710"/>
                  </a:lnTo>
                  <a:lnTo>
                    <a:pt x="347" y="708"/>
                  </a:lnTo>
                  <a:lnTo>
                    <a:pt x="347" y="704"/>
                  </a:lnTo>
                  <a:lnTo>
                    <a:pt x="348" y="702"/>
                  </a:lnTo>
                  <a:lnTo>
                    <a:pt x="349" y="699"/>
                  </a:lnTo>
                  <a:lnTo>
                    <a:pt x="351" y="696"/>
                  </a:lnTo>
                  <a:lnTo>
                    <a:pt x="354" y="695"/>
                  </a:lnTo>
                  <a:lnTo>
                    <a:pt x="356" y="693"/>
                  </a:lnTo>
                  <a:lnTo>
                    <a:pt x="359" y="693"/>
                  </a:lnTo>
                  <a:lnTo>
                    <a:pt x="362" y="692"/>
                  </a:lnTo>
                  <a:lnTo>
                    <a:pt x="513" y="692"/>
                  </a:lnTo>
                  <a:lnTo>
                    <a:pt x="515" y="693"/>
                  </a:lnTo>
                  <a:lnTo>
                    <a:pt x="519" y="693"/>
                  </a:lnTo>
                  <a:lnTo>
                    <a:pt x="521" y="695"/>
                  </a:lnTo>
                  <a:lnTo>
                    <a:pt x="523" y="696"/>
                  </a:lnTo>
                  <a:lnTo>
                    <a:pt x="525" y="699"/>
                  </a:lnTo>
                  <a:lnTo>
                    <a:pt x="526" y="702"/>
                  </a:lnTo>
                  <a:lnTo>
                    <a:pt x="528" y="704"/>
                  </a:lnTo>
                  <a:lnTo>
                    <a:pt x="528" y="708"/>
                  </a:lnTo>
                  <a:lnTo>
                    <a:pt x="528" y="710"/>
                  </a:lnTo>
                  <a:lnTo>
                    <a:pt x="526" y="713"/>
                  </a:lnTo>
                  <a:lnTo>
                    <a:pt x="525" y="716"/>
                  </a:lnTo>
                  <a:lnTo>
                    <a:pt x="523" y="718"/>
                  </a:lnTo>
                  <a:lnTo>
                    <a:pt x="521" y="720"/>
                  </a:lnTo>
                  <a:lnTo>
                    <a:pt x="519" y="721"/>
                  </a:lnTo>
                  <a:lnTo>
                    <a:pt x="515" y="722"/>
                  </a:lnTo>
                  <a:lnTo>
                    <a:pt x="513" y="722"/>
                  </a:lnTo>
                  <a:close/>
                  <a:moveTo>
                    <a:pt x="312" y="326"/>
                  </a:moveTo>
                  <a:lnTo>
                    <a:pt x="237" y="402"/>
                  </a:lnTo>
                  <a:lnTo>
                    <a:pt x="232" y="405"/>
                  </a:lnTo>
                  <a:lnTo>
                    <a:pt x="226" y="406"/>
                  </a:lnTo>
                  <a:lnTo>
                    <a:pt x="220" y="405"/>
                  </a:lnTo>
                  <a:lnTo>
                    <a:pt x="216" y="402"/>
                  </a:lnTo>
                  <a:lnTo>
                    <a:pt x="200" y="387"/>
                  </a:lnTo>
                  <a:lnTo>
                    <a:pt x="199" y="385"/>
                  </a:lnTo>
                  <a:lnTo>
                    <a:pt x="198" y="381"/>
                  </a:lnTo>
                  <a:lnTo>
                    <a:pt x="197" y="379"/>
                  </a:lnTo>
                  <a:lnTo>
                    <a:pt x="197" y="376"/>
                  </a:lnTo>
                  <a:lnTo>
                    <a:pt x="197" y="373"/>
                  </a:lnTo>
                  <a:lnTo>
                    <a:pt x="198" y="370"/>
                  </a:lnTo>
                  <a:lnTo>
                    <a:pt x="199" y="368"/>
                  </a:lnTo>
                  <a:lnTo>
                    <a:pt x="200" y="365"/>
                  </a:lnTo>
                  <a:lnTo>
                    <a:pt x="203" y="363"/>
                  </a:lnTo>
                  <a:lnTo>
                    <a:pt x="206" y="362"/>
                  </a:lnTo>
                  <a:lnTo>
                    <a:pt x="208" y="361"/>
                  </a:lnTo>
                  <a:lnTo>
                    <a:pt x="211" y="361"/>
                  </a:lnTo>
                  <a:lnTo>
                    <a:pt x="214" y="361"/>
                  </a:lnTo>
                  <a:lnTo>
                    <a:pt x="217" y="362"/>
                  </a:lnTo>
                  <a:lnTo>
                    <a:pt x="219" y="363"/>
                  </a:lnTo>
                  <a:lnTo>
                    <a:pt x="221" y="365"/>
                  </a:lnTo>
                  <a:lnTo>
                    <a:pt x="226" y="370"/>
                  </a:lnTo>
                  <a:lnTo>
                    <a:pt x="290" y="306"/>
                  </a:lnTo>
                  <a:lnTo>
                    <a:pt x="294" y="303"/>
                  </a:lnTo>
                  <a:lnTo>
                    <a:pt x="296" y="302"/>
                  </a:lnTo>
                  <a:lnTo>
                    <a:pt x="298" y="301"/>
                  </a:lnTo>
                  <a:lnTo>
                    <a:pt x="302" y="301"/>
                  </a:lnTo>
                  <a:lnTo>
                    <a:pt x="304" y="301"/>
                  </a:lnTo>
                  <a:lnTo>
                    <a:pt x="307" y="302"/>
                  </a:lnTo>
                  <a:lnTo>
                    <a:pt x="310" y="303"/>
                  </a:lnTo>
                  <a:lnTo>
                    <a:pt x="312" y="306"/>
                  </a:lnTo>
                  <a:lnTo>
                    <a:pt x="314" y="308"/>
                  </a:lnTo>
                  <a:lnTo>
                    <a:pt x="315" y="310"/>
                  </a:lnTo>
                  <a:lnTo>
                    <a:pt x="316" y="312"/>
                  </a:lnTo>
                  <a:lnTo>
                    <a:pt x="316" y="316"/>
                  </a:lnTo>
                  <a:lnTo>
                    <a:pt x="316" y="319"/>
                  </a:lnTo>
                  <a:lnTo>
                    <a:pt x="315" y="321"/>
                  </a:lnTo>
                  <a:lnTo>
                    <a:pt x="314" y="324"/>
                  </a:lnTo>
                  <a:lnTo>
                    <a:pt x="312" y="326"/>
                  </a:lnTo>
                  <a:close/>
                  <a:moveTo>
                    <a:pt x="312" y="477"/>
                  </a:moveTo>
                  <a:lnTo>
                    <a:pt x="237" y="552"/>
                  </a:lnTo>
                  <a:lnTo>
                    <a:pt x="232" y="555"/>
                  </a:lnTo>
                  <a:lnTo>
                    <a:pt x="226" y="556"/>
                  </a:lnTo>
                  <a:lnTo>
                    <a:pt x="220" y="555"/>
                  </a:lnTo>
                  <a:lnTo>
                    <a:pt x="216" y="552"/>
                  </a:lnTo>
                  <a:lnTo>
                    <a:pt x="200" y="537"/>
                  </a:lnTo>
                  <a:lnTo>
                    <a:pt x="199" y="535"/>
                  </a:lnTo>
                  <a:lnTo>
                    <a:pt x="198" y="533"/>
                  </a:lnTo>
                  <a:lnTo>
                    <a:pt x="197" y="529"/>
                  </a:lnTo>
                  <a:lnTo>
                    <a:pt x="197" y="527"/>
                  </a:lnTo>
                  <a:lnTo>
                    <a:pt x="197" y="524"/>
                  </a:lnTo>
                  <a:lnTo>
                    <a:pt x="198" y="521"/>
                  </a:lnTo>
                  <a:lnTo>
                    <a:pt x="199" y="518"/>
                  </a:lnTo>
                  <a:lnTo>
                    <a:pt x="200" y="516"/>
                  </a:lnTo>
                  <a:lnTo>
                    <a:pt x="203" y="514"/>
                  </a:lnTo>
                  <a:lnTo>
                    <a:pt x="206" y="512"/>
                  </a:lnTo>
                  <a:lnTo>
                    <a:pt x="208" y="512"/>
                  </a:lnTo>
                  <a:lnTo>
                    <a:pt x="211" y="511"/>
                  </a:lnTo>
                  <a:lnTo>
                    <a:pt x="214" y="512"/>
                  </a:lnTo>
                  <a:lnTo>
                    <a:pt x="217" y="512"/>
                  </a:lnTo>
                  <a:lnTo>
                    <a:pt x="219" y="514"/>
                  </a:lnTo>
                  <a:lnTo>
                    <a:pt x="221" y="516"/>
                  </a:lnTo>
                  <a:lnTo>
                    <a:pt x="226" y="520"/>
                  </a:lnTo>
                  <a:lnTo>
                    <a:pt x="290" y="456"/>
                  </a:lnTo>
                  <a:lnTo>
                    <a:pt x="294" y="454"/>
                  </a:lnTo>
                  <a:lnTo>
                    <a:pt x="296" y="452"/>
                  </a:lnTo>
                  <a:lnTo>
                    <a:pt x="298" y="451"/>
                  </a:lnTo>
                  <a:lnTo>
                    <a:pt x="302" y="451"/>
                  </a:lnTo>
                  <a:lnTo>
                    <a:pt x="304" y="451"/>
                  </a:lnTo>
                  <a:lnTo>
                    <a:pt x="307" y="452"/>
                  </a:lnTo>
                  <a:lnTo>
                    <a:pt x="310" y="454"/>
                  </a:lnTo>
                  <a:lnTo>
                    <a:pt x="312" y="456"/>
                  </a:lnTo>
                  <a:lnTo>
                    <a:pt x="314" y="458"/>
                  </a:lnTo>
                  <a:lnTo>
                    <a:pt x="315" y="460"/>
                  </a:lnTo>
                  <a:lnTo>
                    <a:pt x="316" y="464"/>
                  </a:lnTo>
                  <a:lnTo>
                    <a:pt x="316" y="466"/>
                  </a:lnTo>
                  <a:lnTo>
                    <a:pt x="316" y="469"/>
                  </a:lnTo>
                  <a:lnTo>
                    <a:pt x="315" y="472"/>
                  </a:lnTo>
                  <a:lnTo>
                    <a:pt x="314" y="475"/>
                  </a:lnTo>
                  <a:lnTo>
                    <a:pt x="312" y="477"/>
                  </a:lnTo>
                  <a:close/>
                  <a:moveTo>
                    <a:pt x="164" y="236"/>
                  </a:moveTo>
                  <a:lnTo>
                    <a:pt x="162" y="237"/>
                  </a:lnTo>
                  <a:lnTo>
                    <a:pt x="158" y="238"/>
                  </a:lnTo>
                  <a:lnTo>
                    <a:pt x="157" y="238"/>
                  </a:lnTo>
                  <a:lnTo>
                    <a:pt x="155" y="238"/>
                  </a:lnTo>
                  <a:lnTo>
                    <a:pt x="153" y="239"/>
                  </a:lnTo>
                  <a:lnTo>
                    <a:pt x="151" y="239"/>
                  </a:lnTo>
                  <a:lnTo>
                    <a:pt x="151" y="180"/>
                  </a:lnTo>
                  <a:lnTo>
                    <a:pt x="217" y="180"/>
                  </a:lnTo>
                  <a:lnTo>
                    <a:pt x="214" y="188"/>
                  </a:lnTo>
                  <a:lnTo>
                    <a:pt x="208" y="197"/>
                  </a:lnTo>
                  <a:lnTo>
                    <a:pt x="203" y="205"/>
                  </a:lnTo>
                  <a:lnTo>
                    <a:pt x="197" y="212"/>
                  </a:lnTo>
                  <a:lnTo>
                    <a:pt x="190" y="220"/>
                  </a:lnTo>
                  <a:lnTo>
                    <a:pt x="182" y="225"/>
                  </a:lnTo>
                  <a:lnTo>
                    <a:pt x="173" y="231"/>
                  </a:lnTo>
                  <a:lnTo>
                    <a:pt x="164" y="236"/>
                  </a:lnTo>
                  <a:close/>
                  <a:moveTo>
                    <a:pt x="121" y="166"/>
                  </a:moveTo>
                  <a:lnTo>
                    <a:pt x="121" y="256"/>
                  </a:lnTo>
                  <a:lnTo>
                    <a:pt x="121" y="601"/>
                  </a:lnTo>
                  <a:lnTo>
                    <a:pt x="31" y="601"/>
                  </a:lnTo>
                  <a:lnTo>
                    <a:pt x="31" y="135"/>
                  </a:lnTo>
                  <a:lnTo>
                    <a:pt x="31" y="125"/>
                  </a:lnTo>
                  <a:lnTo>
                    <a:pt x="33" y="115"/>
                  </a:lnTo>
                  <a:lnTo>
                    <a:pt x="35" y="105"/>
                  </a:lnTo>
                  <a:lnTo>
                    <a:pt x="39" y="94"/>
                  </a:lnTo>
                  <a:lnTo>
                    <a:pt x="43" y="85"/>
                  </a:lnTo>
                  <a:lnTo>
                    <a:pt x="48" y="77"/>
                  </a:lnTo>
                  <a:lnTo>
                    <a:pt x="53" y="68"/>
                  </a:lnTo>
                  <a:lnTo>
                    <a:pt x="60" y="62"/>
                  </a:lnTo>
                  <a:lnTo>
                    <a:pt x="67" y="55"/>
                  </a:lnTo>
                  <a:lnTo>
                    <a:pt x="75" y="48"/>
                  </a:lnTo>
                  <a:lnTo>
                    <a:pt x="83" y="42"/>
                  </a:lnTo>
                  <a:lnTo>
                    <a:pt x="92" y="38"/>
                  </a:lnTo>
                  <a:lnTo>
                    <a:pt x="101" y="35"/>
                  </a:lnTo>
                  <a:lnTo>
                    <a:pt x="110" y="32"/>
                  </a:lnTo>
                  <a:lnTo>
                    <a:pt x="120" y="30"/>
                  </a:lnTo>
                  <a:lnTo>
                    <a:pt x="129" y="30"/>
                  </a:lnTo>
                  <a:lnTo>
                    <a:pt x="132" y="30"/>
                  </a:lnTo>
                  <a:lnTo>
                    <a:pt x="135" y="30"/>
                  </a:lnTo>
                  <a:lnTo>
                    <a:pt x="150" y="36"/>
                  </a:lnTo>
                  <a:lnTo>
                    <a:pt x="164" y="41"/>
                  </a:lnTo>
                  <a:lnTo>
                    <a:pt x="176" y="48"/>
                  </a:lnTo>
                  <a:lnTo>
                    <a:pt x="188" y="56"/>
                  </a:lnTo>
                  <a:lnTo>
                    <a:pt x="197" y="63"/>
                  </a:lnTo>
                  <a:lnTo>
                    <a:pt x="205" y="71"/>
                  </a:lnTo>
                  <a:lnTo>
                    <a:pt x="210" y="80"/>
                  </a:lnTo>
                  <a:lnTo>
                    <a:pt x="216" y="88"/>
                  </a:lnTo>
                  <a:lnTo>
                    <a:pt x="220" y="99"/>
                  </a:lnTo>
                  <a:lnTo>
                    <a:pt x="224" y="110"/>
                  </a:lnTo>
                  <a:lnTo>
                    <a:pt x="226" y="123"/>
                  </a:lnTo>
                  <a:lnTo>
                    <a:pt x="226" y="135"/>
                  </a:lnTo>
                  <a:lnTo>
                    <a:pt x="226" y="143"/>
                  </a:lnTo>
                  <a:lnTo>
                    <a:pt x="225" y="150"/>
                  </a:lnTo>
                  <a:lnTo>
                    <a:pt x="136" y="150"/>
                  </a:lnTo>
                  <a:lnTo>
                    <a:pt x="133" y="151"/>
                  </a:lnTo>
                  <a:lnTo>
                    <a:pt x="130" y="151"/>
                  </a:lnTo>
                  <a:lnTo>
                    <a:pt x="128" y="153"/>
                  </a:lnTo>
                  <a:lnTo>
                    <a:pt x="125" y="154"/>
                  </a:lnTo>
                  <a:lnTo>
                    <a:pt x="123" y="156"/>
                  </a:lnTo>
                  <a:lnTo>
                    <a:pt x="122" y="160"/>
                  </a:lnTo>
                  <a:lnTo>
                    <a:pt x="121" y="162"/>
                  </a:lnTo>
                  <a:lnTo>
                    <a:pt x="121" y="166"/>
                  </a:lnTo>
                  <a:close/>
                  <a:moveTo>
                    <a:pt x="587" y="0"/>
                  </a:moveTo>
                  <a:lnTo>
                    <a:pt x="136" y="0"/>
                  </a:lnTo>
                  <a:lnTo>
                    <a:pt x="136" y="0"/>
                  </a:lnTo>
                  <a:lnTo>
                    <a:pt x="135" y="0"/>
                  </a:lnTo>
                  <a:lnTo>
                    <a:pt x="132" y="0"/>
                  </a:lnTo>
                  <a:lnTo>
                    <a:pt x="129" y="0"/>
                  </a:lnTo>
                  <a:lnTo>
                    <a:pt x="116" y="1"/>
                  </a:lnTo>
                  <a:lnTo>
                    <a:pt x="104" y="2"/>
                  </a:lnTo>
                  <a:lnTo>
                    <a:pt x="92" y="5"/>
                  </a:lnTo>
                  <a:lnTo>
                    <a:pt x="80" y="11"/>
                  </a:lnTo>
                  <a:lnTo>
                    <a:pt x="69" y="16"/>
                  </a:lnTo>
                  <a:lnTo>
                    <a:pt x="58" y="23"/>
                  </a:lnTo>
                  <a:lnTo>
                    <a:pt x="48" y="31"/>
                  </a:lnTo>
                  <a:lnTo>
                    <a:pt x="39" y="40"/>
                  </a:lnTo>
                  <a:lnTo>
                    <a:pt x="31" y="49"/>
                  </a:lnTo>
                  <a:lnTo>
                    <a:pt x="23" y="59"/>
                  </a:lnTo>
                  <a:lnTo>
                    <a:pt x="16" y="71"/>
                  </a:lnTo>
                  <a:lnTo>
                    <a:pt x="10" y="83"/>
                  </a:lnTo>
                  <a:lnTo>
                    <a:pt x="6" y="95"/>
                  </a:lnTo>
                  <a:lnTo>
                    <a:pt x="4" y="108"/>
                  </a:lnTo>
                  <a:lnTo>
                    <a:pt x="1" y="121"/>
                  </a:lnTo>
                  <a:lnTo>
                    <a:pt x="0" y="135"/>
                  </a:lnTo>
                  <a:lnTo>
                    <a:pt x="0" y="617"/>
                  </a:lnTo>
                  <a:lnTo>
                    <a:pt x="1" y="620"/>
                  </a:lnTo>
                  <a:lnTo>
                    <a:pt x="1" y="623"/>
                  </a:lnTo>
                  <a:lnTo>
                    <a:pt x="4" y="625"/>
                  </a:lnTo>
                  <a:lnTo>
                    <a:pt x="5" y="627"/>
                  </a:lnTo>
                  <a:lnTo>
                    <a:pt x="7" y="630"/>
                  </a:lnTo>
                  <a:lnTo>
                    <a:pt x="9" y="631"/>
                  </a:lnTo>
                  <a:lnTo>
                    <a:pt x="13" y="632"/>
                  </a:lnTo>
                  <a:lnTo>
                    <a:pt x="16" y="632"/>
                  </a:lnTo>
                  <a:lnTo>
                    <a:pt x="121" y="632"/>
                  </a:lnTo>
                  <a:lnTo>
                    <a:pt x="121" y="888"/>
                  </a:lnTo>
                  <a:lnTo>
                    <a:pt x="121" y="891"/>
                  </a:lnTo>
                  <a:lnTo>
                    <a:pt x="122" y="894"/>
                  </a:lnTo>
                  <a:lnTo>
                    <a:pt x="123" y="896"/>
                  </a:lnTo>
                  <a:lnTo>
                    <a:pt x="125" y="898"/>
                  </a:lnTo>
                  <a:lnTo>
                    <a:pt x="128" y="901"/>
                  </a:lnTo>
                  <a:lnTo>
                    <a:pt x="130" y="902"/>
                  </a:lnTo>
                  <a:lnTo>
                    <a:pt x="133" y="903"/>
                  </a:lnTo>
                  <a:lnTo>
                    <a:pt x="136" y="903"/>
                  </a:lnTo>
                  <a:lnTo>
                    <a:pt x="587" y="903"/>
                  </a:lnTo>
                  <a:lnTo>
                    <a:pt x="591" y="903"/>
                  </a:lnTo>
                  <a:lnTo>
                    <a:pt x="593" y="902"/>
                  </a:lnTo>
                  <a:lnTo>
                    <a:pt x="596" y="901"/>
                  </a:lnTo>
                  <a:lnTo>
                    <a:pt x="599" y="898"/>
                  </a:lnTo>
                  <a:lnTo>
                    <a:pt x="600" y="896"/>
                  </a:lnTo>
                  <a:lnTo>
                    <a:pt x="602" y="894"/>
                  </a:lnTo>
                  <a:lnTo>
                    <a:pt x="602" y="891"/>
                  </a:lnTo>
                  <a:lnTo>
                    <a:pt x="603" y="888"/>
                  </a:lnTo>
                  <a:lnTo>
                    <a:pt x="603" y="269"/>
                  </a:lnTo>
                  <a:lnTo>
                    <a:pt x="615" y="267"/>
                  </a:lnTo>
                  <a:lnTo>
                    <a:pt x="627" y="264"/>
                  </a:lnTo>
                  <a:lnTo>
                    <a:pt x="638" y="259"/>
                  </a:lnTo>
                  <a:lnTo>
                    <a:pt x="648" y="255"/>
                  </a:lnTo>
                  <a:lnTo>
                    <a:pt x="660" y="248"/>
                  </a:lnTo>
                  <a:lnTo>
                    <a:pt x="670" y="241"/>
                  </a:lnTo>
                  <a:lnTo>
                    <a:pt x="679" y="232"/>
                  </a:lnTo>
                  <a:lnTo>
                    <a:pt x="687" y="224"/>
                  </a:lnTo>
                  <a:lnTo>
                    <a:pt x="695" y="214"/>
                  </a:lnTo>
                  <a:lnTo>
                    <a:pt x="703" y="204"/>
                  </a:lnTo>
                  <a:lnTo>
                    <a:pt x="708" y="194"/>
                  </a:lnTo>
                  <a:lnTo>
                    <a:pt x="714" y="182"/>
                  </a:lnTo>
                  <a:lnTo>
                    <a:pt x="717" y="171"/>
                  </a:lnTo>
                  <a:lnTo>
                    <a:pt x="721" y="160"/>
                  </a:lnTo>
                  <a:lnTo>
                    <a:pt x="723" y="147"/>
                  </a:lnTo>
                  <a:lnTo>
                    <a:pt x="723" y="135"/>
                  </a:lnTo>
                  <a:lnTo>
                    <a:pt x="723" y="121"/>
                  </a:lnTo>
                  <a:lnTo>
                    <a:pt x="721" y="109"/>
                  </a:lnTo>
                  <a:lnTo>
                    <a:pt x="717" y="97"/>
                  </a:lnTo>
                  <a:lnTo>
                    <a:pt x="712" y="84"/>
                  </a:lnTo>
                  <a:lnTo>
                    <a:pt x="706" y="72"/>
                  </a:lnTo>
                  <a:lnTo>
                    <a:pt x="699" y="60"/>
                  </a:lnTo>
                  <a:lnTo>
                    <a:pt x="691" y="50"/>
                  </a:lnTo>
                  <a:lnTo>
                    <a:pt x="682" y="40"/>
                  </a:lnTo>
                  <a:lnTo>
                    <a:pt x="672" y="32"/>
                  </a:lnTo>
                  <a:lnTo>
                    <a:pt x="662" y="23"/>
                  </a:lnTo>
                  <a:lnTo>
                    <a:pt x="651" y="16"/>
                  </a:lnTo>
                  <a:lnTo>
                    <a:pt x="638" y="11"/>
                  </a:lnTo>
                  <a:lnTo>
                    <a:pt x="627" y="6"/>
                  </a:lnTo>
                  <a:lnTo>
                    <a:pt x="613" y="3"/>
                  </a:lnTo>
                  <a:lnTo>
                    <a:pt x="601" y="1"/>
                  </a:lnTo>
                  <a:lnTo>
                    <a:pt x="587" y="0"/>
                  </a:lnTo>
                  <a:lnTo>
                    <a:pt x="58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5" name="Freeform 4605">
              <a:extLst>
                <a:ext uri="{FF2B5EF4-FFF2-40B4-BE49-F238E27FC236}">
                  <a16:creationId xmlns:a16="http://schemas.microsoft.com/office/drawing/2014/main" id="{A9FA9132-25D9-4E62-9FFE-1EA891FDF6FE}"/>
                </a:ext>
              </a:extLst>
            </p:cNvPr>
            <p:cNvSpPr>
              <a:spLocks/>
            </p:cNvSpPr>
            <p:nvPr/>
          </p:nvSpPr>
          <p:spPr bwMode="auto">
            <a:xfrm>
              <a:off x="7239000" y="4722813"/>
              <a:ext cx="66675" cy="128588"/>
            </a:xfrm>
            <a:custGeom>
              <a:avLst/>
              <a:gdLst>
                <a:gd name="T0" fmla="*/ 123 w 210"/>
                <a:gd name="T1" fmla="*/ 1 h 407"/>
                <a:gd name="T2" fmla="*/ 101 w 210"/>
                <a:gd name="T3" fmla="*/ 8 h 407"/>
                <a:gd name="T4" fmla="*/ 82 w 210"/>
                <a:gd name="T5" fmla="*/ 21 h 407"/>
                <a:gd name="T6" fmla="*/ 67 w 210"/>
                <a:gd name="T7" fmla="*/ 37 h 407"/>
                <a:gd name="T8" fmla="*/ 50 w 210"/>
                <a:gd name="T9" fmla="*/ 47 h 407"/>
                <a:gd name="T10" fmla="*/ 33 w 210"/>
                <a:gd name="T11" fmla="*/ 54 h 407"/>
                <a:gd name="T12" fmla="*/ 23 w 210"/>
                <a:gd name="T13" fmla="*/ 61 h 407"/>
                <a:gd name="T14" fmla="*/ 14 w 210"/>
                <a:gd name="T15" fmla="*/ 70 h 407"/>
                <a:gd name="T16" fmla="*/ 7 w 210"/>
                <a:gd name="T17" fmla="*/ 81 h 407"/>
                <a:gd name="T18" fmla="*/ 2 w 210"/>
                <a:gd name="T19" fmla="*/ 95 h 407"/>
                <a:gd name="T20" fmla="*/ 0 w 210"/>
                <a:gd name="T21" fmla="*/ 110 h 407"/>
                <a:gd name="T22" fmla="*/ 0 w 210"/>
                <a:gd name="T23" fmla="*/ 393 h 407"/>
                <a:gd name="T24" fmla="*/ 1 w 210"/>
                <a:gd name="T25" fmla="*/ 398 h 407"/>
                <a:gd name="T26" fmla="*/ 3 w 210"/>
                <a:gd name="T27" fmla="*/ 403 h 407"/>
                <a:gd name="T28" fmla="*/ 9 w 210"/>
                <a:gd name="T29" fmla="*/ 406 h 407"/>
                <a:gd name="T30" fmla="*/ 14 w 210"/>
                <a:gd name="T31" fmla="*/ 407 h 407"/>
                <a:gd name="T32" fmla="*/ 20 w 210"/>
                <a:gd name="T33" fmla="*/ 406 h 407"/>
                <a:gd name="T34" fmla="*/ 24 w 210"/>
                <a:gd name="T35" fmla="*/ 403 h 407"/>
                <a:gd name="T36" fmla="*/ 28 w 210"/>
                <a:gd name="T37" fmla="*/ 398 h 407"/>
                <a:gd name="T38" fmla="*/ 29 w 210"/>
                <a:gd name="T39" fmla="*/ 393 h 407"/>
                <a:gd name="T40" fmla="*/ 30 w 210"/>
                <a:gd name="T41" fmla="*/ 110 h 407"/>
                <a:gd name="T42" fmla="*/ 35 w 210"/>
                <a:gd name="T43" fmla="*/ 95 h 407"/>
                <a:gd name="T44" fmla="*/ 42 w 210"/>
                <a:gd name="T45" fmla="*/ 84 h 407"/>
                <a:gd name="T46" fmla="*/ 54 w 210"/>
                <a:gd name="T47" fmla="*/ 78 h 407"/>
                <a:gd name="T48" fmla="*/ 59 w 210"/>
                <a:gd name="T49" fmla="*/ 331 h 407"/>
                <a:gd name="T50" fmla="*/ 210 w 210"/>
                <a:gd name="T51" fmla="*/ 60 h 407"/>
                <a:gd name="T52" fmla="*/ 209 w 210"/>
                <a:gd name="T53" fmla="*/ 49 h 407"/>
                <a:gd name="T54" fmla="*/ 203 w 210"/>
                <a:gd name="T55" fmla="*/ 39 h 407"/>
                <a:gd name="T56" fmla="*/ 186 w 210"/>
                <a:gd name="T57" fmla="*/ 20 h 407"/>
                <a:gd name="T58" fmla="*/ 162 w 210"/>
                <a:gd name="T59" fmla="*/ 5 h 407"/>
                <a:gd name="T60" fmla="*/ 149 w 210"/>
                <a:gd name="T61" fmla="*/ 1 h 407"/>
                <a:gd name="T62" fmla="*/ 135 w 210"/>
                <a:gd name="T63" fmla="*/ 0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0" h="407">
                  <a:moveTo>
                    <a:pt x="135" y="0"/>
                  </a:moveTo>
                  <a:lnTo>
                    <a:pt x="123" y="1"/>
                  </a:lnTo>
                  <a:lnTo>
                    <a:pt x="111" y="3"/>
                  </a:lnTo>
                  <a:lnTo>
                    <a:pt x="101" y="8"/>
                  </a:lnTo>
                  <a:lnTo>
                    <a:pt x="91" y="14"/>
                  </a:lnTo>
                  <a:lnTo>
                    <a:pt x="82" y="21"/>
                  </a:lnTo>
                  <a:lnTo>
                    <a:pt x="74" y="29"/>
                  </a:lnTo>
                  <a:lnTo>
                    <a:pt x="67" y="37"/>
                  </a:lnTo>
                  <a:lnTo>
                    <a:pt x="63" y="45"/>
                  </a:lnTo>
                  <a:lnTo>
                    <a:pt x="50" y="47"/>
                  </a:lnTo>
                  <a:lnTo>
                    <a:pt x="39" y="52"/>
                  </a:lnTo>
                  <a:lnTo>
                    <a:pt x="33" y="54"/>
                  </a:lnTo>
                  <a:lnTo>
                    <a:pt x="28" y="57"/>
                  </a:lnTo>
                  <a:lnTo>
                    <a:pt x="23" y="61"/>
                  </a:lnTo>
                  <a:lnTo>
                    <a:pt x="19" y="65"/>
                  </a:lnTo>
                  <a:lnTo>
                    <a:pt x="14" y="70"/>
                  </a:lnTo>
                  <a:lnTo>
                    <a:pt x="11" y="75"/>
                  </a:lnTo>
                  <a:lnTo>
                    <a:pt x="7" y="81"/>
                  </a:lnTo>
                  <a:lnTo>
                    <a:pt x="4" y="88"/>
                  </a:lnTo>
                  <a:lnTo>
                    <a:pt x="2" y="95"/>
                  </a:lnTo>
                  <a:lnTo>
                    <a:pt x="1" y="102"/>
                  </a:lnTo>
                  <a:lnTo>
                    <a:pt x="0" y="110"/>
                  </a:lnTo>
                  <a:lnTo>
                    <a:pt x="0" y="119"/>
                  </a:lnTo>
                  <a:lnTo>
                    <a:pt x="0" y="393"/>
                  </a:lnTo>
                  <a:lnTo>
                    <a:pt x="0" y="395"/>
                  </a:lnTo>
                  <a:lnTo>
                    <a:pt x="1" y="398"/>
                  </a:lnTo>
                  <a:lnTo>
                    <a:pt x="2" y="401"/>
                  </a:lnTo>
                  <a:lnTo>
                    <a:pt x="3" y="403"/>
                  </a:lnTo>
                  <a:lnTo>
                    <a:pt x="5" y="405"/>
                  </a:lnTo>
                  <a:lnTo>
                    <a:pt x="9" y="406"/>
                  </a:lnTo>
                  <a:lnTo>
                    <a:pt x="11" y="407"/>
                  </a:lnTo>
                  <a:lnTo>
                    <a:pt x="14" y="407"/>
                  </a:lnTo>
                  <a:lnTo>
                    <a:pt x="18" y="407"/>
                  </a:lnTo>
                  <a:lnTo>
                    <a:pt x="20" y="406"/>
                  </a:lnTo>
                  <a:lnTo>
                    <a:pt x="22" y="405"/>
                  </a:lnTo>
                  <a:lnTo>
                    <a:pt x="24" y="403"/>
                  </a:lnTo>
                  <a:lnTo>
                    <a:pt x="27" y="401"/>
                  </a:lnTo>
                  <a:lnTo>
                    <a:pt x="28" y="398"/>
                  </a:lnTo>
                  <a:lnTo>
                    <a:pt x="29" y="395"/>
                  </a:lnTo>
                  <a:lnTo>
                    <a:pt x="29" y="393"/>
                  </a:lnTo>
                  <a:lnTo>
                    <a:pt x="29" y="119"/>
                  </a:lnTo>
                  <a:lnTo>
                    <a:pt x="30" y="110"/>
                  </a:lnTo>
                  <a:lnTo>
                    <a:pt x="31" y="101"/>
                  </a:lnTo>
                  <a:lnTo>
                    <a:pt x="35" y="95"/>
                  </a:lnTo>
                  <a:lnTo>
                    <a:pt x="38" y="89"/>
                  </a:lnTo>
                  <a:lnTo>
                    <a:pt x="42" y="84"/>
                  </a:lnTo>
                  <a:lnTo>
                    <a:pt x="48" y="81"/>
                  </a:lnTo>
                  <a:lnTo>
                    <a:pt x="54" y="78"/>
                  </a:lnTo>
                  <a:lnTo>
                    <a:pt x="59" y="76"/>
                  </a:lnTo>
                  <a:lnTo>
                    <a:pt x="59" y="331"/>
                  </a:lnTo>
                  <a:lnTo>
                    <a:pt x="210" y="331"/>
                  </a:lnTo>
                  <a:lnTo>
                    <a:pt x="210" y="60"/>
                  </a:lnTo>
                  <a:lnTo>
                    <a:pt x="210" y="55"/>
                  </a:lnTo>
                  <a:lnTo>
                    <a:pt x="209" y="49"/>
                  </a:lnTo>
                  <a:lnTo>
                    <a:pt x="206" y="45"/>
                  </a:lnTo>
                  <a:lnTo>
                    <a:pt x="203" y="39"/>
                  </a:lnTo>
                  <a:lnTo>
                    <a:pt x="196" y="29"/>
                  </a:lnTo>
                  <a:lnTo>
                    <a:pt x="186" y="20"/>
                  </a:lnTo>
                  <a:lnTo>
                    <a:pt x="175" y="12"/>
                  </a:lnTo>
                  <a:lnTo>
                    <a:pt x="162" y="5"/>
                  </a:lnTo>
                  <a:lnTo>
                    <a:pt x="155" y="3"/>
                  </a:lnTo>
                  <a:lnTo>
                    <a:pt x="149" y="1"/>
                  </a:lnTo>
                  <a:lnTo>
                    <a:pt x="142" y="0"/>
                  </a:lnTo>
                  <a:lnTo>
                    <a:pt x="135" y="0"/>
                  </a:lnTo>
                  <a:lnTo>
                    <a:pt x="1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6" name="Freeform 4606">
              <a:extLst>
                <a:ext uri="{FF2B5EF4-FFF2-40B4-BE49-F238E27FC236}">
                  <a16:creationId xmlns:a16="http://schemas.microsoft.com/office/drawing/2014/main" id="{DEBA5E52-2A18-464D-B6B9-BBB986C6B9BF}"/>
                </a:ext>
              </a:extLst>
            </p:cNvPr>
            <p:cNvSpPr>
              <a:spLocks/>
            </p:cNvSpPr>
            <p:nvPr/>
          </p:nvSpPr>
          <p:spPr bwMode="auto">
            <a:xfrm>
              <a:off x="7258050" y="4913313"/>
              <a:ext cx="47625" cy="28575"/>
            </a:xfrm>
            <a:custGeom>
              <a:avLst/>
              <a:gdLst>
                <a:gd name="T0" fmla="*/ 0 w 151"/>
                <a:gd name="T1" fmla="*/ 14 h 90"/>
                <a:gd name="T2" fmla="*/ 0 w 151"/>
                <a:gd name="T3" fmla="*/ 22 h 90"/>
                <a:gd name="T4" fmla="*/ 2 w 151"/>
                <a:gd name="T5" fmla="*/ 29 h 90"/>
                <a:gd name="T6" fmla="*/ 4 w 151"/>
                <a:gd name="T7" fmla="*/ 37 h 90"/>
                <a:gd name="T8" fmla="*/ 6 w 151"/>
                <a:gd name="T9" fmla="*/ 44 h 90"/>
                <a:gd name="T10" fmla="*/ 9 w 151"/>
                <a:gd name="T11" fmla="*/ 50 h 90"/>
                <a:gd name="T12" fmla="*/ 14 w 151"/>
                <a:gd name="T13" fmla="*/ 56 h 90"/>
                <a:gd name="T14" fmla="*/ 18 w 151"/>
                <a:gd name="T15" fmla="*/ 62 h 90"/>
                <a:gd name="T16" fmla="*/ 23 w 151"/>
                <a:gd name="T17" fmla="*/ 67 h 90"/>
                <a:gd name="T18" fmla="*/ 29 w 151"/>
                <a:gd name="T19" fmla="*/ 72 h 90"/>
                <a:gd name="T20" fmla="*/ 34 w 151"/>
                <a:gd name="T21" fmla="*/ 76 h 90"/>
                <a:gd name="T22" fmla="*/ 40 w 151"/>
                <a:gd name="T23" fmla="*/ 81 h 90"/>
                <a:gd name="T24" fmla="*/ 47 w 151"/>
                <a:gd name="T25" fmla="*/ 84 h 90"/>
                <a:gd name="T26" fmla="*/ 54 w 151"/>
                <a:gd name="T27" fmla="*/ 87 h 90"/>
                <a:gd name="T28" fmla="*/ 61 w 151"/>
                <a:gd name="T29" fmla="*/ 89 h 90"/>
                <a:gd name="T30" fmla="*/ 68 w 151"/>
                <a:gd name="T31" fmla="*/ 90 h 90"/>
                <a:gd name="T32" fmla="*/ 76 w 151"/>
                <a:gd name="T33" fmla="*/ 90 h 90"/>
                <a:gd name="T34" fmla="*/ 83 w 151"/>
                <a:gd name="T35" fmla="*/ 90 h 90"/>
                <a:gd name="T36" fmla="*/ 90 w 151"/>
                <a:gd name="T37" fmla="*/ 89 h 90"/>
                <a:gd name="T38" fmla="*/ 96 w 151"/>
                <a:gd name="T39" fmla="*/ 87 h 90"/>
                <a:gd name="T40" fmla="*/ 103 w 151"/>
                <a:gd name="T41" fmla="*/ 83 h 90"/>
                <a:gd name="T42" fmla="*/ 109 w 151"/>
                <a:gd name="T43" fmla="*/ 80 h 90"/>
                <a:gd name="T44" fmla="*/ 116 w 151"/>
                <a:gd name="T45" fmla="*/ 76 h 90"/>
                <a:gd name="T46" fmla="*/ 121 w 151"/>
                <a:gd name="T47" fmla="*/ 71 h 90"/>
                <a:gd name="T48" fmla="*/ 127 w 151"/>
                <a:gd name="T49" fmla="*/ 65 h 90"/>
                <a:gd name="T50" fmla="*/ 131 w 151"/>
                <a:gd name="T51" fmla="*/ 60 h 90"/>
                <a:gd name="T52" fmla="*/ 137 w 151"/>
                <a:gd name="T53" fmla="*/ 53 h 90"/>
                <a:gd name="T54" fmla="*/ 140 w 151"/>
                <a:gd name="T55" fmla="*/ 45 h 90"/>
                <a:gd name="T56" fmla="*/ 144 w 151"/>
                <a:gd name="T57" fmla="*/ 37 h 90"/>
                <a:gd name="T58" fmla="*/ 147 w 151"/>
                <a:gd name="T59" fmla="*/ 29 h 90"/>
                <a:gd name="T60" fmla="*/ 150 w 151"/>
                <a:gd name="T61" fmla="*/ 20 h 90"/>
                <a:gd name="T62" fmla="*/ 151 w 151"/>
                <a:gd name="T63" fmla="*/ 10 h 90"/>
                <a:gd name="T64" fmla="*/ 151 w 151"/>
                <a:gd name="T65" fmla="*/ 0 h 90"/>
                <a:gd name="T66" fmla="*/ 0 w 151"/>
                <a:gd name="T67" fmla="*/ 0 h 90"/>
                <a:gd name="T68" fmla="*/ 0 w 151"/>
                <a:gd name="T69" fmla="*/ 1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1" h="90">
                  <a:moveTo>
                    <a:pt x="0" y="14"/>
                  </a:moveTo>
                  <a:lnTo>
                    <a:pt x="0" y="22"/>
                  </a:lnTo>
                  <a:lnTo>
                    <a:pt x="2" y="29"/>
                  </a:lnTo>
                  <a:lnTo>
                    <a:pt x="4" y="37"/>
                  </a:lnTo>
                  <a:lnTo>
                    <a:pt x="6" y="44"/>
                  </a:lnTo>
                  <a:lnTo>
                    <a:pt x="9" y="50"/>
                  </a:lnTo>
                  <a:lnTo>
                    <a:pt x="14" y="56"/>
                  </a:lnTo>
                  <a:lnTo>
                    <a:pt x="18" y="62"/>
                  </a:lnTo>
                  <a:lnTo>
                    <a:pt x="23" y="67"/>
                  </a:lnTo>
                  <a:lnTo>
                    <a:pt x="29" y="72"/>
                  </a:lnTo>
                  <a:lnTo>
                    <a:pt x="34" y="76"/>
                  </a:lnTo>
                  <a:lnTo>
                    <a:pt x="40" y="81"/>
                  </a:lnTo>
                  <a:lnTo>
                    <a:pt x="47" y="84"/>
                  </a:lnTo>
                  <a:lnTo>
                    <a:pt x="54" y="87"/>
                  </a:lnTo>
                  <a:lnTo>
                    <a:pt x="61" y="89"/>
                  </a:lnTo>
                  <a:lnTo>
                    <a:pt x="68" y="90"/>
                  </a:lnTo>
                  <a:lnTo>
                    <a:pt x="76" y="90"/>
                  </a:lnTo>
                  <a:lnTo>
                    <a:pt x="83" y="90"/>
                  </a:lnTo>
                  <a:lnTo>
                    <a:pt x="90" y="89"/>
                  </a:lnTo>
                  <a:lnTo>
                    <a:pt x="96" y="87"/>
                  </a:lnTo>
                  <a:lnTo>
                    <a:pt x="103" y="83"/>
                  </a:lnTo>
                  <a:lnTo>
                    <a:pt x="109" y="80"/>
                  </a:lnTo>
                  <a:lnTo>
                    <a:pt x="116" y="76"/>
                  </a:lnTo>
                  <a:lnTo>
                    <a:pt x="121" y="71"/>
                  </a:lnTo>
                  <a:lnTo>
                    <a:pt x="127" y="65"/>
                  </a:lnTo>
                  <a:lnTo>
                    <a:pt x="131" y="60"/>
                  </a:lnTo>
                  <a:lnTo>
                    <a:pt x="137" y="53"/>
                  </a:lnTo>
                  <a:lnTo>
                    <a:pt x="140" y="45"/>
                  </a:lnTo>
                  <a:lnTo>
                    <a:pt x="144" y="37"/>
                  </a:lnTo>
                  <a:lnTo>
                    <a:pt x="147" y="29"/>
                  </a:lnTo>
                  <a:lnTo>
                    <a:pt x="150" y="20"/>
                  </a:lnTo>
                  <a:lnTo>
                    <a:pt x="151" y="10"/>
                  </a:lnTo>
                  <a:lnTo>
                    <a:pt x="151" y="0"/>
                  </a:lnTo>
                  <a:lnTo>
                    <a:pt x="0" y="0"/>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27" name="Rectangle 4607">
              <a:extLst>
                <a:ext uri="{FF2B5EF4-FFF2-40B4-BE49-F238E27FC236}">
                  <a16:creationId xmlns:a16="http://schemas.microsoft.com/office/drawing/2014/main" id="{75D3A6BD-90D7-48AA-8358-26E0BF6D2AF8}"/>
                </a:ext>
              </a:extLst>
            </p:cNvPr>
            <p:cNvSpPr>
              <a:spLocks noChangeArrowheads="1"/>
            </p:cNvSpPr>
            <p:nvPr/>
          </p:nvSpPr>
          <p:spPr bwMode="auto">
            <a:xfrm>
              <a:off x="7258050" y="4837113"/>
              <a:ext cx="47625" cy="666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28" name="Group 27">
            <a:extLst>
              <a:ext uri="{FF2B5EF4-FFF2-40B4-BE49-F238E27FC236}">
                <a16:creationId xmlns:a16="http://schemas.microsoft.com/office/drawing/2014/main" id="{FBF1247B-C7B2-4A29-A928-742AD580F4D0}"/>
              </a:ext>
            </a:extLst>
          </p:cNvPr>
          <p:cNvGrpSpPr/>
          <p:nvPr/>
        </p:nvGrpSpPr>
        <p:grpSpPr>
          <a:xfrm>
            <a:off x="3133330" y="2252176"/>
            <a:ext cx="287338" cy="258762"/>
            <a:chOff x="879475" y="817563"/>
            <a:chExt cx="287338" cy="258762"/>
          </a:xfrm>
          <a:solidFill>
            <a:schemeClr val="bg1"/>
          </a:solidFill>
        </p:grpSpPr>
        <p:sp>
          <p:nvSpPr>
            <p:cNvPr id="29" name="Freeform 1593">
              <a:extLst>
                <a:ext uri="{FF2B5EF4-FFF2-40B4-BE49-F238E27FC236}">
                  <a16:creationId xmlns:a16="http://schemas.microsoft.com/office/drawing/2014/main" id="{728EACAF-D70A-4CF8-8443-3836DF8B495F}"/>
                </a:ext>
              </a:extLst>
            </p:cNvPr>
            <p:cNvSpPr>
              <a:spLocks/>
            </p:cNvSpPr>
            <p:nvPr/>
          </p:nvSpPr>
          <p:spPr bwMode="auto">
            <a:xfrm>
              <a:off x="879475" y="817563"/>
              <a:ext cx="287338" cy="171450"/>
            </a:xfrm>
            <a:custGeom>
              <a:avLst/>
              <a:gdLst>
                <a:gd name="T0" fmla="*/ 829 w 904"/>
                <a:gd name="T1" fmla="*/ 0 h 544"/>
                <a:gd name="T2" fmla="*/ 75 w 904"/>
                <a:gd name="T3" fmla="*/ 0 h 544"/>
                <a:gd name="T4" fmla="*/ 67 w 904"/>
                <a:gd name="T5" fmla="*/ 2 h 544"/>
                <a:gd name="T6" fmla="*/ 59 w 904"/>
                <a:gd name="T7" fmla="*/ 3 h 544"/>
                <a:gd name="T8" fmla="*/ 53 w 904"/>
                <a:gd name="T9" fmla="*/ 4 h 544"/>
                <a:gd name="T10" fmla="*/ 46 w 904"/>
                <a:gd name="T11" fmla="*/ 7 h 544"/>
                <a:gd name="T12" fmla="*/ 40 w 904"/>
                <a:gd name="T13" fmla="*/ 10 h 544"/>
                <a:gd name="T14" fmla="*/ 33 w 904"/>
                <a:gd name="T15" fmla="*/ 14 h 544"/>
                <a:gd name="T16" fmla="*/ 27 w 904"/>
                <a:gd name="T17" fmla="*/ 18 h 544"/>
                <a:gd name="T18" fmla="*/ 22 w 904"/>
                <a:gd name="T19" fmla="*/ 23 h 544"/>
                <a:gd name="T20" fmla="*/ 16 w 904"/>
                <a:gd name="T21" fmla="*/ 28 h 544"/>
                <a:gd name="T22" fmla="*/ 12 w 904"/>
                <a:gd name="T23" fmla="*/ 34 h 544"/>
                <a:gd name="T24" fmla="*/ 9 w 904"/>
                <a:gd name="T25" fmla="*/ 40 h 544"/>
                <a:gd name="T26" fmla="*/ 5 w 904"/>
                <a:gd name="T27" fmla="*/ 47 h 544"/>
                <a:gd name="T28" fmla="*/ 3 w 904"/>
                <a:gd name="T29" fmla="*/ 54 h 544"/>
                <a:gd name="T30" fmla="*/ 1 w 904"/>
                <a:gd name="T31" fmla="*/ 61 h 544"/>
                <a:gd name="T32" fmla="*/ 0 w 904"/>
                <a:gd name="T33" fmla="*/ 69 h 544"/>
                <a:gd name="T34" fmla="*/ 0 w 904"/>
                <a:gd name="T35" fmla="*/ 77 h 544"/>
                <a:gd name="T36" fmla="*/ 0 w 904"/>
                <a:gd name="T37" fmla="*/ 544 h 544"/>
                <a:gd name="T38" fmla="*/ 904 w 904"/>
                <a:gd name="T39" fmla="*/ 544 h 544"/>
                <a:gd name="T40" fmla="*/ 904 w 904"/>
                <a:gd name="T41" fmla="*/ 77 h 544"/>
                <a:gd name="T42" fmla="*/ 904 w 904"/>
                <a:gd name="T43" fmla="*/ 69 h 544"/>
                <a:gd name="T44" fmla="*/ 903 w 904"/>
                <a:gd name="T45" fmla="*/ 61 h 544"/>
                <a:gd name="T46" fmla="*/ 901 w 904"/>
                <a:gd name="T47" fmla="*/ 54 h 544"/>
                <a:gd name="T48" fmla="*/ 899 w 904"/>
                <a:gd name="T49" fmla="*/ 47 h 544"/>
                <a:gd name="T50" fmla="*/ 896 w 904"/>
                <a:gd name="T51" fmla="*/ 40 h 544"/>
                <a:gd name="T52" fmla="*/ 892 w 904"/>
                <a:gd name="T53" fmla="*/ 34 h 544"/>
                <a:gd name="T54" fmla="*/ 888 w 904"/>
                <a:gd name="T55" fmla="*/ 28 h 544"/>
                <a:gd name="T56" fmla="*/ 882 w 904"/>
                <a:gd name="T57" fmla="*/ 23 h 544"/>
                <a:gd name="T58" fmla="*/ 877 w 904"/>
                <a:gd name="T59" fmla="*/ 18 h 544"/>
                <a:gd name="T60" fmla="*/ 871 w 904"/>
                <a:gd name="T61" fmla="*/ 14 h 544"/>
                <a:gd name="T62" fmla="*/ 866 w 904"/>
                <a:gd name="T63" fmla="*/ 10 h 544"/>
                <a:gd name="T64" fmla="*/ 859 w 904"/>
                <a:gd name="T65" fmla="*/ 7 h 544"/>
                <a:gd name="T66" fmla="*/ 851 w 904"/>
                <a:gd name="T67" fmla="*/ 4 h 544"/>
                <a:gd name="T68" fmla="*/ 845 w 904"/>
                <a:gd name="T69" fmla="*/ 3 h 544"/>
                <a:gd name="T70" fmla="*/ 837 w 904"/>
                <a:gd name="T71" fmla="*/ 2 h 544"/>
                <a:gd name="T72" fmla="*/ 829 w 904"/>
                <a:gd name="T73" fmla="*/ 0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4" h="544">
                  <a:moveTo>
                    <a:pt x="829" y="0"/>
                  </a:moveTo>
                  <a:lnTo>
                    <a:pt x="75" y="0"/>
                  </a:lnTo>
                  <a:lnTo>
                    <a:pt x="67" y="2"/>
                  </a:lnTo>
                  <a:lnTo>
                    <a:pt x="59" y="3"/>
                  </a:lnTo>
                  <a:lnTo>
                    <a:pt x="53" y="4"/>
                  </a:lnTo>
                  <a:lnTo>
                    <a:pt x="46" y="7"/>
                  </a:lnTo>
                  <a:lnTo>
                    <a:pt x="40" y="10"/>
                  </a:lnTo>
                  <a:lnTo>
                    <a:pt x="33" y="14"/>
                  </a:lnTo>
                  <a:lnTo>
                    <a:pt x="27" y="18"/>
                  </a:lnTo>
                  <a:lnTo>
                    <a:pt x="22" y="23"/>
                  </a:lnTo>
                  <a:lnTo>
                    <a:pt x="16" y="28"/>
                  </a:lnTo>
                  <a:lnTo>
                    <a:pt x="12" y="34"/>
                  </a:lnTo>
                  <a:lnTo>
                    <a:pt x="9" y="40"/>
                  </a:lnTo>
                  <a:lnTo>
                    <a:pt x="5" y="47"/>
                  </a:lnTo>
                  <a:lnTo>
                    <a:pt x="3" y="54"/>
                  </a:lnTo>
                  <a:lnTo>
                    <a:pt x="1" y="61"/>
                  </a:lnTo>
                  <a:lnTo>
                    <a:pt x="0" y="69"/>
                  </a:lnTo>
                  <a:lnTo>
                    <a:pt x="0" y="77"/>
                  </a:lnTo>
                  <a:lnTo>
                    <a:pt x="0" y="544"/>
                  </a:lnTo>
                  <a:lnTo>
                    <a:pt x="904" y="544"/>
                  </a:lnTo>
                  <a:lnTo>
                    <a:pt x="904" y="77"/>
                  </a:lnTo>
                  <a:lnTo>
                    <a:pt x="904" y="69"/>
                  </a:lnTo>
                  <a:lnTo>
                    <a:pt x="903" y="61"/>
                  </a:lnTo>
                  <a:lnTo>
                    <a:pt x="901" y="54"/>
                  </a:lnTo>
                  <a:lnTo>
                    <a:pt x="899" y="47"/>
                  </a:lnTo>
                  <a:lnTo>
                    <a:pt x="896" y="40"/>
                  </a:lnTo>
                  <a:lnTo>
                    <a:pt x="892" y="34"/>
                  </a:lnTo>
                  <a:lnTo>
                    <a:pt x="888" y="28"/>
                  </a:lnTo>
                  <a:lnTo>
                    <a:pt x="882" y="23"/>
                  </a:lnTo>
                  <a:lnTo>
                    <a:pt x="877" y="18"/>
                  </a:lnTo>
                  <a:lnTo>
                    <a:pt x="871" y="14"/>
                  </a:lnTo>
                  <a:lnTo>
                    <a:pt x="866" y="10"/>
                  </a:lnTo>
                  <a:lnTo>
                    <a:pt x="859" y="7"/>
                  </a:lnTo>
                  <a:lnTo>
                    <a:pt x="851" y="4"/>
                  </a:lnTo>
                  <a:lnTo>
                    <a:pt x="845" y="3"/>
                  </a:lnTo>
                  <a:lnTo>
                    <a:pt x="837" y="2"/>
                  </a:lnTo>
                  <a:lnTo>
                    <a:pt x="8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0" name="Freeform 1594">
              <a:extLst>
                <a:ext uri="{FF2B5EF4-FFF2-40B4-BE49-F238E27FC236}">
                  <a16:creationId xmlns:a16="http://schemas.microsoft.com/office/drawing/2014/main" id="{9D467738-C936-45B3-861A-27E90DD89FE0}"/>
                </a:ext>
              </a:extLst>
            </p:cNvPr>
            <p:cNvSpPr>
              <a:spLocks noEditPoints="1"/>
            </p:cNvSpPr>
            <p:nvPr/>
          </p:nvSpPr>
          <p:spPr bwMode="auto">
            <a:xfrm>
              <a:off x="879475" y="1000125"/>
              <a:ext cx="287338" cy="76200"/>
            </a:xfrm>
            <a:custGeom>
              <a:avLst/>
              <a:gdLst>
                <a:gd name="T0" fmla="*/ 459 w 904"/>
                <a:gd name="T1" fmla="*/ 29 h 241"/>
                <a:gd name="T2" fmla="*/ 469 w 904"/>
                <a:gd name="T3" fmla="*/ 35 h 241"/>
                <a:gd name="T4" fmla="*/ 478 w 904"/>
                <a:gd name="T5" fmla="*/ 43 h 241"/>
                <a:gd name="T6" fmla="*/ 482 w 904"/>
                <a:gd name="T7" fmla="*/ 54 h 241"/>
                <a:gd name="T8" fmla="*/ 482 w 904"/>
                <a:gd name="T9" fmla="*/ 66 h 241"/>
                <a:gd name="T10" fmla="*/ 478 w 904"/>
                <a:gd name="T11" fmla="*/ 77 h 241"/>
                <a:gd name="T12" fmla="*/ 469 w 904"/>
                <a:gd name="T13" fmla="*/ 85 h 241"/>
                <a:gd name="T14" fmla="*/ 459 w 904"/>
                <a:gd name="T15" fmla="*/ 89 h 241"/>
                <a:gd name="T16" fmla="*/ 447 w 904"/>
                <a:gd name="T17" fmla="*/ 89 h 241"/>
                <a:gd name="T18" fmla="*/ 436 w 904"/>
                <a:gd name="T19" fmla="*/ 85 h 241"/>
                <a:gd name="T20" fmla="*/ 427 w 904"/>
                <a:gd name="T21" fmla="*/ 77 h 241"/>
                <a:gd name="T22" fmla="*/ 422 w 904"/>
                <a:gd name="T23" fmla="*/ 66 h 241"/>
                <a:gd name="T24" fmla="*/ 422 w 904"/>
                <a:gd name="T25" fmla="*/ 54 h 241"/>
                <a:gd name="T26" fmla="*/ 427 w 904"/>
                <a:gd name="T27" fmla="*/ 43 h 241"/>
                <a:gd name="T28" fmla="*/ 436 w 904"/>
                <a:gd name="T29" fmla="*/ 35 h 241"/>
                <a:gd name="T30" fmla="*/ 447 w 904"/>
                <a:gd name="T31" fmla="*/ 31 h 241"/>
                <a:gd name="T32" fmla="*/ 452 w 904"/>
                <a:gd name="T33" fmla="*/ 29 h 241"/>
                <a:gd name="T34" fmla="*/ 0 w 904"/>
                <a:gd name="T35" fmla="*/ 83 h 241"/>
                <a:gd name="T36" fmla="*/ 3 w 904"/>
                <a:gd name="T37" fmla="*/ 97 h 241"/>
                <a:gd name="T38" fmla="*/ 9 w 904"/>
                <a:gd name="T39" fmla="*/ 110 h 241"/>
                <a:gd name="T40" fmla="*/ 16 w 904"/>
                <a:gd name="T41" fmla="*/ 122 h 241"/>
                <a:gd name="T42" fmla="*/ 27 w 904"/>
                <a:gd name="T43" fmla="*/ 132 h 241"/>
                <a:gd name="T44" fmla="*/ 40 w 904"/>
                <a:gd name="T45" fmla="*/ 141 h 241"/>
                <a:gd name="T46" fmla="*/ 53 w 904"/>
                <a:gd name="T47" fmla="*/ 147 h 241"/>
                <a:gd name="T48" fmla="*/ 67 w 904"/>
                <a:gd name="T49" fmla="*/ 150 h 241"/>
                <a:gd name="T50" fmla="*/ 437 w 904"/>
                <a:gd name="T51" fmla="*/ 150 h 241"/>
                <a:gd name="T52" fmla="*/ 195 w 904"/>
                <a:gd name="T53" fmla="*/ 211 h 241"/>
                <a:gd name="T54" fmla="*/ 190 w 904"/>
                <a:gd name="T55" fmla="*/ 212 h 241"/>
                <a:gd name="T56" fmla="*/ 186 w 904"/>
                <a:gd name="T57" fmla="*/ 215 h 241"/>
                <a:gd name="T58" fmla="*/ 182 w 904"/>
                <a:gd name="T59" fmla="*/ 220 h 241"/>
                <a:gd name="T60" fmla="*/ 181 w 904"/>
                <a:gd name="T61" fmla="*/ 225 h 241"/>
                <a:gd name="T62" fmla="*/ 182 w 904"/>
                <a:gd name="T63" fmla="*/ 232 h 241"/>
                <a:gd name="T64" fmla="*/ 186 w 904"/>
                <a:gd name="T65" fmla="*/ 236 h 241"/>
                <a:gd name="T66" fmla="*/ 190 w 904"/>
                <a:gd name="T67" fmla="*/ 240 h 241"/>
                <a:gd name="T68" fmla="*/ 195 w 904"/>
                <a:gd name="T69" fmla="*/ 241 h 241"/>
                <a:gd name="T70" fmla="*/ 742 w 904"/>
                <a:gd name="T71" fmla="*/ 241 h 241"/>
                <a:gd name="T72" fmla="*/ 747 w 904"/>
                <a:gd name="T73" fmla="*/ 239 h 241"/>
                <a:gd name="T74" fmla="*/ 752 w 904"/>
                <a:gd name="T75" fmla="*/ 234 h 241"/>
                <a:gd name="T76" fmla="*/ 754 w 904"/>
                <a:gd name="T77" fmla="*/ 229 h 241"/>
                <a:gd name="T78" fmla="*/ 754 w 904"/>
                <a:gd name="T79" fmla="*/ 223 h 241"/>
                <a:gd name="T80" fmla="*/ 752 w 904"/>
                <a:gd name="T81" fmla="*/ 218 h 241"/>
                <a:gd name="T82" fmla="*/ 747 w 904"/>
                <a:gd name="T83" fmla="*/ 213 h 241"/>
                <a:gd name="T84" fmla="*/ 742 w 904"/>
                <a:gd name="T85" fmla="*/ 211 h 241"/>
                <a:gd name="T86" fmla="*/ 468 w 904"/>
                <a:gd name="T87" fmla="*/ 211 h 241"/>
                <a:gd name="T88" fmla="*/ 829 w 904"/>
                <a:gd name="T89" fmla="*/ 150 h 241"/>
                <a:gd name="T90" fmla="*/ 845 w 904"/>
                <a:gd name="T91" fmla="*/ 149 h 241"/>
                <a:gd name="T92" fmla="*/ 859 w 904"/>
                <a:gd name="T93" fmla="*/ 145 h 241"/>
                <a:gd name="T94" fmla="*/ 871 w 904"/>
                <a:gd name="T95" fmla="*/ 137 h 241"/>
                <a:gd name="T96" fmla="*/ 882 w 904"/>
                <a:gd name="T97" fmla="*/ 128 h 241"/>
                <a:gd name="T98" fmla="*/ 892 w 904"/>
                <a:gd name="T99" fmla="*/ 117 h 241"/>
                <a:gd name="T100" fmla="*/ 899 w 904"/>
                <a:gd name="T101" fmla="*/ 104 h 241"/>
                <a:gd name="T102" fmla="*/ 903 w 904"/>
                <a:gd name="T103" fmla="*/ 90 h 241"/>
                <a:gd name="T104" fmla="*/ 904 w 904"/>
                <a:gd name="T105" fmla="*/ 75 h 241"/>
                <a:gd name="T106" fmla="*/ 0 w 904"/>
                <a:gd name="T10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4" h="241">
                  <a:moveTo>
                    <a:pt x="452" y="29"/>
                  </a:moveTo>
                  <a:lnTo>
                    <a:pt x="459" y="29"/>
                  </a:lnTo>
                  <a:lnTo>
                    <a:pt x="464" y="32"/>
                  </a:lnTo>
                  <a:lnTo>
                    <a:pt x="469" y="35"/>
                  </a:lnTo>
                  <a:lnTo>
                    <a:pt x="473" y="38"/>
                  </a:lnTo>
                  <a:lnTo>
                    <a:pt x="478" y="43"/>
                  </a:lnTo>
                  <a:lnTo>
                    <a:pt x="480" y="48"/>
                  </a:lnTo>
                  <a:lnTo>
                    <a:pt x="482" y="54"/>
                  </a:lnTo>
                  <a:lnTo>
                    <a:pt x="482" y="59"/>
                  </a:lnTo>
                  <a:lnTo>
                    <a:pt x="482" y="66"/>
                  </a:lnTo>
                  <a:lnTo>
                    <a:pt x="480" y="71"/>
                  </a:lnTo>
                  <a:lnTo>
                    <a:pt x="478" y="77"/>
                  </a:lnTo>
                  <a:lnTo>
                    <a:pt x="473" y="81"/>
                  </a:lnTo>
                  <a:lnTo>
                    <a:pt x="469" y="85"/>
                  </a:lnTo>
                  <a:lnTo>
                    <a:pt x="464" y="87"/>
                  </a:lnTo>
                  <a:lnTo>
                    <a:pt x="459" y="89"/>
                  </a:lnTo>
                  <a:lnTo>
                    <a:pt x="452" y="90"/>
                  </a:lnTo>
                  <a:lnTo>
                    <a:pt x="447" y="89"/>
                  </a:lnTo>
                  <a:lnTo>
                    <a:pt x="440" y="87"/>
                  </a:lnTo>
                  <a:lnTo>
                    <a:pt x="436" y="85"/>
                  </a:lnTo>
                  <a:lnTo>
                    <a:pt x="431" y="81"/>
                  </a:lnTo>
                  <a:lnTo>
                    <a:pt x="427" y="77"/>
                  </a:lnTo>
                  <a:lnTo>
                    <a:pt x="424" y="71"/>
                  </a:lnTo>
                  <a:lnTo>
                    <a:pt x="422" y="66"/>
                  </a:lnTo>
                  <a:lnTo>
                    <a:pt x="422" y="59"/>
                  </a:lnTo>
                  <a:lnTo>
                    <a:pt x="422" y="54"/>
                  </a:lnTo>
                  <a:lnTo>
                    <a:pt x="424" y="48"/>
                  </a:lnTo>
                  <a:lnTo>
                    <a:pt x="427" y="43"/>
                  </a:lnTo>
                  <a:lnTo>
                    <a:pt x="431" y="38"/>
                  </a:lnTo>
                  <a:lnTo>
                    <a:pt x="436" y="35"/>
                  </a:lnTo>
                  <a:lnTo>
                    <a:pt x="440" y="32"/>
                  </a:lnTo>
                  <a:lnTo>
                    <a:pt x="447" y="31"/>
                  </a:lnTo>
                  <a:lnTo>
                    <a:pt x="452" y="29"/>
                  </a:lnTo>
                  <a:lnTo>
                    <a:pt x="452" y="29"/>
                  </a:lnTo>
                  <a:close/>
                  <a:moveTo>
                    <a:pt x="0" y="75"/>
                  </a:moveTo>
                  <a:lnTo>
                    <a:pt x="0" y="83"/>
                  </a:lnTo>
                  <a:lnTo>
                    <a:pt x="1" y="90"/>
                  </a:lnTo>
                  <a:lnTo>
                    <a:pt x="3" y="97"/>
                  </a:lnTo>
                  <a:lnTo>
                    <a:pt x="5" y="104"/>
                  </a:lnTo>
                  <a:lnTo>
                    <a:pt x="9" y="110"/>
                  </a:lnTo>
                  <a:lnTo>
                    <a:pt x="12" y="117"/>
                  </a:lnTo>
                  <a:lnTo>
                    <a:pt x="16" y="122"/>
                  </a:lnTo>
                  <a:lnTo>
                    <a:pt x="22" y="128"/>
                  </a:lnTo>
                  <a:lnTo>
                    <a:pt x="27" y="132"/>
                  </a:lnTo>
                  <a:lnTo>
                    <a:pt x="33" y="137"/>
                  </a:lnTo>
                  <a:lnTo>
                    <a:pt x="40" y="141"/>
                  </a:lnTo>
                  <a:lnTo>
                    <a:pt x="46" y="145"/>
                  </a:lnTo>
                  <a:lnTo>
                    <a:pt x="53" y="147"/>
                  </a:lnTo>
                  <a:lnTo>
                    <a:pt x="59" y="149"/>
                  </a:lnTo>
                  <a:lnTo>
                    <a:pt x="67" y="150"/>
                  </a:lnTo>
                  <a:lnTo>
                    <a:pt x="75" y="150"/>
                  </a:lnTo>
                  <a:lnTo>
                    <a:pt x="437" y="150"/>
                  </a:lnTo>
                  <a:lnTo>
                    <a:pt x="437" y="211"/>
                  </a:lnTo>
                  <a:lnTo>
                    <a:pt x="195" y="211"/>
                  </a:lnTo>
                  <a:lnTo>
                    <a:pt x="192" y="211"/>
                  </a:lnTo>
                  <a:lnTo>
                    <a:pt x="190" y="212"/>
                  </a:lnTo>
                  <a:lnTo>
                    <a:pt x="188" y="213"/>
                  </a:lnTo>
                  <a:lnTo>
                    <a:pt x="186" y="215"/>
                  </a:lnTo>
                  <a:lnTo>
                    <a:pt x="183" y="218"/>
                  </a:lnTo>
                  <a:lnTo>
                    <a:pt x="182" y="220"/>
                  </a:lnTo>
                  <a:lnTo>
                    <a:pt x="181" y="223"/>
                  </a:lnTo>
                  <a:lnTo>
                    <a:pt x="181" y="225"/>
                  </a:lnTo>
                  <a:lnTo>
                    <a:pt x="181" y="229"/>
                  </a:lnTo>
                  <a:lnTo>
                    <a:pt x="182" y="232"/>
                  </a:lnTo>
                  <a:lnTo>
                    <a:pt x="183" y="234"/>
                  </a:lnTo>
                  <a:lnTo>
                    <a:pt x="186" y="236"/>
                  </a:lnTo>
                  <a:lnTo>
                    <a:pt x="188" y="239"/>
                  </a:lnTo>
                  <a:lnTo>
                    <a:pt x="190" y="240"/>
                  </a:lnTo>
                  <a:lnTo>
                    <a:pt x="192" y="241"/>
                  </a:lnTo>
                  <a:lnTo>
                    <a:pt x="195" y="241"/>
                  </a:lnTo>
                  <a:lnTo>
                    <a:pt x="739" y="241"/>
                  </a:lnTo>
                  <a:lnTo>
                    <a:pt x="742" y="241"/>
                  </a:lnTo>
                  <a:lnTo>
                    <a:pt x="745" y="240"/>
                  </a:lnTo>
                  <a:lnTo>
                    <a:pt x="747" y="239"/>
                  </a:lnTo>
                  <a:lnTo>
                    <a:pt x="750" y="236"/>
                  </a:lnTo>
                  <a:lnTo>
                    <a:pt x="752" y="234"/>
                  </a:lnTo>
                  <a:lnTo>
                    <a:pt x="753" y="232"/>
                  </a:lnTo>
                  <a:lnTo>
                    <a:pt x="754" y="229"/>
                  </a:lnTo>
                  <a:lnTo>
                    <a:pt x="754" y="225"/>
                  </a:lnTo>
                  <a:lnTo>
                    <a:pt x="754" y="223"/>
                  </a:lnTo>
                  <a:lnTo>
                    <a:pt x="753" y="220"/>
                  </a:lnTo>
                  <a:lnTo>
                    <a:pt x="752" y="218"/>
                  </a:lnTo>
                  <a:lnTo>
                    <a:pt x="750" y="215"/>
                  </a:lnTo>
                  <a:lnTo>
                    <a:pt x="747" y="213"/>
                  </a:lnTo>
                  <a:lnTo>
                    <a:pt x="745" y="212"/>
                  </a:lnTo>
                  <a:lnTo>
                    <a:pt x="742" y="211"/>
                  </a:lnTo>
                  <a:lnTo>
                    <a:pt x="739" y="211"/>
                  </a:lnTo>
                  <a:lnTo>
                    <a:pt x="468" y="211"/>
                  </a:lnTo>
                  <a:lnTo>
                    <a:pt x="468" y="150"/>
                  </a:lnTo>
                  <a:lnTo>
                    <a:pt x="829" y="150"/>
                  </a:lnTo>
                  <a:lnTo>
                    <a:pt x="837" y="150"/>
                  </a:lnTo>
                  <a:lnTo>
                    <a:pt x="845" y="149"/>
                  </a:lnTo>
                  <a:lnTo>
                    <a:pt x="851" y="147"/>
                  </a:lnTo>
                  <a:lnTo>
                    <a:pt x="859" y="145"/>
                  </a:lnTo>
                  <a:lnTo>
                    <a:pt x="866" y="141"/>
                  </a:lnTo>
                  <a:lnTo>
                    <a:pt x="871" y="137"/>
                  </a:lnTo>
                  <a:lnTo>
                    <a:pt x="877" y="132"/>
                  </a:lnTo>
                  <a:lnTo>
                    <a:pt x="882" y="128"/>
                  </a:lnTo>
                  <a:lnTo>
                    <a:pt x="888" y="122"/>
                  </a:lnTo>
                  <a:lnTo>
                    <a:pt x="892" y="117"/>
                  </a:lnTo>
                  <a:lnTo>
                    <a:pt x="896" y="110"/>
                  </a:lnTo>
                  <a:lnTo>
                    <a:pt x="899" y="104"/>
                  </a:lnTo>
                  <a:lnTo>
                    <a:pt x="901" y="97"/>
                  </a:lnTo>
                  <a:lnTo>
                    <a:pt x="903" y="90"/>
                  </a:lnTo>
                  <a:lnTo>
                    <a:pt x="904" y="83"/>
                  </a:lnTo>
                  <a:lnTo>
                    <a:pt x="904" y="75"/>
                  </a:lnTo>
                  <a:lnTo>
                    <a:pt x="904" y="0"/>
                  </a:lnTo>
                  <a:lnTo>
                    <a:pt x="0" y="0"/>
                  </a:lnTo>
                  <a:lnTo>
                    <a:pt x="0"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31" name="Group 30">
            <a:extLst>
              <a:ext uri="{FF2B5EF4-FFF2-40B4-BE49-F238E27FC236}">
                <a16:creationId xmlns:a16="http://schemas.microsoft.com/office/drawing/2014/main" id="{AFCDBB8C-DE5C-4C11-B5BB-5DCAFFCD4117}"/>
              </a:ext>
            </a:extLst>
          </p:cNvPr>
          <p:cNvGrpSpPr/>
          <p:nvPr/>
        </p:nvGrpSpPr>
        <p:grpSpPr>
          <a:xfrm>
            <a:off x="4277123" y="2252176"/>
            <a:ext cx="287338" cy="258762"/>
            <a:chOff x="304800" y="5129213"/>
            <a:chExt cx="287338" cy="258762"/>
          </a:xfrm>
          <a:solidFill>
            <a:schemeClr val="bg1"/>
          </a:solidFill>
        </p:grpSpPr>
        <p:sp>
          <p:nvSpPr>
            <p:cNvPr id="32" name="Freeform 1630">
              <a:extLst>
                <a:ext uri="{FF2B5EF4-FFF2-40B4-BE49-F238E27FC236}">
                  <a16:creationId xmlns:a16="http://schemas.microsoft.com/office/drawing/2014/main" id="{0602E7C7-332F-4E84-8518-7E4F8755F172}"/>
                </a:ext>
              </a:extLst>
            </p:cNvPr>
            <p:cNvSpPr>
              <a:spLocks/>
            </p:cNvSpPr>
            <p:nvPr/>
          </p:nvSpPr>
          <p:spPr bwMode="auto">
            <a:xfrm>
              <a:off x="381000" y="5224463"/>
              <a:ext cx="134938" cy="38100"/>
            </a:xfrm>
            <a:custGeom>
              <a:avLst/>
              <a:gdLst>
                <a:gd name="T0" fmla="*/ 176 w 423"/>
                <a:gd name="T1" fmla="*/ 120 h 120"/>
                <a:gd name="T2" fmla="*/ 247 w 423"/>
                <a:gd name="T3" fmla="*/ 120 h 120"/>
                <a:gd name="T4" fmla="*/ 252 w 423"/>
                <a:gd name="T5" fmla="*/ 108 h 120"/>
                <a:gd name="T6" fmla="*/ 260 w 423"/>
                <a:gd name="T7" fmla="*/ 97 h 120"/>
                <a:gd name="T8" fmla="*/ 269 w 423"/>
                <a:gd name="T9" fmla="*/ 86 h 120"/>
                <a:gd name="T10" fmla="*/ 280 w 423"/>
                <a:gd name="T11" fmla="*/ 77 h 120"/>
                <a:gd name="T12" fmla="*/ 291 w 423"/>
                <a:gd name="T13" fmla="*/ 71 h 120"/>
                <a:gd name="T14" fmla="*/ 304 w 423"/>
                <a:gd name="T15" fmla="*/ 65 h 120"/>
                <a:gd name="T16" fmla="*/ 311 w 423"/>
                <a:gd name="T17" fmla="*/ 63 h 120"/>
                <a:gd name="T18" fmla="*/ 318 w 423"/>
                <a:gd name="T19" fmla="*/ 62 h 120"/>
                <a:gd name="T20" fmla="*/ 325 w 423"/>
                <a:gd name="T21" fmla="*/ 61 h 120"/>
                <a:gd name="T22" fmla="*/ 332 w 423"/>
                <a:gd name="T23" fmla="*/ 61 h 120"/>
                <a:gd name="T24" fmla="*/ 423 w 423"/>
                <a:gd name="T25" fmla="*/ 61 h 120"/>
                <a:gd name="T26" fmla="*/ 423 w 423"/>
                <a:gd name="T27" fmla="*/ 31 h 120"/>
                <a:gd name="T28" fmla="*/ 423 w 423"/>
                <a:gd name="T29" fmla="*/ 22 h 120"/>
                <a:gd name="T30" fmla="*/ 420 w 423"/>
                <a:gd name="T31" fmla="*/ 14 h 120"/>
                <a:gd name="T32" fmla="*/ 418 w 423"/>
                <a:gd name="T33" fmla="*/ 8 h 120"/>
                <a:gd name="T34" fmla="*/ 415 w 423"/>
                <a:gd name="T35" fmla="*/ 0 h 120"/>
                <a:gd name="T36" fmla="*/ 363 w 423"/>
                <a:gd name="T37" fmla="*/ 0 h 120"/>
                <a:gd name="T38" fmla="*/ 61 w 423"/>
                <a:gd name="T39" fmla="*/ 0 h 120"/>
                <a:gd name="T40" fmla="*/ 9 w 423"/>
                <a:gd name="T41" fmla="*/ 0 h 120"/>
                <a:gd name="T42" fmla="*/ 6 w 423"/>
                <a:gd name="T43" fmla="*/ 8 h 120"/>
                <a:gd name="T44" fmla="*/ 2 w 423"/>
                <a:gd name="T45" fmla="*/ 14 h 120"/>
                <a:gd name="T46" fmla="*/ 1 w 423"/>
                <a:gd name="T47" fmla="*/ 22 h 120"/>
                <a:gd name="T48" fmla="*/ 0 w 423"/>
                <a:gd name="T49" fmla="*/ 31 h 120"/>
                <a:gd name="T50" fmla="*/ 0 w 423"/>
                <a:gd name="T51" fmla="*/ 61 h 120"/>
                <a:gd name="T52" fmla="*/ 91 w 423"/>
                <a:gd name="T53" fmla="*/ 61 h 120"/>
                <a:gd name="T54" fmla="*/ 99 w 423"/>
                <a:gd name="T55" fmla="*/ 61 h 120"/>
                <a:gd name="T56" fmla="*/ 105 w 423"/>
                <a:gd name="T57" fmla="*/ 62 h 120"/>
                <a:gd name="T58" fmla="*/ 112 w 423"/>
                <a:gd name="T59" fmla="*/ 63 h 120"/>
                <a:gd name="T60" fmla="*/ 120 w 423"/>
                <a:gd name="T61" fmla="*/ 65 h 120"/>
                <a:gd name="T62" fmla="*/ 132 w 423"/>
                <a:gd name="T63" fmla="*/ 71 h 120"/>
                <a:gd name="T64" fmla="*/ 144 w 423"/>
                <a:gd name="T65" fmla="*/ 77 h 120"/>
                <a:gd name="T66" fmla="*/ 154 w 423"/>
                <a:gd name="T67" fmla="*/ 86 h 120"/>
                <a:gd name="T68" fmla="*/ 163 w 423"/>
                <a:gd name="T69" fmla="*/ 97 h 120"/>
                <a:gd name="T70" fmla="*/ 170 w 423"/>
                <a:gd name="T71" fmla="*/ 108 h 120"/>
                <a:gd name="T72" fmla="*/ 176 w 423"/>
                <a:gd name="T73"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3" h="120">
                  <a:moveTo>
                    <a:pt x="176" y="120"/>
                  </a:moveTo>
                  <a:lnTo>
                    <a:pt x="247" y="120"/>
                  </a:lnTo>
                  <a:lnTo>
                    <a:pt x="252" y="108"/>
                  </a:lnTo>
                  <a:lnTo>
                    <a:pt x="260" y="97"/>
                  </a:lnTo>
                  <a:lnTo>
                    <a:pt x="269" y="86"/>
                  </a:lnTo>
                  <a:lnTo>
                    <a:pt x="280" y="77"/>
                  </a:lnTo>
                  <a:lnTo>
                    <a:pt x="291" y="71"/>
                  </a:lnTo>
                  <a:lnTo>
                    <a:pt x="304" y="65"/>
                  </a:lnTo>
                  <a:lnTo>
                    <a:pt x="311" y="63"/>
                  </a:lnTo>
                  <a:lnTo>
                    <a:pt x="318" y="62"/>
                  </a:lnTo>
                  <a:lnTo>
                    <a:pt x="325" y="61"/>
                  </a:lnTo>
                  <a:lnTo>
                    <a:pt x="332" y="61"/>
                  </a:lnTo>
                  <a:lnTo>
                    <a:pt x="423" y="61"/>
                  </a:lnTo>
                  <a:lnTo>
                    <a:pt x="423" y="31"/>
                  </a:lnTo>
                  <a:lnTo>
                    <a:pt x="423" y="22"/>
                  </a:lnTo>
                  <a:lnTo>
                    <a:pt x="420" y="14"/>
                  </a:lnTo>
                  <a:lnTo>
                    <a:pt x="418" y="8"/>
                  </a:lnTo>
                  <a:lnTo>
                    <a:pt x="415" y="0"/>
                  </a:lnTo>
                  <a:lnTo>
                    <a:pt x="363" y="0"/>
                  </a:lnTo>
                  <a:lnTo>
                    <a:pt x="61" y="0"/>
                  </a:lnTo>
                  <a:lnTo>
                    <a:pt x="9" y="0"/>
                  </a:lnTo>
                  <a:lnTo>
                    <a:pt x="6" y="8"/>
                  </a:lnTo>
                  <a:lnTo>
                    <a:pt x="2" y="14"/>
                  </a:lnTo>
                  <a:lnTo>
                    <a:pt x="1" y="22"/>
                  </a:lnTo>
                  <a:lnTo>
                    <a:pt x="0" y="31"/>
                  </a:lnTo>
                  <a:lnTo>
                    <a:pt x="0" y="61"/>
                  </a:lnTo>
                  <a:lnTo>
                    <a:pt x="91" y="61"/>
                  </a:lnTo>
                  <a:lnTo>
                    <a:pt x="99" y="61"/>
                  </a:lnTo>
                  <a:lnTo>
                    <a:pt x="105" y="62"/>
                  </a:lnTo>
                  <a:lnTo>
                    <a:pt x="112" y="63"/>
                  </a:lnTo>
                  <a:lnTo>
                    <a:pt x="120" y="65"/>
                  </a:lnTo>
                  <a:lnTo>
                    <a:pt x="132" y="71"/>
                  </a:lnTo>
                  <a:lnTo>
                    <a:pt x="144" y="77"/>
                  </a:lnTo>
                  <a:lnTo>
                    <a:pt x="154" y="86"/>
                  </a:lnTo>
                  <a:lnTo>
                    <a:pt x="163" y="97"/>
                  </a:lnTo>
                  <a:lnTo>
                    <a:pt x="170" y="108"/>
                  </a:lnTo>
                  <a:lnTo>
                    <a:pt x="176"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3" name="Freeform 1631">
              <a:extLst>
                <a:ext uri="{FF2B5EF4-FFF2-40B4-BE49-F238E27FC236}">
                  <a16:creationId xmlns:a16="http://schemas.microsoft.com/office/drawing/2014/main" id="{9FC6FD2D-D875-44C9-A3A5-06D58C7B2EAB}"/>
                </a:ext>
              </a:extLst>
            </p:cNvPr>
            <p:cNvSpPr>
              <a:spLocks noEditPoints="1"/>
            </p:cNvSpPr>
            <p:nvPr/>
          </p:nvSpPr>
          <p:spPr bwMode="auto">
            <a:xfrm>
              <a:off x="390525" y="5129213"/>
              <a:ext cx="115888" cy="85725"/>
            </a:xfrm>
            <a:custGeom>
              <a:avLst/>
              <a:gdLst>
                <a:gd name="T0" fmla="*/ 60 w 362"/>
                <a:gd name="T1" fmla="*/ 72 h 271"/>
                <a:gd name="T2" fmla="*/ 62 w 362"/>
                <a:gd name="T3" fmla="*/ 66 h 271"/>
                <a:gd name="T4" fmla="*/ 66 w 362"/>
                <a:gd name="T5" fmla="*/ 62 h 271"/>
                <a:gd name="T6" fmla="*/ 72 w 362"/>
                <a:gd name="T7" fmla="*/ 60 h 271"/>
                <a:gd name="T8" fmla="*/ 287 w 362"/>
                <a:gd name="T9" fmla="*/ 60 h 271"/>
                <a:gd name="T10" fmla="*/ 292 w 362"/>
                <a:gd name="T11" fmla="*/ 61 h 271"/>
                <a:gd name="T12" fmla="*/ 297 w 362"/>
                <a:gd name="T13" fmla="*/ 64 h 271"/>
                <a:gd name="T14" fmla="*/ 300 w 362"/>
                <a:gd name="T15" fmla="*/ 70 h 271"/>
                <a:gd name="T16" fmla="*/ 301 w 362"/>
                <a:gd name="T17" fmla="*/ 75 h 271"/>
                <a:gd name="T18" fmla="*/ 301 w 362"/>
                <a:gd name="T19" fmla="*/ 229 h 271"/>
                <a:gd name="T20" fmla="*/ 299 w 362"/>
                <a:gd name="T21" fmla="*/ 234 h 271"/>
                <a:gd name="T22" fmla="*/ 294 w 362"/>
                <a:gd name="T23" fmla="*/ 239 h 271"/>
                <a:gd name="T24" fmla="*/ 289 w 362"/>
                <a:gd name="T25" fmla="*/ 241 h 271"/>
                <a:gd name="T26" fmla="*/ 75 w 362"/>
                <a:gd name="T27" fmla="*/ 241 h 271"/>
                <a:gd name="T28" fmla="*/ 69 w 362"/>
                <a:gd name="T29" fmla="*/ 240 h 271"/>
                <a:gd name="T30" fmla="*/ 64 w 362"/>
                <a:gd name="T31" fmla="*/ 237 h 271"/>
                <a:gd name="T32" fmla="*/ 61 w 362"/>
                <a:gd name="T33" fmla="*/ 231 h 271"/>
                <a:gd name="T34" fmla="*/ 60 w 362"/>
                <a:gd name="T35" fmla="*/ 226 h 271"/>
                <a:gd name="T36" fmla="*/ 332 w 362"/>
                <a:gd name="T37" fmla="*/ 271 h 271"/>
                <a:gd name="T38" fmla="*/ 362 w 362"/>
                <a:gd name="T39" fmla="*/ 60 h 271"/>
                <a:gd name="T40" fmla="*/ 361 w 362"/>
                <a:gd name="T41" fmla="*/ 47 h 271"/>
                <a:gd name="T42" fmla="*/ 357 w 362"/>
                <a:gd name="T43" fmla="*/ 36 h 271"/>
                <a:gd name="T44" fmla="*/ 352 w 362"/>
                <a:gd name="T45" fmla="*/ 26 h 271"/>
                <a:gd name="T46" fmla="*/ 344 w 362"/>
                <a:gd name="T47" fmla="*/ 18 h 271"/>
                <a:gd name="T48" fmla="*/ 335 w 362"/>
                <a:gd name="T49" fmla="*/ 10 h 271"/>
                <a:gd name="T50" fmla="*/ 325 w 362"/>
                <a:gd name="T51" fmla="*/ 4 h 271"/>
                <a:gd name="T52" fmla="*/ 313 w 362"/>
                <a:gd name="T53" fmla="*/ 1 h 271"/>
                <a:gd name="T54" fmla="*/ 301 w 362"/>
                <a:gd name="T55" fmla="*/ 0 h 271"/>
                <a:gd name="T56" fmla="*/ 54 w 362"/>
                <a:gd name="T57" fmla="*/ 0 h 271"/>
                <a:gd name="T58" fmla="*/ 42 w 362"/>
                <a:gd name="T59" fmla="*/ 2 h 271"/>
                <a:gd name="T60" fmla="*/ 31 w 362"/>
                <a:gd name="T61" fmla="*/ 7 h 271"/>
                <a:gd name="T62" fmla="*/ 21 w 362"/>
                <a:gd name="T63" fmla="*/ 13 h 271"/>
                <a:gd name="T64" fmla="*/ 13 w 362"/>
                <a:gd name="T65" fmla="*/ 21 h 271"/>
                <a:gd name="T66" fmla="*/ 7 w 362"/>
                <a:gd name="T67" fmla="*/ 31 h 271"/>
                <a:gd name="T68" fmla="*/ 2 w 362"/>
                <a:gd name="T69" fmla="*/ 42 h 271"/>
                <a:gd name="T70" fmla="*/ 0 w 362"/>
                <a:gd name="T71" fmla="*/ 54 h 271"/>
                <a:gd name="T72" fmla="*/ 0 w 362"/>
                <a:gd name="T73" fmla="*/ 271 h 271"/>
                <a:gd name="T74" fmla="*/ 332 w 362"/>
                <a:gd name="T75"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2" h="271">
                  <a:moveTo>
                    <a:pt x="60" y="75"/>
                  </a:moveTo>
                  <a:lnTo>
                    <a:pt x="60" y="72"/>
                  </a:lnTo>
                  <a:lnTo>
                    <a:pt x="61" y="68"/>
                  </a:lnTo>
                  <a:lnTo>
                    <a:pt x="62" y="66"/>
                  </a:lnTo>
                  <a:lnTo>
                    <a:pt x="64" y="64"/>
                  </a:lnTo>
                  <a:lnTo>
                    <a:pt x="66" y="62"/>
                  </a:lnTo>
                  <a:lnTo>
                    <a:pt x="69" y="61"/>
                  </a:lnTo>
                  <a:lnTo>
                    <a:pt x="72" y="60"/>
                  </a:lnTo>
                  <a:lnTo>
                    <a:pt x="75" y="60"/>
                  </a:lnTo>
                  <a:lnTo>
                    <a:pt x="287" y="60"/>
                  </a:lnTo>
                  <a:lnTo>
                    <a:pt x="289" y="60"/>
                  </a:lnTo>
                  <a:lnTo>
                    <a:pt x="292" y="61"/>
                  </a:lnTo>
                  <a:lnTo>
                    <a:pt x="294" y="62"/>
                  </a:lnTo>
                  <a:lnTo>
                    <a:pt x="297" y="64"/>
                  </a:lnTo>
                  <a:lnTo>
                    <a:pt x="299" y="66"/>
                  </a:lnTo>
                  <a:lnTo>
                    <a:pt x="300" y="70"/>
                  </a:lnTo>
                  <a:lnTo>
                    <a:pt x="301" y="72"/>
                  </a:lnTo>
                  <a:lnTo>
                    <a:pt x="301" y="75"/>
                  </a:lnTo>
                  <a:lnTo>
                    <a:pt x="301" y="226"/>
                  </a:lnTo>
                  <a:lnTo>
                    <a:pt x="301" y="229"/>
                  </a:lnTo>
                  <a:lnTo>
                    <a:pt x="300" y="231"/>
                  </a:lnTo>
                  <a:lnTo>
                    <a:pt x="299" y="234"/>
                  </a:lnTo>
                  <a:lnTo>
                    <a:pt x="297" y="237"/>
                  </a:lnTo>
                  <a:lnTo>
                    <a:pt x="294" y="239"/>
                  </a:lnTo>
                  <a:lnTo>
                    <a:pt x="292" y="240"/>
                  </a:lnTo>
                  <a:lnTo>
                    <a:pt x="289" y="241"/>
                  </a:lnTo>
                  <a:lnTo>
                    <a:pt x="287" y="241"/>
                  </a:lnTo>
                  <a:lnTo>
                    <a:pt x="75" y="241"/>
                  </a:lnTo>
                  <a:lnTo>
                    <a:pt x="72" y="241"/>
                  </a:lnTo>
                  <a:lnTo>
                    <a:pt x="69" y="240"/>
                  </a:lnTo>
                  <a:lnTo>
                    <a:pt x="66" y="239"/>
                  </a:lnTo>
                  <a:lnTo>
                    <a:pt x="64" y="237"/>
                  </a:lnTo>
                  <a:lnTo>
                    <a:pt x="62" y="234"/>
                  </a:lnTo>
                  <a:lnTo>
                    <a:pt x="61" y="231"/>
                  </a:lnTo>
                  <a:lnTo>
                    <a:pt x="60" y="229"/>
                  </a:lnTo>
                  <a:lnTo>
                    <a:pt x="60" y="226"/>
                  </a:lnTo>
                  <a:lnTo>
                    <a:pt x="60" y="75"/>
                  </a:lnTo>
                  <a:close/>
                  <a:moveTo>
                    <a:pt x="332" y="271"/>
                  </a:moveTo>
                  <a:lnTo>
                    <a:pt x="362" y="271"/>
                  </a:lnTo>
                  <a:lnTo>
                    <a:pt x="362" y="60"/>
                  </a:lnTo>
                  <a:lnTo>
                    <a:pt x="362" y="54"/>
                  </a:lnTo>
                  <a:lnTo>
                    <a:pt x="361" y="47"/>
                  </a:lnTo>
                  <a:lnTo>
                    <a:pt x="358" y="42"/>
                  </a:lnTo>
                  <a:lnTo>
                    <a:pt x="357" y="36"/>
                  </a:lnTo>
                  <a:lnTo>
                    <a:pt x="354" y="31"/>
                  </a:lnTo>
                  <a:lnTo>
                    <a:pt x="352" y="26"/>
                  </a:lnTo>
                  <a:lnTo>
                    <a:pt x="347" y="21"/>
                  </a:lnTo>
                  <a:lnTo>
                    <a:pt x="344" y="18"/>
                  </a:lnTo>
                  <a:lnTo>
                    <a:pt x="340" y="13"/>
                  </a:lnTo>
                  <a:lnTo>
                    <a:pt x="335" y="10"/>
                  </a:lnTo>
                  <a:lnTo>
                    <a:pt x="330" y="7"/>
                  </a:lnTo>
                  <a:lnTo>
                    <a:pt x="325" y="4"/>
                  </a:lnTo>
                  <a:lnTo>
                    <a:pt x="320" y="2"/>
                  </a:lnTo>
                  <a:lnTo>
                    <a:pt x="313" y="1"/>
                  </a:lnTo>
                  <a:lnTo>
                    <a:pt x="308" y="0"/>
                  </a:lnTo>
                  <a:lnTo>
                    <a:pt x="301" y="0"/>
                  </a:lnTo>
                  <a:lnTo>
                    <a:pt x="60" y="0"/>
                  </a:lnTo>
                  <a:lnTo>
                    <a:pt x="54" y="0"/>
                  </a:lnTo>
                  <a:lnTo>
                    <a:pt x="48" y="1"/>
                  </a:lnTo>
                  <a:lnTo>
                    <a:pt x="42" y="2"/>
                  </a:lnTo>
                  <a:lnTo>
                    <a:pt x="37" y="4"/>
                  </a:lnTo>
                  <a:lnTo>
                    <a:pt x="31" y="7"/>
                  </a:lnTo>
                  <a:lnTo>
                    <a:pt x="27" y="10"/>
                  </a:lnTo>
                  <a:lnTo>
                    <a:pt x="21" y="13"/>
                  </a:lnTo>
                  <a:lnTo>
                    <a:pt x="18" y="18"/>
                  </a:lnTo>
                  <a:lnTo>
                    <a:pt x="13" y="21"/>
                  </a:lnTo>
                  <a:lnTo>
                    <a:pt x="10" y="26"/>
                  </a:lnTo>
                  <a:lnTo>
                    <a:pt x="7" y="31"/>
                  </a:lnTo>
                  <a:lnTo>
                    <a:pt x="5" y="36"/>
                  </a:lnTo>
                  <a:lnTo>
                    <a:pt x="2" y="42"/>
                  </a:lnTo>
                  <a:lnTo>
                    <a:pt x="1" y="47"/>
                  </a:lnTo>
                  <a:lnTo>
                    <a:pt x="0" y="54"/>
                  </a:lnTo>
                  <a:lnTo>
                    <a:pt x="0" y="60"/>
                  </a:lnTo>
                  <a:lnTo>
                    <a:pt x="0" y="271"/>
                  </a:lnTo>
                  <a:lnTo>
                    <a:pt x="30" y="271"/>
                  </a:lnTo>
                  <a:lnTo>
                    <a:pt x="332" y="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4" name="Freeform 1632">
              <a:extLst>
                <a:ext uri="{FF2B5EF4-FFF2-40B4-BE49-F238E27FC236}">
                  <a16:creationId xmlns:a16="http://schemas.microsoft.com/office/drawing/2014/main" id="{1D47AAEE-F35B-4EFE-9D14-D5D1A89EAA2B}"/>
                </a:ext>
              </a:extLst>
            </p:cNvPr>
            <p:cNvSpPr>
              <a:spLocks/>
            </p:cNvSpPr>
            <p:nvPr/>
          </p:nvSpPr>
          <p:spPr bwMode="auto">
            <a:xfrm>
              <a:off x="457200" y="5349875"/>
              <a:ext cx="134938" cy="38100"/>
            </a:xfrm>
            <a:custGeom>
              <a:avLst/>
              <a:gdLst>
                <a:gd name="T0" fmla="*/ 422 w 423"/>
                <a:gd name="T1" fmla="*/ 18 h 121"/>
                <a:gd name="T2" fmla="*/ 422 w 423"/>
                <a:gd name="T3" fmla="*/ 17 h 121"/>
                <a:gd name="T4" fmla="*/ 422 w 423"/>
                <a:gd name="T5" fmla="*/ 17 h 121"/>
                <a:gd name="T6" fmla="*/ 419 w 423"/>
                <a:gd name="T7" fmla="*/ 10 h 121"/>
                <a:gd name="T8" fmla="*/ 417 w 423"/>
                <a:gd name="T9" fmla="*/ 5 h 121"/>
                <a:gd name="T10" fmla="*/ 417 w 423"/>
                <a:gd name="T11" fmla="*/ 4 h 121"/>
                <a:gd name="T12" fmla="*/ 416 w 423"/>
                <a:gd name="T13" fmla="*/ 4 h 121"/>
                <a:gd name="T14" fmla="*/ 415 w 423"/>
                <a:gd name="T15" fmla="*/ 2 h 121"/>
                <a:gd name="T16" fmla="*/ 415 w 423"/>
                <a:gd name="T17" fmla="*/ 0 h 121"/>
                <a:gd name="T18" fmla="*/ 9 w 423"/>
                <a:gd name="T19" fmla="*/ 0 h 121"/>
                <a:gd name="T20" fmla="*/ 8 w 423"/>
                <a:gd name="T21" fmla="*/ 2 h 121"/>
                <a:gd name="T22" fmla="*/ 7 w 423"/>
                <a:gd name="T23" fmla="*/ 4 h 121"/>
                <a:gd name="T24" fmla="*/ 7 w 423"/>
                <a:gd name="T25" fmla="*/ 4 h 121"/>
                <a:gd name="T26" fmla="*/ 7 w 423"/>
                <a:gd name="T27" fmla="*/ 5 h 121"/>
                <a:gd name="T28" fmla="*/ 5 w 423"/>
                <a:gd name="T29" fmla="*/ 10 h 121"/>
                <a:gd name="T30" fmla="*/ 2 w 423"/>
                <a:gd name="T31" fmla="*/ 17 h 121"/>
                <a:gd name="T32" fmla="*/ 2 w 423"/>
                <a:gd name="T33" fmla="*/ 17 h 121"/>
                <a:gd name="T34" fmla="*/ 2 w 423"/>
                <a:gd name="T35" fmla="*/ 18 h 121"/>
                <a:gd name="T36" fmla="*/ 1 w 423"/>
                <a:gd name="T37" fmla="*/ 24 h 121"/>
                <a:gd name="T38" fmla="*/ 0 w 423"/>
                <a:gd name="T39" fmla="*/ 30 h 121"/>
                <a:gd name="T40" fmla="*/ 0 w 423"/>
                <a:gd name="T41" fmla="*/ 107 h 121"/>
                <a:gd name="T42" fmla="*/ 1 w 423"/>
                <a:gd name="T43" fmla="*/ 109 h 121"/>
                <a:gd name="T44" fmla="*/ 2 w 423"/>
                <a:gd name="T45" fmla="*/ 112 h 121"/>
                <a:gd name="T46" fmla="*/ 4 w 423"/>
                <a:gd name="T47" fmla="*/ 114 h 121"/>
                <a:gd name="T48" fmla="*/ 6 w 423"/>
                <a:gd name="T49" fmla="*/ 117 h 121"/>
                <a:gd name="T50" fmla="*/ 8 w 423"/>
                <a:gd name="T51" fmla="*/ 119 h 121"/>
                <a:gd name="T52" fmla="*/ 10 w 423"/>
                <a:gd name="T53" fmla="*/ 120 h 121"/>
                <a:gd name="T54" fmla="*/ 12 w 423"/>
                <a:gd name="T55" fmla="*/ 121 h 121"/>
                <a:gd name="T56" fmla="*/ 16 w 423"/>
                <a:gd name="T57" fmla="*/ 121 h 121"/>
                <a:gd name="T58" fmla="*/ 408 w 423"/>
                <a:gd name="T59" fmla="*/ 121 h 121"/>
                <a:gd name="T60" fmla="*/ 412 w 423"/>
                <a:gd name="T61" fmla="*/ 121 h 121"/>
                <a:gd name="T62" fmla="*/ 414 w 423"/>
                <a:gd name="T63" fmla="*/ 120 h 121"/>
                <a:gd name="T64" fmla="*/ 416 w 423"/>
                <a:gd name="T65" fmla="*/ 119 h 121"/>
                <a:gd name="T66" fmla="*/ 418 w 423"/>
                <a:gd name="T67" fmla="*/ 117 h 121"/>
                <a:gd name="T68" fmla="*/ 421 w 423"/>
                <a:gd name="T69" fmla="*/ 114 h 121"/>
                <a:gd name="T70" fmla="*/ 422 w 423"/>
                <a:gd name="T71" fmla="*/ 112 h 121"/>
                <a:gd name="T72" fmla="*/ 423 w 423"/>
                <a:gd name="T73" fmla="*/ 109 h 121"/>
                <a:gd name="T74" fmla="*/ 423 w 423"/>
                <a:gd name="T75" fmla="*/ 107 h 121"/>
                <a:gd name="T76" fmla="*/ 423 w 423"/>
                <a:gd name="T77" fmla="*/ 30 h 121"/>
                <a:gd name="T78" fmla="*/ 423 w 423"/>
                <a:gd name="T79" fmla="*/ 24 h 121"/>
                <a:gd name="T80" fmla="*/ 422 w 423"/>
                <a:gd name="T81" fmla="*/ 1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3" h="121">
                  <a:moveTo>
                    <a:pt x="422" y="18"/>
                  </a:moveTo>
                  <a:lnTo>
                    <a:pt x="422" y="17"/>
                  </a:lnTo>
                  <a:lnTo>
                    <a:pt x="422" y="17"/>
                  </a:lnTo>
                  <a:lnTo>
                    <a:pt x="419" y="10"/>
                  </a:lnTo>
                  <a:lnTo>
                    <a:pt x="417" y="5"/>
                  </a:lnTo>
                  <a:lnTo>
                    <a:pt x="417" y="4"/>
                  </a:lnTo>
                  <a:lnTo>
                    <a:pt x="416" y="4"/>
                  </a:lnTo>
                  <a:lnTo>
                    <a:pt x="415" y="2"/>
                  </a:lnTo>
                  <a:lnTo>
                    <a:pt x="415" y="0"/>
                  </a:lnTo>
                  <a:lnTo>
                    <a:pt x="9" y="0"/>
                  </a:lnTo>
                  <a:lnTo>
                    <a:pt x="8" y="2"/>
                  </a:lnTo>
                  <a:lnTo>
                    <a:pt x="7" y="4"/>
                  </a:lnTo>
                  <a:lnTo>
                    <a:pt x="7" y="4"/>
                  </a:lnTo>
                  <a:lnTo>
                    <a:pt x="7" y="5"/>
                  </a:lnTo>
                  <a:lnTo>
                    <a:pt x="5" y="10"/>
                  </a:lnTo>
                  <a:lnTo>
                    <a:pt x="2" y="17"/>
                  </a:lnTo>
                  <a:lnTo>
                    <a:pt x="2" y="17"/>
                  </a:lnTo>
                  <a:lnTo>
                    <a:pt x="2" y="18"/>
                  </a:lnTo>
                  <a:lnTo>
                    <a:pt x="1" y="24"/>
                  </a:lnTo>
                  <a:lnTo>
                    <a:pt x="0" y="30"/>
                  </a:lnTo>
                  <a:lnTo>
                    <a:pt x="0" y="107"/>
                  </a:lnTo>
                  <a:lnTo>
                    <a:pt x="1" y="109"/>
                  </a:lnTo>
                  <a:lnTo>
                    <a:pt x="2" y="112"/>
                  </a:lnTo>
                  <a:lnTo>
                    <a:pt x="4" y="114"/>
                  </a:lnTo>
                  <a:lnTo>
                    <a:pt x="6" y="117"/>
                  </a:lnTo>
                  <a:lnTo>
                    <a:pt x="8" y="119"/>
                  </a:lnTo>
                  <a:lnTo>
                    <a:pt x="10" y="120"/>
                  </a:lnTo>
                  <a:lnTo>
                    <a:pt x="12" y="121"/>
                  </a:lnTo>
                  <a:lnTo>
                    <a:pt x="16" y="121"/>
                  </a:lnTo>
                  <a:lnTo>
                    <a:pt x="408" y="121"/>
                  </a:lnTo>
                  <a:lnTo>
                    <a:pt x="412" y="121"/>
                  </a:lnTo>
                  <a:lnTo>
                    <a:pt x="414" y="120"/>
                  </a:lnTo>
                  <a:lnTo>
                    <a:pt x="416" y="119"/>
                  </a:lnTo>
                  <a:lnTo>
                    <a:pt x="418" y="117"/>
                  </a:lnTo>
                  <a:lnTo>
                    <a:pt x="421" y="114"/>
                  </a:lnTo>
                  <a:lnTo>
                    <a:pt x="422" y="112"/>
                  </a:lnTo>
                  <a:lnTo>
                    <a:pt x="423" y="109"/>
                  </a:lnTo>
                  <a:lnTo>
                    <a:pt x="423" y="107"/>
                  </a:lnTo>
                  <a:lnTo>
                    <a:pt x="423" y="30"/>
                  </a:lnTo>
                  <a:lnTo>
                    <a:pt x="423" y="24"/>
                  </a:lnTo>
                  <a:lnTo>
                    <a:pt x="422"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5" name="Freeform 1633">
              <a:extLst>
                <a:ext uri="{FF2B5EF4-FFF2-40B4-BE49-F238E27FC236}">
                  <a16:creationId xmlns:a16="http://schemas.microsoft.com/office/drawing/2014/main" id="{BCB7F00C-B871-4498-B593-68E74EE44505}"/>
                </a:ext>
              </a:extLst>
            </p:cNvPr>
            <p:cNvSpPr>
              <a:spLocks noEditPoints="1"/>
            </p:cNvSpPr>
            <p:nvPr/>
          </p:nvSpPr>
          <p:spPr bwMode="auto">
            <a:xfrm>
              <a:off x="468313" y="5253038"/>
              <a:ext cx="114300" cy="87313"/>
            </a:xfrm>
            <a:custGeom>
              <a:avLst/>
              <a:gdLst>
                <a:gd name="T0" fmla="*/ 302 w 362"/>
                <a:gd name="T1" fmla="*/ 227 h 273"/>
                <a:gd name="T2" fmla="*/ 301 w 362"/>
                <a:gd name="T3" fmla="*/ 233 h 273"/>
                <a:gd name="T4" fmla="*/ 298 w 362"/>
                <a:gd name="T5" fmla="*/ 237 h 273"/>
                <a:gd name="T6" fmla="*/ 292 w 362"/>
                <a:gd name="T7" fmla="*/ 241 h 273"/>
                <a:gd name="T8" fmla="*/ 287 w 362"/>
                <a:gd name="T9" fmla="*/ 242 h 273"/>
                <a:gd name="T10" fmla="*/ 72 w 362"/>
                <a:gd name="T11" fmla="*/ 242 h 273"/>
                <a:gd name="T12" fmla="*/ 67 w 362"/>
                <a:gd name="T13" fmla="*/ 239 h 273"/>
                <a:gd name="T14" fmla="*/ 63 w 362"/>
                <a:gd name="T15" fmla="*/ 235 h 273"/>
                <a:gd name="T16" fmla="*/ 61 w 362"/>
                <a:gd name="T17" fmla="*/ 231 h 273"/>
                <a:gd name="T18" fmla="*/ 60 w 362"/>
                <a:gd name="T19" fmla="*/ 76 h 273"/>
                <a:gd name="T20" fmla="*/ 61 w 362"/>
                <a:gd name="T21" fmla="*/ 70 h 273"/>
                <a:gd name="T22" fmla="*/ 64 w 362"/>
                <a:gd name="T23" fmla="*/ 66 h 273"/>
                <a:gd name="T24" fmla="*/ 70 w 362"/>
                <a:gd name="T25" fmla="*/ 62 h 273"/>
                <a:gd name="T26" fmla="*/ 75 w 362"/>
                <a:gd name="T27" fmla="*/ 61 h 273"/>
                <a:gd name="T28" fmla="*/ 290 w 362"/>
                <a:gd name="T29" fmla="*/ 61 h 273"/>
                <a:gd name="T30" fmla="*/ 296 w 362"/>
                <a:gd name="T31" fmla="*/ 64 h 273"/>
                <a:gd name="T32" fmla="*/ 299 w 362"/>
                <a:gd name="T33" fmla="*/ 68 h 273"/>
                <a:gd name="T34" fmla="*/ 301 w 362"/>
                <a:gd name="T35" fmla="*/ 73 h 273"/>
                <a:gd name="T36" fmla="*/ 60 w 362"/>
                <a:gd name="T37" fmla="*/ 0 h 273"/>
                <a:gd name="T38" fmla="*/ 42 w 362"/>
                <a:gd name="T39" fmla="*/ 4 h 273"/>
                <a:gd name="T40" fmla="*/ 27 w 362"/>
                <a:gd name="T41" fmla="*/ 12 h 273"/>
                <a:gd name="T42" fmla="*/ 18 w 362"/>
                <a:gd name="T43" fmla="*/ 18 h 273"/>
                <a:gd name="T44" fmla="*/ 5 w 362"/>
                <a:gd name="T45" fmla="*/ 38 h 273"/>
                <a:gd name="T46" fmla="*/ 1 w 362"/>
                <a:gd name="T47" fmla="*/ 49 h 273"/>
                <a:gd name="T48" fmla="*/ 0 w 362"/>
                <a:gd name="T49" fmla="*/ 61 h 273"/>
                <a:gd name="T50" fmla="*/ 362 w 362"/>
                <a:gd name="T51" fmla="*/ 273 h 273"/>
                <a:gd name="T52" fmla="*/ 362 w 362"/>
                <a:gd name="T53" fmla="*/ 55 h 273"/>
                <a:gd name="T54" fmla="*/ 360 w 362"/>
                <a:gd name="T55" fmla="*/ 44 h 273"/>
                <a:gd name="T56" fmla="*/ 352 w 362"/>
                <a:gd name="T57" fmla="*/ 27 h 273"/>
                <a:gd name="T58" fmla="*/ 340 w 362"/>
                <a:gd name="T59" fmla="*/ 15 h 273"/>
                <a:gd name="T60" fmla="*/ 328 w 362"/>
                <a:gd name="T61" fmla="*/ 7 h 273"/>
                <a:gd name="T62" fmla="*/ 311 w 362"/>
                <a:gd name="T63" fmla="*/ 2 h 273"/>
                <a:gd name="T64" fmla="*/ 121 w 362"/>
                <a:gd name="T6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2" h="273">
                  <a:moveTo>
                    <a:pt x="302" y="76"/>
                  </a:moveTo>
                  <a:lnTo>
                    <a:pt x="302" y="227"/>
                  </a:lnTo>
                  <a:lnTo>
                    <a:pt x="301" y="231"/>
                  </a:lnTo>
                  <a:lnTo>
                    <a:pt x="301" y="233"/>
                  </a:lnTo>
                  <a:lnTo>
                    <a:pt x="299" y="235"/>
                  </a:lnTo>
                  <a:lnTo>
                    <a:pt x="298" y="237"/>
                  </a:lnTo>
                  <a:lnTo>
                    <a:pt x="296" y="239"/>
                  </a:lnTo>
                  <a:lnTo>
                    <a:pt x="292" y="241"/>
                  </a:lnTo>
                  <a:lnTo>
                    <a:pt x="290" y="242"/>
                  </a:lnTo>
                  <a:lnTo>
                    <a:pt x="287" y="242"/>
                  </a:lnTo>
                  <a:lnTo>
                    <a:pt x="75" y="242"/>
                  </a:lnTo>
                  <a:lnTo>
                    <a:pt x="72" y="242"/>
                  </a:lnTo>
                  <a:lnTo>
                    <a:pt x="70" y="241"/>
                  </a:lnTo>
                  <a:lnTo>
                    <a:pt x="67" y="239"/>
                  </a:lnTo>
                  <a:lnTo>
                    <a:pt x="64" y="237"/>
                  </a:lnTo>
                  <a:lnTo>
                    <a:pt x="63" y="235"/>
                  </a:lnTo>
                  <a:lnTo>
                    <a:pt x="61" y="233"/>
                  </a:lnTo>
                  <a:lnTo>
                    <a:pt x="61" y="231"/>
                  </a:lnTo>
                  <a:lnTo>
                    <a:pt x="60" y="227"/>
                  </a:lnTo>
                  <a:lnTo>
                    <a:pt x="60" y="76"/>
                  </a:lnTo>
                  <a:lnTo>
                    <a:pt x="61" y="73"/>
                  </a:lnTo>
                  <a:lnTo>
                    <a:pt x="61" y="70"/>
                  </a:lnTo>
                  <a:lnTo>
                    <a:pt x="63" y="68"/>
                  </a:lnTo>
                  <a:lnTo>
                    <a:pt x="64" y="66"/>
                  </a:lnTo>
                  <a:lnTo>
                    <a:pt x="67" y="64"/>
                  </a:lnTo>
                  <a:lnTo>
                    <a:pt x="70" y="62"/>
                  </a:lnTo>
                  <a:lnTo>
                    <a:pt x="72" y="61"/>
                  </a:lnTo>
                  <a:lnTo>
                    <a:pt x="75" y="61"/>
                  </a:lnTo>
                  <a:lnTo>
                    <a:pt x="287" y="61"/>
                  </a:lnTo>
                  <a:lnTo>
                    <a:pt x="290" y="61"/>
                  </a:lnTo>
                  <a:lnTo>
                    <a:pt x="292" y="62"/>
                  </a:lnTo>
                  <a:lnTo>
                    <a:pt x="296" y="64"/>
                  </a:lnTo>
                  <a:lnTo>
                    <a:pt x="298" y="66"/>
                  </a:lnTo>
                  <a:lnTo>
                    <a:pt x="299" y="68"/>
                  </a:lnTo>
                  <a:lnTo>
                    <a:pt x="301" y="70"/>
                  </a:lnTo>
                  <a:lnTo>
                    <a:pt x="301" y="73"/>
                  </a:lnTo>
                  <a:lnTo>
                    <a:pt x="302" y="76"/>
                  </a:lnTo>
                  <a:close/>
                  <a:moveTo>
                    <a:pt x="60" y="0"/>
                  </a:moveTo>
                  <a:lnTo>
                    <a:pt x="51" y="2"/>
                  </a:lnTo>
                  <a:lnTo>
                    <a:pt x="42" y="4"/>
                  </a:lnTo>
                  <a:lnTo>
                    <a:pt x="35" y="7"/>
                  </a:lnTo>
                  <a:lnTo>
                    <a:pt x="27" y="12"/>
                  </a:lnTo>
                  <a:lnTo>
                    <a:pt x="22" y="15"/>
                  </a:lnTo>
                  <a:lnTo>
                    <a:pt x="18" y="18"/>
                  </a:lnTo>
                  <a:lnTo>
                    <a:pt x="10" y="27"/>
                  </a:lnTo>
                  <a:lnTo>
                    <a:pt x="5" y="38"/>
                  </a:lnTo>
                  <a:lnTo>
                    <a:pt x="2" y="44"/>
                  </a:lnTo>
                  <a:lnTo>
                    <a:pt x="1" y="49"/>
                  </a:lnTo>
                  <a:lnTo>
                    <a:pt x="0" y="55"/>
                  </a:lnTo>
                  <a:lnTo>
                    <a:pt x="0" y="61"/>
                  </a:lnTo>
                  <a:lnTo>
                    <a:pt x="0" y="273"/>
                  </a:lnTo>
                  <a:lnTo>
                    <a:pt x="362" y="273"/>
                  </a:lnTo>
                  <a:lnTo>
                    <a:pt x="362" y="61"/>
                  </a:lnTo>
                  <a:lnTo>
                    <a:pt x="362" y="55"/>
                  </a:lnTo>
                  <a:lnTo>
                    <a:pt x="361" y="49"/>
                  </a:lnTo>
                  <a:lnTo>
                    <a:pt x="360" y="44"/>
                  </a:lnTo>
                  <a:lnTo>
                    <a:pt x="358" y="38"/>
                  </a:lnTo>
                  <a:lnTo>
                    <a:pt x="352" y="27"/>
                  </a:lnTo>
                  <a:lnTo>
                    <a:pt x="344" y="18"/>
                  </a:lnTo>
                  <a:lnTo>
                    <a:pt x="340" y="15"/>
                  </a:lnTo>
                  <a:lnTo>
                    <a:pt x="335" y="12"/>
                  </a:lnTo>
                  <a:lnTo>
                    <a:pt x="328" y="7"/>
                  </a:lnTo>
                  <a:lnTo>
                    <a:pt x="320" y="4"/>
                  </a:lnTo>
                  <a:lnTo>
                    <a:pt x="311" y="2"/>
                  </a:lnTo>
                  <a:lnTo>
                    <a:pt x="302" y="0"/>
                  </a:lnTo>
                  <a:lnTo>
                    <a:pt x="121" y="0"/>
                  </a:lnTo>
                  <a:lnTo>
                    <a:pt x="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6" name="Freeform 1634">
              <a:extLst>
                <a:ext uri="{FF2B5EF4-FFF2-40B4-BE49-F238E27FC236}">
                  <a16:creationId xmlns:a16="http://schemas.microsoft.com/office/drawing/2014/main" id="{14AE317A-D6FC-4AC3-9519-3BFCFE3E016E}"/>
                </a:ext>
              </a:extLst>
            </p:cNvPr>
            <p:cNvSpPr>
              <a:spLocks noEditPoints="1"/>
            </p:cNvSpPr>
            <p:nvPr/>
          </p:nvSpPr>
          <p:spPr bwMode="auto">
            <a:xfrm>
              <a:off x="314325" y="5253038"/>
              <a:ext cx="115888" cy="87313"/>
            </a:xfrm>
            <a:custGeom>
              <a:avLst/>
              <a:gdLst>
                <a:gd name="T0" fmla="*/ 302 w 363"/>
                <a:gd name="T1" fmla="*/ 231 h 273"/>
                <a:gd name="T2" fmla="*/ 300 w 363"/>
                <a:gd name="T3" fmla="*/ 235 h 273"/>
                <a:gd name="T4" fmla="*/ 295 w 363"/>
                <a:gd name="T5" fmla="*/ 239 h 273"/>
                <a:gd name="T6" fmla="*/ 290 w 363"/>
                <a:gd name="T7" fmla="*/ 242 h 273"/>
                <a:gd name="T8" fmla="*/ 75 w 363"/>
                <a:gd name="T9" fmla="*/ 242 h 273"/>
                <a:gd name="T10" fmla="*/ 70 w 363"/>
                <a:gd name="T11" fmla="*/ 241 h 273"/>
                <a:gd name="T12" fmla="*/ 65 w 363"/>
                <a:gd name="T13" fmla="*/ 237 h 273"/>
                <a:gd name="T14" fmla="*/ 62 w 363"/>
                <a:gd name="T15" fmla="*/ 233 h 273"/>
                <a:gd name="T16" fmla="*/ 61 w 363"/>
                <a:gd name="T17" fmla="*/ 227 h 273"/>
                <a:gd name="T18" fmla="*/ 61 w 363"/>
                <a:gd name="T19" fmla="*/ 73 h 273"/>
                <a:gd name="T20" fmla="*/ 63 w 363"/>
                <a:gd name="T21" fmla="*/ 68 h 273"/>
                <a:gd name="T22" fmla="*/ 67 w 363"/>
                <a:gd name="T23" fmla="*/ 64 h 273"/>
                <a:gd name="T24" fmla="*/ 73 w 363"/>
                <a:gd name="T25" fmla="*/ 61 h 273"/>
                <a:gd name="T26" fmla="*/ 286 w 363"/>
                <a:gd name="T27" fmla="*/ 61 h 273"/>
                <a:gd name="T28" fmla="*/ 293 w 363"/>
                <a:gd name="T29" fmla="*/ 62 h 273"/>
                <a:gd name="T30" fmla="*/ 297 w 363"/>
                <a:gd name="T31" fmla="*/ 66 h 273"/>
                <a:gd name="T32" fmla="*/ 301 w 363"/>
                <a:gd name="T33" fmla="*/ 70 h 273"/>
                <a:gd name="T34" fmla="*/ 302 w 363"/>
                <a:gd name="T35" fmla="*/ 76 h 273"/>
                <a:gd name="T36" fmla="*/ 363 w 363"/>
                <a:gd name="T37" fmla="*/ 61 h 273"/>
                <a:gd name="T38" fmla="*/ 362 w 363"/>
                <a:gd name="T39" fmla="*/ 49 h 273"/>
                <a:gd name="T40" fmla="*/ 357 w 363"/>
                <a:gd name="T41" fmla="*/ 38 h 273"/>
                <a:gd name="T42" fmla="*/ 345 w 363"/>
                <a:gd name="T43" fmla="*/ 18 h 273"/>
                <a:gd name="T44" fmla="*/ 336 w 363"/>
                <a:gd name="T45" fmla="*/ 12 h 273"/>
                <a:gd name="T46" fmla="*/ 320 w 363"/>
                <a:gd name="T47" fmla="*/ 4 h 273"/>
                <a:gd name="T48" fmla="*/ 302 w 363"/>
                <a:gd name="T49" fmla="*/ 0 h 273"/>
                <a:gd name="T50" fmla="*/ 61 w 363"/>
                <a:gd name="T51" fmla="*/ 0 h 273"/>
                <a:gd name="T52" fmla="*/ 43 w 363"/>
                <a:gd name="T53" fmla="*/ 4 h 273"/>
                <a:gd name="T54" fmla="*/ 26 w 363"/>
                <a:gd name="T55" fmla="*/ 12 h 273"/>
                <a:gd name="T56" fmla="*/ 18 w 363"/>
                <a:gd name="T57" fmla="*/ 18 h 273"/>
                <a:gd name="T58" fmla="*/ 5 w 363"/>
                <a:gd name="T59" fmla="*/ 38 h 273"/>
                <a:gd name="T60" fmla="*/ 1 w 363"/>
                <a:gd name="T61" fmla="*/ 49 h 273"/>
                <a:gd name="T62" fmla="*/ 0 w 363"/>
                <a:gd name="T63" fmla="*/ 61 h 273"/>
                <a:gd name="T64" fmla="*/ 363 w 363"/>
                <a:gd name="T65" fmla="*/ 27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3" h="273">
                  <a:moveTo>
                    <a:pt x="302" y="227"/>
                  </a:moveTo>
                  <a:lnTo>
                    <a:pt x="302" y="231"/>
                  </a:lnTo>
                  <a:lnTo>
                    <a:pt x="301" y="233"/>
                  </a:lnTo>
                  <a:lnTo>
                    <a:pt x="300" y="235"/>
                  </a:lnTo>
                  <a:lnTo>
                    <a:pt x="297" y="237"/>
                  </a:lnTo>
                  <a:lnTo>
                    <a:pt x="295" y="239"/>
                  </a:lnTo>
                  <a:lnTo>
                    <a:pt x="293" y="241"/>
                  </a:lnTo>
                  <a:lnTo>
                    <a:pt x="290" y="242"/>
                  </a:lnTo>
                  <a:lnTo>
                    <a:pt x="286" y="242"/>
                  </a:lnTo>
                  <a:lnTo>
                    <a:pt x="75" y="242"/>
                  </a:lnTo>
                  <a:lnTo>
                    <a:pt x="73" y="242"/>
                  </a:lnTo>
                  <a:lnTo>
                    <a:pt x="70" y="241"/>
                  </a:lnTo>
                  <a:lnTo>
                    <a:pt x="67" y="239"/>
                  </a:lnTo>
                  <a:lnTo>
                    <a:pt x="65" y="237"/>
                  </a:lnTo>
                  <a:lnTo>
                    <a:pt x="63" y="235"/>
                  </a:lnTo>
                  <a:lnTo>
                    <a:pt x="62" y="233"/>
                  </a:lnTo>
                  <a:lnTo>
                    <a:pt x="61" y="231"/>
                  </a:lnTo>
                  <a:lnTo>
                    <a:pt x="61" y="227"/>
                  </a:lnTo>
                  <a:lnTo>
                    <a:pt x="61" y="76"/>
                  </a:lnTo>
                  <a:lnTo>
                    <a:pt x="61" y="73"/>
                  </a:lnTo>
                  <a:lnTo>
                    <a:pt x="62" y="70"/>
                  </a:lnTo>
                  <a:lnTo>
                    <a:pt x="63" y="68"/>
                  </a:lnTo>
                  <a:lnTo>
                    <a:pt x="65" y="66"/>
                  </a:lnTo>
                  <a:lnTo>
                    <a:pt x="67" y="64"/>
                  </a:lnTo>
                  <a:lnTo>
                    <a:pt x="70" y="62"/>
                  </a:lnTo>
                  <a:lnTo>
                    <a:pt x="73" y="61"/>
                  </a:lnTo>
                  <a:lnTo>
                    <a:pt x="75" y="61"/>
                  </a:lnTo>
                  <a:lnTo>
                    <a:pt x="286" y="61"/>
                  </a:lnTo>
                  <a:lnTo>
                    <a:pt x="290" y="61"/>
                  </a:lnTo>
                  <a:lnTo>
                    <a:pt x="293" y="62"/>
                  </a:lnTo>
                  <a:lnTo>
                    <a:pt x="295" y="64"/>
                  </a:lnTo>
                  <a:lnTo>
                    <a:pt x="297" y="66"/>
                  </a:lnTo>
                  <a:lnTo>
                    <a:pt x="300" y="68"/>
                  </a:lnTo>
                  <a:lnTo>
                    <a:pt x="301" y="70"/>
                  </a:lnTo>
                  <a:lnTo>
                    <a:pt x="302" y="73"/>
                  </a:lnTo>
                  <a:lnTo>
                    <a:pt x="302" y="76"/>
                  </a:lnTo>
                  <a:lnTo>
                    <a:pt x="302" y="227"/>
                  </a:lnTo>
                  <a:close/>
                  <a:moveTo>
                    <a:pt x="363" y="61"/>
                  </a:moveTo>
                  <a:lnTo>
                    <a:pt x="362" y="55"/>
                  </a:lnTo>
                  <a:lnTo>
                    <a:pt x="362" y="49"/>
                  </a:lnTo>
                  <a:lnTo>
                    <a:pt x="359" y="44"/>
                  </a:lnTo>
                  <a:lnTo>
                    <a:pt x="357" y="38"/>
                  </a:lnTo>
                  <a:lnTo>
                    <a:pt x="352" y="27"/>
                  </a:lnTo>
                  <a:lnTo>
                    <a:pt x="345" y="18"/>
                  </a:lnTo>
                  <a:lnTo>
                    <a:pt x="341" y="15"/>
                  </a:lnTo>
                  <a:lnTo>
                    <a:pt x="336" y="12"/>
                  </a:lnTo>
                  <a:lnTo>
                    <a:pt x="328" y="7"/>
                  </a:lnTo>
                  <a:lnTo>
                    <a:pt x="320" y="4"/>
                  </a:lnTo>
                  <a:lnTo>
                    <a:pt x="311" y="2"/>
                  </a:lnTo>
                  <a:lnTo>
                    <a:pt x="302" y="0"/>
                  </a:lnTo>
                  <a:lnTo>
                    <a:pt x="242" y="0"/>
                  </a:lnTo>
                  <a:lnTo>
                    <a:pt x="61" y="0"/>
                  </a:lnTo>
                  <a:lnTo>
                    <a:pt x="52" y="2"/>
                  </a:lnTo>
                  <a:lnTo>
                    <a:pt x="43" y="4"/>
                  </a:lnTo>
                  <a:lnTo>
                    <a:pt x="34" y="7"/>
                  </a:lnTo>
                  <a:lnTo>
                    <a:pt x="26" y="12"/>
                  </a:lnTo>
                  <a:lnTo>
                    <a:pt x="22" y="15"/>
                  </a:lnTo>
                  <a:lnTo>
                    <a:pt x="18" y="18"/>
                  </a:lnTo>
                  <a:lnTo>
                    <a:pt x="11" y="27"/>
                  </a:lnTo>
                  <a:lnTo>
                    <a:pt x="5" y="38"/>
                  </a:lnTo>
                  <a:lnTo>
                    <a:pt x="3" y="44"/>
                  </a:lnTo>
                  <a:lnTo>
                    <a:pt x="1" y="49"/>
                  </a:lnTo>
                  <a:lnTo>
                    <a:pt x="1" y="55"/>
                  </a:lnTo>
                  <a:lnTo>
                    <a:pt x="0" y="61"/>
                  </a:lnTo>
                  <a:lnTo>
                    <a:pt x="0" y="273"/>
                  </a:lnTo>
                  <a:lnTo>
                    <a:pt x="363" y="273"/>
                  </a:lnTo>
                  <a:lnTo>
                    <a:pt x="363"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37" name="Freeform 1635">
              <a:extLst>
                <a:ext uri="{FF2B5EF4-FFF2-40B4-BE49-F238E27FC236}">
                  <a16:creationId xmlns:a16="http://schemas.microsoft.com/office/drawing/2014/main" id="{106AB7E0-AD1B-4FE1-BB5A-E4FD6CB4DB20}"/>
                </a:ext>
              </a:extLst>
            </p:cNvPr>
            <p:cNvSpPr>
              <a:spLocks/>
            </p:cNvSpPr>
            <p:nvPr/>
          </p:nvSpPr>
          <p:spPr bwMode="auto">
            <a:xfrm>
              <a:off x="304800" y="5349875"/>
              <a:ext cx="134938" cy="38100"/>
            </a:xfrm>
            <a:custGeom>
              <a:avLst/>
              <a:gdLst>
                <a:gd name="T0" fmla="*/ 420 w 423"/>
                <a:gd name="T1" fmla="*/ 16 h 121"/>
                <a:gd name="T2" fmla="*/ 419 w 423"/>
                <a:gd name="T3" fmla="*/ 10 h 121"/>
                <a:gd name="T4" fmla="*/ 416 w 423"/>
                <a:gd name="T5" fmla="*/ 5 h 121"/>
                <a:gd name="T6" fmla="*/ 416 w 423"/>
                <a:gd name="T7" fmla="*/ 4 h 121"/>
                <a:gd name="T8" fmla="*/ 416 w 423"/>
                <a:gd name="T9" fmla="*/ 4 h 121"/>
                <a:gd name="T10" fmla="*/ 415 w 423"/>
                <a:gd name="T11" fmla="*/ 2 h 121"/>
                <a:gd name="T12" fmla="*/ 414 w 423"/>
                <a:gd name="T13" fmla="*/ 0 h 121"/>
                <a:gd name="T14" fmla="*/ 9 w 423"/>
                <a:gd name="T15" fmla="*/ 0 h 121"/>
                <a:gd name="T16" fmla="*/ 8 w 423"/>
                <a:gd name="T17" fmla="*/ 2 h 121"/>
                <a:gd name="T18" fmla="*/ 7 w 423"/>
                <a:gd name="T19" fmla="*/ 4 h 121"/>
                <a:gd name="T20" fmla="*/ 7 w 423"/>
                <a:gd name="T21" fmla="*/ 4 h 121"/>
                <a:gd name="T22" fmla="*/ 7 w 423"/>
                <a:gd name="T23" fmla="*/ 5 h 121"/>
                <a:gd name="T24" fmla="*/ 3 w 423"/>
                <a:gd name="T25" fmla="*/ 10 h 121"/>
                <a:gd name="T26" fmla="*/ 2 w 423"/>
                <a:gd name="T27" fmla="*/ 17 h 121"/>
                <a:gd name="T28" fmla="*/ 2 w 423"/>
                <a:gd name="T29" fmla="*/ 17 h 121"/>
                <a:gd name="T30" fmla="*/ 1 w 423"/>
                <a:gd name="T31" fmla="*/ 18 h 121"/>
                <a:gd name="T32" fmla="*/ 0 w 423"/>
                <a:gd name="T33" fmla="*/ 24 h 121"/>
                <a:gd name="T34" fmla="*/ 0 w 423"/>
                <a:gd name="T35" fmla="*/ 30 h 121"/>
                <a:gd name="T36" fmla="*/ 0 w 423"/>
                <a:gd name="T37" fmla="*/ 107 h 121"/>
                <a:gd name="T38" fmla="*/ 0 w 423"/>
                <a:gd name="T39" fmla="*/ 109 h 121"/>
                <a:gd name="T40" fmla="*/ 1 w 423"/>
                <a:gd name="T41" fmla="*/ 112 h 121"/>
                <a:gd name="T42" fmla="*/ 2 w 423"/>
                <a:gd name="T43" fmla="*/ 114 h 121"/>
                <a:gd name="T44" fmla="*/ 4 w 423"/>
                <a:gd name="T45" fmla="*/ 117 h 121"/>
                <a:gd name="T46" fmla="*/ 7 w 423"/>
                <a:gd name="T47" fmla="*/ 119 h 121"/>
                <a:gd name="T48" fmla="*/ 9 w 423"/>
                <a:gd name="T49" fmla="*/ 120 h 121"/>
                <a:gd name="T50" fmla="*/ 12 w 423"/>
                <a:gd name="T51" fmla="*/ 121 h 121"/>
                <a:gd name="T52" fmla="*/ 15 w 423"/>
                <a:gd name="T53" fmla="*/ 121 h 121"/>
                <a:gd name="T54" fmla="*/ 407 w 423"/>
                <a:gd name="T55" fmla="*/ 121 h 121"/>
                <a:gd name="T56" fmla="*/ 410 w 423"/>
                <a:gd name="T57" fmla="*/ 121 h 121"/>
                <a:gd name="T58" fmla="*/ 414 w 423"/>
                <a:gd name="T59" fmla="*/ 120 h 121"/>
                <a:gd name="T60" fmla="*/ 416 w 423"/>
                <a:gd name="T61" fmla="*/ 119 h 121"/>
                <a:gd name="T62" fmla="*/ 418 w 423"/>
                <a:gd name="T63" fmla="*/ 117 h 121"/>
                <a:gd name="T64" fmla="*/ 420 w 423"/>
                <a:gd name="T65" fmla="*/ 114 h 121"/>
                <a:gd name="T66" fmla="*/ 421 w 423"/>
                <a:gd name="T67" fmla="*/ 112 h 121"/>
                <a:gd name="T68" fmla="*/ 423 w 423"/>
                <a:gd name="T69" fmla="*/ 109 h 121"/>
                <a:gd name="T70" fmla="*/ 423 w 423"/>
                <a:gd name="T71" fmla="*/ 107 h 121"/>
                <a:gd name="T72" fmla="*/ 423 w 423"/>
                <a:gd name="T73" fmla="*/ 30 h 121"/>
                <a:gd name="T74" fmla="*/ 423 w 423"/>
                <a:gd name="T75" fmla="*/ 24 h 121"/>
                <a:gd name="T76" fmla="*/ 421 w 423"/>
                <a:gd name="T77" fmla="*/ 18 h 121"/>
                <a:gd name="T78" fmla="*/ 420 w 423"/>
                <a:gd name="T79" fmla="*/ 17 h 121"/>
                <a:gd name="T80" fmla="*/ 420 w 423"/>
                <a:gd name="T81" fmla="*/ 1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3" h="121">
                  <a:moveTo>
                    <a:pt x="420" y="16"/>
                  </a:moveTo>
                  <a:lnTo>
                    <a:pt x="419" y="10"/>
                  </a:lnTo>
                  <a:lnTo>
                    <a:pt x="416" y="5"/>
                  </a:lnTo>
                  <a:lnTo>
                    <a:pt x="416" y="4"/>
                  </a:lnTo>
                  <a:lnTo>
                    <a:pt x="416" y="4"/>
                  </a:lnTo>
                  <a:lnTo>
                    <a:pt x="415" y="2"/>
                  </a:lnTo>
                  <a:lnTo>
                    <a:pt x="414" y="0"/>
                  </a:lnTo>
                  <a:lnTo>
                    <a:pt x="9" y="0"/>
                  </a:lnTo>
                  <a:lnTo>
                    <a:pt x="8" y="2"/>
                  </a:lnTo>
                  <a:lnTo>
                    <a:pt x="7" y="4"/>
                  </a:lnTo>
                  <a:lnTo>
                    <a:pt x="7" y="4"/>
                  </a:lnTo>
                  <a:lnTo>
                    <a:pt x="7" y="5"/>
                  </a:lnTo>
                  <a:lnTo>
                    <a:pt x="3" y="10"/>
                  </a:lnTo>
                  <a:lnTo>
                    <a:pt x="2" y="17"/>
                  </a:lnTo>
                  <a:lnTo>
                    <a:pt x="2" y="17"/>
                  </a:lnTo>
                  <a:lnTo>
                    <a:pt x="1" y="18"/>
                  </a:lnTo>
                  <a:lnTo>
                    <a:pt x="0" y="24"/>
                  </a:lnTo>
                  <a:lnTo>
                    <a:pt x="0" y="30"/>
                  </a:lnTo>
                  <a:lnTo>
                    <a:pt x="0" y="107"/>
                  </a:lnTo>
                  <a:lnTo>
                    <a:pt x="0" y="109"/>
                  </a:lnTo>
                  <a:lnTo>
                    <a:pt x="1" y="112"/>
                  </a:lnTo>
                  <a:lnTo>
                    <a:pt x="2" y="114"/>
                  </a:lnTo>
                  <a:lnTo>
                    <a:pt x="4" y="117"/>
                  </a:lnTo>
                  <a:lnTo>
                    <a:pt x="7" y="119"/>
                  </a:lnTo>
                  <a:lnTo>
                    <a:pt x="9" y="120"/>
                  </a:lnTo>
                  <a:lnTo>
                    <a:pt x="12" y="121"/>
                  </a:lnTo>
                  <a:lnTo>
                    <a:pt x="15" y="121"/>
                  </a:lnTo>
                  <a:lnTo>
                    <a:pt x="407" y="121"/>
                  </a:lnTo>
                  <a:lnTo>
                    <a:pt x="410" y="121"/>
                  </a:lnTo>
                  <a:lnTo>
                    <a:pt x="414" y="120"/>
                  </a:lnTo>
                  <a:lnTo>
                    <a:pt x="416" y="119"/>
                  </a:lnTo>
                  <a:lnTo>
                    <a:pt x="418" y="117"/>
                  </a:lnTo>
                  <a:lnTo>
                    <a:pt x="420" y="114"/>
                  </a:lnTo>
                  <a:lnTo>
                    <a:pt x="421" y="112"/>
                  </a:lnTo>
                  <a:lnTo>
                    <a:pt x="423" y="109"/>
                  </a:lnTo>
                  <a:lnTo>
                    <a:pt x="423" y="107"/>
                  </a:lnTo>
                  <a:lnTo>
                    <a:pt x="423" y="30"/>
                  </a:lnTo>
                  <a:lnTo>
                    <a:pt x="423" y="24"/>
                  </a:lnTo>
                  <a:lnTo>
                    <a:pt x="421" y="18"/>
                  </a:lnTo>
                  <a:lnTo>
                    <a:pt x="420" y="17"/>
                  </a:lnTo>
                  <a:lnTo>
                    <a:pt x="4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38" name="Group 37">
            <a:extLst>
              <a:ext uri="{FF2B5EF4-FFF2-40B4-BE49-F238E27FC236}">
                <a16:creationId xmlns:a16="http://schemas.microsoft.com/office/drawing/2014/main" id="{EA180C78-7A79-4204-A921-B99447336104}"/>
              </a:ext>
            </a:extLst>
          </p:cNvPr>
          <p:cNvGrpSpPr/>
          <p:nvPr/>
        </p:nvGrpSpPr>
        <p:grpSpPr>
          <a:xfrm>
            <a:off x="5420916" y="2238682"/>
            <a:ext cx="287338" cy="285750"/>
            <a:chOff x="4900613" y="3937000"/>
            <a:chExt cx="287338" cy="285750"/>
          </a:xfrm>
          <a:solidFill>
            <a:schemeClr val="bg1"/>
          </a:solidFill>
        </p:grpSpPr>
        <p:sp>
          <p:nvSpPr>
            <p:cNvPr id="39" name="Freeform 4743">
              <a:extLst>
                <a:ext uri="{FF2B5EF4-FFF2-40B4-BE49-F238E27FC236}">
                  <a16:creationId xmlns:a16="http://schemas.microsoft.com/office/drawing/2014/main" id="{24AC20B9-8A44-4AA2-A9C1-3FEA471F3C5A}"/>
                </a:ext>
              </a:extLst>
            </p:cNvPr>
            <p:cNvSpPr>
              <a:spLocks/>
            </p:cNvSpPr>
            <p:nvPr/>
          </p:nvSpPr>
          <p:spPr bwMode="auto">
            <a:xfrm>
              <a:off x="4900613" y="3937000"/>
              <a:ext cx="133350" cy="38100"/>
            </a:xfrm>
            <a:custGeom>
              <a:avLst/>
              <a:gdLst>
                <a:gd name="T0" fmla="*/ 346 w 421"/>
                <a:gd name="T1" fmla="*/ 0 h 120"/>
                <a:gd name="T2" fmla="*/ 76 w 421"/>
                <a:gd name="T3" fmla="*/ 0 h 120"/>
                <a:gd name="T4" fmla="*/ 68 w 421"/>
                <a:gd name="T5" fmla="*/ 1 h 120"/>
                <a:gd name="T6" fmla="*/ 61 w 421"/>
                <a:gd name="T7" fmla="*/ 2 h 120"/>
                <a:gd name="T8" fmla="*/ 53 w 421"/>
                <a:gd name="T9" fmla="*/ 3 h 120"/>
                <a:gd name="T10" fmla="*/ 46 w 421"/>
                <a:gd name="T11" fmla="*/ 5 h 120"/>
                <a:gd name="T12" fmla="*/ 40 w 421"/>
                <a:gd name="T13" fmla="*/ 9 h 120"/>
                <a:gd name="T14" fmla="*/ 33 w 421"/>
                <a:gd name="T15" fmla="*/ 12 h 120"/>
                <a:gd name="T16" fmla="*/ 27 w 421"/>
                <a:gd name="T17" fmla="*/ 17 h 120"/>
                <a:gd name="T18" fmla="*/ 22 w 421"/>
                <a:gd name="T19" fmla="*/ 22 h 120"/>
                <a:gd name="T20" fmla="*/ 18 w 421"/>
                <a:gd name="T21" fmla="*/ 27 h 120"/>
                <a:gd name="T22" fmla="*/ 13 w 421"/>
                <a:gd name="T23" fmla="*/ 33 h 120"/>
                <a:gd name="T24" fmla="*/ 10 w 421"/>
                <a:gd name="T25" fmla="*/ 39 h 120"/>
                <a:gd name="T26" fmla="*/ 6 w 421"/>
                <a:gd name="T27" fmla="*/ 46 h 120"/>
                <a:gd name="T28" fmla="*/ 4 w 421"/>
                <a:gd name="T29" fmla="*/ 53 h 120"/>
                <a:gd name="T30" fmla="*/ 2 w 421"/>
                <a:gd name="T31" fmla="*/ 60 h 120"/>
                <a:gd name="T32" fmla="*/ 0 w 421"/>
                <a:gd name="T33" fmla="*/ 67 h 120"/>
                <a:gd name="T34" fmla="*/ 0 w 421"/>
                <a:gd name="T35" fmla="*/ 75 h 120"/>
                <a:gd name="T36" fmla="*/ 0 w 421"/>
                <a:gd name="T37" fmla="*/ 120 h 120"/>
                <a:gd name="T38" fmla="*/ 421 w 421"/>
                <a:gd name="T39" fmla="*/ 120 h 120"/>
                <a:gd name="T40" fmla="*/ 421 w 421"/>
                <a:gd name="T41" fmla="*/ 75 h 120"/>
                <a:gd name="T42" fmla="*/ 421 w 421"/>
                <a:gd name="T43" fmla="*/ 67 h 120"/>
                <a:gd name="T44" fmla="*/ 420 w 421"/>
                <a:gd name="T45" fmla="*/ 60 h 120"/>
                <a:gd name="T46" fmla="*/ 417 w 421"/>
                <a:gd name="T47" fmla="*/ 53 h 120"/>
                <a:gd name="T48" fmla="*/ 415 w 421"/>
                <a:gd name="T49" fmla="*/ 46 h 120"/>
                <a:gd name="T50" fmla="*/ 412 w 421"/>
                <a:gd name="T51" fmla="*/ 39 h 120"/>
                <a:gd name="T52" fmla="*/ 408 w 421"/>
                <a:gd name="T53" fmla="*/ 33 h 120"/>
                <a:gd name="T54" fmla="*/ 403 w 421"/>
                <a:gd name="T55" fmla="*/ 27 h 120"/>
                <a:gd name="T56" fmla="*/ 399 w 421"/>
                <a:gd name="T57" fmla="*/ 22 h 120"/>
                <a:gd name="T58" fmla="*/ 393 w 421"/>
                <a:gd name="T59" fmla="*/ 17 h 120"/>
                <a:gd name="T60" fmla="*/ 387 w 421"/>
                <a:gd name="T61" fmla="*/ 12 h 120"/>
                <a:gd name="T62" fmla="*/ 381 w 421"/>
                <a:gd name="T63" fmla="*/ 9 h 120"/>
                <a:gd name="T64" fmla="*/ 375 w 421"/>
                <a:gd name="T65" fmla="*/ 5 h 120"/>
                <a:gd name="T66" fmla="*/ 368 w 421"/>
                <a:gd name="T67" fmla="*/ 3 h 120"/>
                <a:gd name="T68" fmla="*/ 361 w 421"/>
                <a:gd name="T69" fmla="*/ 2 h 120"/>
                <a:gd name="T70" fmla="*/ 354 w 421"/>
                <a:gd name="T71" fmla="*/ 1 h 120"/>
                <a:gd name="T72" fmla="*/ 346 w 421"/>
                <a:gd name="T73" fmla="*/ 0 h 120"/>
                <a:gd name="T74" fmla="*/ 346 w 421"/>
                <a:gd name="T7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1" h="120">
                  <a:moveTo>
                    <a:pt x="346" y="0"/>
                  </a:moveTo>
                  <a:lnTo>
                    <a:pt x="76" y="0"/>
                  </a:lnTo>
                  <a:lnTo>
                    <a:pt x="68" y="1"/>
                  </a:lnTo>
                  <a:lnTo>
                    <a:pt x="61" y="2"/>
                  </a:lnTo>
                  <a:lnTo>
                    <a:pt x="53" y="3"/>
                  </a:lnTo>
                  <a:lnTo>
                    <a:pt x="46" y="5"/>
                  </a:lnTo>
                  <a:lnTo>
                    <a:pt x="40" y="9"/>
                  </a:lnTo>
                  <a:lnTo>
                    <a:pt x="33" y="12"/>
                  </a:lnTo>
                  <a:lnTo>
                    <a:pt x="27" y="17"/>
                  </a:lnTo>
                  <a:lnTo>
                    <a:pt x="22" y="22"/>
                  </a:lnTo>
                  <a:lnTo>
                    <a:pt x="18" y="27"/>
                  </a:lnTo>
                  <a:lnTo>
                    <a:pt x="13" y="33"/>
                  </a:lnTo>
                  <a:lnTo>
                    <a:pt x="10" y="39"/>
                  </a:lnTo>
                  <a:lnTo>
                    <a:pt x="6" y="46"/>
                  </a:lnTo>
                  <a:lnTo>
                    <a:pt x="4" y="53"/>
                  </a:lnTo>
                  <a:lnTo>
                    <a:pt x="2" y="60"/>
                  </a:lnTo>
                  <a:lnTo>
                    <a:pt x="0" y="67"/>
                  </a:lnTo>
                  <a:lnTo>
                    <a:pt x="0" y="75"/>
                  </a:lnTo>
                  <a:lnTo>
                    <a:pt x="0" y="120"/>
                  </a:lnTo>
                  <a:lnTo>
                    <a:pt x="421" y="120"/>
                  </a:lnTo>
                  <a:lnTo>
                    <a:pt x="421" y="75"/>
                  </a:lnTo>
                  <a:lnTo>
                    <a:pt x="421" y="67"/>
                  </a:lnTo>
                  <a:lnTo>
                    <a:pt x="420" y="60"/>
                  </a:lnTo>
                  <a:lnTo>
                    <a:pt x="417" y="53"/>
                  </a:lnTo>
                  <a:lnTo>
                    <a:pt x="415" y="46"/>
                  </a:lnTo>
                  <a:lnTo>
                    <a:pt x="412" y="39"/>
                  </a:lnTo>
                  <a:lnTo>
                    <a:pt x="408" y="33"/>
                  </a:lnTo>
                  <a:lnTo>
                    <a:pt x="403" y="27"/>
                  </a:lnTo>
                  <a:lnTo>
                    <a:pt x="399" y="22"/>
                  </a:lnTo>
                  <a:lnTo>
                    <a:pt x="393" y="17"/>
                  </a:lnTo>
                  <a:lnTo>
                    <a:pt x="387" y="12"/>
                  </a:lnTo>
                  <a:lnTo>
                    <a:pt x="381" y="9"/>
                  </a:lnTo>
                  <a:lnTo>
                    <a:pt x="375" y="5"/>
                  </a:lnTo>
                  <a:lnTo>
                    <a:pt x="368" y="3"/>
                  </a:lnTo>
                  <a:lnTo>
                    <a:pt x="361" y="2"/>
                  </a:lnTo>
                  <a:lnTo>
                    <a:pt x="354" y="1"/>
                  </a:lnTo>
                  <a:lnTo>
                    <a:pt x="346" y="0"/>
                  </a:lnTo>
                  <a:lnTo>
                    <a:pt x="34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0" name="Freeform 4744">
              <a:extLst>
                <a:ext uri="{FF2B5EF4-FFF2-40B4-BE49-F238E27FC236}">
                  <a16:creationId xmlns:a16="http://schemas.microsoft.com/office/drawing/2014/main" id="{1396F6DC-5DE5-46F9-B322-3EAEAD11CF76}"/>
                </a:ext>
              </a:extLst>
            </p:cNvPr>
            <p:cNvSpPr>
              <a:spLocks/>
            </p:cNvSpPr>
            <p:nvPr/>
          </p:nvSpPr>
          <p:spPr bwMode="auto">
            <a:xfrm>
              <a:off x="4900613" y="3984625"/>
              <a:ext cx="133350" cy="85725"/>
            </a:xfrm>
            <a:custGeom>
              <a:avLst/>
              <a:gdLst>
                <a:gd name="T0" fmla="*/ 0 w 421"/>
                <a:gd name="T1" fmla="*/ 196 h 270"/>
                <a:gd name="T2" fmla="*/ 0 w 421"/>
                <a:gd name="T3" fmla="*/ 203 h 270"/>
                <a:gd name="T4" fmla="*/ 2 w 421"/>
                <a:gd name="T5" fmla="*/ 211 h 270"/>
                <a:gd name="T6" fmla="*/ 4 w 421"/>
                <a:gd name="T7" fmla="*/ 218 h 270"/>
                <a:gd name="T8" fmla="*/ 6 w 421"/>
                <a:gd name="T9" fmla="*/ 225 h 270"/>
                <a:gd name="T10" fmla="*/ 10 w 421"/>
                <a:gd name="T11" fmla="*/ 231 h 270"/>
                <a:gd name="T12" fmla="*/ 13 w 421"/>
                <a:gd name="T13" fmla="*/ 238 h 270"/>
                <a:gd name="T14" fmla="*/ 18 w 421"/>
                <a:gd name="T15" fmla="*/ 243 h 270"/>
                <a:gd name="T16" fmla="*/ 22 w 421"/>
                <a:gd name="T17" fmla="*/ 248 h 270"/>
                <a:gd name="T18" fmla="*/ 27 w 421"/>
                <a:gd name="T19" fmla="*/ 254 h 270"/>
                <a:gd name="T20" fmla="*/ 33 w 421"/>
                <a:gd name="T21" fmla="*/ 257 h 270"/>
                <a:gd name="T22" fmla="*/ 40 w 421"/>
                <a:gd name="T23" fmla="*/ 262 h 270"/>
                <a:gd name="T24" fmla="*/ 46 w 421"/>
                <a:gd name="T25" fmla="*/ 264 h 270"/>
                <a:gd name="T26" fmla="*/ 53 w 421"/>
                <a:gd name="T27" fmla="*/ 267 h 270"/>
                <a:gd name="T28" fmla="*/ 61 w 421"/>
                <a:gd name="T29" fmla="*/ 269 h 270"/>
                <a:gd name="T30" fmla="*/ 68 w 421"/>
                <a:gd name="T31" fmla="*/ 270 h 270"/>
                <a:gd name="T32" fmla="*/ 76 w 421"/>
                <a:gd name="T33" fmla="*/ 270 h 270"/>
                <a:gd name="T34" fmla="*/ 346 w 421"/>
                <a:gd name="T35" fmla="*/ 270 h 270"/>
                <a:gd name="T36" fmla="*/ 354 w 421"/>
                <a:gd name="T37" fmla="*/ 270 h 270"/>
                <a:gd name="T38" fmla="*/ 361 w 421"/>
                <a:gd name="T39" fmla="*/ 269 h 270"/>
                <a:gd name="T40" fmla="*/ 368 w 421"/>
                <a:gd name="T41" fmla="*/ 267 h 270"/>
                <a:gd name="T42" fmla="*/ 375 w 421"/>
                <a:gd name="T43" fmla="*/ 264 h 270"/>
                <a:gd name="T44" fmla="*/ 381 w 421"/>
                <a:gd name="T45" fmla="*/ 261 h 270"/>
                <a:gd name="T46" fmla="*/ 387 w 421"/>
                <a:gd name="T47" fmla="*/ 257 h 270"/>
                <a:gd name="T48" fmla="*/ 393 w 421"/>
                <a:gd name="T49" fmla="*/ 253 h 270"/>
                <a:gd name="T50" fmla="*/ 399 w 421"/>
                <a:gd name="T51" fmla="*/ 248 h 270"/>
                <a:gd name="T52" fmla="*/ 403 w 421"/>
                <a:gd name="T53" fmla="*/ 243 h 270"/>
                <a:gd name="T54" fmla="*/ 408 w 421"/>
                <a:gd name="T55" fmla="*/ 238 h 270"/>
                <a:gd name="T56" fmla="*/ 412 w 421"/>
                <a:gd name="T57" fmla="*/ 231 h 270"/>
                <a:gd name="T58" fmla="*/ 415 w 421"/>
                <a:gd name="T59" fmla="*/ 225 h 270"/>
                <a:gd name="T60" fmla="*/ 417 w 421"/>
                <a:gd name="T61" fmla="*/ 218 h 270"/>
                <a:gd name="T62" fmla="*/ 420 w 421"/>
                <a:gd name="T63" fmla="*/ 211 h 270"/>
                <a:gd name="T64" fmla="*/ 421 w 421"/>
                <a:gd name="T65" fmla="*/ 203 h 270"/>
                <a:gd name="T66" fmla="*/ 421 w 421"/>
                <a:gd name="T67" fmla="*/ 196 h 270"/>
                <a:gd name="T68" fmla="*/ 421 w 421"/>
                <a:gd name="T69" fmla="*/ 0 h 270"/>
                <a:gd name="T70" fmla="*/ 0 w 421"/>
                <a:gd name="T71" fmla="*/ 0 h 270"/>
                <a:gd name="T72" fmla="*/ 0 w 421"/>
                <a:gd name="T73" fmla="*/ 19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1" h="270">
                  <a:moveTo>
                    <a:pt x="0" y="196"/>
                  </a:moveTo>
                  <a:lnTo>
                    <a:pt x="0" y="203"/>
                  </a:lnTo>
                  <a:lnTo>
                    <a:pt x="2" y="211"/>
                  </a:lnTo>
                  <a:lnTo>
                    <a:pt x="4" y="218"/>
                  </a:lnTo>
                  <a:lnTo>
                    <a:pt x="6" y="225"/>
                  </a:lnTo>
                  <a:lnTo>
                    <a:pt x="10" y="231"/>
                  </a:lnTo>
                  <a:lnTo>
                    <a:pt x="13" y="238"/>
                  </a:lnTo>
                  <a:lnTo>
                    <a:pt x="18" y="243"/>
                  </a:lnTo>
                  <a:lnTo>
                    <a:pt x="22" y="248"/>
                  </a:lnTo>
                  <a:lnTo>
                    <a:pt x="27" y="254"/>
                  </a:lnTo>
                  <a:lnTo>
                    <a:pt x="33" y="257"/>
                  </a:lnTo>
                  <a:lnTo>
                    <a:pt x="40" y="262"/>
                  </a:lnTo>
                  <a:lnTo>
                    <a:pt x="46" y="264"/>
                  </a:lnTo>
                  <a:lnTo>
                    <a:pt x="53" y="267"/>
                  </a:lnTo>
                  <a:lnTo>
                    <a:pt x="61" y="269"/>
                  </a:lnTo>
                  <a:lnTo>
                    <a:pt x="68" y="270"/>
                  </a:lnTo>
                  <a:lnTo>
                    <a:pt x="76" y="270"/>
                  </a:lnTo>
                  <a:lnTo>
                    <a:pt x="346" y="270"/>
                  </a:lnTo>
                  <a:lnTo>
                    <a:pt x="354" y="270"/>
                  </a:lnTo>
                  <a:lnTo>
                    <a:pt x="361" y="269"/>
                  </a:lnTo>
                  <a:lnTo>
                    <a:pt x="368" y="267"/>
                  </a:lnTo>
                  <a:lnTo>
                    <a:pt x="375" y="264"/>
                  </a:lnTo>
                  <a:lnTo>
                    <a:pt x="381" y="261"/>
                  </a:lnTo>
                  <a:lnTo>
                    <a:pt x="387" y="257"/>
                  </a:lnTo>
                  <a:lnTo>
                    <a:pt x="393" y="253"/>
                  </a:lnTo>
                  <a:lnTo>
                    <a:pt x="399" y="248"/>
                  </a:lnTo>
                  <a:lnTo>
                    <a:pt x="403" y="243"/>
                  </a:lnTo>
                  <a:lnTo>
                    <a:pt x="408" y="238"/>
                  </a:lnTo>
                  <a:lnTo>
                    <a:pt x="412" y="231"/>
                  </a:lnTo>
                  <a:lnTo>
                    <a:pt x="415" y="225"/>
                  </a:lnTo>
                  <a:lnTo>
                    <a:pt x="417" y="218"/>
                  </a:lnTo>
                  <a:lnTo>
                    <a:pt x="420" y="211"/>
                  </a:lnTo>
                  <a:lnTo>
                    <a:pt x="421" y="203"/>
                  </a:lnTo>
                  <a:lnTo>
                    <a:pt x="421" y="196"/>
                  </a:lnTo>
                  <a:lnTo>
                    <a:pt x="421" y="0"/>
                  </a:lnTo>
                  <a:lnTo>
                    <a:pt x="0" y="0"/>
                  </a:lnTo>
                  <a:lnTo>
                    <a:pt x="0"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1" name="Freeform 4745">
              <a:extLst>
                <a:ext uri="{FF2B5EF4-FFF2-40B4-BE49-F238E27FC236}">
                  <a16:creationId xmlns:a16="http://schemas.microsoft.com/office/drawing/2014/main" id="{4485FFA3-4812-465E-9B63-EC03221BF50E}"/>
                </a:ext>
              </a:extLst>
            </p:cNvPr>
            <p:cNvSpPr>
              <a:spLocks/>
            </p:cNvSpPr>
            <p:nvPr/>
          </p:nvSpPr>
          <p:spPr bwMode="auto">
            <a:xfrm>
              <a:off x="5053013" y="3937000"/>
              <a:ext cx="134938" cy="38100"/>
            </a:xfrm>
            <a:custGeom>
              <a:avLst/>
              <a:gdLst>
                <a:gd name="T0" fmla="*/ 345 w 421"/>
                <a:gd name="T1" fmla="*/ 0 h 120"/>
                <a:gd name="T2" fmla="*/ 75 w 421"/>
                <a:gd name="T3" fmla="*/ 0 h 120"/>
                <a:gd name="T4" fmla="*/ 67 w 421"/>
                <a:gd name="T5" fmla="*/ 1 h 120"/>
                <a:gd name="T6" fmla="*/ 60 w 421"/>
                <a:gd name="T7" fmla="*/ 2 h 120"/>
                <a:gd name="T8" fmla="*/ 52 w 421"/>
                <a:gd name="T9" fmla="*/ 3 h 120"/>
                <a:gd name="T10" fmla="*/ 45 w 421"/>
                <a:gd name="T11" fmla="*/ 5 h 120"/>
                <a:gd name="T12" fmla="*/ 39 w 421"/>
                <a:gd name="T13" fmla="*/ 9 h 120"/>
                <a:gd name="T14" fmla="*/ 33 w 421"/>
                <a:gd name="T15" fmla="*/ 12 h 120"/>
                <a:gd name="T16" fmla="*/ 27 w 421"/>
                <a:gd name="T17" fmla="*/ 17 h 120"/>
                <a:gd name="T18" fmla="*/ 22 w 421"/>
                <a:gd name="T19" fmla="*/ 22 h 120"/>
                <a:gd name="T20" fmla="*/ 17 w 421"/>
                <a:gd name="T21" fmla="*/ 27 h 120"/>
                <a:gd name="T22" fmla="*/ 13 w 421"/>
                <a:gd name="T23" fmla="*/ 33 h 120"/>
                <a:gd name="T24" fmla="*/ 9 w 421"/>
                <a:gd name="T25" fmla="*/ 39 h 120"/>
                <a:gd name="T26" fmla="*/ 6 w 421"/>
                <a:gd name="T27" fmla="*/ 46 h 120"/>
                <a:gd name="T28" fmla="*/ 4 w 421"/>
                <a:gd name="T29" fmla="*/ 53 h 120"/>
                <a:gd name="T30" fmla="*/ 1 w 421"/>
                <a:gd name="T31" fmla="*/ 60 h 120"/>
                <a:gd name="T32" fmla="*/ 0 w 421"/>
                <a:gd name="T33" fmla="*/ 67 h 120"/>
                <a:gd name="T34" fmla="*/ 0 w 421"/>
                <a:gd name="T35" fmla="*/ 75 h 120"/>
                <a:gd name="T36" fmla="*/ 0 w 421"/>
                <a:gd name="T37" fmla="*/ 120 h 120"/>
                <a:gd name="T38" fmla="*/ 421 w 421"/>
                <a:gd name="T39" fmla="*/ 120 h 120"/>
                <a:gd name="T40" fmla="*/ 421 w 421"/>
                <a:gd name="T41" fmla="*/ 75 h 120"/>
                <a:gd name="T42" fmla="*/ 421 w 421"/>
                <a:gd name="T43" fmla="*/ 67 h 120"/>
                <a:gd name="T44" fmla="*/ 419 w 421"/>
                <a:gd name="T45" fmla="*/ 60 h 120"/>
                <a:gd name="T46" fmla="*/ 417 w 421"/>
                <a:gd name="T47" fmla="*/ 53 h 120"/>
                <a:gd name="T48" fmla="*/ 415 w 421"/>
                <a:gd name="T49" fmla="*/ 46 h 120"/>
                <a:gd name="T50" fmla="*/ 411 w 421"/>
                <a:gd name="T51" fmla="*/ 39 h 120"/>
                <a:gd name="T52" fmla="*/ 408 w 421"/>
                <a:gd name="T53" fmla="*/ 33 h 120"/>
                <a:gd name="T54" fmla="*/ 403 w 421"/>
                <a:gd name="T55" fmla="*/ 27 h 120"/>
                <a:gd name="T56" fmla="*/ 399 w 421"/>
                <a:gd name="T57" fmla="*/ 22 h 120"/>
                <a:gd name="T58" fmla="*/ 393 w 421"/>
                <a:gd name="T59" fmla="*/ 17 h 120"/>
                <a:gd name="T60" fmla="*/ 387 w 421"/>
                <a:gd name="T61" fmla="*/ 12 h 120"/>
                <a:gd name="T62" fmla="*/ 381 w 421"/>
                <a:gd name="T63" fmla="*/ 9 h 120"/>
                <a:gd name="T64" fmla="*/ 374 w 421"/>
                <a:gd name="T65" fmla="*/ 5 h 120"/>
                <a:gd name="T66" fmla="*/ 367 w 421"/>
                <a:gd name="T67" fmla="*/ 3 h 120"/>
                <a:gd name="T68" fmla="*/ 360 w 421"/>
                <a:gd name="T69" fmla="*/ 2 h 120"/>
                <a:gd name="T70" fmla="*/ 353 w 421"/>
                <a:gd name="T71" fmla="*/ 1 h 120"/>
                <a:gd name="T72" fmla="*/ 345 w 421"/>
                <a:gd name="T73" fmla="*/ 0 h 120"/>
                <a:gd name="T74" fmla="*/ 345 w 421"/>
                <a:gd name="T7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1" h="120">
                  <a:moveTo>
                    <a:pt x="345" y="0"/>
                  </a:moveTo>
                  <a:lnTo>
                    <a:pt x="75" y="0"/>
                  </a:lnTo>
                  <a:lnTo>
                    <a:pt x="67" y="1"/>
                  </a:lnTo>
                  <a:lnTo>
                    <a:pt x="60" y="2"/>
                  </a:lnTo>
                  <a:lnTo>
                    <a:pt x="52" y="3"/>
                  </a:lnTo>
                  <a:lnTo>
                    <a:pt x="45" y="5"/>
                  </a:lnTo>
                  <a:lnTo>
                    <a:pt x="39" y="9"/>
                  </a:lnTo>
                  <a:lnTo>
                    <a:pt x="33" y="12"/>
                  </a:lnTo>
                  <a:lnTo>
                    <a:pt x="27" y="17"/>
                  </a:lnTo>
                  <a:lnTo>
                    <a:pt x="22" y="22"/>
                  </a:lnTo>
                  <a:lnTo>
                    <a:pt x="17" y="27"/>
                  </a:lnTo>
                  <a:lnTo>
                    <a:pt x="13" y="33"/>
                  </a:lnTo>
                  <a:lnTo>
                    <a:pt x="9" y="39"/>
                  </a:lnTo>
                  <a:lnTo>
                    <a:pt x="6" y="46"/>
                  </a:lnTo>
                  <a:lnTo>
                    <a:pt x="4" y="53"/>
                  </a:lnTo>
                  <a:lnTo>
                    <a:pt x="1" y="60"/>
                  </a:lnTo>
                  <a:lnTo>
                    <a:pt x="0" y="67"/>
                  </a:lnTo>
                  <a:lnTo>
                    <a:pt x="0" y="75"/>
                  </a:lnTo>
                  <a:lnTo>
                    <a:pt x="0" y="120"/>
                  </a:lnTo>
                  <a:lnTo>
                    <a:pt x="421" y="120"/>
                  </a:lnTo>
                  <a:lnTo>
                    <a:pt x="421" y="75"/>
                  </a:lnTo>
                  <a:lnTo>
                    <a:pt x="421" y="67"/>
                  </a:lnTo>
                  <a:lnTo>
                    <a:pt x="419" y="60"/>
                  </a:lnTo>
                  <a:lnTo>
                    <a:pt x="417" y="53"/>
                  </a:lnTo>
                  <a:lnTo>
                    <a:pt x="415" y="46"/>
                  </a:lnTo>
                  <a:lnTo>
                    <a:pt x="411" y="39"/>
                  </a:lnTo>
                  <a:lnTo>
                    <a:pt x="408" y="33"/>
                  </a:lnTo>
                  <a:lnTo>
                    <a:pt x="403" y="27"/>
                  </a:lnTo>
                  <a:lnTo>
                    <a:pt x="399" y="22"/>
                  </a:lnTo>
                  <a:lnTo>
                    <a:pt x="393" y="17"/>
                  </a:lnTo>
                  <a:lnTo>
                    <a:pt x="387" y="12"/>
                  </a:lnTo>
                  <a:lnTo>
                    <a:pt x="381" y="9"/>
                  </a:lnTo>
                  <a:lnTo>
                    <a:pt x="374" y="5"/>
                  </a:lnTo>
                  <a:lnTo>
                    <a:pt x="367" y="3"/>
                  </a:lnTo>
                  <a:lnTo>
                    <a:pt x="360" y="2"/>
                  </a:lnTo>
                  <a:lnTo>
                    <a:pt x="353" y="1"/>
                  </a:lnTo>
                  <a:lnTo>
                    <a:pt x="345" y="0"/>
                  </a:lnTo>
                  <a:lnTo>
                    <a:pt x="3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2" name="Freeform 4746">
              <a:extLst>
                <a:ext uri="{FF2B5EF4-FFF2-40B4-BE49-F238E27FC236}">
                  <a16:creationId xmlns:a16="http://schemas.microsoft.com/office/drawing/2014/main" id="{781650BD-2322-4EB8-A99A-7146313D6368}"/>
                </a:ext>
              </a:extLst>
            </p:cNvPr>
            <p:cNvSpPr>
              <a:spLocks/>
            </p:cNvSpPr>
            <p:nvPr/>
          </p:nvSpPr>
          <p:spPr bwMode="auto">
            <a:xfrm>
              <a:off x="5053013" y="3984625"/>
              <a:ext cx="134938" cy="85725"/>
            </a:xfrm>
            <a:custGeom>
              <a:avLst/>
              <a:gdLst>
                <a:gd name="T0" fmla="*/ 0 w 421"/>
                <a:gd name="T1" fmla="*/ 196 h 270"/>
                <a:gd name="T2" fmla="*/ 0 w 421"/>
                <a:gd name="T3" fmla="*/ 203 h 270"/>
                <a:gd name="T4" fmla="*/ 1 w 421"/>
                <a:gd name="T5" fmla="*/ 211 h 270"/>
                <a:gd name="T6" fmla="*/ 4 w 421"/>
                <a:gd name="T7" fmla="*/ 218 h 270"/>
                <a:gd name="T8" fmla="*/ 6 w 421"/>
                <a:gd name="T9" fmla="*/ 225 h 270"/>
                <a:gd name="T10" fmla="*/ 9 w 421"/>
                <a:gd name="T11" fmla="*/ 231 h 270"/>
                <a:gd name="T12" fmla="*/ 13 w 421"/>
                <a:gd name="T13" fmla="*/ 238 h 270"/>
                <a:gd name="T14" fmla="*/ 17 w 421"/>
                <a:gd name="T15" fmla="*/ 243 h 270"/>
                <a:gd name="T16" fmla="*/ 22 w 421"/>
                <a:gd name="T17" fmla="*/ 248 h 270"/>
                <a:gd name="T18" fmla="*/ 27 w 421"/>
                <a:gd name="T19" fmla="*/ 254 h 270"/>
                <a:gd name="T20" fmla="*/ 33 w 421"/>
                <a:gd name="T21" fmla="*/ 257 h 270"/>
                <a:gd name="T22" fmla="*/ 39 w 421"/>
                <a:gd name="T23" fmla="*/ 262 h 270"/>
                <a:gd name="T24" fmla="*/ 45 w 421"/>
                <a:gd name="T25" fmla="*/ 264 h 270"/>
                <a:gd name="T26" fmla="*/ 52 w 421"/>
                <a:gd name="T27" fmla="*/ 267 h 270"/>
                <a:gd name="T28" fmla="*/ 60 w 421"/>
                <a:gd name="T29" fmla="*/ 269 h 270"/>
                <a:gd name="T30" fmla="*/ 67 w 421"/>
                <a:gd name="T31" fmla="*/ 270 h 270"/>
                <a:gd name="T32" fmla="*/ 75 w 421"/>
                <a:gd name="T33" fmla="*/ 270 h 270"/>
                <a:gd name="T34" fmla="*/ 345 w 421"/>
                <a:gd name="T35" fmla="*/ 270 h 270"/>
                <a:gd name="T36" fmla="*/ 353 w 421"/>
                <a:gd name="T37" fmla="*/ 270 h 270"/>
                <a:gd name="T38" fmla="*/ 360 w 421"/>
                <a:gd name="T39" fmla="*/ 269 h 270"/>
                <a:gd name="T40" fmla="*/ 367 w 421"/>
                <a:gd name="T41" fmla="*/ 267 h 270"/>
                <a:gd name="T42" fmla="*/ 374 w 421"/>
                <a:gd name="T43" fmla="*/ 264 h 270"/>
                <a:gd name="T44" fmla="*/ 381 w 421"/>
                <a:gd name="T45" fmla="*/ 261 h 270"/>
                <a:gd name="T46" fmla="*/ 387 w 421"/>
                <a:gd name="T47" fmla="*/ 257 h 270"/>
                <a:gd name="T48" fmla="*/ 393 w 421"/>
                <a:gd name="T49" fmla="*/ 253 h 270"/>
                <a:gd name="T50" fmla="*/ 399 w 421"/>
                <a:gd name="T51" fmla="*/ 248 h 270"/>
                <a:gd name="T52" fmla="*/ 403 w 421"/>
                <a:gd name="T53" fmla="*/ 243 h 270"/>
                <a:gd name="T54" fmla="*/ 408 w 421"/>
                <a:gd name="T55" fmla="*/ 238 h 270"/>
                <a:gd name="T56" fmla="*/ 411 w 421"/>
                <a:gd name="T57" fmla="*/ 231 h 270"/>
                <a:gd name="T58" fmla="*/ 415 w 421"/>
                <a:gd name="T59" fmla="*/ 225 h 270"/>
                <a:gd name="T60" fmla="*/ 417 w 421"/>
                <a:gd name="T61" fmla="*/ 218 h 270"/>
                <a:gd name="T62" fmla="*/ 419 w 421"/>
                <a:gd name="T63" fmla="*/ 211 h 270"/>
                <a:gd name="T64" fmla="*/ 421 w 421"/>
                <a:gd name="T65" fmla="*/ 203 h 270"/>
                <a:gd name="T66" fmla="*/ 421 w 421"/>
                <a:gd name="T67" fmla="*/ 196 h 270"/>
                <a:gd name="T68" fmla="*/ 421 w 421"/>
                <a:gd name="T69" fmla="*/ 0 h 270"/>
                <a:gd name="T70" fmla="*/ 0 w 421"/>
                <a:gd name="T71" fmla="*/ 0 h 270"/>
                <a:gd name="T72" fmla="*/ 0 w 421"/>
                <a:gd name="T73" fmla="*/ 19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1" h="270">
                  <a:moveTo>
                    <a:pt x="0" y="196"/>
                  </a:moveTo>
                  <a:lnTo>
                    <a:pt x="0" y="203"/>
                  </a:lnTo>
                  <a:lnTo>
                    <a:pt x="1" y="211"/>
                  </a:lnTo>
                  <a:lnTo>
                    <a:pt x="4" y="218"/>
                  </a:lnTo>
                  <a:lnTo>
                    <a:pt x="6" y="225"/>
                  </a:lnTo>
                  <a:lnTo>
                    <a:pt x="9" y="231"/>
                  </a:lnTo>
                  <a:lnTo>
                    <a:pt x="13" y="238"/>
                  </a:lnTo>
                  <a:lnTo>
                    <a:pt x="17" y="243"/>
                  </a:lnTo>
                  <a:lnTo>
                    <a:pt x="22" y="248"/>
                  </a:lnTo>
                  <a:lnTo>
                    <a:pt x="27" y="254"/>
                  </a:lnTo>
                  <a:lnTo>
                    <a:pt x="33" y="257"/>
                  </a:lnTo>
                  <a:lnTo>
                    <a:pt x="39" y="262"/>
                  </a:lnTo>
                  <a:lnTo>
                    <a:pt x="45" y="264"/>
                  </a:lnTo>
                  <a:lnTo>
                    <a:pt x="52" y="267"/>
                  </a:lnTo>
                  <a:lnTo>
                    <a:pt x="60" y="269"/>
                  </a:lnTo>
                  <a:lnTo>
                    <a:pt x="67" y="270"/>
                  </a:lnTo>
                  <a:lnTo>
                    <a:pt x="75" y="270"/>
                  </a:lnTo>
                  <a:lnTo>
                    <a:pt x="345" y="270"/>
                  </a:lnTo>
                  <a:lnTo>
                    <a:pt x="353" y="270"/>
                  </a:lnTo>
                  <a:lnTo>
                    <a:pt x="360" y="269"/>
                  </a:lnTo>
                  <a:lnTo>
                    <a:pt x="367" y="267"/>
                  </a:lnTo>
                  <a:lnTo>
                    <a:pt x="374" y="264"/>
                  </a:lnTo>
                  <a:lnTo>
                    <a:pt x="381" y="261"/>
                  </a:lnTo>
                  <a:lnTo>
                    <a:pt x="387" y="257"/>
                  </a:lnTo>
                  <a:lnTo>
                    <a:pt x="393" y="253"/>
                  </a:lnTo>
                  <a:lnTo>
                    <a:pt x="399" y="248"/>
                  </a:lnTo>
                  <a:lnTo>
                    <a:pt x="403" y="243"/>
                  </a:lnTo>
                  <a:lnTo>
                    <a:pt x="408" y="238"/>
                  </a:lnTo>
                  <a:lnTo>
                    <a:pt x="411" y="231"/>
                  </a:lnTo>
                  <a:lnTo>
                    <a:pt x="415" y="225"/>
                  </a:lnTo>
                  <a:lnTo>
                    <a:pt x="417" y="218"/>
                  </a:lnTo>
                  <a:lnTo>
                    <a:pt x="419" y="211"/>
                  </a:lnTo>
                  <a:lnTo>
                    <a:pt x="421" y="203"/>
                  </a:lnTo>
                  <a:lnTo>
                    <a:pt x="421" y="196"/>
                  </a:lnTo>
                  <a:lnTo>
                    <a:pt x="421" y="0"/>
                  </a:lnTo>
                  <a:lnTo>
                    <a:pt x="0" y="0"/>
                  </a:lnTo>
                  <a:lnTo>
                    <a:pt x="0"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3" name="Freeform 4747">
              <a:extLst>
                <a:ext uri="{FF2B5EF4-FFF2-40B4-BE49-F238E27FC236}">
                  <a16:creationId xmlns:a16="http://schemas.microsoft.com/office/drawing/2014/main" id="{41243171-2554-4ED2-A0CE-F82C53FB1528}"/>
                </a:ext>
              </a:extLst>
            </p:cNvPr>
            <p:cNvSpPr>
              <a:spLocks/>
            </p:cNvSpPr>
            <p:nvPr/>
          </p:nvSpPr>
          <p:spPr bwMode="auto">
            <a:xfrm>
              <a:off x="4900613" y="4137025"/>
              <a:ext cx="133350" cy="85725"/>
            </a:xfrm>
            <a:custGeom>
              <a:avLst/>
              <a:gdLst>
                <a:gd name="T0" fmla="*/ 0 w 421"/>
                <a:gd name="T1" fmla="*/ 194 h 270"/>
                <a:gd name="T2" fmla="*/ 0 w 421"/>
                <a:gd name="T3" fmla="*/ 203 h 270"/>
                <a:gd name="T4" fmla="*/ 2 w 421"/>
                <a:gd name="T5" fmla="*/ 209 h 270"/>
                <a:gd name="T6" fmla="*/ 4 w 421"/>
                <a:gd name="T7" fmla="*/ 218 h 270"/>
                <a:gd name="T8" fmla="*/ 6 w 421"/>
                <a:gd name="T9" fmla="*/ 225 h 270"/>
                <a:gd name="T10" fmla="*/ 10 w 421"/>
                <a:gd name="T11" fmla="*/ 230 h 270"/>
                <a:gd name="T12" fmla="*/ 13 w 421"/>
                <a:gd name="T13" fmla="*/ 237 h 270"/>
                <a:gd name="T14" fmla="*/ 18 w 421"/>
                <a:gd name="T15" fmla="*/ 243 h 270"/>
                <a:gd name="T16" fmla="*/ 22 w 421"/>
                <a:gd name="T17" fmla="*/ 248 h 270"/>
                <a:gd name="T18" fmla="*/ 27 w 421"/>
                <a:gd name="T19" fmla="*/ 252 h 270"/>
                <a:gd name="T20" fmla="*/ 33 w 421"/>
                <a:gd name="T21" fmla="*/ 257 h 270"/>
                <a:gd name="T22" fmla="*/ 40 w 421"/>
                <a:gd name="T23" fmla="*/ 262 h 270"/>
                <a:gd name="T24" fmla="*/ 46 w 421"/>
                <a:gd name="T25" fmla="*/ 264 h 270"/>
                <a:gd name="T26" fmla="*/ 53 w 421"/>
                <a:gd name="T27" fmla="*/ 266 h 270"/>
                <a:gd name="T28" fmla="*/ 61 w 421"/>
                <a:gd name="T29" fmla="*/ 269 h 270"/>
                <a:gd name="T30" fmla="*/ 68 w 421"/>
                <a:gd name="T31" fmla="*/ 270 h 270"/>
                <a:gd name="T32" fmla="*/ 76 w 421"/>
                <a:gd name="T33" fmla="*/ 270 h 270"/>
                <a:gd name="T34" fmla="*/ 346 w 421"/>
                <a:gd name="T35" fmla="*/ 270 h 270"/>
                <a:gd name="T36" fmla="*/ 354 w 421"/>
                <a:gd name="T37" fmla="*/ 270 h 270"/>
                <a:gd name="T38" fmla="*/ 361 w 421"/>
                <a:gd name="T39" fmla="*/ 269 h 270"/>
                <a:gd name="T40" fmla="*/ 368 w 421"/>
                <a:gd name="T41" fmla="*/ 266 h 270"/>
                <a:gd name="T42" fmla="*/ 375 w 421"/>
                <a:gd name="T43" fmla="*/ 264 h 270"/>
                <a:gd name="T44" fmla="*/ 381 w 421"/>
                <a:gd name="T45" fmla="*/ 260 h 270"/>
                <a:gd name="T46" fmla="*/ 387 w 421"/>
                <a:gd name="T47" fmla="*/ 257 h 270"/>
                <a:gd name="T48" fmla="*/ 393 w 421"/>
                <a:gd name="T49" fmla="*/ 252 h 270"/>
                <a:gd name="T50" fmla="*/ 399 w 421"/>
                <a:gd name="T51" fmla="*/ 248 h 270"/>
                <a:gd name="T52" fmla="*/ 403 w 421"/>
                <a:gd name="T53" fmla="*/ 243 h 270"/>
                <a:gd name="T54" fmla="*/ 408 w 421"/>
                <a:gd name="T55" fmla="*/ 237 h 270"/>
                <a:gd name="T56" fmla="*/ 412 w 421"/>
                <a:gd name="T57" fmla="*/ 230 h 270"/>
                <a:gd name="T58" fmla="*/ 415 w 421"/>
                <a:gd name="T59" fmla="*/ 225 h 270"/>
                <a:gd name="T60" fmla="*/ 417 w 421"/>
                <a:gd name="T61" fmla="*/ 218 h 270"/>
                <a:gd name="T62" fmla="*/ 420 w 421"/>
                <a:gd name="T63" fmla="*/ 211 h 270"/>
                <a:gd name="T64" fmla="*/ 421 w 421"/>
                <a:gd name="T65" fmla="*/ 203 h 270"/>
                <a:gd name="T66" fmla="*/ 421 w 421"/>
                <a:gd name="T67" fmla="*/ 196 h 270"/>
                <a:gd name="T68" fmla="*/ 421 w 421"/>
                <a:gd name="T69" fmla="*/ 0 h 270"/>
                <a:gd name="T70" fmla="*/ 0 w 421"/>
                <a:gd name="T71" fmla="*/ 0 h 270"/>
                <a:gd name="T72" fmla="*/ 0 w 421"/>
                <a:gd name="T73" fmla="*/ 194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1" h="270">
                  <a:moveTo>
                    <a:pt x="0" y="194"/>
                  </a:moveTo>
                  <a:lnTo>
                    <a:pt x="0" y="203"/>
                  </a:lnTo>
                  <a:lnTo>
                    <a:pt x="2" y="209"/>
                  </a:lnTo>
                  <a:lnTo>
                    <a:pt x="4" y="218"/>
                  </a:lnTo>
                  <a:lnTo>
                    <a:pt x="6" y="225"/>
                  </a:lnTo>
                  <a:lnTo>
                    <a:pt x="10" y="230"/>
                  </a:lnTo>
                  <a:lnTo>
                    <a:pt x="13" y="237"/>
                  </a:lnTo>
                  <a:lnTo>
                    <a:pt x="18" y="243"/>
                  </a:lnTo>
                  <a:lnTo>
                    <a:pt x="22" y="248"/>
                  </a:lnTo>
                  <a:lnTo>
                    <a:pt x="27" y="252"/>
                  </a:lnTo>
                  <a:lnTo>
                    <a:pt x="33" y="257"/>
                  </a:lnTo>
                  <a:lnTo>
                    <a:pt x="40" y="262"/>
                  </a:lnTo>
                  <a:lnTo>
                    <a:pt x="46" y="264"/>
                  </a:lnTo>
                  <a:lnTo>
                    <a:pt x="53" y="266"/>
                  </a:lnTo>
                  <a:lnTo>
                    <a:pt x="61" y="269"/>
                  </a:lnTo>
                  <a:lnTo>
                    <a:pt x="68" y="270"/>
                  </a:lnTo>
                  <a:lnTo>
                    <a:pt x="76" y="270"/>
                  </a:lnTo>
                  <a:lnTo>
                    <a:pt x="346" y="270"/>
                  </a:lnTo>
                  <a:lnTo>
                    <a:pt x="354" y="270"/>
                  </a:lnTo>
                  <a:lnTo>
                    <a:pt x="361" y="269"/>
                  </a:lnTo>
                  <a:lnTo>
                    <a:pt x="368" y="266"/>
                  </a:lnTo>
                  <a:lnTo>
                    <a:pt x="375" y="264"/>
                  </a:lnTo>
                  <a:lnTo>
                    <a:pt x="381" y="260"/>
                  </a:lnTo>
                  <a:lnTo>
                    <a:pt x="387" y="257"/>
                  </a:lnTo>
                  <a:lnTo>
                    <a:pt x="393" y="252"/>
                  </a:lnTo>
                  <a:lnTo>
                    <a:pt x="399" y="248"/>
                  </a:lnTo>
                  <a:lnTo>
                    <a:pt x="403" y="243"/>
                  </a:lnTo>
                  <a:lnTo>
                    <a:pt x="408" y="237"/>
                  </a:lnTo>
                  <a:lnTo>
                    <a:pt x="412" y="230"/>
                  </a:lnTo>
                  <a:lnTo>
                    <a:pt x="415" y="225"/>
                  </a:lnTo>
                  <a:lnTo>
                    <a:pt x="417" y="218"/>
                  </a:lnTo>
                  <a:lnTo>
                    <a:pt x="420" y="211"/>
                  </a:lnTo>
                  <a:lnTo>
                    <a:pt x="421" y="203"/>
                  </a:lnTo>
                  <a:lnTo>
                    <a:pt x="421" y="196"/>
                  </a:lnTo>
                  <a:lnTo>
                    <a:pt x="421" y="0"/>
                  </a:lnTo>
                  <a:lnTo>
                    <a:pt x="0" y="0"/>
                  </a:lnTo>
                  <a:lnTo>
                    <a:pt x="0"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4" name="Freeform 4748">
              <a:extLst>
                <a:ext uri="{FF2B5EF4-FFF2-40B4-BE49-F238E27FC236}">
                  <a16:creationId xmlns:a16="http://schemas.microsoft.com/office/drawing/2014/main" id="{F19379FE-5A69-44EE-B93D-0A8837421D10}"/>
                </a:ext>
              </a:extLst>
            </p:cNvPr>
            <p:cNvSpPr>
              <a:spLocks/>
            </p:cNvSpPr>
            <p:nvPr/>
          </p:nvSpPr>
          <p:spPr bwMode="auto">
            <a:xfrm>
              <a:off x="4900613" y="4089400"/>
              <a:ext cx="133350" cy="38100"/>
            </a:xfrm>
            <a:custGeom>
              <a:avLst/>
              <a:gdLst>
                <a:gd name="T0" fmla="*/ 346 w 421"/>
                <a:gd name="T1" fmla="*/ 0 h 121"/>
                <a:gd name="T2" fmla="*/ 76 w 421"/>
                <a:gd name="T3" fmla="*/ 0 h 121"/>
                <a:gd name="T4" fmla="*/ 68 w 421"/>
                <a:gd name="T5" fmla="*/ 1 h 121"/>
                <a:gd name="T6" fmla="*/ 61 w 421"/>
                <a:gd name="T7" fmla="*/ 3 h 121"/>
                <a:gd name="T8" fmla="*/ 53 w 421"/>
                <a:gd name="T9" fmla="*/ 4 h 121"/>
                <a:gd name="T10" fmla="*/ 46 w 421"/>
                <a:gd name="T11" fmla="*/ 6 h 121"/>
                <a:gd name="T12" fmla="*/ 40 w 421"/>
                <a:gd name="T13" fmla="*/ 10 h 121"/>
                <a:gd name="T14" fmla="*/ 33 w 421"/>
                <a:gd name="T15" fmla="*/ 13 h 121"/>
                <a:gd name="T16" fmla="*/ 27 w 421"/>
                <a:gd name="T17" fmla="*/ 18 h 121"/>
                <a:gd name="T18" fmla="*/ 22 w 421"/>
                <a:gd name="T19" fmla="*/ 22 h 121"/>
                <a:gd name="T20" fmla="*/ 18 w 421"/>
                <a:gd name="T21" fmla="*/ 28 h 121"/>
                <a:gd name="T22" fmla="*/ 13 w 421"/>
                <a:gd name="T23" fmla="*/ 34 h 121"/>
                <a:gd name="T24" fmla="*/ 10 w 421"/>
                <a:gd name="T25" fmla="*/ 40 h 121"/>
                <a:gd name="T26" fmla="*/ 6 w 421"/>
                <a:gd name="T27" fmla="*/ 47 h 121"/>
                <a:gd name="T28" fmla="*/ 4 w 421"/>
                <a:gd name="T29" fmla="*/ 54 h 121"/>
                <a:gd name="T30" fmla="*/ 2 w 421"/>
                <a:gd name="T31" fmla="*/ 61 h 121"/>
                <a:gd name="T32" fmla="*/ 0 w 421"/>
                <a:gd name="T33" fmla="*/ 67 h 121"/>
                <a:gd name="T34" fmla="*/ 0 w 421"/>
                <a:gd name="T35" fmla="*/ 76 h 121"/>
                <a:gd name="T36" fmla="*/ 0 w 421"/>
                <a:gd name="T37" fmla="*/ 121 h 121"/>
                <a:gd name="T38" fmla="*/ 421 w 421"/>
                <a:gd name="T39" fmla="*/ 121 h 121"/>
                <a:gd name="T40" fmla="*/ 421 w 421"/>
                <a:gd name="T41" fmla="*/ 76 h 121"/>
                <a:gd name="T42" fmla="*/ 421 w 421"/>
                <a:gd name="T43" fmla="*/ 67 h 121"/>
                <a:gd name="T44" fmla="*/ 420 w 421"/>
                <a:gd name="T45" fmla="*/ 61 h 121"/>
                <a:gd name="T46" fmla="*/ 417 w 421"/>
                <a:gd name="T47" fmla="*/ 54 h 121"/>
                <a:gd name="T48" fmla="*/ 415 w 421"/>
                <a:gd name="T49" fmla="*/ 47 h 121"/>
                <a:gd name="T50" fmla="*/ 412 w 421"/>
                <a:gd name="T51" fmla="*/ 40 h 121"/>
                <a:gd name="T52" fmla="*/ 408 w 421"/>
                <a:gd name="T53" fmla="*/ 34 h 121"/>
                <a:gd name="T54" fmla="*/ 403 w 421"/>
                <a:gd name="T55" fmla="*/ 28 h 121"/>
                <a:gd name="T56" fmla="*/ 399 w 421"/>
                <a:gd name="T57" fmla="*/ 22 h 121"/>
                <a:gd name="T58" fmla="*/ 393 w 421"/>
                <a:gd name="T59" fmla="*/ 18 h 121"/>
                <a:gd name="T60" fmla="*/ 387 w 421"/>
                <a:gd name="T61" fmla="*/ 13 h 121"/>
                <a:gd name="T62" fmla="*/ 381 w 421"/>
                <a:gd name="T63" fmla="*/ 10 h 121"/>
                <a:gd name="T64" fmla="*/ 375 w 421"/>
                <a:gd name="T65" fmla="*/ 6 h 121"/>
                <a:gd name="T66" fmla="*/ 368 w 421"/>
                <a:gd name="T67" fmla="*/ 4 h 121"/>
                <a:gd name="T68" fmla="*/ 361 w 421"/>
                <a:gd name="T69" fmla="*/ 3 h 121"/>
                <a:gd name="T70" fmla="*/ 354 w 421"/>
                <a:gd name="T71" fmla="*/ 1 h 121"/>
                <a:gd name="T72" fmla="*/ 346 w 421"/>
                <a:gd name="T7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1" h="121">
                  <a:moveTo>
                    <a:pt x="346" y="0"/>
                  </a:moveTo>
                  <a:lnTo>
                    <a:pt x="76" y="0"/>
                  </a:lnTo>
                  <a:lnTo>
                    <a:pt x="68" y="1"/>
                  </a:lnTo>
                  <a:lnTo>
                    <a:pt x="61" y="3"/>
                  </a:lnTo>
                  <a:lnTo>
                    <a:pt x="53" y="4"/>
                  </a:lnTo>
                  <a:lnTo>
                    <a:pt x="46" y="6"/>
                  </a:lnTo>
                  <a:lnTo>
                    <a:pt x="40" y="10"/>
                  </a:lnTo>
                  <a:lnTo>
                    <a:pt x="33" y="13"/>
                  </a:lnTo>
                  <a:lnTo>
                    <a:pt x="27" y="18"/>
                  </a:lnTo>
                  <a:lnTo>
                    <a:pt x="22" y="22"/>
                  </a:lnTo>
                  <a:lnTo>
                    <a:pt x="18" y="28"/>
                  </a:lnTo>
                  <a:lnTo>
                    <a:pt x="13" y="34"/>
                  </a:lnTo>
                  <a:lnTo>
                    <a:pt x="10" y="40"/>
                  </a:lnTo>
                  <a:lnTo>
                    <a:pt x="6" y="47"/>
                  </a:lnTo>
                  <a:lnTo>
                    <a:pt x="4" y="54"/>
                  </a:lnTo>
                  <a:lnTo>
                    <a:pt x="2" y="61"/>
                  </a:lnTo>
                  <a:lnTo>
                    <a:pt x="0" y="67"/>
                  </a:lnTo>
                  <a:lnTo>
                    <a:pt x="0" y="76"/>
                  </a:lnTo>
                  <a:lnTo>
                    <a:pt x="0" y="121"/>
                  </a:lnTo>
                  <a:lnTo>
                    <a:pt x="421" y="121"/>
                  </a:lnTo>
                  <a:lnTo>
                    <a:pt x="421" y="76"/>
                  </a:lnTo>
                  <a:lnTo>
                    <a:pt x="421" y="67"/>
                  </a:lnTo>
                  <a:lnTo>
                    <a:pt x="420" y="61"/>
                  </a:lnTo>
                  <a:lnTo>
                    <a:pt x="417" y="54"/>
                  </a:lnTo>
                  <a:lnTo>
                    <a:pt x="415" y="47"/>
                  </a:lnTo>
                  <a:lnTo>
                    <a:pt x="412" y="40"/>
                  </a:lnTo>
                  <a:lnTo>
                    <a:pt x="408" y="34"/>
                  </a:lnTo>
                  <a:lnTo>
                    <a:pt x="403" y="28"/>
                  </a:lnTo>
                  <a:lnTo>
                    <a:pt x="399" y="22"/>
                  </a:lnTo>
                  <a:lnTo>
                    <a:pt x="393" y="18"/>
                  </a:lnTo>
                  <a:lnTo>
                    <a:pt x="387" y="13"/>
                  </a:lnTo>
                  <a:lnTo>
                    <a:pt x="381" y="10"/>
                  </a:lnTo>
                  <a:lnTo>
                    <a:pt x="375" y="6"/>
                  </a:lnTo>
                  <a:lnTo>
                    <a:pt x="368" y="4"/>
                  </a:lnTo>
                  <a:lnTo>
                    <a:pt x="361" y="3"/>
                  </a:lnTo>
                  <a:lnTo>
                    <a:pt x="354" y="1"/>
                  </a:lnTo>
                  <a:lnTo>
                    <a:pt x="34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5" name="Freeform 4749">
              <a:extLst>
                <a:ext uri="{FF2B5EF4-FFF2-40B4-BE49-F238E27FC236}">
                  <a16:creationId xmlns:a16="http://schemas.microsoft.com/office/drawing/2014/main" id="{FB63E973-9CA9-4F16-8C29-07D5FD76F617}"/>
                </a:ext>
              </a:extLst>
            </p:cNvPr>
            <p:cNvSpPr>
              <a:spLocks/>
            </p:cNvSpPr>
            <p:nvPr/>
          </p:nvSpPr>
          <p:spPr bwMode="auto">
            <a:xfrm>
              <a:off x="5053013" y="4137025"/>
              <a:ext cx="134938" cy="85725"/>
            </a:xfrm>
            <a:custGeom>
              <a:avLst/>
              <a:gdLst>
                <a:gd name="T0" fmla="*/ 0 w 421"/>
                <a:gd name="T1" fmla="*/ 194 h 270"/>
                <a:gd name="T2" fmla="*/ 0 w 421"/>
                <a:gd name="T3" fmla="*/ 203 h 270"/>
                <a:gd name="T4" fmla="*/ 1 w 421"/>
                <a:gd name="T5" fmla="*/ 209 h 270"/>
                <a:gd name="T6" fmla="*/ 4 w 421"/>
                <a:gd name="T7" fmla="*/ 218 h 270"/>
                <a:gd name="T8" fmla="*/ 6 w 421"/>
                <a:gd name="T9" fmla="*/ 225 h 270"/>
                <a:gd name="T10" fmla="*/ 9 w 421"/>
                <a:gd name="T11" fmla="*/ 230 h 270"/>
                <a:gd name="T12" fmla="*/ 13 w 421"/>
                <a:gd name="T13" fmla="*/ 237 h 270"/>
                <a:gd name="T14" fmla="*/ 17 w 421"/>
                <a:gd name="T15" fmla="*/ 243 h 270"/>
                <a:gd name="T16" fmla="*/ 22 w 421"/>
                <a:gd name="T17" fmla="*/ 248 h 270"/>
                <a:gd name="T18" fmla="*/ 27 w 421"/>
                <a:gd name="T19" fmla="*/ 252 h 270"/>
                <a:gd name="T20" fmla="*/ 33 w 421"/>
                <a:gd name="T21" fmla="*/ 257 h 270"/>
                <a:gd name="T22" fmla="*/ 39 w 421"/>
                <a:gd name="T23" fmla="*/ 262 h 270"/>
                <a:gd name="T24" fmla="*/ 45 w 421"/>
                <a:gd name="T25" fmla="*/ 264 h 270"/>
                <a:gd name="T26" fmla="*/ 52 w 421"/>
                <a:gd name="T27" fmla="*/ 266 h 270"/>
                <a:gd name="T28" fmla="*/ 60 w 421"/>
                <a:gd name="T29" fmla="*/ 269 h 270"/>
                <a:gd name="T30" fmla="*/ 67 w 421"/>
                <a:gd name="T31" fmla="*/ 270 h 270"/>
                <a:gd name="T32" fmla="*/ 75 w 421"/>
                <a:gd name="T33" fmla="*/ 270 h 270"/>
                <a:gd name="T34" fmla="*/ 345 w 421"/>
                <a:gd name="T35" fmla="*/ 270 h 270"/>
                <a:gd name="T36" fmla="*/ 353 w 421"/>
                <a:gd name="T37" fmla="*/ 270 h 270"/>
                <a:gd name="T38" fmla="*/ 360 w 421"/>
                <a:gd name="T39" fmla="*/ 269 h 270"/>
                <a:gd name="T40" fmla="*/ 367 w 421"/>
                <a:gd name="T41" fmla="*/ 266 h 270"/>
                <a:gd name="T42" fmla="*/ 374 w 421"/>
                <a:gd name="T43" fmla="*/ 264 h 270"/>
                <a:gd name="T44" fmla="*/ 381 w 421"/>
                <a:gd name="T45" fmla="*/ 260 h 270"/>
                <a:gd name="T46" fmla="*/ 387 w 421"/>
                <a:gd name="T47" fmla="*/ 257 h 270"/>
                <a:gd name="T48" fmla="*/ 393 w 421"/>
                <a:gd name="T49" fmla="*/ 252 h 270"/>
                <a:gd name="T50" fmla="*/ 399 w 421"/>
                <a:gd name="T51" fmla="*/ 248 h 270"/>
                <a:gd name="T52" fmla="*/ 403 w 421"/>
                <a:gd name="T53" fmla="*/ 243 h 270"/>
                <a:gd name="T54" fmla="*/ 408 w 421"/>
                <a:gd name="T55" fmla="*/ 237 h 270"/>
                <a:gd name="T56" fmla="*/ 411 w 421"/>
                <a:gd name="T57" fmla="*/ 230 h 270"/>
                <a:gd name="T58" fmla="*/ 415 w 421"/>
                <a:gd name="T59" fmla="*/ 225 h 270"/>
                <a:gd name="T60" fmla="*/ 417 w 421"/>
                <a:gd name="T61" fmla="*/ 218 h 270"/>
                <a:gd name="T62" fmla="*/ 419 w 421"/>
                <a:gd name="T63" fmla="*/ 211 h 270"/>
                <a:gd name="T64" fmla="*/ 421 w 421"/>
                <a:gd name="T65" fmla="*/ 203 h 270"/>
                <a:gd name="T66" fmla="*/ 421 w 421"/>
                <a:gd name="T67" fmla="*/ 196 h 270"/>
                <a:gd name="T68" fmla="*/ 421 w 421"/>
                <a:gd name="T69" fmla="*/ 0 h 270"/>
                <a:gd name="T70" fmla="*/ 0 w 421"/>
                <a:gd name="T71" fmla="*/ 0 h 270"/>
                <a:gd name="T72" fmla="*/ 0 w 421"/>
                <a:gd name="T73" fmla="*/ 194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1" h="270">
                  <a:moveTo>
                    <a:pt x="0" y="194"/>
                  </a:moveTo>
                  <a:lnTo>
                    <a:pt x="0" y="203"/>
                  </a:lnTo>
                  <a:lnTo>
                    <a:pt x="1" y="209"/>
                  </a:lnTo>
                  <a:lnTo>
                    <a:pt x="4" y="218"/>
                  </a:lnTo>
                  <a:lnTo>
                    <a:pt x="6" y="225"/>
                  </a:lnTo>
                  <a:lnTo>
                    <a:pt x="9" y="230"/>
                  </a:lnTo>
                  <a:lnTo>
                    <a:pt x="13" y="237"/>
                  </a:lnTo>
                  <a:lnTo>
                    <a:pt x="17" y="243"/>
                  </a:lnTo>
                  <a:lnTo>
                    <a:pt x="22" y="248"/>
                  </a:lnTo>
                  <a:lnTo>
                    <a:pt x="27" y="252"/>
                  </a:lnTo>
                  <a:lnTo>
                    <a:pt x="33" y="257"/>
                  </a:lnTo>
                  <a:lnTo>
                    <a:pt x="39" y="262"/>
                  </a:lnTo>
                  <a:lnTo>
                    <a:pt x="45" y="264"/>
                  </a:lnTo>
                  <a:lnTo>
                    <a:pt x="52" y="266"/>
                  </a:lnTo>
                  <a:lnTo>
                    <a:pt x="60" y="269"/>
                  </a:lnTo>
                  <a:lnTo>
                    <a:pt x="67" y="270"/>
                  </a:lnTo>
                  <a:lnTo>
                    <a:pt x="75" y="270"/>
                  </a:lnTo>
                  <a:lnTo>
                    <a:pt x="345" y="270"/>
                  </a:lnTo>
                  <a:lnTo>
                    <a:pt x="353" y="270"/>
                  </a:lnTo>
                  <a:lnTo>
                    <a:pt x="360" y="269"/>
                  </a:lnTo>
                  <a:lnTo>
                    <a:pt x="367" y="266"/>
                  </a:lnTo>
                  <a:lnTo>
                    <a:pt x="374" y="264"/>
                  </a:lnTo>
                  <a:lnTo>
                    <a:pt x="381" y="260"/>
                  </a:lnTo>
                  <a:lnTo>
                    <a:pt x="387" y="257"/>
                  </a:lnTo>
                  <a:lnTo>
                    <a:pt x="393" y="252"/>
                  </a:lnTo>
                  <a:lnTo>
                    <a:pt x="399" y="248"/>
                  </a:lnTo>
                  <a:lnTo>
                    <a:pt x="403" y="243"/>
                  </a:lnTo>
                  <a:lnTo>
                    <a:pt x="408" y="237"/>
                  </a:lnTo>
                  <a:lnTo>
                    <a:pt x="411" y="230"/>
                  </a:lnTo>
                  <a:lnTo>
                    <a:pt x="415" y="225"/>
                  </a:lnTo>
                  <a:lnTo>
                    <a:pt x="417" y="218"/>
                  </a:lnTo>
                  <a:lnTo>
                    <a:pt x="419" y="211"/>
                  </a:lnTo>
                  <a:lnTo>
                    <a:pt x="421" y="203"/>
                  </a:lnTo>
                  <a:lnTo>
                    <a:pt x="421" y="196"/>
                  </a:lnTo>
                  <a:lnTo>
                    <a:pt x="421" y="0"/>
                  </a:lnTo>
                  <a:lnTo>
                    <a:pt x="0" y="0"/>
                  </a:lnTo>
                  <a:lnTo>
                    <a:pt x="0"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6" name="Freeform 4750">
              <a:extLst>
                <a:ext uri="{FF2B5EF4-FFF2-40B4-BE49-F238E27FC236}">
                  <a16:creationId xmlns:a16="http://schemas.microsoft.com/office/drawing/2014/main" id="{01C961D6-1630-4516-9BC7-E4CA7D970B85}"/>
                </a:ext>
              </a:extLst>
            </p:cNvPr>
            <p:cNvSpPr>
              <a:spLocks/>
            </p:cNvSpPr>
            <p:nvPr/>
          </p:nvSpPr>
          <p:spPr bwMode="auto">
            <a:xfrm>
              <a:off x="5053013" y="4089400"/>
              <a:ext cx="134938" cy="38100"/>
            </a:xfrm>
            <a:custGeom>
              <a:avLst/>
              <a:gdLst>
                <a:gd name="T0" fmla="*/ 345 w 421"/>
                <a:gd name="T1" fmla="*/ 0 h 121"/>
                <a:gd name="T2" fmla="*/ 75 w 421"/>
                <a:gd name="T3" fmla="*/ 0 h 121"/>
                <a:gd name="T4" fmla="*/ 67 w 421"/>
                <a:gd name="T5" fmla="*/ 1 h 121"/>
                <a:gd name="T6" fmla="*/ 60 w 421"/>
                <a:gd name="T7" fmla="*/ 3 h 121"/>
                <a:gd name="T8" fmla="*/ 52 w 421"/>
                <a:gd name="T9" fmla="*/ 4 h 121"/>
                <a:gd name="T10" fmla="*/ 45 w 421"/>
                <a:gd name="T11" fmla="*/ 6 h 121"/>
                <a:gd name="T12" fmla="*/ 39 w 421"/>
                <a:gd name="T13" fmla="*/ 10 h 121"/>
                <a:gd name="T14" fmla="*/ 33 w 421"/>
                <a:gd name="T15" fmla="*/ 13 h 121"/>
                <a:gd name="T16" fmla="*/ 27 w 421"/>
                <a:gd name="T17" fmla="*/ 18 h 121"/>
                <a:gd name="T18" fmla="*/ 22 w 421"/>
                <a:gd name="T19" fmla="*/ 22 h 121"/>
                <a:gd name="T20" fmla="*/ 17 w 421"/>
                <a:gd name="T21" fmla="*/ 28 h 121"/>
                <a:gd name="T22" fmla="*/ 13 w 421"/>
                <a:gd name="T23" fmla="*/ 34 h 121"/>
                <a:gd name="T24" fmla="*/ 9 w 421"/>
                <a:gd name="T25" fmla="*/ 40 h 121"/>
                <a:gd name="T26" fmla="*/ 6 w 421"/>
                <a:gd name="T27" fmla="*/ 47 h 121"/>
                <a:gd name="T28" fmla="*/ 4 w 421"/>
                <a:gd name="T29" fmla="*/ 54 h 121"/>
                <a:gd name="T30" fmla="*/ 1 w 421"/>
                <a:gd name="T31" fmla="*/ 61 h 121"/>
                <a:gd name="T32" fmla="*/ 0 w 421"/>
                <a:gd name="T33" fmla="*/ 67 h 121"/>
                <a:gd name="T34" fmla="*/ 0 w 421"/>
                <a:gd name="T35" fmla="*/ 76 h 121"/>
                <a:gd name="T36" fmla="*/ 0 w 421"/>
                <a:gd name="T37" fmla="*/ 121 h 121"/>
                <a:gd name="T38" fmla="*/ 421 w 421"/>
                <a:gd name="T39" fmla="*/ 121 h 121"/>
                <a:gd name="T40" fmla="*/ 421 w 421"/>
                <a:gd name="T41" fmla="*/ 76 h 121"/>
                <a:gd name="T42" fmla="*/ 421 w 421"/>
                <a:gd name="T43" fmla="*/ 67 h 121"/>
                <a:gd name="T44" fmla="*/ 419 w 421"/>
                <a:gd name="T45" fmla="*/ 61 h 121"/>
                <a:gd name="T46" fmla="*/ 417 w 421"/>
                <a:gd name="T47" fmla="*/ 54 h 121"/>
                <a:gd name="T48" fmla="*/ 415 w 421"/>
                <a:gd name="T49" fmla="*/ 47 h 121"/>
                <a:gd name="T50" fmla="*/ 411 w 421"/>
                <a:gd name="T51" fmla="*/ 40 h 121"/>
                <a:gd name="T52" fmla="*/ 408 w 421"/>
                <a:gd name="T53" fmla="*/ 34 h 121"/>
                <a:gd name="T54" fmla="*/ 403 w 421"/>
                <a:gd name="T55" fmla="*/ 28 h 121"/>
                <a:gd name="T56" fmla="*/ 399 w 421"/>
                <a:gd name="T57" fmla="*/ 22 h 121"/>
                <a:gd name="T58" fmla="*/ 393 w 421"/>
                <a:gd name="T59" fmla="*/ 18 h 121"/>
                <a:gd name="T60" fmla="*/ 387 w 421"/>
                <a:gd name="T61" fmla="*/ 13 h 121"/>
                <a:gd name="T62" fmla="*/ 381 w 421"/>
                <a:gd name="T63" fmla="*/ 10 h 121"/>
                <a:gd name="T64" fmla="*/ 374 w 421"/>
                <a:gd name="T65" fmla="*/ 6 h 121"/>
                <a:gd name="T66" fmla="*/ 367 w 421"/>
                <a:gd name="T67" fmla="*/ 4 h 121"/>
                <a:gd name="T68" fmla="*/ 360 w 421"/>
                <a:gd name="T69" fmla="*/ 3 h 121"/>
                <a:gd name="T70" fmla="*/ 353 w 421"/>
                <a:gd name="T71" fmla="*/ 1 h 121"/>
                <a:gd name="T72" fmla="*/ 345 w 421"/>
                <a:gd name="T7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1" h="121">
                  <a:moveTo>
                    <a:pt x="345" y="0"/>
                  </a:moveTo>
                  <a:lnTo>
                    <a:pt x="75" y="0"/>
                  </a:lnTo>
                  <a:lnTo>
                    <a:pt x="67" y="1"/>
                  </a:lnTo>
                  <a:lnTo>
                    <a:pt x="60" y="3"/>
                  </a:lnTo>
                  <a:lnTo>
                    <a:pt x="52" y="4"/>
                  </a:lnTo>
                  <a:lnTo>
                    <a:pt x="45" y="6"/>
                  </a:lnTo>
                  <a:lnTo>
                    <a:pt x="39" y="10"/>
                  </a:lnTo>
                  <a:lnTo>
                    <a:pt x="33" y="13"/>
                  </a:lnTo>
                  <a:lnTo>
                    <a:pt x="27" y="18"/>
                  </a:lnTo>
                  <a:lnTo>
                    <a:pt x="22" y="22"/>
                  </a:lnTo>
                  <a:lnTo>
                    <a:pt x="17" y="28"/>
                  </a:lnTo>
                  <a:lnTo>
                    <a:pt x="13" y="34"/>
                  </a:lnTo>
                  <a:lnTo>
                    <a:pt x="9" y="40"/>
                  </a:lnTo>
                  <a:lnTo>
                    <a:pt x="6" y="47"/>
                  </a:lnTo>
                  <a:lnTo>
                    <a:pt x="4" y="54"/>
                  </a:lnTo>
                  <a:lnTo>
                    <a:pt x="1" y="61"/>
                  </a:lnTo>
                  <a:lnTo>
                    <a:pt x="0" y="67"/>
                  </a:lnTo>
                  <a:lnTo>
                    <a:pt x="0" y="76"/>
                  </a:lnTo>
                  <a:lnTo>
                    <a:pt x="0" y="121"/>
                  </a:lnTo>
                  <a:lnTo>
                    <a:pt x="421" y="121"/>
                  </a:lnTo>
                  <a:lnTo>
                    <a:pt x="421" y="76"/>
                  </a:lnTo>
                  <a:lnTo>
                    <a:pt x="421" y="67"/>
                  </a:lnTo>
                  <a:lnTo>
                    <a:pt x="419" y="61"/>
                  </a:lnTo>
                  <a:lnTo>
                    <a:pt x="417" y="54"/>
                  </a:lnTo>
                  <a:lnTo>
                    <a:pt x="415" y="47"/>
                  </a:lnTo>
                  <a:lnTo>
                    <a:pt x="411" y="40"/>
                  </a:lnTo>
                  <a:lnTo>
                    <a:pt x="408" y="34"/>
                  </a:lnTo>
                  <a:lnTo>
                    <a:pt x="403" y="28"/>
                  </a:lnTo>
                  <a:lnTo>
                    <a:pt x="399" y="22"/>
                  </a:lnTo>
                  <a:lnTo>
                    <a:pt x="393" y="18"/>
                  </a:lnTo>
                  <a:lnTo>
                    <a:pt x="387" y="13"/>
                  </a:lnTo>
                  <a:lnTo>
                    <a:pt x="381" y="10"/>
                  </a:lnTo>
                  <a:lnTo>
                    <a:pt x="374" y="6"/>
                  </a:lnTo>
                  <a:lnTo>
                    <a:pt x="367" y="4"/>
                  </a:lnTo>
                  <a:lnTo>
                    <a:pt x="360" y="3"/>
                  </a:lnTo>
                  <a:lnTo>
                    <a:pt x="353" y="1"/>
                  </a:lnTo>
                  <a:lnTo>
                    <a:pt x="3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47" name="Group 46">
            <a:extLst>
              <a:ext uri="{FF2B5EF4-FFF2-40B4-BE49-F238E27FC236}">
                <a16:creationId xmlns:a16="http://schemas.microsoft.com/office/drawing/2014/main" id="{D071DCA7-3A30-4946-9B0C-27D5C6ABC91C}"/>
              </a:ext>
            </a:extLst>
          </p:cNvPr>
          <p:cNvGrpSpPr/>
          <p:nvPr/>
        </p:nvGrpSpPr>
        <p:grpSpPr>
          <a:xfrm>
            <a:off x="6564709" y="2243445"/>
            <a:ext cx="277813" cy="276225"/>
            <a:chOff x="6105525" y="1922463"/>
            <a:chExt cx="277813" cy="276225"/>
          </a:xfrm>
          <a:solidFill>
            <a:schemeClr val="bg1"/>
          </a:solidFill>
        </p:grpSpPr>
        <p:sp>
          <p:nvSpPr>
            <p:cNvPr id="48" name="Freeform 2023">
              <a:extLst>
                <a:ext uri="{FF2B5EF4-FFF2-40B4-BE49-F238E27FC236}">
                  <a16:creationId xmlns:a16="http://schemas.microsoft.com/office/drawing/2014/main" id="{F92FACC3-46C3-4A8A-ABEC-D6A8DF7FBBEA}"/>
                </a:ext>
              </a:extLst>
            </p:cNvPr>
            <p:cNvSpPr>
              <a:spLocks noEditPoints="1"/>
            </p:cNvSpPr>
            <p:nvPr/>
          </p:nvSpPr>
          <p:spPr bwMode="auto">
            <a:xfrm>
              <a:off x="6105525" y="1960563"/>
              <a:ext cx="96838" cy="47625"/>
            </a:xfrm>
            <a:custGeom>
              <a:avLst/>
              <a:gdLst>
                <a:gd name="T0" fmla="*/ 195 w 303"/>
                <a:gd name="T1" fmla="*/ 105 h 150"/>
                <a:gd name="T2" fmla="*/ 165 w 303"/>
                <a:gd name="T3" fmla="*/ 105 h 150"/>
                <a:gd name="T4" fmla="*/ 162 w 303"/>
                <a:gd name="T5" fmla="*/ 105 h 150"/>
                <a:gd name="T6" fmla="*/ 160 w 303"/>
                <a:gd name="T7" fmla="*/ 104 h 150"/>
                <a:gd name="T8" fmla="*/ 157 w 303"/>
                <a:gd name="T9" fmla="*/ 103 h 150"/>
                <a:gd name="T10" fmla="*/ 155 w 303"/>
                <a:gd name="T11" fmla="*/ 101 h 150"/>
                <a:gd name="T12" fmla="*/ 153 w 303"/>
                <a:gd name="T13" fmla="*/ 98 h 150"/>
                <a:gd name="T14" fmla="*/ 151 w 303"/>
                <a:gd name="T15" fmla="*/ 96 h 150"/>
                <a:gd name="T16" fmla="*/ 151 w 303"/>
                <a:gd name="T17" fmla="*/ 93 h 150"/>
                <a:gd name="T18" fmla="*/ 150 w 303"/>
                <a:gd name="T19" fmla="*/ 90 h 150"/>
                <a:gd name="T20" fmla="*/ 151 w 303"/>
                <a:gd name="T21" fmla="*/ 88 h 150"/>
                <a:gd name="T22" fmla="*/ 151 w 303"/>
                <a:gd name="T23" fmla="*/ 85 h 150"/>
                <a:gd name="T24" fmla="*/ 153 w 303"/>
                <a:gd name="T25" fmla="*/ 82 h 150"/>
                <a:gd name="T26" fmla="*/ 155 w 303"/>
                <a:gd name="T27" fmla="*/ 80 h 150"/>
                <a:gd name="T28" fmla="*/ 157 w 303"/>
                <a:gd name="T29" fmla="*/ 78 h 150"/>
                <a:gd name="T30" fmla="*/ 160 w 303"/>
                <a:gd name="T31" fmla="*/ 77 h 150"/>
                <a:gd name="T32" fmla="*/ 162 w 303"/>
                <a:gd name="T33" fmla="*/ 76 h 150"/>
                <a:gd name="T34" fmla="*/ 165 w 303"/>
                <a:gd name="T35" fmla="*/ 75 h 150"/>
                <a:gd name="T36" fmla="*/ 195 w 303"/>
                <a:gd name="T37" fmla="*/ 75 h 150"/>
                <a:gd name="T38" fmla="*/ 199 w 303"/>
                <a:gd name="T39" fmla="*/ 76 h 150"/>
                <a:gd name="T40" fmla="*/ 202 w 303"/>
                <a:gd name="T41" fmla="*/ 77 h 150"/>
                <a:gd name="T42" fmla="*/ 204 w 303"/>
                <a:gd name="T43" fmla="*/ 78 h 150"/>
                <a:gd name="T44" fmla="*/ 206 w 303"/>
                <a:gd name="T45" fmla="*/ 80 h 150"/>
                <a:gd name="T46" fmla="*/ 208 w 303"/>
                <a:gd name="T47" fmla="*/ 82 h 150"/>
                <a:gd name="T48" fmla="*/ 209 w 303"/>
                <a:gd name="T49" fmla="*/ 85 h 150"/>
                <a:gd name="T50" fmla="*/ 210 w 303"/>
                <a:gd name="T51" fmla="*/ 88 h 150"/>
                <a:gd name="T52" fmla="*/ 210 w 303"/>
                <a:gd name="T53" fmla="*/ 90 h 150"/>
                <a:gd name="T54" fmla="*/ 210 w 303"/>
                <a:gd name="T55" fmla="*/ 93 h 150"/>
                <a:gd name="T56" fmla="*/ 209 w 303"/>
                <a:gd name="T57" fmla="*/ 96 h 150"/>
                <a:gd name="T58" fmla="*/ 208 w 303"/>
                <a:gd name="T59" fmla="*/ 98 h 150"/>
                <a:gd name="T60" fmla="*/ 206 w 303"/>
                <a:gd name="T61" fmla="*/ 101 h 150"/>
                <a:gd name="T62" fmla="*/ 204 w 303"/>
                <a:gd name="T63" fmla="*/ 103 h 150"/>
                <a:gd name="T64" fmla="*/ 202 w 303"/>
                <a:gd name="T65" fmla="*/ 104 h 150"/>
                <a:gd name="T66" fmla="*/ 199 w 303"/>
                <a:gd name="T67" fmla="*/ 105 h 150"/>
                <a:gd name="T68" fmla="*/ 195 w 303"/>
                <a:gd name="T69" fmla="*/ 105 h 150"/>
                <a:gd name="T70" fmla="*/ 195 w 303"/>
                <a:gd name="T71" fmla="*/ 105 h 150"/>
                <a:gd name="T72" fmla="*/ 300 w 303"/>
                <a:gd name="T73" fmla="*/ 135 h 150"/>
                <a:gd name="T74" fmla="*/ 300 w 303"/>
                <a:gd name="T75" fmla="*/ 0 h 150"/>
                <a:gd name="T76" fmla="*/ 90 w 303"/>
                <a:gd name="T77" fmla="*/ 0 h 150"/>
                <a:gd name="T78" fmla="*/ 82 w 303"/>
                <a:gd name="T79" fmla="*/ 1 h 150"/>
                <a:gd name="T80" fmla="*/ 72 w 303"/>
                <a:gd name="T81" fmla="*/ 2 h 150"/>
                <a:gd name="T82" fmla="*/ 63 w 303"/>
                <a:gd name="T83" fmla="*/ 4 h 150"/>
                <a:gd name="T84" fmla="*/ 55 w 303"/>
                <a:gd name="T85" fmla="*/ 7 h 150"/>
                <a:gd name="T86" fmla="*/ 47 w 303"/>
                <a:gd name="T87" fmla="*/ 10 h 150"/>
                <a:gd name="T88" fmla="*/ 40 w 303"/>
                <a:gd name="T89" fmla="*/ 15 h 150"/>
                <a:gd name="T90" fmla="*/ 32 w 303"/>
                <a:gd name="T91" fmla="*/ 20 h 150"/>
                <a:gd name="T92" fmla="*/ 27 w 303"/>
                <a:gd name="T93" fmla="*/ 27 h 150"/>
                <a:gd name="T94" fmla="*/ 20 w 303"/>
                <a:gd name="T95" fmla="*/ 33 h 150"/>
                <a:gd name="T96" fmla="*/ 15 w 303"/>
                <a:gd name="T97" fmla="*/ 39 h 150"/>
                <a:gd name="T98" fmla="*/ 11 w 303"/>
                <a:gd name="T99" fmla="*/ 47 h 150"/>
                <a:gd name="T100" fmla="*/ 8 w 303"/>
                <a:gd name="T101" fmla="*/ 54 h 150"/>
                <a:gd name="T102" fmla="*/ 4 w 303"/>
                <a:gd name="T103" fmla="*/ 63 h 150"/>
                <a:gd name="T104" fmla="*/ 2 w 303"/>
                <a:gd name="T105" fmla="*/ 72 h 150"/>
                <a:gd name="T106" fmla="*/ 1 w 303"/>
                <a:gd name="T107" fmla="*/ 81 h 150"/>
                <a:gd name="T108" fmla="*/ 0 w 303"/>
                <a:gd name="T109" fmla="*/ 90 h 150"/>
                <a:gd name="T110" fmla="*/ 0 w 303"/>
                <a:gd name="T111" fmla="*/ 150 h 150"/>
                <a:gd name="T112" fmla="*/ 303 w 303"/>
                <a:gd name="T113" fmla="*/ 150 h 150"/>
                <a:gd name="T114" fmla="*/ 301 w 303"/>
                <a:gd name="T115" fmla="*/ 144 h 150"/>
                <a:gd name="T116" fmla="*/ 300 w 303"/>
                <a:gd name="T117" fmla="*/ 135 h 150"/>
                <a:gd name="T118" fmla="*/ 300 w 303"/>
                <a:gd name="T119" fmla="*/ 13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3" h="150">
                  <a:moveTo>
                    <a:pt x="195" y="105"/>
                  </a:moveTo>
                  <a:lnTo>
                    <a:pt x="165" y="105"/>
                  </a:lnTo>
                  <a:lnTo>
                    <a:pt x="162" y="105"/>
                  </a:lnTo>
                  <a:lnTo>
                    <a:pt x="160" y="104"/>
                  </a:lnTo>
                  <a:lnTo>
                    <a:pt x="157" y="103"/>
                  </a:lnTo>
                  <a:lnTo>
                    <a:pt x="155" y="101"/>
                  </a:lnTo>
                  <a:lnTo>
                    <a:pt x="153" y="98"/>
                  </a:lnTo>
                  <a:lnTo>
                    <a:pt x="151" y="96"/>
                  </a:lnTo>
                  <a:lnTo>
                    <a:pt x="151" y="93"/>
                  </a:lnTo>
                  <a:lnTo>
                    <a:pt x="150" y="90"/>
                  </a:lnTo>
                  <a:lnTo>
                    <a:pt x="151" y="88"/>
                  </a:lnTo>
                  <a:lnTo>
                    <a:pt x="151" y="85"/>
                  </a:lnTo>
                  <a:lnTo>
                    <a:pt x="153" y="82"/>
                  </a:lnTo>
                  <a:lnTo>
                    <a:pt x="155" y="80"/>
                  </a:lnTo>
                  <a:lnTo>
                    <a:pt x="157" y="78"/>
                  </a:lnTo>
                  <a:lnTo>
                    <a:pt x="160" y="77"/>
                  </a:lnTo>
                  <a:lnTo>
                    <a:pt x="162" y="76"/>
                  </a:lnTo>
                  <a:lnTo>
                    <a:pt x="165" y="75"/>
                  </a:lnTo>
                  <a:lnTo>
                    <a:pt x="195" y="75"/>
                  </a:lnTo>
                  <a:lnTo>
                    <a:pt x="199" y="76"/>
                  </a:lnTo>
                  <a:lnTo>
                    <a:pt x="202" y="77"/>
                  </a:lnTo>
                  <a:lnTo>
                    <a:pt x="204" y="78"/>
                  </a:lnTo>
                  <a:lnTo>
                    <a:pt x="206" y="80"/>
                  </a:lnTo>
                  <a:lnTo>
                    <a:pt x="208" y="82"/>
                  </a:lnTo>
                  <a:lnTo>
                    <a:pt x="209" y="85"/>
                  </a:lnTo>
                  <a:lnTo>
                    <a:pt x="210" y="88"/>
                  </a:lnTo>
                  <a:lnTo>
                    <a:pt x="210" y="90"/>
                  </a:lnTo>
                  <a:lnTo>
                    <a:pt x="210" y="93"/>
                  </a:lnTo>
                  <a:lnTo>
                    <a:pt x="209" y="96"/>
                  </a:lnTo>
                  <a:lnTo>
                    <a:pt x="208" y="98"/>
                  </a:lnTo>
                  <a:lnTo>
                    <a:pt x="206" y="101"/>
                  </a:lnTo>
                  <a:lnTo>
                    <a:pt x="204" y="103"/>
                  </a:lnTo>
                  <a:lnTo>
                    <a:pt x="202" y="104"/>
                  </a:lnTo>
                  <a:lnTo>
                    <a:pt x="199" y="105"/>
                  </a:lnTo>
                  <a:lnTo>
                    <a:pt x="195" y="105"/>
                  </a:lnTo>
                  <a:lnTo>
                    <a:pt x="195" y="105"/>
                  </a:lnTo>
                  <a:close/>
                  <a:moveTo>
                    <a:pt x="300" y="135"/>
                  </a:moveTo>
                  <a:lnTo>
                    <a:pt x="300" y="0"/>
                  </a:lnTo>
                  <a:lnTo>
                    <a:pt x="90" y="0"/>
                  </a:lnTo>
                  <a:lnTo>
                    <a:pt x="82" y="1"/>
                  </a:lnTo>
                  <a:lnTo>
                    <a:pt x="72" y="2"/>
                  </a:lnTo>
                  <a:lnTo>
                    <a:pt x="63" y="4"/>
                  </a:lnTo>
                  <a:lnTo>
                    <a:pt x="55" y="7"/>
                  </a:lnTo>
                  <a:lnTo>
                    <a:pt x="47" y="10"/>
                  </a:lnTo>
                  <a:lnTo>
                    <a:pt x="40" y="15"/>
                  </a:lnTo>
                  <a:lnTo>
                    <a:pt x="32" y="20"/>
                  </a:lnTo>
                  <a:lnTo>
                    <a:pt x="27" y="27"/>
                  </a:lnTo>
                  <a:lnTo>
                    <a:pt x="20" y="33"/>
                  </a:lnTo>
                  <a:lnTo>
                    <a:pt x="15" y="39"/>
                  </a:lnTo>
                  <a:lnTo>
                    <a:pt x="11" y="47"/>
                  </a:lnTo>
                  <a:lnTo>
                    <a:pt x="8" y="54"/>
                  </a:lnTo>
                  <a:lnTo>
                    <a:pt x="4" y="63"/>
                  </a:lnTo>
                  <a:lnTo>
                    <a:pt x="2" y="72"/>
                  </a:lnTo>
                  <a:lnTo>
                    <a:pt x="1" y="81"/>
                  </a:lnTo>
                  <a:lnTo>
                    <a:pt x="0" y="90"/>
                  </a:lnTo>
                  <a:lnTo>
                    <a:pt x="0" y="150"/>
                  </a:lnTo>
                  <a:lnTo>
                    <a:pt x="303" y="150"/>
                  </a:lnTo>
                  <a:lnTo>
                    <a:pt x="301" y="144"/>
                  </a:lnTo>
                  <a:lnTo>
                    <a:pt x="300" y="135"/>
                  </a:lnTo>
                  <a:lnTo>
                    <a:pt x="300"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9" name="Freeform 2024">
              <a:extLst>
                <a:ext uri="{FF2B5EF4-FFF2-40B4-BE49-F238E27FC236}">
                  <a16:creationId xmlns:a16="http://schemas.microsoft.com/office/drawing/2014/main" id="{6DC124FB-D5FB-4BDF-8768-AD5C160B34C1}"/>
                </a:ext>
              </a:extLst>
            </p:cNvPr>
            <p:cNvSpPr>
              <a:spLocks noEditPoints="1"/>
            </p:cNvSpPr>
            <p:nvPr/>
          </p:nvSpPr>
          <p:spPr bwMode="auto">
            <a:xfrm>
              <a:off x="6105525" y="2151063"/>
              <a:ext cx="142875" cy="47625"/>
            </a:xfrm>
            <a:custGeom>
              <a:avLst/>
              <a:gdLst>
                <a:gd name="T0" fmla="*/ 231 w 451"/>
                <a:gd name="T1" fmla="*/ 25 h 150"/>
                <a:gd name="T2" fmla="*/ 242 w 451"/>
                <a:gd name="T3" fmla="*/ 31 h 150"/>
                <a:gd name="T4" fmla="*/ 252 w 451"/>
                <a:gd name="T5" fmla="*/ 39 h 150"/>
                <a:gd name="T6" fmla="*/ 258 w 451"/>
                <a:gd name="T7" fmla="*/ 52 h 150"/>
                <a:gd name="T8" fmla="*/ 258 w 451"/>
                <a:gd name="T9" fmla="*/ 65 h 150"/>
                <a:gd name="T10" fmla="*/ 252 w 451"/>
                <a:gd name="T11" fmla="*/ 78 h 150"/>
                <a:gd name="T12" fmla="*/ 242 w 451"/>
                <a:gd name="T13" fmla="*/ 86 h 150"/>
                <a:gd name="T14" fmla="*/ 231 w 451"/>
                <a:gd name="T15" fmla="*/ 92 h 150"/>
                <a:gd name="T16" fmla="*/ 217 w 451"/>
                <a:gd name="T17" fmla="*/ 92 h 150"/>
                <a:gd name="T18" fmla="*/ 205 w 451"/>
                <a:gd name="T19" fmla="*/ 86 h 150"/>
                <a:gd name="T20" fmla="*/ 195 w 451"/>
                <a:gd name="T21" fmla="*/ 78 h 150"/>
                <a:gd name="T22" fmla="*/ 190 w 451"/>
                <a:gd name="T23" fmla="*/ 66 h 150"/>
                <a:gd name="T24" fmla="*/ 190 w 451"/>
                <a:gd name="T25" fmla="*/ 52 h 150"/>
                <a:gd name="T26" fmla="*/ 195 w 451"/>
                <a:gd name="T27" fmla="*/ 39 h 150"/>
                <a:gd name="T28" fmla="*/ 205 w 451"/>
                <a:gd name="T29" fmla="*/ 31 h 150"/>
                <a:gd name="T30" fmla="*/ 217 w 451"/>
                <a:gd name="T31" fmla="*/ 25 h 150"/>
                <a:gd name="T32" fmla="*/ 224 w 451"/>
                <a:gd name="T33" fmla="*/ 24 h 150"/>
                <a:gd name="T34" fmla="*/ 1 w 451"/>
                <a:gd name="T35" fmla="*/ 68 h 150"/>
                <a:gd name="T36" fmla="*/ 4 w 451"/>
                <a:gd name="T37" fmla="*/ 85 h 150"/>
                <a:gd name="T38" fmla="*/ 11 w 451"/>
                <a:gd name="T39" fmla="*/ 102 h 150"/>
                <a:gd name="T40" fmla="*/ 20 w 451"/>
                <a:gd name="T41" fmla="*/ 116 h 150"/>
                <a:gd name="T42" fmla="*/ 33 w 451"/>
                <a:gd name="T43" fmla="*/ 129 h 150"/>
                <a:gd name="T44" fmla="*/ 47 w 451"/>
                <a:gd name="T45" fmla="*/ 139 h 150"/>
                <a:gd name="T46" fmla="*/ 63 w 451"/>
                <a:gd name="T47" fmla="*/ 145 h 150"/>
                <a:gd name="T48" fmla="*/ 82 w 451"/>
                <a:gd name="T49" fmla="*/ 149 h 150"/>
                <a:gd name="T50" fmla="*/ 360 w 451"/>
                <a:gd name="T51" fmla="*/ 150 h 150"/>
                <a:gd name="T52" fmla="*/ 379 w 451"/>
                <a:gd name="T53" fmla="*/ 148 h 150"/>
                <a:gd name="T54" fmla="*/ 395 w 451"/>
                <a:gd name="T55" fmla="*/ 143 h 150"/>
                <a:gd name="T56" fmla="*/ 409 w 451"/>
                <a:gd name="T57" fmla="*/ 135 h 150"/>
                <a:gd name="T58" fmla="*/ 422 w 451"/>
                <a:gd name="T59" fmla="*/ 124 h 150"/>
                <a:gd name="T60" fmla="*/ 433 w 451"/>
                <a:gd name="T61" fmla="*/ 111 h 150"/>
                <a:gd name="T62" fmla="*/ 442 w 451"/>
                <a:gd name="T63" fmla="*/ 96 h 150"/>
                <a:gd name="T64" fmla="*/ 447 w 451"/>
                <a:gd name="T65" fmla="*/ 79 h 150"/>
                <a:gd name="T66" fmla="*/ 451 w 451"/>
                <a:gd name="T67" fmla="*/ 60 h 150"/>
                <a:gd name="T68" fmla="*/ 0 w 451"/>
                <a:gd name="T6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1" h="150">
                  <a:moveTo>
                    <a:pt x="224" y="24"/>
                  </a:moveTo>
                  <a:lnTo>
                    <a:pt x="231" y="25"/>
                  </a:lnTo>
                  <a:lnTo>
                    <a:pt x="237" y="27"/>
                  </a:lnTo>
                  <a:lnTo>
                    <a:pt x="242" y="31"/>
                  </a:lnTo>
                  <a:lnTo>
                    <a:pt x="248" y="35"/>
                  </a:lnTo>
                  <a:lnTo>
                    <a:pt x="252" y="39"/>
                  </a:lnTo>
                  <a:lnTo>
                    <a:pt x="255" y="46"/>
                  </a:lnTo>
                  <a:lnTo>
                    <a:pt x="258" y="52"/>
                  </a:lnTo>
                  <a:lnTo>
                    <a:pt x="258" y="59"/>
                  </a:lnTo>
                  <a:lnTo>
                    <a:pt x="258" y="65"/>
                  </a:lnTo>
                  <a:lnTo>
                    <a:pt x="255" y="71"/>
                  </a:lnTo>
                  <a:lnTo>
                    <a:pt x="252" y="78"/>
                  </a:lnTo>
                  <a:lnTo>
                    <a:pt x="248" y="83"/>
                  </a:lnTo>
                  <a:lnTo>
                    <a:pt x="242" y="86"/>
                  </a:lnTo>
                  <a:lnTo>
                    <a:pt x="237" y="90"/>
                  </a:lnTo>
                  <a:lnTo>
                    <a:pt x="231" y="92"/>
                  </a:lnTo>
                  <a:lnTo>
                    <a:pt x="224" y="93"/>
                  </a:lnTo>
                  <a:lnTo>
                    <a:pt x="217" y="92"/>
                  </a:lnTo>
                  <a:lnTo>
                    <a:pt x="210" y="90"/>
                  </a:lnTo>
                  <a:lnTo>
                    <a:pt x="205" y="86"/>
                  </a:lnTo>
                  <a:lnTo>
                    <a:pt x="200" y="83"/>
                  </a:lnTo>
                  <a:lnTo>
                    <a:pt x="195" y="78"/>
                  </a:lnTo>
                  <a:lnTo>
                    <a:pt x="192" y="71"/>
                  </a:lnTo>
                  <a:lnTo>
                    <a:pt x="190" y="66"/>
                  </a:lnTo>
                  <a:lnTo>
                    <a:pt x="190" y="59"/>
                  </a:lnTo>
                  <a:lnTo>
                    <a:pt x="190" y="52"/>
                  </a:lnTo>
                  <a:lnTo>
                    <a:pt x="192" y="46"/>
                  </a:lnTo>
                  <a:lnTo>
                    <a:pt x="195" y="39"/>
                  </a:lnTo>
                  <a:lnTo>
                    <a:pt x="200" y="35"/>
                  </a:lnTo>
                  <a:lnTo>
                    <a:pt x="205" y="31"/>
                  </a:lnTo>
                  <a:lnTo>
                    <a:pt x="210" y="27"/>
                  </a:lnTo>
                  <a:lnTo>
                    <a:pt x="217" y="25"/>
                  </a:lnTo>
                  <a:lnTo>
                    <a:pt x="224" y="24"/>
                  </a:lnTo>
                  <a:lnTo>
                    <a:pt x="224" y="24"/>
                  </a:lnTo>
                  <a:close/>
                  <a:moveTo>
                    <a:pt x="0" y="59"/>
                  </a:moveTo>
                  <a:lnTo>
                    <a:pt x="1" y="68"/>
                  </a:lnTo>
                  <a:lnTo>
                    <a:pt x="2" y="77"/>
                  </a:lnTo>
                  <a:lnTo>
                    <a:pt x="4" y="85"/>
                  </a:lnTo>
                  <a:lnTo>
                    <a:pt x="8" y="94"/>
                  </a:lnTo>
                  <a:lnTo>
                    <a:pt x="11" y="102"/>
                  </a:lnTo>
                  <a:lnTo>
                    <a:pt x="16" y="109"/>
                  </a:lnTo>
                  <a:lnTo>
                    <a:pt x="20" y="116"/>
                  </a:lnTo>
                  <a:lnTo>
                    <a:pt x="27" y="123"/>
                  </a:lnTo>
                  <a:lnTo>
                    <a:pt x="33" y="129"/>
                  </a:lnTo>
                  <a:lnTo>
                    <a:pt x="40" y="134"/>
                  </a:lnTo>
                  <a:lnTo>
                    <a:pt x="47" y="139"/>
                  </a:lnTo>
                  <a:lnTo>
                    <a:pt x="56" y="142"/>
                  </a:lnTo>
                  <a:lnTo>
                    <a:pt x="63" y="145"/>
                  </a:lnTo>
                  <a:lnTo>
                    <a:pt x="72" y="148"/>
                  </a:lnTo>
                  <a:lnTo>
                    <a:pt x="82" y="149"/>
                  </a:lnTo>
                  <a:lnTo>
                    <a:pt x="90" y="150"/>
                  </a:lnTo>
                  <a:lnTo>
                    <a:pt x="360" y="150"/>
                  </a:lnTo>
                  <a:lnTo>
                    <a:pt x="370" y="149"/>
                  </a:lnTo>
                  <a:lnTo>
                    <a:pt x="379" y="148"/>
                  </a:lnTo>
                  <a:lnTo>
                    <a:pt x="386" y="145"/>
                  </a:lnTo>
                  <a:lnTo>
                    <a:pt x="395" y="143"/>
                  </a:lnTo>
                  <a:lnTo>
                    <a:pt x="402" y="139"/>
                  </a:lnTo>
                  <a:lnTo>
                    <a:pt x="409" y="135"/>
                  </a:lnTo>
                  <a:lnTo>
                    <a:pt x="415" y="130"/>
                  </a:lnTo>
                  <a:lnTo>
                    <a:pt x="422" y="124"/>
                  </a:lnTo>
                  <a:lnTo>
                    <a:pt x="428" y="117"/>
                  </a:lnTo>
                  <a:lnTo>
                    <a:pt x="433" y="111"/>
                  </a:lnTo>
                  <a:lnTo>
                    <a:pt x="438" y="104"/>
                  </a:lnTo>
                  <a:lnTo>
                    <a:pt x="442" y="96"/>
                  </a:lnTo>
                  <a:lnTo>
                    <a:pt x="445" y="87"/>
                  </a:lnTo>
                  <a:lnTo>
                    <a:pt x="447" y="79"/>
                  </a:lnTo>
                  <a:lnTo>
                    <a:pt x="449" y="69"/>
                  </a:lnTo>
                  <a:lnTo>
                    <a:pt x="451" y="60"/>
                  </a:lnTo>
                  <a:lnTo>
                    <a:pt x="451" y="0"/>
                  </a:lnTo>
                  <a:lnTo>
                    <a:pt x="0" y="0"/>
                  </a:lnTo>
                  <a:lnTo>
                    <a:pt x="0"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50" name="Freeform 2025">
              <a:extLst>
                <a:ext uri="{FF2B5EF4-FFF2-40B4-BE49-F238E27FC236}">
                  <a16:creationId xmlns:a16="http://schemas.microsoft.com/office/drawing/2014/main" id="{096ED8AC-D63B-4FB3-B721-110D87D0ED40}"/>
                </a:ext>
              </a:extLst>
            </p:cNvPr>
            <p:cNvSpPr>
              <a:spLocks/>
            </p:cNvSpPr>
            <p:nvPr/>
          </p:nvSpPr>
          <p:spPr bwMode="auto">
            <a:xfrm>
              <a:off x="6105525" y="2017713"/>
              <a:ext cx="142875" cy="123825"/>
            </a:xfrm>
            <a:custGeom>
              <a:avLst/>
              <a:gdLst>
                <a:gd name="T0" fmla="*/ 318 w 451"/>
                <a:gd name="T1" fmla="*/ 0 h 390"/>
                <a:gd name="T2" fmla="*/ 30 w 451"/>
                <a:gd name="T3" fmla="*/ 0 h 390"/>
                <a:gd name="T4" fmla="*/ 0 w 451"/>
                <a:gd name="T5" fmla="*/ 0 h 390"/>
                <a:gd name="T6" fmla="*/ 0 w 451"/>
                <a:gd name="T7" fmla="*/ 390 h 390"/>
                <a:gd name="T8" fmla="*/ 451 w 451"/>
                <a:gd name="T9" fmla="*/ 390 h 390"/>
                <a:gd name="T10" fmla="*/ 451 w 451"/>
                <a:gd name="T11" fmla="*/ 30 h 390"/>
                <a:gd name="T12" fmla="*/ 375 w 451"/>
                <a:gd name="T13" fmla="*/ 30 h 390"/>
                <a:gd name="T14" fmla="*/ 367 w 451"/>
                <a:gd name="T15" fmla="*/ 29 h 390"/>
                <a:gd name="T16" fmla="*/ 359 w 451"/>
                <a:gd name="T17" fmla="*/ 27 h 390"/>
                <a:gd name="T18" fmla="*/ 351 w 451"/>
                <a:gd name="T19" fmla="*/ 25 h 390"/>
                <a:gd name="T20" fmla="*/ 343 w 451"/>
                <a:gd name="T21" fmla="*/ 21 h 390"/>
                <a:gd name="T22" fmla="*/ 336 w 451"/>
                <a:gd name="T23" fmla="*/ 17 h 390"/>
                <a:gd name="T24" fmla="*/ 329 w 451"/>
                <a:gd name="T25" fmla="*/ 12 h 390"/>
                <a:gd name="T26" fmla="*/ 323 w 451"/>
                <a:gd name="T27" fmla="*/ 6 h 390"/>
                <a:gd name="T28" fmla="*/ 318 w 451"/>
                <a:gd name="T2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1" h="390">
                  <a:moveTo>
                    <a:pt x="318" y="0"/>
                  </a:moveTo>
                  <a:lnTo>
                    <a:pt x="30" y="0"/>
                  </a:lnTo>
                  <a:lnTo>
                    <a:pt x="0" y="0"/>
                  </a:lnTo>
                  <a:lnTo>
                    <a:pt x="0" y="390"/>
                  </a:lnTo>
                  <a:lnTo>
                    <a:pt x="451" y="390"/>
                  </a:lnTo>
                  <a:lnTo>
                    <a:pt x="451" y="30"/>
                  </a:lnTo>
                  <a:lnTo>
                    <a:pt x="375" y="30"/>
                  </a:lnTo>
                  <a:lnTo>
                    <a:pt x="367" y="29"/>
                  </a:lnTo>
                  <a:lnTo>
                    <a:pt x="359" y="27"/>
                  </a:lnTo>
                  <a:lnTo>
                    <a:pt x="351" y="25"/>
                  </a:lnTo>
                  <a:lnTo>
                    <a:pt x="343" y="21"/>
                  </a:lnTo>
                  <a:lnTo>
                    <a:pt x="336" y="17"/>
                  </a:lnTo>
                  <a:lnTo>
                    <a:pt x="329" y="12"/>
                  </a:lnTo>
                  <a:lnTo>
                    <a:pt x="323" y="6"/>
                  </a:lnTo>
                  <a:lnTo>
                    <a:pt x="3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51" name="Freeform 2026">
              <a:extLst>
                <a:ext uri="{FF2B5EF4-FFF2-40B4-BE49-F238E27FC236}">
                  <a16:creationId xmlns:a16="http://schemas.microsoft.com/office/drawing/2014/main" id="{BE4FD4AB-50E6-470A-99C5-51B73EBF3DFD}"/>
                </a:ext>
              </a:extLst>
            </p:cNvPr>
            <p:cNvSpPr>
              <a:spLocks noEditPoints="1"/>
            </p:cNvSpPr>
            <p:nvPr/>
          </p:nvSpPr>
          <p:spPr bwMode="auto">
            <a:xfrm>
              <a:off x="6210300" y="1922463"/>
              <a:ext cx="173038" cy="127000"/>
            </a:xfrm>
            <a:custGeom>
              <a:avLst/>
              <a:gdLst>
                <a:gd name="T0" fmla="*/ 360 w 542"/>
                <a:gd name="T1" fmla="*/ 172 h 400"/>
                <a:gd name="T2" fmla="*/ 351 w 542"/>
                <a:gd name="T3" fmla="*/ 166 h 400"/>
                <a:gd name="T4" fmla="*/ 348 w 542"/>
                <a:gd name="T5" fmla="*/ 155 h 400"/>
                <a:gd name="T6" fmla="*/ 351 w 542"/>
                <a:gd name="T7" fmla="*/ 144 h 400"/>
                <a:gd name="T8" fmla="*/ 360 w 542"/>
                <a:gd name="T9" fmla="*/ 138 h 400"/>
                <a:gd name="T10" fmla="*/ 372 w 542"/>
                <a:gd name="T11" fmla="*/ 137 h 400"/>
                <a:gd name="T12" fmla="*/ 381 w 542"/>
                <a:gd name="T13" fmla="*/ 142 h 400"/>
                <a:gd name="T14" fmla="*/ 385 w 542"/>
                <a:gd name="T15" fmla="*/ 152 h 400"/>
                <a:gd name="T16" fmla="*/ 384 w 542"/>
                <a:gd name="T17" fmla="*/ 163 h 400"/>
                <a:gd name="T18" fmla="*/ 378 w 542"/>
                <a:gd name="T19" fmla="*/ 171 h 400"/>
                <a:gd name="T20" fmla="*/ 367 w 542"/>
                <a:gd name="T21" fmla="*/ 174 h 400"/>
                <a:gd name="T22" fmla="*/ 269 w 542"/>
                <a:gd name="T23" fmla="*/ 174 h 400"/>
                <a:gd name="T24" fmla="*/ 259 w 542"/>
                <a:gd name="T25" fmla="*/ 169 h 400"/>
                <a:gd name="T26" fmla="*/ 254 w 542"/>
                <a:gd name="T27" fmla="*/ 159 h 400"/>
                <a:gd name="T28" fmla="*/ 256 w 542"/>
                <a:gd name="T29" fmla="*/ 148 h 400"/>
                <a:gd name="T30" fmla="*/ 262 w 542"/>
                <a:gd name="T31" fmla="*/ 140 h 400"/>
                <a:gd name="T32" fmla="*/ 273 w 542"/>
                <a:gd name="T33" fmla="*/ 137 h 400"/>
                <a:gd name="T34" fmla="*/ 284 w 542"/>
                <a:gd name="T35" fmla="*/ 140 h 400"/>
                <a:gd name="T36" fmla="*/ 290 w 542"/>
                <a:gd name="T37" fmla="*/ 148 h 400"/>
                <a:gd name="T38" fmla="*/ 291 w 542"/>
                <a:gd name="T39" fmla="*/ 159 h 400"/>
                <a:gd name="T40" fmla="*/ 286 w 542"/>
                <a:gd name="T41" fmla="*/ 169 h 400"/>
                <a:gd name="T42" fmla="*/ 276 w 542"/>
                <a:gd name="T43" fmla="*/ 174 h 400"/>
                <a:gd name="T44" fmla="*/ 177 w 542"/>
                <a:gd name="T45" fmla="*/ 174 h 400"/>
                <a:gd name="T46" fmla="*/ 168 w 542"/>
                <a:gd name="T47" fmla="*/ 171 h 400"/>
                <a:gd name="T48" fmla="*/ 160 w 542"/>
                <a:gd name="T49" fmla="*/ 163 h 400"/>
                <a:gd name="T50" fmla="*/ 159 w 542"/>
                <a:gd name="T51" fmla="*/ 152 h 400"/>
                <a:gd name="T52" fmla="*/ 165 w 542"/>
                <a:gd name="T53" fmla="*/ 142 h 400"/>
                <a:gd name="T54" fmla="*/ 174 w 542"/>
                <a:gd name="T55" fmla="*/ 137 h 400"/>
                <a:gd name="T56" fmla="*/ 185 w 542"/>
                <a:gd name="T57" fmla="*/ 138 h 400"/>
                <a:gd name="T58" fmla="*/ 193 w 542"/>
                <a:gd name="T59" fmla="*/ 144 h 400"/>
                <a:gd name="T60" fmla="*/ 197 w 542"/>
                <a:gd name="T61" fmla="*/ 155 h 400"/>
                <a:gd name="T62" fmla="*/ 193 w 542"/>
                <a:gd name="T63" fmla="*/ 166 h 400"/>
                <a:gd name="T64" fmla="*/ 185 w 542"/>
                <a:gd name="T65" fmla="*/ 173 h 400"/>
                <a:gd name="T66" fmla="*/ 177 w 542"/>
                <a:gd name="T67" fmla="*/ 174 h 400"/>
                <a:gd name="T68" fmla="*/ 37 w 542"/>
                <a:gd name="T69" fmla="*/ 1 h 400"/>
                <a:gd name="T70" fmla="*/ 14 w 542"/>
                <a:gd name="T71" fmla="*/ 14 h 400"/>
                <a:gd name="T72" fmla="*/ 2 w 542"/>
                <a:gd name="T73" fmla="*/ 36 h 400"/>
                <a:gd name="T74" fmla="*/ 2 w 542"/>
                <a:gd name="T75" fmla="*/ 264 h 400"/>
                <a:gd name="T76" fmla="*/ 14 w 542"/>
                <a:gd name="T77" fmla="*/ 287 h 400"/>
                <a:gd name="T78" fmla="*/ 37 w 542"/>
                <a:gd name="T79" fmla="*/ 300 h 400"/>
                <a:gd name="T80" fmla="*/ 91 w 542"/>
                <a:gd name="T81" fmla="*/ 301 h 400"/>
                <a:gd name="T82" fmla="*/ 172 w 542"/>
                <a:gd name="T83" fmla="*/ 302 h 400"/>
                <a:gd name="T84" fmla="*/ 178 w 542"/>
                <a:gd name="T85" fmla="*/ 307 h 400"/>
                <a:gd name="T86" fmla="*/ 182 w 542"/>
                <a:gd name="T87" fmla="*/ 316 h 400"/>
                <a:gd name="T88" fmla="*/ 280 w 542"/>
                <a:gd name="T89" fmla="*/ 303 h 400"/>
                <a:gd name="T90" fmla="*/ 288 w 542"/>
                <a:gd name="T91" fmla="*/ 301 h 400"/>
                <a:gd name="T92" fmla="*/ 513 w 542"/>
                <a:gd name="T93" fmla="*/ 297 h 400"/>
                <a:gd name="T94" fmla="*/ 533 w 542"/>
                <a:gd name="T95" fmla="*/ 280 h 400"/>
                <a:gd name="T96" fmla="*/ 542 w 542"/>
                <a:gd name="T97" fmla="*/ 255 h 400"/>
                <a:gd name="T98" fmla="*/ 538 w 542"/>
                <a:gd name="T99" fmla="*/ 29 h 400"/>
                <a:gd name="T100" fmla="*/ 522 w 542"/>
                <a:gd name="T101" fmla="*/ 8 h 400"/>
                <a:gd name="T102" fmla="*/ 497 w 542"/>
                <a:gd name="T103"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2" h="400">
                  <a:moveTo>
                    <a:pt x="367" y="174"/>
                  </a:moveTo>
                  <a:lnTo>
                    <a:pt x="364" y="174"/>
                  </a:lnTo>
                  <a:lnTo>
                    <a:pt x="360" y="172"/>
                  </a:lnTo>
                  <a:lnTo>
                    <a:pt x="357" y="171"/>
                  </a:lnTo>
                  <a:lnTo>
                    <a:pt x="354" y="169"/>
                  </a:lnTo>
                  <a:lnTo>
                    <a:pt x="351" y="166"/>
                  </a:lnTo>
                  <a:lnTo>
                    <a:pt x="350" y="163"/>
                  </a:lnTo>
                  <a:lnTo>
                    <a:pt x="349" y="159"/>
                  </a:lnTo>
                  <a:lnTo>
                    <a:pt x="348" y="155"/>
                  </a:lnTo>
                  <a:lnTo>
                    <a:pt x="349" y="152"/>
                  </a:lnTo>
                  <a:lnTo>
                    <a:pt x="350" y="148"/>
                  </a:lnTo>
                  <a:lnTo>
                    <a:pt x="351" y="144"/>
                  </a:lnTo>
                  <a:lnTo>
                    <a:pt x="354" y="142"/>
                  </a:lnTo>
                  <a:lnTo>
                    <a:pt x="357" y="140"/>
                  </a:lnTo>
                  <a:lnTo>
                    <a:pt x="360" y="138"/>
                  </a:lnTo>
                  <a:lnTo>
                    <a:pt x="364" y="137"/>
                  </a:lnTo>
                  <a:lnTo>
                    <a:pt x="367" y="137"/>
                  </a:lnTo>
                  <a:lnTo>
                    <a:pt x="372" y="137"/>
                  </a:lnTo>
                  <a:lnTo>
                    <a:pt x="375" y="138"/>
                  </a:lnTo>
                  <a:lnTo>
                    <a:pt x="378" y="140"/>
                  </a:lnTo>
                  <a:lnTo>
                    <a:pt x="381" y="142"/>
                  </a:lnTo>
                  <a:lnTo>
                    <a:pt x="383" y="144"/>
                  </a:lnTo>
                  <a:lnTo>
                    <a:pt x="384" y="148"/>
                  </a:lnTo>
                  <a:lnTo>
                    <a:pt x="385" y="152"/>
                  </a:lnTo>
                  <a:lnTo>
                    <a:pt x="387" y="155"/>
                  </a:lnTo>
                  <a:lnTo>
                    <a:pt x="385" y="159"/>
                  </a:lnTo>
                  <a:lnTo>
                    <a:pt x="384" y="163"/>
                  </a:lnTo>
                  <a:lnTo>
                    <a:pt x="383" y="166"/>
                  </a:lnTo>
                  <a:lnTo>
                    <a:pt x="381" y="169"/>
                  </a:lnTo>
                  <a:lnTo>
                    <a:pt x="378" y="171"/>
                  </a:lnTo>
                  <a:lnTo>
                    <a:pt x="375" y="173"/>
                  </a:lnTo>
                  <a:lnTo>
                    <a:pt x="372" y="174"/>
                  </a:lnTo>
                  <a:lnTo>
                    <a:pt x="367" y="174"/>
                  </a:lnTo>
                  <a:lnTo>
                    <a:pt x="367" y="174"/>
                  </a:lnTo>
                  <a:close/>
                  <a:moveTo>
                    <a:pt x="273" y="174"/>
                  </a:moveTo>
                  <a:lnTo>
                    <a:pt x="269" y="174"/>
                  </a:lnTo>
                  <a:lnTo>
                    <a:pt x="265" y="172"/>
                  </a:lnTo>
                  <a:lnTo>
                    <a:pt x="262" y="171"/>
                  </a:lnTo>
                  <a:lnTo>
                    <a:pt x="259" y="169"/>
                  </a:lnTo>
                  <a:lnTo>
                    <a:pt x="257" y="166"/>
                  </a:lnTo>
                  <a:lnTo>
                    <a:pt x="256" y="163"/>
                  </a:lnTo>
                  <a:lnTo>
                    <a:pt x="254" y="159"/>
                  </a:lnTo>
                  <a:lnTo>
                    <a:pt x="254" y="155"/>
                  </a:lnTo>
                  <a:lnTo>
                    <a:pt x="254" y="152"/>
                  </a:lnTo>
                  <a:lnTo>
                    <a:pt x="256" y="148"/>
                  </a:lnTo>
                  <a:lnTo>
                    <a:pt x="257" y="144"/>
                  </a:lnTo>
                  <a:lnTo>
                    <a:pt x="259" y="142"/>
                  </a:lnTo>
                  <a:lnTo>
                    <a:pt x="262" y="140"/>
                  </a:lnTo>
                  <a:lnTo>
                    <a:pt x="265" y="138"/>
                  </a:lnTo>
                  <a:lnTo>
                    <a:pt x="269" y="137"/>
                  </a:lnTo>
                  <a:lnTo>
                    <a:pt x="273" y="137"/>
                  </a:lnTo>
                  <a:lnTo>
                    <a:pt x="276" y="137"/>
                  </a:lnTo>
                  <a:lnTo>
                    <a:pt x="280" y="138"/>
                  </a:lnTo>
                  <a:lnTo>
                    <a:pt x="284" y="140"/>
                  </a:lnTo>
                  <a:lnTo>
                    <a:pt x="286" y="142"/>
                  </a:lnTo>
                  <a:lnTo>
                    <a:pt x="288" y="144"/>
                  </a:lnTo>
                  <a:lnTo>
                    <a:pt x="290" y="148"/>
                  </a:lnTo>
                  <a:lnTo>
                    <a:pt x="291" y="152"/>
                  </a:lnTo>
                  <a:lnTo>
                    <a:pt x="291" y="155"/>
                  </a:lnTo>
                  <a:lnTo>
                    <a:pt x="291" y="159"/>
                  </a:lnTo>
                  <a:lnTo>
                    <a:pt x="290" y="163"/>
                  </a:lnTo>
                  <a:lnTo>
                    <a:pt x="288" y="166"/>
                  </a:lnTo>
                  <a:lnTo>
                    <a:pt x="286" y="169"/>
                  </a:lnTo>
                  <a:lnTo>
                    <a:pt x="284" y="171"/>
                  </a:lnTo>
                  <a:lnTo>
                    <a:pt x="280" y="173"/>
                  </a:lnTo>
                  <a:lnTo>
                    <a:pt x="276" y="174"/>
                  </a:lnTo>
                  <a:lnTo>
                    <a:pt x="273" y="174"/>
                  </a:lnTo>
                  <a:lnTo>
                    <a:pt x="273" y="174"/>
                  </a:lnTo>
                  <a:close/>
                  <a:moveTo>
                    <a:pt x="177" y="174"/>
                  </a:moveTo>
                  <a:lnTo>
                    <a:pt x="174" y="174"/>
                  </a:lnTo>
                  <a:lnTo>
                    <a:pt x="171" y="172"/>
                  </a:lnTo>
                  <a:lnTo>
                    <a:pt x="168" y="171"/>
                  </a:lnTo>
                  <a:lnTo>
                    <a:pt x="165" y="169"/>
                  </a:lnTo>
                  <a:lnTo>
                    <a:pt x="162" y="166"/>
                  </a:lnTo>
                  <a:lnTo>
                    <a:pt x="160" y="163"/>
                  </a:lnTo>
                  <a:lnTo>
                    <a:pt x="159" y="159"/>
                  </a:lnTo>
                  <a:lnTo>
                    <a:pt x="159" y="155"/>
                  </a:lnTo>
                  <a:lnTo>
                    <a:pt x="159" y="152"/>
                  </a:lnTo>
                  <a:lnTo>
                    <a:pt x="160" y="148"/>
                  </a:lnTo>
                  <a:lnTo>
                    <a:pt x="162" y="144"/>
                  </a:lnTo>
                  <a:lnTo>
                    <a:pt x="165" y="142"/>
                  </a:lnTo>
                  <a:lnTo>
                    <a:pt x="168" y="140"/>
                  </a:lnTo>
                  <a:lnTo>
                    <a:pt x="171" y="138"/>
                  </a:lnTo>
                  <a:lnTo>
                    <a:pt x="174" y="137"/>
                  </a:lnTo>
                  <a:lnTo>
                    <a:pt x="177" y="137"/>
                  </a:lnTo>
                  <a:lnTo>
                    <a:pt x="182" y="137"/>
                  </a:lnTo>
                  <a:lnTo>
                    <a:pt x="185" y="138"/>
                  </a:lnTo>
                  <a:lnTo>
                    <a:pt x="188" y="140"/>
                  </a:lnTo>
                  <a:lnTo>
                    <a:pt x="191" y="142"/>
                  </a:lnTo>
                  <a:lnTo>
                    <a:pt x="193" y="144"/>
                  </a:lnTo>
                  <a:lnTo>
                    <a:pt x="196" y="148"/>
                  </a:lnTo>
                  <a:lnTo>
                    <a:pt x="197" y="152"/>
                  </a:lnTo>
                  <a:lnTo>
                    <a:pt x="197" y="155"/>
                  </a:lnTo>
                  <a:lnTo>
                    <a:pt x="197" y="159"/>
                  </a:lnTo>
                  <a:lnTo>
                    <a:pt x="196" y="163"/>
                  </a:lnTo>
                  <a:lnTo>
                    <a:pt x="193" y="166"/>
                  </a:lnTo>
                  <a:lnTo>
                    <a:pt x="191" y="169"/>
                  </a:lnTo>
                  <a:lnTo>
                    <a:pt x="188" y="171"/>
                  </a:lnTo>
                  <a:lnTo>
                    <a:pt x="185" y="173"/>
                  </a:lnTo>
                  <a:lnTo>
                    <a:pt x="182" y="174"/>
                  </a:lnTo>
                  <a:lnTo>
                    <a:pt x="177" y="174"/>
                  </a:lnTo>
                  <a:lnTo>
                    <a:pt x="177" y="174"/>
                  </a:lnTo>
                  <a:close/>
                  <a:moveTo>
                    <a:pt x="497" y="0"/>
                  </a:moveTo>
                  <a:lnTo>
                    <a:pt x="45" y="0"/>
                  </a:lnTo>
                  <a:lnTo>
                    <a:pt x="37" y="1"/>
                  </a:lnTo>
                  <a:lnTo>
                    <a:pt x="29" y="4"/>
                  </a:lnTo>
                  <a:lnTo>
                    <a:pt x="22" y="8"/>
                  </a:lnTo>
                  <a:lnTo>
                    <a:pt x="14" y="14"/>
                  </a:lnTo>
                  <a:lnTo>
                    <a:pt x="9" y="21"/>
                  </a:lnTo>
                  <a:lnTo>
                    <a:pt x="5" y="29"/>
                  </a:lnTo>
                  <a:lnTo>
                    <a:pt x="2" y="36"/>
                  </a:lnTo>
                  <a:lnTo>
                    <a:pt x="0" y="45"/>
                  </a:lnTo>
                  <a:lnTo>
                    <a:pt x="0" y="255"/>
                  </a:lnTo>
                  <a:lnTo>
                    <a:pt x="2" y="264"/>
                  </a:lnTo>
                  <a:lnTo>
                    <a:pt x="5" y="272"/>
                  </a:lnTo>
                  <a:lnTo>
                    <a:pt x="9" y="280"/>
                  </a:lnTo>
                  <a:lnTo>
                    <a:pt x="14" y="287"/>
                  </a:lnTo>
                  <a:lnTo>
                    <a:pt x="22" y="292"/>
                  </a:lnTo>
                  <a:lnTo>
                    <a:pt x="29" y="297"/>
                  </a:lnTo>
                  <a:lnTo>
                    <a:pt x="37" y="300"/>
                  </a:lnTo>
                  <a:lnTo>
                    <a:pt x="45" y="301"/>
                  </a:lnTo>
                  <a:lnTo>
                    <a:pt x="76" y="301"/>
                  </a:lnTo>
                  <a:lnTo>
                    <a:pt x="91" y="301"/>
                  </a:lnTo>
                  <a:lnTo>
                    <a:pt x="167" y="301"/>
                  </a:lnTo>
                  <a:lnTo>
                    <a:pt x="169" y="301"/>
                  </a:lnTo>
                  <a:lnTo>
                    <a:pt x="172" y="302"/>
                  </a:lnTo>
                  <a:lnTo>
                    <a:pt x="174" y="303"/>
                  </a:lnTo>
                  <a:lnTo>
                    <a:pt x="176" y="305"/>
                  </a:lnTo>
                  <a:lnTo>
                    <a:pt x="178" y="307"/>
                  </a:lnTo>
                  <a:lnTo>
                    <a:pt x="180" y="310"/>
                  </a:lnTo>
                  <a:lnTo>
                    <a:pt x="181" y="313"/>
                  </a:lnTo>
                  <a:lnTo>
                    <a:pt x="182" y="316"/>
                  </a:lnTo>
                  <a:lnTo>
                    <a:pt x="182" y="400"/>
                  </a:lnTo>
                  <a:lnTo>
                    <a:pt x="278" y="305"/>
                  </a:lnTo>
                  <a:lnTo>
                    <a:pt x="280" y="303"/>
                  </a:lnTo>
                  <a:lnTo>
                    <a:pt x="283" y="302"/>
                  </a:lnTo>
                  <a:lnTo>
                    <a:pt x="286" y="301"/>
                  </a:lnTo>
                  <a:lnTo>
                    <a:pt x="288" y="301"/>
                  </a:lnTo>
                  <a:lnTo>
                    <a:pt x="497" y="301"/>
                  </a:lnTo>
                  <a:lnTo>
                    <a:pt x="506" y="300"/>
                  </a:lnTo>
                  <a:lnTo>
                    <a:pt x="513" y="297"/>
                  </a:lnTo>
                  <a:lnTo>
                    <a:pt x="522" y="292"/>
                  </a:lnTo>
                  <a:lnTo>
                    <a:pt x="528" y="287"/>
                  </a:lnTo>
                  <a:lnTo>
                    <a:pt x="533" y="280"/>
                  </a:lnTo>
                  <a:lnTo>
                    <a:pt x="538" y="272"/>
                  </a:lnTo>
                  <a:lnTo>
                    <a:pt x="541" y="264"/>
                  </a:lnTo>
                  <a:lnTo>
                    <a:pt x="542" y="255"/>
                  </a:lnTo>
                  <a:lnTo>
                    <a:pt x="542" y="45"/>
                  </a:lnTo>
                  <a:lnTo>
                    <a:pt x="541" y="36"/>
                  </a:lnTo>
                  <a:lnTo>
                    <a:pt x="538" y="29"/>
                  </a:lnTo>
                  <a:lnTo>
                    <a:pt x="533" y="21"/>
                  </a:lnTo>
                  <a:lnTo>
                    <a:pt x="528" y="14"/>
                  </a:lnTo>
                  <a:lnTo>
                    <a:pt x="522" y="8"/>
                  </a:lnTo>
                  <a:lnTo>
                    <a:pt x="513" y="4"/>
                  </a:lnTo>
                  <a:lnTo>
                    <a:pt x="506" y="1"/>
                  </a:lnTo>
                  <a:lnTo>
                    <a:pt x="497" y="0"/>
                  </a:lnTo>
                  <a:lnTo>
                    <a:pt x="49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52" name="Group 51">
            <a:extLst>
              <a:ext uri="{FF2B5EF4-FFF2-40B4-BE49-F238E27FC236}">
                <a16:creationId xmlns:a16="http://schemas.microsoft.com/office/drawing/2014/main" id="{C7E8CCEF-DB5C-4624-BED5-AE9D474B44DD}"/>
              </a:ext>
            </a:extLst>
          </p:cNvPr>
          <p:cNvGrpSpPr/>
          <p:nvPr/>
        </p:nvGrpSpPr>
        <p:grpSpPr>
          <a:xfrm>
            <a:off x="8841182" y="2238682"/>
            <a:ext cx="220663" cy="285750"/>
            <a:chOff x="4926013" y="796925"/>
            <a:chExt cx="220663" cy="285750"/>
          </a:xfrm>
          <a:solidFill>
            <a:schemeClr val="bg1"/>
          </a:solidFill>
        </p:grpSpPr>
        <p:sp>
          <p:nvSpPr>
            <p:cNvPr id="53" name="Rectangle 946">
              <a:extLst>
                <a:ext uri="{FF2B5EF4-FFF2-40B4-BE49-F238E27FC236}">
                  <a16:creationId xmlns:a16="http://schemas.microsoft.com/office/drawing/2014/main" id="{2E8B98C3-C8DD-4E19-9FBC-8F3EA4499742}"/>
                </a:ext>
              </a:extLst>
            </p:cNvPr>
            <p:cNvSpPr>
              <a:spLocks noChangeArrowheads="1"/>
            </p:cNvSpPr>
            <p:nvPr/>
          </p:nvSpPr>
          <p:spPr bwMode="auto">
            <a:xfrm>
              <a:off x="5026025" y="996950"/>
              <a:ext cx="30163"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54" name="Rectangle 947">
              <a:extLst>
                <a:ext uri="{FF2B5EF4-FFF2-40B4-BE49-F238E27FC236}">
                  <a16:creationId xmlns:a16="http://schemas.microsoft.com/office/drawing/2014/main" id="{E98CACDD-D1D6-4A0A-A3C9-CD956C08AE5D}"/>
                </a:ext>
              </a:extLst>
            </p:cNvPr>
            <p:cNvSpPr>
              <a:spLocks noChangeArrowheads="1"/>
            </p:cNvSpPr>
            <p:nvPr/>
          </p:nvSpPr>
          <p:spPr bwMode="auto">
            <a:xfrm>
              <a:off x="5064125" y="930275"/>
              <a:ext cx="28575" cy="95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55" name="Rectangle 948">
              <a:extLst>
                <a:ext uri="{FF2B5EF4-FFF2-40B4-BE49-F238E27FC236}">
                  <a16:creationId xmlns:a16="http://schemas.microsoft.com/office/drawing/2014/main" id="{0F063F6F-3606-45D7-9B5C-75A229618C65}"/>
                </a:ext>
              </a:extLst>
            </p:cNvPr>
            <p:cNvSpPr>
              <a:spLocks noChangeArrowheads="1"/>
            </p:cNvSpPr>
            <p:nvPr/>
          </p:nvSpPr>
          <p:spPr bwMode="auto">
            <a:xfrm>
              <a:off x="4987925" y="977900"/>
              <a:ext cx="28575" cy="47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56" name="Freeform 949">
              <a:extLst>
                <a:ext uri="{FF2B5EF4-FFF2-40B4-BE49-F238E27FC236}">
                  <a16:creationId xmlns:a16="http://schemas.microsoft.com/office/drawing/2014/main" id="{B7E8BD11-3754-47D8-BB32-EE543AD79997}"/>
                </a:ext>
              </a:extLst>
            </p:cNvPr>
            <p:cNvSpPr>
              <a:spLocks noEditPoints="1"/>
            </p:cNvSpPr>
            <p:nvPr/>
          </p:nvSpPr>
          <p:spPr bwMode="auto">
            <a:xfrm>
              <a:off x="4926013" y="796925"/>
              <a:ext cx="220663" cy="285750"/>
            </a:xfrm>
            <a:custGeom>
              <a:avLst/>
              <a:gdLst>
                <a:gd name="T0" fmla="*/ 349 w 553"/>
                <a:gd name="T1" fmla="*/ 11 h 722"/>
                <a:gd name="T2" fmla="*/ 349 w 553"/>
                <a:gd name="T3" fmla="*/ 204 h 722"/>
                <a:gd name="T4" fmla="*/ 445 w 553"/>
                <a:gd name="T5" fmla="*/ 590 h 722"/>
                <a:gd name="T6" fmla="*/ 445 w 553"/>
                <a:gd name="T7" fmla="*/ 590 h 722"/>
                <a:gd name="T8" fmla="*/ 444 w 553"/>
                <a:gd name="T9" fmla="*/ 595 h 722"/>
                <a:gd name="T10" fmla="*/ 438 w 553"/>
                <a:gd name="T11" fmla="*/ 601 h 722"/>
                <a:gd name="T12" fmla="*/ 145 w 553"/>
                <a:gd name="T13" fmla="*/ 602 h 722"/>
                <a:gd name="T14" fmla="*/ 135 w 553"/>
                <a:gd name="T15" fmla="*/ 599 h 722"/>
                <a:gd name="T16" fmla="*/ 132 w 553"/>
                <a:gd name="T17" fmla="*/ 590 h 722"/>
                <a:gd name="T18" fmla="*/ 133 w 553"/>
                <a:gd name="T19" fmla="*/ 236 h 722"/>
                <a:gd name="T20" fmla="*/ 139 w 553"/>
                <a:gd name="T21" fmla="*/ 230 h 722"/>
                <a:gd name="T22" fmla="*/ 149 w 553"/>
                <a:gd name="T23" fmla="*/ 230 h 722"/>
                <a:gd name="T24" fmla="*/ 155 w 553"/>
                <a:gd name="T25" fmla="*/ 236 h 722"/>
                <a:gd name="T26" fmla="*/ 156 w 553"/>
                <a:gd name="T27" fmla="*/ 434 h 722"/>
                <a:gd name="T28" fmla="*/ 238 w 553"/>
                <a:gd name="T29" fmla="*/ 434 h 722"/>
                <a:gd name="T30" fmla="*/ 239 w 553"/>
                <a:gd name="T31" fmla="*/ 434 h 722"/>
                <a:gd name="T32" fmla="*/ 246 w 553"/>
                <a:gd name="T33" fmla="*/ 435 h 722"/>
                <a:gd name="T34" fmla="*/ 252 w 553"/>
                <a:gd name="T35" fmla="*/ 441 h 722"/>
                <a:gd name="T36" fmla="*/ 253 w 553"/>
                <a:gd name="T37" fmla="*/ 481 h 722"/>
                <a:gd name="T38" fmla="*/ 325 w 553"/>
                <a:gd name="T39" fmla="*/ 324 h 722"/>
                <a:gd name="T40" fmla="*/ 328 w 553"/>
                <a:gd name="T41" fmla="*/ 316 h 722"/>
                <a:gd name="T42" fmla="*/ 337 w 553"/>
                <a:gd name="T43" fmla="*/ 313 h 722"/>
                <a:gd name="T44" fmla="*/ 438 w 553"/>
                <a:gd name="T45" fmla="*/ 314 h 722"/>
                <a:gd name="T46" fmla="*/ 444 w 553"/>
                <a:gd name="T47" fmla="*/ 320 h 722"/>
                <a:gd name="T48" fmla="*/ 445 w 553"/>
                <a:gd name="T49" fmla="*/ 590 h 722"/>
                <a:gd name="T50" fmla="*/ 358 w 553"/>
                <a:gd name="T51" fmla="*/ 3 h 722"/>
                <a:gd name="T52" fmla="*/ 349 w 553"/>
                <a:gd name="T53" fmla="*/ 0 h 722"/>
                <a:gd name="T54" fmla="*/ 7 w 553"/>
                <a:gd name="T55" fmla="*/ 1 h 722"/>
                <a:gd name="T56" fmla="*/ 1 w 553"/>
                <a:gd name="T57" fmla="*/ 7 h 722"/>
                <a:gd name="T58" fmla="*/ 0 w 553"/>
                <a:gd name="T59" fmla="*/ 710 h 722"/>
                <a:gd name="T60" fmla="*/ 3 w 553"/>
                <a:gd name="T61" fmla="*/ 719 h 722"/>
                <a:gd name="T62" fmla="*/ 12 w 553"/>
                <a:gd name="T63" fmla="*/ 722 h 722"/>
                <a:gd name="T64" fmla="*/ 546 w 553"/>
                <a:gd name="T65" fmla="*/ 721 h 722"/>
                <a:gd name="T66" fmla="*/ 552 w 553"/>
                <a:gd name="T67" fmla="*/ 715 h 722"/>
                <a:gd name="T68" fmla="*/ 553 w 553"/>
                <a:gd name="T69" fmla="*/ 204 h 722"/>
                <a:gd name="T70" fmla="*/ 550 w 553"/>
                <a:gd name="T71" fmla="*/ 196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53" h="722">
                  <a:moveTo>
                    <a:pt x="349" y="204"/>
                  </a:moveTo>
                  <a:lnTo>
                    <a:pt x="349" y="11"/>
                  </a:lnTo>
                  <a:lnTo>
                    <a:pt x="541" y="204"/>
                  </a:lnTo>
                  <a:lnTo>
                    <a:pt x="349" y="204"/>
                  </a:lnTo>
                  <a:close/>
                  <a:moveTo>
                    <a:pt x="445" y="590"/>
                  </a:moveTo>
                  <a:lnTo>
                    <a:pt x="445" y="590"/>
                  </a:lnTo>
                  <a:lnTo>
                    <a:pt x="445" y="590"/>
                  </a:lnTo>
                  <a:lnTo>
                    <a:pt x="445" y="590"/>
                  </a:lnTo>
                  <a:lnTo>
                    <a:pt x="445" y="590"/>
                  </a:lnTo>
                  <a:lnTo>
                    <a:pt x="444" y="595"/>
                  </a:lnTo>
                  <a:lnTo>
                    <a:pt x="441" y="599"/>
                  </a:lnTo>
                  <a:lnTo>
                    <a:pt x="438" y="601"/>
                  </a:lnTo>
                  <a:lnTo>
                    <a:pt x="433" y="602"/>
                  </a:lnTo>
                  <a:lnTo>
                    <a:pt x="145" y="602"/>
                  </a:lnTo>
                  <a:lnTo>
                    <a:pt x="139" y="601"/>
                  </a:lnTo>
                  <a:lnTo>
                    <a:pt x="135" y="599"/>
                  </a:lnTo>
                  <a:lnTo>
                    <a:pt x="133" y="595"/>
                  </a:lnTo>
                  <a:lnTo>
                    <a:pt x="132" y="590"/>
                  </a:lnTo>
                  <a:lnTo>
                    <a:pt x="132" y="241"/>
                  </a:lnTo>
                  <a:lnTo>
                    <a:pt x="133" y="236"/>
                  </a:lnTo>
                  <a:lnTo>
                    <a:pt x="135" y="232"/>
                  </a:lnTo>
                  <a:lnTo>
                    <a:pt x="139" y="230"/>
                  </a:lnTo>
                  <a:lnTo>
                    <a:pt x="145" y="229"/>
                  </a:lnTo>
                  <a:lnTo>
                    <a:pt x="149" y="230"/>
                  </a:lnTo>
                  <a:lnTo>
                    <a:pt x="153" y="232"/>
                  </a:lnTo>
                  <a:lnTo>
                    <a:pt x="155" y="236"/>
                  </a:lnTo>
                  <a:lnTo>
                    <a:pt x="156" y="241"/>
                  </a:lnTo>
                  <a:lnTo>
                    <a:pt x="156" y="434"/>
                  </a:lnTo>
                  <a:lnTo>
                    <a:pt x="238" y="434"/>
                  </a:lnTo>
                  <a:lnTo>
                    <a:pt x="238" y="434"/>
                  </a:lnTo>
                  <a:lnTo>
                    <a:pt x="239" y="435"/>
                  </a:lnTo>
                  <a:lnTo>
                    <a:pt x="239" y="434"/>
                  </a:lnTo>
                  <a:lnTo>
                    <a:pt x="240" y="434"/>
                  </a:lnTo>
                  <a:lnTo>
                    <a:pt x="246" y="435"/>
                  </a:lnTo>
                  <a:lnTo>
                    <a:pt x="249" y="437"/>
                  </a:lnTo>
                  <a:lnTo>
                    <a:pt x="252" y="441"/>
                  </a:lnTo>
                  <a:lnTo>
                    <a:pt x="253" y="446"/>
                  </a:lnTo>
                  <a:lnTo>
                    <a:pt x="253" y="481"/>
                  </a:lnTo>
                  <a:lnTo>
                    <a:pt x="325" y="481"/>
                  </a:lnTo>
                  <a:lnTo>
                    <a:pt x="325" y="324"/>
                  </a:lnTo>
                  <a:lnTo>
                    <a:pt x="326" y="320"/>
                  </a:lnTo>
                  <a:lnTo>
                    <a:pt x="328" y="316"/>
                  </a:lnTo>
                  <a:lnTo>
                    <a:pt x="332" y="314"/>
                  </a:lnTo>
                  <a:lnTo>
                    <a:pt x="337" y="313"/>
                  </a:lnTo>
                  <a:lnTo>
                    <a:pt x="433" y="313"/>
                  </a:lnTo>
                  <a:lnTo>
                    <a:pt x="438" y="314"/>
                  </a:lnTo>
                  <a:lnTo>
                    <a:pt x="441" y="316"/>
                  </a:lnTo>
                  <a:lnTo>
                    <a:pt x="444" y="320"/>
                  </a:lnTo>
                  <a:lnTo>
                    <a:pt x="445" y="324"/>
                  </a:lnTo>
                  <a:lnTo>
                    <a:pt x="445" y="590"/>
                  </a:lnTo>
                  <a:close/>
                  <a:moveTo>
                    <a:pt x="550" y="196"/>
                  </a:moveTo>
                  <a:lnTo>
                    <a:pt x="358" y="3"/>
                  </a:lnTo>
                  <a:lnTo>
                    <a:pt x="354" y="0"/>
                  </a:lnTo>
                  <a:lnTo>
                    <a:pt x="349" y="0"/>
                  </a:lnTo>
                  <a:lnTo>
                    <a:pt x="12" y="0"/>
                  </a:lnTo>
                  <a:lnTo>
                    <a:pt x="7" y="1"/>
                  </a:lnTo>
                  <a:lnTo>
                    <a:pt x="3" y="3"/>
                  </a:lnTo>
                  <a:lnTo>
                    <a:pt x="1" y="7"/>
                  </a:lnTo>
                  <a:lnTo>
                    <a:pt x="0" y="11"/>
                  </a:lnTo>
                  <a:lnTo>
                    <a:pt x="0" y="710"/>
                  </a:lnTo>
                  <a:lnTo>
                    <a:pt x="1" y="715"/>
                  </a:lnTo>
                  <a:lnTo>
                    <a:pt x="3" y="719"/>
                  </a:lnTo>
                  <a:lnTo>
                    <a:pt x="7" y="721"/>
                  </a:lnTo>
                  <a:lnTo>
                    <a:pt x="12" y="722"/>
                  </a:lnTo>
                  <a:lnTo>
                    <a:pt x="541" y="722"/>
                  </a:lnTo>
                  <a:lnTo>
                    <a:pt x="546" y="721"/>
                  </a:lnTo>
                  <a:lnTo>
                    <a:pt x="550" y="719"/>
                  </a:lnTo>
                  <a:lnTo>
                    <a:pt x="552" y="715"/>
                  </a:lnTo>
                  <a:lnTo>
                    <a:pt x="553" y="710"/>
                  </a:lnTo>
                  <a:lnTo>
                    <a:pt x="553" y="204"/>
                  </a:lnTo>
                  <a:lnTo>
                    <a:pt x="552" y="200"/>
                  </a:lnTo>
                  <a:lnTo>
                    <a:pt x="550"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58" name="Group 57">
            <a:extLst>
              <a:ext uri="{FF2B5EF4-FFF2-40B4-BE49-F238E27FC236}">
                <a16:creationId xmlns:a16="http://schemas.microsoft.com/office/drawing/2014/main" id="{8906F3D1-2DAB-4132-B660-9E4FB46FC0A4}"/>
              </a:ext>
            </a:extLst>
          </p:cNvPr>
          <p:cNvGrpSpPr/>
          <p:nvPr/>
        </p:nvGrpSpPr>
        <p:grpSpPr>
          <a:xfrm>
            <a:off x="7698977" y="2238682"/>
            <a:ext cx="285750" cy="285750"/>
            <a:chOff x="11028363" y="771525"/>
            <a:chExt cx="285750" cy="285750"/>
          </a:xfrm>
          <a:solidFill>
            <a:schemeClr val="bg1"/>
          </a:solidFill>
        </p:grpSpPr>
        <p:sp>
          <p:nvSpPr>
            <p:cNvPr id="62" name="Freeform 3620">
              <a:extLst>
                <a:ext uri="{FF2B5EF4-FFF2-40B4-BE49-F238E27FC236}">
                  <a16:creationId xmlns:a16="http://schemas.microsoft.com/office/drawing/2014/main" id="{75BC46BC-4B96-4B22-8BD3-14D9421481D9}"/>
                </a:ext>
              </a:extLst>
            </p:cNvPr>
            <p:cNvSpPr>
              <a:spLocks noEditPoints="1"/>
            </p:cNvSpPr>
            <p:nvPr/>
          </p:nvSpPr>
          <p:spPr bwMode="auto">
            <a:xfrm>
              <a:off x="11033125" y="776288"/>
              <a:ext cx="277812" cy="276225"/>
            </a:xfrm>
            <a:custGeom>
              <a:avLst/>
              <a:gdLst>
                <a:gd name="T0" fmla="*/ 158 w 697"/>
                <a:gd name="T1" fmla="*/ 510 h 698"/>
                <a:gd name="T2" fmla="*/ 133 w 697"/>
                <a:gd name="T3" fmla="*/ 481 h 698"/>
                <a:gd name="T4" fmla="*/ 136 w 697"/>
                <a:gd name="T5" fmla="*/ 237 h 698"/>
                <a:gd name="T6" fmla="*/ 167 w 697"/>
                <a:gd name="T7" fmla="*/ 208 h 698"/>
                <a:gd name="T8" fmla="*/ 517 w 697"/>
                <a:gd name="T9" fmla="*/ 206 h 698"/>
                <a:gd name="T10" fmla="*/ 555 w 697"/>
                <a:gd name="T11" fmla="*/ 225 h 698"/>
                <a:gd name="T12" fmla="*/ 565 w 697"/>
                <a:gd name="T13" fmla="*/ 469 h 698"/>
                <a:gd name="T14" fmla="*/ 548 w 697"/>
                <a:gd name="T15" fmla="*/ 504 h 698"/>
                <a:gd name="T16" fmla="*/ 505 w 697"/>
                <a:gd name="T17" fmla="*/ 518 h 698"/>
                <a:gd name="T18" fmla="*/ 550 w 697"/>
                <a:gd name="T19" fmla="*/ 533 h 698"/>
                <a:gd name="T20" fmla="*/ 571 w 697"/>
                <a:gd name="T21" fmla="*/ 533 h 698"/>
                <a:gd name="T22" fmla="*/ 633 w 697"/>
                <a:gd name="T23" fmla="*/ 550 h 698"/>
                <a:gd name="T24" fmla="*/ 669 w 697"/>
                <a:gd name="T25" fmla="*/ 484 h 698"/>
                <a:gd name="T26" fmla="*/ 688 w 697"/>
                <a:gd name="T27" fmla="*/ 427 h 698"/>
                <a:gd name="T28" fmla="*/ 696 w 697"/>
                <a:gd name="T29" fmla="*/ 365 h 698"/>
                <a:gd name="T30" fmla="*/ 693 w 697"/>
                <a:gd name="T31" fmla="*/ 302 h 698"/>
                <a:gd name="T32" fmla="*/ 681 w 697"/>
                <a:gd name="T33" fmla="*/ 242 h 698"/>
                <a:gd name="T34" fmla="*/ 656 w 697"/>
                <a:gd name="T35" fmla="*/ 187 h 698"/>
                <a:gd name="T36" fmla="*/ 582 w 697"/>
                <a:gd name="T37" fmla="*/ 158 h 698"/>
                <a:gd name="T38" fmla="*/ 560 w 697"/>
                <a:gd name="T39" fmla="*/ 167 h 698"/>
                <a:gd name="T40" fmla="*/ 539 w 697"/>
                <a:gd name="T41" fmla="*/ 158 h 698"/>
                <a:gd name="T42" fmla="*/ 530 w 697"/>
                <a:gd name="T43" fmla="*/ 136 h 698"/>
                <a:gd name="T44" fmla="*/ 539 w 697"/>
                <a:gd name="T45" fmla="*/ 116 h 698"/>
                <a:gd name="T46" fmla="*/ 511 w 697"/>
                <a:gd name="T47" fmla="*/ 41 h 698"/>
                <a:gd name="T48" fmla="*/ 456 w 697"/>
                <a:gd name="T49" fmla="*/ 17 h 698"/>
                <a:gd name="T50" fmla="*/ 395 w 697"/>
                <a:gd name="T51" fmla="*/ 4 h 698"/>
                <a:gd name="T52" fmla="*/ 333 w 697"/>
                <a:gd name="T53" fmla="*/ 2 h 698"/>
                <a:gd name="T54" fmla="*/ 271 w 697"/>
                <a:gd name="T55" fmla="*/ 9 h 698"/>
                <a:gd name="T56" fmla="*/ 213 w 697"/>
                <a:gd name="T57" fmla="*/ 29 h 698"/>
                <a:gd name="T58" fmla="*/ 148 w 697"/>
                <a:gd name="T59" fmla="*/ 65 h 698"/>
                <a:gd name="T60" fmla="*/ 164 w 697"/>
                <a:gd name="T61" fmla="*/ 126 h 698"/>
                <a:gd name="T62" fmla="*/ 164 w 697"/>
                <a:gd name="T63" fmla="*/ 148 h 698"/>
                <a:gd name="T64" fmla="*/ 148 w 697"/>
                <a:gd name="T65" fmla="*/ 165 h 698"/>
                <a:gd name="T66" fmla="*/ 124 w 697"/>
                <a:gd name="T67" fmla="*/ 165 h 698"/>
                <a:gd name="T68" fmla="*/ 63 w 697"/>
                <a:gd name="T69" fmla="*/ 148 h 698"/>
                <a:gd name="T70" fmla="*/ 27 w 697"/>
                <a:gd name="T71" fmla="*/ 214 h 698"/>
                <a:gd name="T72" fmla="*/ 9 w 697"/>
                <a:gd name="T73" fmla="*/ 271 h 698"/>
                <a:gd name="T74" fmla="*/ 0 w 697"/>
                <a:gd name="T75" fmla="*/ 333 h 698"/>
                <a:gd name="T76" fmla="*/ 2 w 697"/>
                <a:gd name="T77" fmla="*/ 396 h 698"/>
                <a:gd name="T78" fmla="*/ 17 w 697"/>
                <a:gd name="T79" fmla="*/ 456 h 698"/>
                <a:gd name="T80" fmla="*/ 40 w 697"/>
                <a:gd name="T81" fmla="*/ 511 h 698"/>
                <a:gd name="T82" fmla="*/ 115 w 697"/>
                <a:gd name="T83" fmla="*/ 540 h 698"/>
                <a:gd name="T84" fmla="*/ 136 w 697"/>
                <a:gd name="T85" fmla="*/ 532 h 698"/>
                <a:gd name="T86" fmla="*/ 158 w 697"/>
                <a:gd name="T87" fmla="*/ 540 h 698"/>
                <a:gd name="T88" fmla="*/ 167 w 697"/>
                <a:gd name="T89" fmla="*/ 562 h 698"/>
                <a:gd name="T90" fmla="*/ 158 w 697"/>
                <a:gd name="T91" fmla="*/ 582 h 698"/>
                <a:gd name="T92" fmla="*/ 186 w 697"/>
                <a:gd name="T93" fmla="*/ 658 h 698"/>
                <a:gd name="T94" fmla="*/ 241 w 697"/>
                <a:gd name="T95" fmla="*/ 681 h 698"/>
                <a:gd name="T96" fmla="*/ 302 w 697"/>
                <a:gd name="T97" fmla="*/ 695 h 698"/>
                <a:gd name="T98" fmla="*/ 365 w 697"/>
                <a:gd name="T99" fmla="*/ 698 h 698"/>
                <a:gd name="T100" fmla="*/ 426 w 697"/>
                <a:gd name="T101" fmla="*/ 689 h 698"/>
                <a:gd name="T102" fmla="*/ 484 w 697"/>
                <a:gd name="T103" fmla="*/ 671 h 698"/>
                <a:gd name="T104" fmla="*/ 550 w 697"/>
                <a:gd name="T105" fmla="*/ 635 h 698"/>
                <a:gd name="T106" fmla="*/ 533 w 697"/>
                <a:gd name="T107" fmla="*/ 573 h 698"/>
                <a:gd name="T108" fmla="*/ 533 w 697"/>
                <a:gd name="T109" fmla="*/ 55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97" h="698">
                  <a:moveTo>
                    <a:pt x="193" y="518"/>
                  </a:moveTo>
                  <a:lnTo>
                    <a:pt x="180" y="517"/>
                  </a:lnTo>
                  <a:lnTo>
                    <a:pt x="168" y="514"/>
                  </a:lnTo>
                  <a:lnTo>
                    <a:pt x="158" y="510"/>
                  </a:lnTo>
                  <a:lnTo>
                    <a:pt x="149" y="504"/>
                  </a:lnTo>
                  <a:lnTo>
                    <a:pt x="141" y="497"/>
                  </a:lnTo>
                  <a:lnTo>
                    <a:pt x="136" y="490"/>
                  </a:lnTo>
                  <a:lnTo>
                    <a:pt x="133" y="481"/>
                  </a:lnTo>
                  <a:lnTo>
                    <a:pt x="132" y="470"/>
                  </a:lnTo>
                  <a:lnTo>
                    <a:pt x="132" y="258"/>
                  </a:lnTo>
                  <a:lnTo>
                    <a:pt x="133" y="247"/>
                  </a:lnTo>
                  <a:lnTo>
                    <a:pt x="136" y="237"/>
                  </a:lnTo>
                  <a:lnTo>
                    <a:pt x="141" y="228"/>
                  </a:lnTo>
                  <a:lnTo>
                    <a:pt x="149" y="220"/>
                  </a:lnTo>
                  <a:lnTo>
                    <a:pt x="157" y="214"/>
                  </a:lnTo>
                  <a:lnTo>
                    <a:pt x="167" y="208"/>
                  </a:lnTo>
                  <a:lnTo>
                    <a:pt x="178" y="206"/>
                  </a:lnTo>
                  <a:lnTo>
                    <a:pt x="193" y="205"/>
                  </a:lnTo>
                  <a:lnTo>
                    <a:pt x="505" y="205"/>
                  </a:lnTo>
                  <a:lnTo>
                    <a:pt x="517" y="206"/>
                  </a:lnTo>
                  <a:lnTo>
                    <a:pt x="529" y="208"/>
                  </a:lnTo>
                  <a:lnTo>
                    <a:pt x="539" y="212"/>
                  </a:lnTo>
                  <a:lnTo>
                    <a:pt x="548" y="219"/>
                  </a:lnTo>
                  <a:lnTo>
                    <a:pt x="555" y="225"/>
                  </a:lnTo>
                  <a:lnTo>
                    <a:pt x="560" y="234"/>
                  </a:lnTo>
                  <a:lnTo>
                    <a:pt x="564" y="243"/>
                  </a:lnTo>
                  <a:lnTo>
                    <a:pt x="565" y="253"/>
                  </a:lnTo>
                  <a:lnTo>
                    <a:pt x="565" y="469"/>
                  </a:lnTo>
                  <a:lnTo>
                    <a:pt x="564" y="479"/>
                  </a:lnTo>
                  <a:lnTo>
                    <a:pt x="560" y="490"/>
                  </a:lnTo>
                  <a:lnTo>
                    <a:pt x="555" y="497"/>
                  </a:lnTo>
                  <a:lnTo>
                    <a:pt x="548" y="504"/>
                  </a:lnTo>
                  <a:lnTo>
                    <a:pt x="539" y="510"/>
                  </a:lnTo>
                  <a:lnTo>
                    <a:pt x="529" y="514"/>
                  </a:lnTo>
                  <a:lnTo>
                    <a:pt x="517" y="517"/>
                  </a:lnTo>
                  <a:lnTo>
                    <a:pt x="505" y="518"/>
                  </a:lnTo>
                  <a:lnTo>
                    <a:pt x="193" y="518"/>
                  </a:lnTo>
                  <a:close/>
                  <a:moveTo>
                    <a:pt x="539" y="540"/>
                  </a:moveTo>
                  <a:lnTo>
                    <a:pt x="544" y="536"/>
                  </a:lnTo>
                  <a:lnTo>
                    <a:pt x="550" y="533"/>
                  </a:lnTo>
                  <a:lnTo>
                    <a:pt x="555" y="532"/>
                  </a:lnTo>
                  <a:lnTo>
                    <a:pt x="560" y="532"/>
                  </a:lnTo>
                  <a:lnTo>
                    <a:pt x="566" y="532"/>
                  </a:lnTo>
                  <a:lnTo>
                    <a:pt x="571" y="533"/>
                  </a:lnTo>
                  <a:lnTo>
                    <a:pt x="577" y="536"/>
                  </a:lnTo>
                  <a:lnTo>
                    <a:pt x="582" y="540"/>
                  </a:lnTo>
                  <a:lnTo>
                    <a:pt x="615" y="573"/>
                  </a:lnTo>
                  <a:lnTo>
                    <a:pt x="633" y="550"/>
                  </a:lnTo>
                  <a:lnTo>
                    <a:pt x="650" y="524"/>
                  </a:lnTo>
                  <a:lnTo>
                    <a:pt x="656" y="511"/>
                  </a:lnTo>
                  <a:lnTo>
                    <a:pt x="664" y="499"/>
                  </a:lnTo>
                  <a:lnTo>
                    <a:pt x="669" y="484"/>
                  </a:lnTo>
                  <a:lnTo>
                    <a:pt x="675" y="470"/>
                  </a:lnTo>
                  <a:lnTo>
                    <a:pt x="681" y="456"/>
                  </a:lnTo>
                  <a:lnTo>
                    <a:pt x="684" y="442"/>
                  </a:lnTo>
                  <a:lnTo>
                    <a:pt x="688" y="427"/>
                  </a:lnTo>
                  <a:lnTo>
                    <a:pt x="691" y="411"/>
                  </a:lnTo>
                  <a:lnTo>
                    <a:pt x="693" y="396"/>
                  </a:lnTo>
                  <a:lnTo>
                    <a:pt x="696" y="380"/>
                  </a:lnTo>
                  <a:lnTo>
                    <a:pt x="696" y="365"/>
                  </a:lnTo>
                  <a:lnTo>
                    <a:pt x="697" y="350"/>
                  </a:lnTo>
                  <a:lnTo>
                    <a:pt x="696" y="333"/>
                  </a:lnTo>
                  <a:lnTo>
                    <a:pt x="696" y="318"/>
                  </a:lnTo>
                  <a:lnTo>
                    <a:pt x="693" y="302"/>
                  </a:lnTo>
                  <a:lnTo>
                    <a:pt x="691" y="287"/>
                  </a:lnTo>
                  <a:lnTo>
                    <a:pt x="688" y="271"/>
                  </a:lnTo>
                  <a:lnTo>
                    <a:pt x="684" y="257"/>
                  </a:lnTo>
                  <a:lnTo>
                    <a:pt x="681" y="242"/>
                  </a:lnTo>
                  <a:lnTo>
                    <a:pt x="675" y="228"/>
                  </a:lnTo>
                  <a:lnTo>
                    <a:pt x="669" y="214"/>
                  </a:lnTo>
                  <a:lnTo>
                    <a:pt x="664" y="201"/>
                  </a:lnTo>
                  <a:lnTo>
                    <a:pt x="656" y="187"/>
                  </a:lnTo>
                  <a:lnTo>
                    <a:pt x="650" y="174"/>
                  </a:lnTo>
                  <a:lnTo>
                    <a:pt x="633" y="148"/>
                  </a:lnTo>
                  <a:lnTo>
                    <a:pt x="615" y="125"/>
                  </a:lnTo>
                  <a:lnTo>
                    <a:pt x="582" y="158"/>
                  </a:lnTo>
                  <a:lnTo>
                    <a:pt x="577" y="162"/>
                  </a:lnTo>
                  <a:lnTo>
                    <a:pt x="571" y="165"/>
                  </a:lnTo>
                  <a:lnTo>
                    <a:pt x="566" y="167"/>
                  </a:lnTo>
                  <a:lnTo>
                    <a:pt x="560" y="167"/>
                  </a:lnTo>
                  <a:lnTo>
                    <a:pt x="555" y="166"/>
                  </a:lnTo>
                  <a:lnTo>
                    <a:pt x="550" y="165"/>
                  </a:lnTo>
                  <a:lnTo>
                    <a:pt x="544" y="162"/>
                  </a:lnTo>
                  <a:lnTo>
                    <a:pt x="539" y="158"/>
                  </a:lnTo>
                  <a:lnTo>
                    <a:pt x="535" y="153"/>
                  </a:lnTo>
                  <a:lnTo>
                    <a:pt x="533" y="148"/>
                  </a:lnTo>
                  <a:lnTo>
                    <a:pt x="532" y="143"/>
                  </a:lnTo>
                  <a:lnTo>
                    <a:pt x="530" y="136"/>
                  </a:lnTo>
                  <a:lnTo>
                    <a:pt x="532" y="131"/>
                  </a:lnTo>
                  <a:lnTo>
                    <a:pt x="533" y="126"/>
                  </a:lnTo>
                  <a:lnTo>
                    <a:pt x="535" y="121"/>
                  </a:lnTo>
                  <a:lnTo>
                    <a:pt x="539" y="116"/>
                  </a:lnTo>
                  <a:lnTo>
                    <a:pt x="573" y="83"/>
                  </a:lnTo>
                  <a:lnTo>
                    <a:pt x="550" y="65"/>
                  </a:lnTo>
                  <a:lnTo>
                    <a:pt x="524" y="48"/>
                  </a:lnTo>
                  <a:lnTo>
                    <a:pt x="511" y="41"/>
                  </a:lnTo>
                  <a:lnTo>
                    <a:pt x="497" y="34"/>
                  </a:lnTo>
                  <a:lnTo>
                    <a:pt x="484" y="29"/>
                  </a:lnTo>
                  <a:lnTo>
                    <a:pt x="470" y="22"/>
                  </a:lnTo>
                  <a:lnTo>
                    <a:pt x="456" y="17"/>
                  </a:lnTo>
                  <a:lnTo>
                    <a:pt x="440" y="13"/>
                  </a:lnTo>
                  <a:lnTo>
                    <a:pt x="426" y="9"/>
                  </a:lnTo>
                  <a:lnTo>
                    <a:pt x="411" y="7"/>
                  </a:lnTo>
                  <a:lnTo>
                    <a:pt x="395" y="4"/>
                  </a:lnTo>
                  <a:lnTo>
                    <a:pt x="380" y="2"/>
                  </a:lnTo>
                  <a:lnTo>
                    <a:pt x="365" y="2"/>
                  </a:lnTo>
                  <a:lnTo>
                    <a:pt x="348" y="0"/>
                  </a:lnTo>
                  <a:lnTo>
                    <a:pt x="333" y="2"/>
                  </a:lnTo>
                  <a:lnTo>
                    <a:pt x="317" y="2"/>
                  </a:lnTo>
                  <a:lnTo>
                    <a:pt x="302" y="4"/>
                  </a:lnTo>
                  <a:lnTo>
                    <a:pt x="286" y="7"/>
                  </a:lnTo>
                  <a:lnTo>
                    <a:pt x="271" y="9"/>
                  </a:lnTo>
                  <a:lnTo>
                    <a:pt x="255" y="13"/>
                  </a:lnTo>
                  <a:lnTo>
                    <a:pt x="241" y="17"/>
                  </a:lnTo>
                  <a:lnTo>
                    <a:pt x="227" y="22"/>
                  </a:lnTo>
                  <a:lnTo>
                    <a:pt x="213" y="29"/>
                  </a:lnTo>
                  <a:lnTo>
                    <a:pt x="199" y="34"/>
                  </a:lnTo>
                  <a:lnTo>
                    <a:pt x="186" y="41"/>
                  </a:lnTo>
                  <a:lnTo>
                    <a:pt x="173" y="48"/>
                  </a:lnTo>
                  <a:lnTo>
                    <a:pt x="148" y="65"/>
                  </a:lnTo>
                  <a:lnTo>
                    <a:pt x="124" y="83"/>
                  </a:lnTo>
                  <a:lnTo>
                    <a:pt x="158" y="116"/>
                  </a:lnTo>
                  <a:lnTo>
                    <a:pt x="162" y="121"/>
                  </a:lnTo>
                  <a:lnTo>
                    <a:pt x="164" y="126"/>
                  </a:lnTo>
                  <a:lnTo>
                    <a:pt x="166" y="131"/>
                  </a:lnTo>
                  <a:lnTo>
                    <a:pt x="167" y="136"/>
                  </a:lnTo>
                  <a:lnTo>
                    <a:pt x="166" y="143"/>
                  </a:lnTo>
                  <a:lnTo>
                    <a:pt x="164" y="148"/>
                  </a:lnTo>
                  <a:lnTo>
                    <a:pt x="162" y="153"/>
                  </a:lnTo>
                  <a:lnTo>
                    <a:pt x="158" y="158"/>
                  </a:lnTo>
                  <a:lnTo>
                    <a:pt x="153" y="162"/>
                  </a:lnTo>
                  <a:lnTo>
                    <a:pt x="148" y="165"/>
                  </a:lnTo>
                  <a:lnTo>
                    <a:pt x="142" y="167"/>
                  </a:lnTo>
                  <a:lnTo>
                    <a:pt x="136" y="167"/>
                  </a:lnTo>
                  <a:lnTo>
                    <a:pt x="131" y="166"/>
                  </a:lnTo>
                  <a:lnTo>
                    <a:pt x="124" y="165"/>
                  </a:lnTo>
                  <a:lnTo>
                    <a:pt x="119" y="162"/>
                  </a:lnTo>
                  <a:lnTo>
                    <a:pt x="115" y="158"/>
                  </a:lnTo>
                  <a:lnTo>
                    <a:pt x="82" y="125"/>
                  </a:lnTo>
                  <a:lnTo>
                    <a:pt x="63" y="148"/>
                  </a:lnTo>
                  <a:lnTo>
                    <a:pt x="47" y="174"/>
                  </a:lnTo>
                  <a:lnTo>
                    <a:pt x="40" y="187"/>
                  </a:lnTo>
                  <a:lnTo>
                    <a:pt x="33" y="201"/>
                  </a:lnTo>
                  <a:lnTo>
                    <a:pt x="27" y="214"/>
                  </a:lnTo>
                  <a:lnTo>
                    <a:pt x="22" y="228"/>
                  </a:lnTo>
                  <a:lnTo>
                    <a:pt x="17" y="242"/>
                  </a:lnTo>
                  <a:lnTo>
                    <a:pt x="13" y="257"/>
                  </a:lnTo>
                  <a:lnTo>
                    <a:pt x="9" y="271"/>
                  </a:lnTo>
                  <a:lnTo>
                    <a:pt x="5" y="287"/>
                  </a:lnTo>
                  <a:lnTo>
                    <a:pt x="2" y="302"/>
                  </a:lnTo>
                  <a:lnTo>
                    <a:pt x="1" y="318"/>
                  </a:lnTo>
                  <a:lnTo>
                    <a:pt x="0" y="333"/>
                  </a:lnTo>
                  <a:lnTo>
                    <a:pt x="0" y="350"/>
                  </a:lnTo>
                  <a:lnTo>
                    <a:pt x="0" y="365"/>
                  </a:lnTo>
                  <a:lnTo>
                    <a:pt x="1" y="380"/>
                  </a:lnTo>
                  <a:lnTo>
                    <a:pt x="2" y="396"/>
                  </a:lnTo>
                  <a:lnTo>
                    <a:pt x="5" y="411"/>
                  </a:lnTo>
                  <a:lnTo>
                    <a:pt x="9" y="427"/>
                  </a:lnTo>
                  <a:lnTo>
                    <a:pt x="13" y="442"/>
                  </a:lnTo>
                  <a:lnTo>
                    <a:pt x="17" y="456"/>
                  </a:lnTo>
                  <a:lnTo>
                    <a:pt x="22" y="470"/>
                  </a:lnTo>
                  <a:lnTo>
                    <a:pt x="27" y="484"/>
                  </a:lnTo>
                  <a:lnTo>
                    <a:pt x="33" y="499"/>
                  </a:lnTo>
                  <a:lnTo>
                    <a:pt x="40" y="511"/>
                  </a:lnTo>
                  <a:lnTo>
                    <a:pt x="47" y="524"/>
                  </a:lnTo>
                  <a:lnTo>
                    <a:pt x="63" y="550"/>
                  </a:lnTo>
                  <a:lnTo>
                    <a:pt x="82" y="573"/>
                  </a:lnTo>
                  <a:lnTo>
                    <a:pt x="115" y="540"/>
                  </a:lnTo>
                  <a:lnTo>
                    <a:pt x="119" y="536"/>
                  </a:lnTo>
                  <a:lnTo>
                    <a:pt x="124" y="533"/>
                  </a:lnTo>
                  <a:lnTo>
                    <a:pt x="131" y="532"/>
                  </a:lnTo>
                  <a:lnTo>
                    <a:pt x="136" y="532"/>
                  </a:lnTo>
                  <a:lnTo>
                    <a:pt x="142" y="532"/>
                  </a:lnTo>
                  <a:lnTo>
                    <a:pt x="148" y="533"/>
                  </a:lnTo>
                  <a:lnTo>
                    <a:pt x="153" y="536"/>
                  </a:lnTo>
                  <a:lnTo>
                    <a:pt x="158" y="540"/>
                  </a:lnTo>
                  <a:lnTo>
                    <a:pt x="162" y="545"/>
                  </a:lnTo>
                  <a:lnTo>
                    <a:pt x="164" y="550"/>
                  </a:lnTo>
                  <a:lnTo>
                    <a:pt x="166" y="555"/>
                  </a:lnTo>
                  <a:lnTo>
                    <a:pt x="167" y="562"/>
                  </a:lnTo>
                  <a:lnTo>
                    <a:pt x="166" y="567"/>
                  </a:lnTo>
                  <a:lnTo>
                    <a:pt x="164" y="573"/>
                  </a:lnTo>
                  <a:lnTo>
                    <a:pt x="162" y="578"/>
                  </a:lnTo>
                  <a:lnTo>
                    <a:pt x="158" y="582"/>
                  </a:lnTo>
                  <a:lnTo>
                    <a:pt x="124" y="615"/>
                  </a:lnTo>
                  <a:lnTo>
                    <a:pt x="148" y="635"/>
                  </a:lnTo>
                  <a:lnTo>
                    <a:pt x="173" y="650"/>
                  </a:lnTo>
                  <a:lnTo>
                    <a:pt x="186" y="658"/>
                  </a:lnTo>
                  <a:lnTo>
                    <a:pt x="199" y="664"/>
                  </a:lnTo>
                  <a:lnTo>
                    <a:pt x="213" y="671"/>
                  </a:lnTo>
                  <a:lnTo>
                    <a:pt x="227" y="676"/>
                  </a:lnTo>
                  <a:lnTo>
                    <a:pt x="241" y="681"/>
                  </a:lnTo>
                  <a:lnTo>
                    <a:pt x="255" y="685"/>
                  </a:lnTo>
                  <a:lnTo>
                    <a:pt x="271" y="689"/>
                  </a:lnTo>
                  <a:lnTo>
                    <a:pt x="286" y="693"/>
                  </a:lnTo>
                  <a:lnTo>
                    <a:pt x="302" y="695"/>
                  </a:lnTo>
                  <a:lnTo>
                    <a:pt x="317" y="696"/>
                  </a:lnTo>
                  <a:lnTo>
                    <a:pt x="333" y="698"/>
                  </a:lnTo>
                  <a:lnTo>
                    <a:pt x="348" y="698"/>
                  </a:lnTo>
                  <a:lnTo>
                    <a:pt x="365" y="698"/>
                  </a:lnTo>
                  <a:lnTo>
                    <a:pt x="380" y="696"/>
                  </a:lnTo>
                  <a:lnTo>
                    <a:pt x="395" y="695"/>
                  </a:lnTo>
                  <a:lnTo>
                    <a:pt x="411" y="693"/>
                  </a:lnTo>
                  <a:lnTo>
                    <a:pt x="426" y="689"/>
                  </a:lnTo>
                  <a:lnTo>
                    <a:pt x="440" y="685"/>
                  </a:lnTo>
                  <a:lnTo>
                    <a:pt x="456" y="681"/>
                  </a:lnTo>
                  <a:lnTo>
                    <a:pt x="470" y="676"/>
                  </a:lnTo>
                  <a:lnTo>
                    <a:pt x="484" y="671"/>
                  </a:lnTo>
                  <a:lnTo>
                    <a:pt x="497" y="664"/>
                  </a:lnTo>
                  <a:lnTo>
                    <a:pt x="511" y="658"/>
                  </a:lnTo>
                  <a:lnTo>
                    <a:pt x="524" y="650"/>
                  </a:lnTo>
                  <a:lnTo>
                    <a:pt x="550" y="635"/>
                  </a:lnTo>
                  <a:lnTo>
                    <a:pt x="573" y="615"/>
                  </a:lnTo>
                  <a:lnTo>
                    <a:pt x="539" y="582"/>
                  </a:lnTo>
                  <a:lnTo>
                    <a:pt x="535" y="578"/>
                  </a:lnTo>
                  <a:lnTo>
                    <a:pt x="533" y="573"/>
                  </a:lnTo>
                  <a:lnTo>
                    <a:pt x="532" y="567"/>
                  </a:lnTo>
                  <a:lnTo>
                    <a:pt x="530" y="562"/>
                  </a:lnTo>
                  <a:lnTo>
                    <a:pt x="532" y="555"/>
                  </a:lnTo>
                  <a:lnTo>
                    <a:pt x="533" y="550"/>
                  </a:lnTo>
                  <a:lnTo>
                    <a:pt x="535" y="545"/>
                  </a:lnTo>
                  <a:lnTo>
                    <a:pt x="539"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3" name="Freeform 3621">
              <a:extLst>
                <a:ext uri="{FF2B5EF4-FFF2-40B4-BE49-F238E27FC236}">
                  <a16:creationId xmlns:a16="http://schemas.microsoft.com/office/drawing/2014/main" id="{C369D2D5-90C8-4499-9115-250E7F430962}"/>
                </a:ext>
              </a:extLst>
            </p:cNvPr>
            <p:cNvSpPr>
              <a:spLocks/>
            </p:cNvSpPr>
            <p:nvPr/>
          </p:nvSpPr>
          <p:spPr bwMode="auto">
            <a:xfrm>
              <a:off x="11109325" y="885825"/>
              <a:ext cx="123825" cy="71438"/>
            </a:xfrm>
            <a:custGeom>
              <a:avLst/>
              <a:gdLst>
                <a:gd name="T0" fmla="*/ 220 w 312"/>
                <a:gd name="T1" fmla="*/ 82 h 180"/>
                <a:gd name="T2" fmla="*/ 295 w 312"/>
                <a:gd name="T3" fmla="*/ 20 h 180"/>
                <a:gd name="T4" fmla="*/ 299 w 312"/>
                <a:gd name="T5" fmla="*/ 16 h 180"/>
                <a:gd name="T6" fmla="*/ 300 w 312"/>
                <a:gd name="T7" fmla="*/ 13 h 180"/>
                <a:gd name="T8" fmla="*/ 299 w 312"/>
                <a:gd name="T9" fmla="*/ 7 h 180"/>
                <a:gd name="T10" fmla="*/ 296 w 312"/>
                <a:gd name="T11" fmla="*/ 4 h 180"/>
                <a:gd name="T12" fmla="*/ 294 w 312"/>
                <a:gd name="T13" fmla="*/ 1 h 180"/>
                <a:gd name="T14" fmla="*/ 288 w 312"/>
                <a:gd name="T15" fmla="*/ 0 h 180"/>
                <a:gd name="T16" fmla="*/ 285 w 312"/>
                <a:gd name="T17" fmla="*/ 0 h 180"/>
                <a:gd name="T18" fmla="*/ 279 w 312"/>
                <a:gd name="T19" fmla="*/ 2 h 180"/>
                <a:gd name="T20" fmla="*/ 155 w 312"/>
                <a:gd name="T21" fmla="*/ 104 h 180"/>
                <a:gd name="T22" fmla="*/ 30 w 312"/>
                <a:gd name="T23" fmla="*/ 2 h 180"/>
                <a:gd name="T24" fmla="*/ 26 w 312"/>
                <a:gd name="T25" fmla="*/ 0 h 180"/>
                <a:gd name="T26" fmla="*/ 21 w 312"/>
                <a:gd name="T27" fmla="*/ 0 h 180"/>
                <a:gd name="T28" fmla="*/ 18 w 312"/>
                <a:gd name="T29" fmla="*/ 1 h 180"/>
                <a:gd name="T30" fmla="*/ 14 w 312"/>
                <a:gd name="T31" fmla="*/ 4 h 180"/>
                <a:gd name="T32" fmla="*/ 11 w 312"/>
                <a:gd name="T33" fmla="*/ 7 h 180"/>
                <a:gd name="T34" fmla="*/ 11 w 312"/>
                <a:gd name="T35" fmla="*/ 13 h 180"/>
                <a:gd name="T36" fmla="*/ 12 w 312"/>
                <a:gd name="T37" fmla="*/ 16 h 180"/>
                <a:gd name="T38" fmla="*/ 15 w 312"/>
                <a:gd name="T39" fmla="*/ 20 h 180"/>
                <a:gd name="T40" fmla="*/ 91 w 312"/>
                <a:gd name="T41" fmla="*/ 82 h 180"/>
                <a:gd name="T42" fmla="*/ 3 w 312"/>
                <a:gd name="T43" fmla="*/ 159 h 180"/>
                <a:gd name="T44" fmla="*/ 1 w 312"/>
                <a:gd name="T45" fmla="*/ 162 h 180"/>
                <a:gd name="T46" fmla="*/ 0 w 312"/>
                <a:gd name="T47" fmla="*/ 167 h 180"/>
                <a:gd name="T48" fmla="*/ 0 w 312"/>
                <a:gd name="T49" fmla="*/ 172 h 180"/>
                <a:gd name="T50" fmla="*/ 2 w 312"/>
                <a:gd name="T51" fmla="*/ 176 h 180"/>
                <a:gd name="T52" fmla="*/ 6 w 312"/>
                <a:gd name="T53" fmla="*/ 178 h 180"/>
                <a:gd name="T54" fmla="*/ 11 w 312"/>
                <a:gd name="T55" fmla="*/ 180 h 180"/>
                <a:gd name="T56" fmla="*/ 15 w 312"/>
                <a:gd name="T57" fmla="*/ 178 h 180"/>
                <a:gd name="T58" fmla="*/ 19 w 312"/>
                <a:gd name="T59" fmla="*/ 177 h 180"/>
                <a:gd name="T60" fmla="*/ 110 w 312"/>
                <a:gd name="T61" fmla="*/ 97 h 180"/>
                <a:gd name="T62" fmla="*/ 147 w 312"/>
                <a:gd name="T63" fmla="*/ 128 h 180"/>
                <a:gd name="T64" fmla="*/ 151 w 312"/>
                <a:gd name="T65" fmla="*/ 131 h 180"/>
                <a:gd name="T66" fmla="*/ 155 w 312"/>
                <a:gd name="T67" fmla="*/ 132 h 180"/>
                <a:gd name="T68" fmla="*/ 159 w 312"/>
                <a:gd name="T69" fmla="*/ 131 h 180"/>
                <a:gd name="T70" fmla="*/ 163 w 312"/>
                <a:gd name="T71" fmla="*/ 128 h 180"/>
                <a:gd name="T72" fmla="*/ 201 w 312"/>
                <a:gd name="T73" fmla="*/ 97 h 180"/>
                <a:gd name="T74" fmla="*/ 291 w 312"/>
                <a:gd name="T75" fmla="*/ 177 h 180"/>
                <a:gd name="T76" fmla="*/ 295 w 312"/>
                <a:gd name="T77" fmla="*/ 178 h 180"/>
                <a:gd name="T78" fmla="*/ 300 w 312"/>
                <a:gd name="T79" fmla="*/ 180 h 180"/>
                <a:gd name="T80" fmla="*/ 304 w 312"/>
                <a:gd name="T81" fmla="*/ 178 h 180"/>
                <a:gd name="T82" fmla="*/ 309 w 312"/>
                <a:gd name="T83" fmla="*/ 176 h 180"/>
                <a:gd name="T84" fmla="*/ 310 w 312"/>
                <a:gd name="T85" fmla="*/ 172 h 180"/>
                <a:gd name="T86" fmla="*/ 312 w 312"/>
                <a:gd name="T87" fmla="*/ 167 h 180"/>
                <a:gd name="T88" fmla="*/ 310 w 312"/>
                <a:gd name="T89" fmla="*/ 162 h 180"/>
                <a:gd name="T90" fmla="*/ 308 w 312"/>
                <a:gd name="T91" fmla="*/ 159 h 180"/>
                <a:gd name="T92" fmla="*/ 220 w 312"/>
                <a:gd name="T93" fmla="*/ 8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2" h="180">
                  <a:moveTo>
                    <a:pt x="220" y="82"/>
                  </a:moveTo>
                  <a:lnTo>
                    <a:pt x="295" y="20"/>
                  </a:lnTo>
                  <a:lnTo>
                    <a:pt x="299" y="16"/>
                  </a:lnTo>
                  <a:lnTo>
                    <a:pt x="300" y="13"/>
                  </a:lnTo>
                  <a:lnTo>
                    <a:pt x="299" y="7"/>
                  </a:lnTo>
                  <a:lnTo>
                    <a:pt x="296" y="4"/>
                  </a:lnTo>
                  <a:lnTo>
                    <a:pt x="294" y="1"/>
                  </a:lnTo>
                  <a:lnTo>
                    <a:pt x="288" y="0"/>
                  </a:lnTo>
                  <a:lnTo>
                    <a:pt x="285" y="0"/>
                  </a:lnTo>
                  <a:lnTo>
                    <a:pt x="279" y="2"/>
                  </a:lnTo>
                  <a:lnTo>
                    <a:pt x="155" y="104"/>
                  </a:lnTo>
                  <a:lnTo>
                    <a:pt x="30" y="2"/>
                  </a:lnTo>
                  <a:lnTo>
                    <a:pt x="26" y="0"/>
                  </a:lnTo>
                  <a:lnTo>
                    <a:pt x="21" y="0"/>
                  </a:lnTo>
                  <a:lnTo>
                    <a:pt x="18" y="1"/>
                  </a:lnTo>
                  <a:lnTo>
                    <a:pt x="14" y="4"/>
                  </a:lnTo>
                  <a:lnTo>
                    <a:pt x="11" y="7"/>
                  </a:lnTo>
                  <a:lnTo>
                    <a:pt x="11" y="13"/>
                  </a:lnTo>
                  <a:lnTo>
                    <a:pt x="12" y="16"/>
                  </a:lnTo>
                  <a:lnTo>
                    <a:pt x="15" y="20"/>
                  </a:lnTo>
                  <a:lnTo>
                    <a:pt x="91" y="82"/>
                  </a:lnTo>
                  <a:lnTo>
                    <a:pt x="3" y="159"/>
                  </a:lnTo>
                  <a:lnTo>
                    <a:pt x="1" y="162"/>
                  </a:lnTo>
                  <a:lnTo>
                    <a:pt x="0" y="167"/>
                  </a:lnTo>
                  <a:lnTo>
                    <a:pt x="0" y="172"/>
                  </a:lnTo>
                  <a:lnTo>
                    <a:pt x="2" y="176"/>
                  </a:lnTo>
                  <a:lnTo>
                    <a:pt x="6" y="178"/>
                  </a:lnTo>
                  <a:lnTo>
                    <a:pt x="11" y="180"/>
                  </a:lnTo>
                  <a:lnTo>
                    <a:pt x="15" y="178"/>
                  </a:lnTo>
                  <a:lnTo>
                    <a:pt x="19" y="177"/>
                  </a:lnTo>
                  <a:lnTo>
                    <a:pt x="110" y="97"/>
                  </a:lnTo>
                  <a:lnTo>
                    <a:pt x="147" y="128"/>
                  </a:lnTo>
                  <a:lnTo>
                    <a:pt x="151" y="131"/>
                  </a:lnTo>
                  <a:lnTo>
                    <a:pt x="155" y="132"/>
                  </a:lnTo>
                  <a:lnTo>
                    <a:pt x="159" y="131"/>
                  </a:lnTo>
                  <a:lnTo>
                    <a:pt x="163" y="128"/>
                  </a:lnTo>
                  <a:lnTo>
                    <a:pt x="201" y="97"/>
                  </a:lnTo>
                  <a:lnTo>
                    <a:pt x="291" y="177"/>
                  </a:lnTo>
                  <a:lnTo>
                    <a:pt x="295" y="178"/>
                  </a:lnTo>
                  <a:lnTo>
                    <a:pt x="300" y="180"/>
                  </a:lnTo>
                  <a:lnTo>
                    <a:pt x="304" y="178"/>
                  </a:lnTo>
                  <a:lnTo>
                    <a:pt x="309" y="176"/>
                  </a:lnTo>
                  <a:lnTo>
                    <a:pt x="310" y="172"/>
                  </a:lnTo>
                  <a:lnTo>
                    <a:pt x="312" y="167"/>
                  </a:lnTo>
                  <a:lnTo>
                    <a:pt x="310" y="162"/>
                  </a:lnTo>
                  <a:lnTo>
                    <a:pt x="308" y="159"/>
                  </a:lnTo>
                  <a:lnTo>
                    <a:pt x="22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4" name="Freeform 3622">
              <a:extLst>
                <a:ext uri="{FF2B5EF4-FFF2-40B4-BE49-F238E27FC236}">
                  <a16:creationId xmlns:a16="http://schemas.microsoft.com/office/drawing/2014/main" id="{B8880B07-E307-4634-BED5-74F777D8350E}"/>
                </a:ext>
              </a:extLst>
            </p:cNvPr>
            <p:cNvSpPr>
              <a:spLocks/>
            </p:cNvSpPr>
            <p:nvPr/>
          </p:nvSpPr>
          <p:spPr bwMode="auto">
            <a:xfrm>
              <a:off x="11250613" y="993775"/>
              <a:ext cx="63500" cy="63500"/>
            </a:xfrm>
            <a:custGeom>
              <a:avLst/>
              <a:gdLst>
                <a:gd name="T0" fmla="*/ 21 w 161"/>
                <a:gd name="T1" fmla="*/ 3 h 159"/>
                <a:gd name="T2" fmla="*/ 17 w 161"/>
                <a:gd name="T3" fmla="*/ 0 h 159"/>
                <a:gd name="T4" fmla="*/ 13 w 161"/>
                <a:gd name="T5" fmla="*/ 0 h 159"/>
                <a:gd name="T6" fmla="*/ 8 w 161"/>
                <a:gd name="T7" fmla="*/ 0 h 159"/>
                <a:gd name="T8" fmla="*/ 4 w 161"/>
                <a:gd name="T9" fmla="*/ 3 h 159"/>
                <a:gd name="T10" fmla="*/ 2 w 161"/>
                <a:gd name="T11" fmla="*/ 6 h 159"/>
                <a:gd name="T12" fmla="*/ 0 w 161"/>
                <a:gd name="T13" fmla="*/ 12 h 159"/>
                <a:gd name="T14" fmla="*/ 2 w 161"/>
                <a:gd name="T15" fmla="*/ 15 h 159"/>
                <a:gd name="T16" fmla="*/ 4 w 161"/>
                <a:gd name="T17" fmla="*/ 21 h 159"/>
                <a:gd name="T18" fmla="*/ 140 w 161"/>
                <a:gd name="T19" fmla="*/ 157 h 159"/>
                <a:gd name="T20" fmla="*/ 144 w 161"/>
                <a:gd name="T21" fmla="*/ 159 h 159"/>
                <a:gd name="T22" fmla="*/ 149 w 161"/>
                <a:gd name="T23" fmla="*/ 159 h 159"/>
                <a:gd name="T24" fmla="*/ 153 w 161"/>
                <a:gd name="T25" fmla="*/ 159 h 159"/>
                <a:gd name="T26" fmla="*/ 157 w 161"/>
                <a:gd name="T27" fmla="*/ 157 h 159"/>
                <a:gd name="T28" fmla="*/ 160 w 161"/>
                <a:gd name="T29" fmla="*/ 153 h 159"/>
                <a:gd name="T30" fmla="*/ 161 w 161"/>
                <a:gd name="T31" fmla="*/ 148 h 159"/>
                <a:gd name="T32" fmla="*/ 160 w 161"/>
                <a:gd name="T33" fmla="*/ 144 h 159"/>
                <a:gd name="T34" fmla="*/ 157 w 161"/>
                <a:gd name="T35" fmla="*/ 139 h 159"/>
                <a:gd name="T36" fmla="*/ 21 w 161"/>
                <a:gd name="T37" fmla="*/ 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1" h="159">
                  <a:moveTo>
                    <a:pt x="21" y="3"/>
                  </a:moveTo>
                  <a:lnTo>
                    <a:pt x="17" y="0"/>
                  </a:lnTo>
                  <a:lnTo>
                    <a:pt x="13" y="0"/>
                  </a:lnTo>
                  <a:lnTo>
                    <a:pt x="8" y="0"/>
                  </a:lnTo>
                  <a:lnTo>
                    <a:pt x="4" y="3"/>
                  </a:lnTo>
                  <a:lnTo>
                    <a:pt x="2" y="6"/>
                  </a:lnTo>
                  <a:lnTo>
                    <a:pt x="0" y="12"/>
                  </a:lnTo>
                  <a:lnTo>
                    <a:pt x="2" y="15"/>
                  </a:lnTo>
                  <a:lnTo>
                    <a:pt x="4" y="21"/>
                  </a:lnTo>
                  <a:lnTo>
                    <a:pt x="140" y="157"/>
                  </a:lnTo>
                  <a:lnTo>
                    <a:pt x="144" y="159"/>
                  </a:lnTo>
                  <a:lnTo>
                    <a:pt x="149" y="159"/>
                  </a:lnTo>
                  <a:lnTo>
                    <a:pt x="153" y="159"/>
                  </a:lnTo>
                  <a:lnTo>
                    <a:pt x="157" y="157"/>
                  </a:lnTo>
                  <a:lnTo>
                    <a:pt x="160" y="153"/>
                  </a:lnTo>
                  <a:lnTo>
                    <a:pt x="161" y="148"/>
                  </a:lnTo>
                  <a:lnTo>
                    <a:pt x="160" y="144"/>
                  </a:lnTo>
                  <a:lnTo>
                    <a:pt x="157" y="139"/>
                  </a:lnTo>
                  <a:lnTo>
                    <a:pt x="2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5" name="Freeform 3623">
              <a:extLst>
                <a:ext uri="{FF2B5EF4-FFF2-40B4-BE49-F238E27FC236}">
                  <a16:creationId xmlns:a16="http://schemas.microsoft.com/office/drawing/2014/main" id="{6266EEED-90A2-4C3D-81B6-C1D62FB162B4}"/>
                </a:ext>
              </a:extLst>
            </p:cNvPr>
            <p:cNvSpPr>
              <a:spLocks/>
            </p:cNvSpPr>
            <p:nvPr/>
          </p:nvSpPr>
          <p:spPr bwMode="auto">
            <a:xfrm>
              <a:off x="11028363" y="993775"/>
              <a:ext cx="63500" cy="63500"/>
            </a:xfrm>
            <a:custGeom>
              <a:avLst/>
              <a:gdLst>
                <a:gd name="T0" fmla="*/ 157 w 160"/>
                <a:gd name="T1" fmla="*/ 3 h 159"/>
                <a:gd name="T2" fmla="*/ 153 w 160"/>
                <a:gd name="T3" fmla="*/ 0 h 159"/>
                <a:gd name="T4" fmla="*/ 148 w 160"/>
                <a:gd name="T5" fmla="*/ 0 h 159"/>
                <a:gd name="T6" fmla="*/ 144 w 160"/>
                <a:gd name="T7" fmla="*/ 0 h 159"/>
                <a:gd name="T8" fmla="*/ 139 w 160"/>
                <a:gd name="T9" fmla="*/ 3 h 159"/>
                <a:gd name="T10" fmla="*/ 3 w 160"/>
                <a:gd name="T11" fmla="*/ 139 h 159"/>
                <a:gd name="T12" fmla="*/ 0 w 160"/>
                <a:gd name="T13" fmla="*/ 144 h 159"/>
                <a:gd name="T14" fmla="*/ 0 w 160"/>
                <a:gd name="T15" fmla="*/ 148 h 159"/>
                <a:gd name="T16" fmla="*/ 0 w 160"/>
                <a:gd name="T17" fmla="*/ 153 h 159"/>
                <a:gd name="T18" fmla="*/ 3 w 160"/>
                <a:gd name="T19" fmla="*/ 157 h 159"/>
                <a:gd name="T20" fmla="*/ 7 w 160"/>
                <a:gd name="T21" fmla="*/ 159 h 159"/>
                <a:gd name="T22" fmla="*/ 12 w 160"/>
                <a:gd name="T23" fmla="*/ 159 h 159"/>
                <a:gd name="T24" fmla="*/ 16 w 160"/>
                <a:gd name="T25" fmla="*/ 159 h 159"/>
                <a:gd name="T26" fmla="*/ 21 w 160"/>
                <a:gd name="T27" fmla="*/ 157 h 159"/>
                <a:gd name="T28" fmla="*/ 157 w 160"/>
                <a:gd name="T29" fmla="*/ 21 h 159"/>
                <a:gd name="T30" fmla="*/ 160 w 160"/>
                <a:gd name="T31" fmla="*/ 15 h 159"/>
                <a:gd name="T32" fmla="*/ 160 w 160"/>
                <a:gd name="T33" fmla="*/ 12 h 159"/>
                <a:gd name="T34" fmla="*/ 160 w 160"/>
                <a:gd name="T35" fmla="*/ 6 h 159"/>
                <a:gd name="T36" fmla="*/ 157 w 160"/>
                <a:gd name="T37" fmla="*/ 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 h="159">
                  <a:moveTo>
                    <a:pt x="157" y="3"/>
                  </a:moveTo>
                  <a:lnTo>
                    <a:pt x="153" y="0"/>
                  </a:lnTo>
                  <a:lnTo>
                    <a:pt x="148" y="0"/>
                  </a:lnTo>
                  <a:lnTo>
                    <a:pt x="144" y="0"/>
                  </a:lnTo>
                  <a:lnTo>
                    <a:pt x="139" y="3"/>
                  </a:lnTo>
                  <a:lnTo>
                    <a:pt x="3" y="139"/>
                  </a:lnTo>
                  <a:lnTo>
                    <a:pt x="0" y="144"/>
                  </a:lnTo>
                  <a:lnTo>
                    <a:pt x="0" y="148"/>
                  </a:lnTo>
                  <a:lnTo>
                    <a:pt x="0" y="153"/>
                  </a:lnTo>
                  <a:lnTo>
                    <a:pt x="3" y="157"/>
                  </a:lnTo>
                  <a:lnTo>
                    <a:pt x="7" y="159"/>
                  </a:lnTo>
                  <a:lnTo>
                    <a:pt x="12" y="159"/>
                  </a:lnTo>
                  <a:lnTo>
                    <a:pt x="16" y="159"/>
                  </a:lnTo>
                  <a:lnTo>
                    <a:pt x="21" y="157"/>
                  </a:lnTo>
                  <a:lnTo>
                    <a:pt x="157" y="21"/>
                  </a:lnTo>
                  <a:lnTo>
                    <a:pt x="160" y="15"/>
                  </a:lnTo>
                  <a:lnTo>
                    <a:pt x="160" y="12"/>
                  </a:lnTo>
                  <a:lnTo>
                    <a:pt x="160" y="6"/>
                  </a:lnTo>
                  <a:lnTo>
                    <a:pt x="157"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6" name="Freeform 3624">
              <a:extLst>
                <a:ext uri="{FF2B5EF4-FFF2-40B4-BE49-F238E27FC236}">
                  <a16:creationId xmlns:a16="http://schemas.microsoft.com/office/drawing/2014/main" id="{433975A3-2AE4-48DB-BA3F-81C43C9CAA6F}"/>
                </a:ext>
              </a:extLst>
            </p:cNvPr>
            <p:cNvSpPr>
              <a:spLocks/>
            </p:cNvSpPr>
            <p:nvPr/>
          </p:nvSpPr>
          <p:spPr bwMode="auto">
            <a:xfrm>
              <a:off x="11250613" y="771525"/>
              <a:ext cx="63500" cy="63500"/>
            </a:xfrm>
            <a:custGeom>
              <a:avLst/>
              <a:gdLst>
                <a:gd name="T0" fmla="*/ 4 w 161"/>
                <a:gd name="T1" fmla="*/ 156 h 160"/>
                <a:gd name="T2" fmla="*/ 8 w 161"/>
                <a:gd name="T3" fmla="*/ 159 h 160"/>
                <a:gd name="T4" fmla="*/ 12 w 161"/>
                <a:gd name="T5" fmla="*/ 160 h 160"/>
                <a:gd name="T6" fmla="*/ 17 w 161"/>
                <a:gd name="T7" fmla="*/ 159 h 160"/>
                <a:gd name="T8" fmla="*/ 21 w 161"/>
                <a:gd name="T9" fmla="*/ 156 h 160"/>
                <a:gd name="T10" fmla="*/ 157 w 161"/>
                <a:gd name="T11" fmla="*/ 20 h 160"/>
                <a:gd name="T12" fmla="*/ 160 w 161"/>
                <a:gd name="T13" fmla="*/ 16 h 160"/>
                <a:gd name="T14" fmla="*/ 161 w 161"/>
                <a:gd name="T15" fmla="*/ 11 h 160"/>
                <a:gd name="T16" fmla="*/ 160 w 161"/>
                <a:gd name="T17" fmla="*/ 7 h 160"/>
                <a:gd name="T18" fmla="*/ 157 w 161"/>
                <a:gd name="T19" fmla="*/ 4 h 160"/>
                <a:gd name="T20" fmla="*/ 153 w 161"/>
                <a:gd name="T21" fmla="*/ 1 h 160"/>
                <a:gd name="T22" fmla="*/ 149 w 161"/>
                <a:gd name="T23" fmla="*/ 0 h 160"/>
                <a:gd name="T24" fmla="*/ 144 w 161"/>
                <a:gd name="T25" fmla="*/ 1 h 160"/>
                <a:gd name="T26" fmla="*/ 140 w 161"/>
                <a:gd name="T27" fmla="*/ 4 h 160"/>
                <a:gd name="T28" fmla="*/ 4 w 161"/>
                <a:gd name="T29" fmla="*/ 140 h 160"/>
                <a:gd name="T30" fmla="*/ 2 w 161"/>
                <a:gd name="T31" fmla="*/ 144 h 160"/>
                <a:gd name="T32" fmla="*/ 0 w 161"/>
                <a:gd name="T33" fmla="*/ 147 h 160"/>
                <a:gd name="T34" fmla="*/ 2 w 161"/>
                <a:gd name="T35" fmla="*/ 153 h 160"/>
                <a:gd name="T36" fmla="*/ 4 w 161"/>
                <a:gd name="T37" fmla="*/ 15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1" h="160">
                  <a:moveTo>
                    <a:pt x="4" y="156"/>
                  </a:moveTo>
                  <a:lnTo>
                    <a:pt x="8" y="159"/>
                  </a:lnTo>
                  <a:lnTo>
                    <a:pt x="12" y="160"/>
                  </a:lnTo>
                  <a:lnTo>
                    <a:pt x="17" y="159"/>
                  </a:lnTo>
                  <a:lnTo>
                    <a:pt x="21" y="156"/>
                  </a:lnTo>
                  <a:lnTo>
                    <a:pt x="157" y="20"/>
                  </a:lnTo>
                  <a:lnTo>
                    <a:pt x="160" y="16"/>
                  </a:lnTo>
                  <a:lnTo>
                    <a:pt x="161" y="11"/>
                  </a:lnTo>
                  <a:lnTo>
                    <a:pt x="160" y="7"/>
                  </a:lnTo>
                  <a:lnTo>
                    <a:pt x="157" y="4"/>
                  </a:lnTo>
                  <a:lnTo>
                    <a:pt x="153" y="1"/>
                  </a:lnTo>
                  <a:lnTo>
                    <a:pt x="149" y="0"/>
                  </a:lnTo>
                  <a:lnTo>
                    <a:pt x="144" y="1"/>
                  </a:lnTo>
                  <a:lnTo>
                    <a:pt x="140" y="4"/>
                  </a:lnTo>
                  <a:lnTo>
                    <a:pt x="4" y="140"/>
                  </a:lnTo>
                  <a:lnTo>
                    <a:pt x="2" y="144"/>
                  </a:lnTo>
                  <a:lnTo>
                    <a:pt x="0" y="147"/>
                  </a:lnTo>
                  <a:lnTo>
                    <a:pt x="2" y="153"/>
                  </a:lnTo>
                  <a:lnTo>
                    <a:pt x="4" y="1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67" name="Freeform 3625">
              <a:extLst>
                <a:ext uri="{FF2B5EF4-FFF2-40B4-BE49-F238E27FC236}">
                  <a16:creationId xmlns:a16="http://schemas.microsoft.com/office/drawing/2014/main" id="{BDC469DA-107E-4C27-9B5C-67AF7E373865}"/>
                </a:ext>
              </a:extLst>
            </p:cNvPr>
            <p:cNvSpPr>
              <a:spLocks/>
            </p:cNvSpPr>
            <p:nvPr/>
          </p:nvSpPr>
          <p:spPr bwMode="auto">
            <a:xfrm>
              <a:off x="11028363" y="771525"/>
              <a:ext cx="63500" cy="63500"/>
            </a:xfrm>
            <a:custGeom>
              <a:avLst/>
              <a:gdLst>
                <a:gd name="T0" fmla="*/ 139 w 160"/>
                <a:gd name="T1" fmla="*/ 156 h 160"/>
                <a:gd name="T2" fmla="*/ 144 w 160"/>
                <a:gd name="T3" fmla="*/ 159 h 160"/>
                <a:gd name="T4" fmla="*/ 148 w 160"/>
                <a:gd name="T5" fmla="*/ 160 h 160"/>
                <a:gd name="T6" fmla="*/ 153 w 160"/>
                <a:gd name="T7" fmla="*/ 159 h 160"/>
                <a:gd name="T8" fmla="*/ 157 w 160"/>
                <a:gd name="T9" fmla="*/ 156 h 160"/>
                <a:gd name="T10" fmla="*/ 160 w 160"/>
                <a:gd name="T11" fmla="*/ 153 h 160"/>
                <a:gd name="T12" fmla="*/ 160 w 160"/>
                <a:gd name="T13" fmla="*/ 149 h 160"/>
                <a:gd name="T14" fmla="*/ 160 w 160"/>
                <a:gd name="T15" fmla="*/ 144 h 160"/>
                <a:gd name="T16" fmla="*/ 157 w 160"/>
                <a:gd name="T17" fmla="*/ 140 h 160"/>
                <a:gd name="T18" fmla="*/ 21 w 160"/>
                <a:gd name="T19" fmla="*/ 4 h 160"/>
                <a:gd name="T20" fmla="*/ 16 w 160"/>
                <a:gd name="T21" fmla="*/ 1 h 160"/>
                <a:gd name="T22" fmla="*/ 12 w 160"/>
                <a:gd name="T23" fmla="*/ 0 h 160"/>
                <a:gd name="T24" fmla="*/ 7 w 160"/>
                <a:gd name="T25" fmla="*/ 1 h 160"/>
                <a:gd name="T26" fmla="*/ 3 w 160"/>
                <a:gd name="T27" fmla="*/ 4 h 160"/>
                <a:gd name="T28" fmla="*/ 0 w 160"/>
                <a:gd name="T29" fmla="*/ 7 h 160"/>
                <a:gd name="T30" fmla="*/ 0 w 160"/>
                <a:gd name="T31" fmla="*/ 11 h 160"/>
                <a:gd name="T32" fmla="*/ 0 w 160"/>
                <a:gd name="T33" fmla="*/ 16 h 160"/>
                <a:gd name="T34" fmla="*/ 3 w 160"/>
                <a:gd name="T35" fmla="*/ 20 h 160"/>
                <a:gd name="T36" fmla="*/ 139 w 160"/>
                <a:gd name="T37" fmla="*/ 15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 h="160">
                  <a:moveTo>
                    <a:pt x="139" y="156"/>
                  </a:moveTo>
                  <a:lnTo>
                    <a:pt x="144" y="159"/>
                  </a:lnTo>
                  <a:lnTo>
                    <a:pt x="148" y="160"/>
                  </a:lnTo>
                  <a:lnTo>
                    <a:pt x="153" y="159"/>
                  </a:lnTo>
                  <a:lnTo>
                    <a:pt x="157" y="156"/>
                  </a:lnTo>
                  <a:lnTo>
                    <a:pt x="160" y="153"/>
                  </a:lnTo>
                  <a:lnTo>
                    <a:pt x="160" y="149"/>
                  </a:lnTo>
                  <a:lnTo>
                    <a:pt x="160" y="144"/>
                  </a:lnTo>
                  <a:lnTo>
                    <a:pt x="157" y="140"/>
                  </a:lnTo>
                  <a:lnTo>
                    <a:pt x="21" y="4"/>
                  </a:lnTo>
                  <a:lnTo>
                    <a:pt x="16" y="1"/>
                  </a:lnTo>
                  <a:lnTo>
                    <a:pt x="12" y="0"/>
                  </a:lnTo>
                  <a:lnTo>
                    <a:pt x="7" y="1"/>
                  </a:lnTo>
                  <a:lnTo>
                    <a:pt x="3" y="4"/>
                  </a:lnTo>
                  <a:lnTo>
                    <a:pt x="0" y="7"/>
                  </a:lnTo>
                  <a:lnTo>
                    <a:pt x="0" y="11"/>
                  </a:lnTo>
                  <a:lnTo>
                    <a:pt x="0" y="16"/>
                  </a:lnTo>
                  <a:lnTo>
                    <a:pt x="3" y="20"/>
                  </a:lnTo>
                  <a:lnTo>
                    <a:pt x="139" y="1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69" name="Group 68">
            <a:extLst>
              <a:ext uri="{FF2B5EF4-FFF2-40B4-BE49-F238E27FC236}">
                <a16:creationId xmlns:a16="http://schemas.microsoft.com/office/drawing/2014/main" id="{4CF8C246-956B-491B-BAB7-248E7C863613}"/>
              </a:ext>
            </a:extLst>
          </p:cNvPr>
          <p:cNvGrpSpPr/>
          <p:nvPr/>
        </p:nvGrpSpPr>
        <p:grpSpPr>
          <a:xfrm>
            <a:off x="11058919" y="2238682"/>
            <a:ext cx="287337" cy="285750"/>
            <a:chOff x="5465763" y="3068638"/>
            <a:chExt cx="287337" cy="285750"/>
          </a:xfrm>
          <a:solidFill>
            <a:schemeClr val="bg1"/>
          </a:solidFill>
        </p:grpSpPr>
        <p:sp>
          <p:nvSpPr>
            <p:cNvPr id="70" name="Freeform 617">
              <a:extLst>
                <a:ext uri="{FF2B5EF4-FFF2-40B4-BE49-F238E27FC236}">
                  <a16:creationId xmlns:a16="http://schemas.microsoft.com/office/drawing/2014/main" id="{0CEB9F88-8C42-42C6-B689-54AE53937145}"/>
                </a:ext>
              </a:extLst>
            </p:cNvPr>
            <p:cNvSpPr>
              <a:spLocks/>
            </p:cNvSpPr>
            <p:nvPr/>
          </p:nvSpPr>
          <p:spPr bwMode="auto">
            <a:xfrm>
              <a:off x="5564188" y="3068638"/>
              <a:ext cx="119063" cy="38100"/>
            </a:xfrm>
            <a:custGeom>
              <a:avLst/>
              <a:gdLst>
                <a:gd name="T0" fmla="*/ 375 w 375"/>
                <a:gd name="T1" fmla="*/ 62 h 120"/>
                <a:gd name="T2" fmla="*/ 374 w 375"/>
                <a:gd name="T3" fmla="*/ 62 h 120"/>
                <a:gd name="T4" fmla="*/ 373 w 375"/>
                <a:gd name="T5" fmla="*/ 61 h 120"/>
                <a:gd name="T6" fmla="*/ 193 w 375"/>
                <a:gd name="T7" fmla="*/ 1 h 120"/>
                <a:gd name="T8" fmla="*/ 188 w 375"/>
                <a:gd name="T9" fmla="*/ 0 h 120"/>
                <a:gd name="T10" fmla="*/ 183 w 375"/>
                <a:gd name="T11" fmla="*/ 1 h 120"/>
                <a:gd name="T12" fmla="*/ 2 w 375"/>
                <a:gd name="T13" fmla="*/ 61 h 120"/>
                <a:gd name="T14" fmla="*/ 1 w 375"/>
                <a:gd name="T15" fmla="*/ 62 h 120"/>
                <a:gd name="T16" fmla="*/ 0 w 375"/>
                <a:gd name="T17" fmla="*/ 62 h 120"/>
                <a:gd name="T18" fmla="*/ 188 w 375"/>
                <a:gd name="T19" fmla="*/ 120 h 120"/>
                <a:gd name="T20" fmla="*/ 375 w 375"/>
                <a:gd name="T21"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 h="120">
                  <a:moveTo>
                    <a:pt x="375" y="62"/>
                  </a:moveTo>
                  <a:lnTo>
                    <a:pt x="374" y="62"/>
                  </a:lnTo>
                  <a:lnTo>
                    <a:pt x="373" y="61"/>
                  </a:lnTo>
                  <a:lnTo>
                    <a:pt x="193" y="1"/>
                  </a:lnTo>
                  <a:lnTo>
                    <a:pt x="188" y="0"/>
                  </a:lnTo>
                  <a:lnTo>
                    <a:pt x="183" y="1"/>
                  </a:lnTo>
                  <a:lnTo>
                    <a:pt x="2" y="61"/>
                  </a:lnTo>
                  <a:lnTo>
                    <a:pt x="1" y="62"/>
                  </a:lnTo>
                  <a:lnTo>
                    <a:pt x="0" y="62"/>
                  </a:lnTo>
                  <a:lnTo>
                    <a:pt x="188" y="120"/>
                  </a:lnTo>
                  <a:lnTo>
                    <a:pt x="37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1" name="Freeform 618">
              <a:extLst>
                <a:ext uri="{FF2B5EF4-FFF2-40B4-BE49-F238E27FC236}">
                  <a16:creationId xmlns:a16="http://schemas.microsoft.com/office/drawing/2014/main" id="{DD546A1D-6C36-4ED4-9C3D-DAA9C29CE5F6}"/>
                </a:ext>
              </a:extLst>
            </p:cNvPr>
            <p:cNvSpPr>
              <a:spLocks/>
            </p:cNvSpPr>
            <p:nvPr/>
          </p:nvSpPr>
          <p:spPr bwMode="auto">
            <a:xfrm>
              <a:off x="5629275" y="3097213"/>
              <a:ext cx="57150" cy="93663"/>
            </a:xfrm>
            <a:custGeom>
              <a:avLst/>
              <a:gdLst>
                <a:gd name="T0" fmla="*/ 181 w 181"/>
                <a:gd name="T1" fmla="*/ 210 h 295"/>
                <a:gd name="T2" fmla="*/ 181 w 181"/>
                <a:gd name="T3" fmla="*/ 0 h 295"/>
                <a:gd name="T4" fmla="*/ 0 w 181"/>
                <a:gd name="T5" fmla="*/ 56 h 295"/>
                <a:gd name="T6" fmla="*/ 0 w 181"/>
                <a:gd name="T7" fmla="*/ 295 h 295"/>
                <a:gd name="T8" fmla="*/ 171 w 181"/>
                <a:gd name="T9" fmla="*/ 224 h 295"/>
                <a:gd name="T10" fmla="*/ 174 w 181"/>
                <a:gd name="T11" fmla="*/ 222 h 295"/>
                <a:gd name="T12" fmla="*/ 178 w 181"/>
                <a:gd name="T13" fmla="*/ 219 h 295"/>
                <a:gd name="T14" fmla="*/ 180 w 181"/>
                <a:gd name="T15" fmla="*/ 215 h 295"/>
                <a:gd name="T16" fmla="*/ 181 w 181"/>
                <a:gd name="T17" fmla="*/ 21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295">
                  <a:moveTo>
                    <a:pt x="181" y="210"/>
                  </a:moveTo>
                  <a:lnTo>
                    <a:pt x="181" y="0"/>
                  </a:lnTo>
                  <a:lnTo>
                    <a:pt x="0" y="56"/>
                  </a:lnTo>
                  <a:lnTo>
                    <a:pt x="0" y="295"/>
                  </a:lnTo>
                  <a:lnTo>
                    <a:pt x="171" y="224"/>
                  </a:lnTo>
                  <a:lnTo>
                    <a:pt x="174" y="222"/>
                  </a:lnTo>
                  <a:lnTo>
                    <a:pt x="178" y="219"/>
                  </a:lnTo>
                  <a:lnTo>
                    <a:pt x="180" y="215"/>
                  </a:lnTo>
                  <a:lnTo>
                    <a:pt x="181" y="2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2" name="Freeform 619">
              <a:extLst>
                <a:ext uri="{FF2B5EF4-FFF2-40B4-BE49-F238E27FC236}">
                  <a16:creationId xmlns:a16="http://schemas.microsoft.com/office/drawing/2014/main" id="{B8B4A74C-7202-485D-9CB6-D23242AA9641}"/>
                </a:ext>
              </a:extLst>
            </p:cNvPr>
            <p:cNvSpPr>
              <a:spLocks/>
            </p:cNvSpPr>
            <p:nvPr/>
          </p:nvSpPr>
          <p:spPr bwMode="auto">
            <a:xfrm>
              <a:off x="5562600" y="3097213"/>
              <a:ext cx="57150" cy="93663"/>
            </a:xfrm>
            <a:custGeom>
              <a:avLst/>
              <a:gdLst>
                <a:gd name="T0" fmla="*/ 9 w 181"/>
                <a:gd name="T1" fmla="*/ 224 h 295"/>
                <a:gd name="T2" fmla="*/ 181 w 181"/>
                <a:gd name="T3" fmla="*/ 295 h 295"/>
                <a:gd name="T4" fmla="*/ 181 w 181"/>
                <a:gd name="T5" fmla="*/ 56 h 295"/>
                <a:gd name="T6" fmla="*/ 0 w 181"/>
                <a:gd name="T7" fmla="*/ 0 h 295"/>
                <a:gd name="T8" fmla="*/ 0 w 181"/>
                <a:gd name="T9" fmla="*/ 210 h 295"/>
                <a:gd name="T10" fmla="*/ 0 w 181"/>
                <a:gd name="T11" fmla="*/ 215 h 295"/>
                <a:gd name="T12" fmla="*/ 2 w 181"/>
                <a:gd name="T13" fmla="*/ 219 h 295"/>
                <a:gd name="T14" fmla="*/ 6 w 181"/>
                <a:gd name="T15" fmla="*/ 222 h 295"/>
                <a:gd name="T16" fmla="*/ 9 w 181"/>
                <a:gd name="T17" fmla="*/ 2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295">
                  <a:moveTo>
                    <a:pt x="9" y="224"/>
                  </a:moveTo>
                  <a:lnTo>
                    <a:pt x="181" y="295"/>
                  </a:lnTo>
                  <a:lnTo>
                    <a:pt x="181" y="56"/>
                  </a:lnTo>
                  <a:lnTo>
                    <a:pt x="0" y="0"/>
                  </a:lnTo>
                  <a:lnTo>
                    <a:pt x="0" y="210"/>
                  </a:lnTo>
                  <a:lnTo>
                    <a:pt x="0" y="215"/>
                  </a:lnTo>
                  <a:lnTo>
                    <a:pt x="2" y="219"/>
                  </a:lnTo>
                  <a:lnTo>
                    <a:pt x="6" y="222"/>
                  </a:lnTo>
                  <a:lnTo>
                    <a:pt x="9"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9" name="Freeform 620">
              <a:extLst>
                <a:ext uri="{FF2B5EF4-FFF2-40B4-BE49-F238E27FC236}">
                  <a16:creationId xmlns:a16="http://schemas.microsoft.com/office/drawing/2014/main" id="{75958BF9-27F0-4CFF-896A-EF3EDCB742E2}"/>
                </a:ext>
              </a:extLst>
            </p:cNvPr>
            <p:cNvSpPr>
              <a:spLocks/>
            </p:cNvSpPr>
            <p:nvPr/>
          </p:nvSpPr>
          <p:spPr bwMode="auto">
            <a:xfrm>
              <a:off x="5705475" y="3217863"/>
              <a:ext cx="47625" cy="77788"/>
            </a:xfrm>
            <a:custGeom>
              <a:avLst/>
              <a:gdLst>
                <a:gd name="T0" fmla="*/ 0 w 150"/>
                <a:gd name="T1" fmla="*/ 67 h 249"/>
                <a:gd name="T2" fmla="*/ 0 w 150"/>
                <a:gd name="T3" fmla="*/ 249 h 249"/>
                <a:gd name="T4" fmla="*/ 141 w 150"/>
                <a:gd name="T5" fmla="*/ 177 h 249"/>
                <a:gd name="T6" fmla="*/ 146 w 150"/>
                <a:gd name="T7" fmla="*/ 175 h 249"/>
                <a:gd name="T8" fmla="*/ 148 w 150"/>
                <a:gd name="T9" fmla="*/ 171 h 249"/>
                <a:gd name="T10" fmla="*/ 149 w 150"/>
                <a:gd name="T11" fmla="*/ 168 h 249"/>
                <a:gd name="T12" fmla="*/ 150 w 150"/>
                <a:gd name="T13" fmla="*/ 164 h 249"/>
                <a:gd name="T14" fmla="*/ 150 w 150"/>
                <a:gd name="T15" fmla="*/ 0 h 249"/>
                <a:gd name="T16" fmla="*/ 0 w 150"/>
                <a:gd name="T17" fmla="*/ 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249">
                  <a:moveTo>
                    <a:pt x="0" y="67"/>
                  </a:moveTo>
                  <a:lnTo>
                    <a:pt x="0" y="249"/>
                  </a:lnTo>
                  <a:lnTo>
                    <a:pt x="141" y="177"/>
                  </a:lnTo>
                  <a:lnTo>
                    <a:pt x="146" y="175"/>
                  </a:lnTo>
                  <a:lnTo>
                    <a:pt x="148" y="171"/>
                  </a:lnTo>
                  <a:lnTo>
                    <a:pt x="149" y="168"/>
                  </a:lnTo>
                  <a:lnTo>
                    <a:pt x="150" y="164"/>
                  </a:lnTo>
                  <a:lnTo>
                    <a:pt x="150"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0" name="Freeform 621">
              <a:extLst>
                <a:ext uri="{FF2B5EF4-FFF2-40B4-BE49-F238E27FC236}">
                  <a16:creationId xmlns:a16="http://schemas.microsoft.com/office/drawing/2014/main" id="{F4554D1F-E30C-4A70-9C4C-B68D87442337}"/>
                </a:ext>
              </a:extLst>
            </p:cNvPr>
            <p:cNvSpPr>
              <a:spLocks/>
            </p:cNvSpPr>
            <p:nvPr/>
          </p:nvSpPr>
          <p:spPr bwMode="auto">
            <a:xfrm>
              <a:off x="5656263" y="3192463"/>
              <a:ext cx="88900" cy="38100"/>
            </a:xfrm>
            <a:custGeom>
              <a:avLst/>
              <a:gdLst>
                <a:gd name="T0" fmla="*/ 146 w 281"/>
                <a:gd name="T1" fmla="*/ 2 h 120"/>
                <a:gd name="T2" fmla="*/ 143 w 281"/>
                <a:gd name="T3" fmla="*/ 0 h 120"/>
                <a:gd name="T4" fmla="*/ 141 w 281"/>
                <a:gd name="T5" fmla="*/ 0 h 120"/>
                <a:gd name="T6" fmla="*/ 138 w 281"/>
                <a:gd name="T7" fmla="*/ 0 h 120"/>
                <a:gd name="T8" fmla="*/ 134 w 281"/>
                <a:gd name="T9" fmla="*/ 2 h 120"/>
                <a:gd name="T10" fmla="*/ 0 w 281"/>
                <a:gd name="T11" fmla="*/ 55 h 120"/>
                <a:gd name="T12" fmla="*/ 141 w 281"/>
                <a:gd name="T13" fmla="*/ 120 h 120"/>
                <a:gd name="T14" fmla="*/ 281 w 281"/>
                <a:gd name="T15" fmla="*/ 55 h 120"/>
                <a:gd name="T16" fmla="*/ 146 w 281"/>
                <a:gd name="T17" fmla="*/ 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1" h="120">
                  <a:moveTo>
                    <a:pt x="146" y="2"/>
                  </a:moveTo>
                  <a:lnTo>
                    <a:pt x="143" y="0"/>
                  </a:lnTo>
                  <a:lnTo>
                    <a:pt x="141" y="0"/>
                  </a:lnTo>
                  <a:lnTo>
                    <a:pt x="138" y="0"/>
                  </a:lnTo>
                  <a:lnTo>
                    <a:pt x="134" y="2"/>
                  </a:lnTo>
                  <a:lnTo>
                    <a:pt x="0" y="55"/>
                  </a:lnTo>
                  <a:lnTo>
                    <a:pt x="141" y="120"/>
                  </a:lnTo>
                  <a:lnTo>
                    <a:pt x="281" y="55"/>
                  </a:lnTo>
                  <a:lnTo>
                    <a:pt x="14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1" name="Freeform 622">
              <a:extLst>
                <a:ext uri="{FF2B5EF4-FFF2-40B4-BE49-F238E27FC236}">
                  <a16:creationId xmlns:a16="http://schemas.microsoft.com/office/drawing/2014/main" id="{23A0F0EA-EB7E-4885-84AB-32B8453A518C}"/>
                </a:ext>
              </a:extLst>
            </p:cNvPr>
            <p:cNvSpPr>
              <a:spLocks/>
            </p:cNvSpPr>
            <p:nvPr/>
          </p:nvSpPr>
          <p:spPr bwMode="auto">
            <a:xfrm>
              <a:off x="5648325" y="3217863"/>
              <a:ext cx="47625" cy="77788"/>
            </a:xfrm>
            <a:custGeom>
              <a:avLst/>
              <a:gdLst>
                <a:gd name="T0" fmla="*/ 0 w 151"/>
                <a:gd name="T1" fmla="*/ 164 h 249"/>
                <a:gd name="T2" fmla="*/ 1 w 151"/>
                <a:gd name="T3" fmla="*/ 167 h 249"/>
                <a:gd name="T4" fmla="*/ 2 w 151"/>
                <a:gd name="T5" fmla="*/ 171 h 249"/>
                <a:gd name="T6" fmla="*/ 5 w 151"/>
                <a:gd name="T7" fmla="*/ 175 h 249"/>
                <a:gd name="T8" fmla="*/ 8 w 151"/>
                <a:gd name="T9" fmla="*/ 177 h 249"/>
                <a:gd name="T10" fmla="*/ 151 w 151"/>
                <a:gd name="T11" fmla="*/ 249 h 249"/>
                <a:gd name="T12" fmla="*/ 151 w 151"/>
                <a:gd name="T13" fmla="*/ 67 h 249"/>
                <a:gd name="T14" fmla="*/ 0 w 151"/>
                <a:gd name="T15" fmla="*/ 0 h 249"/>
                <a:gd name="T16" fmla="*/ 0 w 151"/>
                <a:gd name="T17" fmla="*/ 16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249">
                  <a:moveTo>
                    <a:pt x="0" y="164"/>
                  </a:moveTo>
                  <a:lnTo>
                    <a:pt x="1" y="167"/>
                  </a:lnTo>
                  <a:lnTo>
                    <a:pt x="2" y="171"/>
                  </a:lnTo>
                  <a:lnTo>
                    <a:pt x="5" y="175"/>
                  </a:lnTo>
                  <a:lnTo>
                    <a:pt x="8" y="177"/>
                  </a:lnTo>
                  <a:lnTo>
                    <a:pt x="151" y="249"/>
                  </a:lnTo>
                  <a:lnTo>
                    <a:pt x="151" y="67"/>
                  </a:lnTo>
                  <a:lnTo>
                    <a:pt x="0" y="0"/>
                  </a:lnTo>
                  <a:lnTo>
                    <a:pt x="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2" name="Freeform 623">
              <a:extLst>
                <a:ext uri="{FF2B5EF4-FFF2-40B4-BE49-F238E27FC236}">
                  <a16:creationId xmlns:a16="http://schemas.microsoft.com/office/drawing/2014/main" id="{BB02DD6F-DA69-4602-9827-2EFFAF7FDE3A}"/>
                </a:ext>
              </a:extLst>
            </p:cNvPr>
            <p:cNvSpPr>
              <a:spLocks/>
            </p:cNvSpPr>
            <p:nvPr/>
          </p:nvSpPr>
          <p:spPr bwMode="auto">
            <a:xfrm>
              <a:off x="5475288" y="3201988"/>
              <a:ext cx="144463" cy="47625"/>
            </a:xfrm>
            <a:custGeom>
              <a:avLst/>
              <a:gdLst>
                <a:gd name="T0" fmla="*/ 231 w 452"/>
                <a:gd name="T1" fmla="*/ 2 h 151"/>
                <a:gd name="T2" fmla="*/ 225 w 452"/>
                <a:gd name="T3" fmla="*/ 0 h 151"/>
                <a:gd name="T4" fmla="*/ 221 w 452"/>
                <a:gd name="T5" fmla="*/ 2 h 151"/>
                <a:gd name="T6" fmla="*/ 0 w 452"/>
                <a:gd name="T7" fmla="*/ 70 h 151"/>
                <a:gd name="T8" fmla="*/ 225 w 452"/>
                <a:gd name="T9" fmla="*/ 151 h 151"/>
                <a:gd name="T10" fmla="*/ 452 w 452"/>
                <a:gd name="T11" fmla="*/ 70 h 151"/>
                <a:gd name="T12" fmla="*/ 231 w 452"/>
                <a:gd name="T13" fmla="*/ 2 h 151"/>
              </a:gdLst>
              <a:ahLst/>
              <a:cxnLst>
                <a:cxn ang="0">
                  <a:pos x="T0" y="T1"/>
                </a:cxn>
                <a:cxn ang="0">
                  <a:pos x="T2" y="T3"/>
                </a:cxn>
                <a:cxn ang="0">
                  <a:pos x="T4" y="T5"/>
                </a:cxn>
                <a:cxn ang="0">
                  <a:pos x="T6" y="T7"/>
                </a:cxn>
                <a:cxn ang="0">
                  <a:pos x="T8" y="T9"/>
                </a:cxn>
                <a:cxn ang="0">
                  <a:pos x="T10" y="T11"/>
                </a:cxn>
                <a:cxn ang="0">
                  <a:pos x="T12" y="T13"/>
                </a:cxn>
              </a:cxnLst>
              <a:rect l="0" t="0" r="r" b="b"/>
              <a:pathLst>
                <a:path w="452" h="151">
                  <a:moveTo>
                    <a:pt x="231" y="2"/>
                  </a:moveTo>
                  <a:lnTo>
                    <a:pt x="225" y="0"/>
                  </a:lnTo>
                  <a:lnTo>
                    <a:pt x="221" y="2"/>
                  </a:lnTo>
                  <a:lnTo>
                    <a:pt x="0" y="70"/>
                  </a:lnTo>
                  <a:lnTo>
                    <a:pt x="225" y="151"/>
                  </a:lnTo>
                  <a:lnTo>
                    <a:pt x="452" y="70"/>
                  </a:lnTo>
                  <a:lnTo>
                    <a:pt x="23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3" name="Freeform 624">
              <a:extLst>
                <a:ext uri="{FF2B5EF4-FFF2-40B4-BE49-F238E27FC236}">
                  <a16:creationId xmlns:a16="http://schemas.microsoft.com/office/drawing/2014/main" id="{B92340F4-B54A-488D-A5C8-98121BDE7C2E}"/>
                </a:ext>
              </a:extLst>
            </p:cNvPr>
            <p:cNvSpPr>
              <a:spLocks/>
            </p:cNvSpPr>
            <p:nvPr/>
          </p:nvSpPr>
          <p:spPr bwMode="auto">
            <a:xfrm>
              <a:off x="5465763" y="3230563"/>
              <a:ext cx="76200" cy="123825"/>
            </a:xfrm>
            <a:custGeom>
              <a:avLst/>
              <a:gdLst>
                <a:gd name="T0" fmla="*/ 0 w 240"/>
                <a:gd name="T1" fmla="*/ 285 h 386"/>
                <a:gd name="T2" fmla="*/ 1 w 240"/>
                <a:gd name="T3" fmla="*/ 289 h 386"/>
                <a:gd name="T4" fmla="*/ 2 w 240"/>
                <a:gd name="T5" fmla="*/ 294 h 386"/>
                <a:gd name="T6" fmla="*/ 5 w 240"/>
                <a:gd name="T7" fmla="*/ 297 h 386"/>
                <a:gd name="T8" fmla="*/ 10 w 240"/>
                <a:gd name="T9" fmla="*/ 299 h 386"/>
                <a:gd name="T10" fmla="*/ 240 w 240"/>
                <a:gd name="T11" fmla="*/ 386 h 386"/>
                <a:gd name="T12" fmla="*/ 240 w 240"/>
                <a:gd name="T13" fmla="*/ 84 h 386"/>
                <a:gd name="T14" fmla="*/ 0 w 240"/>
                <a:gd name="T15" fmla="*/ 0 h 386"/>
                <a:gd name="T16" fmla="*/ 0 w 240"/>
                <a:gd name="T17" fmla="*/ 285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386">
                  <a:moveTo>
                    <a:pt x="0" y="285"/>
                  </a:moveTo>
                  <a:lnTo>
                    <a:pt x="1" y="289"/>
                  </a:lnTo>
                  <a:lnTo>
                    <a:pt x="2" y="294"/>
                  </a:lnTo>
                  <a:lnTo>
                    <a:pt x="5" y="297"/>
                  </a:lnTo>
                  <a:lnTo>
                    <a:pt x="10" y="299"/>
                  </a:lnTo>
                  <a:lnTo>
                    <a:pt x="240" y="386"/>
                  </a:lnTo>
                  <a:lnTo>
                    <a:pt x="240" y="84"/>
                  </a:lnTo>
                  <a:lnTo>
                    <a:pt x="0" y="0"/>
                  </a:lnTo>
                  <a:lnTo>
                    <a:pt x="0" y="2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4" name="Freeform 625">
              <a:extLst>
                <a:ext uri="{FF2B5EF4-FFF2-40B4-BE49-F238E27FC236}">
                  <a16:creationId xmlns:a16="http://schemas.microsoft.com/office/drawing/2014/main" id="{718BFD84-5AA9-4CDA-A31F-759BC1FE024F}"/>
                </a:ext>
              </a:extLst>
            </p:cNvPr>
            <p:cNvSpPr>
              <a:spLocks/>
            </p:cNvSpPr>
            <p:nvPr/>
          </p:nvSpPr>
          <p:spPr bwMode="auto">
            <a:xfrm>
              <a:off x="5553075" y="3230563"/>
              <a:ext cx="76200" cy="123825"/>
            </a:xfrm>
            <a:custGeom>
              <a:avLst/>
              <a:gdLst>
                <a:gd name="T0" fmla="*/ 0 w 241"/>
                <a:gd name="T1" fmla="*/ 386 h 386"/>
                <a:gd name="T2" fmla="*/ 231 w 241"/>
                <a:gd name="T3" fmla="*/ 299 h 386"/>
                <a:gd name="T4" fmla="*/ 235 w 241"/>
                <a:gd name="T5" fmla="*/ 297 h 386"/>
                <a:gd name="T6" fmla="*/ 238 w 241"/>
                <a:gd name="T7" fmla="*/ 294 h 386"/>
                <a:gd name="T8" fmla="*/ 239 w 241"/>
                <a:gd name="T9" fmla="*/ 289 h 386"/>
                <a:gd name="T10" fmla="*/ 241 w 241"/>
                <a:gd name="T11" fmla="*/ 285 h 386"/>
                <a:gd name="T12" fmla="*/ 241 w 241"/>
                <a:gd name="T13" fmla="*/ 0 h 386"/>
                <a:gd name="T14" fmla="*/ 0 w 241"/>
                <a:gd name="T15" fmla="*/ 84 h 386"/>
                <a:gd name="T16" fmla="*/ 0 w 241"/>
                <a:gd name="T17" fmla="*/ 3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386">
                  <a:moveTo>
                    <a:pt x="0" y="386"/>
                  </a:moveTo>
                  <a:lnTo>
                    <a:pt x="231" y="299"/>
                  </a:lnTo>
                  <a:lnTo>
                    <a:pt x="235" y="297"/>
                  </a:lnTo>
                  <a:lnTo>
                    <a:pt x="238" y="294"/>
                  </a:lnTo>
                  <a:lnTo>
                    <a:pt x="239" y="289"/>
                  </a:lnTo>
                  <a:lnTo>
                    <a:pt x="241" y="285"/>
                  </a:lnTo>
                  <a:lnTo>
                    <a:pt x="241" y="0"/>
                  </a:lnTo>
                  <a:lnTo>
                    <a:pt x="0" y="84"/>
                  </a:lnTo>
                  <a:lnTo>
                    <a:pt x="0" y="3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grpSp>
        <p:nvGrpSpPr>
          <p:cNvPr id="85" name="Group 84">
            <a:extLst>
              <a:ext uri="{FF2B5EF4-FFF2-40B4-BE49-F238E27FC236}">
                <a16:creationId xmlns:a16="http://schemas.microsoft.com/office/drawing/2014/main" id="{CCEF7448-1E54-49CF-AFF1-C5A3F8A93006}"/>
              </a:ext>
            </a:extLst>
          </p:cNvPr>
          <p:cNvGrpSpPr/>
          <p:nvPr/>
        </p:nvGrpSpPr>
        <p:grpSpPr>
          <a:xfrm>
            <a:off x="9918300" y="2238682"/>
            <a:ext cx="284163" cy="285751"/>
            <a:chOff x="3171788" y="779462"/>
            <a:chExt cx="284163" cy="285751"/>
          </a:xfrm>
          <a:solidFill>
            <a:schemeClr val="bg1"/>
          </a:solidFill>
        </p:grpSpPr>
        <p:sp>
          <p:nvSpPr>
            <p:cNvPr id="86" name="Freeform 2993">
              <a:extLst>
                <a:ext uri="{FF2B5EF4-FFF2-40B4-BE49-F238E27FC236}">
                  <a16:creationId xmlns:a16="http://schemas.microsoft.com/office/drawing/2014/main" id="{D9B98528-AB24-4517-9C3D-E7F01CAB4A8E}"/>
                </a:ext>
              </a:extLst>
            </p:cNvPr>
            <p:cNvSpPr>
              <a:spLocks noEditPoints="1"/>
            </p:cNvSpPr>
            <p:nvPr/>
          </p:nvSpPr>
          <p:spPr bwMode="auto">
            <a:xfrm>
              <a:off x="3290851" y="779462"/>
              <a:ext cx="165100" cy="196850"/>
            </a:xfrm>
            <a:custGeom>
              <a:avLst/>
              <a:gdLst>
                <a:gd name="T0" fmla="*/ 291 w 416"/>
                <a:gd name="T1" fmla="*/ 221 h 493"/>
                <a:gd name="T2" fmla="*/ 339 w 416"/>
                <a:gd name="T3" fmla="*/ 173 h 493"/>
                <a:gd name="T4" fmla="*/ 242 w 416"/>
                <a:gd name="T5" fmla="*/ 221 h 493"/>
                <a:gd name="T6" fmla="*/ 195 w 416"/>
                <a:gd name="T7" fmla="*/ 173 h 493"/>
                <a:gd name="T8" fmla="*/ 242 w 416"/>
                <a:gd name="T9" fmla="*/ 221 h 493"/>
                <a:gd name="T10" fmla="*/ 99 w 416"/>
                <a:gd name="T11" fmla="*/ 221 h 493"/>
                <a:gd name="T12" fmla="*/ 147 w 416"/>
                <a:gd name="T13" fmla="*/ 173 h 493"/>
                <a:gd name="T14" fmla="*/ 208 w 416"/>
                <a:gd name="T15" fmla="*/ 0 h 493"/>
                <a:gd name="T16" fmla="*/ 166 w 416"/>
                <a:gd name="T17" fmla="*/ 3 h 493"/>
                <a:gd name="T18" fmla="*/ 127 w 416"/>
                <a:gd name="T19" fmla="*/ 15 h 493"/>
                <a:gd name="T20" fmla="*/ 92 w 416"/>
                <a:gd name="T21" fmla="*/ 33 h 493"/>
                <a:gd name="T22" fmla="*/ 61 w 416"/>
                <a:gd name="T23" fmla="*/ 57 h 493"/>
                <a:gd name="T24" fmla="*/ 35 w 416"/>
                <a:gd name="T25" fmla="*/ 85 h 493"/>
                <a:gd name="T26" fmla="*/ 16 w 416"/>
                <a:gd name="T27" fmla="*/ 117 h 493"/>
                <a:gd name="T28" fmla="*/ 4 w 416"/>
                <a:gd name="T29" fmla="*/ 153 h 493"/>
                <a:gd name="T30" fmla="*/ 0 w 416"/>
                <a:gd name="T31" fmla="*/ 192 h 493"/>
                <a:gd name="T32" fmla="*/ 0 w 416"/>
                <a:gd name="T33" fmla="*/ 194 h 493"/>
                <a:gd name="T34" fmla="*/ 26 w 416"/>
                <a:gd name="T35" fmla="*/ 204 h 493"/>
                <a:gd name="T36" fmla="*/ 47 w 416"/>
                <a:gd name="T37" fmla="*/ 220 h 493"/>
                <a:gd name="T38" fmla="*/ 64 w 416"/>
                <a:gd name="T39" fmla="*/ 238 h 493"/>
                <a:gd name="T40" fmla="*/ 72 w 416"/>
                <a:gd name="T41" fmla="*/ 260 h 493"/>
                <a:gd name="T42" fmla="*/ 76 w 416"/>
                <a:gd name="T43" fmla="*/ 277 h 493"/>
                <a:gd name="T44" fmla="*/ 76 w 416"/>
                <a:gd name="T45" fmla="*/ 293 h 493"/>
                <a:gd name="T46" fmla="*/ 73 w 416"/>
                <a:gd name="T47" fmla="*/ 311 h 493"/>
                <a:gd name="T48" fmla="*/ 67 w 416"/>
                <a:gd name="T49" fmla="*/ 330 h 493"/>
                <a:gd name="T50" fmla="*/ 70 w 416"/>
                <a:gd name="T51" fmla="*/ 333 h 493"/>
                <a:gd name="T52" fmla="*/ 77 w 416"/>
                <a:gd name="T53" fmla="*/ 349 h 493"/>
                <a:gd name="T54" fmla="*/ 94 w 416"/>
                <a:gd name="T55" fmla="*/ 361 h 493"/>
                <a:gd name="T56" fmla="*/ 114 w 416"/>
                <a:gd name="T57" fmla="*/ 371 h 493"/>
                <a:gd name="T58" fmla="*/ 132 w 416"/>
                <a:gd name="T59" fmla="*/ 378 h 493"/>
                <a:gd name="T60" fmla="*/ 153 w 416"/>
                <a:gd name="T61" fmla="*/ 383 h 493"/>
                <a:gd name="T62" fmla="*/ 153 w 416"/>
                <a:gd name="T63" fmla="*/ 428 h 493"/>
                <a:gd name="T64" fmla="*/ 153 w 416"/>
                <a:gd name="T65" fmla="*/ 465 h 493"/>
                <a:gd name="T66" fmla="*/ 173 w 416"/>
                <a:gd name="T67" fmla="*/ 473 h 493"/>
                <a:gd name="T68" fmla="*/ 203 w 416"/>
                <a:gd name="T69" fmla="*/ 446 h 493"/>
                <a:gd name="T70" fmla="*/ 249 w 416"/>
                <a:gd name="T71" fmla="*/ 406 h 493"/>
                <a:gd name="T72" fmla="*/ 274 w 416"/>
                <a:gd name="T73" fmla="*/ 385 h 493"/>
                <a:gd name="T74" fmla="*/ 290 w 416"/>
                <a:gd name="T75" fmla="*/ 371 h 493"/>
                <a:gd name="T76" fmla="*/ 317 w 416"/>
                <a:gd name="T77" fmla="*/ 358 h 493"/>
                <a:gd name="T78" fmla="*/ 342 w 416"/>
                <a:gd name="T79" fmla="*/ 341 h 493"/>
                <a:gd name="T80" fmla="*/ 364 w 416"/>
                <a:gd name="T81" fmla="*/ 321 h 493"/>
                <a:gd name="T82" fmla="*/ 383 w 416"/>
                <a:gd name="T83" fmla="*/ 299 h 493"/>
                <a:gd name="T84" fmla="*/ 397 w 416"/>
                <a:gd name="T85" fmla="*/ 276 h 493"/>
                <a:gd name="T86" fmla="*/ 408 w 416"/>
                <a:gd name="T87" fmla="*/ 249 h 493"/>
                <a:gd name="T88" fmla="*/ 415 w 416"/>
                <a:gd name="T89" fmla="*/ 222 h 493"/>
                <a:gd name="T90" fmla="*/ 416 w 416"/>
                <a:gd name="T91" fmla="*/ 192 h 493"/>
                <a:gd name="T92" fmla="*/ 412 w 416"/>
                <a:gd name="T93" fmla="*/ 154 h 493"/>
                <a:gd name="T94" fmla="*/ 400 w 416"/>
                <a:gd name="T95" fmla="*/ 117 h 493"/>
                <a:gd name="T96" fmla="*/ 381 w 416"/>
                <a:gd name="T97" fmla="*/ 85 h 493"/>
                <a:gd name="T98" fmla="*/ 355 w 416"/>
                <a:gd name="T99" fmla="*/ 57 h 493"/>
                <a:gd name="T100" fmla="*/ 324 w 416"/>
                <a:gd name="T101" fmla="*/ 33 h 493"/>
                <a:gd name="T102" fmla="*/ 289 w 416"/>
                <a:gd name="T103" fmla="*/ 15 h 493"/>
                <a:gd name="T104" fmla="*/ 251 w 416"/>
                <a:gd name="T105" fmla="*/ 3 h 493"/>
                <a:gd name="T106" fmla="*/ 208 w 416"/>
                <a:gd name="T107" fmla="*/ 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6" h="493">
                  <a:moveTo>
                    <a:pt x="339" y="221"/>
                  </a:moveTo>
                  <a:lnTo>
                    <a:pt x="291" y="221"/>
                  </a:lnTo>
                  <a:lnTo>
                    <a:pt x="291" y="173"/>
                  </a:lnTo>
                  <a:lnTo>
                    <a:pt x="339" y="173"/>
                  </a:lnTo>
                  <a:lnTo>
                    <a:pt x="339" y="221"/>
                  </a:lnTo>
                  <a:close/>
                  <a:moveTo>
                    <a:pt x="242" y="221"/>
                  </a:moveTo>
                  <a:lnTo>
                    <a:pt x="195" y="221"/>
                  </a:lnTo>
                  <a:lnTo>
                    <a:pt x="195" y="173"/>
                  </a:lnTo>
                  <a:lnTo>
                    <a:pt x="242" y="173"/>
                  </a:lnTo>
                  <a:lnTo>
                    <a:pt x="242" y="221"/>
                  </a:lnTo>
                  <a:close/>
                  <a:moveTo>
                    <a:pt x="147" y="221"/>
                  </a:moveTo>
                  <a:lnTo>
                    <a:pt x="99" y="221"/>
                  </a:lnTo>
                  <a:lnTo>
                    <a:pt x="99" y="173"/>
                  </a:lnTo>
                  <a:lnTo>
                    <a:pt x="147" y="173"/>
                  </a:lnTo>
                  <a:lnTo>
                    <a:pt x="147" y="221"/>
                  </a:lnTo>
                  <a:close/>
                  <a:moveTo>
                    <a:pt x="208" y="0"/>
                  </a:moveTo>
                  <a:lnTo>
                    <a:pt x="186" y="1"/>
                  </a:lnTo>
                  <a:lnTo>
                    <a:pt x="166" y="3"/>
                  </a:lnTo>
                  <a:lnTo>
                    <a:pt x="146" y="8"/>
                  </a:lnTo>
                  <a:lnTo>
                    <a:pt x="127" y="15"/>
                  </a:lnTo>
                  <a:lnTo>
                    <a:pt x="109" y="23"/>
                  </a:lnTo>
                  <a:lnTo>
                    <a:pt x="92" y="33"/>
                  </a:lnTo>
                  <a:lnTo>
                    <a:pt x="76" y="44"/>
                  </a:lnTo>
                  <a:lnTo>
                    <a:pt x="61" y="57"/>
                  </a:lnTo>
                  <a:lnTo>
                    <a:pt x="47" y="70"/>
                  </a:lnTo>
                  <a:lnTo>
                    <a:pt x="35" y="85"/>
                  </a:lnTo>
                  <a:lnTo>
                    <a:pt x="25" y="101"/>
                  </a:lnTo>
                  <a:lnTo>
                    <a:pt x="16" y="117"/>
                  </a:lnTo>
                  <a:lnTo>
                    <a:pt x="9" y="135"/>
                  </a:lnTo>
                  <a:lnTo>
                    <a:pt x="4" y="153"/>
                  </a:lnTo>
                  <a:lnTo>
                    <a:pt x="1" y="173"/>
                  </a:lnTo>
                  <a:lnTo>
                    <a:pt x="0" y="192"/>
                  </a:lnTo>
                  <a:lnTo>
                    <a:pt x="0" y="192"/>
                  </a:lnTo>
                  <a:lnTo>
                    <a:pt x="0" y="194"/>
                  </a:lnTo>
                  <a:lnTo>
                    <a:pt x="14" y="198"/>
                  </a:lnTo>
                  <a:lnTo>
                    <a:pt x="26" y="204"/>
                  </a:lnTo>
                  <a:lnTo>
                    <a:pt x="38" y="211"/>
                  </a:lnTo>
                  <a:lnTo>
                    <a:pt x="47" y="220"/>
                  </a:lnTo>
                  <a:lnTo>
                    <a:pt x="57" y="228"/>
                  </a:lnTo>
                  <a:lnTo>
                    <a:pt x="64" y="238"/>
                  </a:lnTo>
                  <a:lnTo>
                    <a:pt x="69" y="248"/>
                  </a:lnTo>
                  <a:lnTo>
                    <a:pt x="72" y="260"/>
                  </a:lnTo>
                  <a:lnTo>
                    <a:pt x="74" y="268"/>
                  </a:lnTo>
                  <a:lnTo>
                    <a:pt x="76" y="277"/>
                  </a:lnTo>
                  <a:lnTo>
                    <a:pt x="76" y="285"/>
                  </a:lnTo>
                  <a:lnTo>
                    <a:pt x="76" y="293"/>
                  </a:lnTo>
                  <a:lnTo>
                    <a:pt x="74" y="303"/>
                  </a:lnTo>
                  <a:lnTo>
                    <a:pt x="73" y="311"/>
                  </a:lnTo>
                  <a:lnTo>
                    <a:pt x="71" y="321"/>
                  </a:lnTo>
                  <a:lnTo>
                    <a:pt x="67" y="330"/>
                  </a:lnTo>
                  <a:lnTo>
                    <a:pt x="69" y="332"/>
                  </a:lnTo>
                  <a:lnTo>
                    <a:pt x="70" y="333"/>
                  </a:lnTo>
                  <a:lnTo>
                    <a:pt x="73" y="341"/>
                  </a:lnTo>
                  <a:lnTo>
                    <a:pt x="77" y="349"/>
                  </a:lnTo>
                  <a:lnTo>
                    <a:pt x="85" y="355"/>
                  </a:lnTo>
                  <a:lnTo>
                    <a:pt x="94" y="361"/>
                  </a:lnTo>
                  <a:lnTo>
                    <a:pt x="104" y="366"/>
                  </a:lnTo>
                  <a:lnTo>
                    <a:pt x="114" y="371"/>
                  </a:lnTo>
                  <a:lnTo>
                    <a:pt x="123" y="374"/>
                  </a:lnTo>
                  <a:lnTo>
                    <a:pt x="132" y="378"/>
                  </a:lnTo>
                  <a:lnTo>
                    <a:pt x="142" y="380"/>
                  </a:lnTo>
                  <a:lnTo>
                    <a:pt x="153" y="383"/>
                  </a:lnTo>
                  <a:lnTo>
                    <a:pt x="153" y="403"/>
                  </a:lnTo>
                  <a:lnTo>
                    <a:pt x="153" y="428"/>
                  </a:lnTo>
                  <a:lnTo>
                    <a:pt x="153" y="449"/>
                  </a:lnTo>
                  <a:lnTo>
                    <a:pt x="153" y="465"/>
                  </a:lnTo>
                  <a:lnTo>
                    <a:pt x="153" y="493"/>
                  </a:lnTo>
                  <a:lnTo>
                    <a:pt x="173" y="473"/>
                  </a:lnTo>
                  <a:lnTo>
                    <a:pt x="185" y="462"/>
                  </a:lnTo>
                  <a:lnTo>
                    <a:pt x="203" y="446"/>
                  </a:lnTo>
                  <a:lnTo>
                    <a:pt x="227" y="427"/>
                  </a:lnTo>
                  <a:lnTo>
                    <a:pt x="249" y="406"/>
                  </a:lnTo>
                  <a:lnTo>
                    <a:pt x="262" y="395"/>
                  </a:lnTo>
                  <a:lnTo>
                    <a:pt x="274" y="385"/>
                  </a:lnTo>
                  <a:lnTo>
                    <a:pt x="284" y="377"/>
                  </a:lnTo>
                  <a:lnTo>
                    <a:pt x="290" y="371"/>
                  </a:lnTo>
                  <a:lnTo>
                    <a:pt x="304" y="365"/>
                  </a:lnTo>
                  <a:lnTo>
                    <a:pt x="317" y="358"/>
                  </a:lnTo>
                  <a:lnTo>
                    <a:pt x="330" y="349"/>
                  </a:lnTo>
                  <a:lnTo>
                    <a:pt x="342" y="341"/>
                  </a:lnTo>
                  <a:lnTo>
                    <a:pt x="353" y="332"/>
                  </a:lnTo>
                  <a:lnTo>
                    <a:pt x="364" y="321"/>
                  </a:lnTo>
                  <a:lnTo>
                    <a:pt x="373" y="310"/>
                  </a:lnTo>
                  <a:lnTo>
                    <a:pt x="383" y="299"/>
                  </a:lnTo>
                  <a:lnTo>
                    <a:pt x="390" y="288"/>
                  </a:lnTo>
                  <a:lnTo>
                    <a:pt x="397" y="276"/>
                  </a:lnTo>
                  <a:lnTo>
                    <a:pt x="403" y="263"/>
                  </a:lnTo>
                  <a:lnTo>
                    <a:pt x="408" y="249"/>
                  </a:lnTo>
                  <a:lnTo>
                    <a:pt x="411" y="235"/>
                  </a:lnTo>
                  <a:lnTo>
                    <a:pt x="415" y="222"/>
                  </a:lnTo>
                  <a:lnTo>
                    <a:pt x="416" y="208"/>
                  </a:lnTo>
                  <a:lnTo>
                    <a:pt x="416" y="192"/>
                  </a:lnTo>
                  <a:lnTo>
                    <a:pt x="416" y="173"/>
                  </a:lnTo>
                  <a:lnTo>
                    <a:pt x="412" y="154"/>
                  </a:lnTo>
                  <a:lnTo>
                    <a:pt x="408" y="135"/>
                  </a:lnTo>
                  <a:lnTo>
                    <a:pt x="400" y="117"/>
                  </a:lnTo>
                  <a:lnTo>
                    <a:pt x="391" y="101"/>
                  </a:lnTo>
                  <a:lnTo>
                    <a:pt x="381" y="85"/>
                  </a:lnTo>
                  <a:lnTo>
                    <a:pt x="368" y="70"/>
                  </a:lnTo>
                  <a:lnTo>
                    <a:pt x="355" y="57"/>
                  </a:lnTo>
                  <a:lnTo>
                    <a:pt x="341" y="44"/>
                  </a:lnTo>
                  <a:lnTo>
                    <a:pt x="324" y="33"/>
                  </a:lnTo>
                  <a:lnTo>
                    <a:pt x="308" y="23"/>
                  </a:lnTo>
                  <a:lnTo>
                    <a:pt x="289" y="15"/>
                  </a:lnTo>
                  <a:lnTo>
                    <a:pt x="270" y="8"/>
                  </a:lnTo>
                  <a:lnTo>
                    <a:pt x="251" y="3"/>
                  </a:lnTo>
                  <a:lnTo>
                    <a:pt x="229" y="1"/>
                  </a:lnTo>
                  <a:lnTo>
                    <a:pt x="2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7" name="Freeform 2994">
              <a:extLst>
                <a:ext uri="{FF2B5EF4-FFF2-40B4-BE49-F238E27FC236}">
                  <a16:creationId xmlns:a16="http://schemas.microsoft.com/office/drawing/2014/main" id="{5BCBDFBA-3EDE-4463-BEFE-5D87DE309096}"/>
                </a:ext>
              </a:extLst>
            </p:cNvPr>
            <p:cNvSpPr>
              <a:spLocks/>
            </p:cNvSpPr>
            <p:nvPr/>
          </p:nvSpPr>
          <p:spPr bwMode="auto">
            <a:xfrm>
              <a:off x="3171788" y="863600"/>
              <a:ext cx="190500" cy="201613"/>
            </a:xfrm>
            <a:custGeom>
              <a:avLst/>
              <a:gdLst>
                <a:gd name="T0" fmla="*/ 393 w 480"/>
                <a:gd name="T1" fmla="*/ 357 h 507"/>
                <a:gd name="T2" fmla="*/ 312 w 480"/>
                <a:gd name="T3" fmla="*/ 312 h 507"/>
                <a:gd name="T4" fmla="*/ 320 w 480"/>
                <a:gd name="T5" fmla="*/ 267 h 507"/>
                <a:gd name="T6" fmla="*/ 324 w 480"/>
                <a:gd name="T7" fmla="*/ 261 h 507"/>
                <a:gd name="T8" fmla="*/ 329 w 480"/>
                <a:gd name="T9" fmla="*/ 254 h 507"/>
                <a:gd name="T10" fmla="*/ 332 w 480"/>
                <a:gd name="T11" fmla="*/ 244 h 507"/>
                <a:gd name="T12" fmla="*/ 336 w 480"/>
                <a:gd name="T13" fmla="*/ 231 h 507"/>
                <a:gd name="T14" fmla="*/ 338 w 480"/>
                <a:gd name="T15" fmla="*/ 219 h 507"/>
                <a:gd name="T16" fmla="*/ 339 w 480"/>
                <a:gd name="T17" fmla="*/ 203 h 507"/>
                <a:gd name="T18" fmla="*/ 350 w 480"/>
                <a:gd name="T19" fmla="*/ 190 h 507"/>
                <a:gd name="T20" fmla="*/ 354 w 480"/>
                <a:gd name="T21" fmla="*/ 185 h 507"/>
                <a:gd name="T22" fmla="*/ 356 w 480"/>
                <a:gd name="T23" fmla="*/ 179 h 507"/>
                <a:gd name="T24" fmla="*/ 357 w 480"/>
                <a:gd name="T25" fmla="*/ 173 h 507"/>
                <a:gd name="T26" fmla="*/ 358 w 480"/>
                <a:gd name="T27" fmla="*/ 166 h 507"/>
                <a:gd name="T28" fmla="*/ 357 w 480"/>
                <a:gd name="T29" fmla="*/ 149 h 507"/>
                <a:gd name="T30" fmla="*/ 354 w 480"/>
                <a:gd name="T31" fmla="*/ 140 h 507"/>
                <a:gd name="T32" fmla="*/ 350 w 480"/>
                <a:gd name="T33" fmla="*/ 131 h 507"/>
                <a:gd name="T34" fmla="*/ 343 w 480"/>
                <a:gd name="T35" fmla="*/ 125 h 507"/>
                <a:gd name="T36" fmla="*/ 355 w 480"/>
                <a:gd name="T37" fmla="*/ 84 h 507"/>
                <a:gd name="T38" fmla="*/ 353 w 480"/>
                <a:gd name="T39" fmla="*/ 54 h 507"/>
                <a:gd name="T40" fmla="*/ 336 w 480"/>
                <a:gd name="T41" fmla="*/ 28 h 507"/>
                <a:gd name="T42" fmla="*/ 305 w 480"/>
                <a:gd name="T43" fmla="*/ 9 h 507"/>
                <a:gd name="T44" fmla="*/ 286 w 480"/>
                <a:gd name="T45" fmla="*/ 4 h 507"/>
                <a:gd name="T46" fmla="*/ 267 w 480"/>
                <a:gd name="T47" fmla="*/ 0 h 507"/>
                <a:gd name="T48" fmla="*/ 251 w 480"/>
                <a:gd name="T49" fmla="*/ 0 h 507"/>
                <a:gd name="T50" fmla="*/ 232 w 480"/>
                <a:gd name="T51" fmla="*/ 2 h 507"/>
                <a:gd name="T52" fmla="*/ 217 w 480"/>
                <a:gd name="T53" fmla="*/ 4 h 507"/>
                <a:gd name="T54" fmla="*/ 203 w 480"/>
                <a:gd name="T55" fmla="*/ 8 h 507"/>
                <a:gd name="T56" fmla="*/ 192 w 480"/>
                <a:gd name="T57" fmla="*/ 11 h 507"/>
                <a:gd name="T58" fmla="*/ 157 w 480"/>
                <a:gd name="T59" fmla="*/ 38 h 507"/>
                <a:gd name="T60" fmla="*/ 154 w 480"/>
                <a:gd name="T61" fmla="*/ 44 h 507"/>
                <a:gd name="T62" fmla="*/ 140 w 480"/>
                <a:gd name="T63" fmla="*/ 46 h 507"/>
                <a:gd name="T64" fmla="*/ 131 w 480"/>
                <a:gd name="T65" fmla="*/ 48 h 507"/>
                <a:gd name="T66" fmla="*/ 126 w 480"/>
                <a:gd name="T67" fmla="*/ 53 h 507"/>
                <a:gd name="T68" fmla="*/ 123 w 480"/>
                <a:gd name="T69" fmla="*/ 56 h 507"/>
                <a:gd name="T70" fmla="*/ 118 w 480"/>
                <a:gd name="T71" fmla="*/ 66 h 507"/>
                <a:gd name="T72" fmla="*/ 118 w 480"/>
                <a:gd name="T73" fmla="*/ 75 h 507"/>
                <a:gd name="T74" fmla="*/ 118 w 480"/>
                <a:gd name="T75" fmla="*/ 84 h 507"/>
                <a:gd name="T76" fmla="*/ 121 w 480"/>
                <a:gd name="T77" fmla="*/ 92 h 507"/>
                <a:gd name="T78" fmla="*/ 123 w 480"/>
                <a:gd name="T79" fmla="*/ 100 h 507"/>
                <a:gd name="T80" fmla="*/ 125 w 480"/>
                <a:gd name="T81" fmla="*/ 109 h 507"/>
                <a:gd name="T82" fmla="*/ 132 w 480"/>
                <a:gd name="T83" fmla="*/ 125 h 507"/>
                <a:gd name="T84" fmla="*/ 116 w 480"/>
                <a:gd name="T85" fmla="*/ 148 h 507"/>
                <a:gd name="T86" fmla="*/ 115 w 480"/>
                <a:gd name="T87" fmla="*/ 174 h 507"/>
                <a:gd name="T88" fmla="*/ 118 w 480"/>
                <a:gd name="T89" fmla="*/ 185 h 507"/>
                <a:gd name="T90" fmla="*/ 124 w 480"/>
                <a:gd name="T91" fmla="*/ 193 h 507"/>
                <a:gd name="T92" fmla="*/ 130 w 480"/>
                <a:gd name="T93" fmla="*/ 199 h 507"/>
                <a:gd name="T94" fmla="*/ 138 w 480"/>
                <a:gd name="T95" fmla="*/ 216 h 507"/>
                <a:gd name="T96" fmla="*/ 144 w 480"/>
                <a:gd name="T97" fmla="*/ 242 h 507"/>
                <a:gd name="T98" fmla="*/ 161 w 480"/>
                <a:gd name="T99" fmla="*/ 268 h 507"/>
                <a:gd name="T100" fmla="*/ 168 w 480"/>
                <a:gd name="T101" fmla="*/ 312 h 507"/>
                <a:gd name="T102" fmla="*/ 87 w 480"/>
                <a:gd name="T103" fmla="*/ 357 h 507"/>
                <a:gd name="T104" fmla="*/ 19 w 480"/>
                <a:gd name="T105" fmla="*/ 399 h 507"/>
                <a:gd name="T106" fmla="*/ 2 w 480"/>
                <a:gd name="T107" fmla="*/ 420 h 507"/>
                <a:gd name="T108" fmla="*/ 4 w 480"/>
                <a:gd name="T109" fmla="*/ 504 h 507"/>
                <a:gd name="T110" fmla="*/ 473 w 480"/>
                <a:gd name="T111" fmla="*/ 506 h 507"/>
                <a:gd name="T112" fmla="*/ 480 w 480"/>
                <a:gd name="T113" fmla="*/ 424 h 507"/>
                <a:gd name="T114" fmla="*/ 471 w 480"/>
                <a:gd name="T115" fmla="*/ 408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0" h="507">
                  <a:moveTo>
                    <a:pt x="446" y="388"/>
                  </a:moveTo>
                  <a:lnTo>
                    <a:pt x="435" y="380"/>
                  </a:lnTo>
                  <a:lnTo>
                    <a:pt x="418" y="370"/>
                  </a:lnTo>
                  <a:lnTo>
                    <a:pt x="393" y="357"/>
                  </a:lnTo>
                  <a:lnTo>
                    <a:pt x="367" y="344"/>
                  </a:lnTo>
                  <a:lnTo>
                    <a:pt x="339" y="331"/>
                  </a:lnTo>
                  <a:lnTo>
                    <a:pt x="312" y="319"/>
                  </a:lnTo>
                  <a:lnTo>
                    <a:pt x="312" y="312"/>
                  </a:lnTo>
                  <a:lnTo>
                    <a:pt x="312" y="280"/>
                  </a:lnTo>
                  <a:lnTo>
                    <a:pt x="312" y="274"/>
                  </a:lnTo>
                  <a:lnTo>
                    <a:pt x="316" y="272"/>
                  </a:lnTo>
                  <a:lnTo>
                    <a:pt x="320" y="267"/>
                  </a:lnTo>
                  <a:lnTo>
                    <a:pt x="320" y="266"/>
                  </a:lnTo>
                  <a:lnTo>
                    <a:pt x="320" y="266"/>
                  </a:lnTo>
                  <a:lnTo>
                    <a:pt x="323" y="263"/>
                  </a:lnTo>
                  <a:lnTo>
                    <a:pt x="324" y="261"/>
                  </a:lnTo>
                  <a:lnTo>
                    <a:pt x="325" y="260"/>
                  </a:lnTo>
                  <a:lnTo>
                    <a:pt x="325" y="260"/>
                  </a:lnTo>
                  <a:lnTo>
                    <a:pt x="326" y="256"/>
                  </a:lnTo>
                  <a:lnTo>
                    <a:pt x="329" y="254"/>
                  </a:lnTo>
                  <a:lnTo>
                    <a:pt x="329" y="253"/>
                  </a:lnTo>
                  <a:lnTo>
                    <a:pt x="329" y="251"/>
                  </a:lnTo>
                  <a:lnTo>
                    <a:pt x="331" y="248"/>
                  </a:lnTo>
                  <a:lnTo>
                    <a:pt x="332" y="244"/>
                  </a:lnTo>
                  <a:lnTo>
                    <a:pt x="332" y="243"/>
                  </a:lnTo>
                  <a:lnTo>
                    <a:pt x="332" y="243"/>
                  </a:lnTo>
                  <a:lnTo>
                    <a:pt x="335" y="237"/>
                  </a:lnTo>
                  <a:lnTo>
                    <a:pt x="336" y="231"/>
                  </a:lnTo>
                  <a:lnTo>
                    <a:pt x="336" y="231"/>
                  </a:lnTo>
                  <a:lnTo>
                    <a:pt x="336" y="231"/>
                  </a:lnTo>
                  <a:lnTo>
                    <a:pt x="337" y="225"/>
                  </a:lnTo>
                  <a:lnTo>
                    <a:pt x="338" y="219"/>
                  </a:lnTo>
                  <a:lnTo>
                    <a:pt x="338" y="217"/>
                  </a:lnTo>
                  <a:lnTo>
                    <a:pt x="338" y="215"/>
                  </a:lnTo>
                  <a:lnTo>
                    <a:pt x="339" y="209"/>
                  </a:lnTo>
                  <a:lnTo>
                    <a:pt x="339" y="203"/>
                  </a:lnTo>
                  <a:lnTo>
                    <a:pt x="345" y="197"/>
                  </a:lnTo>
                  <a:lnTo>
                    <a:pt x="350" y="191"/>
                  </a:lnTo>
                  <a:lnTo>
                    <a:pt x="350" y="190"/>
                  </a:lnTo>
                  <a:lnTo>
                    <a:pt x="350" y="190"/>
                  </a:lnTo>
                  <a:lnTo>
                    <a:pt x="353" y="187"/>
                  </a:lnTo>
                  <a:lnTo>
                    <a:pt x="354" y="185"/>
                  </a:lnTo>
                  <a:lnTo>
                    <a:pt x="354" y="185"/>
                  </a:lnTo>
                  <a:lnTo>
                    <a:pt x="354" y="185"/>
                  </a:lnTo>
                  <a:lnTo>
                    <a:pt x="355" y="182"/>
                  </a:lnTo>
                  <a:lnTo>
                    <a:pt x="355" y="180"/>
                  </a:lnTo>
                  <a:lnTo>
                    <a:pt x="355" y="179"/>
                  </a:lnTo>
                  <a:lnTo>
                    <a:pt x="356" y="179"/>
                  </a:lnTo>
                  <a:lnTo>
                    <a:pt x="356" y="176"/>
                  </a:lnTo>
                  <a:lnTo>
                    <a:pt x="357" y="174"/>
                  </a:lnTo>
                  <a:lnTo>
                    <a:pt x="357" y="173"/>
                  </a:lnTo>
                  <a:lnTo>
                    <a:pt x="357" y="173"/>
                  </a:lnTo>
                  <a:lnTo>
                    <a:pt x="357" y="169"/>
                  </a:lnTo>
                  <a:lnTo>
                    <a:pt x="357" y="167"/>
                  </a:lnTo>
                  <a:lnTo>
                    <a:pt x="358" y="167"/>
                  </a:lnTo>
                  <a:lnTo>
                    <a:pt x="358" y="166"/>
                  </a:lnTo>
                  <a:lnTo>
                    <a:pt x="358" y="163"/>
                  </a:lnTo>
                  <a:lnTo>
                    <a:pt x="358" y="160"/>
                  </a:lnTo>
                  <a:lnTo>
                    <a:pt x="358" y="155"/>
                  </a:lnTo>
                  <a:lnTo>
                    <a:pt x="357" y="149"/>
                  </a:lnTo>
                  <a:lnTo>
                    <a:pt x="357" y="149"/>
                  </a:lnTo>
                  <a:lnTo>
                    <a:pt x="357" y="148"/>
                  </a:lnTo>
                  <a:lnTo>
                    <a:pt x="356" y="143"/>
                  </a:lnTo>
                  <a:lnTo>
                    <a:pt x="354" y="140"/>
                  </a:lnTo>
                  <a:lnTo>
                    <a:pt x="354" y="138"/>
                  </a:lnTo>
                  <a:lnTo>
                    <a:pt x="354" y="138"/>
                  </a:lnTo>
                  <a:lnTo>
                    <a:pt x="353" y="135"/>
                  </a:lnTo>
                  <a:lnTo>
                    <a:pt x="350" y="131"/>
                  </a:lnTo>
                  <a:lnTo>
                    <a:pt x="349" y="131"/>
                  </a:lnTo>
                  <a:lnTo>
                    <a:pt x="349" y="131"/>
                  </a:lnTo>
                  <a:lnTo>
                    <a:pt x="347" y="128"/>
                  </a:lnTo>
                  <a:lnTo>
                    <a:pt x="343" y="125"/>
                  </a:lnTo>
                  <a:lnTo>
                    <a:pt x="344" y="122"/>
                  </a:lnTo>
                  <a:lnTo>
                    <a:pt x="347" y="117"/>
                  </a:lnTo>
                  <a:lnTo>
                    <a:pt x="351" y="100"/>
                  </a:lnTo>
                  <a:lnTo>
                    <a:pt x="355" y="84"/>
                  </a:lnTo>
                  <a:lnTo>
                    <a:pt x="355" y="77"/>
                  </a:lnTo>
                  <a:lnTo>
                    <a:pt x="355" y="69"/>
                  </a:lnTo>
                  <a:lnTo>
                    <a:pt x="354" y="61"/>
                  </a:lnTo>
                  <a:lnTo>
                    <a:pt x="353" y="54"/>
                  </a:lnTo>
                  <a:lnTo>
                    <a:pt x="350" y="47"/>
                  </a:lnTo>
                  <a:lnTo>
                    <a:pt x="347" y="40"/>
                  </a:lnTo>
                  <a:lnTo>
                    <a:pt x="342" y="34"/>
                  </a:lnTo>
                  <a:lnTo>
                    <a:pt x="336" y="28"/>
                  </a:lnTo>
                  <a:lnTo>
                    <a:pt x="330" y="22"/>
                  </a:lnTo>
                  <a:lnTo>
                    <a:pt x="323" y="17"/>
                  </a:lnTo>
                  <a:lnTo>
                    <a:pt x="314" y="12"/>
                  </a:lnTo>
                  <a:lnTo>
                    <a:pt x="305" y="9"/>
                  </a:lnTo>
                  <a:lnTo>
                    <a:pt x="305" y="9"/>
                  </a:lnTo>
                  <a:lnTo>
                    <a:pt x="305" y="9"/>
                  </a:lnTo>
                  <a:lnTo>
                    <a:pt x="295" y="6"/>
                  </a:lnTo>
                  <a:lnTo>
                    <a:pt x="286" y="4"/>
                  </a:lnTo>
                  <a:lnTo>
                    <a:pt x="276" y="2"/>
                  </a:lnTo>
                  <a:lnTo>
                    <a:pt x="267" y="0"/>
                  </a:lnTo>
                  <a:lnTo>
                    <a:pt x="267" y="0"/>
                  </a:lnTo>
                  <a:lnTo>
                    <a:pt x="267" y="0"/>
                  </a:lnTo>
                  <a:lnTo>
                    <a:pt x="263" y="0"/>
                  </a:lnTo>
                  <a:lnTo>
                    <a:pt x="260" y="0"/>
                  </a:lnTo>
                  <a:lnTo>
                    <a:pt x="255" y="0"/>
                  </a:lnTo>
                  <a:lnTo>
                    <a:pt x="251" y="0"/>
                  </a:lnTo>
                  <a:lnTo>
                    <a:pt x="244" y="0"/>
                  </a:lnTo>
                  <a:lnTo>
                    <a:pt x="237" y="0"/>
                  </a:lnTo>
                  <a:lnTo>
                    <a:pt x="235" y="0"/>
                  </a:lnTo>
                  <a:lnTo>
                    <a:pt x="232" y="2"/>
                  </a:lnTo>
                  <a:lnTo>
                    <a:pt x="229" y="2"/>
                  </a:lnTo>
                  <a:lnTo>
                    <a:pt x="224" y="3"/>
                  </a:lnTo>
                  <a:lnTo>
                    <a:pt x="220" y="3"/>
                  </a:lnTo>
                  <a:lnTo>
                    <a:pt x="217" y="4"/>
                  </a:lnTo>
                  <a:lnTo>
                    <a:pt x="215" y="4"/>
                  </a:lnTo>
                  <a:lnTo>
                    <a:pt x="212" y="5"/>
                  </a:lnTo>
                  <a:lnTo>
                    <a:pt x="207" y="6"/>
                  </a:lnTo>
                  <a:lnTo>
                    <a:pt x="203" y="8"/>
                  </a:lnTo>
                  <a:lnTo>
                    <a:pt x="199" y="9"/>
                  </a:lnTo>
                  <a:lnTo>
                    <a:pt x="195" y="10"/>
                  </a:lnTo>
                  <a:lnTo>
                    <a:pt x="193" y="10"/>
                  </a:lnTo>
                  <a:lnTo>
                    <a:pt x="192" y="11"/>
                  </a:lnTo>
                  <a:lnTo>
                    <a:pt x="181" y="16"/>
                  </a:lnTo>
                  <a:lnTo>
                    <a:pt x="172" y="23"/>
                  </a:lnTo>
                  <a:lnTo>
                    <a:pt x="163" y="30"/>
                  </a:lnTo>
                  <a:lnTo>
                    <a:pt x="157" y="38"/>
                  </a:lnTo>
                  <a:lnTo>
                    <a:pt x="157" y="38"/>
                  </a:lnTo>
                  <a:lnTo>
                    <a:pt x="156" y="38"/>
                  </a:lnTo>
                  <a:lnTo>
                    <a:pt x="155" y="42"/>
                  </a:lnTo>
                  <a:lnTo>
                    <a:pt x="154" y="44"/>
                  </a:lnTo>
                  <a:lnTo>
                    <a:pt x="150" y="44"/>
                  </a:lnTo>
                  <a:lnTo>
                    <a:pt x="148" y="44"/>
                  </a:lnTo>
                  <a:lnTo>
                    <a:pt x="143" y="44"/>
                  </a:lnTo>
                  <a:lnTo>
                    <a:pt x="140" y="46"/>
                  </a:lnTo>
                  <a:lnTo>
                    <a:pt x="138" y="46"/>
                  </a:lnTo>
                  <a:lnTo>
                    <a:pt x="137" y="46"/>
                  </a:lnTo>
                  <a:lnTo>
                    <a:pt x="135" y="47"/>
                  </a:lnTo>
                  <a:lnTo>
                    <a:pt x="131" y="48"/>
                  </a:lnTo>
                  <a:lnTo>
                    <a:pt x="131" y="48"/>
                  </a:lnTo>
                  <a:lnTo>
                    <a:pt x="130" y="49"/>
                  </a:lnTo>
                  <a:lnTo>
                    <a:pt x="128" y="50"/>
                  </a:lnTo>
                  <a:lnTo>
                    <a:pt x="126" y="53"/>
                  </a:lnTo>
                  <a:lnTo>
                    <a:pt x="125" y="53"/>
                  </a:lnTo>
                  <a:lnTo>
                    <a:pt x="125" y="53"/>
                  </a:lnTo>
                  <a:lnTo>
                    <a:pt x="124" y="55"/>
                  </a:lnTo>
                  <a:lnTo>
                    <a:pt x="123" y="56"/>
                  </a:lnTo>
                  <a:lnTo>
                    <a:pt x="121" y="60"/>
                  </a:lnTo>
                  <a:lnTo>
                    <a:pt x="119" y="63"/>
                  </a:lnTo>
                  <a:lnTo>
                    <a:pt x="119" y="65"/>
                  </a:lnTo>
                  <a:lnTo>
                    <a:pt x="118" y="66"/>
                  </a:lnTo>
                  <a:lnTo>
                    <a:pt x="118" y="68"/>
                  </a:lnTo>
                  <a:lnTo>
                    <a:pt x="118" y="71"/>
                  </a:lnTo>
                  <a:lnTo>
                    <a:pt x="118" y="73"/>
                  </a:lnTo>
                  <a:lnTo>
                    <a:pt x="118" y="75"/>
                  </a:lnTo>
                  <a:lnTo>
                    <a:pt x="118" y="77"/>
                  </a:lnTo>
                  <a:lnTo>
                    <a:pt x="118" y="79"/>
                  </a:lnTo>
                  <a:lnTo>
                    <a:pt x="118" y="81"/>
                  </a:lnTo>
                  <a:lnTo>
                    <a:pt x="118" y="84"/>
                  </a:lnTo>
                  <a:lnTo>
                    <a:pt x="119" y="85"/>
                  </a:lnTo>
                  <a:lnTo>
                    <a:pt x="119" y="87"/>
                  </a:lnTo>
                  <a:lnTo>
                    <a:pt x="119" y="90"/>
                  </a:lnTo>
                  <a:lnTo>
                    <a:pt x="121" y="92"/>
                  </a:lnTo>
                  <a:lnTo>
                    <a:pt x="121" y="94"/>
                  </a:lnTo>
                  <a:lnTo>
                    <a:pt x="122" y="96"/>
                  </a:lnTo>
                  <a:lnTo>
                    <a:pt x="122" y="98"/>
                  </a:lnTo>
                  <a:lnTo>
                    <a:pt x="123" y="100"/>
                  </a:lnTo>
                  <a:lnTo>
                    <a:pt x="124" y="103"/>
                  </a:lnTo>
                  <a:lnTo>
                    <a:pt x="125" y="106"/>
                  </a:lnTo>
                  <a:lnTo>
                    <a:pt x="125" y="107"/>
                  </a:lnTo>
                  <a:lnTo>
                    <a:pt x="125" y="109"/>
                  </a:lnTo>
                  <a:lnTo>
                    <a:pt x="129" y="117"/>
                  </a:lnTo>
                  <a:lnTo>
                    <a:pt x="132" y="125"/>
                  </a:lnTo>
                  <a:lnTo>
                    <a:pt x="132" y="125"/>
                  </a:lnTo>
                  <a:lnTo>
                    <a:pt x="132" y="125"/>
                  </a:lnTo>
                  <a:lnTo>
                    <a:pt x="126" y="130"/>
                  </a:lnTo>
                  <a:lnTo>
                    <a:pt x="122" y="136"/>
                  </a:lnTo>
                  <a:lnTo>
                    <a:pt x="118" y="142"/>
                  </a:lnTo>
                  <a:lnTo>
                    <a:pt x="116" y="148"/>
                  </a:lnTo>
                  <a:lnTo>
                    <a:pt x="115" y="155"/>
                  </a:lnTo>
                  <a:lnTo>
                    <a:pt x="115" y="163"/>
                  </a:lnTo>
                  <a:lnTo>
                    <a:pt x="115" y="168"/>
                  </a:lnTo>
                  <a:lnTo>
                    <a:pt x="115" y="174"/>
                  </a:lnTo>
                  <a:lnTo>
                    <a:pt x="116" y="175"/>
                  </a:lnTo>
                  <a:lnTo>
                    <a:pt x="116" y="175"/>
                  </a:lnTo>
                  <a:lnTo>
                    <a:pt x="117" y="180"/>
                  </a:lnTo>
                  <a:lnTo>
                    <a:pt x="118" y="185"/>
                  </a:lnTo>
                  <a:lnTo>
                    <a:pt x="119" y="186"/>
                  </a:lnTo>
                  <a:lnTo>
                    <a:pt x="119" y="187"/>
                  </a:lnTo>
                  <a:lnTo>
                    <a:pt x="122" y="190"/>
                  </a:lnTo>
                  <a:lnTo>
                    <a:pt x="124" y="193"/>
                  </a:lnTo>
                  <a:lnTo>
                    <a:pt x="125" y="194"/>
                  </a:lnTo>
                  <a:lnTo>
                    <a:pt x="125" y="195"/>
                  </a:lnTo>
                  <a:lnTo>
                    <a:pt x="128" y="198"/>
                  </a:lnTo>
                  <a:lnTo>
                    <a:pt x="130" y="199"/>
                  </a:lnTo>
                  <a:lnTo>
                    <a:pt x="134" y="201"/>
                  </a:lnTo>
                  <a:lnTo>
                    <a:pt x="137" y="203"/>
                  </a:lnTo>
                  <a:lnTo>
                    <a:pt x="137" y="210"/>
                  </a:lnTo>
                  <a:lnTo>
                    <a:pt x="138" y="216"/>
                  </a:lnTo>
                  <a:lnTo>
                    <a:pt x="138" y="218"/>
                  </a:lnTo>
                  <a:lnTo>
                    <a:pt x="138" y="220"/>
                  </a:lnTo>
                  <a:lnTo>
                    <a:pt x="141" y="231"/>
                  </a:lnTo>
                  <a:lnTo>
                    <a:pt x="144" y="242"/>
                  </a:lnTo>
                  <a:lnTo>
                    <a:pt x="148" y="250"/>
                  </a:lnTo>
                  <a:lnTo>
                    <a:pt x="151" y="257"/>
                  </a:lnTo>
                  <a:lnTo>
                    <a:pt x="156" y="263"/>
                  </a:lnTo>
                  <a:lnTo>
                    <a:pt x="161" y="268"/>
                  </a:lnTo>
                  <a:lnTo>
                    <a:pt x="165" y="272"/>
                  </a:lnTo>
                  <a:lnTo>
                    <a:pt x="168" y="275"/>
                  </a:lnTo>
                  <a:lnTo>
                    <a:pt x="168" y="281"/>
                  </a:lnTo>
                  <a:lnTo>
                    <a:pt x="168" y="312"/>
                  </a:lnTo>
                  <a:lnTo>
                    <a:pt x="168" y="319"/>
                  </a:lnTo>
                  <a:lnTo>
                    <a:pt x="142" y="331"/>
                  </a:lnTo>
                  <a:lnTo>
                    <a:pt x="115" y="344"/>
                  </a:lnTo>
                  <a:lnTo>
                    <a:pt x="87" y="357"/>
                  </a:lnTo>
                  <a:lnTo>
                    <a:pt x="62" y="370"/>
                  </a:lnTo>
                  <a:lnTo>
                    <a:pt x="47" y="380"/>
                  </a:lnTo>
                  <a:lnTo>
                    <a:pt x="34" y="388"/>
                  </a:lnTo>
                  <a:lnTo>
                    <a:pt x="19" y="399"/>
                  </a:lnTo>
                  <a:lnTo>
                    <a:pt x="9" y="408"/>
                  </a:lnTo>
                  <a:lnTo>
                    <a:pt x="5" y="413"/>
                  </a:lnTo>
                  <a:lnTo>
                    <a:pt x="3" y="417"/>
                  </a:lnTo>
                  <a:lnTo>
                    <a:pt x="2" y="420"/>
                  </a:lnTo>
                  <a:lnTo>
                    <a:pt x="0" y="424"/>
                  </a:lnTo>
                  <a:lnTo>
                    <a:pt x="0" y="495"/>
                  </a:lnTo>
                  <a:lnTo>
                    <a:pt x="2" y="500"/>
                  </a:lnTo>
                  <a:lnTo>
                    <a:pt x="4" y="504"/>
                  </a:lnTo>
                  <a:lnTo>
                    <a:pt x="8" y="506"/>
                  </a:lnTo>
                  <a:lnTo>
                    <a:pt x="12" y="507"/>
                  </a:lnTo>
                  <a:lnTo>
                    <a:pt x="468" y="507"/>
                  </a:lnTo>
                  <a:lnTo>
                    <a:pt x="473" y="506"/>
                  </a:lnTo>
                  <a:lnTo>
                    <a:pt x="476" y="504"/>
                  </a:lnTo>
                  <a:lnTo>
                    <a:pt x="479" y="500"/>
                  </a:lnTo>
                  <a:lnTo>
                    <a:pt x="480" y="495"/>
                  </a:lnTo>
                  <a:lnTo>
                    <a:pt x="480" y="424"/>
                  </a:lnTo>
                  <a:lnTo>
                    <a:pt x="480" y="420"/>
                  </a:lnTo>
                  <a:lnTo>
                    <a:pt x="477" y="417"/>
                  </a:lnTo>
                  <a:lnTo>
                    <a:pt x="475" y="413"/>
                  </a:lnTo>
                  <a:lnTo>
                    <a:pt x="471" y="408"/>
                  </a:lnTo>
                  <a:lnTo>
                    <a:pt x="462" y="399"/>
                  </a:lnTo>
                  <a:lnTo>
                    <a:pt x="446" y="3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grpSp>
      <p:sp>
        <p:nvSpPr>
          <p:cNvPr id="88" name="Freeform 1837">
            <a:extLst>
              <a:ext uri="{FF2B5EF4-FFF2-40B4-BE49-F238E27FC236}">
                <a16:creationId xmlns:a16="http://schemas.microsoft.com/office/drawing/2014/main" id="{9C73115A-5BB1-4CF5-91B0-8426B1E9ACE4}"/>
              </a:ext>
            </a:extLst>
          </p:cNvPr>
          <p:cNvSpPr>
            <a:spLocks noEditPoints="1"/>
          </p:cNvSpPr>
          <p:nvPr/>
        </p:nvSpPr>
        <p:spPr bwMode="auto">
          <a:xfrm>
            <a:off x="845745" y="2746686"/>
            <a:ext cx="274638" cy="276225"/>
          </a:xfrm>
          <a:custGeom>
            <a:avLst/>
            <a:gdLst>
              <a:gd name="T0" fmla="*/ 526 w 695"/>
              <a:gd name="T1" fmla="*/ 362 h 695"/>
              <a:gd name="T2" fmla="*/ 359 w 695"/>
              <a:gd name="T3" fmla="*/ 362 h 695"/>
              <a:gd name="T4" fmla="*/ 359 w 695"/>
              <a:gd name="T5" fmla="*/ 531 h 695"/>
              <a:gd name="T6" fmla="*/ 359 w 695"/>
              <a:gd name="T7" fmla="*/ 537 h 695"/>
              <a:gd name="T8" fmla="*/ 356 w 695"/>
              <a:gd name="T9" fmla="*/ 540 h 695"/>
              <a:gd name="T10" fmla="*/ 353 w 695"/>
              <a:gd name="T11" fmla="*/ 542 h 695"/>
              <a:gd name="T12" fmla="*/ 348 w 695"/>
              <a:gd name="T13" fmla="*/ 543 h 695"/>
              <a:gd name="T14" fmla="*/ 343 w 695"/>
              <a:gd name="T15" fmla="*/ 542 h 695"/>
              <a:gd name="T16" fmla="*/ 339 w 695"/>
              <a:gd name="T17" fmla="*/ 540 h 695"/>
              <a:gd name="T18" fmla="*/ 337 w 695"/>
              <a:gd name="T19" fmla="*/ 537 h 695"/>
              <a:gd name="T20" fmla="*/ 336 w 695"/>
              <a:gd name="T21" fmla="*/ 531 h 695"/>
              <a:gd name="T22" fmla="*/ 336 w 695"/>
              <a:gd name="T23" fmla="*/ 362 h 695"/>
              <a:gd name="T24" fmla="*/ 164 w 695"/>
              <a:gd name="T25" fmla="*/ 362 h 695"/>
              <a:gd name="T26" fmla="*/ 158 w 695"/>
              <a:gd name="T27" fmla="*/ 361 h 695"/>
              <a:gd name="T28" fmla="*/ 155 w 695"/>
              <a:gd name="T29" fmla="*/ 359 h 695"/>
              <a:gd name="T30" fmla="*/ 153 w 695"/>
              <a:gd name="T31" fmla="*/ 356 h 695"/>
              <a:gd name="T32" fmla="*/ 152 w 695"/>
              <a:gd name="T33" fmla="*/ 350 h 695"/>
              <a:gd name="T34" fmla="*/ 153 w 695"/>
              <a:gd name="T35" fmla="*/ 346 h 695"/>
              <a:gd name="T36" fmla="*/ 155 w 695"/>
              <a:gd name="T37" fmla="*/ 342 h 695"/>
              <a:gd name="T38" fmla="*/ 158 w 695"/>
              <a:gd name="T39" fmla="*/ 339 h 695"/>
              <a:gd name="T40" fmla="*/ 164 w 695"/>
              <a:gd name="T41" fmla="*/ 339 h 695"/>
              <a:gd name="T42" fmla="*/ 336 w 695"/>
              <a:gd name="T43" fmla="*/ 339 h 695"/>
              <a:gd name="T44" fmla="*/ 336 w 695"/>
              <a:gd name="T45" fmla="*/ 170 h 695"/>
              <a:gd name="T46" fmla="*/ 337 w 695"/>
              <a:gd name="T47" fmla="*/ 165 h 695"/>
              <a:gd name="T48" fmla="*/ 339 w 695"/>
              <a:gd name="T49" fmla="*/ 161 h 695"/>
              <a:gd name="T50" fmla="*/ 343 w 695"/>
              <a:gd name="T51" fmla="*/ 159 h 695"/>
              <a:gd name="T52" fmla="*/ 348 w 695"/>
              <a:gd name="T53" fmla="*/ 158 h 695"/>
              <a:gd name="T54" fmla="*/ 353 w 695"/>
              <a:gd name="T55" fmla="*/ 159 h 695"/>
              <a:gd name="T56" fmla="*/ 356 w 695"/>
              <a:gd name="T57" fmla="*/ 161 h 695"/>
              <a:gd name="T58" fmla="*/ 359 w 695"/>
              <a:gd name="T59" fmla="*/ 165 h 695"/>
              <a:gd name="T60" fmla="*/ 359 w 695"/>
              <a:gd name="T61" fmla="*/ 170 h 695"/>
              <a:gd name="T62" fmla="*/ 359 w 695"/>
              <a:gd name="T63" fmla="*/ 339 h 695"/>
              <a:gd name="T64" fmla="*/ 526 w 695"/>
              <a:gd name="T65" fmla="*/ 339 h 695"/>
              <a:gd name="T66" fmla="*/ 530 w 695"/>
              <a:gd name="T67" fmla="*/ 339 h 695"/>
              <a:gd name="T68" fmla="*/ 535 w 695"/>
              <a:gd name="T69" fmla="*/ 342 h 695"/>
              <a:gd name="T70" fmla="*/ 537 w 695"/>
              <a:gd name="T71" fmla="*/ 346 h 695"/>
              <a:gd name="T72" fmla="*/ 538 w 695"/>
              <a:gd name="T73" fmla="*/ 350 h 695"/>
              <a:gd name="T74" fmla="*/ 537 w 695"/>
              <a:gd name="T75" fmla="*/ 356 h 695"/>
              <a:gd name="T76" fmla="*/ 535 w 695"/>
              <a:gd name="T77" fmla="*/ 359 h 695"/>
              <a:gd name="T78" fmla="*/ 530 w 695"/>
              <a:gd name="T79" fmla="*/ 361 h 695"/>
              <a:gd name="T80" fmla="*/ 526 w 695"/>
              <a:gd name="T81" fmla="*/ 362 h 695"/>
              <a:gd name="T82" fmla="*/ 683 w 695"/>
              <a:gd name="T83" fmla="*/ 0 h 695"/>
              <a:gd name="T84" fmla="*/ 12 w 695"/>
              <a:gd name="T85" fmla="*/ 0 h 695"/>
              <a:gd name="T86" fmla="*/ 8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8 w 695"/>
              <a:gd name="T101" fmla="*/ 694 h 695"/>
              <a:gd name="T102" fmla="*/ 12 w 695"/>
              <a:gd name="T103" fmla="*/ 695 h 695"/>
              <a:gd name="T104" fmla="*/ 683 w 695"/>
              <a:gd name="T105" fmla="*/ 695 h 695"/>
              <a:gd name="T106" fmla="*/ 688 w 695"/>
              <a:gd name="T107" fmla="*/ 694 h 695"/>
              <a:gd name="T108" fmla="*/ 692 w 695"/>
              <a:gd name="T109" fmla="*/ 691 h 695"/>
              <a:gd name="T110" fmla="*/ 694 w 695"/>
              <a:gd name="T111" fmla="*/ 687 h 695"/>
              <a:gd name="T112" fmla="*/ 695 w 695"/>
              <a:gd name="T113" fmla="*/ 683 h 695"/>
              <a:gd name="T114" fmla="*/ 695 w 695"/>
              <a:gd name="T115" fmla="*/ 11 h 695"/>
              <a:gd name="T116" fmla="*/ 694 w 695"/>
              <a:gd name="T117" fmla="*/ 7 h 695"/>
              <a:gd name="T118" fmla="*/ 692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526" y="362"/>
                </a:moveTo>
                <a:lnTo>
                  <a:pt x="359" y="362"/>
                </a:lnTo>
                <a:lnTo>
                  <a:pt x="359" y="531"/>
                </a:lnTo>
                <a:lnTo>
                  <a:pt x="359" y="537"/>
                </a:lnTo>
                <a:lnTo>
                  <a:pt x="356" y="540"/>
                </a:lnTo>
                <a:lnTo>
                  <a:pt x="353" y="542"/>
                </a:lnTo>
                <a:lnTo>
                  <a:pt x="348" y="543"/>
                </a:lnTo>
                <a:lnTo>
                  <a:pt x="343" y="542"/>
                </a:lnTo>
                <a:lnTo>
                  <a:pt x="339" y="540"/>
                </a:lnTo>
                <a:lnTo>
                  <a:pt x="337" y="537"/>
                </a:lnTo>
                <a:lnTo>
                  <a:pt x="336" y="531"/>
                </a:lnTo>
                <a:lnTo>
                  <a:pt x="336" y="362"/>
                </a:lnTo>
                <a:lnTo>
                  <a:pt x="164" y="362"/>
                </a:lnTo>
                <a:lnTo>
                  <a:pt x="158" y="361"/>
                </a:lnTo>
                <a:lnTo>
                  <a:pt x="155" y="359"/>
                </a:lnTo>
                <a:lnTo>
                  <a:pt x="153" y="356"/>
                </a:lnTo>
                <a:lnTo>
                  <a:pt x="152" y="350"/>
                </a:lnTo>
                <a:lnTo>
                  <a:pt x="153" y="346"/>
                </a:lnTo>
                <a:lnTo>
                  <a:pt x="155" y="342"/>
                </a:lnTo>
                <a:lnTo>
                  <a:pt x="158" y="339"/>
                </a:lnTo>
                <a:lnTo>
                  <a:pt x="164" y="339"/>
                </a:lnTo>
                <a:lnTo>
                  <a:pt x="336" y="339"/>
                </a:lnTo>
                <a:lnTo>
                  <a:pt x="336" y="170"/>
                </a:lnTo>
                <a:lnTo>
                  <a:pt x="337" y="165"/>
                </a:lnTo>
                <a:lnTo>
                  <a:pt x="339" y="161"/>
                </a:lnTo>
                <a:lnTo>
                  <a:pt x="343" y="159"/>
                </a:lnTo>
                <a:lnTo>
                  <a:pt x="348" y="158"/>
                </a:lnTo>
                <a:lnTo>
                  <a:pt x="353" y="159"/>
                </a:lnTo>
                <a:lnTo>
                  <a:pt x="356" y="161"/>
                </a:lnTo>
                <a:lnTo>
                  <a:pt x="359" y="165"/>
                </a:lnTo>
                <a:lnTo>
                  <a:pt x="359" y="170"/>
                </a:lnTo>
                <a:lnTo>
                  <a:pt x="359" y="339"/>
                </a:lnTo>
                <a:lnTo>
                  <a:pt x="526" y="339"/>
                </a:lnTo>
                <a:lnTo>
                  <a:pt x="530" y="339"/>
                </a:lnTo>
                <a:lnTo>
                  <a:pt x="535" y="342"/>
                </a:lnTo>
                <a:lnTo>
                  <a:pt x="537" y="346"/>
                </a:lnTo>
                <a:lnTo>
                  <a:pt x="538" y="350"/>
                </a:lnTo>
                <a:lnTo>
                  <a:pt x="537" y="356"/>
                </a:lnTo>
                <a:lnTo>
                  <a:pt x="535" y="359"/>
                </a:lnTo>
                <a:lnTo>
                  <a:pt x="530" y="361"/>
                </a:lnTo>
                <a:lnTo>
                  <a:pt x="526" y="362"/>
                </a:lnTo>
                <a:close/>
                <a:moveTo>
                  <a:pt x="683" y="0"/>
                </a:moveTo>
                <a:lnTo>
                  <a:pt x="12" y="0"/>
                </a:lnTo>
                <a:lnTo>
                  <a:pt x="8" y="1"/>
                </a:lnTo>
                <a:lnTo>
                  <a:pt x="4" y="3"/>
                </a:lnTo>
                <a:lnTo>
                  <a:pt x="1" y="7"/>
                </a:lnTo>
                <a:lnTo>
                  <a:pt x="0" y="11"/>
                </a:lnTo>
                <a:lnTo>
                  <a:pt x="0" y="683"/>
                </a:lnTo>
                <a:lnTo>
                  <a:pt x="1" y="687"/>
                </a:lnTo>
                <a:lnTo>
                  <a:pt x="4" y="691"/>
                </a:lnTo>
                <a:lnTo>
                  <a:pt x="8" y="694"/>
                </a:lnTo>
                <a:lnTo>
                  <a:pt x="12" y="695"/>
                </a:lnTo>
                <a:lnTo>
                  <a:pt x="683" y="695"/>
                </a:lnTo>
                <a:lnTo>
                  <a:pt x="688" y="694"/>
                </a:lnTo>
                <a:lnTo>
                  <a:pt x="692" y="691"/>
                </a:lnTo>
                <a:lnTo>
                  <a:pt x="694" y="687"/>
                </a:lnTo>
                <a:lnTo>
                  <a:pt x="695" y="683"/>
                </a:lnTo>
                <a:lnTo>
                  <a:pt x="695" y="11"/>
                </a:lnTo>
                <a:lnTo>
                  <a:pt x="694" y="7"/>
                </a:lnTo>
                <a:lnTo>
                  <a:pt x="692"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89" name="Freeform 1838">
            <a:extLst>
              <a:ext uri="{FF2B5EF4-FFF2-40B4-BE49-F238E27FC236}">
                <a16:creationId xmlns:a16="http://schemas.microsoft.com/office/drawing/2014/main" id="{671CE6F9-DF11-4762-A040-4E9132A77ABC}"/>
              </a:ext>
            </a:extLst>
          </p:cNvPr>
          <p:cNvSpPr>
            <a:spLocks noEditPoints="1"/>
          </p:cNvSpPr>
          <p:nvPr/>
        </p:nvSpPr>
        <p:spPr bwMode="auto">
          <a:xfrm>
            <a:off x="1989538" y="3254922"/>
            <a:ext cx="276225" cy="276225"/>
          </a:xfrm>
          <a:custGeom>
            <a:avLst/>
            <a:gdLst>
              <a:gd name="T0" fmla="*/ 526 w 695"/>
              <a:gd name="T1" fmla="*/ 362 h 695"/>
              <a:gd name="T2" fmla="*/ 162 w 695"/>
              <a:gd name="T3" fmla="*/ 362 h 695"/>
              <a:gd name="T4" fmla="*/ 158 w 695"/>
              <a:gd name="T5" fmla="*/ 361 h 695"/>
              <a:gd name="T6" fmla="*/ 155 w 695"/>
              <a:gd name="T7" fmla="*/ 359 h 695"/>
              <a:gd name="T8" fmla="*/ 151 w 695"/>
              <a:gd name="T9" fmla="*/ 356 h 695"/>
              <a:gd name="T10" fmla="*/ 151 w 695"/>
              <a:gd name="T11" fmla="*/ 350 h 695"/>
              <a:gd name="T12" fmla="*/ 151 w 695"/>
              <a:gd name="T13" fmla="*/ 346 h 695"/>
              <a:gd name="T14" fmla="*/ 155 w 695"/>
              <a:gd name="T15" fmla="*/ 342 h 695"/>
              <a:gd name="T16" fmla="*/ 158 w 695"/>
              <a:gd name="T17" fmla="*/ 339 h 695"/>
              <a:gd name="T18" fmla="*/ 162 w 695"/>
              <a:gd name="T19" fmla="*/ 339 h 695"/>
              <a:gd name="T20" fmla="*/ 526 w 695"/>
              <a:gd name="T21" fmla="*/ 339 h 695"/>
              <a:gd name="T22" fmla="*/ 530 w 695"/>
              <a:gd name="T23" fmla="*/ 339 h 695"/>
              <a:gd name="T24" fmla="*/ 533 w 695"/>
              <a:gd name="T25" fmla="*/ 342 h 695"/>
              <a:gd name="T26" fmla="*/ 537 w 695"/>
              <a:gd name="T27" fmla="*/ 346 h 695"/>
              <a:gd name="T28" fmla="*/ 537 w 695"/>
              <a:gd name="T29" fmla="*/ 350 h 695"/>
              <a:gd name="T30" fmla="*/ 537 w 695"/>
              <a:gd name="T31" fmla="*/ 356 h 695"/>
              <a:gd name="T32" fmla="*/ 533 w 695"/>
              <a:gd name="T33" fmla="*/ 359 h 695"/>
              <a:gd name="T34" fmla="*/ 530 w 695"/>
              <a:gd name="T35" fmla="*/ 361 h 695"/>
              <a:gd name="T36" fmla="*/ 526 w 695"/>
              <a:gd name="T37" fmla="*/ 362 h 695"/>
              <a:gd name="T38" fmla="*/ 682 w 695"/>
              <a:gd name="T39" fmla="*/ 0 h 695"/>
              <a:gd name="T40" fmla="*/ 12 w 695"/>
              <a:gd name="T41" fmla="*/ 0 h 695"/>
              <a:gd name="T42" fmla="*/ 7 w 695"/>
              <a:gd name="T43" fmla="*/ 1 h 695"/>
              <a:gd name="T44" fmla="*/ 3 w 695"/>
              <a:gd name="T45" fmla="*/ 3 h 695"/>
              <a:gd name="T46" fmla="*/ 1 w 695"/>
              <a:gd name="T47" fmla="*/ 7 h 695"/>
              <a:gd name="T48" fmla="*/ 0 w 695"/>
              <a:gd name="T49" fmla="*/ 11 h 695"/>
              <a:gd name="T50" fmla="*/ 0 w 695"/>
              <a:gd name="T51" fmla="*/ 683 h 695"/>
              <a:gd name="T52" fmla="*/ 1 w 695"/>
              <a:gd name="T53" fmla="*/ 687 h 695"/>
              <a:gd name="T54" fmla="*/ 3 w 695"/>
              <a:gd name="T55" fmla="*/ 691 h 695"/>
              <a:gd name="T56" fmla="*/ 7 w 695"/>
              <a:gd name="T57" fmla="*/ 694 h 695"/>
              <a:gd name="T58" fmla="*/ 12 w 695"/>
              <a:gd name="T59" fmla="*/ 695 h 695"/>
              <a:gd name="T60" fmla="*/ 682 w 695"/>
              <a:gd name="T61" fmla="*/ 695 h 695"/>
              <a:gd name="T62" fmla="*/ 687 w 695"/>
              <a:gd name="T63" fmla="*/ 694 h 695"/>
              <a:gd name="T64" fmla="*/ 691 w 695"/>
              <a:gd name="T65" fmla="*/ 691 h 695"/>
              <a:gd name="T66" fmla="*/ 694 w 695"/>
              <a:gd name="T67" fmla="*/ 687 h 695"/>
              <a:gd name="T68" fmla="*/ 695 w 695"/>
              <a:gd name="T69" fmla="*/ 683 h 695"/>
              <a:gd name="T70" fmla="*/ 695 w 695"/>
              <a:gd name="T71" fmla="*/ 11 h 695"/>
              <a:gd name="T72" fmla="*/ 694 w 695"/>
              <a:gd name="T73" fmla="*/ 7 h 695"/>
              <a:gd name="T74" fmla="*/ 691 w 695"/>
              <a:gd name="T75" fmla="*/ 3 h 695"/>
              <a:gd name="T76" fmla="*/ 687 w 695"/>
              <a:gd name="T77" fmla="*/ 1 h 695"/>
              <a:gd name="T78" fmla="*/ 682 w 695"/>
              <a:gd name="T79"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5" h="695">
                <a:moveTo>
                  <a:pt x="526" y="362"/>
                </a:moveTo>
                <a:lnTo>
                  <a:pt x="162" y="362"/>
                </a:lnTo>
                <a:lnTo>
                  <a:pt x="158" y="361"/>
                </a:lnTo>
                <a:lnTo>
                  <a:pt x="155" y="359"/>
                </a:lnTo>
                <a:lnTo>
                  <a:pt x="151" y="356"/>
                </a:lnTo>
                <a:lnTo>
                  <a:pt x="151" y="350"/>
                </a:lnTo>
                <a:lnTo>
                  <a:pt x="151" y="346"/>
                </a:lnTo>
                <a:lnTo>
                  <a:pt x="155" y="342"/>
                </a:lnTo>
                <a:lnTo>
                  <a:pt x="158" y="339"/>
                </a:lnTo>
                <a:lnTo>
                  <a:pt x="162" y="339"/>
                </a:lnTo>
                <a:lnTo>
                  <a:pt x="526" y="339"/>
                </a:lnTo>
                <a:lnTo>
                  <a:pt x="530" y="339"/>
                </a:lnTo>
                <a:lnTo>
                  <a:pt x="533" y="342"/>
                </a:lnTo>
                <a:lnTo>
                  <a:pt x="537" y="346"/>
                </a:lnTo>
                <a:lnTo>
                  <a:pt x="537" y="350"/>
                </a:lnTo>
                <a:lnTo>
                  <a:pt x="537" y="356"/>
                </a:lnTo>
                <a:lnTo>
                  <a:pt x="533" y="359"/>
                </a:lnTo>
                <a:lnTo>
                  <a:pt x="530" y="361"/>
                </a:lnTo>
                <a:lnTo>
                  <a:pt x="526" y="362"/>
                </a:lnTo>
                <a:close/>
                <a:moveTo>
                  <a:pt x="682" y="0"/>
                </a:moveTo>
                <a:lnTo>
                  <a:pt x="12" y="0"/>
                </a:lnTo>
                <a:lnTo>
                  <a:pt x="7" y="1"/>
                </a:lnTo>
                <a:lnTo>
                  <a:pt x="3" y="3"/>
                </a:lnTo>
                <a:lnTo>
                  <a:pt x="1" y="7"/>
                </a:lnTo>
                <a:lnTo>
                  <a:pt x="0" y="11"/>
                </a:lnTo>
                <a:lnTo>
                  <a:pt x="0" y="683"/>
                </a:lnTo>
                <a:lnTo>
                  <a:pt x="1" y="687"/>
                </a:lnTo>
                <a:lnTo>
                  <a:pt x="3" y="691"/>
                </a:lnTo>
                <a:lnTo>
                  <a:pt x="7" y="694"/>
                </a:lnTo>
                <a:lnTo>
                  <a:pt x="12" y="695"/>
                </a:lnTo>
                <a:lnTo>
                  <a:pt x="682" y="695"/>
                </a:lnTo>
                <a:lnTo>
                  <a:pt x="687" y="694"/>
                </a:lnTo>
                <a:lnTo>
                  <a:pt x="691" y="691"/>
                </a:lnTo>
                <a:lnTo>
                  <a:pt x="694" y="687"/>
                </a:lnTo>
                <a:lnTo>
                  <a:pt x="695" y="683"/>
                </a:lnTo>
                <a:lnTo>
                  <a:pt x="695" y="11"/>
                </a:lnTo>
                <a:lnTo>
                  <a:pt x="694" y="7"/>
                </a:lnTo>
                <a:lnTo>
                  <a:pt x="691" y="3"/>
                </a:lnTo>
                <a:lnTo>
                  <a:pt x="687" y="1"/>
                </a:lnTo>
                <a:lnTo>
                  <a:pt x="682"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0" name="Freeform 1839">
            <a:extLst>
              <a:ext uri="{FF2B5EF4-FFF2-40B4-BE49-F238E27FC236}">
                <a16:creationId xmlns:a16="http://schemas.microsoft.com/office/drawing/2014/main" id="{F930D1E9-0156-446F-A6BA-449B2749B8DE}"/>
              </a:ext>
            </a:extLst>
          </p:cNvPr>
          <p:cNvSpPr>
            <a:spLocks noEditPoints="1"/>
          </p:cNvSpPr>
          <p:nvPr/>
        </p:nvSpPr>
        <p:spPr bwMode="auto">
          <a:xfrm>
            <a:off x="1978823" y="4255063"/>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1" name="Freeform 1839">
            <a:extLst>
              <a:ext uri="{FF2B5EF4-FFF2-40B4-BE49-F238E27FC236}">
                <a16:creationId xmlns:a16="http://schemas.microsoft.com/office/drawing/2014/main" id="{EC73D564-4678-4DE1-A74F-A430CF5D6949}"/>
              </a:ext>
            </a:extLst>
          </p:cNvPr>
          <p:cNvSpPr>
            <a:spLocks noEditPoints="1"/>
          </p:cNvSpPr>
          <p:nvPr/>
        </p:nvSpPr>
        <p:spPr bwMode="auto">
          <a:xfrm>
            <a:off x="1978823" y="5251729"/>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2" name="Freeform 1837">
            <a:extLst>
              <a:ext uri="{FF2B5EF4-FFF2-40B4-BE49-F238E27FC236}">
                <a16:creationId xmlns:a16="http://schemas.microsoft.com/office/drawing/2014/main" id="{E3393433-51DB-48C2-A397-43F7EE1C7BCD}"/>
              </a:ext>
            </a:extLst>
          </p:cNvPr>
          <p:cNvSpPr>
            <a:spLocks noEditPoints="1"/>
          </p:cNvSpPr>
          <p:nvPr/>
        </p:nvSpPr>
        <p:spPr bwMode="auto">
          <a:xfrm>
            <a:off x="3139680" y="4255063"/>
            <a:ext cx="274638" cy="276225"/>
          </a:xfrm>
          <a:custGeom>
            <a:avLst/>
            <a:gdLst>
              <a:gd name="T0" fmla="*/ 526 w 695"/>
              <a:gd name="T1" fmla="*/ 362 h 695"/>
              <a:gd name="T2" fmla="*/ 359 w 695"/>
              <a:gd name="T3" fmla="*/ 362 h 695"/>
              <a:gd name="T4" fmla="*/ 359 w 695"/>
              <a:gd name="T5" fmla="*/ 531 h 695"/>
              <a:gd name="T6" fmla="*/ 359 w 695"/>
              <a:gd name="T7" fmla="*/ 537 h 695"/>
              <a:gd name="T8" fmla="*/ 356 w 695"/>
              <a:gd name="T9" fmla="*/ 540 h 695"/>
              <a:gd name="T10" fmla="*/ 353 w 695"/>
              <a:gd name="T11" fmla="*/ 542 h 695"/>
              <a:gd name="T12" fmla="*/ 348 w 695"/>
              <a:gd name="T13" fmla="*/ 543 h 695"/>
              <a:gd name="T14" fmla="*/ 343 w 695"/>
              <a:gd name="T15" fmla="*/ 542 h 695"/>
              <a:gd name="T16" fmla="*/ 339 w 695"/>
              <a:gd name="T17" fmla="*/ 540 h 695"/>
              <a:gd name="T18" fmla="*/ 337 w 695"/>
              <a:gd name="T19" fmla="*/ 537 h 695"/>
              <a:gd name="T20" fmla="*/ 336 w 695"/>
              <a:gd name="T21" fmla="*/ 531 h 695"/>
              <a:gd name="T22" fmla="*/ 336 w 695"/>
              <a:gd name="T23" fmla="*/ 362 h 695"/>
              <a:gd name="T24" fmla="*/ 164 w 695"/>
              <a:gd name="T25" fmla="*/ 362 h 695"/>
              <a:gd name="T26" fmla="*/ 158 w 695"/>
              <a:gd name="T27" fmla="*/ 361 h 695"/>
              <a:gd name="T28" fmla="*/ 155 w 695"/>
              <a:gd name="T29" fmla="*/ 359 h 695"/>
              <a:gd name="T30" fmla="*/ 153 w 695"/>
              <a:gd name="T31" fmla="*/ 356 h 695"/>
              <a:gd name="T32" fmla="*/ 152 w 695"/>
              <a:gd name="T33" fmla="*/ 350 h 695"/>
              <a:gd name="T34" fmla="*/ 153 w 695"/>
              <a:gd name="T35" fmla="*/ 346 h 695"/>
              <a:gd name="T36" fmla="*/ 155 w 695"/>
              <a:gd name="T37" fmla="*/ 342 h 695"/>
              <a:gd name="T38" fmla="*/ 158 w 695"/>
              <a:gd name="T39" fmla="*/ 339 h 695"/>
              <a:gd name="T40" fmla="*/ 164 w 695"/>
              <a:gd name="T41" fmla="*/ 339 h 695"/>
              <a:gd name="T42" fmla="*/ 336 w 695"/>
              <a:gd name="T43" fmla="*/ 339 h 695"/>
              <a:gd name="T44" fmla="*/ 336 w 695"/>
              <a:gd name="T45" fmla="*/ 170 h 695"/>
              <a:gd name="T46" fmla="*/ 337 w 695"/>
              <a:gd name="T47" fmla="*/ 165 h 695"/>
              <a:gd name="T48" fmla="*/ 339 w 695"/>
              <a:gd name="T49" fmla="*/ 161 h 695"/>
              <a:gd name="T50" fmla="*/ 343 w 695"/>
              <a:gd name="T51" fmla="*/ 159 h 695"/>
              <a:gd name="T52" fmla="*/ 348 w 695"/>
              <a:gd name="T53" fmla="*/ 158 h 695"/>
              <a:gd name="T54" fmla="*/ 353 w 695"/>
              <a:gd name="T55" fmla="*/ 159 h 695"/>
              <a:gd name="T56" fmla="*/ 356 w 695"/>
              <a:gd name="T57" fmla="*/ 161 h 695"/>
              <a:gd name="T58" fmla="*/ 359 w 695"/>
              <a:gd name="T59" fmla="*/ 165 h 695"/>
              <a:gd name="T60" fmla="*/ 359 w 695"/>
              <a:gd name="T61" fmla="*/ 170 h 695"/>
              <a:gd name="T62" fmla="*/ 359 w 695"/>
              <a:gd name="T63" fmla="*/ 339 h 695"/>
              <a:gd name="T64" fmla="*/ 526 w 695"/>
              <a:gd name="T65" fmla="*/ 339 h 695"/>
              <a:gd name="T66" fmla="*/ 530 w 695"/>
              <a:gd name="T67" fmla="*/ 339 h 695"/>
              <a:gd name="T68" fmla="*/ 535 w 695"/>
              <a:gd name="T69" fmla="*/ 342 h 695"/>
              <a:gd name="T70" fmla="*/ 537 w 695"/>
              <a:gd name="T71" fmla="*/ 346 h 695"/>
              <a:gd name="T72" fmla="*/ 538 w 695"/>
              <a:gd name="T73" fmla="*/ 350 h 695"/>
              <a:gd name="T74" fmla="*/ 537 w 695"/>
              <a:gd name="T75" fmla="*/ 356 h 695"/>
              <a:gd name="T76" fmla="*/ 535 w 695"/>
              <a:gd name="T77" fmla="*/ 359 h 695"/>
              <a:gd name="T78" fmla="*/ 530 w 695"/>
              <a:gd name="T79" fmla="*/ 361 h 695"/>
              <a:gd name="T80" fmla="*/ 526 w 695"/>
              <a:gd name="T81" fmla="*/ 362 h 695"/>
              <a:gd name="T82" fmla="*/ 683 w 695"/>
              <a:gd name="T83" fmla="*/ 0 h 695"/>
              <a:gd name="T84" fmla="*/ 12 w 695"/>
              <a:gd name="T85" fmla="*/ 0 h 695"/>
              <a:gd name="T86" fmla="*/ 8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8 w 695"/>
              <a:gd name="T101" fmla="*/ 694 h 695"/>
              <a:gd name="T102" fmla="*/ 12 w 695"/>
              <a:gd name="T103" fmla="*/ 695 h 695"/>
              <a:gd name="T104" fmla="*/ 683 w 695"/>
              <a:gd name="T105" fmla="*/ 695 h 695"/>
              <a:gd name="T106" fmla="*/ 688 w 695"/>
              <a:gd name="T107" fmla="*/ 694 h 695"/>
              <a:gd name="T108" fmla="*/ 692 w 695"/>
              <a:gd name="T109" fmla="*/ 691 h 695"/>
              <a:gd name="T110" fmla="*/ 694 w 695"/>
              <a:gd name="T111" fmla="*/ 687 h 695"/>
              <a:gd name="T112" fmla="*/ 695 w 695"/>
              <a:gd name="T113" fmla="*/ 683 h 695"/>
              <a:gd name="T114" fmla="*/ 695 w 695"/>
              <a:gd name="T115" fmla="*/ 11 h 695"/>
              <a:gd name="T116" fmla="*/ 694 w 695"/>
              <a:gd name="T117" fmla="*/ 7 h 695"/>
              <a:gd name="T118" fmla="*/ 692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526" y="362"/>
                </a:moveTo>
                <a:lnTo>
                  <a:pt x="359" y="362"/>
                </a:lnTo>
                <a:lnTo>
                  <a:pt x="359" y="531"/>
                </a:lnTo>
                <a:lnTo>
                  <a:pt x="359" y="537"/>
                </a:lnTo>
                <a:lnTo>
                  <a:pt x="356" y="540"/>
                </a:lnTo>
                <a:lnTo>
                  <a:pt x="353" y="542"/>
                </a:lnTo>
                <a:lnTo>
                  <a:pt x="348" y="543"/>
                </a:lnTo>
                <a:lnTo>
                  <a:pt x="343" y="542"/>
                </a:lnTo>
                <a:lnTo>
                  <a:pt x="339" y="540"/>
                </a:lnTo>
                <a:lnTo>
                  <a:pt x="337" y="537"/>
                </a:lnTo>
                <a:lnTo>
                  <a:pt x="336" y="531"/>
                </a:lnTo>
                <a:lnTo>
                  <a:pt x="336" y="362"/>
                </a:lnTo>
                <a:lnTo>
                  <a:pt x="164" y="362"/>
                </a:lnTo>
                <a:lnTo>
                  <a:pt x="158" y="361"/>
                </a:lnTo>
                <a:lnTo>
                  <a:pt x="155" y="359"/>
                </a:lnTo>
                <a:lnTo>
                  <a:pt x="153" y="356"/>
                </a:lnTo>
                <a:lnTo>
                  <a:pt x="152" y="350"/>
                </a:lnTo>
                <a:lnTo>
                  <a:pt x="153" y="346"/>
                </a:lnTo>
                <a:lnTo>
                  <a:pt x="155" y="342"/>
                </a:lnTo>
                <a:lnTo>
                  <a:pt x="158" y="339"/>
                </a:lnTo>
                <a:lnTo>
                  <a:pt x="164" y="339"/>
                </a:lnTo>
                <a:lnTo>
                  <a:pt x="336" y="339"/>
                </a:lnTo>
                <a:lnTo>
                  <a:pt x="336" y="170"/>
                </a:lnTo>
                <a:lnTo>
                  <a:pt x="337" y="165"/>
                </a:lnTo>
                <a:lnTo>
                  <a:pt x="339" y="161"/>
                </a:lnTo>
                <a:lnTo>
                  <a:pt x="343" y="159"/>
                </a:lnTo>
                <a:lnTo>
                  <a:pt x="348" y="158"/>
                </a:lnTo>
                <a:lnTo>
                  <a:pt x="353" y="159"/>
                </a:lnTo>
                <a:lnTo>
                  <a:pt x="356" y="161"/>
                </a:lnTo>
                <a:lnTo>
                  <a:pt x="359" y="165"/>
                </a:lnTo>
                <a:lnTo>
                  <a:pt x="359" y="170"/>
                </a:lnTo>
                <a:lnTo>
                  <a:pt x="359" y="339"/>
                </a:lnTo>
                <a:lnTo>
                  <a:pt x="526" y="339"/>
                </a:lnTo>
                <a:lnTo>
                  <a:pt x="530" y="339"/>
                </a:lnTo>
                <a:lnTo>
                  <a:pt x="535" y="342"/>
                </a:lnTo>
                <a:lnTo>
                  <a:pt x="537" y="346"/>
                </a:lnTo>
                <a:lnTo>
                  <a:pt x="538" y="350"/>
                </a:lnTo>
                <a:lnTo>
                  <a:pt x="537" y="356"/>
                </a:lnTo>
                <a:lnTo>
                  <a:pt x="535" y="359"/>
                </a:lnTo>
                <a:lnTo>
                  <a:pt x="530" y="361"/>
                </a:lnTo>
                <a:lnTo>
                  <a:pt x="526" y="362"/>
                </a:lnTo>
                <a:close/>
                <a:moveTo>
                  <a:pt x="683" y="0"/>
                </a:moveTo>
                <a:lnTo>
                  <a:pt x="12" y="0"/>
                </a:lnTo>
                <a:lnTo>
                  <a:pt x="8" y="1"/>
                </a:lnTo>
                <a:lnTo>
                  <a:pt x="4" y="3"/>
                </a:lnTo>
                <a:lnTo>
                  <a:pt x="1" y="7"/>
                </a:lnTo>
                <a:lnTo>
                  <a:pt x="0" y="11"/>
                </a:lnTo>
                <a:lnTo>
                  <a:pt x="0" y="683"/>
                </a:lnTo>
                <a:lnTo>
                  <a:pt x="1" y="687"/>
                </a:lnTo>
                <a:lnTo>
                  <a:pt x="4" y="691"/>
                </a:lnTo>
                <a:lnTo>
                  <a:pt x="8" y="694"/>
                </a:lnTo>
                <a:lnTo>
                  <a:pt x="12" y="695"/>
                </a:lnTo>
                <a:lnTo>
                  <a:pt x="683" y="695"/>
                </a:lnTo>
                <a:lnTo>
                  <a:pt x="688" y="694"/>
                </a:lnTo>
                <a:lnTo>
                  <a:pt x="692" y="691"/>
                </a:lnTo>
                <a:lnTo>
                  <a:pt x="694" y="687"/>
                </a:lnTo>
                <a:lnTo>
                  <a:pt x="695" y="683"/>
                </a:lnTo>
                <a:lnTo>
                  <a:pt x="695" y="11"/>
                </a:lnTo>
                <a:lnTo>
                  <a:pt x="694" y="7"/>
                </a:lnTo>
                <a:lnTo>
                  <a:pt x="692"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3" name="Freeform 1839">
            <a:extLst>
              <a:ext uri="{FF2B5EF4-FFF2-40B4-BE49-F238E27FC236}">
                <a16:creationId xmlns:a16="http://schemas.microsoft.com/office/drawing/2014/main" id="{E59D7194-6D6C-45E5-86B0-BE99E1CFBEE5}"/>
              </a:ext>
            </a:extLst>
          </p:cNvPr>
          <p:cNvSpPr>
            <a:spLocks noEditPoints="1"/>
          </p:cNvSpPr>
          <p:nvPr/>
        </p:nvSpPr>
        <p:spPr bwMode="auto">
          <a:xfrm>
            <a:off x="4302523" y="3762408"/>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4" name="Freeform 1838">
            <a:extLst>
              <a:ext uri="{FF2B5EF4-FFF2-40B4-BE49-F238E27FC236}">
                <a16:creationId xmlns:a16="http://schemas.microsoft.com/office/drawing/2014/main" id="{5B86CFA8-B0DB-480A-BCA7-2006B348D758}"/>
              </a:ext>
            </a:extLst>
          </p:cNvPr>
          <p:cNvSpPr>
            <a:spLocks noEditPoints="1"/>
          </p:cNvSpPr>
          <p:nvPr/>
        </p:nvSpPr>
        <p:spPr bwMode="auto">
          <a:xfrm>
            <a:off x="5427446" y="4750362"/>
            <a:ext cx="276225" cy="276225"/>
          </a:xfrm>
          <a:custGeom>
            <a:avLst/>
            <a:gdLst>
              <a:gd name="T0" fmla="*/ 526 w 695"/>
              <a:gd name="T1" fmla="*/ 362 h 695"/>
              <a:gd name="T2" fmla="*/ 162 w 695"/>
              <a:gd name="T3" fmla="*/ 362 h 695"/>
              <a:gd name="T4" fmla="*/ 158 w 695"/>
              <a:gd name="T5" fmla="*/ 361 h 695"/>
              <a:gd name="T6" fmla="*/ 155 w 695"/>
              <a:gd name="T7" fmla="*/ 359 h 695"/>
              <a:gd name="T8" fmla="*/ 151 w 695"/>
              <a:gd name="T9" fmla="*/ 356 h 695"/>
              <a:gd name="T10" fmla="*/ 151 w 695"/>
              <a:gd name="T11" fmla="*/ 350 h 695"/>
              <a:gd name="T12" fmla="*/ 151 w 695"/>
              <a:gd name="T13" fmla="*/ 346 h 695"/>
              <a:gd name="T14" fmla="*/ 155 w 695"/>
              <a:gd name="T15" fmla="*/ 342 h 695"/>
              <a:gd name="T16" fmla="*/ 158 w 695"/>
              <a:gd name="T17" fmla="*/ 339 h 695"/>
              <a:gd name="T18" fmla="*/ 162 w 695"/>
              <a:gd name="T19" fmla="*/ 339 h 695"/>
              <a:gd name="T20" fmla="*/ 526 w 695"/>
              <a:gd name="T21" fmla="*/ 339 h 695"/>
              <a:gd name="T22" fmla="*/ 530 w 695"/>
              <a:gd name="T23" fmla="*/ 339 h 695"/>
              <a:gd name="T24" fmla="*/ 533 w 695"/>
              <a:gd name="T25" fmla="*/ 342 h 695"/>
              <a:gd name="T26" fmla="*/ 537 w 695"/>
              <a:gd name="T27" fmla="*/ 346 h 695"/>
              <a:gd name="T28" fmla="*/ 537 w 695"/>
              <a:gd name="T29" fmla="*/ 350 h 695"/>
              <a:gd name="T30" fmla="*/ 537 w 695"/>
              <a:gd name="T31" fmla="*/ 356 h 695"/>
              <a:gd name="T32" fmla="*/ 533 w 695"/>
              <a:gd name="T33" fmla="*/ 359 h 695"/>
              <a:gd name="T34" fmla="*/ 530 w 695"/>
              <a:gd name="T35" fmla="*/ 361 h 695"/>
              <a:gd name="T36" fmla="*/ 526 w 695"/>
              <a:gd name="T37" fmla="*/ 362 h 695"/>
              <a:gd name="T38" fmla="*/ 682 w 695"/>
              <a:gd name="T39" fmla="*/ 0 h 695"/>
              <a:gd name="T40" fmla="*/ 12 w 695"/>
              <a:gd name="T41" fmla="*/ 0 h 695"/>
              <a:gd name="T42" fmla="*/ 7 w 695"/>
              <a:gd name="T43" fmla="*/ 1 h 695"/>
              <a:gd name="T44" fmla="*/ 3 w 695"/>
              <a:gd name="T45" fmla="*/ 3 h 695"/>
              <a:gd name="T46" fmla="*/ 1 w 695"/>
              <a:gd name="T47" fmla="*/ 7 h 695"/>
              <a:gd name="T48" fmla="*/ 0 w 695"/>
              <a:gd name="T49" fmla="*/ 11 h 695"/>
              <a:gd name="T50" fmla="*/ 0 w 695"/>
              <a:gd name="T51" fmla="*/ 683 h 695"/>
              <a:gd name="T52" fmla="*/ 1 w 695"/>
              <a:gd name="T53" fmla="*/ 687 h 695"/>
              <a:gd name="T54" fmla="*/ 3 w 695"/>
              <a:gd name="T55" fmla="*/ 691 h 695"/>
              <a:gd name="T56" fmla="*/ 7 w 695"/>
              <a:gd name="T57" fmla="*/ 694 h 695"/>
              <a:gd name="T58" fmla="*/ 12 w 695"/>
              <a:gd name="T59" fmla="*/ 695 h 695"/>
              <a:gd name="T60" fmla="*/ 682 w 695"/>
              <a:gd name="T61" fmla="*/ 695 h 695"/>
              <a:gd name="T62" fmla="*/ 687 w 695"/>
              <a:gd name="T63" fmla="*/ 694 h 695"/>
              <a:gd name="T64" fmla="*/ 691 w 695"/>
              <a:gd name="T65" fmla="*/ 691 h 695"/>
              <a:gd name="T66" fmla="*/ 694 w 695"/>
              <a:gd name="T67" fmla="*/ 687 h 695"/>
              <a:gd name="T68" fmla="*/ 695 w 695"/>
              <a:gd name="T69" fmla="*/ 683 h 695"/>
              <a:gd name="T70" fmla="*/ 695 w 695"/>
              <a:gd name="T71" fmla="*/ 11 h 695"/>
              <a:gd name="T72" fmla="*/ 694 w 695"/>
              <a:gd name="T73" fmla="*/ 7 h 695"/>
              <a:gd name="T74" fmla="*/ 691 w 695"/>
              <a:gd name="T75" fmla="*/ 3 h 695"/>
              <a:gd name="T76" fmla="*/ 687 w 695"/>
              <a:gd name="T77" fmla="*/ 1 h 695"/>
              <a:gd name="T78" fmla="*/ 682 w 695"/>
              <a:gd name="T79"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5" h="695">
                <a:moveTo>
                  <a:pt x="526" y="362"/>
                </a:moveTo>
                <a:lnTo>
                  <a:pt x="162" y="362"/>
                </a:lnTo>
                <a:lnTo>
                  <a:pt x="158" y="361"/>
                </a:lnTo>
                <a:lnTo>
                  <a:pt x="155" y="359"/>
                </a:lnTo>
                <a:lnTo>
                  <a:pt x="151" y="356"/>
                </a:lnTo>
                <a:lnTo>
                  <a:pt x="151" y="350"/>
                </a:lnTo>
                <a:lnTo>
                  <a:pt x="151" y="346"/>
                </a:lnTo>
                <a:lnTo>
                  <a:pt x="155" y="342"/>
                </a:lnTo>
                <a:lnTo>
                  <a:pt x="158" y="339"/>
                </a:lnTo>
                <a:lnTo>
                  <a:pt x="162" y="339"/>
                </a:lnTo>
                <a:lnTo>
                  <a:pt x="526" y="339"/>
                </a:lnTo>
                <a:lnTo>
                  <a:pt x="530" y="339"/>
                </a:lnTo>
                <a:lnTo>
                  <a:pt x="533" y="342"/>
                </a:lnTo>
                <a:lnTo>
                  <a:pt x="537" y="346"/>
                </a:lnTo>
                <a:lnTo>
                  <a:pt x="537" y="350"/>
                </a:lnTo>
                <a:lnTo>
                  <a:pt x="537" y="356"/>
                </a:lnTo>
                <a:lnTo>
                  <a:pt x="533" y="359"/>
                </a:lnTo>
                <a:lnTo>
                  <a:pt x="530" y="361"/>
                </a:lnTo>
                <a:lnTo>
                  <a:pt x="526" y="362"/>
                </a:lnTo>
                <a:close/>
                <a:moveTo>
                  <a:pt x="682" y="0"/>
                </a:moveTo>
                <a:lnTo>
                  <a:pt x="12" y="0"/>
                </a:lnTo>
                <a:lnTo>
                  <a:pt x="7" y="1"/>
                </a:lnTo>
                <a:lnTo>
                  <a:pt x="3" y="3"/>
                </a:lnTo>
                <a:lnTo>
                  <a:pt x="1" y="7"/>
                </a:lnTo>
                <a:lnTo>
                  <a:pt x="0" y="11"/>
                </a:lnTo>
                <a:lnTo>
                  <a:pt x="0" y="683"/>
                </a:lnTo>
                <a:lnTo>
                  <a:pt x="1" y="687"/>
                </a:lnTo>
                <a:lnTo>
                  <a:pt x="3" y="691"/>
                </a:lnTo>
                <a:lnTo>
                  <a:pt x="7" y="694"/>
                </a:lnTo>
                <a:lnTo>
                  <a:pt x="12" y="695"/>
                </a:lnTo>
                <a:lnTo>
                  <a:pt x="682" y="695"/>
                </a:lnTo>
                <a:lnTo>
                  <a:pt x="687" y="694"/>
                </a:lnTo>
                <a:lnTo>
                  <a:pt x="691" y="691"/>
                </a:lnTo>
                <a:lnTo>
                  <a:pt x="694" y="687"/>
                </a:lnTo>
                <a:lnTo>
                  <a:pt x="695" y="683"/>
                </a:lnTo>
                <a:lnTo>
                  <a:pt x="695" y="11"/>
                </a:lnTo>
                <a:lnTo>
                  <a:pt x="694" y="7"/>
                </a:lnTo>
                <a:lnTo>
                  <a:pt x="691" y="3"/>
                </a:lnTo>
                <a:lnTo>
                  <a:pt x="687" y="1"/>
                </a:lnTo>
                <a:lnTo>
                  <a:pt x="682"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5" name="Freeform 1837">
            <a:extLst>
              <a:ext uri="{FF2B5EF4-FFF2-40B4-BE49-F238E27FC236}">
                <a16:creationId xmlns:a16="http://schemas.microsoft.com/office/drawing/2014/main" id="{6A6D45FB-BA8D-4874-B11D-4FD6388831D9}"/>
              </a:ext>
            </a:extLst>
          </p:cNvPr>
          <p:cNvSpPr>
            <a:spLocks noEditPoints="1"/>
          </p:cNvSpPr>
          <p:nvPr/>
        </p:nvSpPr>
        <p:spPr bwMode="auto">
          <a:xfrm>
            <a:off x="3139680" y="5735010"/>
            <a:ext cx="274638" cy="276225"/>
          </a:xfrm>
          <a:custGeom>
            <a:avLst/>
            <a:gdLst>
              <a:gd name="T0" fmla="*/ 526 w 695"/>
              <a:gd name="T1" fmla="*/ 362 h 695"/>
              <a:gd name="T2" fmla="*/ 359 w 695"/>
              <a:gd name="T3" fmla="*/ 362 h 695"/>
              <a:gd name="T4" fmla="*/ 359 w 695"/>
              <a:gd name="T5" fmla="*/ 531 h 695"/>
              <a:gd name="T6" fmla="*/ 359 w 695"/>
              <a:gd name="T7" fmla="*/ 537 h 695"/>
              <a:gd name="T8" fmla="*/ 356 w 695"/>
              <a:gd name="T9" fmla="*/ 540 h 695"/>
              <a:gd name="T10" fmla="*/ 353 w 695"/>
              <a:gd name="T11" fmla="*/ 542 h 695"/>
              <a:gd name="T12" fmla="*/ 348 w 695"/>
              <a:gd name="T13" fmla="*/ 543 h 695"/>
              <a:gd name="T14" fmla="*/ 343 w 695"/>
              <a:gd name="T15" fmla="*/ 542 h 695"/>
              <a:gd name="T16" fmla="*/ 339 w 695"/>
              <a:gd name="T17" fmla="*/ 540 h 695"/>
              <a:gd name="T18" fmla="*/ 337 w 695"/>
              <a:gd name="T19" fmla="*/ 537 h 695"/>
              <a:gd name="T20" fmla="*/ 336 w 695"/>
              <a:gd name="T21" fmla="*/ 531 h 695"/>
              <a:gd name="T22" fmla="*/ 336 w 695"/>
              <a:gd name="T23" fmla="*/ 362 h 695"/>
              <a:gd name="T24" fmla="*/ 164 w 695"/>
              <a:gd name="T25" fmla="*/ 362 h 695"/>
              <a:gd name="T26" fmla="*/ 158 w 695"/>
              <a:gd name="T27" fmla="*/ 361 h 695"/>
              <a:gd name="T28" fmla="*/ 155 w 695"/>
              <a:gd name="T29" fmla="*/ 359 h 695"/>
              <a:gd name="T30" fmla="*/ 153 w 695"/>
              <a:gd name="T31" fmla="*/ 356 h 695"/>
              <a:gd name="T32" fmla="*/ 152 w 695"/>
              <a:gd name="T33" fmla="*/ 350 h 695"/>
              <a:gd name="T34" fmla="*/ 153 w 695"/>
              <a:gd name="T35" fmla="*/ 346 h 695"/>
              <a:gd name="T36" fmla="*/ 155 w 695"/>
              <a:gd name="T37" fmla="*/ 342 h 695"/>
              <a:gd name="T38" fmla="*/ 158 w 695"/>
              <a:gd name="T39" fmla="*/ 339 h 695"/>
              <a:gd name="T40" fmla="*/ 164 w 695"/>
              <a:gd name="T41" fmla="*/ 339 h 695"/>
              <a:gd name="T42" fmla="*/ 336 w 695"/>
              <a:gd name="T43" fmla="*/ 339 h 695"/>
              <a:gd name="T44" fmla="*/ 336 w 695"/>
              <a:gd name="T45" fmla="*/ 170 h 695"/>
              <a:gd name="T46" fmla="*/ 337 w 695"/>
              <a:gd name="T47" fmla="*/ 165 h 695"/>
              <a:gd name="T48" fmla="*/ 339 w 695"/>
              <a:gd name="T49" fmla="*/ 161 h 695"/>
              <a:gd name="T50" fmla="*/ 343 w 695"/>
              <a:gd name="T51" fmla="*/ 159 h 695"/>
              <a:gd name="T52" fmla="*/ 348 w 695"/>
              <a:gd name="T53" fmla="*/ 158 h 695"/>
              <a:gd name="T54" fmla="*/ 353 w 695"/>
              <a:gd name="T55" fmla="*/ 159 h 695"/>
              <a:gd name="T56" fmla="*/ 356 w 695"/>
              <a:gd name="T57" fmla="*/ 161 h 695"/>
              <a:gd name="T58" fmla="*/ 359 w 695"/>
              <a:gd name="T59" fmla="*/ 165 h 695"/>
              <a:gd name="T60" fmla="*/ 359 w 695"/>
              <a:gd name="T61" fmla="*/ 170 h 695"/>
              <a:gd name="T62" fmla="*/ 359 w 695"/>
              <a:gd name="T63" fmla="*/ 339 h 695"/>
              <a:gd name="T64" fmla="*/ 526 w 695"/>
              <a:gd name="T65" fmla="*/ 339 h 695"/>
              <a:gd name="T66" fmla="*/ 530 w 695"/>
              <a:gd name="T67" fmla="*/ 339 h 695"/>
              <a:gd name="T68" fmla="*/ 535 w 695"/>
              <a:gd name="T69" fmla="*/ 342 h 695"/>
              <a:gd name="T70" fmla="*/ 537 w 695"/>
              <a:gd name="T71" fmla="*/ 346 h 695"/>
              <a:gd name="T72" fmla="*/ 538 w 695"/>
              <a:gd name="T73" fmla="*/ 350 h 695"/>
              <a:gd name="T74" fmla="*/ 537 w 695"/>
              <a:gd name="T75" fmla="*/ 356 h 695"/>
              <a:gd name="T76" fmla="*/ 535 w 695"/>
              <a:gd name="T77" fmla="*/ 359 h 695"/>
              <a:gd name="T78" fmla="*/ 530 w 695"/>
              <a:gd name="T79" fmla="*/ 361 h 695"/>
              <a:gd name="T80" fmla="*/ 526 w 695"/>
              <a:gd name="T81" fmla="*/ 362 h 695"/>
              <a:gd name="T82" fmla="*/ 683 w 695"/>
              <a:gd name="T83" fmla="*/ 0 h 695"/>
              <a:gd name="T84" fmla="*/ 12 w 695"/>
              <a:gd name="T85" fmla="*/ 0 h 695"/>
              <a:gd name="T86" fmla="*/ 8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8 w 695"/>
              <a:gd name="T101" fmla="*/ 694 h 695"/>
              <a:gd name="T102" fmla="*/ 12 w 695"/>
              <a:gd name="T103" fmla="*/ 695 h 695"/>
              <a:gd name="T104" fmla="*/ 683 w 695"/>
              <a:gd name="T105" fmla="*/ 695 h 695"/>
              <a:gd name="T106" fmla="*/ 688 w 695"/>
              <a:gd name="T107" fmla="*/ 694 h 695"/>
              <a:gd name="T108" fmla="*/ 692 w 695"/>
              <a:gd name="T109" fmla="*/ 691 h 695"/>
              <a:gd name="T110" fmla="*/ 694 w 695"/>
              <a:gd name="T111" fmla="*/ 687 h 695"/>
              <a:gd name="T112" fmla="*/ 695 w 695"/>
              <a:gd name="T113" fmla="*/ 683 h 695"/>
              <a:gd name="T114" fmla="*/ 695 w 695"/>
              <a:gd name="T115" fmla="*/ 11 h 695"/>
              <a:gd name="T116" fmla="*/ 694 w 695"/>
              <a:gd name="T117" fmla="*/ 7 h 695"/>
              <a:gd name="T118" fmla="*/ 692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526" y="362"/>
                </a:moveTo>
                <a:lnTo>
                  <a:pt x="359" y="362"/>
                </a:lnTo>
                <a:lnTo>
                  <a:pt x="359" y="531"/>
                </a:lnTo>
                <a:lnTo>
                  <a:pt x="359" y="537"/>
                </a:lnTo>
                <a:lnTo>
                  <a:pt x="356" y="540"/>
                </a:lnTo>
                <a:lnTo>
                  <a:pt x="353" y="542"/>
                </a:lnTo>
                <a:lnTo>
                  <a:pt x="348" y="543"/>
                </a:lnTo>
                <a:lnTo>
                  <a:pt x="343" y="542"/>
                </a:lnTo>
                <a:lnTo>
                  <a:pt x="339" y="540"/>
                </a:lnTo>
                <a:lnTo>
                  <a:pt x="337" y="537"/>
                </a:lnTo>
                <a:lnTo>
                  <a:pt x="336" y="531"/>
                </a:lnTo>
                <a:lnTo>
                  <a:pt x="336" y="362"/>
                </a:lnTo>
                <a:lnTo>
                  <a:pt x="164" y="362"/>
                </a:lnTo>
                <a:lnTo>
                  <a:pt x="158" y="361"/>
                </a:lnTo>
                <a:lnTo>
                  <a:pt x="155" y="359"/>
                </a:lnTo>
                <a:lnTo>
                  <a:pt x="153" y="356"/>
                </a:lnTo>
                <a:lnTo>
                  <a:pt x="152" y="350"/>
                </a:lnTo>
                <a:lnTo>
                  <a:pt x="153" y="346"/>
                </a:lnTo>
                <a:lnTo>
                  <a:pt x="155" y="342"/>
                </a:lnTo>
                <a:lnTo>
                  <a:pt x="158" y="339"/>
                </a:lnTo>
                <a:lnTo>
                  <a:pt x="164" y="339"/>
                </a:lnTo>
                <a:lnTo>
                  <a:pt x="336" y="339"/>
                </a:lnTo>
                <a:lnTo>
                  <a:pt x="336" y="170"/>
                </a:lnTo>
                <a:lnTo>
                  <a:pt x="337" y="165"/>
                </a:lnTo>
                <a:lnTo>
                  <a:pt x="339" y="161"/>
                </a:lnTo>
                <a:lnTo>
                  <a:pt x="343" y="159"/>
                </a:lnTo>
                <a:lnTo>
                  <a:pt x="348" y="158"/>
                </a:lnTo>
                <a:lnTo>
                  <a:pt x="353" y="159"/>
                </a:lnTo>
                <a:lnTo>
                  <a:pt x="356" y="161"/>
                </a:lnTo>
                <a:lnTo>
                  <a:pt x="359" y="165"/>
                </a:lnTo>
                <a:lnTo>
                  <a:pt x="359" y="170"/>
                </a:lnTo>
                <a:lnTo>
                  <a:pt x="359" y="339"/>
                </a:lnTo>
                <a:lnTo>
                  <a:pt x="526" y="339"/>
                </a:lnTo>
                <a:lnTo>
                  <a:pt x="530" y="339"/>
                </a:lnTo>
                <a:lnTo>
                  <a:pt x="535" y="342"/>
                </a:lnTo>
                <a:lnTo>
                  <a:pt x="537" y="346"/>
                </a:lnTo>
                <a:lnTo>
                  <a:pt x="538" y="350"/>
                </a:lnTo>
                <a:lnTo>
                  <a:pt x="537" y="356"/>
                </a:lnTo>
                <a:lnTo>
                  <a:pt x="535" y="359"/>
                </a:lnTo>
                <a:lnTo>
                  <a:pt x="530" y="361"/>
                </a:lnTo>
                <a:lnTo>
                  <a:pt x="526" y="362"/>
                </a:lnTo>
                <a:close/>
                <a:moveTo>
                  <a:pt x="683" y="0"/>
                </a:moveTo>
                <a:lnTo>
                  <a:pt x="12" y="0"/>
                </a:lnTo>
                <a:lnTo>
                  <a:pt x="8" y="1"/>
                </a:lnTo>
                <a:lnTo>
                  <a:pt x="4" y="3"/>
                </a:lnTo>
                <a:lnTo>
                  <a:pt x="1" y="7"/>
                </a:lnTo>
                <a:lnTo>
                  <a:pt x="0" y="11"/>
                </a:lnTo>
                <a:lnTo>
                  <a:pt x="0" y="683"/>
                </a:lnTo>
                <a:lnTo>
                  <a:pt x="1" y="687"/>
                </a:lnTo>
                <a:lnTo>
                  <a:pt x="4" y="691"/>
                </a:lnTo>
                <a:lnTo>
                  <a:pt x="8" y="694"/>
                </a:lnTo>
                <a:lnTo>
                  <a:pt x="12" y="695"/>
                </a:lnTo>
                <a:lnTo>
                  <a:pt x="683" y="695"/>
                </a:lnTo>
                <a:lnTo>
                  <a:pt x="688" y="694"/>
                </a:lnTo>
                <a:lnTo>
                  <a:pt x="692" y="691"/>
                </a:lnTo>
                <a:lnTo>
                  <a:pt x="694" y="687"/>
                </a:lnTo>
                <a:lnTo>
                  <a:pt x="695" y="683"/>
                </a:lnTo>
                <a:lnTo>
                  <a:pt x="695" y="11"/>
                </a:lnTo>
                <a:lnTo>
                  <a:pt x="694" y="7"/>
                </a:lnTo>
                <a:lnTo>
                  <a:pt x="692"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6" name="Freeform 1837">
            <a:extLst>
              <a:ext uri="{FF2B5EF4-FFF2-40B4-BE49-F238E27FC236}">
                <a16:creationId xmlns:a16="http://schemas.microsoft.com/office/drawing/2014/main" id="{7CCCC089-3742-4D26-841B-1BD441EC7BBE}"/>
              </a:ext>
            </a:extLst>
          </p:cNvPr>
          <p:cNvSpPr>
            <a:spLocks noEditPoints="1"/>
          </p:cNvSpPr>
          <p:nvPr/>
        </p:nvSpPr>
        <p:spPr bwMode="auto">
          <a:xfrm>
            <a:off x="4306097" y="2746210"/>
            <a:ext cx="274638" cy="276225"/>
          </a:xfrm>
          <a:custGeom>
            <a:avLst/>
            <a:gdLst>
              <a:gd name="T0" fmla="*/ 526 w 695"/>
              <a:gd name="T1" fmla="*/ 362 h 695"/>
              <a:gd name="T2" fmla="*/ 359 w 695"/>
              <a:gd name="T3" fmla="*/ 362 h 695"/>
              <a:gd name="T4" fmla="*/ 359 w 695"/>
              <a:gd name="T5" fmla="*/ 531 h 695"/>
              <a:gd name="T6" fmla="*/ 359 w 695"/>
              <a:gd name="T7" fmla="*/ 537 h 695"/>
              <a:gd name="T8" fmla="*/ 356 w 695"/>
              <a:gd name="T9" fmla="*/ 540 h 695"/>
              <a:gd name="T10" fmla="*/ 353 w 695"/>
              <a:gd name="T11" fmla="*/ 542 h 695"/>
              <a:gd name="T12" fmla="*/ 348 w 695"/>
              <a:gd name="T13" fmla="*/ 543 h 695"/>
              <a:gd name="T14" fmla="*/ 343 w 695"/>
              <a:gd name="T15" fmla="*/ 542 h 695"/>
              <a:gd name="T16" fmla="*/ 339 w 695"/>
              <a:gd name="T17" fmla="*/ 540 h 695"/>
              <a:gd name="T18" fmla="*/ 337 w 695"/>
              <a:gd name="T19" fmla="*/ 537 h 695"/>
              <a:gd name="T20" fmla="*/ 336 w 695"/>
              <a:gd name="T21" fmla="*/ 531 h 695"/>
              <a:gd name="T22" fmla="*/ 336 w 695"/>
              <a:gd name="T23" fmla="*/ 362 h 695"/>
              <a:gd name="T24" fmla="*/ 164 w 695"/>
              <a:gd name="T25" fmla="*/ 362 h 695"/>
              <a:gd name="T26" fmla="*/ 158 w 695"/>
              <a:gd name="T27" fmla="*/ 361 h 695"/>
              <a:gd name="T28" fmla="*/ 155 w 695"/>
              <a:gd name="T29" fmla="*/ 359 h 695"/>
              <a:gd name="T30" fmla="*/ 153 w 695"/>
              <a:gd name="T31" fmla="*/ 356 h 695"/>
              <a:gd name="T32" fmla="*/ 152 w 695"/>
              <a:gd name="T33" fmla="*/ 350 h 695"/>
              <a:gd name="T34" fmla="*/ 153 w 695"/>
              <a:gd name="T35" fmla="*/ 346 h 695"/>
              <a:gd name="T36" fmla="*/ 155 w 695"/>
              <a:gd name="T37" fmla="*/ 342 h 695"/>
              <a:gd name="T38" fmla="*/ 158 w 695"/>
              <a:gd name="T39" fmla="*/ 339 h 695"/>
              <a:gd name="T40" fmla="*/ 164 w 695"/>
              <a:gd name="T41" fmla="*/ 339 h 695"/>
              <a:gd name="T42" fmla="*/ 336 w 695"/>
              <a:gd name="T43" fmla="*/ 339 h 695"/>
              <a:gd name="T44" fmla="*/ 336 w 695"/>
              <a:gd name="T45" fmla="*/ 170 h 695"/>
              <a:gd name="T46" fmla="*/ 337 w 695"/>
              <a:gd name="T47" fmla="*/ 165 h 695"/>
              <a:gd name="T48" fmla="*/ 339 w 695"/>
              <a:gd name="T49" fmla="*/ 161 h 695"/>
              <a:gd name="T50" fmla="*/ 343 w 695"/>
              <a:gd name="T51" fmla="*/ 159 h 695"/>
              <a:gd name="T52" fmla="*/ 348 w 695"/>
              <a:gd name="T53" fmla="*/ 158 h 695"/>
              <a:gd name="T54" fmla="*/ 353 w 695"/>
              <a:gd name="T55" fmla="*/ 159 h 695"/>
              <a:gd name="T56" fmla="*/ 356 w 695"/>
              <a:gd name="T57" fmla="*/ 161 h 695"/>
              <a:gd name="T58" fmla="*/ 359 w 695"/>
              <a:gd name="T59" fmla="*/ 165 h 695"/>
              <a:gd name="T60" fmla="*/ 359 w 695"/>
              <a:gd name="T61" fmla="*/ 170 h 695"/>
              <a:gd name="T62" fmla="*/ 359 w 695"/>
              <a:gd name="T63" fmla="*/ 339 h 695"/>
              <a:gd name="T64" fmla="*/ 526 w 695"/>
              <a:gd name="T65" fmla="*/ 339 h 695"/>
              <a:gd name="T66" fmla="*/ 530 w 695"/>
              <a:gd name="T67" fmla="*/ 339 h 695"/>
              <a:gd name="T68" fmla="*/ 535 w 695"/>
              <a:gd name="T69" fmla="*/ 342 h 695"/>
              <a:gd name="T70" fmla="*/ 537 w 695"/>
              <a:gd name="T71" fmla="*/ 346 h 695"/>
              <a:gd name="T72" fmla="*/ 538 w 695"/>
              <a:gd name="T73" fmla="*/ 350 h 695"/>
              <a:gd name="T74" fmla="*/ 537 w 695"/>
              <a:gd name="T75" fmla="*/ 356 h 695"/>
              <a:gd name="T76" fmla="*/ 535 w 695"/>
              <a:gd name="T77" fmla="*/ 359 h 695"/>
              <a:gd name="T78" fmla="*/ 530 w 695"/>
              <a:gd name="T79" fmla="*/ 361 h 695"/>
              <a:gd name="T80" fmla="*/ 526 w 695"/>
              <a:gd name="T81" fmla="*/ 362 h 695"/>
              <a:gd name="T82" fmla="*/ 683 w 695"/>
              <a:gd name="T83" fmla="*/ 0 h 695"/>
              <a:gd name="T84" fmla="*/ 12 w 695"/>
              <a:gd name="T85" fmla="*/ 0 h 695"/>
              <a:gd name="T86" fmla="*/ 8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8 w 695"/>
              <a:gd name="T101" fmla="*/ 694 h 695"/>
              <a:gd name="T102" fmla="*/ 12 w 695"/>
              <a:gd name="T103" fmla="*/ 695 h 695"/>
              <a:gd name="T104" fmla="*/ 683 w 695"/>
              <a:gd name="T105" fmla="*/ 695 h 695"/>
              <a:gd name="T106" fmla="*/ 688 w 695"/>
              <a:gd name="T107" fmla="*/ 694 h 695"/>
              <a:gd name="T108" fmla="*/ 692 w 695"/>
              <a:gd name="T109" fmla="*/ 691 h 695"/>
              <a:gd name="T110" fmla="*/ 694 w 695"/>
              <a:gd name="T111" fmla="*/ 687 h 695"/>
              <a:gd name="T112" fmla="*/ 695 w 695"/>
              <a:gd name="T113" fmla="*/ 683 h 695"/>
              <a:gd name="T114" fmla="*/ 695 w 695"/>
              <a:gd name="T115" fmla="*/ 11 h 695"/>
              <a:gd name="T116" fmla="*/ 694 w 695"/>
              <a:gd name="T117" fmla="*/ 7 h 695"/>
              <a:gd name="T118" fmla="*/ 692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526" y="362"/>
                </a:moveTo>
                <a:lnTo>
                  <a:pt x="359" y="362"/>
                </a:lnTo>
                <a:lnTo>
                  <a:pt x="359" y="531"/>
                </a:lnTo>
                <a:lnTo>
                  <a:pt x="359" y="537"/>
                </a:lnTo>
                <a:lnTo>
                  <a:pt x="356" y="540"/>
                </a:lnTo>
                <a:lnTo>
                  <a:pt x="353" y="542"/>
                </a:lnTo>
                <a:lnTo>
                  <a:pt x="348" y="543"/>
                </a:lnTo>
                <a:lnTo>
                  <a:pt x="343" y="542"/>
                </a:lnTo>
                <a:lnTo>
                  <a:pt x="339" y="540"/>
                </a:lnTo>
                <a:lnTo>
                  <a:pt x="337" y="537"/>
                </a:lnTo>
                <a:lnTo>
                  <a:pt x="336" y="531"/>
                </a:lnTo>
                <a:lnTo>
                  <a:pt x="336" y="362"/>
                </a:lnTo>
                <a:lnTo>
                  <a:pt x="164" y="362"/>
                </a:lnTo>
                <a:lnTo>
                  <a:pt x="158" y="361"/>
                </a:lnTo>
                <a:lnTo>
                  <a:pt x="155" y="359"/>
                </a:lnTo>
                <a:lnTo>
                  <a:pt x="153" y="356"/>
                </a:lnTo>
                <a:lnTo>
                  <a:pt x="152" y="350"/>
                </a:lnTo>
                <a:lnTo>
                  <a:pt x="153" y="346"/>
                </a:lnTo>
                <a:lnTo>
                  <a:pt x="155" y="342"/>
                </a:lnTo>
                <a:lnTo>
                  <a:pt x="158" y="339"/>
                </a:lnTo>
                <a:lnTo>
                  <a:pt x="164" y="339"/>
                </a:lnTo>
                <a:lnTo>
                  <a:pt x="336" y="339"/>
                </a:lnTo>
                <a:lnTo>
                  <a:pt x="336" y="170"/>
                </a:lnTo>
                <a:lnTo>
                  <a:pt x="337" y="165"/>
                </a:lnTo>
                <a:lnTo>
                  <a:pt x="339" y="161"/>
                </a:lnTo>
                <a:lnTo>
                  <a:pt x="343" y="159"/>
                </a:lnTo>
                <a:lnTo>
                  <a:pt x="348" y="158"/>
                </a:lnTo>
                <a:lnTo>
                  <a:pt x="353" y="159"/>
                </a:lnTo>
                <a:lnTo>
                  <a:pt x="356" y="161"/>
                </a:lnTo>
                <a:lnTo>
                  <a:pt x="359" y="165"/>
                </a:lnTo>
                <a:lnTo>
                  <a:pt x="359" y="170"/>
                </a:lnTo>
                <a:lnTo>
                  <a:pt x="359" y="339"/>
                </a:lnTo>
                <a:lnTo>
                  <a:pt x="526" y="339"/>
                </a:lnTo>
                <a:lnTo>
                  <a:pt x="530" y="339"/>
                </a:lnTo>
                <a:lnTo>
                  <a:pt x="535" y="342"/>
                </a:lnTo>
                <a:lnTo>
                  <a:pt x="537" y="346"/>
                </a:lnTo>
                <a:lnTo>
                  <a:pt x="538" y="350"/>
                </a:lnTo>
                <a:lnTo>
                  <a:pt x="537" y="356"/>
                </a:lnTo>
                <a:lnTo>
                  <a:pt x="535" y="359"/>
                </a:lnTo>
                <a:lnTo>
                  <a:pt x="530" y="361"/>
                </a:lnTo>
                <a:lnTo>
                  <a:pt x="526" y="362"/>
                </a:lnTo>
                <a:close/>
                <a:moveTo>
                  <a:pt x="683" y="0"/>
                </a:moveTo>
                <a:lnTo>
                  <a:pt x="12" y="0"/>
                </a:lnTo>
                <a:lnTo>
                  <a:pt x="8" y="1"/>
                </a:lnTo>
                <a:lnTo>
                  <a:pt x="4" y="3"/>
                </a:lnTo>
                <a:lnTo>
                  <a:pt x="1" y="7"/>
                </a:lnTo>
                <a:lnTo>
                  <a:pt x="0" y="11"/>
                </a:lnTo>
                <a:lnTo>
                  <a:pt x="0" y="683"/>
                </a:lnTo>
                <a:lnTo>
                  <a:pt x="1" y="687"/>
                </a:lnTo>
                <a:lnTo>
                  <a:pt x="4" y="691"/>
                </a:lnTo>
                <a:lnTo>
                  <a:pt x="8" y="694"/>
                </a:lnTo>
                <a:lnTo>
                  <a:pt x="12" y="695"/>
                </a:lnTo>
                <a:lnTo>
                  <a:pt x="683" y="695"/>
                </a:lnTo>
                <a:lnTo>
                  <a:pt x="688" y="694"/>
                </a:lnTo>
                <a:lnTo>
                  <a:pt x="692" y="691"/>
                </a:lnTo>
                <a:lnTo>
                  <a:pt x="694" y="687"/>
                </a:lnTo>
                <a:lnTo>
                  <a:pt x="695" y="683"/>
                </a:lnTo>
                <a:lnTo>
                  <a:pt x="695" y="11"/>
                </a:lnTo>
                <a:lnTo>
                  <a:pt x="694" y="7"/>
                </a:lnTo>
                <a:lnTo>
                  <a:pt x="692"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7" name="Freeform 1838">
            <a:extLst>
              <a:ext uri="{FF2B5EF4-FFF2-40B4-BE49-F238E27FC236}">
                <a16:creationId xmlns:a16="http://schemas.microsoft.com/office/drawing/2014/main" id="{454B8485-9B81-4BD9-8BAF-E2179E772064}"/>
              </a:ext>
            </a:extLst>
          </p:cNvPr>
          <p:cNvSpPr>
            <a:spLocks noEditPoints="1"/>
          </p:cNvSpPr>
          <p:nvPr/>
        </p:nvSpPr>
        <p:spPr bwMode="auto">
          <a:xfrm>
            <a:off x="845745" y="4750362"/>
            <a:ext cx="276225" cy="276225"/>
          </a:xfrm>
          <a:custGeom>
            <a:avLst/>
            <a:gdLst>
              <a:gd name="T0" fmla="*/ 526 w 695"/>
              <a:gd name="T1" fmla="*/ 362 h 695"/>
              <a:gd name="T2" fmla="*/ 162 w 695"/>
              <a:gd name="T3" fmla="*/ 362 h 695"/>
              <a:gd name="T4" fmla="*/ 158 w 695"/>
              <a:gd name="T5" fmla="*/ 361 h 695"/>
              <a:gd name="T6" fmla="*/ 155 w 695"/>
              <a:gd name="T7" fmla="*/ 359 h 695"/>
              <a:gd name="T8" fmla="*/ 151 w 695"/>
              <a:gd name="T9" fmla="*/ 356 h 695"/>
              <a:gd name="T10" fmla="*/ 151 w 695"/>
              <a:gd name="T11" fmla="*/ 350 h 695"/>
              <a:gd name="T12" fmla="*/ 151 w 695"/>
              <a:gd name="T13" fmla="*/ 346 h 695"/>
              <a:gd name="T14" fmla="*/ 155 w 695"/>
              <a:gd name="T15" fmla="*/ 342 h 695"/>
              <a:gd name="T16" fmla="*/ 158 w 695"/>
              <a:gd name="T17" fmla="*/ 339 h 695"/>
              <a:gd name="T18" fmla="*/ 162 w 695"/>
              <a:gd name="T19" fmla="*/ 339 h 695"/>
              <a:gd name="T20" fmla="*/ 526 w 695"/>
              <a:gd name="T21" fmla="*/ 339 h 695"/>
              <a:gd name="T22" fmla="*/ 530 w 695"/>
              <a:gd name="T23" fmla="*/ 339 h 695"/>
              <a:gd name="T24" fmla="*/ 533 w 695"/>
              <a:gd name="T25" fmla="*/ 342 h 695"/>
              <a:gd name="T26" fmla="*/ 537 w 695"/>
              <a:gd name="T27" fmla="*/ 346 h 695"/>
              <a:gd name="T28" fmla="*/ 537 w 695"/>
              <a:gd name="T29" fmla="*/ 350 h 695"/>
              <a:gd name="T30" fmla="*/ 537 w 695"/>
              <a:gd name="T31" fmla="*/ 356 h 695"/>
              <a:gd name="T32" fmla="*/ 533 w 695"/>
              <a:gd name="T33" fmla="*/ 359 h 695"/>
              <a:gd name="T34" fmla="*/ 530 w 695"/>
              <a:gd name="T35" fmla="*/ 361 h 695"/>
              <a:gd name="T36" fmla="*/ 526 w 695"/>
              <a:gd name="T37" fmla="*/ 362 h 695"/>
              <a:gd name="T38" fmla="*/ 682 w 695"/>
              <a:gd name="T39" fmla="*/ 0 h 695"/>
              <a:gd name="T40" fmla="*/ 12 w 695"/>
              <a:gd name="T41" fmla="*/ 0 h 695"/>
              <a:gd name="T42" fmla="*/ 7 w 695"/>
              <a:gd name="T43" fmla="*/ 1 h 695"/>
              <a:gd name="T44" fmla="*/ 3 w 695"/>
              <a:gd name="T45" fmla="*/ 3 h 695"/>
              <a:gd name="T46" fmla="*/ 1 w 695"/>
              <a:gd name="T47" fmla="*/ 7 h 695"/>
              <a:gd name="T48" fmla="*/ 0 w 695"/>
              <a:gd name="T49" fmla="*/ 11 h 695"/>
              <a:gd name="T50" fmla="*/ 0 w 695"/>
              <a:gd name="T51" fmla="*/ 683 h 695"/>
              <a:gd name="T52" fmla="*/ 1 w 695"/>
              <a:gd name="T53" fmla="*/ 687 h 695"/>
              <a:gd name="T54" fmla="*/ 3 w 695"/>
              <a:gd name="T55" fmla="*/ 691 h 695"/>
              <a:gd name="T56" fmla="*/ 7 w 695"/>
              <a:gd name="T57" fmla="*/ 694 h 695"/>
              <a:gd name="T58" fmla="*/ 12 w 695"/>
              <a:gd name="T59" fmla="*/ 695 h 695"/>
              <a:gd name="T60" fmla="*/ 682 w 695"/>
              <a:gd name="T61" fmla="*/ 695 h 695"/>
              <a:gd name="T62" fmla="*/ 687 w 695"/>
              <a:gd name="T63" fmla="*/ 694 h 695"/>
              <a:gd name="T64" fmla="*/ 691 w 695"/>
              <a:gd name="T65" fmla="*/ 691 h 695"/>
              <a:gd name="T66" fmla="*/ 694 w 695"/>
              <a:gd name="T67" fmla="*/ 687 h 695"/>
              <a:gd name="T68" fmla="*/ 695 w 695"/>
              <a:gd name="T69" fmla="*/ 683 h 695"/>
              <a:gd name="T70" fmla="*/ 695 w 695"/>
              <a:gd name="T71" fmla="*/ 11 h 695"/>
              <a:gd name="T72" fmla="*/ 694 w 695"/>
              <a:gd name="T73" fmla="*/ 7 h 695"/>
              <a:gd name="T74" fmla="*/ 691 w 695"/>
              <a:gd name="T75" fmla="*/ 3 h 695"/>
              <a:gd name="T76" fmla="*/ 687 w 695"/>
              <a:gd name="T77" fmla="*/ 1 h 695"/>
              <a:gd name="T78" fmla="*/ 682 w 695"/>
              <a:gd name="T79"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5" h="695">
                <a:moveTo>
                  <a:pt x="526" y="362"/>
                </a:moveTo>
                <a:lnTo>
                  <a:pt x="162" y="362"/>
                </a:lnTo>
                <a:lnTo>
                  <a:pt x="158" y="361"/>
                </a:lnTo>
                <a:lnTo>
                  <a:pt x="155" y="359"/>
                </a:lnTo>
                <a:lnTo>
                  <a:pt x="151" y="356"/>
                </a:lnTo>
                <a:lnTo>
                  <a:pt x="151" y="350"/>
                </a:lnTo>
                <a:lnTo>
                  <a:pt x="151" y="346"/>
                </a:lnTo>
                <a:lnTo>
                  <a:pt x="155" y="342"/>
                </a:lnTo>
                <a:lnTo>
                  <a:pt x="158" y="339"/>
                </a:lnTo>
                <a:lnTo>
                  <a:pt x="162" y="339"/>
                </a:lnTo>
                <a:lnTo>
                  <a:pt x="526" y="339"/>
                </a:lnTo>
                <a:lnTo>
                  <a:pt x="530" y="339"/>
                </a:lnTo>
                <a:lnTo>
                  <a:pt x="533" y="342"/>
                </a:lnTo>
                <a:lnTo>
                  <a:pt x="537" y="346"/>
                </a:lnTo>
                <a:lnTo>
                  <a:pt x="537" y="350"/>
                </a:lnTo>
                <a:lnTo>
                  <a:pt x="537" y="356"/>
                </a:lnTo>
                <a:lnTo>
                  <a:pt x="533" y="359"/>
                </a:lnTo>
                <a:lnTo>
                  <a:pt x="530" y="361"/>
                </a:lnTo>
                <a:lnTo>
                  <a:pt x="526" y="362"/>
                </a:lnTo>
                <a:close/>
                <a:moveTo>
                  <a:pt x="682" y="0"/>
                </a:moveTo>
                <a:lnTo>
                  <a:pt x="12" y="0"/>
                </a:lnTo>
                <a:lnTo>
                  <a:pt x="7" y="1"/>
                </a:lnTo>
                <a:lnTo>
                  <a:pt x="3" y="3"/>
                </a:lnTo>
                <a:lnTo>
                  <a:pt x="1" y="7"/>
                </a:lnTo>
                <a:lnTo>
                  <a:pt x="0" y="11"/>
                </a:lnTo>
                <a:lnTo>
                  <a:pt x="0" y="683"/>
                </a:lnTo>
                <a:lnTo>
                  <a:pt x="1" y="687"/>
                </a:lnTo>
                <a:lnTo>
                  <a:pt x="3" y="691"/>
                </a:lnTo>
                <a:lnTo>
                  <a:pt x="7" y="694"/>
                </a:lnTo>
                <a:lnTo>
                  <a:pt x="12" y="695"/>
                </a:lnTo>
                <a:lnTo>
                  <a:pt x="682" y="695"/>
                </a:lnTo>
                <a:lnTo>
                  <a:pt x="687" y="694"/>
                </a:lnTo>
                <a:lnTo>
                  <a:pt x="691" y="691"/>
                </a:lnTo>
                <a:lnTo>
                  <a:pt x="694" y="687"/>
                </a:lnTo>
                <a:lnTo>
                  <a:pt x="695" y="683"/>
                </a:lnTo>
                <a:lnTo>
                  <a:pt x="695" y="11"/>
                </a:lnTo>
                <a:lnTo>
                  <a:pt x="694" y="7"/>
                </a:lnTo>
                <a:lnTo>
                  <a:pt x="691" y="3"/>
                </a:lnTo>
                <a:lnTo>
                  <a:pt x="687" y="1"/>
                </a:lnTo>
                <a:lnTo>
                  <a:pt x="682"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8" name="Freeform 1838">
            <a:extLst>
              <a:ext uri="{FF2B5EF4-FFF2-40B4-BE49-F238E27FC236}">
                <a16:creationId xmlns:a16="http://schemas.microsoft.com/office/drawing/2014/main" id="{B0A31F3B-C4BD-4572-879B-DCC5E2097F4F}"/>
              </a:ext>
            </a:extLst>
          </p:cNvPr>
          <p:cNvSpPr>
            <a:spLocks noEditPoints="1"/>
          </p:cNvSpPr>
          <p:nvPr/>
        </p:nvSpPr>
        <p:spPr bwMode="auto">
          <a:xfrm>
            <a:off x="6498033" y="3254922"/>
            <a:ext cx="276225" cy="276225"/>
          </a:xfrm>
          <a:custGeom>
            <a:avLst/>
            <a:gdLst>
              <a:gd name="T0" fmla="*/ 526 w 695"/>
              <a:gd name="T1" fmla="*/ 362 h 695"/>
              <a:gd name="T2" fmla="*/ 162 w 695"/>
              <a:gd name="T3" fmla="*/ 362 h 695"/>
              <a:gd name="T4" fmla="*/ 158 w 695"/>
              <a:gd name="T5" fmla="*/ 361 h 695"/>
              <a:gd name="T6" fmla="*/ 155 w 695"/>
              <a:gd name="T7" fmla="*/ 359 h 695"/>
              <a:gd name="T8" fmla="*/ 151 w 695"/>
              <a:gd name="T9" fmla="*/ 356 h 695"/>
              <a:gd name="T10" fmla="*/ 151 w 695"/>
              <a:gd name="T11" fmla="*/ 350 h 695"/>
              <a:gd name="T12" fmla="*/ 151 w 695"/>
              <a:gd name="T13" fmla="*/ 346 h 695"/>
              <a:gd name="T14" fmla="*/ 155 w 695"/>
              <a:gd name="T15" fmla="*/ 342 h 695"/>
              <a:gd name="T16" fmla="*/ 158 w 695"/>
              <a:gd name="T17" fmla="*/ 339 h 695"/>
              <a:gd name="T18" fmla="*/ 162 w 695"/>
              <a:gd name="T19" fmla="*/ 339 h 695"/>
              <a:gd name="T20" fmla="*/ 526 w 695"/>
              <a:gd name="T21" fmla="*/ 339 h 695"/>
              <a:gd name="T22" fmla="*/ 530 w 695"/>
              <a:gd name="T23" fmla="*/ 339 h 695"/>
              <a:gd name="T24" fmla="*/ 533 w 695"/>
              <a:gd name="T25" fmla="*/ 342 h 695"/>
              <a:gd name="T26" fmla="*/ 537 w 695"/>
              <a:gd name="T27" fmla="*/ 346 h 695"/>
              <a:gd name="T28" fmla="*/ 537 w 695"/>
              <a:gd name="T29" fmla="*/ 350 h 695"/>
              <a:gd name="T30" fmla="*/ 537 w 695"/>
              <a:gd name="T31" fmla="*/ 356 h 695"/>
              <a:gd name="T32" fmla="*/ 533 w 695"/>
              <a:gd name="T33" fmla="*/ 359 h 695"/>
              <a:gd name="T34" fmla="*/ 530 w 695"/>
              <a:gd name="T35" fmla="*/ 361 h 695"/>
              <a:gd name="T36" fmla="*/ 526 w 695"/>
              <a:gd name="T37" fmla="*/ 362 h 695"/>
              <a:gd name="T38" fmla="*/ 682 w 695"/>
              <a:gd name="T39" fmla="*/ 0 h 695"/>
              <a:gd name="T40" fmla="*/ 12 w 695"/>
              <a:gd name="T41" fmla="*/ 0 h 695"/>
              <a:gd name="T42" fmla="*/ 7 w 695"/>
              <a:gd name="T43" fmla="*/ 1 h 695"/>
              <a:gd name="T44" fmla="*/ 3 w 695"/>
              <a:gd name="T45" fmla="*/ 3 h 695"/>
              <a:gd name="T46" fmla="*/ 1 w 695"/>
              <a:gd name="T47" fmla="*/ 7 h 695"/>
              <a:gd name="T48" fmla="*/ 0 w 695"/>
              <a:gd name="T49" fmla="*/ 11 h 695"/>
              <a:gd name="T50" fmla="*/ 0 w 695"/>
              <a:gd name="T51" fmla="*/ 683 h 695"/>
              <a:gd name="T52" fmla="*/ 1 w 695"/>
              <a:gd name="T53" fmla="*/ 687 h 695"/>
              <a:gd name="T54" fmla="*/ 3 w 695"/>
              <a:gd name="T55" fmla="*/ 691 h 695"/>
              <a:gd name="T56" fmla="*/ 7 w 695"/>
              <a:gd name="T57" fmla="*/ 694 h 695"/>
              <a:gd name="T58" fmla="*/ 12 w 695"/>
              <a:gd name="T59" fmla="*/ 695 h 695"/>
              <a:gd name="T60" fmla="*/ 682 w 695"/>
              <a:gd name="T61" fmla="*/ 695 h 695"/>
              <a:gd name="T62" fmla="*/ 687 w 695"/>
              <a:gd name="T63" fmla="*/ 694 h 695"/>
              <a:gd name="T64" fmla="*/ 691 w 695"/>
              <a:gd name="T65" fmla="*/ 691 h 695"/>
              <a:gd name="T66" fmla="*/ 694 w 695"/>
              <a:gd name="T67" fmla="*/ 687 h 695"/>
              <a:gd name="T68" fmla="*/ 695 w 695"/>
              <a:gd name="T69" fmla="*/ 683 h 695"/>
              <a:gd name="T70" fmla="*/ 695 w 695"/>
              <a:gd name="T71" fmla="*/ 11 h 695"/>
              <a:gd name="T72" fmla="*/ 694 w 695"/>
              <a:gd name="T73" fmla="*/ 7 h 695"/>
              <a:gd name="T74" fmla="*/ 691 w 695"/>
              <a:gd name="T75" fmla="*/ 3 h 695"/>
              <a:gd name="T76" fmla="*/ 687 w 695"/>
              <a:gd name="T77" fmla="*/ 1 h 695"/>
              <a:gd name="T78" fmla="*/ 682 w 695"/>
              <a:gd name="T79"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5" h="695">
                <a:moveTo>
                  <a:pt x="526" y="362"/>
                </a:moveTo>
                <a:lnTo>
                  <a:pt x="162" y="362"/>
                </a:lnTo>
                <a:lnTo>
                  <a:pt x="158" y="361"/>
                </a:lnTo>
                <a:lnTo>
                  <a:pt x="155" y="359"/>
                </a:lnTo>
                <a:lnTo>
                  <a:pt x="151" y="356"/>
                </a:lnTo>
                <a:lnTo>
                  <a:pt x="151" y="350"/>
                </a:lnTo>
                <a:lnTo>
                  <a:pt x="151" y="346"/>
                </a:lnTo>
                <a:lnTo>
                  <a:pt x="155" y="342"/>
                </a:lnTo>
                <a:lnTo>
                  <a:pt x="158" y="339"/>
                </a:lnTo>
                <a:lnTo>
                  <a:pt x="162" y="339"/>
                </a:lnTo>
                <a:lnTo>
                  <a:pt x="526" y="339"/>
                </a:lnTo>
                <a:lnTo>
                  <a:pt x="530" y="339"/>
                </a:lnTo>
                <a:lnTo>
                  <a:pt x="533" y="342"/>
                </a:lnTo>
                <a:lnTo>
                  <a:pt x="537" y="346"/>
                </a:lnTo>
                <a:lnTo>
                  <a:pt x="537" y="350"/>
                </a:lnTo>
                <a:lnTo>
                  <a:pt x="537" y="356"/>
                </a:lnTo>
                <a:lnTo>
                  <a:pt x="533" y="359"/>
                </a:lnTo>
                <a:lnTo>
                  <a:pt x="530" y="361"/>
                </a:lnTo>
                <a:lnTo>
                  <a:pt x="526" y="362"/>
                </a:lnTo>
                <a:close/>
                <a:moveTo>
                  <a:pt x="682" y="0"/>
                </a:moveTo>
                <a:lnTo>
                  <a:pt x="12" y="0"/>
                </a:lnTo>
                <a:lnTo>
                  <a:pt x="7" y="1"/>
                </a:lnTo>
                <a:lnTo>
                  <a:pt x="3" y="3"/>
                </a:lnTo>
                <a:lnTo>
                  <a:pt x="1" y="7"/>
                </a:lnTo>
                <a:lnTo>
                  <a:pt x="0" y="11"/>
                </a:lnTo>
                <a:lnTo>
                  <a:pt x="0" y="683"/>
                </a:lnTo>
                <a:lnTo>
                  <a:pt x="1" y="687"/>
                </a:lnTo>
                <a:lnTo>
                  <a:pt x="3" y="691"/>
                </a:lnTo>
                <a:lnTo>
                  <a:pt x="7" y="694"/>
                </a:lnTo>
                <a:lnTo>
                  <a:pt x="12" y="695"/>
                </a:lnTo>
                <a:lnTo>
                  <a:pt x="682" y="695"/>
                </a:lnTo>
                <a:lnTo>
                  <a:pt x="687" y="694"/>
                </a:lnTo>
                <a:lnTo>
                  <a:pt x="691" y="691"/>
                </a:lnTo>
                <a:lnTo>
                  <a:pt x="694" y="687"/>
                </a:lnTo>
                <a:lnTo>
                  <a:pt x="695" y="683"/>
                </a:lnTo>
                <a:lnTo>
                  <a:pt x="695" y="11"/>
                </a:lnTo>
                <a:lnTo>
                  <a:pt x="694" y="7"/>
                </a:lnTo>
                <a:lnTo>
                  <a:pt x="691" y="3"/>
                </a:lnTo>
                <a:lnTo>
                  <a:pt x="687" y="1"/>
                </a:lnTo>
                <a:lnTo>
                  <a:pt x="682"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99" name="Freeform 1837">
            <a:extLst>
              <a:ext uri="{FF2B5EF4-FFF2-40B4-BE49-F238E27FC236}">
                <a16:creationId xmlns:a16="http://schemas.microsoft.com/office/drawing/2014/main" id="{FFE2E943-A498-4D20-BE9E-C771F00C5591}"/>
              </a:ext>
            </a:extLst>
          </p:cNvPr>
          <p:cNvSpPr>
            <a:spLocks noEditPoints="1"/>
          </p:cNvSpPr>
          <p:nvPr/>
        </p:nvSpPr>
        <p:spPr bwMode="auto">
          <a:xfrm>
            <a:off x="6494464" y="4255063"/>
            <a:ext cx="274638" cy="276225"/>
          </a:xfrm>
          <a:custGeom>
            <a:avLst/>
            <a:gdLst>
              <a:gd name="T0" fmla="*/ 526 w 695"/>
              <a:gd name="T1" fmla="*/ 362 h 695"/>
              <a:gd name="T2" fmla="*/ 359 w 695"/>
              <a:gd name="T3" fmla="*/ 362 h 695"/>
              <a:gd name="T4" fmla="*/ 359 w 695"/>
              <a:gd name="T5" fmla="*/ 531 h 695"/>
              <a:gd name="T6" fmla="*/ 359 w 695"/>
              <a:gd name="T7" fmla="*/ 537 h 695"/>
              <a:gd name="T8" fmla="*/ 356 w 695"/>
              <a:gd name="T9" fmla="*/ 540 h 695"/>
              <a:gd name="T10" fmla="*/ 353 w 695"/>
              <a:gd name="T11" fmla="*/ 542 h 695"/>
              <a:gd name="T12" fmla="*/ 348 w 695"/>
              <a:gd name="T13" fmla="*/ 543 h 695"/>
              <a:gd name="T14" fmla="*/ 343 w 695"/>
              <a:gd name="T15" fmla="*/ 542 h 695"/>
              <a:gd name="T16" fmla="*/ 339 w 695"/>
              <a:gd name="T17" fmla="*/ 540 h 695"/>
              <a:gd name="T18" fmla="*/ 337 w 695"/>
              <a:gd name="T19" fmla="*/ 537 h 695"/>
              <a:gd name="T20" fmla="*/ 336 w 695"/>
              <a:gd name="T21" fmla="*/ 531 h 695"/>
              <a:gd name="T22" fmla="*/ 336 w 695"/>
              <a:gd name="T23" fmla="*/ 362 h 695"/>
              <a:gd name="T24" fmla="*/ 164 w 695"/>
              <a:gd name="T25" fmla="*/ 362 h 695"/>
              <a:gd name="T26" fmla="*/ 158 w 695"/>
              <a:gd name="T27" fmla="*/ 361 h 695"/>
              <a:gd name="T28" fmla="*/ 155 w 695"/>
              <a:gd name="T29" fmla="*/ 359 h 695"/>
              <a:gd name="T30" fmla="*/ 153 w 695"/>
              <a:gd name="T31" fmla="*/ 356 h 695"/>
              <a:gd name="T32" fmla="*/ 152 w 695"/>
              <a:gd name="T33" fmla="*/ 350 h 695"/>
              <a:gd name="T34" fmla="*/ 153 w 695"/>
              <a:gd name="T35" fmla="*/ 346 h 695"/>
              <a:gd name="T36" fmla="*/ 155 w 695"/>
              <a:gd name="T37" fmla="*/ 342 h 695"/>
              <a:gd name="T38" fmla="*/ 158 w 695"/>
              <a:gd name="T39" fmla="*/ 339 h 695"/>
              <a:gd name="T40" fmla="*/ 164 w 695"/>
              <a:gd name="T41" fmla="*/ 339 h 695"/>
              <a:gd name="T42" fmla="*/ 336 w 695"/>
              <a:gd name="T43" fmla="*/ 339 h 695"/>
              <a:gd name="T44" fmla="*/ 336 w 695"/>
              <a:gd name="T45" fmla="*/ 170 h 695"/>
              <a:gd name="T46" fmla="*/ 337 w 695"/>
              <a:gd name="T47" fmla="*/ 165 h 695"/>
              <a:gd name="T48" fmla="*/ 339 w 695"/>
              <a:gd name="T49" fmla="*/ 161 h 695"/>
              <a:gd name="T50" fmla="*/ 343 w 695"/>
              <a:gd name="T51" fmla="*/ 159 h 695"/>
              <a:gd name="T52" fmla="*/ 348 w 695"/>
              <a:gd name="T53" fmla="*/ 158 h 695"/>
              <a:gd name="T54" fmla="*/ 353 w 695"/>
              <a:gd name="T55" fmla="*/ 159 h 695"/>
              <a:gd name="T56" fmla="*/ 356 w 695"/>
              <a:gd name="T57" fmla="*/ 161 h 695"/>
              <a:gd name="T58" fmla="*/ 359 w 695"/>
              <a:gd name="T59" fmla="*/ 165 h 695"/>
              <a:gd name="T60" fmla="*/ 359 w 695"/>
              <a:gd name="T61" fmla="*/ 170 h 695"/>
              <a:gd name="T62" fmla="*/ 359 w 695"/>
              <a:gd name="T63" fmla="*/ 339 h 695"/>
              <a:gd name="T64" fmla="*/ 526 w 695"/>
              <a:gd name="T65" fmla="*/ 339 h 695"/>
              <a:gd name="T66" fmla="*/ 530 w 695"/>
              <a:gd name="T67" fmla="*/ 339 h 695"/>
              <a:gd name="T68" fmla="*/ 535 w 695"/>
              <a:gd name="T69" fmla="*/ 342 h 695"/>
              <a:gd name="T70" fmla="*/ 537 w 695"/>
              <a:gd name="T71" fmla="*/ 346 h 695"/>
              <a:gd name="T72" fmla="*/ 538 w 695"/>
              <a:gd name="T73" fmla="*/ 350 h 695"/>
              <a:gd name="T74" fmla="*/ 537 w 695"/>
              <a:gd name="T75" fmla="*/ 356 h 695"/>
              <a:gd name="T76" fmla="*/ 535 w 695"/>
              <a:gd name="T77" fmla="*/ 359 h 695"/>
              <a:gd name="T78" fmla="*/ 530 w 695"/>
              <a:gd name="T79" fmla="*/ 361 h 695"/>
              <a:gd name="T80" fmla="*/ 526 w 695"/>
              <a:gd name="T81" fmla="*/ 362 h 695"/>
              <a:gd name="T82" fmla="*/ 683 w 695"/>
              <a:gd name="T83" fmla="*/ 0 h 695"/>
              <a:gd name="T84" fmla="*/ 12 w 695"/>
              <a:gd name="T85" fmla="*/ 0 h 695"/>
              <a:gd name="T86" fmla="*/ 8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8 w 695"/>
              <a:gd name="T101" fmla="*/ 694 h 695"/>
              <a:gd name="T102" fmla="*/ 12 w 695"/>
              <a:gd name="T103" fmla="*/ 695 h 695"/>
              <a:gd name="T104" fmla="*/ 683 w 695"/>
              <a:gd name="T105" fmla="*/ 695 h 695"/>
              <a:gd name="T106" fmla="*/ 688 w 695"/>
              <a:gd name="T107" fmla="*/ 694 h 695"/>
              <a:gd name="T108" fmla="*/ 692 w 695"/>
              <a:gd name="T109" fmla="*/ 691 h 695"/>
              <a:gd name="T110" fmla="*/ 694 w 695"/>
              <a:gd name="T111" fmla="*/ 687 h 695"/>
              <a:gd name="T112" fmla="*/ 695 w 695"/>
              <a:gd name="T113" fmla="*/ 683 h 695"/>
              <a:gd name="T114" fmla="*/ 695 w 695"/>
              <a:gd name="T115" fmla="*/ 11 h 695"/>
              <a:gd name="T116" fmla="*/ 694 w 695"/>
              <a:gd name="T117" fmla="*/ 7 h 695"/>
              <a:gd name="T118" fmla="*/ 692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526" y="362"/>
                </a:moveTo>
                <a:lnTo>
                  <a:pt x="359" y="362"/>
                </a:lnTo>
                <a:lnTo>
                  <a:pt x="359" y="531"/>
                </a:lnTo>
                <a:lnTo>
                  <a:pt x="359" y="537"/>
                </a:lnTo>
                <a:lnTo>
                  <a:pt x="356" y="540"/>
                </a:lnTo>
                <a:lnTo>
                  <a:pt x="353" y="542"/>
                </a:lnTo>
                <a:lnTo>
                  <a:pt x="348" y="543"/>
                </a:lnTo>
                <a:lnTo>
                  <a:pt x="343" y="542"/>
                </a:lnTo>
                <a:lnTo>
                  <a:pt x="339" y="540"/>
                </a:lnTo>
                <a:lnTo>
                  <a:pt x="337" y="537"/>
                </a:lnTo>
                <a:lnTo>
                  <a:pt x="336" y="531"/>
                </a:lnTo>
                <a:lnTo>
                  <a:pt x="336" y="362"/>
                </a:lnTo>
                <a:lnTo>
                  <a:pt x="164" y="362"/>
                </a:lnTo>
                <a:lnTo>
                  <a:pt x="158" y="361"/>
                </a:lnTo>
                <a:lnTo>
                  <a:pt x="155" y="359"/>
                </a:lnTo>
                <a:lnTo>
                  <a:pt x="153" y="356"/>
                </a:lnTo>
                <a:lnTo>
                  <a:pt x="152" y="350"/>
                </a:lnTo>
                <a:lnTo>
                  <a:pt x="153" y="346"/>
                </a:lnTo>
                <a:lnTo>
                  <a:pt x="155" y="342"/>
                </a:lnTo>
                <a:lnTo>
                  <a:pt x="158" y="339"/>
                </a:lnTo>
                <a:lnTo>
                  <a:pt x="164" y="339"/>
                </a:lnTo>
                <a:lnTo>
                  <a:pt x="336" y="339"/>
                </a:lnTo>
                <a:lnTo>
                  <a:pt x="336" y="170"/>
                </a:lnTo>
                <a:lnTo>
                  <a:pt x="337" y="165"/>
                </a:lnTo>
                <a:lnTo>
                  <a:pt x="339" y="161"/>
                </a:lnTo>
                <a:lnTo>
                  <a:pt x="343" y="159"/>
                </a:lnTo>
                <a:lnTo>
                  <a:pt x="348" y="158"/>
                </a:lnTo>
                <a:lnTo>
                  <a:pt x="353" y="159"/>
                </a:lnTo>
                <a:lnTo>
                  <a:pt x="356" y="161"/>
                </a:lnTo>
                <a:lnTo>
                  <a:pt x="359" y="165"/>
                </a:lnTo>
                <a:lnTo>
                  <a:pt x="359" y="170"/>
                </a:lnTo>
                <a:lnTo>
                  <a:pt x="359" y="339"/>
                </a:lnTo>
                <a:lnTo>
                  <a:pt x="526" y="339"/>
                </a:lnTo>
                <a:lnTo>
                  <a:pt x="530" y="339"/>
                </a:lnTo>
                <a:lnTo>
                  <a:pt x="535" y="342"/>
                </a:lnTo>
                <a:lnTo>
                  <a:pt x="537" y="346"/>
                </a:lnTo>
                <a:lnTo>
                  <a:pt x="538" y="350"/>
                </a:lnTo>
                <a:lnTo>
                  <a:pt x="537" y="356"/>
                </a:lnTo>
                <a:lnTo>
                  <a:pt x="535" y="359"/>
                </a:lnTo>
                <a:lnTo>
                  <a:pt x="530" y="361"/>
                </a:lnTo>
                <a:lnTo>
                  <a:pt x="526" y="362"/>
                </a:lnTo>
                <a:close/>
                <a:moveTo>
                  <a:pt x="683" y="0"/>
                </a:moveTo>
                <a:lnTo>
                  <a:pt x="12" y="0"/>
                </a:lnTo>
                <a:lnTo>
                  <a:pt x="8" y="1"/>
                </a:lnTo>
                <a:lnTo>
                  <a:pt x="4" y="3"/>
                </a:lnTo>
                <a:lnTo>
                  <a:pt x="1" y="7"/>
                </a:lnTo>
                <a:lnTo>
                  <a:pt x="0" y="11"/>
                </a:lnTo>
                <a:lnTo>
                  <a:pt x="0" y="683"/>
                </a:lnTo>
                <a:lnTo>
                  <a:pt x="1" y="687"/>
                </a:lnTo>
                <a:lnTo>
                  <a:pt x="4" y="691"/>
                </a:lnTo>
                <a:lnTo>
                  <a:pt x="8" y="694"/>
                </a:lnTo>
                <a:lnTo>
                  <a:pt x="12" y="695"/>
                </a:lnTo>
                <a:lnTo>
                  <a:pt x="683" y="695"/>
                </a:lnTo>
                <a:lnTo>
                  <a:pt x="688" y="694"/>
                </a:lnTo>
                <a:lnTo>
                  <a:pt x="692" y="691"/>
                </a:lnTo>
                <a:lnTo>
                  <a:pt x="694" y="687"/>
                </a:lnTo>
                <a:lnTo>
                  <a:pt x="695" y="683"/>
                </a:lnTo>
                <a:lnTo>
                  <a:pt x="695" y="11"/>
                </a:lnTo>
                <a:lnTo>
                  <a:pt x="694" y="7"/>
                </a:lnTo>
                <a:lnTo>
                  <a:pt x="692"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00" name="Freeform 1839">
            <a:extLst>
              <a:ext uri="{FF2B5EF4-FFF2-40B4-BE49-F238E27FC236}">
                <a16:creationId xmlns:a16="http://schemas.microsoft.com/office/drawing/2014/main" id="{4A88505C-AA73-49AF-B4F6-4C3D28A9E8A4}"/>
              </a:ext>
            </a:extLst>
          </p:cNvPr>
          <p:cNvSpPr>
            <a:spLocks noEditPoints="1"/>
          </p:cNvSpPr>
          <p:nvPr/>
        </p:nvSpPr>
        <p:spPr bwMode="auto">
          <a:xfrm>
            <a:off x="7703738" y="3762408"/>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01" name="Freeform 1837">
            <a:extLst>
              <a:ext uri="{FF2B5EF4-FFF2-40B4-BE49-F238E27FC236}">
                <a16:creationId xmlns:a16="http://schemas.microsoft.com/office/drawing/2014/main" id="{E9C71F50-D356-483C-8A21-1171522A544C}"/>
              </a:ext>
            </a:extLst>
          </p:cNvPr>
          <p:cNvSpPr>
            <a:spLocks noEditPoints="1"/>
          </p:cNvSpPr>
          <p:nvPr/>
        </p:nvSpPr>
        <p:spPr bwMode="auto">
          <a:xfrm>
            <a:off x="7704531" y="5251728"/>
            <a:ext cx="274638" cy="276225"/>
          </a:xfrm>
          <a:custGeom>
            <a:avLst/>
            <a:gdLst>
              <a:gd name="T0" fmla="*/ 526 w 695"/>
              <a:gd name="T1" fmla="*/ 362 h 695"/>
              <a:gd name="T2" fmla="*/ 359 w 695"/>
              <a:gd name="T3" fmla="*/ 362 h 695"/>
              <a:gd name="T4" fmla="*/ 359 w 695"/>
              <a:gd name="T5" fmla="*/ 531 h 695"/>
              <a:gd name="T6" fmla="*/ 359 w 695"/>
              <a:gd name="T7" fmla="*/ 537 h 695"/>
              <a:gd name="T8" fmla="*/ 356 w 695"/>
              <a:gd name="T9" fmla="*/ 540 h 695"/>
              <a:gd name="T10" fmla="*/ 353 w 695"/>
              <a:gd name="T11" fmla="*/ 542 h 695"/>
              <a:gd name="T12" fmla="*/ 348 w 695"/>
              <a:gd name="T13" fmla="*/ 543 h 695"/>
              <a:gd name="T14" fmla="*/ 343 w 695"/>
              <a:gd name="T15" fmla="*/ 542 h 695"/>
              <a:gd name="T16" fmla="*/ 339 w 695"/>
              <a:gd name="T17" fmla="*/ 540 h 695"/>
              <a:gd name="T18" fmla="*/ 337 w 695"/>
              <a:gd name="T19" fmla="*/ 537 h 695"/>
              <a:gd name="T20" fmla="*/ 336 w 695"/>
              <a:gd name="T21" fmla="*/ 531 h 695"/>
              <a:gd name="T22" fmla="*/ 336 w 695"/>
              <a:gd name="T23" fmla="*/ 362 h 695"/>
              <a:gd name="T24" fmla="*/ 164 w 695"/>
              <a:gd name="T25" fmla="*/ 362 h 695"/>
              <a:gd name="T26" fmla="*/ 158 w 695"/>
              <a:gd name="T27" fmla="*/ 361 h 695"/>
              <a:gd name="T28" fmla="*/ 155 w 695"/>
              <a:gd name="T29" fmla="*/ 359 h 695"/>
              <a:gd name="T30" fmla="*/ 153 w 695"/>
              <a:gd name="T31" fmla="*/ 356 h 695"/>
              <a:gd name="T32" fmla="*/ 152 w 695"/>
              <a:gd name="T33" fmla="*/ 350 h 695"/>
              <a:gd name="T34" fmla="*/ 153 w 695"/>
              <a:gd name="T35" fmla="*/ 346 h 695"/>
              <a:gd name="T36" fmla="*/ 155 w 695"/>
              <a:gd name="T37" fmla="*/ 342 h 695"/>
              <a:gd name="T38" fmla="*/ 158 w 695"/>
              <a:gd name="T39" fmla="*/ 339 h 695"/>
              <a:gd name="T40" fmla="*/ 164 w 695"/>
              <a:gd name="T41" fmla="*/ 339 h 695"/>
              <a:gd name="T42" fmla="*/ 336 w 695"/>
              <a:gd name="T43" fmla="*/ 339 h 695"/>
              <a:gd name="T44" fmla="*/ 336 w 695"/>
              <a:gd name="T45" fmla="*/ 170 h 695"/>
              <a:gd name="T46" fmla="*/ 337 w 695"/>
              <a:gd name="T47" fmla="*/ 165 h 695"/>
              <a:gd name="T48" fmla="*/ 339 w 695"/>
              <a:gd name="T49" fmla="*/ 161 h 695"/>
              <a:gd name="T50" fmla="*/ 343 w 695"/>
              <a:gd name="T51" fmla="*/ 159 h 695"/>
              <a:gd name="T52" fmla="*/ 348 w 695"/>
              <a:gd name="T53" fmla="*/ 158 h 695"/>
              <a:gd name="T54" fmla="*/ 353 w 695"/>
              <a:gd name="T55" fmla="*/ 159 h 695"/>
              <a:gd name="T56" fmla="*/ 356 w 695"/>
              <a:gd name="T57" fmla="*/ 161 h 695"/>
              <a:gd name="T58" fmla="*/ 359 w 695"/>
              <a:gd name="T59" fmla="*/ 165 h 695"/>
              <a:gd name="T60" fmla="*/ 359 w 695"/>
              <a:gd name="T61" fmla="*/ 170 h 695"/>
              <a:gd name="T62" fmla="*/ 359 w 695"/>
              <a:gd name="T63" fmla="*/ 339 h 695"/>
              <a:gd name="T64" fmla="*/ 526 w 695"/>
              <a:gd name="T65" fmla="*/ 339 h 695"/>
              <a:gd name="T66" fmla="*/ 530 w 695"/>
              <a:gd name="T67" fmla="*/ 339 h 695"/>
              <a:gd name="T68" fmla="*/ 535 w 695"/>
              <a:gd name="T69" fmla="*/ 342 h 695"/>
              <a:gd name="T70" fmla="*/ 537 w 695"/>
              <a:gd name="T71" fmla="*/ 346 h 695"/>
              <a:gd name="T72" fmla="*/ 538 w 695"/>
              <a:gd name="T73" fmla="*/ 350 h 695"/>
              <a:gd name="T74" fmla="*/ 537 w 695"/>
              <a:gd name="T75" fmla="*/ 356 h 695"/>
              <a:gd name="T76" fmla="*/ 535 w 695"/>
              <a:gd name="T77" fmla="*/ 359 h 695"/>
              <a:gd name="T78" fmla="*/ 530 w 695"/>
              <a:gd name="T79" fmla="*/ 361 h 695"/>
              <a:gd name="T80" fmla="*/ 526 w 695"/>
              <a:gd name="T81" fmla="*/ 362 h 695"/>
              <a:gd name="T82" fmla="*/ 683 w 695"/>
              <a:gd name="T83" fmla="*/ 0 h 695"/>
              <a:gd name="T84" fmla="*/ 12 w 695"/>
              <a:gd name="T85" fmla="*/ 0 h 695"/>
              <a:gd name="T86" fmla="*/ 8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8 w 695"/>
              <a:gd name="T101" fmla="*/ 694 h 695"/>
              <a:gd name="T102" fmla="*/ 12 w 695"/>
              <a:gd name="T103" fmla="*/ 695 h 695"/>
              <a:gd name="T104" fmla="*/ 683 w 695"/>
              <a:gd name="T105" fmla="*/ 695 h 695"/>
              <a:gd name="T106" fmla="*/ 688 w 695"/>
              <a:gd name="T107" fmla="*/ 694 h 695"/>
              <a:gd name="T108" fmla="*/ 692 w 695"/>
              <a:gd name="T109" fmla="*/ 691 h 695"/>
              <a:gd name="T110" fmla="*/ 694 w 695"/>
              <a:gd name="T111" fmla="*/ 687 h 695"/>
              <a:gd name="T112" fmla="*/ 695 w 695"/>
              <a:gd name="T113" fmla="*/ 683 h 695"/>
              <a:gd name="T114" fmla="*/ 695 w 695"/>
              <a:gd name="T115" fmla="*/ 11 h 695"/>
              <a:gd name="T116" fmla="*/ 694 w 695"/>
              <a:gd name="T117" fmla="*/ 7 h 695"/>
              <a:gd name="T118" fmla="*/ 692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526" y="362"/>
                </a:moveTo>
                <a:lnTo>
                  <a:pt x="359" y="362"/>
                </a:lnTo>
                <a:lnTo>
                  <a:pt x="359" y="531"/>
                </a:lnTo>
                <a:lnTo>
                  <a:pt x="359" y="537"/>
                </a:lnTo>
                <a:lnTo>
                  <a:pt x="356" y="540"/>
                </a:lnTo>
                <a:lnTo>
                  <a:pt x="353" y="542"/>
                </a:lnTo>
                <a:lnTo>
                  <a:pt x="348" y="543"/>
                </a:lnTo>
                <a:lnTo>
                  <a:pt x="343" y="542"/>
                </a:lnTo>
                <a:lnTo>
                  <a:pt x="339" y="540"/>
                </a:lnTo>
                <a:lnTo>
                  <a:pt x="337" y="537"/>
                </a:lnTo>
                <a:lnTo>
                  <a:pt x="336" y="531"/>
                </a:lnTo>
                <a:lnTo>
                  <a:pt x="336" y="362"/>
                </a:lnTo>
                <a:lnTo>
                  <a:pt x="164" y="362"/>
                </a:lnTo>
                <a:lnTo>
                  <a:pt x="158" y="361"/>
                </a:lnTo>
                <a:lnTo>
                  <a:pt x="155" y="359"/>
                </a:lnTo>
                <a:lnTo>
                  <a:pt x="153" y="356"/>
                </a:lnTo>
                <a:lnTo>
                  <a:pt x="152" y="350"/>
                </a:lnTo>
                <a:lnTo>
                  <a:pt x="153" y="346"/>
                </a:lnTo>
                <a:lnTo>
                  <a:pt x="155" y="342"/>
                </a:lnTo>
                <a:lnTo>
                  <a:pt x="158" y="339"/>
                </a:lnTo>
                <a:lnTo>
                  <a:pt x="164" y="339"/>
                </a:lnTo>
                <a:lnTo>
                  <a:pt x="336" y="339"/>
                </a:lnTo>
                <a:lnTo>
                  <a:pt x="336" y="170"/>
                </a:lnTo>
                <a:lnTo>
                  <a:pt x="337" y="165"/>
                </a:lnTo>
                <a:lnTo>
                  <a:pt x="339" y="161"/>
                </a:lnTo>
                <a:lnTo>
                  <a:pt x="343" y="159"/>
                </a:lnTo>
                <a:lnTo>
                  <a:pt x="348" y="158"/>
                </a:lnTo>
                <a:lnTo>
                  <a:pt x="353" y="159"/>
                </a:lnTo>
                <a:lnTo>
                  <a:pt x="356" y="161"/>
                </a:lnTo>
                <a:lnTo>
                  <a:pt x="359" y="165"/>
                </a:lnTo>
                <a:lnTo>
                  <a:pt x="359" y="170"/>
                </a:lnTo>
                <a:lnTo>
                  <a:pt x="359" y="339"/>
                </a:lnTo>
                <a:lnTo>
                  <a:pt x="526" y="339"/>
                </a:lnTo>
                <a:lnTo>
                  <a:pt x="530" y="339"/>
                </a:lnTo>
                <a:lnTo>
                  <a:pt x="535" y="342"/>
                </a:lnTo>
                <a:lnTo>
                  <a:pt x="537" y="346"/>
                </a:lnTo>
                <a:lnTo>
                  <a:pt x="538" y="350"/>
                </a:lnTo>
                <a:lnTo>
                  <a:pt x="537" y="356"/>
                </a:lnTo>
                <a:lnTo>
                  <a:pt x="535" y="359"/>
                </a:lnTo>
                <a:lnTo>
                  <a:pt x="530" y="361"/>
                </a:lnTo>
                <a:lnTo>
                  <a:pt x="526" y="362"/>
                </a:lnTo>
                <a:close/>
                <a:moveTo>
                  <a:pt x="683" y="0"/>
                </a:moveTo>
                <a:lnTo>
                  <a:pt x="12" y="0"/>
                </a:lnTo>
                <a:lnTo>
                  <a:pt x="8" y="1"/>
                </a:lnTo>
                <a:lnTo>
                  <a:pt x="4" y="3"/>
                </a:lnTo>
                <a:lnTo>
                  <a:pt x="1" y="7"/>
                </a:lnTo>
                <a:lnTo>
                  <a:pt x="0" y="11"/>
                </a:lnTo>
                <a:lnTo>
                  <a:pt x="0" y="683"/>
                </a:lnTo>
                <a:lnTo>
                  <a:pt x="1" y="687"/>
                </a:lnTo>
                <a:lnTo>
                  <a:pt x="4" y="691"/>
                </a:lnTo>
                <a:lnTo>
                  <a:pt x="8" y="694"/>
                </a:lnTo>
                <a:lnTo>
                  <a:pt x="12" y="695"/>
                </a:lnTo>
                <a:lnTo>
                  <a:pt x="683" y="695"/>
                </a:lnTo>
                <a:lnTo>
                  <a:pt x="688" y="694"/>
                </a:lnTo>
                <a:lnTo>
                  <a:pt x="692" y="691"/>
                </a:lnTo>
                <a:lnTo>
                  <a:pt x="694" y="687"/>
                </a:lnTo>
                <a:lnTo>
                  <a:pt x="695" y="683"/>
                </a:lnTo>
                <a:lnTo>
                  <a:pt x="695" y="11"/>
                </a:lnTo>
                <a:lnTo>
                  <a:pt x="694" y="7"/>
                </a:lnTo>
                <a:lnTo>
                  <a:pt x="692"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02" name="Freeform 1837">
            <a:extLst>
              <a:ext uri="{FF2B5EF4-FFF2-40B4-BE49-F238E27FC236}">
                <a16:creationId xmlns:a16="http://schemas.microsoft.com/office/drawing/2014/main" id="{2618F559-6BD9-489C-9A0E-3CE3EEE0071D}"/>
              </a:ext>
            </a:extLst>
          </p:cNvPr>
          <p:cNvSpPr>
            <a:spLocks noEditPoints="1"/>
          </p:cNvSpPr>
          <p:nvPr/>
        </p:nvSpPr>
        <p:spPr bwMode="auto">
          <a:xfrm>
            <a:off x="8787207" y="4255063"/>
            <a:ext cx="274638" cy="276225"/>
          </a:xfrm>
          <a:custGeom>
            <a:avLst/>
            <a:gdLst>
              <a:gd name="T0" fmla="*/ 526 w 695"/>
              <a:gd name="T1" fmla="*/ 362 h 695"/>
              <a:gd name="T2" fmla="*/ 359 w 695"/>
              <a:gd name="T3" fmla="*/ 362 h 695"/>
              <a:gd name="T4" fmla="*/ 359 w 695"/>
              <a:gd name="T5" fmla="*/ 531 h 695"/>
              <a:gd name="T6" fmla="*/ 359 w 695"/>
              <a:gd name="T7" fmla="*/ 537 h 695"/>
              <a:gd name="T8" fmla="*/ 356 w 695"/>
              <a:gd name="T9" fmla="*/ 540 h 695"/>
              <a:gd name="T10" fmla="*/ 353 w 695"/>
              <a:gd name="T11" fmla="*/ 542 h 695"/>
              <a:gd name="T12" fmla="*/ 348 w 695"/>
              <a:gd name="T13" fmla="*/ 543 h 695"/>
              <a:gd name="T14" fmla="*/ 343 w 695"/>
              <a:gd name="T15" fmla="*/ 542 h 695"/>
              <a:gd name="T16" fmla="*/ 339 w 695"/>
              <a:gd name="T17" fmla="*/ 540 h 695"/>
              <a:gd name="T18" fmla="*/ 337 w 695"/>
              <a:gd name="T19" fmla="*/ 537 h 695"/>
              <a:gd name="T20" fmla="*/ 336 w 695"/>
              <a:gd name="T21" fmla="*/ 531 h 695"/>
              <a:gd name="T22" fmla="*/ 336 w 695"/>
              <a:gd name="T23" fmla="*/ 362 h 695"/>
              <a:gd name="T24" fmla="*/ 164 w 695"/>
              <a:gd name="T25" fmla="*/ 362 h 695"/>
              <a:gd name="T26" fmla="*/ 158 w 695"/>
              <a:gd name="T27" fmla="*/ 361 h 695"/>
              <a:gd name="T28" fmla="*/ 155 w 695"/>
              <a:gd name="T29" fmla="*/ 359 h 695"/>
              <a:gd name="T30" fmla="*/ 153 w 695"/>
              <a:gd name="T31" fmla="*/ 356 h 695"/>
              <a:gd name="T32" fmla="*/ 152 w 695"/>
              <a:gd name="T33" fmla="*/ 350 h 695"/>
              <a:gd name="T34" fmla="*/ 153 w 695"/>
              <a:gd name="T35" fmla="*/ 346 h 695"/>
              <a:gd name="T36" fmla="*/ 155 w 695"/>
              <a:gd name="T37" fmla="*/ 342 h 695"/>
              <a:gd name="T38" fmla="*/ 158 w 695"/>
              <a:gd name="T39" fmla="*/ 339 h 695"/>
              <a:gd name="T40" fmla="*/ 164 w 695"/>
              <a:gd name="T41" fmla="*/ 339 h 695"/>
              <a:gd name="T42" fmla="*/ 336 w 695"/>
              <a:gd name="T43" fmla="*/ 339 h 695"/>
              <a:gd name="T44" fmla="*/ 336 w 695"/>
              <a:gd name="T45" fmla="*/ 170 h 695"/>
              <a:gd name="T46" fmla="*/ 337 w 695"/>
              <a:gd name="T47" fmla="*/ 165 h 695"/>
              <a:gd name="T48" fmla="*/ 339 w 695"/>
              <a:gd name="T49" fmla="*/ 161 h 695"/>
              <a:gd name="T50" fmla="*/ 343 w 695"/>
              <a:gd name="T51" fmla="*/ 159 h 695"/>
              <a:gd name="T52" fmla="*/ 348 w 695"/>
              <a:gd name="T53" fmla="*/ 158 h 695"/>
              <a:gd name="T54" fmla="*/ 353 w 695"/>
              <a:gd name="T55" fmla="*/ 159 h 695"/>
              <a:gd name="T56" fmla="*/ 356 w 695"/>
              <a:gd name="T57" fmla="*/ 161 h 695"/>
              <a:gd name="T58" fmla="*/ 359 w 695"/>
              <a:gd name="T59" fmla="*/ 165 h 695"/>
              <a:gd name="T60" fmla="*/ 359 w 695"/>
              <a:gd name="T61" fmla="*/ 170 h 695"/>
              <a:gd name="T62" fmla="*/ 359 w 695"/>
              <a:gd name="T63" fmla="*/ 339 h 695"/>
              <a:gd name="T64" fmla="*/ 526 w 695"/>
              <a:gd name="T65" fmla="*/ 339 h 695"/>
              <a:gd name="T66" fmla="*/ 530 w 695"/>
              <a:gd name="T67" fmla="*/ 339 h 695"/>
              <a:gd name="T68" fmla="*/ 535 w 695"/>
              <a:gd name="T69" fmla="*/ 342 h 695"/>
              <a:gd name="T70" fmla="*/ 537 w 695"/>
              <a:gd name="T71" fmla="*/ 346 h 695"/>
              <a:gd name="T72" fmla="*/ 538 w 695"/>
              <a:gd name="T73" fmla="*/ 350 h 695"/>
              <a:gd name="T74" fmla="*/ 537 w 695"/>
              <a:gd name="T75" fmla="*/ 356 h 695"/>
              <a:gd name="T76" fmla="*/ 535 w 695"/>
              <a:gd name="T77" fmla="*/ 359 h 695"/>
              <a:gd name="T78" fmla="*/ 530 w 695"/>
              <a:gd name="T79" fmla="*/ 361 h 695"/>
              <a:gd name="T80" fmla="*/ 526 w 695"/>
              <a:gd name="T81" fmla="*/ 362 h 695"/>
              <a:gd name="T82" fmla="*/ 683 w 695"/>
              <a:gd name="T83" fmla="*/ 0 h 695"/>
              <a:gd name="T84" fmla="*/ 12 w 695"/>
              <a:gd name="T85" fmla="*/ 0 h 695"/>
              <a:gd name="T86" fmla="*/ 8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8 w 695"/>
              <a:gd name="T101" fmla="*/ 694 h 695"/>
              <a:gd name="T102" fmla="*/ 12 w 695"/>
              <a:gd name="T103" fmla="*/ 695 h 695"/>
              <a:gd name="T104" fmla="*/ 683 w 695"/>
              <a:gd name="T105" fmla="*/ 695 h 695"/>
              <a:gd name="T106" fmla="*/ 688 w 695"/>
              <a:gd name="T107" fmla="*/ 694 h 695"/>
              <a:gd name="T108" fmla="*/ 692 w 695"/>
              <a:gd name="T109" fmla="*/ 691 h 695"/>
              <a:gd name="T110" fmla="*/ 694 w 695"/>
              <a:gd name="T111" fmla="*/ 687 h 695"/>
              <a:gd name="T112" fmla="*/ 695 w 695"/>
              <a:gd name="T113" fmla="*/ 683 h 695"/>
              <a:gd name="T114" fmla="*/ 695 w 695"/>
              <a:gd name="T115" fmla="*/ 11 h 695"/>
              <a:gd name="T116" fmla="*/ 694 w 695"/>
              <a:gd name="T117" fmla="*/ 7 h 695"/>
              <a:gd name="T118" fmla="*/ 692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526" y="362"/>
                </a:moveTo>
                <a:lnTo>
                  <a:pt x="359" y="362"/>
                </a:lnTo>
                <a:lnTo>
                  <a:pt x="359" y="531"/>
                </a:lnTo>
                <a:lnTo>
                  <a:pt x="359" y="537"/>
                </a:lnTo>
                <a:lnTo>
                  <a:pt x="356" y="540"/>
                </a:lnTo>
                <a:lnTo>
                  <a:pt x="353" y="542"/>
                </a:lnTo>
                <a:lnTo>
                  <a:pt x="348" y="543"/>
                </a:lnTo>
                <a:lnTo>
                  <a:pt x="343" y="542"/>
                </a:lnTo>
                <a:lnTo>
                  <a:pt x="339" y="540"/>
                </a:lnTo>
                <a:lnTo>
                  <a:pt x="337" y="537"/>
                </a:lnTo>
                <a:lnTo>
                  <a:pt x="336" y="531"/>
                </a:lnTo>
                <a:lnTo>
                  <a:pt x="336" y="362"/>
                </a:lnTo>
                <a:lnTo>
                  <a:pt x="164" y="362"/>
                </a:lnTo>
                <a:lnTo>
                  <a:pt x="158" y="361"/>
                </a:lnTo>
                <a:lnTo>
                  <a:pt x="155" y="359"/>
                </a:lnTo>
                <a:lnTo>
                  <a:pt x="153" y="356"/>
                </a:lnTo>
                <a:lnTo>
                  <a:pt x="152" y="350"/>
                </a:lnTo>
                <a:lnTo>
                  <a:pt x="153" y="346"/>
                </a:lnTo>
                <a:lnTo>
                  <a:pt x="155" y="342"/>
                </a:lnTo>
                <a:lnTo>
                  <a:pt x="158" y="339"/>
                </a:lnTo>
                <a:lnTo>
                  <a:pt x="164" y="339"/>
                </a:lnTo>
                <a:lnTo>
                  <a:pt x="336" y="339"/>
                </a:lnTo>
                <a:lnTo>
                  <a:pt x="336" y="170"/>
                </a:lnTo>
                <a:lnTo>
                  <a:pt x="337" y="165"/>
                </a:lnTo>
                <a:lnTo>
                  <a:pt x="339" y="161"/>
                </a:lnTo>
                <a:lnTo>
                  <a:pt x="343" y="159"/>
                </a:lnTo>
                <a:lnTo>
                  <a:pt x="348" y="158"/>
                </a:lnTo>
                <a:lnTo>
                  <a:pt x="353" y="159"/>
                </a:lnTo>
                <a:lnTo>
                  <a:pt x="356" y="161"/>
                </a:lnTo>
                <a:lnTo>
                  <a:pt x="359" y="165"/>
                </a:lnTo>
                <a:lnTo>
                  <a:pt x="359" y="170"/>
                </a:lnTo>
                <a:lnTo>
                  <a:pt x="359" y="339"/>
                </a:lnTo>
                <a:lnTo>
                  <a:pt x="526" y="339"/>
                </a:lnTo>
                <a:lnTo>
                  <a:pt x="530" y="339"/>
                </a:lnTo>
                <a:lnTo>
                  <a:pt x="535" y="342"/>
                </a:lnTo>
                <a:lnTo>
                  <a:pt x="537" y="346"/>
                </a:lnTo>
                <a:lnTo>
                  <a:pt x="538" y="350"/>
                </a:lnTo>
                <a:lnTo>
                  <a:pt x="537" y="356"/>
                </a:lnTo>
                <a:lnTo>
                  <a:pt x="535" y="359"/>
                </a:lnTo>
                <a:lnTo>
                  <a:pt x="530" y="361"/>
                </a:lnTo>
                <a:lnTo>
                  <a:pt x="526" y="362"/>
                </a:lnTo>
                <a:close/>
                <a:moveTo>
                  <a:pt x="683" y="0"/>
                </a:moveTo>
                <a:lnTo>
                  <a:pt x="12" y="0"/>
                </a:lnTo>
                <a:lnTo>
                  <a:pt x="8" y="1"/>
                </a:lnTo>
                <a:lnTo>
                  <a:pt x="4" y="3"/>
                </a:lnTo>
                <a:lnTo>
                  <a:pt x="1" y="7"/>
                </a:lnTo>
                <a:lnTo>
                  <a:pt x="0" y="11"/>
                </a:lnTo>
                <a:lnTo>
                  <a:pt x="0" y="683"/>
                </a:lnTo>
                <a:lnTo>
                  <a:pt x="1" y="687"/>
                </a:lnTo>
                <a:lnTo>
                  <a:pt x="4" y="691"/>
                </a:lnTo>
                <a:lnTo>
                  <a:pt x="8" y="694"/>
                </a:lnTo>
                <a:lnTo>
                  <a:pt x="12" y="695"/>
                </a:lnTo>
                <a:lnTo>
                  <a:pt x="683" y="695"/>
                </a:lnTo>
                <a:lnTo>
                  <a:pt x="688" y="694"/>
                </a:lnTo>
                <a:lnTo>
                  <a:pt x="692" y="691"/>
                </a:lnTo>
                <a:lnTo>
                  <a:pt x="694" y="687"/>
                </a:lnTo>
                <a:lnTo>
                  <a:pt x="695" y="683"/>
                </a:lnTo>
                <a:lnTo>
                  <a:pt x="695" y="11"/>
                </a:lnTo>
                <a:lnTo>
                  <a:pt x="694" y="7"/>
                </a:lnTo>
                <a:lnTo>
                  <a:pt x="692"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03" name="Freeform 1837">
            <a:extLst>
              <a:ext uri="{FF2B5EF4-FFF2-40B4-BE49-F238E27FC236}">
                <a16:creationId xmlns:a16="http://schemas.microsoft.com/office/drawing/2014/main" id="{AEE0D737-B4C4-431A-89BA-171AB180992D}"/>
              </a:ext>
            </a:extLst>
          </p:cNvPr>
          <p:cNvSpPr>
            <a:spLocks noEditPoints="1"/>
          </p:cNvSpPr>
          <p:nvPr/>
        </p:nvSpPr>
        <p:spPr bwMode="auto">
          <a:xfrm>
            <a:off x="9900044" y="5735010"/>
            <a:ext cx="274638" cy="276225"/>
          </a:xfrm>
          <a:custGeom>
            <a:avLst/>
            <a:gdLst>
              <a:gd name="T0" fmla="*/ 526 w 695"/>
              <a:gd name="T1" fmla="*/ 362 h 695"/>
              <a:gd name="T2" fmla="*/ 359 w 695"/>
              <a:gd name="T3" fmla="*/ 362 h 695"/>
              <a:gd name="T4" fmla="*/ 359 w 695"/>
              <a:gd name="T5" fmla="*/ 531 h 695"/>
              <a:gd name="T6" fmla="*/ 359 w 695"/>
              <a:gd name="T7" fmla="*/ 537 h 695"/>
              <a:gd name="T8" fmla="*/ 356 w 695"/>
              <a:gd name="T9" fmla="*/ 540 h 695"/>
              <a:gd name="T10" fmla="*/ 353 w 695"/>
              <a:gd name="T11" fmla="*/ 542 h 695"/>
              <a:gd name="T12" fmla="*/ 348 w 695"/>
              <a:gd name="T13" fmla="*/ 543 h 695"/>
              <a:gd name="T14" fmla="*/ 343 w 695"/>
              <a:gd name="T15" fmla="*/ 542 h 695"/>
              <a:gd name="T16" fmla="*/ 339 w 695"/>
              <a:gd name="T17" fmla="*/ 540 h 695"/>
              <a:gd name="T18" fmla="*/ 337 w 695"/>
              <a:gd name="T19" fmla="*/ 537 h 695"/>
              <a:gd name="T20" fmla="*/ 336 w 695"/>
              <a:gd name="T21" fmla="*/ 531 h 695"/>
              <a:gd name="T22" fmla="*/ 336 w 695"/>
              <a:gd name="T23" fmla="*/ 362 h 695"/>
              <a:gd name="T24" fmla="*/ 164 w 695"/>
              <a:gd name="T25" fmla="*/ 362 h 695"/>
              <a:gd name="T26" fmla="*/ 158 w 695"/>
              <a:gd name="T27" fmla="*/ 361 h 695"/>
              <a:gd name="T28" fmla="*/ 155 w 695"/>
              <a:gd name="T29" fmla="*/ 359 h 695"/>
              <a:gd name="T30" fmla="*/ 153 w 695"/>
              <a:gd name="T31" fmla="*/ 356 h 695"/>
              <a:gd name="T32" fmla="*/ 152 w 695"/>
              <a:gd name="T33" fmla="*/ 350 h 695"/>
              <a:gd name="T34" fmla="*/ 153 w 695"/>
              <a:gd name="T35" fmla="*/ 346 h 695"/>
              <a:gd name="T36" fmla="*/ 155 w 695"/>
              <a:gd name="T37" fmla="*/ 342 h 695"/>
              <a:gd name="T38" fmla="*/ 158 w 695"/>
              <a:gd name="T39" fmla="*/ 339 h 695"/>
              <a:gd name="T40" fmla="*/ 164 w 695"/>
              <a:gd name="T41" fmla="*/ 339 h 695"/>
              <a:gd name="T42" fmla="*/ 336 w 695"/>
              <a:gd name="T43" fmla="*/ 339 h 695"/>
              <a:gd name="T44" fmla="*/ 336 w 695"/>
              <a:gd name="T45" fmla="*/ 170 h 695"/>
              <a:gd name="T46" fmla="*/ 337 w 695"/>
              <a:gd name="T47" fmla="*/ 165 h 695"/>
              <a:gd name="T48" fmla="*/ 339 w 695"/>
              <a:gd name="T49" fmla="*/ 161 h 695"/>
              <a:gd name="T50" fmla="*/ 343 w 695"/>
              <a:gd name="T51" fmla="*/ 159 h 695"/>
              <a:gd name="T52" fmla="*/ 348 w 695"/>
              <a:gd name="T53" fmla="*/ 158 h 695"/>
              <a:gd name="T54" fmla="*/ 353 w 695"/>
              <a:gd name="T55" fmla="*/ 159 h 695"/>
              <a:gd name="T56" fmla="*/ 356 w 695"/>
              <a:gd name="T57" fmla="*/ 161 h 695"/>
              <a:gd name="T58" fmla="*/ 359 w 695"/>
              <a:gd name="T59" fmla="*/ 165 h 695"/>
              <a:gd name="T60" fmla="*/ 359 w 695"/>
              <a:gd name="T61" fmla="*/ 170 h 695"/>
              <a:gd name="T62" fmla="*/ 359 w 695"/>
              <a:gd name="T63" fmla="*/ 339 h 695"/>
              <a:gd name="T64" fmla="*/ 526 w 695"/>
              <a:gd name="T65" fmla="*/ 339 h 695"/>
              <a:gd name="T66" fmla="*/ 530 w 695"/>
              <a:gd name="T67" fmla="*/ 339 h 695"/>
              <a:gd name="T68" fmla="*/ 535 w 695"/>
              <a:gd name="T69" fmla="*/ 342 h 695"/>
              <a:gd name="T70" fmla="*/ 537 w 695"/>
              <a:gd name="T71" fmla="*/ 346 h 695"/>
              <a:gd name="T72" fmla="*/ 538 w 695"/>
              <a:gd name="T73" fmla="*/ 350 h 695"/>
              <a:gd name="T74" fmla="*/ 537 w 695"/>
              <a:gd name="T75" fmla="*/ 356 h 695"/>
              <a:gd name="T76" fmla="*/ 535 w 695"/>
              <a:gd name="T77" fmla="*/ 359 h 695"/>
              <a:gd name="T78" fmla="*/ 530 w 695"/>
              <a:gd name="T79" fmla="*/ 361 h 695"/>
              <a:gd name="T80" fmla="*/ 526 w 695"/>
              <a:gd name="T81" fmla="*/ 362 h 695"/>
              <a:gd name="T82" fmla="*/ 683 w 695"/>
              <a:gd name="T83" fmla="*/ 0 h 695"/>
              <a:gd name="T84" fmla="*/ 12 w 695"/>
              <a:gd name="T85" fmla="*/ 0 h 695"/>
              <a:gd name="T86" fmla="*/ 8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8 w 695"/>
              <a:gd name="T101" fmla="*/ 694 h 695"/>
              <a:gd name="T102" fmla="*/ 12 w 695"/>
              <a:gd name="T103" fmla="*/ 695 h 695"/>
              <a:gd name="T104" fmla="*/ 683 w 695"/>
              <a:gd name="T105" fmla="*/ 695 h 695"/>
              <a:gd name="T106" fmla="*/ 688 w 695"/>
              <a:gd name="T107" fmla="*/ 694 h 695"/>
              <a:gd name="T108" fmla="*/ 692 w 695"/>
              <a:gd name="T109" fmla="*/ 691 h 695"/>
              <a:gd name="T110" fmla="*/ 694 w 695"/>
              <a:gd name="T111" fmla="*/ 687 h 695"/>
              <a:gd name="T112" fmla="*/ 695 w 695"/>
              <a:gd name="T113" fmla="*/ 683 h 695"/>
              <a:gd name="T114" fmla="*/ 695 w 695"/>
              <a:gd name="T115" fmla="*/ 11 h 695"/>
              <a:gd name="T116" fmla="*/ 694 w 695"/>
              <a:gd name="T117" fmla="*/ 7 h 695"/>
              <a:gd name="T118" fmla="*/ 692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526" y="362"/>
                </a:moveTo>
                <a:lnTo>
                  <a:pt x="359" y="362"/>
                </a:lnTo>
                <a:lnTo>
                  <a:pt x="359" y="531"/>
                </a:lnTo>
                <a:lnTo>
                  <a:pt x="359" y="537"/>
                </a:lnTo>
                <a:lnTo>
                  <a:pt x="356" y="540"/>
                </a:lnTo>
                <a:lnTo>
                  <a:pt x="353" y="542"/>
                </a:lnTo>
                <a:lnTo>
                  <a:pt x="348" y="543"/>
                </a:lnTo>
                <a:lnTo>
                  <a:pt x="343" y="542"/>
                </a:lnTo>
                <a:lnTo>
                  <a:pt x="339" y="540"/>
                </a:lnTo>
                <a:lnTo>
                  <a:pt x="337" y="537"/>
                </a:lnTo>
                <a:lnTo>
                  <a:pt x="336" y="531"/>
                </a:lnTo>
                <a:lnTo>
                  <a:pt x="336" y="362"/>
                </a:lnTo>
                <a:lnTo>
                  <a:pt x="164" y="362"/>
                </a:lnTo>
                <a:lnTo>
                  <a:pt x="158" y="361"/>
                </a:lnTo>
                <a:lnTo>
                  <a:pt x="155" y="359"/>
                </a:lnTo>
                <a:lnTo>
                  <a:pt x="153" y="356"/>
                </a:lnTo>
                <a:lnTo>
                  <a:pt x="152" y="350"/>
                </a:lnTo>
                <a:lnTo>
                  <a:pt x="153" y="346"/>
                </a:lnTo>
                <a:lnTo>
                  <a:pt x="155" y="342"/>
                </a:lnTo>
                <a:lnTo>
                  <a:pt x="158" y="339"/>
                </a:lnTo>
                <a:lnTo>
                  <a:pt x="164" y="339"/>
                </a:lnTo>
                <a:lnTo>
                  <a:pt x="336" y="339"/>
                </a:lnTo>
                <a:lnTo>
                  <a:pt x="336" y="170"/>
                </a:lnTo>
                <a:lnTo>
                  <a:pt x="337" y="165"/>
                </a:lnTo>
                <a:lnTo>
                  <a:pt x="339" y="161"/>
                </a:lnTo>
                <a:lnTo>
                  <a:pt x="343" y="159"/>
                </a:lnTo>
                <a:lnTo>
                  <a:pt x="348" y="158"/>
                </a:lnTo>
                <a:lnTo>
                  <a:pt x="353" y="159"/>
                </a:lnTo>
                <a:lnTo>
                  <a:pt x="356" y="161"/>
                </a:lnTo>
                <a:lnTo>
                  <a:pt x="359" y="165"/>
                </a:lnTo>
                <a:lnTo>
                  <a:pt x="359" y="170"/>
                </a:lnTo>
                <a:lnTo>
                  <a:pt x="359" y="339"/>
                </a:lnTo>
                <a:lnTo>
                  <a:pt x="526" y="339"/>
                </a:lnTo>
                <a:lnTo>
                  <a:pt x="530" y="339"/>
                </a:lnTo>
                <a:lnTo>
                  <a:pt x="535" y="342"/>
                </a:lnTo>
                <a:lnTo>
                  <a:pt x="537" y="346"/>
                </a:lnTo>
                <a:lnTo>
                  <a:pt x="538" y="350"/>
                </a:lnTo>
                <a:lnTo>
                  <a:pt x="537" y="356"/>
                </a:lnTo>
                <a:lnTo>
                  <a:pt x="535" y="359"/>
                </a:lnTo>
                <a:lnTo>
                  <a:pt x="530" y="361"/>
                </a:lnTo>
                <a:lnTo>
                  <a:pt x="526" y="362"/>
                </a:lnTo>
                <a:close/>
                <a:moveTo>
                  <a:pt x="683" y="0"/>
                </a:moveTo>
                <a:lnTo>
                  <a:pt x="12" y="0"/>
                </a:lnTo>
                <a:lnTo>
                  <a:pt x="8" y="1"/>
                </a:lnTo>
                <a:lnTo>
                  <a:pt x="4" y="3"/>
                </a:lnTo>
                <a:lnTo>
                  <a:pt x="1" y="7"/>
                </a:lnTo>
                <a:lnTo>
                  <a:pt x="0" y="11"/>
                </a:lnTo>
                <a:lnTo>
                  <a:pt x="0" y="683"/>
                </a:lnTo>
                <a:lnTo>
                  <a:pt x="1" y="687"/>
                </a:lnTo>
                <a:lnTo>
                  <a:pt x="4" y="691"/>
                </a:lnTo>
                <a:lnTo>
                  <a:pt x="8" y="694"/>
                </a:lnTo>
                <a:lnTo>
                  <a:pt x="12" y="695"/>
                </a:lnTo>
                <a:lnTo>
                  <a:pt x="683" y="695"/>
                </a:lnTo>
                <a:lnTo>
                  <a:pt x="688" y="694"/>
                </a:lnTo>
                <a:lnTo>
                  <a:pt x="692" y="691"/>
                </a:lnTo>
                <a:lnTo>
                  <a:pt x="694" y="687"/>
                </a:lnTo>
                <a:lnTo>
                  <a:pt x="695" y="683"/>
                </a:lnTo>
                <a:lnTo>
                  <a:pt x="695" y="11"/>
                </a:lnTo>
                <a:lnTo>
                  <a:pt x="694" y="7"/>
                </a:lnTo>
                <a:lnTo>
                  <a:pt x="692"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104" name="Freeform 1839">
            <a:extLst>
              <a:ext uri="{FF2B5EF4-FFF2-40B4-BE49-F238E27FC236}">
                <a16:creationId xmlns:a16="http://schemas.microsoft.com/office/drawing/2014/main" id="{70C6BB39-7B98-45E4-8485-86565BA7D4A2}"/>
              </a:ext>
            </a:extLst>
          </p:cNvPr>
          <p:cNvSpPr>
            <a:spLocks noEditPoints="1"/>
          </p:cNvSpPr>
          <p:nvPr/>
        </p:nvSpPr>
        <p:spPr bwMode="auto">
          <a:xfrm>
            <a:off x="11058919" y="5251729"/>
            <a:ext cx="276225" cy="276225"/>
          </a:xfrm>
          <a:custGeom>
            <a:avLst/>
            <a:gdLst>
              <a:gd name="T0" fmla="*/ 488 w 695"/>
              <a:gd name="T1" fmla="*/ 471 h 695"/>
              <a:gd name="T2" fmla="*/ 490 w 695"/>
              <a:gd name="T3" fmla="*/ 475 h 695"/>
              <a:gd name="T4" fmla="*/ 491 w 695"/>
              <a:gd name="T5" fmla="*/ 479 h 695"/>
              <a:gd name="T6" fmla="*/ 490 w 695"/>
              <a:gd name="T7" fmla="*/ 484 h 695"/>
              <a:gd name="T8" fmla="*/ 488 w 695"/>
              <a:gd name="T9" fmla="*/ 487 h 695"/>
              <a:gd name="T10" fmla="*/ 483 w 695"/>
              <a:gd name="T11" fmla="*/ 490 h 695"/>
              <a:gd name="T12" fmla="*/ 479 w 695"/>
              <a:gd name="T13" fmla="*/ 490 h 695"/>
              <a:gd name="T14" fmla="*/ 475 w 695"/>
              <a:gd name="T15" fmla="*/ 490 h 695"/>
              <a:gd name="T16" fmla="*/ 471 w 695"/>
              <a:gd name="T17" fmla="*/ 487 h 695"/>
              <a:gd name="T18" fmla="*/ 348 w 695"/>
              <a:gd name="T19" fmla="*/ 365 h 695"/>
              <a:gd name="T20" fmla="*/ 225 w 695"/>
              <a:gd name="T21" fmla="*/ 487 h 695"/>
              <a:gd name="T22" fmla="*/ 221 w 695"/>
              <a:gd name="T23" fmla="*/ 490 h 695"/>
              <a:gd name="T24" fmla="*/ 216 w 695"/>
              <a:gd name="T25" fmla="*/ 490 h 695"/>
              <a:gd name="T26" fmla="*/ 212 w 695"/>
              <a:gd name="T27" fmla="*/ 490 h 695"/>
              <a:gd name="T28" fmla="*/ 207 w 695"/>
              <a:gd name="T29" fmla="*/ 487 h 695"/>
              <a:gd name="T30" fmla="*/ 205 w 695"/>
              <a:gd name="T31" fmla="*/ 483 h 695"/>
              <a:gd name="T32" fmla="*/ 204 w 695"/>
              <a:gd name="T33" fmla="*/ 478 h 695"/>
              <a:gd name="T34" fmla="*/ 205 w 695"/>
              <a:gd name="T35" fmla="*/ 474 h 695"/>
              <a:gd name="T36" fmla="*/ 207 w 695"/>
              <a:gd name="T37" fmla="*/ 471 h 695"/>
              <a:gd name="T38" fmla="*/ 331 w 695"/>
              <a:gd name="T39" fmla="*/ 347 h 695"/>
              <a:gd name="T40" fmla="*/ 207 w 695"/>
              <a:gd name="T41" fmla="*/ 223 h 695"/>
              <a:gd name="T42" fmla="*/ 205 w 695"/>
              <a:gd name="T43" fmla="*/ 220 h 695"/>
              <a:gd name="T44" fmla="*/ 204 w 695"/>
              <a:gd name="T45" fmla="*/ 215 h 695"/>
              <a:gd name="T46" fmla="*/ 205 w 695"/>
              <a:gd name="T47" fmla="*/ 211 h 695"/>
              <a:gd name="T48" fmla="*/ 207 w 695"/>
              <a:gd name="T49" fmla="*/ 207 h 695"/>
              <a:gd name="T50" fmla="*/ 212 w 695"/>
              <a:gd name="T51" fmla="*/ 204 h 695"/>
              <a:gd name="T52" fmla="*/ 216 w 695"/>
              <a:gd name="T53" fmla="*/ 203 h 695"/>
              <a:gd name="T54" fmla="*/ 221 w 695"/>
              <a:gd name="T55" fmla="*/ 204 h 695"/>
              <a:gd name="T56" fmla="*/ 224 w 695"/>
              <a:gd name="T57" fmla="*/ 207 h 695"/>
              <a:gd name="T58" fmla="*/ 348 w 695"/>
              <a:gd name="T59" fmla="*/ 330 h 695"/>
              <a:gd name="T60" fmla="*/ 471 w 695"/>
              <a:gd name="T61" fmla="*/ 207 h 695"/>
              <a:gd name="T62" fmla="*/ 475 w 695"/>
              <a:gd name="T63" fmla="*/ 204 h 695"/>
              <a:gd name="T64" fmla="*/ 479 w 695"/>
              <a:gd name="T65" fmla="*/ 203 h 695"/>
              <a:gd name="T66" fmla="*/ 483 w 695"/>
              <a:gd name="T67" fmla="*/ 204 h 695"/>
              <a:gd name="T68" fmla="*/ 488 w 695"/>
              <a:gd name="T69" fmla="*/ 207 h 695"/>
              <a:gd name="T70" fmla="*/ 490 w 695"/>
              <a:gd name="T71" fmla="*/ 211 h 695"/>
              <a:gd name="T72" fmla="*/ 491 w 695"/>
              <a:gd name="T73" fmla="*/ 215 h 695"/>
              <a:gd name="T74" fmla="*/ 490 w 695"/>
              <a:gd name="T75" fmla="*/ 220 h 695"/>
              <a:gd name="T76" fmla="*/ 488 w 695"/>
              <a:gd name="T77" fmla="*/ 223 h 695"/>
              <a:gd name="T78" fmla="*/ 364 w 695"/>
              <a:gd name="T79" fmla="*/ 347 h 695"/>
              <a:gd name="T80" fmla="*/ 488 w 695"/>
              <a:gd name="T81" fmla="*/ 471 h 695"/>
              <a:gd name="T82" fmla="*/ 683 w 695"/>
              <a:gd name="T83" fmla="*/ 0 h 695"/>
              <a:gd name="T84" fmla="*/ 12 w 695"/>
              <a:gd name="T85" fmla="*/ 0 h 695"/>
              <a:gd name="T86" fmla="*/ 7 w 695"/>
              <a:gd name="T87" fmla="*/ 1 h 695"/>
              <a:gd name="T88" fmla="*/ 4 w 695"/>
              <a:gd name="T89" fmla="*/ 3 h 695"/>
              <a:gd name="T90" fmla="*/ 1 w 695"/>
              <a:gd name="T91" fmla="*/ 7 h 695"/>
              <a:gd name="T92" fmla="*/ 0 w 695"/>
              <a:gd name="T93" fmla="*/ 11 h 695"/>
              <a:gd name="T94" fmla="*/ 0 w 695"/>
              <a:gd name="T95" fmla="*/ 683 h 695"/>
              <a:gd name="T96" fmla="*/ 1 w 695"/>
              <a:gd name="T97" fmla="*/ 687 h 695"/>
              <a:gd name="T98" fmla="*/ 4 w 695"/>
              <a:gd name="T99" fmla="*/ 691 h 695"/>
              <a:gd name="T100" fmla="*/ 7 w 695"/>
              <a:gd name="T101" fmla="*/ 694 h 695"/>
              <a:gd name="T102" fmla="*/ 12 w 695"/>
              <a:gd name="T103" fmla="*/ 695 h 695"/>
              <a:gd name="T104" fmla="*/ 683 w 695"/>
              <a:gd name="T105" fmla="*/ 695 h 695"/>
              <a:gd name="T106" fmla="*/ 688 w 695"/>
              <a:gd name="T107" fmla="*/ 694 h 695"/>
              <a:gd name="T108" fmla="*/ 691 w 695"/>
              <a:gd name="T109" fmla="*/ 691 h 695"/>
              <a:gd name="T110" fmla="*/ 694 w 695"/>
              <a:gd name="T111" fmla="*/ 687 h 695"/>
              <a:gd name="T112" fmla="*/ 695 w 695"/>
              <a:gd name="T113" fmla="*/ 683 h 695"/>
              <a:gd name="T114" fmla="*/ 695 w 695"/>
              <a:gd name="T115" fmla="*/ 11 h 695"/>
              <a:gd name="T116" fmla="*/ 694 w 695"/>
              <a:gd name="T117" fmla="*/ 7 h 695"/>
              <a:gd name="T118" fmla="*/ 691 w 695"/>
              <a:gd name="T119" fmla="*/ 3 h 695"/>
              <a:gd name="T120" fmla="*/ 688 w 695"/>
              <a:gd name="T121" fmla="*/ 1 h 695"/>
              <a:gd name="T122" fmla="*/ 683 w 695"/>
              <a:gd name="T123"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5" h="695">
                <a:moveTo>
                  <a:pt x="488" y="471"/>
                </a:moveTo>
                <a:lnTo>
                  <a:pt x="490" y="475"/>
                </a:lnTo>
                <a:lnTo>
                  <a:pt x="491" y="479"/>
                </a:lnTo>
                <a:lnTo>
                  <a:pt x="490" y="484"/>
                </a:lnTo>
                <a:lnTo>
                  <a:pt x="488" y="487"/>
                </a:lnTo>
                <a:lnTo>
                  <a:pt x="483" y="490"/>
                </a:lnTo>
                <a:lnTo>
                  <a:pt x="479" y="490"/>
                </a:lnTo>
                <a:lnTo>
                  <a:pt x="475" y="490"/>
                </a:lnTo>
                <a:lnTo>
                  <a:pt x="471" y="487"/>
                </a:lnTo>
                <a:lnTo>
                  <a:pt x="348" y="365"/>
                </a:lnTo>
                <a:lnTo>
                  <a:pt x="225" y="487"/>
                </a:lnTo>
                <a:lnTo>
                  <a:pt x="221" y="490"/>
                </a:lnTo>
                <a:lnTo>
                  <a:pt x="216" y="490"/>
                </a:lnTo>
                <a:lnTo>
                  <a:pt x="212" y="490"/>
                </a:lnTo>
                <a:lnTo>
                  <a:pt x="207" y="487"/>
                </a:lnTo>
                <a:lnTo>
                  <a:pt x="205" y="483"/>
                </a:lnTo>
                <a:lnTo>
                  <a:pt x="204" y="478"/>
                </a:lnTo>
                <a:lnTo>
                  <a:pt x="205" y="474"/>
                </a:lnTo>
                <a:lnTo>
                  <a:pt x="207" y="471"/>
                </a:lnTo>
                <a:lnTo>
                  <a:pt x="331" y="347"/>
                </a:lnTo>
                <a:lnTo>
                  <a:pt x="207" y="223"/>
                </a:lnTo>
                <a:lnTo>
                  <a:pt x="205" y="220"/>
                </a:lnTo>
                <a:lnTo>
                  <a:pt x="204" y="215"/>
                </a:lnTo>
                <a:lnTo>
                  <a:pt x="205" y="211"/>
                </a:lnTo>
                <a:lnTo>
                  <a:pt x="207" y="207"/>
                </a:lnTo>
                <a:lnTo>
                  <a:pt x="212" y="204"/>
                </a:lnTo>
                <a:lnTo>
                  <a:pt x="216" y="203"/>
                </a:lnTo>
                <a:lnTo>
                  <a:pt x="221" y="204"/>
                </a:lnTo>
                <a:lnTo>
                  <a:pt x="224" y="207"/>
                </a:lnTo>
                <a:lnTo>
                  <a:pt x="348" y="330"/>
                </a:lnTo>
                <a:lnTo>
                  <a:pt x="471" y="207"/>
                </a:lnTo>
                <a:lnTo>
                  <a:pt x="475" y="204"/>
                </a:lnTo>
                <a:lnTo>
                  <a:pt x="479" y="203"/>
                </a:lnTo>
                <a:lnTo>
                  <a:pt x="483" y="204"/>
                </a:lnTo>
                <a:lnTo>
                  <a:pt x="488" y="207"/>
                </a:lnTo>
                <a:lnTo>
                  <a:pt x="490" y="211"/>
                </a:lnTo>
                <a:lnTo>
                  <a:pt x="491" y="215"/>
                </a:lnTo>
                <a:lnTo>
                  <a:pt x="490" y="220"/>
                </a:lnTo>
                <a:lnTo>
                  <a:pt x="488" y="223"/>
                </a:lnTo>
                <a:lnTo>
                  <a:pt x="364" y="347"/>
                </a:lnTo>
                <a:lnTo>
                  <a:pt x="488" y="471"/>
                </a:lnTo>
                <a:close/>
                <a:moveTo>
                  <a:pt x="683" y="0"/>
                </a:moveTo>
                <a:lnTo>
                  <a:pt x="12" y="0"/>
                </a:lnTo>
                <a:lnTo>
                  <a:pt x="7" y="1"/>
                </a:lnTo>
                <a:lnTo>
                  <a:pt x="4" y="3"/>
                </a:lnTo>
                <a:lnTo>
                  <a:pt x="1" y="7"/>
                </a:lnTo>
                <a:lnTo>
                  <a:pt x="0" y="11"/>
                </a:lnTo>
                <a:lnTo>
                  <a:pt x="0" y="683"/>
                </a:lnTo>
                <a:lnTo>
                  <a:pt x="1" y="687"/>
                </a:lnTo>
                <a:lnTo>
                  <a:pt x="4" y="691"/>
                </a:lnTo>
                <a:lnTo>
                  <a:pt x="7" y="694"/>
                </a:lnTo>
                <a:lnTo>
                  <a:pt x="12" y="695"/>
                </a:lnTo>
                <a:lnTo>
                  <a:pt x="683" y="695"/>
                </a:lnTo>
                <a:lnTo>
                  <a:pt x="688" y="694"/>
                </a:lnTo>
                <a:lnTo>
                  <a:pt x="691" y="691"/>
                </a:lnTo>
                <a:lnTo>
                  <a:pt x="694" y="687"/>
                </a:lnTo>
                <a:lnTo>
                  <a:pt x="695" y="683"/>
                </a:lnTo>
                <a:lnTo>
                  <a:pt x="695" y="11"/>
                </a:lnTo>
                <a:lnTo>
                  <a:pt x="694" y="7"/>
                </a:lnTo>
                <a:lnTo>
                  <a:pt x="691" y="3"/>
                </a:lnTo>
                <a:lnTo>
                  <a:pt x="688" y="1"/>
                </a:lnTo>
                <a:lnTo>
                  <a:pt x="683" y="0"/>
                </a:lnTo>
                <a:close/>
              </a:path>
            </a:pathLst>
          </a:custGeom>
          <a:solidFill>
            <a:srgbClr val="62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Tree>
    <p:extLst>
      <p:ext uri="{BB962C8B-B14F-4D97-AF65-F5344CB8AC3E}">
        <p14:creationId xmlns:p14="http://schemas.microsoft.com/office/powerpoint/2010/main" val="354318311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Creative Risk Matrix Slide Template</a:t>
            </a:r>
          </a:p>
        </p:txBody>
      </p:sp>
      <p:sp>
        <p:nvSpPr>
          <p:cNvPr id="9" name="Left-Up Arrow 8"/>
          <p:cNvSpPr/>
          <p:nvPr/>
        </p:nvSpPr>
        <p:spPr>
          <a:xfrm flipH="1">
            <a:off x="1981198" y="1415922"/>
            <a:ext cx="8610597" cy="4844147"/>
          </a:xfrm>
          <a:prstGeom prst="leftUpArrow">
            <a:avLst>
              <a:gd name="adj1" fmla="val 2929"/>
              <a:gd name="adj2" fmla="val 3466"/>
              <a:gd name="adj3" fmla="val 4612"/>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17" name="TextBox 16"/>
          <p:cNvSpPr txBox="1"/>
          <p:nvPr/>
        </p:nvSpPr>
        <p:spPr>
          <a:xfrm>
            <a:off x="3429001" y="6230141"/>
            <a:ext cx="646011" cy="338554"/>
          </a:xfrm>
          <a:prstGeom prst="rect">
            <a:avLst/>
          </a:prstGeom>
          <a:noFill/>
        </p:spPr>
        <p:txBody>
          <a:bodyPr wrap="none" rtlCol="0">
            <a:sp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LOW</a:t>
            </a:r>
          </a:p>
        </p:txBody>
      </p:sp>
      <p:sp>
        <p:nvSpPr>
          <p:cNvPr id="18" name="TextBox 17"/>
          <p:cNvSpPr txBox="1"/>
          <p:nvPr/>
        </p:nvSpPr>
        <p:spPr>
          <a:xfrm>
            <a:off x="1257444" y="2029246"/>
            <a:ext cx="710451" cy="338554"/>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HIGH</a:t>
            </a:r>
          </a:p>
        </p:txBody>
      </p:sp>
      <p:sp>
        <p:nvSpPr>
          <p:cNvPr id="45" name="TextBox 44"/>
          <p:cNvSpPr txBox="1"/>
          <p:nvPr/>
        </p:nvSpPr>
        <p:spPr>
          <a:xfrm>
            <a:off x="914400" y="3542335"/>
            <a:ext cx="1053494" cy="338554"/>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MEDIUM</a:t>
            </a:r>
          </a:p>
        </p:txBody>
      </p:sp>
      <p:sp>
        <p:nvSpPr>
          <p:cNvPr id="46" name="TextBox 45"/>
          <p:cNvSpPr txBox="1"/>
          <p:nvPr/>
        </p:nvSpPr>
        <p:spPr>
          <a:xfrm>
            <a:off x="1321884" y="5117716"/>
            <a:ext cx="646011" cy="338554"/>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LOW</a:t>
            </a:r>
          </a:p>
        </p:txBody>
      </p:sp>
      <p:sp>
        <p:nvSpPr>
          <p:cNvPr id="47" name="TextBox 46"/>
          <p:cNvSpPr txBox="1"/>
          <p:nvPr/>
        </p:nvSpPr>
        <p:spPr>
          <a:xfrm>
            <a:off x="5929337" y="6218314"/>
            <a:ext cx="1053494" cy="338554"/>
          </a:xfrm>
          <a:prstGeom prst="rect">
            <a:avLst/>
          </a:prstGeom>
          <a:noFill/>
        </p:spPr>
        <p:txBody>
          <a:bodyPr wrap="none" rtlCol="0">
            <a:sp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MEDIUM</a:t>
            </a:r>
          </a:p>
        </p:txBody>
      </p:sp>
      <p:sp>
        <p:nvSpPr>
          <p:cNvPr id="48" name="TextBox 47"/>
          <p:cNvSpPr txBox="1"/>
          <p:nvPr/>
        </p:nvSpPr>
        <p:spPr>
          <a:xfrm>
            <a:off x="8718133" y="6260068"/>
            <a:ext cx="710451" cy="338554"/>
          </a:xfrm>
          <a:prstGeom prst="rect">
            <a:avLst/>
          </a:prstGeom>
          <a:noFill/>
        </p:spPr>
        <p:txBody>
          <a:bodyPr wrap="none" rtlCol="0">
            <a:sp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HIGH</a:t>
            </a:r>
          </a:p>
        </p:txBody>
      </p:sp>
      <p:sp>
        <p:nvSpPr>
          <p:cNvPr id="42" name="Rounded Rectangle 41">
            <a:extLst>
              <a:ext uri="{FF2B5EF4-FFF2-40B4-BE49-F238E27FC236}">
                <a16:creationId xmlns:a16="http://schemas.microsoft.com/office/drawing/2014/main" id="{49119129-749F-634D-82AB-E2D042827354}"/>
              </a:ext>
            </a:extLst>
          </p:cNvPr>
          <p:cNvSpPr/>
          <p:nvPr/>
        </p:nvSpPr>
        <p:spPr>
          <a:xfrm>
            <a:off x="7775833" y="1315052"/>
            <a:ext cx="2543757" cy="1424843"/>
          </a:xfrm>
          <a:prstGeom prst="roundRect">
            <a:avLst>
              <a:gd name="adj" fmla="val 2067"/>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43" name="Rounded Rectangle 42">
            <a:extLst>
              <a:ext uri="{FF2B5EF4-FFF2-40B4-BE49-F238E27FC236}">
                <a16:creationId xmlns:a16="http://schemas.microsoft.com/office/drawing/2014/main" id="{7A399281-4BC8-EC4A-9DF2-F4B38446AD63}"/>
              </a:ext>
            </a:extLst>
          </p:cNvPr>
          <p:cNvSpPr/>
          <p:nvPr/>
        </p:nvSpPr>
        <p:spPr>
          <a:xfrm>
            <a:off x="7775833" y="2839052"/>
            <a:ext cx="2543757" cy="1424843"/>
          </a:xfrm>
          <a:prstGeom prst="roundRect">
            <a:avLst>
              <a:gd name="adj" fmla="val 2067"/>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44" name="Rounded Rectangle 43">
            <a:extLst>
              <a:ext uri="{FF2B5EF4-FFF2-40B4-BE49-F238E27FC236}">
                <a16:creationId xmlns:a16="http://schemas.microsoft.com/office/drawing/2014/main" id="{51973138-4547-DE41-9C4F-1FBF411CDA9E}"/>
              </a:ext>
            </a:extLst>
          </p:cNvPr>
          <p:cNvSpPr/>
          <p:nvPr/>
        </p:nvSpPr>
        <p:spPr>
          <a:xfrm>
            <a:off x="7775833" y="4363052"/>
            <a:ext cx="2543757" cy="1424843"/>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49" name="Rounded Rectangle 48">
            <a:extLst>
              <a:ext uri="{FF2B5EF4-FFF2-40B4-BE49-F238E27FC236}">
                <a16:creationId xmlns:a16="http://schemas.microsoft.com/office/drawing/2014/main" id="{E656389F-338A-764D-9BF9-82D00B02F099}"/>
              </a:ext>
            </a:extLst>
          </p:cNvPr>
          <p:cNvSpPr/>
          <p:nvPr/>
        </p:nvSpPr>
        <p:spPr>
          <a:xfrm>
            <a:off x="5128910" y="1315052"/>
            <a:ext cx="2543757" cy="1424843"/>
          </a:xfrm>
          <a:prstGeom prst="roundRect">
            <a:avLst>
              <a:gd name="adj" fmla="val 2067"/>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ounded Rectangle 49">
            <a:extLst>
              <a:ext uri="{FF2B5EF4-FFF2-40B4-BE49-F238E27FC236}">
                <a16:creationId xmlns:a16="http://schemas.microsoft.com/office/drawing/2014/main" id="{1F474E82-FB1F-BF4E-9B30-82AA083E0386}"/>
              </a:ext>
            </a:extLst>
          </p:cNvPr>
          <p:cNvSpPr/>
          <p:nvPr/>
        </p:nvSpPr>
        <p:spPr>
          <a:xfrm>
            <a:off x="5128910" y="2839052"/>
            <a:ext cx="2543757" cy="1424843"/>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1" name="Rounded Rectangle 50">
            <a:extLst>
              <a:ext uri="{FF2B5EF4-FFF2-40B4-BE49-F238E27FC236}">
                <a16:creationId xmlns:a16="http://schemas.microsoft.com/office/drawing/2014/main" id="{D697DEDD-E110-F54F-ABE2-6CD308E5FA77}"/>
              </a:ext>
            </a:extLst>
          </p:cNvPr>
          <p:cNvSpPr/>
          <p:nvPr/>
        </p:nvSpPr>
        <p:spPr>
          <a:xfrm>
            <a:off x="5128910" y="4363052"/>
            <a:ext cx="2543757" cy="1424843"/>
          </a:xfrm>
          <a:prstGeom prst="roundRect">
            <a:avLst>
              <a:gd name="adj" fmla="val 2067"/>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2" name="Rounded Rectangle 51">
            <a:extLst>
              <a:ext uri="{FF2B5EF4-FFF2-40B4-BE49-F238E27FC236}">
                <a16:creationId xmlns:a16="http://schemas.microsoft.com/office/drawing/2014/main" id="{661D020A-45CC-F140-B562-65C815321922}"/>
              </a:ext>
            </a:extLst>
          </p:cNvPr>
          <p:cNvSpPr/>
          <p:nvPr/>
        </p:nvSpPr>
        <p:spPr>
          <a:xfrm>
            <a:off x="2481986" y="1315052"/>
            <a:ext cx="2543757" cy="1424843"/>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3" name="Rounded Rectangle 52">
            <a:extLst>
              <a:ext uri="{FF2B5EF4-FFF2-40B4-BE49-F238E27FC236}">
                <a16:creationId xmlns:a16="http://schemas.microsoft.com/office/drawing/2014/main" id="{2B577550-3B63-9446-8DDB-33331429FAC8}"/>
              </a:ext>
            </a:extLst>
          </p:cNvPr>
          <p:cNvSpPr/>
          <p:nvPr/>
        </p:nvSpPr>
        <p:spPr>
          <a:xfrm>
            <a:off x="2481986" y="2839052"/>
            <a:ext cx="2543757" cy="1424843"/>
          </a:xfrm>
          <a:prstGeom prst="roundRect">
            <a:avLst>
              <a:gd name="adj" fmla="val 2067"/>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4" name="Rounded Rectangle 53">
            <a:extLst>
              <a:ext uri="{FF2B5EF4-FFF2-40B4-BE49-F238E27FC236}">
                <a16:creationId xmlns:a16="http://schemas.microsoft.com/office/drawing/2014/main" id="{260F8D35-D8FC-CE48-A5AA-041014579858}"/>
              </a:ext>
            </a:extLst>
          </p:cNvPr>
          <p:cNvSpPr/>
          <p:nvPr/>
        </p:nvSpPr>
        <p:spPr>
          <a:xfrm>
            <a:off x="2481986" y="4363052"/>
            <a:ext cx="2543757" cy="1424843"/>
          </a:xfrm>
          <a:prstGeom prst="roundRect">
            <a:avLst>
              <a:gd name="adj" fmla="val 2067"/>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6" name="TextBox 55">
            <a:extLst>
              <a:ext uri="{FF2B5EF4-FFF2-40B4-BE49-F238E27FC236}">
                <a16:creationId xmlns:a16="http://schemas.microsoft.com/office/drawing/2014/main" id="{D036E97C-00A7-834A-B16D-B1F6B5CA56CD}"/>
              </a:ext>
            </a:extLst>
          </p:cNvPr>
          <p:cNvSpPr txBox="1"/>
          <p:nvPr/>
        </p:nvSpPr>
        <p:spPr>
          <a:xfrm>
            <a:off x="5381790" y="1660865"/>
            <a:ext cx="2037994" cy="733214"/>
          </a:xfrm>
          <a:prstGeom prst="rect">
            <a:avLst/>
          </a:prstGeom>
          <a:noFill/>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Risk</a:t>
            </a:r>
          </a:p>
          <a:p>
            <a:pPr marL="0" marR="0" lvl="0" indent="0" algn="ctr" defTabSz="1218987"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Impact</a:t>
            </a:r>
          </a:p>
        </p:txBody>
      </p:sp>
      <p:sp>
        <p:nvSpPr>
          <p:cNvPr id="57" name="TextBox 56">
            <a:extLst>
              <a:ext uri="{FF2B5EF4-FFF2-40B4-BE49-F238E27FC236}">
                <a16:creationId xmlns:a16="http://schemas.microsoft.com/office/drawing/2014/main" id="{CC3B94C4-69FE-F440-A720-81DE8358D235}"/>
              </a:ext>
            </a:extLst>
          </p:cNvPr>
          <p:cNvSpPr txBox="1"/>
          <p:nvPr/>
        </p:nvSpPr>
        <p:spPr>
          <a:xfrm>
            <a:off x="8028713" y="1660865"/>
            <a:ext cx="2037994" cy="733214"/>
          </a:xfrm>
          <a:prstGeom prst="rect">
            <a:avLst/>
          </a:prstGeom>
          <a:noFill/>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Risk</a:t>
            </a:r>
          </a:p>
          <a:p>
            <a:pPr marL="0" marR="0" lvl="0" indent="0" algn="ctr" defTabSz="1218987"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Impact</a:t>
            </a:r>
          </a:p>
        </p:txBody>
      </p:sp>
      <p:sp>
        <p:nvSpPr>
          <p:cNvPr id="58" name="TextBox 57">
            <a:extLst>
              <a:ext uri="{FF2B5EF4-FFF2-40B4-BE49-F238E27FC236}">
                <a16:creationId xmlns:a16="http://schemas.microsoft.com/office/drawing/2014/main" id="{B11E5622-DB4C-D04E-A741-3EEDDCA9E663}"/>
              </a:ext>
            </a:extLst>
          </p:cNvPr>
          <p:cNvSpPr txBox="1"/>
          <p:nvPr/>
        </p:nvSpPr>
        <p:spPr>
          <a:xfrm>
            <a:off x="8028713" y="3184865"/>
            <a:ext cx="2037994" cy="733214"/>
          </a:xfrm>
          <a:prstGeom prst="rect">
            <a:avLst/>
          </a:prstGeom>
          <a:noFill/>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a:p>
            <a:pPr marL="0" marR="0" lvl="0" indent="0" algn="ctr" defTabSz="1218987"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Impact</a:t>
            </a:r>
          </a:p>
        </p:txBody>
      </p:sp>
      <p:sp>
        <p:nvSpPr>
          <p:cNvPr id="59" name="TextBox 58">
            <a:extLst>
              <a:ext uri="{FF2B5EF4-FFF2-40B4-BE49-F238E27FC236}">
                <a16:creationId xmlns:a16="http://schemas.microsoft.com/office/drawing/2014/main" id="{42AC52E0-0CDA-7E4B-A0A4-28898D5E6DE6}"/>
              </a:ext>
            </a:extLst>
          </p:cNvPr>
          <p:cNvSpPr txBox="1"/>
          <p:nvPr/>
        </p:nvSpPr>
        <p:spPr>
          <a:xfrm>
            <a:off x="5381790" y="3184865"/>
            <a:ext cx="2037994" cy="733214"/>
          </a:xfrm>
          <a:prstGeom prst="rect">
            <a:avLst/>
          </a:prstGeom>
          <a:noFill/>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a:p>
            <a:pPr marL="0" marR="0" lvl="0" indent="0" algn="ctr" defTabSz="1218987"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Impact</a:t>
            </a:r>
          </a:p>
        </p:txBody>
      </p:sp>
      <p:sp>
        <p:nvSpPr>
          <p:cNvPr id="60" name="TextBox 59">
            <a:extLst>
              <a:ext uri="{FF2B5EF4-FFF2-40B4-BE49-F238E27FC236}">
                <a16:creationId xmlns:a16="http://schemas.microsoft.com/office/drawing/2014/main" id="{68368718-AD6C-154C-9B8E-3B34A77EB0CB}"/>
              </a:ext>
            </a:extLst>
          </p:cNvPr>
          <p:cNvSpPr txBox="1"/>
          <p:nvPr/>
        </p:nvSpPr>
        <p:spPr>
          <a:xfrm>
            <a:off x="2734866" y="1660865"/>
            <a:ext cx="2037994" cy="733214"/>
          </a:xfrm>
          <a:prstGeom prst="rect">
            <a:avLst/>
          </a:prstGeom>
          <a:noFill/>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Risk</a:t>
            </a:r>
          </a:p>
          <a:p>
            <a:pPr marL="0" marR="0" lvl="0" indent="0" algn="ctr" defTabSz="1218987"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Low Impact</a:t>
            </a:r>
          </a:p>
        </p:txBody>
      </p:sp>
      <p:sp>
        <p:nvSpPr>
          <p:cNvPr id="61" name="TextBox 60">
            <a:extLst>
              <a:ext uri="{FF2B5EF4-FFF2-40B4-BE49-F238E27FC236}">
                <a16:creationId xmlns:a16="http://schemas.microsoft.com/office/drawing/2014/main" id="{F966A0D7-9E4F-C646-ACE6-BDCD9605B980}"/>
              </a:ext>
            </a:extLst>
          </p:cNvPr>
          <p:cNvSpPr txBox="1"/>
          <p:nvPr/>
        </p:nvSpPr>
        <p:spPr>
          <a:xfrm>
            <a:off x="8028713" y="4708865"/>
            <a:ext cx="2037994" cy="733214"/>
          </a:xfrm>
          <a:prstGeom prst="rect">
            <a:avLst/>
          </a:prstGeom>
          <a:noFill/>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Low Risk</a:t>
            </a:r>
          </a:p>
          <a:p>
            <a:pPr marL="0" marR="0" lvl="0" indent="0" algn="ctr" defTabSz="1218987"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Impact</a:t>
            </a:r>
          </a:p>
        </p:txBody>
      </p:sp>
      <p:sp>
        <p:nvSpPr>
          <p:cNvPr id="62" name="TextBox 61">
            <a:extLst>
              <a:ext uri="{FF2B5EF4-FFF2-40B4-BE49-F238E27FC236}">
                <a16:creationId xmlns:a16="http://schemas.microsoft.com/office/drawing/2014/main" id="{2BF6BA45-EA15-4640-9901-B828900774B9}"/>
              </a:ext>
            </a:extLst>
          </p:cNvPr>
          <p:cNvSpPr txBox="1"/>
          <p:nvPr/>
        </p:nvSpPr>
        <p:spPr>
          <a:xfrm>
            <a:off x="5381790" y="4708865"/>
            <a:ext cx="2037994" cy="733214"/>
          </a:xfrm>
          <a:prstGeom prst="rect">
            <a:avLst/>
          </a:prstGeom>
          <a:noFill/>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Low Risk</a:t>
            </a:r>
          </a:p>
          <a:p>
            <a:pPr marL="0" marR="0" lvl="0" indent="0" algn="ctr" defTabSz="1218987"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Impact</a:t>
            </a:r>
          </a:p>
        </p:txBody>
      </p:sp>
      <p:sp>
        <p:nvSpPr>
          <p:cNvPr id="63" name="TextBox 62">
            <a:extLst>
              <a:ext uri="{FF2B5EF4-FFF2-40B4-BE49-F238E27FC236}">
                <a16:creationId xmlns:a16="http://schemas.microsoft.com/office/drawing/2014/main" id="{CC1E4F59-1E93-FA44-AC26-4B99F11954F6}"/>
              </a:ext>
            </a:extLst>
          </p:cNvPr>
          <p:cNvSpPr txBox="1"/>
          <p:nvPr/>
        </p:nvSpPr>
        <p:spPr>
          <a:xfrm>
            <a:off x="2734866" y="4708865"/>
            <a:ext cx="2037994" cy="733214"/>
          </a:xfrm>
          <a:prstGeom prst="rect">
            <a:avLst/>
          </a:prstGeom>
          <a:noFill/>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Low Risk</a:t>
            </a:r>
          </a:p>
          <a:p>
            <a:pPr marL="0" marR="0" lvl="0" indent="0" algn="ctr" defTabSz="1218987"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Low Impact</a:t>
            </a:r>
          </a:p>
        </p:txBody>
      </p:sp>
      <p:sp>
        <p:nvSpPr>
          <p:cNvPr id="64" name="TextBox 63">
            <a:extLst>
              <a:ext uri="{FF2B5EF4-FFF2-40B4-BE49-F238E27FC236}">
                <a16:creationId xmlns:a16="http://schemas.microsoft.com/office/drawing/2014/main" id="{AC283B2F-CF84-7A4B-B32E-A20467BCD63B}"/>
              </a:ext>
            </a:extLst>
          </p:cNvPr>
          <p:cNvSpPr txBox="1"/>
          <p:nvPr/>
        </p:nvSpPr>
        <p:spPr>
          <a:xfrm>
            <a:off x="2734866" y="3184865"/>
            <a:ext cx="2037994" cy="733214"/>
          </a:xfrm>
          <a:prstGeom prst="rect">
            <a:avLst/>
          </a:prstGeom>
          <a:noFill/>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a:p>
            <a:pPr marL="0" marR="0" lvl="0" indent="0" algn="ctr" defTabSz="1218987"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Low Impact</a:t>
            </a:r>
          </a:p>
        </p:txBody>
      </p:sp>
      <p:sp>
        <p:nvSpPr>
          <p:cNvPr id="3" name="TextBox 2">
            <a:extLst>
              <a:ext uri="{FF2B5EF4-FFF2-40B4-BE49-F238E27FC236}">
                <a16:creationId xmlns:a16="http://schemas.microsoft.com/office/drawing/2014/main" id="{017CEEA6-323D-18D6-5172-651037FF5606}"/>
              </a:ext>
            </a:extLst>
          </p:cNvPr>
          <p:cNvSpPr txBox="1"/>
          <p:nvPr/>
        </p:nvSpPr>
        <p:spPr>
          <a:xfrm>
            <a:off x="10665783" y="5895343"/>
            <a:ext cx="1044388" cy="369332"/>
          </a:xfrm>
          <a:prstGeom prst="rect">
            <a:avLst/>
          </a:prstGeom>
          <a:noFill/>
        </p:spPr>
        <p:txBody>
          <a:bodyPr wrap="none" rtlCol="0">
            <a:sp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0F2F0">
                    <a:lumMod val="90000"/>
                  </a:srgbClr>
                </a:solidFill>
                <a:effectLst/>
                <a:uLnTx/>
                <a:uFillTx/>
                <a:latin typeface="Segoe UI" panose="020B0502040204020203" pitchFamily="34" charset="0"/>
                <a:ea typeface="+mn-ea"/>
                <a:cs typeface="Segoe UI" panose="020B0502040204020203" pitchFamily="34" charset="0"/>
              </a:rPr>
              <a:t>IMPACT</a:t>
            </a:r>
          </a:p>
        </p:txBody>
      </p:sp>
      <p:sp>
        <p:nvSpPr>
          <p:cNvPr id="4" name="TextBox 3">
            <a:extLst>
              <a:ext uri="{FF2B5EF4-FFF2-40B4-BE49-F238E27FC236}">
                <a16:creationId xmlns:a16="http://schemas.microsoft.com/office/drawing/2014/main" id="{4A13D82A-1E34-8964-EC9D-04CE91E3C84D}"/>
              </a:ext>
            </a:extLst>
          </p:cNvPr>
          <p:cNvSpPr txBox="1"/>
          <p:nvPr/>
        </p:nvSpPr>
        <p:spPr>
          <a:xfrm>
            <a:off x="1793977" y="945719"/>
            <a:ext cx="688009" cy="369332"/>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0F2F0">
                    <a:lumMod val="90000"/>
                  </a:srgbClr>
                </a:solidFill>
                <a:effectLst/>
                <a:uLnTx/>
                <a:uFillTx/>
                <a:latin typeface="Segoe UI" panose="020B0502040204020203" pitchFamily="34" charset="0"/>
                <a:ea typeface="+mn-ea"/>
                <a:cs typeface="Segoe UI" panose="020B0502040204020203" pitchFamily="34" charset="0"/>
              </a:rPr>
              <a:t>RISK</a:t>
            </a:r>
          </a:p>
        </p:txBody>
      </p:sp>
    </p:spTree>
    <p:extLst>
      <p:ext uri="{BB962C8B-B14F-4D97-AF65-F5344CB8AC3E}">
        <p14:creationId xmlns:p14="http://schemas.microsoft.com/office/powerpoint/2010/main" val="152496969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Creative Risk Matrix Slide Template</a:t>
            </a:r>
          </a:p>
        </p:txBody>
      </p:sp>
      <p:sp>
        <p:nvSpPr>
          <p:cNvPr id="18" name="TextBox 17"/>
          <p:cNvSpPr txBox="1"/>
          <p:nvPr/>
        </p:nvSpPr>
        <p:spPr>
          <a:xfrm>
            <a:off x="1288218" y="1696042"/>
            <a:ext cx="616644" cy="307777"/>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TEXT</a:t>
            </a:r>
          </a:p>
        </p:txBody>
      </p:sp>
      <p:sp>
        <p:nvSpPr>
          <p:cNvPr id="40" name="TextBox 39">
            <a:extLst>
              <a:ext uri="{FF2B5EF4-FFF2-40B4-BE49-F238E27FC236}">
                <a16:creationId xmlns:a16="http://schemas.microsoft.com/office/drawing/2014/main" id="{AF25C8D3-0193-064F-B61A-2AC3AE5A4277}"/>
              </a:ext>
            </a:extLst>
          </p:cNvPr>
          <p:cNvSpPr txBox="1"/>
          <p:nvPr/>
        </p:nvSpPr>
        <p:spPr>
          <a:xfrm>
            <a:off x="1288218" y="2840242"/>
            <a:ext cx="616644" cy="307777"/>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TEXT</a:t>
            </a:r>
          </a:p>
        </p:txBody>
      </p:sp>
      <p:sp>
        <p:nvSpPr>
          <p:cNvPr id="41" name="TextBox 40">
            <a:extLst>
              <a:ext uri="{FF2B5EF4-FFF2-40B4-BE49-F238E27FC236}">
                <a16:creationId xmlns:a16="http://schemas.microsoft.com/office/drawing/2014/main" id="{24DB0631-D633-F145-BA32-F12C93913B25}"/>
              </a:ext>
            </a:extLst>
          </p:cNvPr>
          <p:cNvSpPr txBox="1"/>
          <p:nvPr/>
        </p:nvSpPr>
        <p:spPr>
          <a:xfrm>
            <a:off x="1288218" y="3984442"/>
            <a:ext cx="616644" cy="307777"/>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TEXT</a:t>
            </a:r>
          </a:p>
        </p:txBody>
      </p:sp>
      <p:sp>
        <p:nvSpPr>
          <p:cNvPr id="55" name="TextBox 54">
            <a:extLst>
              <a:ext uri="{FF2B5EF4-FFF2-40B4-BE49-F238E27FC236}">
                <a16:creationId xmlns:a16="http://schemas.microsoft.com/office/drawing/2014/main" id="{524B552B-6129-544C-AC65-5969729934C8}"/>
              </a:ext>
            </a:extLst>
          </p:cNvPr>
          <p:cNvSpPr txBox="1"/>
          <p:nvPr/>
        </p:nvSpPr>
        <p:spPr>
          <a:xfrm>
            <a:off x="1288218" y="5140535"/>
            <a:ext cx="616644" cy="307777"/>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TEXT</a:t>
            </a:r>
          </a:p>
        </p:txBody>
      </p:sp>
      <p:sp>
        <p:nvSpPr>
          <p:cNvPr id="52" name="Rounded Rectangle 51">
            <a:extLst>
              <a:ext uri="{FF2B5EF4-FFF2-40B4-BE49-F238E27FC236}">
                <a16:creationId xmlns:a16="http://schemas.microsoft.com/office/drawing/2014/main" id="{661D020A-45CC-F140-B562-65C815321922}"/>
              </a:ext>
            </a:extLst>
          </p:cNvPr>
          <p:cNvSpPr/>
          <p:nvPr/>
        </p:nvSpPr>
        <p:spPr>
          <a:xfrm>
            <a:off x="2481986" y="1315053"/>
            <a:ext cx="2001101" cy="1069755"/>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3" name="Rounded Rectangle 52">
            <a:extLst>
              <a:ext uri="{FF2B5EF4-FFF2-40B4-BE49-F238E27FC236}">
                <a16:creationId xmlns:a16="http://schemas.microsoft.com/office/drawing/2014/main" id="{2B577550-3B63-9446-8DDB-33331429FAC8}"/>
              </a:ext>
            </a:extLst>
          </p:cNvPr>
          <p:cNvSpPr/>
          <p:nvPr/>
        </p:nvSpPr>
        <p:spPr>
          <a:xfrm>
            <a:off x="2481986" y="2459253"/>
            <a:ext cx="2001101" cy="1069755"/>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4" name="Rounded Rectangle 53">
            <a:extLst>
              <a:ext uri="{FF2B5EF4-FFF2-40B4-BE49-F238E27FC236}">
                <a16:creationId xmlns:a16="http://schemas.microsoft.com/office/drawing/2014/main" id="{260F8D35-D8FC-CE48-A5AA-041014579858}"/>
              </a:ext>
            </a:extLst>
          </p:cNvPr>
          <p:cNvSpPr/>
          <p:nvPr/>
        </p:nvSpPr>
        <p:spPr>
          <a:xfrm>
            <a:off x="2481986" y="3603453"/>
            <a:ext cx="2001101" cy="1069755"/>
          </a:xfrm>
          <a:prstGeom prst="roundRect">
            <a:avLst>
              <a:gd name="adj" fmla="val 2067"/>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60" name="TextBox 59">
            <a:extLst>
              <a:ext uri="{FF2B5EF4-FFF2-40B4-BE49-F238E27FC236}">
                <a16:creationId xmlns:a16="http://schemas.microsoft.com/office/drawing/2014/main" id="{68368718-AD6C-154C-9B8E-3B34A77EB0CB}"/>
              </a:ext>
            </a:extLst>
          </p:cNvPr>
          <p:cNvSpPr txBox="1"/>
          <p:nvPr/>
        </p:nvSpPr>
        <p:spPr>
          <a:xfrm>
            <a:off x="2820044" y="1550044"/>
            <a:ext cx="1324985" cy="615553"/>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p:txBody>
      </p:sp>
      <p:sp>
        <p:nvSpPr>
          <p:cNvPr id="63" name="TextBox 62">
            <a:extLst>
              <a:ext uri="{FF2B5EF4-FFF2-40B4-BE49-F238E27FC236}">
                <a16:creationId xmlns:a16="http://schemas.microsoft.com/office/drawing/2014/main" id="{CC1E4F59-1E93-FA44-AC26-4B99F11954F6}"/>
              </a:ext>
            </a:extLst>
          </p:cNvPr>
          <p:cNvSpPr txBox="1"/>
          <p:nvPr/>
        </p:nvSpPr>
        <p:spPr>
          <a:xfrm>
            <a:off x="2820044" y="3984442"/>
            <a:ext cx="1324985" cy="307777"/>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Low Risk</a:t>
            </a:r>
          </a:p>
        </p:txBody>
      </p:sp>
      <p:sp>
        <p:nvSpPr>
          <p:cNvPr id="64" name="TextBox 63">
            <a:extLst>
              <a:ext uri="{FF2B5EF4-FFF2-40B4-BE49-F238E27FC236}">
                <a16:creationId xmlns:a16="http://schemas.microsoft.com/office/drawing/2014/main" id="{AC283B2F-CF84-7A4B-B32E-A20467BCD63B}"/>
              </a:ext>
            </a:extLst>
          </p:cNvPr>
          <p:cNvSpPr txBox="1"/>
          <p:nvPr/>
        </p:nvSpPr>
        <p:spPr>
          <a:xfrm>
            <a:off x="2820044" y="2694244"/>
            <a:ext cx="1324985" cy="615553"/>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p:txBody>
      </p:sp>
      <p:sp>
        <p:nvSpPr>
          <p:cNvPr id="34" name="Rounded Rectangle 33">
            <a:extLst>
              <a:ext uri="{FF2B5EF4-FFF2-40B4-BE49-F238E27FC236}">
                <a16:creationId xmlns:a16="http://schemas.microsoft.com/office/drawing/2014/main" id="{6EBAA523-0CBC-B74A-B8D0-BF80BA17CBD4}"/>
              </a:ext>
            </a:extLst>
          </p:cNvPr>
          <p:cNvSpPr/>
          <p:nvPr/>
        </p:nvSpPr>
        <p:spPr>
          <a:xfrm>
            <a:off x="2481986" y="4759546"/>
            <a:ext cx="2001101" cy="1069755"/>
          </a:xfrm>
          <a:prstGeom prst="roundRect">
            <a:avLst>
              <a:gd name="adj" fmla="val 2067"/>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4DAB3335-48B7-404D-86C4-232A9CC184A2}"/>
              </a:ext>
            </a:extLst>
          </p:cNvPr>
          <p:cNvSpPr txBox="1"/>
          <p:nvPr/>
        </p:nvSpPr>
        <p:spPr>
          <a:xfrm>
            <a:off x="2820044" y="5140535"/>
            <a:ext cx="1324985" cy="307777"/>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Low Risk</a:t>
            </a:r>
          </a:p>
        </p:txBody>
      </p:sp>
      <p:sp>
        <p:nvSpPr>
          <p:cNvPr id="65" name="TextBox 64">
            <a:extLst>
              <a:ext uri="{FF2B5EF4-FFF2-40B4-BE49-F238E27FC236}">
                <a16:creationId xmlns:a16="http://schemas.microsoft.com/office/drawing/2014/main" id="{723A50BE-3202-D140-8BC2-84F6356C6CE4}"/>
              </a:ext>
            </a:extLst>
          </p:cNvPr>
          <p:cNvSpPr txBox="1"/>
          <p:nvPr/>
        </p:nvSpPr>
        <p:spPr>
          <a:xfrm>
            <a:off x="3170622" y="6260043"/>
            <a:ext cx="616644" cy="307777"/>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TEXT</a:t>
            </a:r>
          </a:p>
        </p:txBody>
      </p:sp>
      <p:sp>
        <p:nvSpPr>
          <p:cNvPr id="49" name="Rounded Rectangle 48">
            <a:extLst>
              <a:ext uri="{FF2B5EF4-FFF2-40B4-BE49-F238E27FC236}">
                <a16:creationId xmlns:a16="http://schemas.microsoft.com/office/drawing/2014/main" id="{E656389F-338A-764D-9BF9-82D00B02F099}"/>
              </a:ext>
            </a:extLst>
          </p:cNvPr>
          <p:cNvSpPr/>
          <p:nvPr/>
        </p:nvSpPr>
        <p:spPr>
          <a:xfrm>
            <a:off x="4557813" y="1315053"/>
            <a:ext cx="2001101" cy="1069755"/>
          </a:xfrm>
          <a:prstGeom prst="roundRect">
            <a:avLst>
              <a:gd name="adj" fmla="val 2067"/>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ounded Rectangle 49">
            <a:extLst>
              <a:ext uri="{FF2B5EF4-FFF2-40B4-BE49-F238E27FC236}">
                <a16:creationId xmlns:a16="http://schemas.microsoft.com/office/drawing/2014/main" id="{1F474E82-FB1F-BF4E-9B30-82AA083E0386}"/>
              </a:ext>
            </a:extLst>
          </p:cNvPr>
          <p:cNvSpPr/>
          <p:nvPr/>
        </p:nvSpPr>
        <p:spPr>
          <a:xfrm>
            <a:off x="4557813" y="2459253"/>
            <a:ext cx="2001101" cy="1069755"/>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1" name="Rounded Rectangle 50">
            <a:extLst>
              <a:ext uri="{FF2B5EF4-FFF2-40B4-BE49-F238E27FC236}">
                <a16:creationId xmlns:a16="http://schemas.microsoft.com/office/drawing/2014/main" id="{D697DEDD-E110-F54F-ABE2-6CD308E5FA77}"/>
              </a:ext>
            </a:extLst>
          </p:cNvPr>
          <p:cNvSpPr/>
          <p:nvPr/>
        </p:nvSpPr>
        <p:spPr>
          <a:xfrm>
            <a:off x="4557813" y="3603453"/>
            <a:ext cx="2001101" cy="1069755"/>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6" name="TextBox 55">
            <a:extLst>
              <a:ext uri="{FF2B5EF4-FFF2-40B4-BE49-F238E27FC236}">
                <a16:creationId xmlns:a16="http://schemas.microsoft.com/office/drawing/2014/main" id="{D036E97C-00A7-834A-B16D-B1F6B5CA56CD}"/>
              </a:ext>
            </a:extLst>
          </p:cNvPr>
          <p:cNvSpPr txBox="1"/>
          <p:nvPr/>
        </p:nvSpPr>
        <p:spPr>
          <a:xfrm>
            <a:off x="4895871" y="1696042"/>
            <a:ext cx="1324985" cy="307777"/>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Risk</a:t>
            </a:r>
          </a:p>
        </p:txBody>
      </p:sp>
      <p:sp>
        <p:nvSpPr>
          <p:cNvPr id="59" name="TextBox 58">
            <a:extLst>
              <a:ext uri="{FF2B5EF4-FFF2-40B4-BE49-F238E27FC236}">
                <a16:creationId xmlns:a16="http://schemas.microsoft.com/office/drawing/2014/main" id="{42AC52E0-0CDA-7E4B-A0A4-28898D5E6DE6}"/>
              </a:ext>
            </a:extLst>
          </p:cNvPr>
          <p:cNvSpPr txBox="1"/>
          <p:nvPr/>
        </p:nvSpPr>
        <p:spPr>
          <a:xfrm>
            <a:off x="4895871" y="2694244"/>
            <a:ext cx="1324985" cy="615553"/>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p:txBody>
      </p:sp>
      <p:sp>
        <p:nvSpPr>
          <p:cNvPr id="62" name="TextBox 61">
            <a:extLst>
              <a:ext uri="{FF2B5EF4-FFF2-40B4-BE49-F238E27FC236}">
                <a16:creationId xmlns:a16="http://schemas.microsoft.com/office/drawing/2014/main" id="{2BF6BA45-EA15-4640-9901-B828900774B9}"/>
              </a:ext>
            </a:extLst>
          </p:cNvPr>
          <p:cNvSpPr txBox="1"/>
          <p:nvPr/>
        </p:nvSpPr>
        <p:spPr>
          <a:xfrm>
            <a:off x="4895871" y="3838444"/>
            <a:ext cx="1324985" cy="615553"/>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p:txBody>
      </p:sp>
      <p:sp>
        <p:nvSpPr>
          <p:cNvPr id="33" name="Rounded Rectangle 32">
            <a:extLst>
              <a:ext uri="{FF2B5EF4-FFF2-40B4-BE49-F238E27FC236}">
                <a16:creationId xmlns:a16="http://schemas.microsoft.com/office/drawing/2014/main" id="{4C7FF0FF-46DA-224B-B8C1-98D728FC5135}"/>
              </a:ext>
            </a:extLst>
          </p:cNvPr>
          <p:cNvSpPr/>
          <p:nvPr/>
        </p:nvSpPr>
        <p:spPr>
          <a:xfrm>
            <a:off x="4557813" y="4759546"/>
            <a:ext cx="2001101" cy="1069755"/>
          </a:xfrm>
          <a:prstGeom prst="roundRect">
            <a:avLst>
              <a:gd name="adj" fmla="val 2067"/>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A7FB971B-16A0-DC4D-AEE6-A5452B8B4F5D}"/>
              </a:ext>
            </a:extLst>
          </p:cNvPr>
          <p:cNvSpPr txBox="1"/>
          <p:nvPr/>
        </p:nvSpPr>
        <p:spPr>
          <a:xfrm>
            <a:off x="4895871" y="5140535"/>
            <a:ext cx="1324985" cy="307777"/>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Low Risk</a:t>
            </a:r>
          </a:p>
        </p:txBody>
      </p:sp>
      <p:sp>
        <p:nvSpPr>
          <p:cNvPr id="66" name="TextBox 65">
            <a:extLst>
              <a:ext uri="{FF2B5EF4-FFF2-40B4-BE49-F238E27FC236}">
                <a16:creationId xmlns:a16="http://schemas.microsoft.com/office/drawing/2014/main" id="{79A2E7F6-88C6-E947-9222-8DB52B6B6615}"/>
              </a:ext>
            </a:extLst>
          </p:cNvPr>
          <p:cNvSpPr txBox="1"/>
          <p:nvPr/>
        </p:nvSpPr>
        <p:spPr>
          <a:xfrm>
            <a:off x="5246449" y="6260043"/>
            <a:ext cx="616644" cy="307777"/>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TEXT</a:t>
            </a:r>
          </a:p>
        </p:txBody>
      </p:sp>
      <p:sp>
        <p:nvSpPr>
          <p:cNvPr id="42" name="Rounded Rectangle 41">
            <a:extLst>
              <a:ext uri="{FF2B5EF4-FFF2-40B4-BE49-F238E27FC236}">
                <a16:creationId xmlns:a16="http://schemas.microsoft.com/office/drawing/2014/main" id="{49119129-749F-634D-82AB-E2D042827354}"/>
              </a:ext>
            </a:extLst>
          </p:cNvPr>
          <p:cNvSpPr/>
          <p:nvPr/>
        </p:nvSpPr>
        <p:spPr>
          <a:xfrm>
            <a:off x="6633640" y="1315053"/>
            <a:ext cx="2001101" cy="1069755"/>
          </a:xfrm>
          <a:prstGeom prst="roundRect">
            <a:avLst>
              <a:gd name="adj" fmla="val 2067"/>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43" name="Rounded Rectangle 42">
            <a:extLst>
              <a:ext uri="{FF2B5EF4-FFF2-40B4-BE49-F238E27FC236}">
                <a16:creationId xmlns:a16="http://schemas.microsoft.com/office/drawing/2014/main" id="{7A399281-4BC8-EC4A-9DF2-F4B38446AD63}"/>
              </a:ext>
            </a:extLst>
          </p:cNvPr>
          <p:cNvSpPr/>
          <p:nvPr/>
        </p:nvSpPr>
        <p:spPr>
          <a:xfrm>
            <a:off x="6633640" y="2459253"/>
            <a:ext cx="2001101" cy="1069755"/>
          </a:xfrm>
          <a:prstGeom prst="roundRect">
            <a:avLst>
              <a:gd name="adj" fmla="val 2067"/>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44" name="Rounded Rectangle 43">
            <a:extLst>
              <a:ext uri="{FF2B5EF4-FFF2-40B4-BE49-F238E27FC236}">
                <a16:creationId xmlns:a16="http://schemas.microsoft.com/office/drawing/2014/main" id="{51973138-4547-DE41-9C4F-1FBF411CDA9E}"/>
              </a:ext>
            </a:extLst>
          </p:cNvPr>
          <p:cNvSpPr/>
          <p:nvPr/>
        </p:nvSpPr>
        <p:spPr>
          <a:xfrm>
            <a:off x="6633640" y="3603453"/>
            <a:ext cx="2001101" cy="1069755"/>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57" name="TextBox 56">
            <a:extLst>
              <a:ext uri="{FF2B5EF4-FFF2-40B4-BE49-F238E27FC236}">
                <a16:creationId xmlns:a16="http://schemas.microsoft.com/office/drawing/2014/main" id="{CC3B94C4-69FE-F440-A720-81DE8358D235}"/>
              </a:ext>
            </a:extLst>
          </p:cNvPr>
          <p:cNvSpPr txBox="1"/>
          <p:nvPr/>
        </p:nvSpPr>
        <p:spPr>
          <a:xfrm>
            <a:off x="6971698" y="1696042"/>
            <a:ext cx="1324985" cy="307777"/>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Risk</a:t>
            </a:r>
          </a:p>
        </p:txBody>
      </p:sp>
      <p:sp>
        <p:nvSpPr>
          <p:cNvPr id="58" name="TextBox 57">
            <a:extLst>
              <a:ext uri="{FF2B5EF4-FFF2-40B4-BE49-F238E27FC236}">
                <a16:creationId xmlns:a16="http://schemas.microsoft.com/office/drawing/2014/main" id="{B11E5622-DB4C-D04E-A741-3EEDDCA9E663}"/>
              </a:ext>
            </a:extLst>
          </p:cNvPr>
          <p:cNvSpPr txBox="1"/>
          <p:nvPr/>
        </p:nvSpPr>
        <p:spPr>
          <a:xfrm>
            <a:off x="6971698" y="2840242"/>
            <a:ext cx="1324985" cy="307777"/>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Risk</a:t>
            </a:r>
          </a:p>
        </p:txBody>
      </p:sp>
      <p:sp>
        <p:nvSpPr>
          <p:cNvPr id="61" name="TextBox 60">
            <a:extLst>
              <a:ext uri="{FF2B5EF4-FFF2-40B4-BE49-F238E27FC236}">
                <a16:creationId xmlns:a16="http://schemas.microsoft.com/office/drawing/2014/main" id="{F966A0D7-9E4F-C646-ACE6-BDCD9605B980}"/>
              </a:ext>
            </a:extLst>
          </p:cNvPr>
          <p:cNvSpPr txBox="1"/>
          <p:nvPr/>
        </p:nvSpPr>
        <p:spPr>
          <a:xfrm>
            <a:off x="6971698" y="3838444"/>
            <a:ext cx="1324985" cy="615553"/>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p:txBody>
      </p:sp>
      <p:sp>
        <p:nvSpPr>
          <p:cNvPr id="32" name="Rounded Rectangle 31">
            <a:extLst>
              <a:ext uri="{FF2B5EF4-FFF2-40B4-BE49-F238E27FC236}">
                <a16:creationId xmlns:a16="http://schemas.microsoft.com/office/drawing/2014/main" id="{4144E331-44FB-B14B-86A7-6ED5F0363412}"/>
              </a:ext>
            </a:extLst>
          </p:cNvPr>
          <p:cNvSpPr/>
          <p:nvPr/>
        </p:nvSpPr>
        <p:spPr>
          <a:xfrm>
            <a:off x="6633640" y="4759546"/>
            <a:ext cx="2001101" cy="1069755"/>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B48ED294-089A-D148-9699-0844CD9D834A}"/>
              </a:ext>
            </a:extLst>
          </p:cNvPr>
          <p:cNvSpPr txBox="1"/>
          <p:nvPr/>
        </p:nvSpPr>
        <p:spPr>
          <a:xfrm>
            <a:off x="6971698" y="4994537"/>
            <a:ext cx="1324985" cy="615553"/>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p:txBody>
      </p:sp>
      <p:sp>
        <p:nvSpPr>
          <p:cNvPr id="67" name="TextBox 66">
            <a:extLst>
              <a:ext uri="{FF2B5EF4-FFF2-40B4-BE49-F238E27FC236}">
                <a16:creationId xmlns:a16="http://schemas.microsoft.com/office/drawing/2014/main" id="{88682B19-27FC-8D42-A851-43B4CEB24E88}"/>
              </a:ext>
            </a:extLst>
          </p:cNvPr>
          <p:cNvSpPr txBox="1"/>
          <p:nvPr/>
        </p:nvSpPr>
        <p:spPr>
          <a:xfrm>
            <a:off x="7322276" y="6260043"/>
            <a:ext cx="616644" cy="307777"/>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TEXT</a:t>
            </a:r>
          </a:p>
        </p:txBody>
      </p:sp>
      <p:sp>
        <p:nvSpPr>
          <p:cNvPr id="38" name="Rounded Rectangle 37">
            <a:extLst>
              <a:ext uri="{FF2B5EF4-FFF2-40B4-BE49-F238E27FC236}">
                <a16:creationId xmlns:a16="http://schemas.microsoft.com/office/drawing/2014/main" id="{AFBE0EA2-A23F-514B-B0D4-65A6B2654540}"/>
              </a:ext>
            </a:extLst>
          </p:cNvPr>
          <p:cNvSpPr/>
          <p:nvPr/>
        </p:nvSpPr>
        <p:spPr>
          <a:xfrm>
            <a:off x="8709466" y="1315053"/>
            <a:ext cx="2001101" cy="1069755"/>
          </a:xfrm>
          <a:prstGeom prst="roundRect">
            <a:avLst>
              <a:gd name="adj" fmla="val 2067"/>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39" name="Rounded Rectangle 38">
            <a:extLst>
              <a:ext uri="{FF2B5EF4-FFF2-40B4-BE49-F238E27FC236}">
                <a16:creationId xmlns:a16="http://schemas.microsoft.com/office/drawing/2014/main" id="{9AFC35CB-FEED-FB48-A56D-47DD7ABA430D}"/>
              </a:ext>
            </a:extLst>
          </p:cNvPr>
          <p:cNvSpPr/>
          <p:nvPr/>
        </p:nvSpPr>
        <p:spPr>
          <a:xfrm>
            <a:off x="8709466" y="2459253"/>
            <a:ext cx="2001101" cy="1069755"/>
          </a:xfrm>
          <a:prstGeom prst="roundRect">
            <a:avLst>
              <a:gd name="adj" fmla="val 2067"/>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45" name="Rounded Rectangle 44">
            <a:extLst>
              <a:ext uri="{FF2B5EF4-FFF2-40B4-BE49-F238E27FC236}">
                <a16:creationId xmlns:a16="http://schemas.microsoft.com/office/drawing/2014/main" id="{4B363551-0D8C-6840-9CAB-FFFB4558DC83}"/>
              </a:ext>
            </a:extLst>
          </p:cNvPr>
          <p:cNvSpPr/>
          <p:nvPr/>
        </p:nvSpPr>
        <p:spPr>
          <a:xfrm>
            <a:off x="8709466" y="3603453"/>
            <a:ext cx="2001101" cy="1069755"/>
          </a:xfrm>
          <a:prstGeom prst="roundRect">
            <a:avLst>
              <a:gd name="adj" fmla="val 2067"/>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46" name="TextBox 45">
            <a:extLst>
              <a:ext uri="{FF2B5EF4-FFF2-40B4-BE49-F238E27FC236}">
                <a16:creationId xmlns:a16="http://schemas.microsoft.com/office/drawing/2014/main" id="{59A0AEE1-64B8-C641-962F-342ED25DF33F}"/>
              </a:ext>
            </a:extLst>
          </p:cNvPr>
          <p:cNvSpPr txBox="1"/>
          <p:nvPr/>
        </p:nvSpPr>
        <p:spPr>
          <a:xfrm>
            <a:off x="9047524" y="1696042"/>
            <a:ext cx="1324985" cy="307777"/>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Risk</a:t>
            </a:r>
          </a:p>
        </p:txBody>
      </p:sp>
      <p:sp>
        <p:nvSpPr>
          <p:cNvPr id="47" name="TextBox 46">
            <a:extLst>
              <a:ext uri="{FF2B5EF4-FFF2-40B4-BE49-F238E27FC236}">
                <a16:creationId xmlns:a16="http://schemas.microsoft.com/office/drawing/2014/main" id="{DE35DAE4-8C2D-354A-B7D7-685968FEEC7E}"/>
              </a:ext>
            </a:extLst>
          </p:cNvPr>
          <p:cNvSpPr txBox="1"/>
          <p:nvPr/>
        </p:nvSpPr>
        <p:spPr>
          <a:xfrm>
            <a:off x="9047524" y="2840242"/>
            <a:ext cx="1324985" cy="307777"/>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Risk</a:t>
            </a:r>
          </a:p>
        </p:txBody>
      </p:sp>
      <p:sp>
        <p:nvSpPr>
          <p:cNvPr id="48" name="TextBox 47">
            <a:extLst>
              <a:ext uri="{FF2B5EF4-FFF2-40B4-BE49-F238E27FC236}">
                <a16:creationId xmlns:a16="http://schemas.microsoft.com/office/drawing/2014/main" id="{B7D50B7B-9B81-4F41-90D4-76944454E104}"/>
              </a:ext>
            </a:extLst>
          </p:cNvPr>
          <p:cNvSpPr txBox="1"/>
          <p:nvPr/>
        </p:nvSpPr>
        <p:spPr>
          <a:xfrm>
            <a:off x="9047524" y="3838444"/>
            <a:ext cx="1324985" cy="307777"/>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High Risk</a:t>
            </a:r>
          </a:p>
        </p:txBody>
      </p:sp>
      <p:sp>
        <p:nvSpPr>
          <p:cNvPr id="68" name="Rounded Rectangle 67">
            <a:extLst>
              <a:ext uri="{FF2B5EF4-FFF2-40B4-BE49-F238E27FC236}">
                <a16:creationId xmlns:a16="http://schemas.microsoft.com/office/drawing/2014/main" id="{1ACEA8BC-94B7-B346-A0C6-2D203AE105CB}"/>
              </a:ext>
            </a:extLst>
          </p:cNvPr>
          <p:cNvSpPr/>
          <p:nvPr/>
        </p:nvSpPr>
        <p:spPr>
          <a:xfrm>
            <a:off x="8709466" y="4759546"/>
            <a:ext cx="2001101" cy="1069755"/>
          </a:xfrm>
          <a:prstGeom prst="roundRect">
            <a:avLst>
              <a:gd name="adj" fmla="val 2067"/>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69" name="TextBox 68">
            <a:extLst>
              <a:ext uri="{FF2B5EF4-FFF2-40B4-BE49-F238E27FC236}">
                <a16:creationId xmlns:a16="http://schemas.microsoft.com/office/drawing/2014/main" id="{29F93780-C582-EB49-9F5D-17D1693F731E}"/>
              </a:ext>
            </a:extLst>
          </p:cNvPr>
          <p:cNvSpPr txBox="1"/>
          <p:nvPr/>
        </p:nvSpPr>
        <p:spPr>
          <a:xfrm>
            <a:off x="9047524" y="4994537"/>
            <a:ext cx="1324985" cy="615553"/>
          </a:xfrm>
          <a:prstGeom prst="rect">
            <a:avLst/>
          </a:prstGeom>
          <a:noFill/>
          <a:effectLst/>
        </p:spPr>
        <p:txBody>
          <a:bodyPr wrap="square" lIns="0" tIns="0" rIns="0" bIns="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Medium Risk</a:t>
            </a:r>
          </a:p>
        </p:txBody>
      </p:sp>
      <p:sp>
        <p:nvSpPr>
          <p:cNvPr id="70" name="TextBox 69">
            <a:extLst>
              <a:ext uri="{FF2B5EF4-FFF2-40B4-BE49-F238E27FC236}">
                <a16:creationId xmlns:a16="http://schemas.microsoft.com/office/drawing/2014/main" id="{8EA7D77E-0780-2C46-9F46-49CA4CF8FD8F}"/>
              </a:ext>
            </a:extLst>
          </p:cNvPr>
          <p:cNvSpPr txBox="1"/>
          <p:nvPr/>
        </p:nvSpPr>
        <p:spPr>
          <a:xfrm>
            <a:off x="9398102" y="6260043"/>
            <a:ext cx="616644" cy="307777"/>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TEXT</a:t>
            </a:r>
          </a:p>
        </p:txBody>
      </p:sp>
      <p:sp>
        <p:nvSpPr>
          <p:cNvPr id="3" name="Left-Up Arrow 8">
            <a:extLst>
              <a:ext uri="{FF2B5EF4-FFF2-40B4-BE49-F238E27FC236}">
                <a16:creationId xmlns:a16="http://schemas.microsoft.com/office/drawing/2014/main" id="{A9485C98-0CB7-DAF0-EF1A-CEF5AB01A391}"/>
              </a:ext>
            </a:extLst>
          </p:cNvPr>
          <p:cNvSpPr/>
          <p:nvPr/>
        </p:nvSpPr>
        <p:spPr>
          <a:xfrm flipH="1">
            <a:off x="1981198" y="1415922"/>
            <a:ext cx="8610597" cy="4844147"/>
          </a:xfrm>
          <a:prstGeom prst="leftUpArrow">
            <a:avLst>
              <a:gd name="adj1" fmla="val 2929"/>
              <a:gd name="adj2" fmla="val 3466"/>
              <a:gd name="adj3" fmla="val 4612"/>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4" name="TextBox 3">
            <a:extLst>
              <a:ext uri="{FF2B5EF4-FFF2-40B4-BE49-F238E27FC236}">
                <a16:creationId xmlns:a16="http://schemas.microsoft.com/office/drawing/2014/main" id="{BD0A59C4-BCCE-2395-ACE1-6BEA83D0FDAC}"/>
              </a:ext>
            </a:extLst>
          </p:cNvPr>
          <p:cNvSpPr txBox="1"/>
          <p:nvPr/>
        </p:nvSpPr>
        <p:spPr>
          <a:xfrm>
            <a:off x="10665783" y="5895343"/>
            <a:ext cx="1044388" cy="369332"/>
          </a:xfrm>
          <a:prstGeom prst="rect">
            <a:avLst/>
          </a:prstGeom>
          <a:noFill/>
        </p:spPr>
        <p:txBody>
          <a:bodyPr wrap="none" rtlCol="0">
            <a:sp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0F2F0">
                    <a:lumMod val="90000"/>
                  </a:srgbClr>
                </a:solidFill>
                <a:effectLst/>
                <a:uLnTx/>
                <a:uFillTx/>
                <a:latin typeface="Segoe UI" panose="020B0502040204020203" pitchFamily="34" charset="0"/>
                <a:ea typeface="+mn-ea"/>
                <a:cs typeface="Segoe UI" panose="020B0502040204020203" pitchFamily="34" charset="0"/>
              </a:rPr>
              <a:t>IMPACT</a:t>
            </a:r>
          </a:p>
        </p:txBody>
      </p:sp>
      <p:sp>
        <p:nvSpPr>
          <p:cNvPr id="5" name="TextBox 4">
            <a:extLst>
              <a:ext uri="{FF2B5EF4-FFF2-40B4-BE49-F238E27FC236}">
                <a16:creationId xmlns:a16="http://schemas.microsoft.com/office/drawing/2014/main" id="{4086B31D-0024-70AD-6176-E635BE049F12}"/>
              </a:ext>
            </a:extLst>
          </p:cNvPr>
          <p:cNvSpPr txBox="1"/>
          <p:nvPr/>
        </p:nvSpPr>
        <p:spPr>
          <a:xfrm>
            <a:off x="1793977" y="945719"/>
            <a:ext cx="688009" cy="369332"/>
          </a:xfrm>
          <a:prstGeom prst="rect">
            <a:avLst/>
          </a:prstGeom>
          <a:noFill/>
        </p:spPr>
        <p:txBody>
          <a:bodyPr wrap="none" rtlCol="0">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0F2F0">
                    <a:lumMod val="90000"/>
                  </a:srgbClr>
                </a:solidFill>
                <a:effectLst/>
                <a:uLnTx/>
                <a:uFillTx/>
                <a:latin typeface="Segoe UI" panose="020B0502040204020203" pitchFamily="34" charset="0"/>
                <a:ea typeface="+mn-ea"/>
                <a:cs typeface="Segoe UI" panose="020B0502040204020203" pitchFamily="34" charset="0"/>
              </a:rPr>
              <a:t>RISK</a:t>
            </a:r>
          </a:p>
        </p:txBody>
      </p:sp>
    </p:spTree>
    <p:extLst>
      <p:ext uri="{BB962C8B-B14F-4D97-AF65-F5344CB8AC3E}">
        <p14:creationId xmlns:p14="http://schemas.microsoft.com/office/powerpoint/2010/main" val="346341798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Creative Risk Matrix Slide Template</a:t>
            </a:r>
          </a:p>
        </p:txBody>
      </p:sp>
      <p:sp>
        <p:nvSpPr>
          <p:cNvPr id="6" name="Oval 5">
            <a:extLst>
              <a:ext uri="{FF2B5EF4-FFF2-40B4-BE49-F238E27FC236}">
                <a16:creationId xmlns:a16="http://schemas.microsoft.com/office/drawing/2014/main" id="{8D586DD1-ED98-213F-828D-6D552D69B13E}"/>
              </a:ext>
            </a:extLst>
          </p:cNvPr>
          <p:cNvSpPr/>
          <p:nvPr/>
        </p:nvSpPr>
        <p:spPr>
          <a:xfrm>
            <a:off x="4875212" y="3732275"/>
            <a:ext cx="2441576" cy="244157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FFFFFF"/>
              </a:solidFill>
              <a:effectLst/>
              <a:uLnTx/>
              <a:uFillTx/>
              <a:latin typeface="Calibri"/>
              <a:ea typeface="+mn-ea"/>
              <a:cs typeface="+mn-cs"/>
            </a:endParaRPr>
          </a:p>
        </p:txBody>
      </p:sp>
      <p:sp>
        <p:nvSpPr>
          <p:cNvPr id="7" name="Freeform: Shape 6">
            <a:extLst>
              <a:ext uri="{FF2B5EF4-FFF2-40B4-BE49-F238E27FC236}">
                <a16:creationId xmlns:a16="http://schemas.microsoft.com/office/drawing/2014/main" id="{F013D3B8-42F8-B9DA-7018-59A7DCB4EAF7}"/>
              </a:ext>
            </a:extLst>
          </p:cNvPr>
          <p:cNvSpPr/>
          <p:nvPr/>
        </p:nvSpPr>
        <p:spPr>
          <a:xfrm>
            <a:off x="4683516" y="2919605"/>
            <a:ext cx="1376481" cy="1066079"/>
          </a:xfrm>
          <a:custGeom>
            <a:avLst/>
            <a:gdLst>
              <a:gd name="connsiteX0" fmla="*/ 1376481 w 1376481"/>
              <a:gd name="connsiteY0" fmla="*/ 0 h 1066079"/>
              <a:gd name="connsiteX1" fmla="*/ 1376481 w 1376481"/>
              <a:gd name="connsiteY1" fmla="*/ 701479 h 1066079"/>
              <a:gd name="connsiteX2" fmla="*/ 1276112 w 1376481"/>
              <a:gd name="connsiteY2" fmla="*/ 706547 h 1066079"/>
              <a:gd name="connsiteX3" fmla="*/ 564065 w 1376481"/>
              <a:gd name="connsiteY3" fmla="*/ 1004236 h 1066079"/>
              <a:gd name="connsiteX4" fmla="*/ 496021 w 1376481"/>
              <a:gd name="connsiteY4" fmla="*/ 1066079 h 1066079"/>
              <a:gd name="connsiteX5" fmla="*/ 0 w 1376481"/>
              <a:gd name="connsiteY5" fmla="*/ 570058 h 1066079"/>
              <a:gd name="connsiteX6" fmla="*/ 117859 w 1376481"/>
              <a:gd name="connsiteY6" fmla="*/ 462941 h 1066079"/>
              <a:gd name="connsiteX7" fmla="*/ 1204390 w 1376481"/>
              <a:gd name="connsiteY7" fmla="*/ 8690 h 1066079"/>
              <a:gd name="connsiteX8" fmla="*/ 1376481 w 1376481"/>
              <a:gd name="connsiteY8" fmla="*/ 0 h 106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6481" h="1066079">
                <a:moveTo>
                  <a:pt x="1376481" y="0"/>
                </a:moveTo>
                <a:lnTo>
                  <a:pt x="1376481" y="701479"/>
                </a:lnTo>
                <a:lnTo>
                  <a:pt x="1276112" y="706547"/>
                </a:lnTo>
                <a:cubicBezTo>
                  <a:pt x="1007081" y="733869"/>
                  <a:pt x="761687" y="841144"/>
                  <a:pt x="564065" y="1004236"/>
                </a:cubicBezTo>
                <a:lnTo>
                  <a:pt x="496021" y="1066079"/>
                </a:lnTo>
                <a:lnTo>
                  <a:pt x="0" y="570058"/>
                </a:lnTo>
                <a:lnTo>
                  <a:pt x="117859" y="462941"/>
                </a:lnTo>
                <a:cubicBezTo>
                  <a:pt x="419416" y="214074"/>
                  <a:pt x="793869" y="50381"/>
                  <a:pt x="1204390" y="8690"/>
                </a:cubicBezTo>
                <a:lnTo>
                  <a:pt x="1376481"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FFFFFF"/>
              </a:solidFill>
              <a:effectLst/>
              <a:uLnTx/>
              <a:uFillTx/>
              <a:latin typeface="Calibri"/>
              <a:ea typeface="+mn-ea"/>
              <a:cs typeface="+mn-cs"/>
            </a:endParaRPr>
          </a:p>
        </p:txBody>
      </p:sp>
      <p:sp>
        <p:nvSpPr>
          <p:cNvPr id="8" name="Freeform: Shape 7">
            <a:extLst>
              <a:ext uri="{FF2B5EF4-FFF2-40B4-BE49-F238E27FC236}">
                <a16:creationId xmlns:a16="http://schemas.microsoft.com/office/drawing/2014/main" id="{62AF8779-C453-0048-2B6E-D4B647540DC8}"/>
              </a:ext>
            </a:extLst>
          </p:cNvPr>
          <p:cNvSpPr/>
          <p:nvPr/>
        </p:nvSpPr>
        <p:spPr>
          <a:xfrm>
            <a:off x="6132005" y="2919605"/>
            <a:ext cx="1376481" cy="1066079"/>
          </a:xfrm>
          <a:custGeom>
            <a:avLst/>
            <a:gdLst>
              <a:gd name="connsiteX0" fmla="*/ 0 w 1376481"/>
              <a:gd name="connsiteY0" fmla="*/ 0 h 1066079"/>
              <a:gd name="connsiteX1" fmla="*/ 172091 w 1376481"/>
              <a:gd name="connsiteY1" fmla="*/ 8690 h 1066079"/>
              <a:gd name="connsiteX2" fmla="*/ 1258622 w 1376481"/>
              <a:gd name="connsiteY2" fmla="*/ 462941 h 1066079"/>
              <a:gd name="connsiteX3" fmla="*/ 1376481 w 1376481"/>
              <a:gd name="connsiteY3" fmla="*/ 570058 h 1066079"/>
              <a:gd name="connsiteX4" fmla="*/ 880460 w 1376481"/>
              <a:gd name="connsiteY4" fmla="*/ 1066079 h 1066079"/>
              <a:gd name="connsiteX5" fmla="*/ 812416 w 1376481"/>
              <a:gd name="connsiteY5" fmla="*/ 1004236 h 1066079"/>
              <a:gd name="connsiteX6" fmla="*/ 100369 w 1376481"/>
              <a:gd name="connsiteY6" fmla="*/ 706547 h 1066079"/>
              <a:gd name="connsiteX7" fmla="*/ 0 w 1376481"/>
              <a:gd name="connsiteY7" fmla="*/ 701479 h 1066079"/>
              <a:gd name="connsiteX8" fmla="*/ 0 w 1376481"/>
              <a:gd name="connsiteY8" fmla="*/ 0 h 106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6481" h="1066079">
                <a:moveTo>
                  <a:pt x="0" y="0"/>
                </a:moveTo>
                <a:lnTo>
                  <a:pt x="172091" y="8690"/>
                </a:lnTo>
                <a:cubicBezTo>
                  <a:pt x="582612" y="50381"/>
                  <a:pt x="957065" y="214074"/>
                  <a:pt x="1258622" y="462941"/>
                </a:cubicBezTo>
                <a:lnTo>
                  <a:pt x="1376481" y="570058"/>
                </a:lnTo>
                <a:lnTo>
                  <a:pt x="880460" y="1066079"/>
                </a:lnTo>
                <a:lnTo>
                  <a:pt x="812416" y="1004236"/>
                </a:lnTo>
                <a:cubicBezTo>
                  <a:pt x="614794" y="841144"/>
                  <a:pt x="369400" y="733869"/>
                  <a:pt x="100369" y="706547"/>
                </a:cubicBezTo>
                <a:lnTo>
                  <a:pt x="0" y="701479"/>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FFFFFF"/>
              </a:solidFill>
              <a:effectLst/>
              <a:uLnTx/>
              <a:uFillTx/>
              <a:latin typeface="Calibri"/>
              <a:ea typeface="+mn-ea"/>
              <a:cs typeface="+mn-cs"/>
            </a:endParaRPr>
          </a:p>
        </p:txBody>
      </p:sp>
      <p:sp>
        <p:nvSpPr>
          <p:cNvPr id="9" name="Freeform: Shape 8">
            <a:extLst>
              <a:ext uri="{FF2B5EF4-FFF2-40B4-BE49-F238E27FC236}">
                <a16:creationId xmlns:a16="http://schemas.microsoft.com/office/drawing/2014/main" id="{D8B283AF-02C2-9F2E-9D1E-2F0DB6C8340A}"/>
              </a:ext>
            </a:extLst>
          </p:cNvPr>
          <p:cNvSpPr/>
          <p:nvPr/>
        </p:nvSpPr>
        <p:spPr>
          <a:xfrm>
            <a:off x="4062541" y="3540580"/>
            <a:ext cx="1066079" cy="1376481"/>
          </a:xfrm>
          <a:custGeom>
            <a:avLst/>
            <a:gdLst>
              <a:gd name="connsiteX0" fmla="*/ 570058 w 1066079"/>
              <a:gd name="connsiteY0" fmla="*/ 0 h 1376481"/>
              <a:gd name="connsiteX1" fmla="*/ 1066079 w 1066079"/>
              <a:gd name="connsiteY1" fmla="*/ 496021 h 1376481"/>
              <a:gd name="connsiteX2" fmla="*/ 1004236 w 1066079"/>
              <a:gd name="connsiteY2" fmla="*/ 564065 h 1376481"/>
              <a:gd name="connsiteX3" fmla="*/ 706547 w 1066079"/>
              <a:gd name="connsiteY3" fmla="*/ 1276112 h 1376481"/>
              <a:gd name="connsiteX4" fmla="*/ 701479 w 1066079"/>
              <a:gd name="connsiteY4" fmla="*/ 1376481 h 1376481"/>
              <a:gd name="connsiteX5" fmla="*/ 0 w 1066079"/>
              <a:gd name="connsiteY5" fmla="*/ 1376481 h 1376481"/>
              <a:gd name="connsiteX6" fmla="*/ 8690 w 1066079"/>
              <a:gd name="connsiteY6" fmla="*/ 1204390 h 1376481"/>
              <a:gd name="connsiteX7" fmla="*/ 462941 w 1066079"/>
              <a:gd name="connsiteY7" fmla="*/ 117859 h 1376481"/>
              <a:gd name="connsiteX8" fmla="*/ 570058 w 1066079"/>
              <a:gd name="connsiteY8" fmla="*/ 0 h 13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079" h="1376481">
                <a:moveTo>
                  <a:pt x="570058" y="0"/>
                </a:moveTo>
                <a:lnTo>
                  <a:pt x="1066079" y="496021"/>
                </a:lnTo>
                <a:lnTo>
                  <a:pt x="1004236" y="564065"/>
                </a:lnTo>
                <a:cubicBezTo>
                  <a:pt x="841143" y="761687"/>
                  <a:pt x="733869" y="1007081"/>
                  <a:pt x="706547" y="1276112"/>
                </a:cubicBezTo>
                <a:lnTo>
                  <a:pt x="701479" y="1376481"/>
                </a:lnTo>
                <a:lnTo>
                  <a:pt x="0" y="1376481"/>
                </a:lnTo>
                <a:lnTo>
                  <a:pt x="8690" y="1204390"/>
                </a:lnTo>
                <a:cubicBezTo>
                  <a:pt x="50380" y="793869"/>
                  <a:pt x="214074" y="419416"/>
                  <a:pt x="462941" y="117859"/>
                </a:cubicBezTo>
                <a:lnTo>
                  <a:pt x="57005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FFFFFF"/>
              </a:solidFill>
              <a:effectLst/>
              <a:uLnTx/>
              <a:uFillTx/>
              <a:latin typeface="Calibri"/>
              <a:ea typeface="+mn-ea"/>
              <a:cs typeface="+mn-cs"/>
            </a:endParaRPr>
          </a:p>
        </p:txBody>
      </p:sp>
      <p:sp>
        <p:nvSpPr>
          <p:cNvPr id="10" name="Freeform: Shape 9">
            <a:extLst>
              <a:ext uri="{FF2B5EF4-FFF2-40B4-BE49-F238E27FC236}">
                <a16:creationId xmlns:a16="http://schemas.microsoft.com/office/drawing/2014/main" id="{A63F10DC-8143-3D1F-13FE-2EDD18AE6965}"/>
              </a:ext>
            </a:extLst>
          </p:cNvPr>
          <p:cNvSpPr/>
          <p:nvPr/>
        </p:nvSpPr>
        <p:spPr>
          <a:xfrm>
            <a:off x="7063382" y="3540579"/>
            <a:ext cx="1066078" cy="1376480"/>
          </a:xfrm>
          <a:custGeom>
            <a:avLst/>
            <a:gdLst>
              <a:gd name="connsiteX0" fmla="*/ 496021 w 1066078"/>
              <a:gd name="connsiteY0" fmla="*/ 0 h 1376480"/>
              <a:gd name="connsiteX1" fmla="*/ 603137 w 1066078"/>
              <a:gd name="connsiteY1" fmla="*/ 117858 h 1376480"/>
              <a:gd name="connsiteX2" fmla="*/ 1057388 w 1066078"/>
              <a:gd name="connsiteY2" fmla="*/ 1204389 h 1376480"/>
              <a:gd name="connsiteX3" fmla="*/ 1066078 w 1066078"/>
              <a:gd name="connsiteY3" fmla="*/ 1376480 h 1376480"/>
              <a:gd name="connsiteX4" fmla="*/ 364599 w 1066078"/>
              <a:gd name="connsiteY4" fmla="*/ 1376480 h 1376480"/>
              <a:gd name="connsiteX5" fmla="*/ 359531 w 1066078"/>
              <a:gd name="connsiteY5" fmla="*/ 1276111 h 1376480"/>
              <a:gd name="connsiteX6" fmla="*/ 61842 w 1066078"/>
              <a:gd name="connsiteY6" fmla="*/ 564064 h 1376480"/>
              <a:gd name="connsiteX7" fmla="*/ 0 w 1066078"/>
              <a:gd name="connsiteY7" fmla="*/ 496021 h 1376480"/>
              <a:gd name="connsiteX8" fmla="*/ 496021 w 1066078"/>
              <a:gd name="connsiteY8" fmla="*/ 0 h 137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078" h="1376480">
                <a:moveTo>
                  <a:pt x="496021" y="0"/>
                </a:moveTo>
                <a:lnTo>
                  <a:pt x="603137" y="117858"/>
                </a:lnTo>
                <a:cubicBezTo>
                  <a:pt x="852004" y="419415"/>
                  <a:pt x="1015698" y="793868"/>
                  <a:pt x="1057388" y="1204389"/>
                </a:cubicBezTo>
                <a:lnTo>
                  <a:pt x="1066078" y="1376480"/>
                </a:lnTo>
                <a:lnTo>
                  <a:pt x="364599" y="1376480"/>
                </a:lnTo>
                <a:lnTo>
                  <a:pt x="359531" y="1276111"/>
                </a:lnTo>
                <a:cubicBezTo>
                  <a:pt x="332209" y="1007080"/>
                  <a:pt x="224935" y="761686"/>
                  <a:pt x="61842" y="564064"/>
                </a:cubicBezTo>
                <a:lnTo>
                  <a:pt x="0" y="496021"/>
                </a:lnTo>
                <a:lnTo>
                  <a:pt x="496021"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FFFFFF"/>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6DBE38C6-9043-1C51-2217-3A14C1ABF5E5}"/>
              </a:ext>
            </a:extLst>
          </p:cNvPr>
          <p:cNvGrpSpPr/>
          <p:nvPr/>
        </p:nvGrpSpPr>
        <p:grpSpPr>
          <a:xfrm>
            <a:off x="911425" y="3586480"/>
            <a:ext cx="2599101" cy="1137920"/>
            <a:chOff x="1125860" y="3586480"/>
            <a:chExt cx="2599101" cy="1137920"/>
          </a:xfrm>
        </p:grpSpPr>
        <p:sp>
          <p:nvSpPr>
            <p:cNvPr id="12" name="TextBox 11">
              <a:extLst>
                <a:ext uri="{FF2B5EF4-FFF2-40B4-BE49-F238E27FC236}">
                  <a16:creationId xmlns:a16="http://schemas.microsoft.com/office/drawing/2014/main" id="{D614A358-CEC1-2CA1-0CC8-32A572E251E3}"/>
                </a:ext>
              </a:extLst>
            </p:cNvPr>
            <p:cNvSpPr txBox="1"/>
            <p:nvPr/>
          </p:nvSpPr>
          <p:spPr>
            <a:xfrm>
              <a:off x="1156325" y="3586480"/>
              <a:ext cx="2568636" cy="340881"/>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2400" b="1" i="0" u="none" strike="noStrike" kern="1200" cap="none" spc="0" normalizeH="0" baseline="0" noProof="0">
                  <a:ln>
                    <a:noFill/>
                  </a:ln>
                  <a:solidFill>
                    <a:srgbClr val="000000"/>
                  </a:solidFill>
                  <a:effectLst/>
                  <a:uLnTx/>
                  <a:uFillTx/>
                  <a:latin typeface="Segoe UI Black" panose="020B0A02040204020203" pitchFamily="34" charset="0"/>
                  <a:ea typeface="Segoe UI Black" panose="020B0A02040204020203" pitchFamily="34" charset="0"/>
                  <a:cs typeface="+mn-cs"/>
                </a:rPr>
                <a:t>LOW</a:t>
              </a:r>
            </a:p>
          </p:txBody>
        </p:sp>
        <p:sp>
          <p:nvSpPr>
            <p:cNvPr id="13" name="TextBox 12">
              <a:extLst>
                <a:ext uri="{FF2B5EF4-FFF2-40B4-BE49-F238E27FC236}">
                  <a16:creationId xmlns:a16="http://schemas.microsoft.com/office/drawing/2014/main" id="{17621362-D947-0B59-7F51-3C75DCC8E221}"/>
                </a:ext>
              </a:extLst>
            </p:cNvPr>
            <p:cNvSpPr txBox="1"/>
            <p:nvPr/>
          </p:nvSpPr>
          <p:spPr>
            <a:xfrm>
              <a:off x="1125860" y="4035792"/>
              <a:ext cx="2599101" cy="688608"/>
            </a:xfrm>
            <a:prstGeom prst="rect">
              <a:avLst/>
            </a:prstGeom>
            <a:noFill/>
          </p:spPr>
          <p:txBody>
            <a:bodyPr wrap="square" lIns="0" tIns="0" rIns="0" bIns="0" rtlCol="0" anchor="t">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95000"/>
                      <a:lumOff val="5000"/>
                    </a:srgbClr>
                  </a:solidFill>
                  <a:effectLst/>
                  <a:uLnTx/>
                  <a:uFillTx/>
                  <a:latin typeface="Calibri"/>
                  <a:ea typeface="+mn-ea"/>
                  <a:cs typeface="Arial" pitchFamily="34" charset="0"/>
                </a:rPr>
                <a:t>This is a sample text. Insert your desired text here. </a:t>
              </a:r>
            </a:p>
          </p:txBody>
        </p:sp>
      </p:grpSp>
      <p:grpSp>
        <p:nvGrpSpPr>
          <p:cNvPr id="23" name="Group 22">
            <a:extLst>
              <a:ext uri="{FF2B5EF4-FFF2-40B4-BE49-F238E27FC236}">
                <a16:creationId xmlns:a16="http://schemas.microsoft.com/office/drawing/2014/main" id="{7BEEAC4A-05C6-2FA7-3957-3DBFB690DFEC}"/>
              </a:ext>
            </a:extLst>
          </p:cNvPr>
          <p:cNvGrpSpPr/>
          <p:nvPr/>
        </p:nvGrpSpPr>
        <p:grpSpPr>
          <a:xfrm rot="17543919">
            <a:off x="4184057" y="3044851"/>
            <a:ext cx="3837516" cy="3837516"/>
            <a:chOff x="4448060" y="1844824"/>
            <a:chExt cx="3837516" cy="3837516"/>
          </a:xfrm>
        </p:grpSpPr>
        <p:sp>
          <p:nvSpPr>
            <p:cNvPr id="24" name="Isosceles Triangle 23">
              <a:extLst>
                <a:ext uri="{FF2B5EF4-FFF2-40B4-BE49-F238E27FC236}">
                  <a16:creationId xmlns:a16="http://schemas.microsoft.com/office/drawing/2014/main" id="{41D5041C-76BE-FCA5-7352-F70574F17BBB}"/>
                </a:ext>
              </a:extLst>
            </p:cNvPr>
            <p:cNvSpPr/>
            <p:nvPr/>
          </p:nvSpPr>
          <p:spPr>
            <a:xfrm>
              <a:off x="6002382" y="2080513"/>
              <a:ext cx="716636" cy="1728192"/>
            </a:xfrm>
            <a:prstGeom prst="triangle">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FFFFFF"/>
                </a:solidFill>
                <a:effectLst/>
                <a:uLnTx/>
                <a:uFillTx/>
                <a:latin typeface="Calibri"/>
                <a:ea typeface="+mn-ea"/>
                <a:cs typeface="+mn-cs"/>
              </a:endParaRPr>
            </a:p>
          </p:txBody>
        </p:sp>
        <p:sp>
          <p:nvSpPr>
            <p:cNvPr id="25" name="Oval 24">
              <a:extLst>
                <a:ext uri="{FF2B5EF4-FFF2-40B4-BE49-F238E27FC236}">
                  <a16:creationId xmlns:a16="http://schemas.microsoft.com/office/drawing/2014/main" id="{B278CC0F-7B2B-BF03-5F44-EA755334D925}"/>
                </a:ext>
              </a:extLst>
            </p:cNvPr>
            <p:cNvSpPr/>
            <p:nvPr/>
          </p:nvSpPr>
          <p:spPr>
            <a:xfrm>
              <a:off x="4448060" y="1844824"/>
              <a:ext cx="3837516" cy="383751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14" name="Group 13">
            <a:extLst>
              <a:ext uri="{FF2B5EF4-FFF2-40B4-BE49-F238E27FC236}">
                <a16:creationId xmlns:a16="http://schemas.microsoft.com/office/drawing/2014/main" id="{818A323A-2D49-14AB-1A57-AC57D05B55B2}"/>
              </a:ext>
            </a:extLst>
          </p:cNvPr>
          <p:cNvGrpSpPr/>
          <p:nvPr/>
        </p:nvGrpSpPr>
        <p:grpSpPr>
          <a:xfrm>
            <a:off x="8855904" y="3586480"/>
            <a:ext cx="2424673" cy="1137920"/>
            <a:chOff x="9070339" y="3586480"/>
            <a:chExt cx="2424673" cy="1137920"/>
          </a:xfrm>
        </p:grpSpPr>
        <p:sp>
          <p:nvSpPr>
            <p:cNvPr id="15" name="TextBox 14">
              <a:extLst>
                <a:ext uri="{FF2B5EF4-FFF2-40B4-BE49-F238E27FC236}">
                  <a16:creationId xmlns:a16="http://schemas.microsoft.com/office/drawing/2014/main" id="{1A81881B-63FD-9233-3F6B-73C57EC66DF2}"/>
                </a:ext>
              </a:extLst>
            </p:cNvPr>
            <p:cNvSpPr txBox="1"/>
            <p:nvPr/>
          </p:nvSpPr>
          <p:spPr>
            <a:xfrm>
              <a:off x="9070339" y="3586480"/>
              <a:ext cx="2396251" cy="340881"/>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2400" b="1" i="0" u="none" strike="noStrike" kern="1200" cap="none" spc="0" normalizeH="0" baseline="0" noProof="0">
                  <a:ln>
                    <a:noFill/>
                  </a:ln>
                  <a:solidFill>
                    <a:srgbClr val="000000"/>
                  </a:solidFill>
                  <a:effectLst/>
                  <a:uLnTx/>
                  <a:uFillTx/>
                  <a:latin typeface="Segoe UI Black" panose="020B0A02040204020203" pitchFamily="34" charset="0"/>
                  <a:ea typeface="Segoe UI Black" panose="020B0A02040204020203" pitchFamily="34" charset="0"/>
                  <a:cs typeface="+mn-cs"/>
                </a:rPr>
                <a:t>HIGH</a:t>
              </a:r>
            </a:p>
          </p:txBody>
        </p:sp>
        <p:sp>
          <p:nvSpPr>
            <p:cNvPr id="16" name="TextBox 15">
              <a:extLst>
                <a:ext uri="{FF2B5EF4-FFF2-40B4-BE49-F238E27FC236}">
                  <a16:creationId xmlns:a16="http://schemas.microsoft.com/office/drawing/2014/main" id="{32F5AE2E-26BD-06B6-6228-877D9F89D597}"/>
                </a:ext>
              </a:extLst>
            </p:cNvPr>
            <p:cNvSpPr txBox="1"/>
            <p:nvPr/>
          </p:nvSpPr>
          <p:spPr>
            <a:xfrm>
              <a:off x="9070340" y="4035792"/>
              <a:ext cx="2424672" cy="688608"/>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95000"/>
                      <a:lumOff val="5000"/>
                    </a:srgbClr>
                  </a:solidFill>
                  <a:effectLst/>
                  <a:uLnTx/>
                  <a:uFillTx/>
                  <a:latin typeface="Calibri"/>
                  <a:ea typeface="+mn-ea"/>
                  <a:cs typeface="Arial" pitchFamily="34" charset="0"/>
                </a:rPr>
                <a:t>This is a sample text. Insert your desired text here. </a:t>
              </a:r>
            </a:p>
          </p:txBody>
        </p:sp>
      </p:grpSp>
      <p:grpSp>
        <p:nvGrpSpPr>
          <p:cNvPr id="17" name="Group 16">
            <a:extLst>
              <a:ext uri="{FF2B5EF4-FFF2-40B4-BE49-F238E27FC236}">
                <a16:creationId xmlns:a16="http://schemas.microsoft.com/office/drawing/2014/main" id="{DEEFA27B-1CFC-DF34-90FF-F8B5F081E5A0}"/>
              </a:ext>
            </a:extLst>
          </p:cNvPr>
          <p:cNvGrpSpPr/>
          <p:nvPr/>
        </p:nvGrpSpPr>
        <p:grpSpPr>
          <a:xfrm>
            <a:off x="4474871" y="1188721"/>
            <a:ext cx="3242258" cy="1199401"/>
            <a:chOff x="4530142" y="1188720"/>
            <a:chExt cx="3242258" cy="1199401"/>
          </a:xfrm>
        </p:grpSpPr>
        <p:sp>
          <p:nvSpPr>
            <p:cNvPr id="19" name="TextBox 18">
              <a:extLst>
                <a:ext uri="{FF2B5EF4-FFF2-40B4-BE49-F238E27FC236}">
                  <a16:creationId xmlns:a16="http://schemas.microsoft.com/office/drawing/2014/main" id="{70A8D445-8D85-B62A-2EA1-FFE33A633B26}"/>
                </a:ext>
              </a:extLst>
            </p:cNvPr>
            <p:cNvSpPr txBox="1"/>
            <p:nvPr/>
          </p:nvSpPr>
          <p:spPr>
            <a:xfrm>
              <a:off x="4549144" y="2047240"/>
              <a:ext cx="3204252" cy="340881"/>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400" b="1" i="0" u="none" strike="noStrike" kern="1200" cap="none" spc="0" normalizeH="0" baseline="0" noProof="0">
                  <a:ln>
                    <a:noFill/>
                  </a:ln>
                  <a:solidFill>
                    <a:srgbClr val="000000"/>
                  </a:solidFill>
                  <a:effectLst/>
                  <a:uLnTx/>
                  <a:uFillTx/>
                  <a:latin typeface="Segoe UI Black" panose="020B0A02040204020203" pitchFamily="34" charset="0"/>
                  <a:ea typeface="Segoe UI Black" panose="020B0A02040204020203" pitchFamily="34" charset="0"/>
                  <a:cs typeface="+mn-cs"/>
                </a:rPr>
                <a:t>MEDIUM</a:t>
              </a:r>
            </a:p>
          </p:txBody>
        </p:sp>
        <p:sp>
          <p:nvSpPr>
            <p:cNvPr id="20" name="TextBox 19">
              <a:extLst>
                <a:ext uri="{FF2B5EF4-FFF2-40B4-BE49-F238E27FC236}">
                  <a16:creationId xmlns:a16="http://schemas.microsoft.com/office/drawing/2014/main" id="{2990E9B2-4EE4-E529-C50D-6B3CE90EC66F}"/>
                </a:ext>
              </a:extLst>
            </p:cNvPr>
            <p:cNvSpPr txBox="1"/>
            <p:nvPr/>
          </p:nvSpPr>
          <p:spPr>
            <a:xfrm>
              <a:off x="4530142" y="1188720"/>
              <a:ext cx="3242258" cy="720224"/>
            </a:xfrm>
            <a:prstGeom prst="rect">
              <a:avLst/>
            </a:prstGeom>
            <a:noFill/>
          </p:spPr>
          <p:txBody>
            <a:bodyPr wrap="square" lIns="0" tIns="0" rIns="0" bIns="0" rtlCol="0" anchor="b">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95000"/>
                      <a:lumOff val="5000"/>
                    </a:srgbClr>
                  </a:solidFill>
                  <a:effectLst/>
                  <a:uLnTx/>
                  <a:uFillTx/>
                  <a:latin typeface="Calibri"/>
                  <a:ea typeface="+mn-ea"/>
                  <a:cs typeface="Arial" pitchFamily="34" charset="0"/>
                </a:rPr>
                <a:t>This is a sample text. Insert your desired text here. </a:t>
              </a:r>
            </a:p>
          </p:txBody>
        </p:sp>
      </p:grpSp>
      <p:sp>
        <p:nvSpPr>
          <p:cNvPr id="21" name="Oval 20">
            <a:extLst>
              <a:ext uri="{FF2B5EF4-FFF2-40B4-BE49-F238E27FC236}">
                <a16:creationId xmlns:a16="http://schemas.microsoft.com/office/drawing/2014/main" id="{69C1D698-7011-E25E-3344-DFE20647BBFD}"/>
              </a:ext>
            </a:extLst>
          </p:cNvPr>
          <p:cNvSpPr/>
          <p:nvPr/>
        </p:nvSpPr>
        <p:spPr>
          <a:xfrm>
            <a:off x="5121138" y="3978201"/>
            <a:ext cx="1949724" cy="1949724"/>
          </a:xfrm>
          <a:prstGeom prst="ellipse">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FFFFFF"/>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35D5EE4B-0B4E-D335-A50F-A9834777FF52}"/>
              </a:ext>
            </a:extLst>
          </p:cNvPr>
          <p:cNvSpPr txBox="1"/>
          <p:nvPr/>
        </p:nvSpPr>
        <p:spPr>
          <a:xfrm>
            <a:off x="5485097" y="4476012"/>
            <a:ext cx="1221809" cy="954107"/>
          </a:xfrm>
          <a:prstGeom prst="rect">
            <a:avLst/>
          </a:prstGeom>
          <a:noFill/>
        </p:spPr>
        <p:txBody>
          <a:bodyPr wrap="non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800" b="1" i="0" u="none" strike="noStrike" kern="1200" cap="none" spc="0" normalizeH="0" baseline="0" noProof="0">
                <a:ln>
                  <a:noFill/>
                </a:ln>
                <a:solidFill>
                  <a:srgbClr val="000000"/>
                </a:solidFill>
                <a:effectLst/>
                <a:uLnTx/>
                <a:uFillTx/>
                <a:latin typeface="Segoe UI Black" panose="020B0A02040204020203" pitchFamily="34" charset="0"/>
                <a:ea typeface="Segoe UI Black" panose="020B0A02040204020203" pitchFamily="34" charset="0"/>
                <a:cs typeface="+mn-cs"/>
              </a:rPr>
              <a:t>RISK</a:t>
            </a:r>
          </a:p>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800" b="1" i="0" u="none" strike="noStrike" kern="1200" cap="none" spc="0" normalizeH="0" baseline="0" noProof="0">
                <a:ln>
                  <a:noFill/>
                </a:ln>
                <a:solidFill>
                  <a:srgbClr val="000000"/>
                </a:solidFill>
                <a:effectLst/>
                <a:uLnTx/>
                <a:uFillTx/>
                <a:latin typeface="Segoe UI Black" panose="020B0A02040204020203" pitchFamily="34" charset="0"/>
                <a:ea typeface="Segoe UI Black" panose="020B0A02040204020203" pitchFamily="34" charset="0"/>
                <a:cs typeface="+mn-cs"/>
              </a:rPr>
              <a:t>LEVEL</a:t>
            </a:r>
          </a:p>
        </p:txBody>
      </p:sp>
    </p:spTree>
    <p:extLst>
      <p:ext uri="{BB962C8B-B14F-4D97-AF65-F5344CB8AC3E}">
        <p14:creationId xmlns:p14="http://schemas.microsoft.com/office/powerpoint/2010/main" val="72137586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2E9ADDC7-D404-7143-9822-C813B79D0C7E}"/>
              </a:ext>
            </a:extLst>
          </p:cNvPr>
          <p:cNvSpPr/>
          <p:nvPr/>
        </p:nvSpPr>
        <p:spPr>
          <a:xfrm>
            <a:off x="1065196" y="1437373"/>
            <a:ext cx="10613456" cy="5056471"/>
          </a:xfrm>
          <a:prstGeom prst="roundRect">
            <a:avLst>
              <a:gd name="adj" fmla="val 1357"/>
            </a:avLst>
          </a:prstGeom>
          <a:solidFill>
            <a:schemeClr val="bg1"/>
          </a:solidFill>
          <a:ln>
            <a:noFill/>
          </a:ln>
          <a:effectLst>
            <a:outerShdw blurRad="25400" dist="12700" dir="5400000" algn="ctr" rotWithShape="0">
              <a:srgbClr val="000000">
                <a:alpha val="23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BR" sz="2400" b="0" i="0" u="none" strike="noStrike" kern="1200" cap="none" spc="0" normalizeH="0" baseline="0" noProof="0">
              <a:ln>
                <a:noFill/>
              </a:ln>
              <a:solidFill>
                <a:srgbClr val="FFFFFF"/>
              </a:solidFill>
              <a:effectLst/>
              <a:uLnTx/>
              <a:uFillTx/>
              <a:latin typeface="Calibri"/>
              <a:ea typeface="+mn-ea"/>
              <a:cs typeface="+mn-cs"/>
            </a:endParaRPr>
          </a:p>
        </p:txBody>
      </p:sp>
      <p:sp>
        <p:nvSpPr>
          <p:cNvPr id="8" name="Rectangle 7">
            <a:extLst>
              <a:ext uri="{FF2B5EF4-FFF2-40B4-BE49-F238E27FC236}">
                <a16:creationId xmlns:a16="http://schemas.microsoft.com/office/drawing/2014/main" id="{0E7331B5-1A5B-FB48-AC9B-7ED212C46A60}"/>
              </a:ext>
            </a:extLst>
          </p:cNvPr>
          <p:cNvSpPr/>
          <p:nvPr/>
        </p:nvSpPr>
        <p:spPr>
          <a:xfrm>
            <a:off x="1065195" y="2265872"/>
            <a:ext cx="10613455" cy="959928"/>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BR" sz="2400" b="0" i="0" u="none" strike="noStrike" kern="1200" cap="none" spc="0" normalizeH="0" baseline="0" noProof="0">
              <a:ln>
                <a:noFill/>
              </a:ln>
              <a:solidFill>
                <a:srgbClr val="FFFFFF"/>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0827E452-5654-C846-9D43-C5E9ED339C40}"/>
              </a:ext>
            </a:extLst>
          </p:cNvPr>
          <p:cNvSpPr/>
          <p:nvPr/>
        </p:nvSpPr>
        <p:spPr>
          <a:xfrm>
            <a:off x="1065195" y="4302194"/>
            <a:ext cx="10613455" cy="1080444"/>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BR" sz="24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ounded Rectangle 11">
            <a:extLst>
              <a:ext uri="{FF2B5EF4-FFF2-40B4-BE49-F238E27FC236}">
                <a16:creationId xmlns:a16="http://schemas.microsoft.com/office/drawing/2014/main" id="{416A7498-C005-BA41-967E-050967930E00}"/>
              </a:ext>
            </a:extLst>
          </p:cNvPr>
          <p:cNvSpPr/>
          <p:nvPr/>
        </p:nvSpPr>
        <p:spPr>
          <a:xfrm>
            <a:off x="678427" y="2491783"/>
            <a:ext cx="2135112" cy="508108"/>
          </a:xfrm>
          <a:prstGeom prst="roundRect">
            <a:avLst>
              <a:gd name="adj" fmla="val 25863"/>
            </a:avLst>
          </a:prstGeom>
          <a:solidFill>
            <a:schemeClr val="accent1"/>
          </a:solidFill>
          <a:ln>
            <a:noFill/>
          </a:ln>
          <a:effectLst>
            <a:outerShdw blurRad="215900" dist="50800" dir="5400000" algn="ctr" rotWithShape="0">
              <a:schemeClr val="accent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14" name="Rounded Rectangle 13">
            <a:extLst>
              <a:ext uri="{FF2B5EF4-FFF2-40B4-BE49-F238E27FC236}">
                <a16:creationId xmlns:a16="http://schemas.microsoft.com/office/drawing/2014/main" id="{EC9E2F0C-E5F5-694E-B0D0-F1BB34B662A3}"/>
              </a:ext>
            </a:extLst>
          </p:cNvPr>
          <p:cNvSpPr/>
          <p:nvPr/>
        </p:nvSpPr>
        <p:spPr>
          <a:xfrm>
            <a:off x="678427" y="3537367"/>
            <a:ext cx="2135112" cy="508108"/>
          </a:xfrm>
          <a:prstGeom prst="roundRect">
            <a:avLst>
              <a:gd name="adj" fmla="val 25863"/>
            </a:avLst>
          </a:prstGeom>
          <a:solidFill>
            <a:schemeClr val="accent1"/>
          </a:solidFill>
          <a:ln>
            <a:noFill/>
          </a:ln>
          <a:effectLst>
            <a:outerShdw blurRad="215900" dist="50800" dir="5400000" algn="ctr" rotWithShape="0">
              <a:schemeClr val="accent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16" name="Rounded Rectangle 15">
            <a:extLst>
              <a:ext uri="{FF2B5EF4-FFF2-40B4-BE49-F238E27FC236}">
                <a16:creationId xmlns:a16="http://schemas.microsoft.com/office/drawing/2014/main" id="{33364DFB-97CA-F641-8D38-D2F2B0AD1AEF}"/>
              </a:ext>
            </a:extLst>
          </p:cNvPr>
          <p:cNvSpPr/>
          <p:nvPr/>
        </p:nvSpPr>
        <p:spPr>
          <a:xfrm>
            <a:off x="678427" y="4588362"/>
            <a:ext cx="2135112" cy="508108"/>
          </a:xfrm>
          <a:prstGeom prst="roundRect">
            <a:avLst>
              <a:gd name="adj" fmla="val 25863"/>
            </a:avLst>
          </a:prstGeom>
          <a:solidFill>
            <a:schemeClr val="accent1"/>
          </a:solidFill>
          <a:ln>
            <a:noFill/>
          </a:ln>
          <a:effectLst>
            <a:outerShdw blurRad="215900" dist="50800" dir="5400000" algn="ctr" rotWithShape="0">
              <a:schemeClr val="accent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18" name="Rounded Rectangle 17">
            <a:extLst>
              <a:ext uri="{FF2B5EF4-FFF2-40B4-BE49-F238E27FC236}">
                <a16:creationId xmlns:a16="http://schemas.microsoft.com/office/drawing/2014/main" id="{CDB5373F-12F2-5644-8B33-94E44561DB7F}"/>
              </a:ext>
            </a:extLst>
          </p:cNvPr>
          <p:cNvSpPr/>
          <p:nvPr/>
        </p:nvSpPr>
        <p:spPr>
          <a:xfrm>
            <a:off x="678427" y="5695351"/>
            <a:ext cx="2135112" cy="508108"/>
          </a:xfrm>
          <a:prstGeom prst="roundRect">
            <a:avLst>
              <a:gd name="adj" fmla="val 25863"/>
            </a:avLst>
          </a:prstGeom>
          <a:solidFill>
            <a:schemeClr val="accent1"/>
          </a:solidFill>
          <a:ln>
            <a:noFill/>
          </a:ln>
          <a:effectLst>
            <a:outerShdw blurRad="215900" dist="50800" dir="5400000" algn="ctr" rotWithShape="0">
              <a:schemeClr val="accent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2" name="Title 1">
            <a:extLst>
              <a:ext uri="{FF2B5EF4-FFF2-40B4-BE49-F238E27FC236}">
                <a16:creationId xmlns:a16="http://schemas.microsoft.com/office/drawing/2014/main" id="{995DFC61-1EF8-E648-9391-A4327964142D}"/>
              </a:ext>
            </a:extLst>
          </p:cNvPr>
          <p:cNvSpPr>
            <a:spLocks noGrp="1"/>
          </p:cNvSpPr>
          <p:nvPr>
            <p:ph type="title"/>
          </p:nvPr>
        </p:nvSpPr>
        <p:spPr/>
        <p:txBody>
          <a:bodyPr/>
          <a:lstStyle/>
          <a:p>
            <a:r>
              <a:rPr lang="es-UY"/>
              <a:t>Simple </a:t>
            </a:r>
            <a:r>
              <a:rPr lang="en-BR"/>
              <a:t>Project Status Slide Template</a:t>
            </a:r>
          </a:p>
        </p:txBody>
      </p:sp>
      <p:sp>
        <p:nvSpPr>
          <p:cNvPr id="6" name="Rounded Rectangle 5">
            <a:extLst>
              <a:ext uri="{FF2B5EF4-FFF2-40B4-BE49-F238E27FC236}">
                <a16:creationId xmlns:a16="http://schemas.microsoft.com/office/drawing/2014/main" id="{A0E63C5C-75C6-024D-901A-268ACC91D8A1}"/>
              </a:ext>
            </a:extLst>
          </p:cNvPr>
          <p:cNvSpPr/>
          <p:nvPr/>
        </p:nvSpPr>
        <p:spPr>
          <a:xfrm>
            <a:off x="678427" y="1598839"/>
            <a:ext cx="2135112" cy="508108"/>
          </a:xfrm>
          <a:prstGeom prst="roundRect">
            <a:avLst>
              <a:gd name="adj" fmla="val 25863"/>
            </a:avLst>
          </a:prstGeom>
          <a:solidFill>
            <a:schemeClr val="accent1"/>
          </a:solidFill>
          <a:ln>
            <a:noFill/>
          </a:ln>
          <a:effectLst>
            <a:outerShdw blurRad="215900" dist="50800" dir="5400000" algn="ctr" rotWithShape="0">
              <a:schemeClr val="accent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7" name="TextBox 6">
            <a:extLst>
              <a:ext uri="{FF2B5EF4-FFF2-40B4-BE49-F238E27FC236}">
                <a16:creationId xmlns:a16="http://schemas.microsoft.com/office/drawing/2014/main" id="{BCD20056-17E3-1941-894B-2A9EB66217E5}"/>
              </a:ext>
            </a:extLst>
          </p:cNvPr>
          <p:cNvSpPr txBox="1"/>
          <p:nvPr/>
        </p:nvSpPr>
        <p:spPr>
          <a:xfrm>
            <a:off x="1098993" y="1729782"/>
            <a:ext cx="1293983" cy="246221"/>
          </a:xfrm>
          <a:prstGeom prst="rect">
            <a:avLst/>
          </a:prstGeom>
          <a:noFill/>
        </p:spPr>
        <p:txBody>
          <a:bodyPr wrap="square" lIns="0" tIns="0" r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Project</a:t>
            </a:r>
          </a:p>
        </p:txBody>
      </p:sp>
      <p:sp>
        <p:nvSpPr>
          <p:cNvPr id="11" name="TextBox 10">
            <a:extLst>
              <a:ext uri="{FF2B5EF4-FFF2-40B4-BE49-F238E27FC236}">
                <a16:creationId xmlns:a16="http://schemas.microsoft.com/office/drawing/2014/main" id="{12C4FC67-887A-674D-91B0-ABB5A9C5152A}"/>
              </a:ext>
            </a:extLst>
          </p:cNvPr>
          <p:cNvSpPr txBox="1"/>
          <p:nvPr/>
        </p:nvSpPr>
        <p:spPr>
          <a:xfrm>
            <a:off x="3251200" y="1701377"/>
            <a:ext cx="36576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You can enter the project name here.</a:t>
            </a:r>
          </a:p>
        </p:txBody>
      </p:sp>
      <p:sp>
        <p:nvSpPr>
          <p:cNvPr id="13" name="TextBox 12">
            <a:extLst>
              <a:ext uri="{FF2B5EF4-FFF2-40B4-BE49-F238E27FC236}">
                <a16:creationId xmlns:a16="http://schemas.microsoft.com/office/drawing/2014/main" id="{A7B9F028-8AAA-5043-859B-B95DB17BAC61}"/>
              </a:ext>
            </a:extLst>
          </p:cNvPr>
          <p:cNvSpPr txBox="1"/>
          <p:nvPr/>
        </p:nvSpPr>
        <p:spPr>
          <a:xfrm>
            <a:off x="1025479" y="2622726"/>
            <a:ext cx="1441008" cy="246221"/>
          </a:xfrm>
          <a:prstGeom prst="rect">
            <a:avLst/>
          </a:prstGeom>
          <a:noFill/>
        </p:spPr>
        <p:txBody>
          <a:bodyPr wrap="square" lIns="0" tIns="0" r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Overall Status</a:t>
            </a:r>
          </a:p>
        </p:txBody>
      </p:sp>
      <p:sp>
        <p:nvSpPr>
          <p:cNvPr id="15" name="TextBox 14">
            <a:extLst>
              <a:ext uri="{FF2B5EF4-FFF2-40B4-BE49-F238E27FC236}">
                <a16:creationId xmlns:a16="http://schemas.microsoft.com/office/drawing/2014/main" id="{27D293B5-1C30-3647-B1CB-AC2F5960EE4C}"/>
              </a:ext>
            </a:extLst>
          </p:cNvPr>
          <p:cNvSpPr txBox="1"/>
          <p:nvPr/>
        </p:nvSpPr>
        <p:spPr>
          <a:xfrm>
            <a:off x="884838" y="3652435"/>
            <a:ext cx="1722292" cy="246221"/>
          </a:xfrm>
          <a:prstGeom prst="rect">
            <a:avLst/>
          </a:prstGeom>
          <a:noFill/>
        </p:spPr>
        <p:txBody>
          <a:bodyPr wrap="square" lIns="0" tIns="0" r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Accomplishments</a:t>
            </a:r>
          </a:p>
        </p:txBody>
      </p:sp>
      <p:sp>
        <p:nvSpPr>
          <p:cNvPr id="17" name="TextBox 16">
            <a:extLst>
              <a:ext uri="{FF2B5EF4-FFF2-40B4-BE49-F238E27FC236}">
                <a16:creationId xmlns:a16="http://schemas.microsoft.com/office/drawing/2014/main" id="{AC9FFDAB-A0A5-D940-BA9A-3038A86F3C15}"/>
              </a:ext>
            </a:extLst>
          </p:cNvPr>
          <p:cNvSpPr txBox="1"/>
          <p:nvPr/>
        </p:nvSpPr>
        <p:spPr>
          <a:xfrm>
            <a:off x="1098993" y="4719305"/>
            <a:ext cx="1293983" cy="246221"/>
          </a:xfrm>
          <a:prstGeom prst="rect">
            <a:avLst/>
          </a:prstGeom>
          <a:noFill/>
        </p:spPr>
        <p:txBody>
          <a:bodyPr wrap="square" lIns="0" tIns="0" r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Critical Issues</a:t>
            </a:r>
          </a:p>
        </p:txBody>
      </p:sp>
      <p:sp>
        <p:nvSpPr>
          <p:cNvPr id="19" name="TextBox 18">
            <a:extLst>
              <a:ext uri="{FF2B5EF4-FFF2-40B4-BE49-F238E27FC236}">
                <a16:creationId xmlns:a16="http://schemas.microsoft.com/office/drawing/2014/main" id="{8B9F532D-BB07-DD48-9CD0-65F43B939F5C}"/>
              </a:ext>
            </a:extLst>
          </p:cNvPr>
          <p:cNvSpPr txBox="1"/>
          <p:nvPr/>
        </p:nvSpPr>
        <p:spPr>
          <a:xfrm>
            <a:off x="1098993" y="5826294"/>
            <a:ext cx="1293983" cy="246221"/>
          </a:xfrm>
          <a:prstGeom prst="rect">
            <a:avLst/>
          </a:prstGeom>
          <a:noFill/>
        </p:spPr>
        <p:txBody>
          <a:bodyPr wrap="square" lIns="0" tIns="0" r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Major Risks</a:t>
            </a:r>
          </a:p>
        </p:txBody>
      </p:sp>
      <p:sp>
        <p:nvSpPr>
          <p:cNvPr id="22" name="TextBox 21">
            <a:extLst>
              <a:ext uri="{FF2B5EF4-FFF2-40B4-BE49-F238E27FC236}">
                <a16:creationId xmlns:a16="http://schemas.microsoft.com/office/drawing/2014/main" id="{8D8E2E02-8C92-0C4A-8C99-EA7ED276B0D1}"/>
              </a:ext>
            </a:extLst>
          </p:cNvPr>
          <p:cNvSpPr txBox="1"/>
          <p:nvPr/>
        </p:nvSpPr>
        <p:spPr>
          <a:xfrm>
            <a:off x="7010400" y="2622726"/>
            <a:ext cx="103632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Cost (plan)</a:t>
            </a:r>
          </a:p>
        </p:txBody>
      </p:sp>
      <p:sp>
        <p:nvSpPr>
          <p:cNvPr id="23" name="TextBox 22">
            <a:extLst>
              <a:ext uri="{FF2B5EF4-FFF2-40B4-BE49-F238E27FC236}">
                <a16:creationId xmlns:a16="http://schemas.microsoft.com/office/drawing/2014/main" id="{9F2A1E45-257E-3B43-9B6E-3B6291FD2656}"/>
              </a:ext>
            </a:extLst>
          </p:cNvPr>
          <p:cNvSpPr txBox="1"/>
          <p:nvPr/>
        </p:nvSpPr>
        <p:spPr>
          <a:xfrm>
            <a:off x="9168384" y="2622726"/>
            <a:ext cx="1194816"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Cost (actual)</a:t>
            </a:r>
          </a:p>
        </p:txBody>
      </p:sp>
      <p:sp>
        <p:nvSpPr>
          <p:cNvPr id="24" name="TextBox 23">
            <a:extLst>
              <a:ext uri="{FF2B5EF4-FFF2-40B4-BE49-F238E27FC236}">
                <a16:creationId xmlns:a16="http://schemas.microsoft.com/office/drawing/2014/main" id="{397C1E83-8E3E-A74E-8FBE-A2E6B75D47D4}"/>
              </a:ext>
            </a:extLst>
          </p:cNvPr>
          <p:cNvSpPr txBox="1"/>
          <p:nvPr/>
        </p:nvSpPr>
        <p:spPr>
          <a:xfrm>
            <a:off x="8046720" y="2438578"/>
            <a:ext cx="1036320" cy="492443"/>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200</a:t>
            </a:r>
          </a:p>
        </p:txBody>
      </p:sp>
      <p:sp>
        <p:nvSpPr>
          <p:cNvPr id="25" name="TextBox 24">
            <a:extLst>
              <a:ext uri="{FF2B5EF4-FFF2-40B4-BE49-F238E27FC236}">
                <a16:creationId xmlns:a16="http://schemas.microsoft.com/office/drawing/2014/main" id="{0D6CD964-16BA-9F4E-B21E-B030966F2A06}"/>
              </a:ext>
            </a:extLst>
          </p:cNvPr>
          <p:cNvSpPr txBox="1"/>
          <p:nvPr/>
        </p:nvSpPr>
        <p:spPr>
          <a:xfrm>
            <a:off x="10411969" y="2438578"/>
            <a:ext cx="754553" cy="492443"/>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399</a:t>
            </a:r>
          </a:p>
        </p:txBody>
      </p:sp>
      <p:sp>
        <p:nvSpPr>
          <p:cNvPr id="26" name="TextBox 25">
            <a:extLst>
              <a:ext uri="{FF2B5EF4-FFF2-40B4-BE49-F238E27FC236}">
                <a16:creationId xmlns:a16="http://schemas.microsoft.com/office/drawing/2014/main" id="{804A538E-41FC-0C41-8EE4-68067FFAB612}"/>
              </a:ext>
            </a:extLst>
          </p:cNvPr>
          <p:cNvSpPr txBox="1"/>
          <p:nvPr/>
        </p:nvSpPr>
        <p:spPr>
          <a:xfrm>
            <a:off x="3251200" y="3469217"/>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You can enter the accomplishments here.</a:t>
            </a:r>
          </a:p>
        </p:txBody>
      </p:sp>
      <p:sp>
        <p:nvSpPr>
          <p:cNvPr id="27" name="TextBox 26">
            <a:extLst>
              <a:ext uri="{FF2B5EF4-FFF2-40B4-BE49-F238E27FC236}">
                <a16:creationId xmlns:a16="http://schemas.microsoft.com/office/drawing/2014/main" id="{35EA5793-64AA-324F-840B-487025EDDE54}"/>
              </a:ext>
            </a:extLst>
          </p:cNvPr>
          <p:cNvSpPr txBox="1"/>
          <p:nvPr/>
        </p:nvSpPr>
        <p:spPr>
          <a:xfrm>
            <a:off x="3251200" y="3810593"/>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Enter more accomplishments here.</a:t>
            </a:r>
          </a:p>
        </p:txBody>
      </p:sp>
      <p:sp>
        <p:nvSpPr>
          <p:cNvPr id="28" name="TextBox 27">
            <a:extLst>
              <a:ext uri="{FF2B5EF4-FFF2-40B4-BE49-F238E27FC236}">
                <a16:creationId xmlns:a16="http://schemas.microsoft.com/office/drawing/2014/main" id="{A6E588DE-3E28-2542-ACBD-66A446B2F01D}"/>
              </a:ext>
            </a:extLst>
          </p:cNvPr>
          <p:cNvSpPr txBox="1"/>
          <p:nvPr/>
        </p:nvSpPr>
        <p:spPr>
          <a:xfrm>
            <a:off x="7347712" y="3469217"/>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You can enter the accomplishments here.</a:t>
            </a:r>
          </a:p>
        </p:txBody>
      </p:sp>
      <p:sp>
        <p:nvSpPr>
          <p:cNvPr id="29" name="TextBox 28">
            <a:extLst>
              <a:ext uri="{FF2B5EF4-FFF2-40B4-BE49-F238E27FC236}">
                <a16:creationId xmlns:a16="http://schemas.microsoft.com/office/drawing/2014/main" id="{7B6432E6-DC5C-954D-A59E-5815DC1C20F0}"/>
              </a:ext>
            </a:extLst>
          </p:cNvPr>
          <p:cNvSpPr txBox="1"/>
          <p:nvPr/>
        </p:nvSpPr>
        <p:spPr>
          <a:xfrm>
            <a:off x="7347712" y="3810593"/>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Enter more accomplishments here.</a:t>
            </a:r>
          </a:p>
        </p:txBody>
      </p:sp>
      <p:sp>
        <p:nvSpPr>
          <p:cNvPr id="30" name="Rounded Rectangle 29">
            <a:extLst>
              <a:ext uri="{FF2B5EF4-FFF2-40B4-BE49-F238E27FC236}">
                <a16:creationId xmlns:a16="http://schemas.microsoft.com/office/drawing/2014/main" id="{3670F32F-3938-F14B-BD6B-042646FFF3F7}"/>
              </a:ext>
            </a:extLst>
          </p:cNvPr>
          <p:cNvSpPr/>
          <p:nvPr/>
        </p:nvSpPr>
        <p:spPr>
          <a:xfrm>
            <a:off x="2994908" y="2565422"/>
            <a:ext cx="1095545" cy="360831"/>
          </a:xfrm>
          <a:prstGeom prst="roundRect">
            <a:avLst>
              <a:gd name="adj" fmla="val 31861"/>
            </a:avLst>
          </a:prstGeom>
          <a:solidFill>
            <a:schemeClr val="accent3"/>
          </a:solidFill>
          <a:ln>
            <a:noFill/>
          </a:ln>
          <a:effectLst>
            <a:outerShdw blurRad="215900" dist="50800" dir="5400000" algn="ctr" rotWithShape="0">
              <a:schemeClr val="accent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5EAC6FFB-2694-774C-B577-DF008BA6DBD9}"/>
              </a:ext>
            </a:extLst>
          </p:cNvPr>
          <p:cNvSpPr txBox="1"/>
          <p:nvPr/>
        </p:nvSpPr>
        <p:spPr>
          <a:xfrm>
            <a:off x="3194940" y="2638115"/>
            <a:ext cx="695477" cy="215444"/>
          </a:xfrm>
          <a:prstGeom prst="rect">
            <a:avLst/>
          </a:prstGeom>
          <a:noFill/>
        </p:spPr>
        <p:txBody>
          <a:bodyPr wrap="square" lIns="0" tIns="0" r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TIME</a:t>
            </a:r>
          </a:p>
        </p:txBody>
      </p:sp>
      <p:sp>
        <p:nvSpPr>
          <p:cNvPr id="34" name="Rounded Rectangle 33">
            <a:extLst>
              <a:ext uri="{FF2B5EF4-FFF2-40B4-BE49-F238E27FC236}">
                <a16:creationId xmlns:a16="http://schemas.microsoft.com/office/drawing/2014/main" id="{985321AE-4B5A-054F-8CAD-3BA8784F8899}"/>
              </a:ext>
            </a:extLst>
          </p:cNvPr>
          <p:cNvSpPr/>
          <p:nvPr/>
        </p:nvSpPr>
        <p:spPr>
          <a:xfrm>
            <a:off x="4214108" y="2565422"/>
            <a:ext cx="1095545" cy="360831"/>
          </a:xfrm>
          <a:prstGeom prst="roundRect">
            <a:avLst>
              <a:gd name="adj" fmla="val 31861"/>
            </a:avLst>
          </a:prstGeom>
          <a:solidFill>
            <a:schemeClr val="accent4"/>
          </a:solidFill>
          <a:ln>
            <a:noFill/>
          </a:ln>
          <a:effectLst>
            <a:outerShdw blurRad="215900" dist="50800" dir="5400000" algn="ctr" rotWithShape="0">
              <a:schemeClr val="accent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C7480ED0-A85D-3D4D-A833-C8027597EADC}"/>
              </a:ext>
            </a:extLst>
          </p:cNvPr>
          <p:cNvSpPr txBox="1"/>
          <p:nvPr/>
        </p:nvSpPr>
        <p:spPr>
          <a:xfrm>
            <a:off x="4379368" y="2645331"/>
            <a:ext cx="765025" cy="215444"/>
          </a:xfrm>
          <a:prstGeom prst="rect">
            <a:avLst/>
          </a:prstGeom>
          <a:noFill/>
        </p:spPr>
        <p:txBody>
          <a:bodyPr wrap="square" lIns="0" tIns="0" r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QUALITY</a:t>
            </a:r>
          </a:p>
        </p:txBody>
      </p:sp>
      <p:sp>
        <p:nvSpPr>
          <p:cNvPr id="36" name="Rounded Rectangle 35">
            <a:extLst>
              <a:ext uri="{FF2B5EF4-FFF2-40B4-BE49-F238E27FC236}">
                <a16:creationId xmlns:a16="http://schemas.microsoft.com/office/drawing/2014/main" id="{D5818665-2409-B145-938F-E192786C2671}"/>
              </a:ext>
            </a:extLst>
          </p:cNvPr>
          <p:cNvSpPr/>
          <p:nvPr/>
        </p:nvSpPr>
        <p:spPr>
          <a:xfrm>
            <a:off x="5433308" y="2565422"/>
            <a:ext cx="1095545" cy="360831"/>
          </a:xfrm>
          <a:prstGeom prst="roundRect">
            <a:avLst>
              <a:gd name="adj" fmla="val 31861"/>
            </a:avLst>
          </a:prstGeom>
          <a:solidFill>
            <a:schemeClr val="accent5"/>
          </a:solidFill>
          <a:ln>
            <a:noFill/>
          </a:ln>
          <a:effectLst>
            <a:outerShdw blurRad="215900" dist="50800" dir="5400000" algn="ctr" rotWithShape="0">
              <a:schemeClr val="accent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939FA5E4-2EF2-1846-A602-E39E37B08B63}"/>
              </a:ext>
            </a:extLst>
          </p:cNvPr>
          <p:cNvSpPr txBox="1"/>
          <p:nvPr/>
        </p:nvSpPr>
        <p:spPr>
          <a:xfrm>
            <a:off x="5598568" y="2638115"/>
            <a:ext cx="765025" cy="215444"/>
          </a:xfrm>
          <a:prstGeom prst="rect">
            <a:avLst/>
          </a:prstGeom>
          <a:noFill/>
        </p:spPr>
        <p:txBody>
          <a:bodyPr wrap="square" lIns="0" tIns="0" r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rPr>
              <a:t>BUDGET</a:t>
            </a:r>
          </a:p>
        </p:txBody>
      </p:sp>
      <p:sp>
        <p:nvSpPr>
          <p:cNvPr id="38" name="TextBox 37">
            <a:extLst>
              <a:ext uri="{FF2B5EF4-FFF2-40B4-BE49-F238E27FC236}">
                <a16:creationId xmlns:a16="http://schemas.microsoft.com/office/drawing/2014/main" id="{0AB575D8-17BB-B642-93E2-012613DEBF4F}"/>
              </a:ext>
            </a:extLst>
          </p:cNvPr>
          <p:cNvSpPr txBox="1"/>
          <p:nvPr/>
        </p:nvSpPr>
        <p:spPr>
          <a:xfrm>
            <a:off x="3251200" y="4522162"/>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You can enter the critical issues here.</a:t>
            </a:r>
          </a:p>
        </p:txBody>
      </p:sp>
      <p:sp>
        <p:nvSpPr>
          <p:cNvPr id="39" name="TextBox 38">
            <a:extLst>
              <a:ext uri="{FF2B5EF4-FFF2-40B4-BE49-F238E27FC236}">
                <a16:creationId xmlns:a16="http://schemas.microsoft.com/office/drawing/2014/main" id="{107AB7B4-3EAB-4C41-90BA-E3D4EDB8F074}"/>
              </a:ext>
            </a:extLst>
          </p:cNvPr>
          <p:cNvSpPr txBox="1"/>
          <p:nvPr/>
        </p:nvSpPr>
        <p:spPr>
          <a:xfrm>
            <a:off x="3251200" y="4876838"/>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Enter other critical issues here.</a:t>
            </a:r>
          </a:p>
        </p:txBody>
      </p:sp>
      <p:sp>
        <p:nvSpPr>
          <p:cNvPr id="40" name="TextBox 39">
            <a:extLst>
              <a:ext uri="{FF2B5EF4-FFF2-40B4-BE49-F238E27FC236}">
                <a16:creationId xmlns:a16="http://schemas.microsoft.com/office/drawing/2014/main" id="{B27280C6-98E2-F34D-BC67-144B0DD562CB}"/>
              </a:ext>
            </a:extLst>
          </p:cNvPr>
          <p:cNvSpPr txBox="1"/>
          <p:nvPr/>
        </p:nvSpPr>
        <p:spPr>
          <a:xfrm>
            <a:off x="7352145" y="4522162"/>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You can enter the critical issues here.</a:t>
            </a:r>
          </a:p>
        </p:txBody>
      </p:sp>
      <p:sp>
        <p:nvSpPr>
          <p:cNvPr id="41" name="TextBox 40">
            <a:extLst>
              <a:ext uri="{FF2B5EF4-FFF2-40B4-BE49-F238E27FC236}">
                <a16:creationId xmlns:a16="http://schemas.microsoft.com/office/drawing/2014/main" id="{73C06476-1145-AA4F-B523-831A2B35C91D}"/>
              </a:ext>
            </a:extLst>
          </p:cNvPr>
          <p:cNvSpPr txBox="1"/>
          <p:nvPr/>
        </p:nvSpPr>
        <p:spPr>
          <a:xfrm>
            <a:off x="7352145" y="4876838"/>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Enter other critical issues here.</a:t>
            </a:r>
          </a:p>
        </p:txBody>
      </p:sp>
      <p:sp>
        <p:nvSpPr>
          <p:cNvPr id="46" name="TextBox 45">
            <a:extLst>
              <a:ext uri="{FF2B5EF4-FFF2-40B4-BE49-F238E27FC236}">
                <a16:creationId xmlns:a16="http://schemas.microsoft.com/office/drawing/2014/main" id="{E4B252CB-1D9C-D842-8B95-A48F4A1CA3F1}"/>
              </a:ext>
            </a:extLst>
          </p:cNvPr>
          <p:cNvSpPr txBox="1"/>
          <p:nvPr/>
        </p:nvSpPr>
        <p:spPr>
          <a:xfrm>
            <a:off x="3251200" y="5608358"/>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You can enter the major risks here.</a:t>
            </a:r>
          </a:p>
        </p:txBody>
      </p:sp>
      <p:sp>
        <p:nvSpPr>
          <p:cNvPr id="47" name="TextBox 46">
            <a:extLst>
              <a:ext uri="{FF2B5EF4-FFF2-40B4-BE49-F238E27FC236}">
                <a16:creationId xmlns:a16="http://schemas.microsoft.com/office/drawing/2014/main" id="{48473771-A865-E74E-86B8-C732E5E60B25}"/>
              </a:ext>
            </a:extLst>
          </p:cNvPr>
          <p:cNvSpPr txBox="1"/>
          <p:nvPr/>
        </p:nvSpPr>
        <p:spPr>
          <a:xfrm>
            <a:off x="3251200" y="5963034"/>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Enter other major risks here.</a:t>
            </a:r>
          </a:p>
        </p:txBody>
      </p:sp>
      <p:sp>
        <p:nvSpPr>
          <p:cNvPr id="48" name="TextBox 47">
            <a:extLst>
              <a:ext uri="{FF2B5EF4-FFF2-40B4-BE49-F238E27FC236}">
                <a16:creationId xmlns:a16="http://schemas.microsoft.com/office/drawing/2014/main" id="{2609DC7D-F481-B64A-923B-3071169B1B60}"/>
              </a:ext>
            </a:extLst>
          </p:cNvPr>
          <p:cNvSpPr txBox="1"/>
          <p:nvPr/>
        </p:nvSpPr>
        <p:spPr>
          <a:xfrm>
            <a:off x="7352145" y="5608358"/>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You can enter the major risks here.</a:t>
            </a:r>
          </a:p>
        </p:txBody>
      </p:sp>
      <p:sp>
        <p:nvSpPr>
          <p:cNvPr id="49" name="TextBox 48">
            <a:extLst>
              <a:ext uri="{FF2B5EF4-FFF2-40B4-BE49-F238E27FC236}">
                <a16:creationId xmlns:a16="http://schemas.microsoft.com/office/drawing/2014/main" id="{89190C04-BC76-DF43-A09B-1E1590D4D092}"/>
              </a:ext>
            </a:extLst>
          </p:cNvPr>
          <p:cNvSpPr txBox="1"/>
          <p:nvPr/>
        </p:nvSpPr>
        <p:spPr>
          <a:xfrm>
            <a:off x="7352145" y="5963034"/>
            <a:ext cx="375920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Segoe UI" panose="020B0502040204020203" pitchFamily="34" charset="0"/>
                <a:ea typeface="+mn-ea"/>
                <a:cs typeface="Segoe UI" panose="020B0502040204020203" pitchFamily="34" charset="0"/>
              </a:rPr>
              <a:t>Enter other major risks here.</a:t>
            </a:r>
          </a:p>
        </p:txBody>
      </p:sp>
    </p:spTree>
    <p:extLst>
      <p:ext uri="{BB962C8B-B14F-4D97-AF65-F5344CB8AC3E}">
        <p14:creationId xmlns:p14="http://schemas.microsoft.com/office/powerpoint/2010/main" val="31236167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Rounded Corners 2">
            <a:extLst>
              <a:ext uri="{FF2B5EF4-FFF2-40B4-BE49-F238E27FC236}">
                <a16:creationId xmlns:a16="http://schemas.microsoft.com/office/drawing/2014/main" id="{40FD1D45-1512-E9EC-6CC6-18063B7E9245}"/>
              </a:ext>
            </a:extLst>
          </p:cNvPr>
          <p:cNvSpPr/>
          <p:nvPr/>
        </p:nvSpPr>
        <p:spPr>
          <a:xfrm>
            <a:off x="611190" y="1883326"/>
            <a:ext cx="2285999" cy="1074881"/>
          </a:xfrm>
          <a:prstGeom prst="roundRect">
            <a:avLst>
              <a:gd name="adj" fmla="val 788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 name="Rectangle: Rounded Corners 6">
            <a:extLst>
              <a:ext uri="{FF2B5EF4-FFF2-40B4-BE49-F238E27FC236}">
                <a16:creationId xmlns:a16="http://schemas.microsoft.com/office/drawing/2014/main" id="{4D037BA2-B04C-0995-0AAA-32868999D158}"/>
              </a:ext>
            </a:extLst>
          </p:cNvPr>
          <p:cNvSpPr/>
          <p:nvPr/>
        </p:nvSpPr>
        <p:spPr>
          <a:xfrm>
            <a:off x="611190" y="3054189"/>
            <a:ext cx="2285999" cy="1074881"/>
          </a:xfrm>
          <a:prstGeom prst="roundRect">
            <a:avLst>
              <a:gd name="adj" fmla="val 6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8" name="Rectangle: Rounded Corners 7">
            <a:extLst>
              <a:ext uri="{FF2B5EF4-FFF2-40B4-BE49-F238E27FC236}">
                <a16:creationId xmlns:a16="http://schemas.microsoft.com/office/drawing/2014/main" id="{7547AB5A-1149-17BF-09EC-B7C17FBB4E48}"/>
              </a:ext>
            </a:extLst>
          </p:cNvPr>
          <p:cNvSpPr/>
          <p:nvPr/>
        </p:nvSpPr>
        <p:spPr>
          <a:xfrm>
            <a:off x="611190" y="4225050"/>
            <a:ext cx="2285999" cy="1074881"/>
          </a:xfrm>
          <a:prstGeom prst="roundRect">
            <a:avLst>
              <a:gd name="adj" fmla="val 6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0" name="Rectangle: Rounded Corners 9">
            <a:extLst>
              <a:ext uri="{FF2B5EF4-FFF2-40B4-BE49-F238E27FC236}">
                <a16:creationId xmlns:a16="http://schemas.microsoft.com/office/drawing/2014/main" id="{D4F89EBA-E389-5045-D0E5-0C1EFDB22BE6}"/>
              </a:ext>
            </a:extLst>
          </p:cNvPr>
          <p:cNvSpPr/>
          <p:nvPr/>
        </p:nvSpPr>
        <p:spPr>
          <a:xfrm>
            <a:off x="2469486" y="1113022"/>
            <a:ext cx="2212723" cy="4304151"/>
          </a:xfrm>
          <a:prstGeom prst="roundRect">
            <a:avLst>
              <a:gd name="adj" fmla="val 3636"/>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 name="Rectangle: Rounded Corners 14">
            <a:extLst>
              <a:ext uri="{FF2B5EF4-FFF2-40B4-BE49-F238E27FC236}">
                <a16:creationId xmlns:a16="http://schemas.microsoft.com/office/drawing/2014/main" id="{DE118120-E26F-82BE-67E4-4DC5F037D91C}"/>
              </a:ext>
            </a:extLst>
          </p:cNvPr>
          <p:cNvSpPr/>
          <p:nvPr/>
        </p:nvSpPr>
        <p:spPr>
          <a:xfrm>
            <a:off x="4770080" y="1113022"/>
            <a:ext cx="2212723" cy="4304151"/>
          </a:xfrm>
          <a:prstGeom prst="roundRect">
            <a:avLst>
              <a:gd name="adj" fmla="val 3636"/>
            </a:avLst>
          </a:prstGeom>
          <a:solidFill>
            <a:schemeClr val="accent4">
              <a:alpha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6" name="Rectangle: Rounded Corners 15">
            <a:extLst>
              <a:ext uri="{FF2B5EF4-FFF2-40B4-BE49-F238E27FC236}">
                <a16:creationId xmlns:a16="http://schemas.microsoft.com/office/drawing/2014/main" id="{34AE00EC-9D29-CF18-A8E6-1F3AC24B6740}"/>
              </a:ext>
            </a:extLst>
          </p:cNvPr>
          <p:cNvSpPr/>
          <p:nvPr/>
        </p:nvSpPr>
        <p:spPr>
          <a:xfrm>
            <a:off x="7070674" y="1113022"/>
            <a:ext cx="2212723" cy="4304151"/>
          </a:xfrm>
          <a:prstGeom prst="roundRect">
            <a:avLst>
              <a:gd name="adj" fmla="val 3636"/>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7" name="Rectangle: Rounded Corners 16">
            <a:extLst>
              <a:ext uri="{FF2B5EF4-FFF2-40B4-BE49-F238E27FC236}">
                <a16:creationId xmlns:a16="http://schemas.microsoft.com/office/drawing/2014/main" id="{361086F0-3992-AAAC-874D-C6A5A2A67CBE}"/>
              </a:ext>
            </a:extLst>
          </p:cNvPr>
          <p:cNvSpPr/>
          <p:nvPr/>
        </p:nvSpPr>
        <p:spPr>
          <a:xfrm>
            <a:off x="9371267" y="1113022"/>
            <a:ext cx="2212723" cy="4304151"/>
          </a:xfrm>
          <a:prstGeom prst="roundRect">
            <a:avLst>
              <a:gd name="adj" fmla="val 3636"/>
            </a:avLst>
          </a:prstGeom>
          <a:solidFill>
            <a:schemeClr val="accent4">
              <a:alpha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 name="Title 1">
            <a:extLst>
              <a:ext uri="{FF2B5EF4-FFF2-40B4-BE49-F238E27FC236}">
                <a16:creationId xmlns:a16="http://schemas.microsoft.com/office/drawing/2014/main" id="{9C6F85F7-EC12-A52E-1076-BCEA45196D68}"/>
              </a:ext>
            </a:extLst>
          </p:cNvPr>
          <p:cNvSpPr>
            <a:spLocks noGrp="1"/>
          </p:cNvSpPr>
          <p:nvPr>
            <p:ph type="title"/>
          </p:nvPr>
        </p:nvSpPr>
        <p:spPr>
          <a:xfrm>
            <a:off x="611030" y="274640"/>
            <a:ext cx="10969943" cy="711081"/>
          </a:xfrm>
        </p:spPr>
        <p:txBody>
          <a:bodyPr/>
          <a:lstStyle/>
          <a:p>
            <a:r>
              <a:rPr lang="en-IN" b="0" i="0">
                <a:solidFill>
                  <a:schemeClr val="tx1">
                    <a:lumMod val="85000"/>
                    <a:lumOff val="15000"/>
                  </a:schemeClr>
                </a:solidFill>
                <a:effectLst/>
              </a:rPr>
              <a:t>Start Stop Continue Matrix</a:t>
            </a:r>
            <a:r>
              <a:rPr lang="en-IN">
                <a:solidFill>
                  <a:schemeClr val="tx1">
                    <a:lumMod val="85000"/>
                    <a:lumOff val="15000"/>
                  </a:schemeClr>
                </a:solidFill>
              </a:rPr>
              <a:t> Template</a:t>
            </a:r>
          </a:p>
        </p:txBody>
      </p:sp>
      <p:sp>
        <p:nvSpPr>
          <p:cNvPr id="19" name="TextBox 18">
            <a:extLst>
              <a:ext uri="{FF2B5EF4-FFF2-40B4-BE49-F238E27FC236}">
                <a16:creationId xmlns:a16="http://schemas.microsoft.com/office/drawing/2014/main" id="{330B07DC-F3E8-1489-FA28-84E153315F93}"/>
              </a:ext>
            </a:extLst>
          </p:cNvPr>
          <p:cNvSpPr txBox="1"/>
          <p:nvPr/>
        </p:nvSpPr>
        <p:spPr>
          <a:xfrm>
            <a:off x="767408" y="2478578"/>
            <a:ext cx="1540500" cy="301913"/>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white"/>
                </a:solidFill>
                <a:effectLst/>
                <a:uLnTx/>
                <a:uFillTx/>
                <a:latin typeface="Segoe UI"/>
                <a:ea typeface="+mn-ea"/>
                <a:cs typeface="+mn-cs"/>
              </a:rPr>
              <a:t>START</a:t>
            </a:r>
            <a:endParaRPr kumimoji="0" lang="en-IN" sz="2000" b="1" i="0" u="none" strike="noStrike" kern="1200" cap="none" spc="0" normalizeH="0" baseline="0" noProof="0">
              <a:ln>
                <a:noFill/>
              </a:ln>
              <a:solidFill>
                <a:prstClr val="white"/>
              </a:solidFill>
              <a:effectLst/>
              <a:uLnTx/>
              <a:uFillTx/>
              <a:latin typeface="Segoe UI"/>
              <a:ea typeface="+mn-ea"/>
              <a:cs typeface="+mn-cs"/>
            </a:endParaRPr>
          </a:p>
        </p:txBody>
      </p:sp>
      <p:sp>
        <p:nvSpPr>
          <p:cNvPr id="20" name="TextBox 19">
            <a:extLst>
              <a:ext uri="{FF2B5EF4-FFF2-40B4-BE49-F238E27FC236}">
                <a16:creationId xmlns:a16="http://schemas.microsoft.com/office/drawing/2014/main" id="{0773E965-C9F9-610E-C03E-E0EBBA66BC52}"/>
              </a:ext>
            </a:extLst>
          </p:cNvPr>
          <p:cNvSpPr txBox="1"/>
          <p:nvPr/>
        </p:nvSpPr>
        <p:spPr>
          <a:xfrm>
            <a:off x="767408" y="3657138"/>
            <a:ext cx="1540500" cy="301913"/>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white"/>
                </a:solidFill>
                <a:effectLst/>
                <a:uLnTx/>
                <a:uFillTx/>
                <a:latin typeface="Segoe UI"/>
                <a:ea typeface="+mn-ea"/>
                <a:cs typeface="+mn-cs"/>
              </a:rPr>
              <a:t>STOP</a:t>
            </a:r>
            <a:endParaRPr kumimoji="0" lang="en-IN" sz="2000" b="1" i="0" u="none" strike="noStrike" kern="1200" cap="none" spc="0" normalizeH="0" baseline="0" noProof="0">
              <a:ln>
                <a:noFill/>
              </a:ln>
              <a:solidFill>
                <a:prstClr val="white"/>
              </a:solidFill>
              <a:effectLst/>
              <a:uLnTx/>
              <a:uFillTx/>
              <a:latin typeface="Segoe UI"/>
              <a:ea typeface="+mn-ea"/>
              <a:cs typeface="+mn-cs"/>
            </a:endParaRPr>
          </a:p>
        </p:txBody>
      </p:sp>
      <p:sp>
        <p:nvSpPr>
          <p:cNvPr id="21" name="TextBox 20">
            <a:extLst>
              <a:ext uri="{FF2B5EF4-FFF2-40B4-BE49-F238E27FC236}">
                <a16:creationId xmlns:a16="http://schemas.microsoft.com/office/drawing/2014/main" id="{F2118EF4-CB5B-0C7D-E4FD-DA10693FA1DF}"/>
              </a:ext>
            </a:extLst>
          </p:cNvPr>
          <p:cNvSpPr txBox="1"/>
          <p:nvPr/>
        </p:nvSpPr>
        <p:spPr>
          <a:xfrm>
            <a:off x="767408" y="4835698"/>
            <a:ext cx="1540500" cy="301913"/>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white"/>
                </a:solidFill>
                <a:effectLst/>
                <a:uLnTx/>
                <a:uFillTx/>
                <a:latin typeface="Segoe UI"/>
                <a:ea typeface="+mn-ea"/>
                <a:cs typeface="+mn-cs"/>
              </a:rPr>
              <a:t>CONTINUE</a:t>
            </a:r>
            <a:endParaRPr kumimoji="0" lang="en-IN" sz="2000" b="1" i="0" u="none" strike="noStrike" kern="1200" cap="none" spc="0" normalizeH="0" baseline="0" noProof="0">
              <a:ln>
                <a:noFill/>
              </a:ln>
              <a:solidFill>
                <a:prstClr val="white"/>
              </a:solidFill>
              <a:effectLst/>
              <a:uLnTx/>
              <a:uFillTx/>
              <a:latin typeface="Segoe UI"/>
              <a:ea typeface="+mn-ea"/>
              <a:cs typeface="+mn-cs"/>
            </a:endParaRPr>
          </a:p>
        </p:txBody>
      </p:sp>
      <p:sp>
        <p:nvSpPr>
          <p:cNvPr id="9" name="Freeform: Shape 8">
            <a:extLst>
              <a:ext uri="{FF2B5EF4-FFF2-40B4-BE49-F238E27FC236}">
                <a16:creationId xmlns:a16="http://schemas.microsoft.com/office/drawing/2014/main" id="{4C02C0D7-42AD-D6C3-536D-A54AC1591CB9}"/>
              </a:ext>
            </a:extLst>
          </p:cNvPr>
          <p:cNvSpPr/>
          <p:nvPr/>
        </p:nvSpPr>
        <p:spPr>
          <a:xfrm>
            <a:off x="9371267" y="1883326"/>
            <a:ext cx="2212723" cy="1074881"/>
          </a:xfrm>
          <a:custGeom>
            <a:avLst/>
            <a:gdLst>
              <a:gd name="connsiteX0" fmla="*/ 0 w 2212723"/>
              <a:gd name="connsiteY0" fmla="*/ 0 h 1074881"/>
              <a:gd name="connsiteX1" fmla="*/ 2212723 w 2212723"/>
              <a:gd name="connsiteY1" fmla="*/ 0 h 1074881"/>
              <a:gd name="connsiteX2" fmla="*/ 2212723 w 2212723"/>
              <a:gd name="connsiteY2" fmla="*/ 1074881 h 1074881"/>
              <a:gd name="connsiteX3" fmla="*/ 0 w 2212723"/>
              <a:gd name="connsiteY3" fmla="*/ 1074881 h 1074881"/>
              <a:gd name="connsiteX4" fmla="*/ 0 w 2212723"/>
              <a:gd name="connsiteY4" fmla="*/ 0 h 1074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2723" h="1074881">
                <a:moveTo>
                  <a:pt x="0" y="0"/>
                </a:moveTo>
                <a:lnTo>
                  <a:pt x="2212723" y="0"/>
                </a:lnTo>
                <a:lnTo>
                  <a:pt x="2212723" y="1074881"/>
                </a:lnTo>
                <a:lnTo>
                  <a:pt x="0" y="1074881"/>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4" name="Freeform: Shape 13">
            <a:extLst>
              <a:ext uri="{FF2B5EF4-FFF2-40B4-BE49-F238E27FC236}">
                <a16:creationId xmlns:a16="http://schemas.microsoft.com/office/drawing/2014/main" id="{B47C9D3F-E7F5-5724-860C-68F233ACC06B}"/>
              </a:ext>
            </a:extLst>
          </p:cNvPr>
          <p:cNvSpPr/>
          <p:nvPr/>
        </p:nvSpPr>
        <p:spPr>
          <a:xfrm>
            <a:off x="9371267" y="3054189"/>
            <a:ext cx="2212723" cy="1074881"/>
          </a:xfrm>
          <a:custGeom>
            <a:avLst/>
            <a:gdLst>
              <a:gd name="connsiteX0" fmla="*/ 0 w 2212723"/>
              <a:gd name="connsiteY0" fmla="*/ 0 h 1074881"/>
              <a:gd name="connsiteX1" fmla="*/ 2212723 w 2212723"/>
              <a:gd name="connsiteY1" fmla="*/ 0 h 1074881"/>
              <a:gd name="connsiteX2" fmla="*/ 2212723 w 2212723"/>
              <a:gd name="connsiteY2" fmla="*/ 1074881 h 1074881"/>
              <a:gd name="connsiteX3" fmla="*/ 0 w 2212723"/>
              <a:gd name="connsiteY3" fmla="*/ 1074881 h 1074881"/>
              <a:gd name="connsiteX4" fmla="*/ 0 w 2212723"/>
              <a:gd name="connsiteY4" fmla="*/ 0 h 1074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2723" h="1074881">
                <a:moveTo>
                  <a:pt x="0" y="0"/>
                </a:moveTo>
                <a:lnTo>
                  <a:pt x="2212723" y="0"/>
                </a:lnTo>
                <a:lnTo>
                  <a:pt x="2212723" y="1074881"/>
                </a:lnTo>
                <a:lnTo>
                  <a:pt x="0" y="1074881"/>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4" name="Freeform: Shape 23">
            <a:extLst>
              <a:ext uri="{FF2B5EF4-FFF2-40B4-BE49-F238E27FC236}">
                <a16:creationId xmlns:a16="http://schemas.microsoft.com/office/drawing/2014/main" id="{882BD0D7-C3AE-2BAB-E29A-37FF7AC73B7B}"/>
              </a:ext>
            </a:extLst>
          </p:cNvPr>
          <p:cNvSpPr/>
          <p:nvPr/>
        </p:nvSpPr>
        <p:spPr>
          <a:xfrm>
            <a:off x="9371267" y="4225050"/>
            <a:ext cx="2212723" cy="1074881"/>
          </a:xfrm>
          <a:custGeom>
            <a:avLst/>
            <a:gdLst>
              <a:gd name="connsiteX0" fmla="*/ 0 w 2212723"/>
              <a:gd name="connsiteY0" fmla="*/ 0 h 1074881"/>
              <a:gd name="connsiteX1" fmla="*/ 2212723 w 2212723"/>
              <a:gd name="connsiteY1" fmla="*/ 0 h 1074881"/>
              <a:gd name="connsiteX2" fmla="*/ 2212723 w 2212723"/>
              <a:gd name="connsiteY2" fmla="*/ 1066379 h 1074881"/>
              <a:gd name="connsiteX3" fmla="*/ 2211006 w 2212723"/>
              <a:gd name="connsiteY3" fmla="*/ 1074881 h 1074881"/>
              <a:gd name="connsiteX4" fmla="*/ 1717 w 2212723"/>
              <a:gd name="connsiteY4" fmla="*/ 1074881 h 1074881"/>
              <a:gd name="connsiteX5" fmla="*/ 0 w 2212723"/>
              <a:gd name="connsiteY5" fmla="*/ 1066379 h 1074881"/>
              <a:gd name="connsiteX6" fmla="*/ 0 w 2212723"/>
              <a:gd name="connsiteY6" fmla="*/ 0 h 107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2723" h="1074881">
                <a:moveTo>
                  <a:pt x="0" y="0"/>
                </a:moveTo>
                <a:lnTo>
                  <a:pt x="2212723" y="0"/>
                </a:lnTo>
                <a:lnTo>
                  <a:pt x="2212723" y="1066379"/>
                </a:lnTo>
                <a:lnTo>
                  <a:pt x="2211006" y="1074881"/>
                </a:lnTo>
                <a:lnTo>
                  <a:pt x="1717" y="1074881"/>
                </a:lnTo>
                <a:lnTo>
                  <a:pt x="0" y="1066379"/>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8" name="TextBox 37">
            <a:extLst>
              <a:ext uri="{FF2B5EF4-FFF2-40B4-BE49-F238E27FC236}">
                <a16:creationId xmlns:a16="http://schemas.microsoft.com/office/drawing/2014/main" id="{36F61CA7-12C8-EB45-D05F-C7B33B00512B}"/>
              </a:ext>
            </a:extLst>
          </p:cNvPr>
          <p:cNvSpPr txBox="1"/>
          <p:nvPr/>
        </p:nvSpPr>
        <p:spPr>
          <a:xfrm>
            <a:off x="2581212" y="1355834"/>
            <a:ext cx="1989268" cy="301913"/>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Segoe UI"/>
                <a:ea typeface="+mn-ea"/>
                <a:cs typeface="+mn-cs"/>
              </a:rPr>
              <a:t>Placeholder</a:t>
            </a:r>
            <a:endParaRPr kumimoji="0" lang="en-IN" sz="1600" b="1" i="0" u="none" strike="noStrike" kern="1200" cap="none" spc="0" normalizeH="0" baseline="0" noProof="0">
              <a:ln>
                <a:noFill/>
              </a:ln>
              <a:solidFill>
                <a:prstClr val="white"/>
              </a:solidFill>
              <a:effectLst/>
              <a:uLnTx/>
              <a:uFillTx/>
              <a:latin typeface="Segoe UI"/>
              <a:ea typeface="+mn-ea"/>
              <a:cs typeface="+mn-cs"/>
            </a:endParaRPr>
          </a:p>
        </p:txBody>
      </p:sp>
      <p:sp>
        <p:nvSpPr>
          <p:cNvPr id="39" name="TextBox 38">
            <a:extLst>
              <a:ext uri="{FF2B5EF4-FFF2-40B4-BE49-F238E27FC236}">
                <a16:creationId xmlns:a16="http://schemas.microsoft.com/office/drawing/2014/main" id="{9F40A432-69FD-E83F-F304-22CA850DF001}"/>
              </a:ext>
            </a:extLst>
          </p:cNvPr>
          <p:cNvSpPr txBox="1"/>
          <p:nvPr/>
        </p:nvSpPr>
        <p:spPr>
          <a:xfrm>
            <a:off x="4881806" y="1355834"/>
            <a:ext cx="1989268" cy="301913"/>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FB7A2">
                    <a:lumMod val="75000"/>
                  </a:srgbClr>
                </a:solidFill>
                <a:effectLst/>
                <a:uLnTx/>
                <a:uFillTx/>
                <a:latin typeface="Segoe UI"/>
                <a:ea typeface="+mn-ea"/>
                <a:cs typeface="+mn-cs"/>
              </a:rPr>
              <a:t>Placeholder</a:t>
            </a:r>
            <a:endParaRPr kumimoji="0" lang="en-IN" sz="1600" b="1" i="0" u="none" strike="noStrike" kern="1200" cap="none" spc="0" normalizeH="0" baseline="0" noProof="0">
              <a:ln>
                <a:noFill/>
              </a:ln>
              <a:solidFill>
                <a:srgbClr val="5FB7A2">
                  <a:lumMod val="75000"/>
                </a:srgbClr>
              </a:solidFill>
              <a:effectLst/>
              <a:uLnTx/>
              <a:uFillTx/>
              <a:latin typeface="Segoe UI"/>
              <a:ea typeface="+mn-ea"/>
              <a:cs typeface="+mn-cs"/>
            </a:endParaRPr>
          </a:p>
        </p:txBody>
      </p:sp>
      <p:sp>
        <p:nvSpPr>
          <p:cNvPr id="40" name="TextBox 39">
            <a:extLst>
              <a:ext uri="{FF2B5EF4-FFF2-40B4-BE49-F238E27FC236}">
                <a16:creationId xmlns:a16="http://schemas.microsoft.com/office/drawing/2014/main" id="{557EEF31-83B2-29B1-2CBD-AFBBD213BA29}"/>
              </a:ext>
            </a:extLst>
          </p:cNvPr>
          <p:cNvSpPr txBox="1"/>
          <p:nvPr/>
        </p:nvSpPr>
        <p:spPr>
          <a:xfrm>
            <a:off x="7182400" y="1355834"/>
            <a:ext cx="1989268" cy="301913"/>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Segoe UI"/>
                <a:ea typeface="+mn-ea"/>
                <a:cs typeface="+mn-cs"/>
              </a:rPr>
              <a:t>Placeholder</a:t>
            </a:r>
            <a:endParaRPr kumimoji="0" lang="en-IN" sz="1600" b="1" i="0" u="none" strike="noStrike" kern="1200" cap="none" spc="0" normalizeH="0" baseline="0" noProof="0">
              <a:ln>
                <a:noFill/>
              </a:ln>
              <a:solidFill>
                <a:prstClr val="white"/>
              </a:solidFill>
              <a:effectLst/>
              <a:uLnTx/>
              <a:uFillTx/>
              <a:latin typeface="Segoe UI"/>
              <a:ea typeface="+mn-ea"/>
              <a:cs typeface="+mn-cs"/>
            </a:endParaRPr>
          </a:p>
        </p:txBody>
      </p:sp>
      <p:sp>
        <p:nvSpPr>
          <p:cNvPr id="41" name="TextBox 40">
            <a:extLst>
              <a:ext uri="{FF2B5EF4-FFF2-40B4-BE49-F238E27FC236}">
                <a16:creationId xmlns:a16="http://schemas.microsoft.com/office/drawing/2014/main" id="{E7B4E931-63BB-4263-1BEF-AEC0A7FEECA2}"/>
              </a:ext>
            </a:extLst>
          </p:cNvPr>
          <p:cNvSpPr txBox="1"/>
          <p:nvPr/>
        </p:nvSpPr>
        <p:spPr>
          <a:xfrm>
            <a:off x="9482993" y="1355834"/>
            <a:ext cx="1989268" cy="301913"/>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FB7A2">
                    <a:lumMod val="75000"/>
                  </a:srgbClr>
                </a:solidFill>
                <a:effectLst/>
                <a:uLnTx/>
                <a:uFillTx/>
                <a:latin typeface="Segoe UI"/>
                <a:ea typeface="+mn-ea"/>
                <a:cs typeface="+mn-cs"/>
              </a:rPr>
              <a:t>Placeholder</a:t>
            </a:r>
            <a:endParaRPr kumimoji="0" lang="en-IN" sz="1600" b="1" i="0" u="none" strike="noStrike" kern="1200" cap="none" spc="0" normalizeH="0" baseline="0" noProof="0">
              <a:ln>
                <a:noFill/>
              </a:ln>
              <a:solidFill>
                <a:srgbClr val="5FB7A2">
                  <a:lumMod val="75000"/>
                </a:srgbClr>
              </a:solidFill>
              <a:effectLst/>
              <a:uLnTx/>
              <a:uFillTx/>
              <a:latin typeface="Segoe UI"/>
              <a:ea typeface="+mn-ea"/>
              <a:cs typeface="+mn-cs"/>
            </a:endParaRPr>
          </a:p>
        </p:txBody>
      </p:sp>
      <p:sp>
        <p:nvSpPr>
          <p:cNvPr id="48" name="TextBox 47">
            <a:extLst>
              <a:ext uri="{FF2B5EF4-FFF2-40B4-BE49-F238E27FC236}">
                <a16:creationId xmlns:a16="http://schemas.microsoft.com/office/drawing/2014/main" id="{7509E351-A4CF-D234-A4C4-12B33E3F71D8}"/>
              </a:ext>
            </a:extLst>
          </p:cNvPr>
          <p:cNvSpPr txBox="1"/>
          <p:nvPr/>
        </p:nvSpPr>
        <p:spPr>
          <a:xfrm>
            <a:off x="9565059" y="2111284"/>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49" name="TextBox 48">
            <a:extLst>
              <a:ext uri="{FF2B5EF4-FFF2-40B4-BE49-F238E27FC236}">
                <a16:creationId xmlns:a16="http://schemas.microsoft.com/office/drawing/2014/main" id="{EEBB8275-7F87-45CF-A8C7-949AE85CBCE3}"/>
              </a:ext>
            </a:extLst>
          </p:cNvPr>
          <p:cNvSpPr txBox="1"/>
          <p:nvPr/>
        </p:nvSpPr>
        <p:spPr>
          <a:xfrm>
            <a:off x="9565059" y="3282147"/>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50" name="TextBox 49">
            <a:extLst>
              <a:ext uri="{FF2B5EF4-FFF2-40B4-BE49-F238E27FC236}">
                <a16:creationId xmlns:a16="http://schemas.microsoft.com/office/drawing/2014/main" id="{649FFD16-2771-FCDB-9E84-6125543F1835}"/>
              </a:ext>
            </a:extLst>
          </p:cNvPr>
          <p:cNvSpPr txBox="1"/>
          <p:nvPr/>
        </p:nvSpPr>
        <p:spPr>
          <a:xfrm>
            <a:off x="9565059" y="4453008"/>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cxnSp>
        <p:nvCxnSpPr>
          <p:cNvPr id="52" name="Straight Connector 51">
            <a:extLst>
              <a:ext uri="{FF2B5EF4-FFF2-40B4-BE49-F238E27FC236}">
                <a16:creationId xmlns:a16="http://schemas.microsoft.com/office/drawing/2014/main" id="{928FB99B-4BDB-A380-3855-D2F1088164BB}"/>
              </a:ext>
            </a:extLst>
          </p:cNvPr>
          <p:cNvCxnSpPr>
            <a:cxnSpLocks/>
          </p:cNvCxnSpPr>
          <p:nvPr/>
        </p:nvCxnSpPr>
        <p:spPr>
          <a:xfrm>
            <a:off x="4079776" y="5587570"/>
            <a:ext cx="0" cy="88356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D2294CE7-704B-2E53-1150-774AB5A16D1C}"/>
              </a:ext>
            </a:extLst>
          </p:cNvPr>
          <p:cNvCxnSpPr>
            <a:cxnSpLocks/>
          </p:cNvCxnSpPr>
          <p:nvPr/>
        </p:nvCxnSpPr>
        <p:spPr>
          <a:xfrm>
            <a:off x="7760822" y="5587570"/>
            <a:ext cx="0" cy="88356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6" name="Freeform: Shape 5">
            <a:extLst>
              <a:ext uri="{FF2B5EF4-FFF2-40B4-BE49-F238E27FC236}">
                <a16:creationId xmlns:a16="http://schemas.microsoft.com/office/drawing/2014/main" id="{08D9CB5C-B2C5-3A27-B47A-7532CEAA8807}"/>
              </a:ext>
            </a:extLst>
          </p:cNvPr>
          <p:cNvSpPr/>
          <p:nvPr/>
        </p:nvSpPr>
        <p:spPr>
          <a:xfrm>
            <a:off x="7070674" y="1883326"/>
            <a:ext cx="2212723" cy="1074881"/>
          </a:xfrm>
          <a:custGeom>
            <a:avLst/>
            <a:gdLst>
              <a:gd name="connsiteX0" fmla="*/ 0 w 2212723"/>
              <a:gd name="connsiteY0" fmla="*/ 0 h 1074881"/>
              <a:gd name="connsiteX1" fmla="*/ 2212723 w 2212723"/>
              <a:gd name="connsiteY1" fmla="*/ 0 h 1074881"/>
              <a:gd name="connsiteX2" fmla="*/ 2212723 w 2212723"/>
              <a:gd name="connsiteY2" fmla="*/ 1074881 h 1074881"/>
              <a:gd name="connsiteX3" fmla="*/ 0 w 2212723"/>
              <a:gd name="connsiteY3" fmla="*/ 1074881 h 1074881"/>
              <a:gd name="connsiteX4" fmla="*/ 0 w 2212723"/>
              <a:gd name="connsiteY4" fmla="*/ 0 h 1074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2723" h="1074881">
                <a:moveTo>
                  <a:pt x="0" y="0"/>
                </a:moveTo>
                <a:lnTo>
                  <a:pt x="2212723" y="0"/>
                </a:lnTo>
                <a:lnTo>
                  <a:pt x="2212723" y="1074881"/>
                </a:lnTo>
                <a:lnTo>
                  <a:pt x="0" y="1074881"/>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3" name="Freeform: Shape 12">
            <a:extLst>
              <a:ext uri="{FF2B5EF4-FFF2-40B4-BE49-F238E27FC236}">
                <a16:creationId xmlns:a16="http://schemas.microsoft.com/office/drawing/2014/main" id="{D655BB43-1E1F-E249-4031-30F11F6A39AC}"/>
              </a:ext>
            </a:extLst>
          </p:cNvPr>
          <p:cNvSpPr/>
          <p:nvPr/>
        </p:nvSpPr>
        <p:spPr>
          <a:xfrm>
            <a:off x="7070674" y="3054189"/>
            <a:ext cx="2212723" cy="1074881"/>
          </a:xfrm>
          <a:custGeom>
            <a:avLst/>
            <a:gdLst>
              <a:gd name="connsiteX0" fmla="*/ 0 w 2212723"/>
              <a:gd name="connsiteY0" fmla="*/ 0 h 1074881"/>
              <a:gd name="connsiteX1" fmla="*/ 2212723 w 2212723"/>
              <a:gd name="connsiteY1" fmla="*/ 0 h 1074881"/>
              <a:gd name="connsiteX2" fmla="*/ 2212723 w 2212723"/>
              <a:gd name="connsiteY2" fmla="*/ 1074881 h 1074881"/>
              <a:gd name="connsiteX3" fmla="*/ 0 w 2212723"/>
              <a:gd name="connsiteY3" fmla="*/ 1074881 h 1074881"/>
              <a:gd name="connsiteX4" fmla="*/ 0 w 2212723"/>
              <a:gd name="connsiteY4" fmla="*/ 0 h 1074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2723" h="1074881">
                <a:moveTo>
                  <a:pt x="0" y="0"/>
                </a:moveTo>
                <a:lnTo>
                  <a:pt x="2212723" y="0"/>
                </a:lnTo>
                <a:lnTo>
                  <a:pt x="2212723" y="1074881"/>
                </a:lnTo>
                <a:lnTo>
                  <a:pt x="0" y="1074881"/>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3" name="Freeform: Shape 22">
            <a:extLst>
              <a:ext uri="{FF2B5EF4-FFF2-40B4-BE49-F238E27FC236}">
                <a16:creationId xmlns:a16="http://schemas.microsoft.com/office/drawing/2014/main" id="{4E1AF23A-05EB-CAB4-13DA-74A8CE48BDEB}"/>
              </a:ext>
            </a:extLst>
          </p:cNvPr>
          <p:cNvSpPr/>
          <p:nvPr/>
        </p:nvSpPr>
        <p:spPr>
          <a:xfrm>
            <a:off x="7070674" y="4225050"/>
            <a:ext cx="2212723" cy="1074881"/>
          </a:xfrm>
          <a:custGeom>
            <a:avLst/>
            <a:gdLst>
              <a:gd name="connsiteX0" fmla="*/ 0 w 2212723"/>
              <a:gd name="connsiteY0" fmla="*/ 0 h 1074881"/>
              <a:gd name="connsiteX1" fmla="*/ 2212723 w 2212723"/>
              <a:gd name="connsiteY1" fmla="*/ 0 h 1074881"/>
              <a:gd name="connsiteX2" fmla="*/ 2212723 w 2212723"/>
              <a:gd name="connsiteY2" fmla="*/ 1066379 h 1074881"/>
              <a:gd name="connsiteX3" fmla="*/ 2211006 w 2212723"/>
              <a:gd name="connsiteY3" fmla="*/ 1074881 h 1074881"/>
              <a:gd name="connsiteX4" fmla="*/ 1717 w 2212723"/>
              <a:gd name="connsiteY4" fmla="*/ 1074881 h 1074881"/>
              <a:gd name="connsiteX5" fmla="*/ 0 w 2212723"/>
              <a:gd name="connsiteY5" fmla="*/ 1066379 h 1074881"/>
              <a:gd name="connsiteX6" fmla="*/ 0 w 2212723"/>
              <a:gd name="connsiteY6" fmla="*/ 0 h 107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2723" h="1074881">
                <a:moveTo>
                  <a:pt x="0" y="0"/>
                </a:moveTo>
                <a:lnTo>
                  <a:pt x="2212723" y="0"/>
                </a:lnTo>
                <a:lnTo>
                  <a:pt x="2212723" y="1066379"/>
                </a:lnTo>
                <a:lnTo>
                  <a:pt x="2211006" y="1074881"/>
                </a:lnTo>
                <a:lnTo>
                  <a:pt x="1717" y="1074881"/>
                </a:lnTo>
                <a:lnTo>
                  <a:pt x="0" y="1066379"/>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5" name="TextBox 44">
            <a:extLst>
              <a:ext uri="{FF2B5EF4-FFF2-40B4-BE49-F238E27FC236}">
                <a16:creationId xmlns:a16="http://schemas.microsoft.com/office/drawing/2014/main" id="{FB110485-2505-95CE-E5F5-92EAC52738DC}"/>
              </a:ext>
            </a:extLst>
          </p:cNvPr>
          <p:cNvSpPr txBox="1"/>
          <p:nvPr/>
        </p:nvSpPr>
        <p:spPr>
          <a:xfrm>
            <a:off x="7302505" y="2111284"/>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46" name="TextBox 45">
            <a:extLst>
              <a:ext uri="{FF2B5EF4-FFF2-40B4-BE49-F238E27FC236}">
                <a16:creationId xmlns:a16="http://schemas.microsoft.com/office/drawing/2014/main" id="{ACC3EAC1-4124-D716-F96F-7B65055151C9}"/>
              </a:ext>
            </a:extLst>
          </p:cNvPr>
          <p:cNvSpPr txBox="1"/>
          <p:nvPr/>
        </p:nvSpPr>
        <p:spPr>
          <a:xfrm>
            <a:off x="7302505" y="3282147"/>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47" name="TextBox 46">
            <a:extLst>
              <a:ext uri="{FF2B5EF4-FFF2-40B4-BE49-F238E27FC236}">
                <a16:creationId xmlns:a16="http://schemas.microsoft.com/office/drawing/2014/main" id="{1BD477C0-5663-3DC6-D0F4-A3040CEADC8A}"/>
              </a:ext>
            </a:extLst>
          </p:cNvPr>
          <p:cNvSpPr txBox="1"/>
          <p:nvPr/>
        </p:nvSpPr>
        <p:spPr>
          <a:xfrm>
            <a:off x="7302505" y="4453008"/>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5" name="Freeform: Shape 4">
            <a:extLst>
              <a:ext uri="{FF2B5EF4-FFF2-40B4-BE49-F238E27FC236}">
                <a16:creationId xmlns:a16="http://schemas.microsoft.com/office/drawing/2014/main" id="{DAA2D83C-47AB-9069-AD51-AA7FAD68FC06}"/>
              </a:ext>
            </a:extLst>
          </p:cNvPr>
          <p:cNvSpPr/>
          <p:nvPr/>
        </p:nvSpPr>
        <p:spPr>
          <a:xfrm>
            <a:off x="4770080" y="1883326"/>
            <a:ext cx="2212723" cy="1074881"/>
          </a:xfrm>
          <a:custGeom>
            <a:avLst/>
            <a:gdLst>
              <a:gd name="connsiteX0" fmla="*/ 0 w 2212723"/>
              <a:gd name="connsiteY0" fmla="*/ 0 h 1074881"/>
              <a:gd name="connsiteX1" fmla="*/ 2212723 w 2212723"/>
              <a:gd name="connsiteY1" fmla="*/ 0 h 1074881"/>
              <a:gd name="connsiteX2" fmla="*/ 2212723 w 2212723"/>
              <a:gd name="connsiteY2" fmla="*/ 1074881 h 1074881"/>
              <a:gd name="connsiteX3" fmla="*/ 0 w 2212723"/>
              <a:gd name="connsiteY3" fmla="*/ 1074881 h 1074881"/>
              <a:gd name="connsiteX4" fmla="*/ 0 w 2212723"/>
              <a:gd name="connsiteY4" fmla="*/ 0 h 1074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2723" h="1074881">
                <a:moveTo>
                  <a:pt x="0" y="0"/>
                </a:moveTo>
                <a:lnTo>
                  <a:pt x="2212723" y="0"/>
                </a:lnTo>
                <a:lnTo>
                  <a:pt x="2212723" y="1074881"/>
                </a:lnTo>
                <a:lnTo>
                  <a:pt x="0" y="1074881"/>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2" name="Freeform: Shape 11">
            <a:extLst>
              <a:ext uri="{FF2B5EF4-FFF2-40B4-BE49-F238E27FC236}">
                <a16:creationId xmlns:a16="http://schemas.microsoft.com/office/drawing/2014/main" id="{DAC805E5-3D00-A922-A3BE-C86B32F6323E}"/>
              </a:ext>
            </a:extLst>
          </p:cNvPr>
          <p:cNvSpPr/>
          <p:nvPr/>
        </p:nvSpPr>
        <p:spPr>
          <a:xfrm>
            <a:off x="4770080" y="3054189"/>
            <a:ext cx="2212723" cy="1074881"/>
          </a:xfrm>
          <a:custGeom>
            <a:avLst/>
            <a:gdLst>
              <a:gd name="connsiteX0" fmla="*/ 0 w 2212723"/>
              <a:gd name="connsiteY0" fmla="*/ 0 h 1074881"/>
              <a:gd name="connsiteX1" fmla="*/ 2212723 w 2212723"/>
              <a:gd name="connsiteY1" fmla="*/ 0 h 1074881"/>
              <a:gd name="connsiteX2" fmla="*/ 2212723 w 2212723"/>
              <a:gd name="connsiteY2" fmla="*/ 1074881 h 1074881"/>
              <a:gd name="connsiteX3" fmla="*/ 0 w 2212723"/>
              <a:gd name="connsiteY3" fmla="*/ 1074881 h 1074881"/>
              <a:gd name="connsiteX4" fmla="*/ 0 w 2212723"/>
              <a:gd name="connsiteY4" fmla="*/ 0 h 1074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2723" h="1074881">
                <a:moveTo>
                  <a:pt x="0" y="0"/>
                </a:moveTo>
                <a:lnTo>
                  <a:pt x="2212723" y="0"/>
                </a:lnTo>
                <a:lnTo>
                  <a:pt x="2212723" y="1074881"/>
                </a:lnTo>
                <a:lnTo>
                  <a:pt x="0" y="1074881"/>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2" name="Freeform: Shape 21">
            <a:extLst>
              <a:ext uri="{FF2B5EF4-FFF2-40B4-BE49-F238E27FC236}">
                <a16:creationId xmlns:a16="http://schemas.microsoft.com/office/drawing/2014/main" id="{C9E2C837-2D75-633D-21D9-8015380D2CCC}"/>
              </a:ext>
            </a:extLst>
          </p:cNvPr>
          <p:cNvSpPr/>
          <p:nvPr/>
        </p:nvSpPr>
        <p:spPr>
          <a:xfrm>
            <a:off x="4770080" y="4225050"/>
            <a:ext cx="2212723" cy="1074881"/>
          </a:xfrm>
          <a:custGeom>
            <a:avLst/>
            <a:gdLst>
              <a:gd name="connsiteX0" fmla="*/ 0 w 2212723"/>
              <a:gd name="connsiteY0" fmla="*/ 0 h 1074881"/>
              <a:gd name="connsiteX1" fmla="*/ 2212723 w 2212723"/>
              <a:gd name="connsiteY1" fmla="*/ 0 h 1074881"/>
              <a:gd name="connsiteX2" fmla="*/ 2212723 w 2212723"/>
              <a:gd name="connsiteY2" fmla="*/ 1066379 h 1074881"/>
              <a:gd name="connsiteX3" fmla="*/ 2211007 w 2212723"/>
              <a:gd name="connsiteY3" fmla="*/ 1074881 h 1074881"/>
              <a:gd name="connsiteX4" fmla="*/ 1717 w 2212723"/>
              <a:gd name="connsiteY4" fmla="*/ 1074881 h 1074881"/>
              <a:gd name="connsiteX5" fmla="*/ 0 w 2212723"/>
              <a:gd name="connsiteY5" fmla="*/ 1066379 h 1074881"/>
              <a:gd name="connsiteX6" fmla="*/ 0 w 2212723"/>
              <a:gd name="connsiteY6" fmla="*/ 0 h 107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2723" h="1074881">
                <a:moveTo>
                  <a:pt x="0" y="0"/>
                </a:moveTo>
                <a:lnTo>
                  <a:pt x="2212723" y="0"/>
                </a:lnTo>
                <a:lnTo>
                  <a:pt x="2212723" y="1066379"/>
                </a:lnTo>
                <a:lnTo>
                  <a:pt x="2211007" y="1074881"/>
                </a:lnTo>
                <a:lnTo>
                  <a:pt x="1717" y="1074881"/>
                </a:lnTo>
                <a:lnTo>
                  <a:pt x="0" y="1066379"/>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2" name="TextBox 41">
            <a:extLst>
              <a:ext uri="{FF2B5EF4-FFF2-40B4-BE49-F238E27FC236}">
                <a16:creationId xmlns:a16="http://schemas.microsoft.com/office/drawing/2014/main" id="{2B49ECC3-F950-FE73-4F11-1D4114AE165C}"/>
              </a:ext>
            </a:extLst>
          </p:cNvPr>
          <p:cNvSpPr txBox="1"/>
          <p:nvPr/>
        </p:nvSpPr>
        <p:spPr>
          <a:xfrm>
            <a:off x="4993059" y="2111284"/>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43" name="TextBox 42">
            <a:extLst>
              <a:ext uri="{FF2B5EF4-FFF2-40B4-BE49-F238E27FC236}">
                <a16:creationId xmlns:a16="http://schemas.microsoft.com/office/drawing/2014/main" id="{0557853D-9531-51A5-D4E6-905310F29DEA}"/>
              </a:ext>
            </a:extLst>
          </p:cNvPr>
          <p:cNvSpPr txBox="1"/>
          <p:nvPr/>
        </p:nvSpPr>
        <p:spPr>
          <a:xfrm>
            <a:off x="4993059" y="3282147"/>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44" name="TextBox 43">
            <a:extLst>
              <a:ext uri="{FF2B5EF4-FFF2-40B4-BE49-F238E27FC236}">
                <a16:creationId xmlns:a16="http://schemas.microsoft.com/office/drawing/2014/main" id="{4982189C-7A7D-9F6F-B62C-74891483BF60}"/>
              </a:ext>
            </a:extLst>
          </p:cNvPr>
          <p:cNvSpPr txBox="1"/>
          <p:nvPr/>
        </p:nvSpPr>
        <p:spPr>
          <a:xfrm>
            <a:off x="4993059" y="4453008"/>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4" name="Freeform: Shape 3">
            <a:extLst>
              <a:ext uri="{FF2B5EF4-FFF2-40B4-BE49-F238E27FC236}">
                <a16:creationId xmlns:a16="http://schemas.microsoft.com/office/drawing/2014/main" id="{A554CEE5-AD10-DACF-B14B-320CEF8C4733}"/>
              </a:ext>
            </a:extLst>
          </p:cNvPr>
          <p:cNvSpPr/>
          <p:nvPr/>
        </p:nvSpPr>
        <p:spPr>
          <a:xfrm>
            <a:off x="2469486" y="1883326"/>
            <a:ext cx="2212723" cy="1074881"/>
          </a:xfrm>
          <a:custGeom>
            <a:avLst/>
            <a:gdLst>
              <a:gd name="connsiteX0" fmla="*/ 0 w 2212723"/>
              <a:gd name="connsiteY0" fmla="*/ 0 h 1074881"/>
              <a:gd name="connsiteX1" fmla="*/ 2212723 w 2212723"/>
              <a:gd name="connsiteY1" fmla="*/ 0 h 1074881"/>
              <a:gd name="connsiteX2" fmla="*/ 2212723 w 2212723"/>
              <a:gd name="connsiteY2" fmla="*/ 1074881 h 1074881"/>
              <a:gd name="connsiteX3" fmla="*/ 0 w 2212723"/>
              <a:gd name="connsiteY3" fmla="*/ 1074881 h 1074881"/>
              <a:gd name="connsiteX4" fmla="*/ 0 w 2212723"/>
              <a:gd name="connsiteY4" fmla="*/ 0 h 1074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2723" h="1074881">
                <a:moveTo>
                  <a:pt x="0" y="0"/>
                </a:moveTo>
                <a:lnTo>
                  <a:pt x="2212723" y="0"/>
                </a:lnTo>
                <a:lnTo>
                  <a:pt x="2212723" y="1074881"/>
                </a:lnTo>
                <a:lnTo>
                  <a:pt x="0" y="1074881"/>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1" name="Freeform: Shape 10">
            <a:extLst>
              <a:ext uri="{FF2B5EF4-FFF2-40B4-BE49-F238E27FC236}">
                <a16:creationId xmlns:a16="http://schemas.microsoft.com/office/drawing/2014/main" id="{CF513ABF-3CA0-235F-D873-1B3F512A3F4B}"/>
              </a:ext>
            </a:extLst>
          </p:cNvPr>
          <p:cNvSpPr/>
          <p:nvPr/>
        </p:nvSpPr>
        <p:spPr>
          <a:xfrm>
            <a:off x="2469486" y="3054189"/>
            <a:ext cx="2212723" cy="1074881"/>
          </a:xfrm>
          <a:custGeom>
            <a:avLst/>
            <a:gdLst>
              <a:gd name="connsiteX0" fmla="*/ 0 w 2212723"/>
              <a:gd name="connsiteY0" fmla="*/ 0 h 1074881"/>
              <a:gd name="connsiteX1" fmla="*/ 2212723 w 2212723"/>
              <a:gd name="connsiteY1" fmla="*/ 0 h 1074881"/>
              <a:gd name="connsiteX2" fmla="*/ 2212723 w 2212723"/>
              <a:gd name="connsiteY2" fmla="*/ 1074881 h 1074881"/>
              <a:gd name="connsiteX3" fmla="*/ 0 w 2212723"/>
              <a:gd name="connsiteY3" fmla="*/ 1074881 h 1074881"/>
              <a:gd name="connsiteX4" fmla="*/ 0 w 2212723"/>
              <a:gd name="connsiteY4" fmla="*/ 0 h 1074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2723" h="1074881">
                <a:moveTo>
                  <a:pt x="0" y="0"/>
                </a:moveTo>
                <a:lnTo>
                  <a:pt x="2212723" y="0"/>
                </a:lnTo>
                <a:lnTo>
                  <a:pt x="2212723" y="1074881"/>
                </a:lnTo>
                <a:lnTo>
                  <a:pt x="0" y="1074881"/>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8" name="Freeform: Shape 17">
            <a:extLst>
              <a:ext uri="{FF2B5EF4-FFF2-40B4-BE49-F238E27FC236}">
                <a16:creationId xmlns:a16="http://schemas.microsoft.com/office/drawing/2014/main" id="{793744EB-B5C0-2E06-5679-0928488AED07}"/>
              </a:ext>
            </a:extLst>
          </p:cNvPr>
          <p:cNvSpPr/>
          <p:nvPr/>
        </p:nvSpPr>
        <p:spPr>
          <a:xfrm>
            <a:off x="2469486" y="4225050"/>
            <a:ext cx="2212723" cy="1074881"/>
          </a:xfrm>
          <a:custGeom>
            <a:avLst/>
            <a:gdLst>
              <a:gd name="connsiteX0" fmla="*/ 0 w 2212723"/>
              <a:gd name="connsiteY0" fmla="*/ 0 h 1074881"/>
              <a:gd name="connsiteX1" fmla="*/ 2212723 w 2212723"/>
              <a:gd name="connsiteY1" fmla="*/ 0 h 1074881"/>
              <a:gd name="connsiteX2" fmla="*/ 2212723 w 2212723"/>
              <a:gd name="connsiteY2" fmla="*/ 1066379 h 1074881"/>
              <a:gd name="connsiteX3" fmla="*/ 2211007 w 2212723"/>
              <a:gd name="connsiteY3" fmla="*/ 1074881 h 1074881"/>
              <a:gd name="connsiteX4" fmla="*/ 1717 w 2212723"/>
              <a:gd name="connsiteY4" fmla="*/ 1074881 h 1074881"/>
              <a:gd name="connsiteX5" fmla="*/ 0 w 2212723"/>
              <a:gd name="connsiteY5" fmla="*/ 1066379 h 1074881"/>
              <a:gd name="connsiteX6" fmla="*/ 0 w 2212723"/>
              <a:gd name="connsiteY6" fmla="*/ 0 h 107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2723" h="1074881">
                <a:moveTo>
                  <a:pt x="0" y="0"/>
                </a:moveTo>
                <a:lnTo>
                  <a:pt x="2212723" y="0"/>
                </a:lnTo>
                <a:lnTo>
                  <a:pt x="2212723" y="1066379"/>
                </a:lnTo>
                <a:lnTo>
                  <a:pt x="2211007" y="1074881"/>
                </a:lnTo>
                <a:lnTo>
                  <a:pt x="1717" y="1074881"/>
                </a:lnTo>
                <a:lnTo>
                  <a:pt x="0" y="1066379"/>
                </a:lnTo>
                <a:lnTo>
                  <a:pt x="0" y="0"/>
                </a:lnTo>
                <a:close/>
              </a:path>
            </a:pathLst>
          </a:custGeom>
          <a:solidFill>
            <a:schemeClr val="bg1"/>
          </a:solidFill>
          <a:ln w="3175">
            <a:solidFill>
              <a:schemeClr val="bg1">
                <a:lumMod val="95000"/>
              </a:schemeClr>
            </a:solidFill>
          </a:ln>
          <a:effectLst>
            <a:outerShdw blurRad="444500" dist="4064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2" name="TextBox 31">
            <a:extLst>
              <a:ext uri="{FF2B5EF4-FFF2-40B4-BE49-F238E27FC236}">
                <a16:creationId xmlns:a16="http://schemas.microsoft.com/office/drawing/2014/main" id="{C4F8EE69-F237-CD2E-A2BB-8DEEE7AAD7CA}"/>
              </a:ext>
            </a:extLst>
          </p:cNvPr>
          <p:cNvSpPr txBox="1"/>
          <p:nvPr/>
        </p:nvSpPr>
        <p:spPr>
          <a:xfrm>
            <a:off x="2671890" y="2111284"/>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33" name="TextBox 32">
            <a:extLst>
              <a:ext uri="{FF2B5EF4-FFF2-40B4-BE49-F238E27FC236}">
                <a16:creationId xmlns:a16="http://schemas.microsoft.com/office/drawing/2014/main" id="{A625A407-AA71-4D33-328D-EEC956D51612}"/>
              </a:ext>
            </a:extLst>
          </p:cNvPr>
          <p:cNvSpPr txBox="1"/>
          <p:nvPr/>
        </p:nvSpPr>
        <p:spPr>
          <a:xfrm>
            <a:off x="2671890" y="3282147"/>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34" name="TextBox 33">
            <a:extLst>
              <a:ext uri="{FF2B5EF4-FFF2-40B4-BE49-F238E27FC236}">
                <a16:creationId xmlns:a16="http://schemas.microsoft.com/office/drawing/2014/main" id="{ADD342EB-9419-2661-5CBB-5E83A776317B}"/>
              </a:ext>
            </a:extLst>
          </p:cNvPr>
          <p:cNvSpPr txBox="1"/>
          <p:nvPr/>
        </p:nvSpPr>
        <p:spPr>
          <a:xfrm>
            <a:off x="2671890" y="4453008"/>
            <a:ext cx="1807914" cy="618962"/>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25" name="TextBox 24">
            <a:extLst>
              <a:ext uri="{FF2B5EF4-FFF2-40B4-BE49-F238E27FC236}">
                <a16:creationId xmlns:a16="http://schemas.microsoft.com/office/drawing/2014/main" id="{8D14E302-D5E7-1860-8779-BEC981D852EB}"/>
              </a:ext>
            </a:extLst>
          </p:cNvPr>
          <p:cNvSpPr txBox="1"/>
          <p:nvPr/>
        </p:nvSpPr>
        <p:spPr>
          <a:xfrm>
            <a:off x="623393" y="5878399"/>
            <a:ext cx="916783" cy="301913"/>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ECB448"/>
                </a:solidFill>
                <a:effectLst/>
                <a:uLnTx/>
                <a:uFillTx/>
                <a:latin typeface="Segoe UI"/>
                <a:ea typeface="+mn-ea"/>
                <a:cs typeface="+mn-cs"/>
              </a:rPr>
              <a:t>START</a:t>
            </a:r>
            <a:endParaRPr kumimoji="0" lang="en-IN" sz="2400" b="1" i="0" u="none" strike="noStrike" kern="1200" cap="none" spc="0" normalizeH="0" baseline="0" noProof="0">
              <a:ln>
                <a:noFill/>
              </a:ln>
              <a:solidFill>
                <a:srgbClr val="ECB448"/>
              </a:solidFill>
              <a:effectLst/>
              <a:uLnTx/>
              <a:uFillTx/>
              <a:latin typeface="Segoe UI"/>
              <a:ea typeface="+mn-ea"/>
              <a:cs typeface="+mn-cs"/>
            </a:endParaRPr>
          </a:p>
        </p:txBody>
      </p:sp>
      <p:sp>
        <p:nvSpPr>
          <p:cNvPr id="26" name="TextBox 25">
            <a:extLst>
              <a:ext uri="{FF2B5EF4-FFF2-40B4-BE49-F238E27FC236}">
                <a16:creationId xmlns:a16="http://schemas.microsoft.com/office/drawing/2014/main" id="{6799C0CF-0B52-E3EA-D8AD-9FA5B7B1F5B8}"/>
              </a:ext>
            </a:extLst>
          </p:cNvPr>
          <p:cNvSpPr txBox="1"/>
          <p:nvPr/>
        </p:nvSpPr>
        <p:spPr>
          <a:xfrm>
            <a:off x="4304143" y="5878399"/>
            <a:ext cx="916783" cy="301913"/>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8BB74C"/>
                </a:solidFill>
                <a:effectLst/>
                <a:uLnTx/>
                <a:uFillTx/>
                <a:latin typeface="Segoe UI"/>
                <a:ea typeface="+mn-ea"/>
                <a:cs typeface="+mn-cs"/>
              </a:rPr>
              <a:t>STOP</a:t>
            </a:r>
            <a:endParaRPr kumimoji="0" lang="en-IN" sz="2400" b="1" i="0" u="none" strike="noStrike" kern="1200" cap="none" spc="0" normalizeH="0" baseline="0" noProof="0">
              <a:ln>
                <a:noFill/>
              </a:ln>
              <a:solidFill>
                <a:srgbClr val="8BB74C"/>
              </a:solidFill>
              <a:effectLst/>
              <a:uLnTx/>
              <a:uFillTx/>
              <a:latin typeface="Segoe UI"/>
              <a:ea typeface="+mn-ea"/>
              <a:cs typeface="+mn-cs"/>
            </a:endParaRPr>
          </a:p>
        </p:txBody>
      </p:sp>
      <p:sp>
        <p:nvSpPr>
          <p:cNvPr id="27" name="TextBox 26">
            <a:extLst>
              <a:ext uri="{FF2B5EF4-FFF2-40B4-BE49-F238E27FC236}">
                <a16:creationId xmlns:a16="http://schemas.microsoft.com/office/drawing/2014/main" id="{ED07638D-53DF-A2B9-1457-AB96F7C78D66}"/>
              </a:ext>
            </a:extLst>
          </p:cNvPr>
          <p:cNvSpPr txBox="1"/>
          <p:nvPr/>
        </p:nvSpPr>
        <p:spPr>
          <a:xfrm>
            <a:off x="7936164" y="5878399"/>
            <a:ext cx="1807914" cy="301913"/>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3081AC"/>
                </a:solidFill>
                <a:effectLst/>
                <a:uLnTx/>
                <a:uFillTx/>
                <a:latin typeface="Segoe UI"/>
                <a:ea typeface="+mn-ea"/>
                <a:cs typeface="+mn-cs"/>
              </a:rPr>
              <a:t>CONTINUE</a:t>
            </a:r>
            <a:endParaRPr kumimoji="0" lang="en-IN" sz="2400" b="1" i="0" u="none" strike="noStrike" kern="1200" cap="none" spc="0" normalizeH="0" baseline="0" noProof="0">
              <a:ln>
                <a:noFill/>
              </a:ln>
              <a:solidFill>
                <a:srgbClr val="3081AC"/>
              </a:solidFill>
              <a:effectLst/>
              <a:uLnTx/>
              <a:uFillTx/>
              <a:latin typeface="Segoe UI"/>
              <a:ea typeface="+mn-ea"/>
              <a:cs typeface="+mn-cs"/>
            </a:endParaRPr>
          </a:p>
        </p:txBody>
      </p:sp>
      <p:sp>
        <p:nvSpPr>
          <p:cNvPr id="28" name="TextBox 27">
            <a:extLst>
              <a:ext uri="{FF2B5EF4-FFF2-40B4-BE49-F238E27FC236}">
                <a16:creationId xmlns:a16="http://schemas.microsoft.com/office/drawing/2014/main" id="{6CD02872-D2CE-57D0-D093-FBB1444B537F}"/>
              </a:ext>
            </a:extLst>
          </p:cNvPr>
          <p:cNvSpPr txBox="1"/>
          <p:nvPr/>
        </p:nvSpPr>
        <p:spPr>
          <a:xfrm>
            <a:off x="1685677" y="5801915"/>
            <a:ext cx="1807914" cy="454878"/>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75000"/>
                    <a:lumOff val="2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51" name="TextBox 50">
            <a:extLst>
              <a:ext uri="{FF2B5EF4-FFF2-40B4-BE49-F238E27FC236}">
                <a16:creationId xmlns:a16="http://schemas.microsoft.com/office/drawing/2014/main" id="{8779C407-5110-B545-B07A-3BB3CCE27D1F}"/>
              </a:ext>
            </a:extLst>
          </p:cNvPr>
          <p:cNvSpPr txBox="1"/>
          <p:nvPr/>
        </p:nvSpPr>
        <p:spPr>
          <a:xfrm>
            <a:off x="5258269" y="5801915"/>
            <a:ext cx="1807914" cy="454878"/>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75000"/>
                    <a:lumOff val="2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
        <p:nvSpPr>
          <p:cNvPr id="54" name="TextBox 53">
            <a:extLst>
              <a:ext uri="{FF2B5EF4-FFF2-40B4-BE49-F238E27FC236}">
                <a16:creationId xmlns:a16="http://schemas.microsoft.com/office/drawing/2014/main" id="{5DCA89F3-3AD6-9579-2D66-D3FAEE50C4A6}"/>
              </a:ext>
            </a:extLst>
          </p:cNvPr>
          <p:cNvSpPr txBox="1"/>
          <p:nvPr/>
        </p:nvSpPr>
        <p:spPr>
          <a:xfrm>
            <a:off x="9696400" y="5801915"/>
            <a:ext cx="1807914" cy="454878"/>
          </a:xfrm>
          <a:prstGeom prst="rect">
            <a:avLst/>
          </a:prstGeom>
          <a:noFill/>
        </p:spPr>
        <p:txBody>
          <a:bodyPr wrap="square" lIns="0" tIns="0" rIns="0" bIns="0" anchor="ctr">
            <a:noAutofit/>
          </a:bodyPr>
          <a:lstStyle/>
          <a:p>
            <a:pPr marL="0" marR="0" lvl="0" indent="0" algn="l" defTabSz="1218987" rtl="0" eaLnBrk="1" fontAlgn="auto" latinLnBrk="0" hangingPunct="1">
              <a:lnSpc>
                <a:spcPct val="110000"/>
              </a:lnSpc>
              <a:spcBef>
                <a:spcPts val="0"/>
              </a:spcBef>
              <a:spcAft>
                <a:spcPts val="0"/>
              </a:spcAft>
              <a:buClrTx/>
              <a:buSzTx/>
              <a:buFontTx/>
              <a:buNone/>
              <a:tabLst/>
              <a:defRPr/>
            </a:pPr>
            <a:r>
              <a:rPr kumimoji="0" lang="en-IN" sz="1200" b="0" i="0" u="none" strike="noStrike" kern="1200" cap="none" spc="0" normalizeH="0" baseline="0" noProof="0">
                <a:ln>
                  <a:noFill/>
                </a:ln>
                <a:solidFill>
                  <a:prstClr val="black">
                    <a:lumMod val="75000"/>
                    <a:lumOff val="25000"/>
                  </a:prstClr>
                </a:solidFill>
                <a:effectLst/>
                <a:uLnTx/>
                <a:uFillTx/>
                <a:latin typeface="Segoe UI"/>
                <a:ea typeface="Open Sans" panose="020B0606030504020204" pitchFamily="34" charset="0"/>
                <a:cs typeface="Open Sans" panose="020B0606030504020204" pitchFamily="34" charset="0"/>
              </a:rPr>
              <a:t>This is a sample text. Insert your desired text here. </a:t>
            </a:r>
          </a:p>
        </p:txBody>
      </p:sp>
    </p:spTree>
    <p:extLst>
      <p:ext uri="{BB962C8B-B14F-4D97-AF65-F5344CB8AC3E}">
        <p14:creationId xmlns:p14="http://schemas.microsoft.com/office/powerpoint/2010/main" val="83796836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aphic 13">
            <a:extLst>
              <a:ext uri="{FF2B5EF4-FFF2-40B4-BE49-F238E27FC236}">
                <a16:creationId xmlns:a16="http://schemas.microsoft.com/office/drawing/2014/main" id="{ED8AA887-51C9-E647-97D2-2DFC212F485A}"/>
              </a:ext>
            </a:extLst>
          </p:cNvPr>
          <p:cNvGrpSpPr/>
          <p:nvPr/>
        </p:nvGrpSpPr>
        <p:grpSpPr>
          <a:xfrm>
            <a:off x="3536731" y="1239580"/>
            <a:ext cx="5066415" cy="5066415"/>
            <a:chOff x="3535142" y="1239579"/>
            <a:chExt cx="5066415" cy="5066415"/>
          </a:xfrm>
        </p:grpSpPr>
        <p:sp>
          <p:nvSpPr>
            <p:cNvPr id="5" name="Freeform 4">
              <a:extLst>
                <a:ext uri="{FF2B5EF4-FFF2-40B4-BE49-F238E27FC236}">
                  <a16:creationId xmlns:a16="http://schemas.microsoft.com/office/drawing/2014/main" id="{F8AFA542-25BA-8248-9DA1-B1098CE7F735}"/>
                </a:ext>
              </a:extLst>
            </p:cNvPr>
            <p:cNvSpPr/>
            <p:nvPr/>
          </p:nvSpPr>
          <p:spPr>
            <a:xfrm>
              <a:off x="4488935" y="1239579"/>
              <a:ext cx="1579859" cy="2532762"/>
            </a:xfrm>
            <a:custGeom>
              <a:avLst/>
              <a:gdLst>
                <a:gd name="connsiteX0" fmla="*/ 789930 w 1579859"/>
                <a:gd name="connsiteY0" fmla="*/ 2532763 h 2532762"/>
                <a:gd name="connsiteX1" fmla="*/ 789930 w 1579859"/>
                <a:gd name="connsiteY1" fmla="*/ 2532763 h 2532762"/>
                <a:gd name="connsiteX2" fmla="*/ 0 w 1579859"/>
                <a:gd name="connsiteY2" fmla="*/ 1742833 h 2532762"/>
                <a:gd name="connsiteX3" fmla="*/ 0 w 1579859"/>
                <a:gd name="connsiteY3" fmla="*/ 789930 h 2532762"/>
                <a:gd name="connsiteX4" fmla="*/ 789930 w 1579859"/>
                <a:gd name="connsiteY4" fmla="*/ 0 h 2532762"/>
                <a:gd name="connsiteX5" fmla="*/ 789930 w 1579859"/>
                <a:gd name="connsiteY5" fmla="*/ 0 h 2532762"/>
                <a:gd name="connsiteX6" fmla="*/ 1579860 w 1579859"/>
                <a:gd name="connsiteY6" fmla="*/ 789930 h 2532762"/>
                <a:gd name="connsiteX7" fmla="*/ 1579860 w 1579859"/>
                <a:gd name="connsiteY7" fmla="*/ 1743723 h 2532762"/>
                <a:gd name="connsiteX8" fmla="*/ 789930 w 1579859"/>
                <a:gd name="connsiteY8" fmla="*/ 2532763 h 253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9859" h="2532762">
                  <a:moveTo>
                    <a:pt x="789930" y="2532763"/>
                  </a:moveTo>
                  <a:lnTo>
                    <a:pt x="789930" y="2532763"/>
                  </a:lnTo>
                  <a:cubicBezTo>
                    <a:pt x="353554" y="2532763"/>
                    <a:pt x="0" y="2179209"/>
                    <a:pt x="0" y="1742833"/>
                  </a:cubicBezTo>
                  <a:lnTo>
                    <a:pt x="0" y="789930"/>
                  </a:lnTo>
                  <a:cubicBezTo>
                    <a:pt x="0" y="353554"/>
                    <a:pt x="353554" y="0"/>
                    <a:pt x="789930" y="0"/>
                  </a:cubicBezTo>
                  <a:lnTo>
                    <a:pt x="789930" y="0"/>
                  </a:lnTo>
                  <a:cubicBezTo>
                    <a:pt x="1226306" y="0"/>
                    <a:pt x="1579860" y="353554"/>
                    <a:pt x="1579860" y="789930"/>
                  </a:cubicBezTo>
                  <a:lnTo>
                    <a:pt x="1579860" y="1743723"/>
                  </a:lnTo>
                  <a:cubicBezTo>
                    <a:pt x="1578969" y="2179209"/>
                    <a:pt x="1225415" y="2532763"/>
                    <a:pt x="789930" y="2532763"/>
                  </a:cubicBezTo>
                  <a:close/>
                </a:path>
              </a:pathLst>
            </a:custGeom>
            <a:solidFill>
              <a:schemeClr val="accent1"/>
            </a:solidFill>
            <a:ln w="8906" cap="flat">
              <a:noFill/>
              <a:prstDash val="solid"/>
              <a:miter/>
            </a:ln>
          </p:spPr>
          <p:txBody>
            <a:bodyPr rtlCol="0" anchor="ctr"/>
            <a:lstStyle/>
            <a:p>
              <a:pPr defTabSz="1218987"/>
              <a:endParaRPr lang="en-US" sz="2400">
                <a:solidFill>
                  <a:srgbClr val="000000"/>
                </a:solidFill>
                <a:latin typeface="Calibri"/>
              </a:endParaRPr>
            </a:p>
          </p:txBody>
        </p:sp>
        <p:sp>
          <p:nvSpPr>
            <p:cNvPr id="15" name="Freeform 14">
              <a:extLst>
                <a:ext uri="{FF2B5EF4-FFF2-40B4-BE49-F238E27FC236}">
                  <a16:creationId xmlns:a16="http://schemas.microsoft.com/office/drawing/2014/main" id="{1DF0E3A6-5659-DA45-8684-BF66A2FB83B2}"/>
                </a:ext>
              </a:extLst>
            </p:cNvPr>
            <p:cNvSpPr/>
            <p:nvPr/>
          </p:nvSpPr>
          <p:spPr>
            <a:xfrm>
              <a:off x="6067904" y="2193372"/>
              <a:ext cx="2533653" cy="1579859"/>
            </a:xfrm>
            <a:custGeom>
              <a:avLst/>
              <a:gdLst>
                <a:gd name="connsiteX0" fmla="*/ 0 w 2533653"/>
                <a:gd name="connsiteY0" fmla="*/ 789930 h 1579859"/>
                <a:gd name="connsiteX1" fmla="*/ 0 w 2533653"/>
                <a:gd name="connsiteY1" fmla="*/ 789930 h 1579859"/>
                <a:gd name="connsiteX2" fmla="*/ 789930 w 2533653"/>
                <a:gd name="connsiteY2" fmla="*/ 0 h 1579859"/>
                <a:gd name="connsiteX3" fmla="*/ 1743723 w 2533653"/>
                <a:gd name="connsiteY3" fmla="*/ 0 h 1579859"/>
                <a:gd name="connsiteX4" fmla="*/ 2533653 w 2533653"/>
                <a:gd name="connsiteY4" fmla="*/ 789930 h 1579859"/>
                <a:gd name="connsiteX5" fmla="*/ 2533653 w 2533653"/>
                <a:gd name="connsiteY5" fmla="*/ 789930 h 1579859"/>
                <a:gd name="connsiteX6" fmla="*/ 1743723 w 2533653"/>
                <a:gd name="connsiteY6" fmla="*/ 1579860 h 1579859"/>
                <a:gd name="connsiteX7" fmla="*/ 789930 w 2533653"/>
                <a:gd name="connsiteY7" fmla="*/ 1579860 h 1579859"/>
                <a:gd name="connsiteX8" fmla="*/ 0 w 2533653"/>
                <a:gd name="connsiteY8" fmla="*/ 789930 h 1579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3653" h="1579859">
                  <a:moveTo>
                    <a:pt x="0" y="789930"/>
                  </a:moveTo>
                  <a:lnTo>
                    <a:pt x="0" y="789930"/>
                  </a:lnTo>
                  <a:cubicBezTo>
                    <a:pt x="0" y="353554"/>
                    <a:pt x="353554" y="0"/>
                    <a:pt x="789930" y="0"/>
                  </a:cubicBezTo>
                  <a:lnTo>
                    <a:pt x="1743723" y="0"/>
                  </a:lnTo>
                  <a:cubicBezTo>
                    <a:pt x="2180100" y="0"/>
                    <a:pt x="2533653" y="353554"/>
                    <a:pt x="2533653" y="789930"/>
                  </a:cubicBezTo>
                  <a:lnTo>
                    <a:pt x="2533653" y="789930"/>
                  </a:lnTo>
                  <a:cubicBezTo>
                    <a:pt x="2533653" y="1226306"/>
                    <a:pt x="2180100" y="1579860"/>
                    <a:pt x="1743723" y="1579860"/>
                  </a:cubicBezTo>
                  <a:lnTo>
                    <a:pt x="789930" y="1579860"/>
                  </a:lnTo>
                  <a:cubicBezTo>
                    <a:pt x="354444" y="1578969"/>
                    <a:pt x="0" y="1225415"/>
                    <a:pt x="0" y="789930"/>
                  </a:cubicBezTo>
                  <a:close/>
                </a:path>
              </a:pathLst>
            </a:custGeom>
            <a:solidFill>
              <a:schemeClr val="accent3"/>
            </a:solidFill>
            <a:ln w="8906" cap="flat">
              <a:noFill/>
              <a:prstDash val="solid"/>
              <a:miter/>
            </a:ln>
          </p:spPr>
          <p:txBody>
            <a:bodyPr rtlCol="0" anchor="ctr"/>
            <a:lstStyle/>
            <a:p>
              <a:pPr defTabSz="1218987"/>
              <a:endParaRPr lang="en-US" sz="2400">
                <a:solidFill>
                  <a:srgbClr val="000000"/>
                </a:solidFill>
                <a:latin typeface="Calibri"/>
              </a:endParaRPr>
            </a:p>
          </p:txBody>
        </p:sp>
        <p:sp>
          <p:nvSpPr>
            <p:cNvPr id="41" name="Freeform 40">
              <a:extLst>
                <a:ext uri="{FF2B5EF4-FFF2-40B4-BE49-F238E27FC236}">
                  <a16:creationId xmlns:a16="http://schemas.microsoft.com/office/drawing/2014/main" id="{49368389-B49D-9E4C-BF9A-22D46BA52C8D}"/>
                </a:ext>
              </a:extLst>
            </p:cNvPr>
            <p:cNvSpPr/>
            <p:nvPr/>
          </p:nvSpPr>
          <p:spPr>
            <a:xfrm>
              <a:off x="3535142" y="3772341"/>
              <a:ext cx="2533653" cy="1579859"/>
            </a:xfrm>
            <a:custGeom>
              <a:avLst/>
              <a:gdLst>
                <a:gd name="connsiteX0" fmla="*/ 0 w 2533653"/>
                <a:gd name="connsiteY0" fmla="*/ 789930 h 1579859"/>
                <a:gd name="connsiteX1" fmla="*/ 0 w 2533653"/>
                <a:gd name="connsiteY1" fmla="*/ 789930 h 1579859"/>
                <a:gd name="connsiteX2" fmla="*/ 789930 w 2533653"/>
                <a:gd name="connsiteY2" fmla="*/ 0 h 1579859"/>
                <a:gd name="connsiteX3" fmla="*/ 1743723 w 2533653"/>
                <a:gd name="connsiteY3" fmla="*/ 0 h 1579859"/>
                <a:gd name="connsiteX4" fmla="*/ 2533653 w 2533653"/>
                <a:gd name="connsiteY4" fmla="*/ 789930 h 1579859"/>
                <a:gd name="connsiteX5" fmla="*/ 2533653 w 2533653"/>
                <a:gd name="connsiteY5" fmla="*/ 789930 h 1579859"/>
                <a:gd name="connsiteX6" fmla="*/ 1743723 w 2533653"/>
                <a:gd name="connsiteY6" fmla="*/ 1579860 h 1579859"/>
                <a:gd name="connsiteX7" fmla="*/ 789930 w 2533653"/>
                <a:gd name="connsiteY7" fmla="*/ 1579860 h 1579859"/>
                <a:gd name="connsiteX8" fmla="*/ 0 w 2533653"/>
                <a:gd name="connsiteY8" fmla="*/ 789930 h 1579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3653" h="1579859">
                  <a:moveTo>
                    <a:pt x="0" y="789930"/>
                  </a:moveTo>
                  <a:lnTo>
                    <a:pt x="0" y="789930"/>
                  </a:lnTo>
                  <a:cubicBezTo>
                    <a:pt x="0" y="353554"/>
                    <a:pt x="353554" y="0"/>
                    <a:pt x="789930" y="0"/>
                  </a:cubicBezTo>
                  <a:lnTo>
                    <a:pt x="1743723" y="0"/>
                  </a:lnTo>
                  <a:cubicBezTo>
                    <a:pt x="2180099" y="0"/>
                    <a:pt x="2533653" y="353554"/>
                    <a:pt x="2533653" y="789930"/>
                  </a:cubicBezTo>
                  <a:lnTo>
                    <a:pt x="2533653" y="789930"/>
                  </a:lnTo>
                  <a:cubicBezTo>
                    <a:pt x="2533653" y="1226306"/>
                    <a:pt x="2180099" y="1579860"/>
                    <a:pt x="1743723" y="1579860"/>
                  </a:cubicBezTo>
                  <a:lnTo>
                    <a:pt x="789930" y="1579860"/>
                  </a:lnTo>
                  <a:cubicBezTo>
                    <a:pt x="353554" y="1579860"/>
                    <a:pt x="0" y="1226306"/>
                    <a:pt x="0" y="789930"/>
                  </a:cubicBezTo>
                  <a:close/>
                </a:path>
              </a:pathLst>
            </a:custGeom>
            <a:solidFill>
              <a:schemeClr val="accent4"/>
            </a:solidFill>
            <a:ln w="8906" cap="flat">
              <a:noFill/>
              <a:prstDash val="solid"/>
              <a:miter/>
            </a:ln>
          </p:spPr>
          <p:txBody>
            <a:bodyPr rtlCol="0" anchor="ctr"/>
            <a:lstStyle/>
            <a:p>
              <a:pPr defTabSz="1218987"/>
              <a:endParaRPr lang="en-US" sz="2400">
                <a:solidFill>
                  <a:srgbClr val="000000"/>
                </a:solidFill>
                <a:latin typeface="Calibri"/>
              </a:endParaRPr>
            </a:p>
          </p:txBody>
        </p:sp>
        <p:sp>
          <p:nvSpPr>
            <p:cNvPr id="42" name="Freeform 41">
              <a:extLst>
                <a:ext uri="{FF2B5EF4-FFF2-40B4-BE49-F238E27FC236}">
                  <a16:creationId xmlns:a16="http://schemas.microsoft.com/office/drawing/2014/main" id="{029AAEBC-5E43-614B-8EAE-4872C04B109B}"/>
                </a:ext>
              </a:extLst>
            </p:cNvPr>
            <p:cNvSpPr/>
            <p:nvPr/>
          </p:nvSpPr>
          <p:spPr>
            <a:xfrm>
              <a:off x="6067904" y="3772341"/>
              <a:ext cx="1579859" cy="2533653"/>
            </a:xfrm>
            <a:custGeom>
              <a:avLst/>
              <a:gdLst>
                <a:gd name="connsiteX0" fmla="*/ 789930 w 1579859"/>
                <a:gd name="connsiteY0" fmla="*/ 0 h 2533653"/>
                <a:gd name="connsiteX1" fmla="*/ 789930 w 1579859"/>
                <a:gd name="connsiteY1" fmla="*/ 0 h 2533653"/>
                <a:gd name="connsiteX2" fmla="*/ 1579860 w 1579859"/>
                <a:gd name="connsiteY2" fmla="*/ 789930 h 2533653"/>
                <a:gd name="connsiteX3" fmla="*/ 1579860 w 1579859"/>
                <a:gd name="connsiteY3" fmla="*/ 1743723 h 2533653"/>
                <a:gd name="connsiteX4" fmla="*/ 789930 w 1579859"/>
                <a:gd name="connsiteY4" fmla="*/ 2533653 h 2533653"/>
                <a:gd name="connsiteX5" fmla="*/ 789930 w 1579859"/>
                <a:gd name="connsiteY5" fmla="*/ 2533653 h 2533653"/>
                <a:gd name="connsiteX6" fmla="*/ 0 w 1579859"/>
                <a:gd name="connsiteY6" fmla="*/ 1743723 h 2533653"/>
                <a:gd name="connsiteX7" fmla="*/ 0 w 1579859"/>
                <a:gd name="connsiteY7" fmla="*/ 789930 h 2533653"/>
                <a:gd name="connsiteX8" fmla="*/ 789930 w 1579859"/>
                <a:gd name="connsiteY8" fmla="*/ 0 h 253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9859" h="2533653">
                  <a:moveTo>
                    <a:pt x="789930" y="0"/>
                  </a:moveTo>
                  <a:lnTo>
                    <a:pt x="789930" y="0"/>
                  </a:lnTo>
                  <a:cubicBezTo>
                    <a:pt x="1226306" y="0"/>
                    <a:pt x="1579860" y="353554"/>
                    <a:pt x="1579860" y="789930"/>
                  </a:cubicBezTo>
                  <a:lnTo>
                    <a:pt x="1579860" y="1743723"/>
                  </a:lnTo>
                  <a:cubicBezTo>
                    <a:pt x="1579860" y="2180100"/>
                    <a:pt x="1226306" y="2533653"/>
                    <a:pt x="789930" y="2533653"/>
                  </a:cubicBezTo>
                  <a:lnTo>
                    <a:pt x="789930" y="2533653"/>
                  </a:lnTo>
                  <a:cubicBezTo>
                    <a:pt x="353554" y="2533653"/>
                    <a:pt x="0" y="2180100"/>
                    <a:pt x="0" y="1743723"/>
                  </a:cubicBezTo>
                  <a:lnTo>
                    <a:pt x="0" y="789930"/>
                  </a:lnTo>
                  <a:cubicBezTo>
                    <a:pt x="0" y="354444"/>
                    <a:pt x="354444" y="0"/>
                    <a:pt x="789930" y="0"/>
                  </a:cubicBezTo>
                  <a:close/>
                </a:path>
              </a:pathLst>
            </a:custGeom>
            <a:solidFill>
              <a:schemeClr val="accent2"/>
            </a:solidFill>
            <a:ln w="8906" cap="flat">
              <a:noFill/>
              <a:prstDash val="solid"/>
              <a:miter/>
            </a:ln>
          </p:spPr>
          <p:txBody>
            <a:bodyPr rtlCol="0" anchor="ctr"/>
            <a:lstStyle/>
            <a:p>
              <a:pPr defTabSz="1218987"/>
              <a:endParaRPr lang="en-US" sz="2400">
                <a:solidFill>
                  <a:srgbClr val="000000"/>
                </a:solidFill>
                <a:latin typeface="Calibri"/>
              </a:endParaRPr>
            </a:p>
          </p:txBody>
        </p:sp>
      </p:grpSp>
      <p:sp>
        <p:nvSpPr>
          <p:cNvPr id="2" name="Title 1">
            <a:extLst>
              <a:ext uri="{FF2B5EF4-FFF2-40B4-BE49-F238E27FC236}">
                <a16:creationId xmlns:a16="http://schemas.microsoft.com/office/drawing/2014/main" id="{3944EA65-159D-8F4A-BF7A-E7F79BE6150D}"/>
              </a:ext>
            </a:extLst>
          </p:cNvPr>
          <p:cNvSpPr>
            <a:spLocks noGrp="1"/>
          </p:cNvSpPr>
          <p:nvPr>
            <p:ph type="title"/>
          </p:nvPr>
        </p:nvSpPr>
        <p:spPr/>
        <p:txBody>
          <a:bodyPr/>
          <a:lstStyle/>
          <a:p>
            <a:r>
              <a:rPr lang="en-US"/>
              <a:t>SWOT Analysis Slide Template</a:t>
            </a:r>
          </a:p>
        </p:txBody>
      </p:sp>
      <p:sp>
        <p:nvSpPr>
          <p:cNvPr id="55" name="Rectangle 54">
            <a:extLst>
              <a:ext uri="{FF2B5EF4-FFF2-40B4-BE49-F238E27FC236}">
                <a16:creationId xmlns:a16="http://schemas.microsoft.com/office/drawing/2014/main" id="{856E3DA7-F554-D643-A858-5A8D1AD1A80B}"/>
              </a:ext>
            </a:extLst>
          </p:cNvPr>
          <p:cNvSpPr/>
          <p:nvPr/>
        </p:nvSpPr>
        <p:spPr>
          <a:xfrm>
            <a:off x="8926619" y="2326708"/>
            <a:ext cx="2071787" cy="342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defTabSz="1218987"/>
            <a:r>
              <a:rPr lang="en-US" sz="2400" b="1">
                <a:solidFill>
                  <a:srgbClr val="E99D62"/>
                </a:solidFill>
                <a:latin typeface="Segoe UI" panose="020B0502040204020203" pitchFamily="34" charset="0"/>
                <a:cs typeface="Segoe UI" panose="020B0502040204020203" pitchFamily="34" charset="0"/>
              </a:rPr>
              <a:t>Opportunities</a:t>
            </a:r>
          </a:p>
        </p:txBody>
      </p:sp>
      <p:sp>
        <p:nvSpPr>
          <p:cNvPr id="56" name="Rectangle 55">
            <a:extLst>
              <a:ext uri="{FF2B5EF4-FFF2-40B4-BE49-F238E27FC236}">
                <a16:creationId xmlns:a16="http://schemas.microsoft.com/office/drawing/2014/main" id="{3B455B49-3467-CB41-845C-A466C84C7D1C}"/>
              </a:ext>
            </a:extLst>
          </p:cNvPr>
          <p:cNvSpPr/>
          <p:nvPr/>
        </p:nvSpPr>
        <p:spPr>
          <a:xfrm>
            <a:off x="8972449" y="2736999"/>
            <a:ext cx="2025956" cy="8255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defTabSz="1218987"/>
            <a:r>
              <a:rPr lang="en-US" sz="1600">
                <a:solidFill>
                  <a:srgbClr val="000000">
                    <a:lumMod val="50000"/>
                    <a:lumOff val="50000"/>
                  </a:srgbClr>
                </a:solidFill>
                <a:latin typeface="Segoe UI" panose="020B0502040204020203" pitchFamily="34" charset="0"/>
                <a:cs typeface="Segoe UI" panose="020B0502040204020203" pitchFamily="34" charset="0"/>
              </a:rPr>
              <a:t>Write about the opportunities here. You can edit this text.</a:t>
            </a:r>
          </a:p>
        </p:txBody>
      </p:sp>
      <p:sp>
        <p:nvSpPr>
          <p:cNvPr id="57" name="Rectangle 56">
            <a:extLst>
              <a:ext uri="{FF2B5EF4-FFF2-40B4-BE49-F238E27FC236}">
                <a16:creationId xmlns:a16="http://schemas.microsoft.com/office/drawing/2014/main" id="{5872EDBE-0DF2-EC49-8EF7-4D6F784E3624}"/>
              </a:ext>
            </a:extLst>
          </p:cNvPr>
          <p:cNvSpPr/>
          <p:nvPr/>
        </p:nvSpPr>
        <p:spPr>
          <a:xfrm>
            <a:off x="7985713" y="4433379"/>
            <a:ext cx="1481516" cy="342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defTabSz="1218987"/>
            <a:r>
              <a:rPr lang="en-US" sz="2400" b="1">
                <a:solidFill>
                  <a:srgbClr val="EF5F69"/>
                </a:solidFill>
                <a:latin typeface="Segoe UI" panose="020B0502040204020203" pitchFamily="34" charset="0"/>
                <a:cs typeface="Segoe UI" panose="020B0502040204020203" pitchFamily="34" charset="0"/>
              </a:rPr>
              <a:t>Threats</a:t>
            </a:r>
          </a:p>
        </p:txBody>
      </p:sp>
      <p:sp>
        <p:nvSpPr>
          <p:cNvPr id="58" name="Rectangle 57">
            <a:extLst>
              <a:ext uri="{FF2B5EF4-FFF2-40B4-BE49-F238E27FC236}">
                <a16:creationId xmlns:a16="http://schemas.microsoft.com/office/drawing/2014/main" id="{CA042660-4C91-E240-8529-7C4B3B0B1304}"/>
              </a:ext>
            </a:extLst>
          </p:cNvPr>
          <p:cNvSpPr/>
          <p:nvPr/>
        </p:nvSpPr>
        <p:spPr>
          <a:xfrm>
            <a:off x="8031544" y="4843670"/>
            <a:ext cx="2025956" cy="8018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defTabSz="1218987"/>
            <a:r>
              <a:rPr lang="en-US" sz="1600">
                <a:solidFill>
                  <a:srgbClr val="000000">
                    <a:lumMod val="50000"/>
                    <a:lumOff val="50000"/>
                  </a:srgbClr>
                </a:solidFill>
                <a:latin typeface="Segoe UI" panose="020B0502040204020203" pitchFamily="34" charset="0"/>
                <a:cs typeface="Segoe UI" panose="020B0502040204020203" pitchFamily="34" charset="0"/>
              </a:rPr>
              <a:t>Write about the threats here. You can edit this text.</a:t>
            </a:r>
          </a:p>
        </p:txBody>
      </p:sp>
      <p:sp>
        <p:nvSpPr>
          <p:cNvPr id="59" name="Rectangle 58">
            <a:extLst>
              <a:ext uri="{FF2B5EF4-FFF2-40B4-BE49-F238E27FC236}">
                <a16:creationId xmlns:a16="http://schemas.microsoft.com/office/drawing/2014/main" id="{D9AE6271-C131-7441-979D-819DB43347BC}"/>
              </a:ext>
            </a:extLst>
          </p:cNvPr>
          <p:cNvSpPr/>
          <p:nvPr/>
        </p:nvSpPr>
        <p:spPr>
          <a:xfrm>
            <a:off x="1142362" y="3956123"/>
            <a:ext cx="2025956" cy="342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1218987"/>
            <a:r>
              <a:rPr lang="en-US" sz="2400" b="1">
                <a:solidFill>
                  <a:srgbClr val="2E2960"/>
                </a:solidFill>
                <a:latin typeface="Segoe UI" panose="020B0502040204020203" pitchFamily="34" charset="0"/>
                <a:cs typeface="Segoe UI" panose="020B0502040204020203" pitchFamily="34" charset="0"/>
              </a:rPr>
              <a:t>Weaknesses</a:t>
            </a:r>
          </a:p>
        </p:txBody>
      </p:sp>
      <p:sp>
        <p:nvSpPr>
          <p:cNvPr id="60" name="Rectangle 59">
            <a:extLst>
              <a:ext uri="{FF2B5EF4-FFF2-40B4-BE49-F238E27FC236}">
                <a16:creationId xmlns:a16="http://schemas.microsoft.com/office/drawing/2014/main" id="{8ABF5BD0-97D8-324C-B522-FFF77407F8F7}"/>
              </a:ext>
            </a:extLst>
          </p:cNvPr>
          <p:cNvSpPr/>
          <p:nvPr/>
        </p:nvSpPr>
        <p:spPr>
          <a:xfrm>
            <a:off x="1142361" y="4366414"/>
            <a:ext cx="2025956" cy="8363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r" defTabSz="1218987"/>
            <a:r>
              <a:rPr lang="en-US" sz="1600">
                <a:solidFill>
                  <a:srgbClr val="000000">
                    <a:lumMod val="50000"/>
                    <a:lumOff val="50000"/>
                  </a:srgbClr>
                </a:solidFill>
                <a:latin typeface="Segoe UI" panose="020B0502040204020203" pitchFamily="34" charset="0"/>
                <a:cs typeface="Segoe UI" panose="020B0502040204020203" pitchFamily="34" charset="0"/>
              </a:rPr>
              <a:t>Write about the weaknesses here. You can edit this text.</a:t>
            </a:r>
          </a:p>
        </p:txBody>
      </p:sp>
      <p:sp>
        <p:nvSpPr>
          <p:cNvPr id="63" name="Rectangle 62">
            <a:extLst>
              <a:ext uri="{FF2B5EF4-FFF2-40B4-BE49-F238E27FC236}">
                <a16:creationId xmlns:a16="http://schemas.microsoft.com/office/drawing/2014/main" id="{4DE3F575-E95B-0542-B474-4B6BF0EA0883}"/>
              </a:ext>
            </a:extLst>
          </p:cNvPr>
          <p:cNvSpPr/>
          <p:nvPr/>
        </p:nvSpPr>
        <p:spPr>
          <a:xfrm>
            <a:off x="2673537" y="1889488"/>
            <a:ext cx="1462190" cy="342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1218987"/>
            <a:r>
              <a:rPr lang="en-US" sz="2400" b="1">
                <a:solidFill>
                  <a:srgbClr val="6F53FE"/>
                </a:solidFill>
                <a:latin typeface="Segoe UI" panose="020B0502040204020203" pitchFamily="34" charset="0"/>
                <a:cs typeface="Segoe UI" panose="020B0502040204020203" pitchFamily="34" charset="0"/>
              </a:rPr>
              <a:t>Strengths</a:t>
            </a:r>
          </a:p>
        </p:txBody>
      </p:sp>
      <p:sp>
        <p:nvSpPr>
          <p:cNvPr id="64" name="Rectangle 63">
            <a:extLst>
              <a:ext uri="{FF2B5EF4-FFF2-40B4-BE49-F238E27FC236}">
                <a16:creationId xmlns:a16="http://schemas.microsoft.com/office/drawing/2014/main" id="{AF71668A-3015-AE41-95E9-055CBC6FE96A}"/>
              </a:ext>
            </a:extLst>
          </p:cNvPr>
          <p:cNvSpPr/>
          <p:nvPr/>
        </p:nvSpPr>
        <p:spPr>
          <a:xfrm>
            <a:off x="2109770" y="2299779"/>
            <a:ext cx="2025956" cy="844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r" defTabSz="1218987"/>
            <a:r>
              <a:rPr lang="en-US" sz="1600">
                <a:solidFill>
                  <a:srgbClr val="000000">
                    <a:lumMod val="50000"/>
                    <a:lumOff val="50000"/>
                  </a:srgbClr>
                </a:solidFill>
                <a:latin typeface="Segoe UI" panose="020B0502040204020203" pitchFamily="34" charset="0"/>
                <a:cs typeface="Segoe UI" panose="020B0502040204020203" pitchFamily="34" charset="0"/>
              </a:rPr>
              <a:t>Write about the strengths here. You can edit this text.</a:t>
            </a:r>
          </a:p>
        </p:txBody>
      </p:sp>
      <p:sp>
        <p:nvSpPr>
          <p:cNvPr id="65" name="Rectangle 64">
            <a:extLst>
              <a:ext uri="{FF2B5EF4-FFF2-40B4-BE49-F238E27FC236}">
                <a16:creationId xmlns:a16="http://schemas.microsoft.com/office/drawing/2014/main" id="{38C55CDB-31A2-0D41-9205-2BE6FF0FB133}"/>
              </a:ext>
            </a:extLst>
          </p:cNvPr>
          <p:cNvSpPr/>
          <p:nvPr/>
        </p:nvSpPr>
        <p:spPr>
          <a:xfrm>
            <a:off x="4938496" y="1434280"/>
            <a:ext cx="657534" cy="8018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US" sz="6600" b="1">
                <a:solidFill>
                  <a:srgbClr val="FFFFFF"/>
                </a:solidFill>
                <a:latin typeface="Segoe UI" panose="020B0502040204020203" pitchFamily="34" charset="0"/>
                <a:cs typeface="Segoe UI" panose="020B0502040204020203" pitchFamily="34" charset="0"/>
              </a:rPr>
              <a:t>S</a:t>
            </a:r>
          </a:p>
        </p:txBody>
      </p:sp>
      <p:sp>
        <p:nvSpPr>
          <p:cNvPr id="66" name="Rectangle 65">
            <a:extLst>
              <a:ext uri="{FF2B5EF4-FFF2-40B4-BE49-F238E27FC236}">
                <a16:creationId xmlns:a16="http://schemas.microsoft.com/office/drawing/2014/main" id="{B777B966-FBB2-074B-B594-9BC78420E815}"/>
              </a:ext>
            </a:extLst>
          </p:cNvPr>
          <p:cNvSpPr/>
          <p:nvPr/>
        </p:nvSpPr>
        <p:spPr>
          <a:xfrm>
            <a:off x="7597571" y="2529445"/>
            <a:ext cx="787998" cy="8442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US" sz="7200" b="1">
                <a:solidFill>
                  <a:srgbClr val="FFFFFF"/>
                </a:solidFill>
                <a:latin typeface="Segoe UI" panose="020B0502040204020203" pitchFamily="34" charset="0"/>
                <a:cs typeface="Segoe UI" panose="020B0502040204020203" pitchFamily="34" charset="0"/>
              </a:rPr>
              <a:t>O</a:t>
            </a:r>
          </a:p>
        </p:txBody>
      </p:sp>
      <p:sp>
        <p:nvSpPr>
          <p:cNvPr id="67" name="Rectangle 66">
            <a:extLst>
              <a:ext uri="{FF2B5EF4-FFF2-40B4-BE49-F238E27FC236}">
                <a16:creationId xmlns:a16="http://schemas.microsoft.com/office/drawing/2014/main" id="{C508B675-BF13-294E-B6B7-55408F6B5260}"/>
              </a:ext>
            </a:extLst>
          </p:cNvPr>
          <p:cNvSpPr/>
          <p:nvPr/>
        </p:nvSpPr>
        <p:spPr>
          <a:xfrm>
            <a:off x="3768699" y="4173862"/>
            <a:ext cx="875178" cy="8018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US" sz="6600" b="1">
                <a:solidFill>
                  <a:srgbClr val="FFFFFF"/>
                </a:solidFill>
                <a:latin typeface="Segoe UI" panose="020B0502040204020203" pitchFamily="34" charset="0"/>
                <a:cs typeface="Segoe UI" panose="020B0502040204020203" pitchFamily="34" charset="0"/>
              </a:rPr>
              <a:t>W</a:t>
            </a:r>
          </a:p>
        </p:txBody>
      </p:sp>
      <p:sp>
        <p:nvSpPr>
          <p:cNvPr id="68" name="Rectangle 67">
            <a:extLst>
              <a:ext uri="{FF2B5EF4-FFF2-40B4-BE49-F238E27FC236}">
                <a16:creationId xmlns:a16="http://schemas.microsoft.com/office/drawing/2014/main" id="{25AA7274-92A7-5A4D-A4DB-BF5B4F918D3D}"/>
              </a:ext>
            </a:extLst>
          </p:cNvPr>
          <p:cNvSpPr/>
          <p:nvPr/>
        </p:nvSpPr>
        <p:spPr>
          <a:xfrm>
            <a:off x="6442886" y="5355890"/>
            <a:ext cx="875178" cy="8018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US" sz="6600" b="1">
                <a:solidFill>
                  <a:srgbClr val="FFFFFF"/>
                </a:solidFill>
                <a:latin typeface="Segoe UI" panose="020B0502040204020203" pitchFamily="34" charset="0"/>
                <a:cs typeface="Segoe UI" panose="020B0502040204020203" pitchFamily="34" charset="0"/>
              </a:rPr>
              <a:t>T</a:t>
            </a:r>
          </a:p>
        </p:txBody>
      </p:sp>
      <p:pic>
        <p:nvPicPr>
          <p:cNvPr id="44" name="Graphic 43" descr="Handshake with solid fill">
            <a:extLst>
              <a:ext uri="{FF2B5EF4-FFF2-40B4-BE49-F238E27FC236}">
                <a16:creationId xmlns:a16="http://schemas.microsoft.com/office/drawing/2014/main" id="{6BCFB75C-043A-744D-B9FE-2F2301941E8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465107" y="2627118"/>
            <a:ext cx="707791" cy="707791"/>
          </a:xfrm>
          <a:prstGeom prst="rect">
            <a:avLst/>
          </a:prstGeom>
        </p:spPr>
      </p:pic>
      <p:pic>
        <p:nvPicPr>
          <p:cNvPr id="46" name="Graphic 45" descr="Body builder with solid fill">
            <a:extLst>
              <a:ext uri="{FF2B5EF4-FFF2-40B4-BE49-F238E27FC236}">
                <a16:creationId xmlns:a16="http://schemas.microsoft.com/office/drawing/2014/main" id="{D0781BAA-B7CD-B446-BD3C-A23C40BF811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913368" y="2601182"/>
            <a:ext cx="707791" cy="707791"/>
          </a:xfrm>
          <a:prstGeom prst="rect">
            <a:avLst/>
          </a:prstGeom>
        </p:spPr>
      </p:pic>
      <p:pic>
        <p:nvPicPr>
          <p:cNvPr id="74" name="Graphic 73" descr="Warning with solid fill">
            <a:extLst>
              <a:ext uri="{FF2B5EF4-FFF2-40B4-BE49-F238E27FC236}">
                <a16:creationId xmlns:a16="http://schemas.microsoft.com/office/drawing/2014/main" id="{4BCCBB17-63DC-2D4B-9129-96C98F7E909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526580" y="4146142"/>
            <a:ext cx="707791" cy="707791"/>
          </a:xfrm>
          <a:prstGeom prst="rect">
            <a:avLst/>
          </a:prstGeom>
        </p:spPr>
      </p:pic>
      <p:pic>
        <p:nvPicPr>
          <p:cNvPr id="78" name="Graphic 77" descr="Close with solid fill">
            <a:extLst>
              <a:ext uri="{FF2B5EF4-FFF2-40B4-BE49-F238E27FC236}">
                <a16:creationId xmlns:a16="http://schemas.microsoft.com/office/drawing/2014/main" id="{60F16C83-05C5-7E4B-BA42-23BAEEFC0DE1}"/>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4938497" y="4270021"/>
            <a:ext cx="606717" cy="606717"/>
          </a:xfrm>
          <a:prstGeom prst="rect">
            <a:avLst/>
          </a:prstGeom>
        </p:spPr>
      </p:pic>
    </p:spTree>
    <p:extLst>
      <p:ext uri="{BB962C8B-B14F-4D97-AF65-F5344CB8AC3E}">
        <p14:creationId xmlns:p14="http://schemas.microsoft.com/office/powerpoint/2010/main" val="415816852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1EE94137-9F01-D046-A830-FC863EE57E9C}"/>
              </a:ext>
            </a:extLst>
          </p:cNvPr>
          <p:cNvSpPr/>
          <p:nvPr/>
        </p:nvSpPr>
        <p:spPr>
          <a:xfrm>
            <a:off x="1759136" y="1947554"/>
            <a:ext cx="8680862" cy="4073237"/>
          </a:xfrm>
          <a:prstGeom prst="roundRect">
            <a:avLst>
              <a:gd name="adj" fmla="val 5588"/>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 name="Title 1">
            <a:extLst>
              <a:ext uri="{FF2B5EF4-FFF2-40B4-BE49-F238E27FC236}">
                <a16:creationId xmlns:a16="http://schemas.microsoft.com/office/drawing/2014/main" id="{9BAC9FBF-347B-8D46-B5AE-4F27644B3EAE}"/>
              </a:ext>
            </a:extLst>
          </p:cNvPr>
          <p:cNvSpPr>
            <a:spLocks noGrp="1"/>
          </p:cNvSpPr>
          <p:nvPr>
            <p:ph type="title"/>
          </p:nvPr>
        </p:nvSpPr>
        <p:spPr/>
        <p:txBody>
          <a:bodyPr/>
          <a:lstStyle/>
          <a:p>
            <a:r>
              <a:rPr lang="en-US"/>
              <a:t>SWOT Analysis Slide Template</a:t>
            </a:r>
          </a:p>
        </p:txBody>
      </p:sp>
      <p:sp>
        <p:nvSpPr>
          <p:cNvPr id="6" name="Freeform 5">
            <a:extLst>
              <a:ext uri="{FF2B5EF4-FFF2-40B4-BE49-F238E27FC236}">
                <a16:creationId xmlns:a16="http://schemas.microsoft.com/office/drawing/2014/main" id="{56419955-E513-0146-B4C7-D79E2F62B17F}"/>
              </a:ext>
            </a:extLst>
          </p:cNvPr>
          <p:cNvSpPr/>
          <p:nvPr/>
        </p:nvSpPr>
        <p:spPr>
          <a:xfrm>
            <a:off x="992032" y="1382330"/>
            <a:ext cx="1657755" cy="1657755"/>
          </a:xfrm>
          <a:custGeom>
            <a:avLst/>
            <a:gdLst>
              <a:gd name="connsiteX0" fmla="*/ 726480 w 726480"/>
              <a:gd name="connsiteY0" fmla="*/ 363240 h 726480"/>
              <a:gd name="connsiteX1" fmla="*/ 363240 w 726480"/>
              <a:gd name="connsiteY1" fmla="*/ 726480 h 726480"/>
              <a:gd name="connsiteX2" fmla="*/ 0 w 726480"/>
              <a:gd name="connsiteY2" fmla="*/ 363240 h 726480"/>
              <a:gd name="connsiteX3" fmla="*/ 363240 w 726480"/>
              <a:gd name="connsiteY3" fmla="*/ 0 h 726480"/>
              <a:gd name="connsiteX4" fmla="*/ 726480 w 726480"/>
              <a:gd name="connsiteY4" fmla="*/ 363240 h 726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80" h="726480">
                <a:moveTo>
                  <a:pt x="726480" y="363240"/>
                </a:moveTo>
                <a:cubicBezTo>
                  <a:pt x="726480" y="563852"/>
                  <a:pt x="563852" y="726480"/>
                  <a:pt x="363240" y="726480"/>
                </a:cubicBezTo>
                <a:cubicBezTo>
                  <a:pt x="162628" y="726480"/>
                  <a:pt x="0" y="563852"/>
                  <a:pt x="0" y="363240"/>
                </a:cubicBezTo>
                <a:cubicBezTo>
                  <a:pt x="0" y="162628"/>
                  <a:pt x="162628" y="0"/>
                  <a:pt x="363240" y="0"/>
                </a:cubicBezTo>
                <a:cubicBezTo>
                  <a:pt x="563852" y="0"/>
                  <a:pt x="726480" y="162628"/>
                  <a:pt x="726480" y="363240"/>
                </a:cubicBezTo>
                <a:close/>
              </a:path>
            </a:pathLst>
          </a:custGeom>
          <a:solidFill>
            <a:schemeClr val="accent1"/>
          </a:solidFill>
          <a:ln w="8900" cap="flat">
            <a:noFill/>
            <a:prstDash val="solid"/>
            <a:miter/>
          </a:ln>
        </p:spPr>
        <p:txBody>
          <a:bodyPr rtlCol="0" anchor="ctr"/>
          <a:lstStyle/>
          <a:p>
            <a:pPr defTabSz="1218987"/>
            <a:endParaRPr lang="en-US" sz="2400">
              <a:solidFill>
                <a:srgbClr val="6F53FE"/>
              </a:solidFill>
              <a:latin typeface="Calibri"/>
            </a:endParaRPr>
          </a:p>
        </p:txBody>
      </p:sp>
      <p:sp>
        <p:nvSpPr>
          <p:cNvPr id="7" name="Freeform 6">
            <a:extLst>
              <a:ext uri="{FF2B5EF4-FFF2-40B4-BE49-F238E27FC236}">
                <a16:creationId xmlns:a16="http://schemas.microsoft.com/office/drawing/2014/main" id="{2C4AFAD6-0209-1C4B-A9C3-BA7BDBA23127}"/>
              </a:ext>
            </a:extLst>
          </p:cNvPr>
          <p:cNvSpPr/>
          <p:nvPr/>
        </p:nvSpPr>
        <p:spPr>
          <a:xfrm>
            <a:off x="1312666" y="3199255"/>
            <a:ext cx="1075862" cy="1075862"/>
          </a:xfrm>
          <a:custGeom>
            <a:avLst/>
            <a:gdLst>
              <a:gd name="connsiteX0" fmla="*/ 726480 w 726480"/>
              <a:gd name="connsiteY0" fmla="*/ 363240 h 726480"/>
              <a:gd name="connsiteX1" fmla="*/ 363240 w 726480"/>
              <a:gd name="connsiteY1" fmla="*/ 726480 h 726480"/>
              <a:gd name="connsiteX2" fmla="*/ 0 w 726480"/>
              <a:gd name="connsiteY2" fmla="*/ 363240 h 726480"/>
              <a:gd name="connsiteX3" fmla="*/ 363240 w 726480"/>
              <a:gd name="connsiteY3" fmla="*/ 0 h 726480"/>
              <a:gd name="connsiteX4" fmla="*/ 726480 w 726480"/>
              <a:gd name="connsiteY4" fmla="*/ 363240 h 726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80" h="726480">
                <a:moveTo>
                  <a:pt x="726480" y="363240"/>
                </a:moveTo>
                <a:cubicBezTo>
                  <a:pt x="726480" y="563852"/>
                  <a:pt x="563852" y="726480"/>
                  <a:pt x="363240" y="726480"/>
                </a:cubicBezTo>
                <a:cubicBezTo>
                  <a:pt x="162628" y="726480"/>
                  <a:pt x="0" y="563852"/>
                  <a:pt x="0" y="363240"/>
                </a:cubicBezTo>
                <a:cubicBezTo>
                  <a:pt x="0" y="162628"/>
                  <a:pt x="162628" y="0"/>
                  <a:pt x="363240" y="0"/>
                </a:cubicBezTo>
                <a:cubicBezTo>
                  <a:pt x="563852" y="0"/>
                  <a:pt x="726480" y="162628"/>
                  <a:pt x="726480" y="363240"/>
                </a:cubicBezTo>
                <a:close/>
              </a:path>
            </a:pathLst>
          </a:custGeom>
          <a:solidFill>
            <a:schemeClr val="accent1"/>
          </a:solidFill>
          <a:ln w="8900" cap="flat">
            <a:noFill/>
            <a:prstDash val="solid"/>
            <a:miter/>
          </a:ln>
        </p:spPr>
        <p:txBody>
          <a:bodyPr rtlCol="0" anchor="ctr"/>
          <a:lstStyle/>
          <a:p>
            <a:pPr defTabSz="1218987"/>
            <a:endParaRPr lang="en-US" sz="2400">
              <a:solidFill>
                <a:srgbClr val="6F53FE"/>
              </a:solidFill>
              <a:latin typeface="Calibri"/>
            </a:endParaRPr>
          </a:p>
        </p:txBody>
      </p:sp>
      <p:sp>
        <p:nvSpPr>
          <p:cNvPr id="8" name="Rectangle 7">
            <a:extLst>
              <a:ext uri="{FF2B5EF4-FFF2-40B4-BE49-F238E27FC236}">
                <a16:creationId xmlns:a16="http://schemas.microsoft.com/office/drawing/2014/main" id="{10F6F59B-CE4D-9147-9D22-A1A0A2C3D34B}"/>
              </a:ext>
            </a:extLst>
          </p:cNvPr>
          <p:cNvSpPr/>
          <p:nvPr/>
        </p:nvSpPr>
        <p:spPr>
          <a:xfrm>
            <a:off x="1283650" y="1623208"/>
            <a:ext cx="1074516" cy="11678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US" sz="9600" b="1">
                <a:solidFill>
                  <a:srgbClr val="FFFFFF"/>
                </a:solidFill>
                <a:latin typeface="Segoe UI" panose="020B0502040204020203" pitchFamily="34" charset="0"/>
                <a:cs typeface="Segoe UI" panose="020B0502040204020203" pitchFamily="34" charset="0"/>
              </a:rPr>
              <a:t>S</a:t>
            </a:r>
          </a:p>
        </p:txBody>
      </p:sp>
      <p:sp>
        <p:nvSpPr>
          <p:cNvPr id="9" name="Rectangle 8">
            <a:extLst>
              <a:ext uri="{FF2B5EF4-FFF2-40B4-BE49-F238E27FC236}">
                <a16:creationId xmlns:a16="http://schemas.microsoft.com/office/drawing/2014/main" id="{2449F3AB-27CE-B640-BEEC-328A7AC0F08C}"/>
              </a:ext>
            </a:extLst>
          </p:cNvPr>
          <p:cNvSpPr/>
          <p:nvPr/>
        </p:nvSpPr>
        <p:spPr>
          <a:xfrm>
            <a:off x="3024171" y="2412002"/>
            <a:ext cx="1946175" cy="342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defTabSz="1218987"/>
            <a:r>
              <a:rPr lang="en-US" sz="3200" b="1">
                <a:solidFill>
                  <a:srgbClr val="6F53FE"/>
                </a:solidFill>
                <a:latin typeface="Segoe UI" panose="020B0502040204020203" pitchFamily="34" charset="0"/>
                <a:cs typeface="Segoe UI" panose="020B0502040204020203" pitchFamily="34" charset="0"/>
              </a:rPr>
              <a:t>Strengths</a:t>
            </a:r>
          </a:p>
        </p:txBody>
      </p:sp>
      <p:sp>
        <p:nvSpPr>
          <p:cNvPr id="10" name="Rectangle 9">
            <a:extLst>
              <a:ext uri="{FF2B5EF4-FFF2-40B4-BE49-F238E27FC236}">
                <a16:creationId xmlns:a16="http://schemas.microsoft.com/office/drawing/2014/main" id="{5BC8BCA8-24AD-9B4F-8D16-A61DA9ADF58F}"/>
              </a:ext>
            </a:extLst>
          </p:cNvPr>
          <p:cNvSpPr/>
          <p:nvPr/>
        </p:nvSpPr>
        <p:spPr>
          <a:xfrm>
            <a:off x="3024171" y="3028794"/>
            <a:ext cx="2451407" cy="107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defTabSz="1218987"/>
            <a:r>
              <a:rPr lang="en-US" sz="2000">
                <a:solidFill>
                  <a:srgbClr val="000000">
                    <a:lumMod val="50000"/>
                    <a:lumOff val="50000"/>
                  </a:srgbClr>
                </a:solidFill>
                <a:latin typeface="Segoe UI" panose="020B0502040204020203" pitchFamily="34" charset="0"/>
                <a:cs typeface="Segoe UI" panose="020B0502040204020203" pitchFamily="34" charset="0"/>
              </a:rPr>
              <a:t>Write about the strengths here. You can edit this text.</a:t>
            </a:r>
          </a:p>
        </p:txBody>
      </p:sp>
      <p:sp>
        <p:nvSpPr>
          <p:cNvPr id="13" name="Oval 12">
            <a:extLst>
              <a:ext uri="{FF2B5EF4-FFF2-40B4-BE49-F238E27FC236}">
                <a16:creationId xmlns:a16="http://schemas.microsoft.com/office/drawing/2014/main" id="{6857D48F-158A-104A-8A65-0012FD3C2F67}"/>
              </a:ext>
            </a:extLst>
          </p:cNvPr>
          <p:cNvSpPr/>
          <p:nvPr/>
        </p:nvSpPr>
        <p:spPr>
          <a:xfrm>
            <a:off x="6960965" y="2661145"/>
            <a:ext cx="159342" cy="15934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3" name="TextBox 22">
            <a:extLst>
              <a:ext uri="{FF2B5EF4-FFF2-40B4-BE49-F238E27FC236}">
                <a16:creationId xmlns:a16="http://schemas.microsoft.com/office/drawing/2014/main" id="{30E0C2DC-EE95-0846-AD47-DD1D325135D5}"/>
              </a:ext>
            </a:extLst>
          </p:cNvPr>
          <p:cNvSpPr txBox="1"/>
          <p:nvPr/>
        </p:nvSpPr>
        <p:spPr>
          <a:xfrm>
            <a:off x="7287943" y="2578418"/>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16" name="Oval 15">
            <a:extLst>
              <a:ext uri="{FF2B5EF4-FFF2-40B4-BE49-F238E27FC236}">
                <a16:creationId xmlns:a16="http://schemas.microsoft.com/office/drawing/2014/main" id="{D4F18E78-4E50-3A41-B016-8DBADB9CD904}"/>
              </a:ext>
            </a:extLst>
          </p:cNvPr>
          <p:cNvSpPr/>
          <p:nvPr/>
        </p:nvSpPr>
        <p:spPr>
          <a:xfrm>
            <a:off x="6960965" y="3418437"/>
            <a:ext cx="159342" cy="15934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4" name="TextBox 23">
            <a:extLst>
              <a:ext uri="{FF2B5EF4-FFF2-40B4-BE49-F238E27FC236}">
                <a16:creationId xmlns:a16="http://schemas.microsoft.com/office/drawing/2014/main" id="{0E83E524-06F1-7E49-8902-D932D5EBE05F}"/>
              </a:ext>
            </a:extLst>
          </p:cNvPr>
          <p:cNvSpPr txBox="1"/>
          <p:nvPr/>
        </p:nvSpPr>
        <p:spPr>
          <a:xfrm>
            <a:off x="7287943" y="3368277"/>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19" name="Oval 18">
            <a:extLst>
              <a:ext uri="{FF2B5EF4-FFF2-40B4-BE49-F238E27FC236}">
                <a16:creationId xmlns:a16="http://schemas.microsoft.com/office/drawing/2014/main" id="{4DD19138-3E3B-EC45-B3E9-9E0C974C5609}"/>
              </a:ext>
            </a:extLst>
          </p:cNvPr>
          <p:cNvSpPr/>
          <p:nvPr/>
        </p:nvSpPr>
        <p:spPr>
          <a:xfrm>
            <a:off x="6960965" y="4220589"/>
            <a:ext cx="159342" cy="15934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5" name="TextBox 24">
            <a:extLst>
              <a:ext uri="{FF2B5EF4-FFF2-40B4-BE49-F238E27FC236}">
                <a16:creationId xmlns:a16="http://schemas.microsoft.com/office/drawing/2014/main" id="{87BB6584-EFC6-4441-862C-CA8B32445C9B}"/>
              </a:ext>
            </a:extLst>
          </p:cNvPr>
          <p:cNvSpPr txBox="1"/>
          <p:nvPr/>
        </p:nvSpPr>
        <p:spPr>
          <a:xfrm>
            <a:off x="7287943" y="4158136"/>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22" name="Oval 21">
            <a:extLst>
              <a:ext uri="{FF2B5EF4-FFF2-40B4-BE49-F238E27FC236}">
                <a16:creationId xmlns:a16="http://schemas.microsoft.com/office/drawing/2014/main" id="{3F126D0C-E20D-8047-B929-AED628B6A8F7}"/>
              </a:ext>
            </a:extLst>
          </p:cNvPr>
          <p:cNvSpPr/>
          <p:nvPr/>
        </p:nvSpPr>
        <p:spPr>
          <a:xfrm>
            <a:off x="6960965" y="4999237"/>
            <a:ext cx="159342" cy="15934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6" name="TextBox 25">
            <a:extLst>
              <a:ext uri="{FF2B5EF4-FFF2-40B4-BE49-F238E27FC236}">
                <a16:creationId xmlns:a16="http://schemas.microsoft.com/office/drawing/2014/main" id="{CF17B3B7-0372-5F44-9589-BB435FC708FA}"/>
              </a:ext>
            </a:extLst>
          </p:cNvPr>
          <p:cNvSpPr txBox="1"/>
          <p:nvPr/>
        </p:nvSpPr>
        <p:spPr>
          <a:xfrm>
            <a:off x="7287943" y="4947995"/>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cxnSp>
        <p:nvCxnSpPr>
          <p:cNvPr id="33" name="Straight Connector 32">
            <a:extLst>
              <a:ext uri="{FF2B5EF4-FFF2-40B4-BE49-F238E27FC236}">
                <a16:creationId xmlns:a16="http://schemas.microsoft.com/office/drawing/2014/main" id="{09F5833D-3DF0-2C4B-8D0A-BDD8DA808E24}"/>
              </a:ext>
            </a:extLst>
          </p:cNvPr>
          <p:cNvCxnSpPr/>
          <p:nvPr/>
        </p:nvCxnSpPr>
        <p:spPr>
          <a:xfrm>
            <a:off x="6096000" y="2412003"/>
            <a:ext cx="0" cy="310297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35" name="Graphic 34" descr="Body builder with solid fill">
            <a:extLst>
              <a:ext uri="{FF2B5EF4-FFF2-40B4-BE49-F238E27FC236}">
                <a16:creationId xmlns:a16="http://schemas.microsoft.com/office/drawing/2014/main" id="{A825AA72-3D55-E349-A6AC-6EE1C68AAEE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96702" y="3414713"/>
            <a:ext cx="707791" cy="707791"/>
          </a:xfrm>
          <a:prstGeom prst="rect">
            <a:avLst/>
          </a:prstGeom>
        </p:spPr>
      </p:pic>
    </p:spTree>
    <p:extLst>
      <p:ext uri="{BB962C8B-B14F-4D97-AF65-F5344CB8AC3E}">
        <p14:creationId xmlns:p14="http://schemas.microsoft.com/office/powerpoint/2010/main" val="3517788235"/>
      </p:ext>
    </p:extLst>
  </p:cSld>
  <p:clrMapOvr>
    <a:masterClrMapping/>
  </p:clrMapOvr>
  <p:transition spd="slow">
    <p:push dir="u"/>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1EE94137-9F01-D046-A830-FC863EE57E9C}"/>
              </a:ext>
            </a:extLst>
          </p:cNvPr>
          <p:cNvSpPr/>
          <p:nvPr/>
        </p:nvSpPr>
        <p:spPr>
          <a:xfrm>
            <a:off x="1759136" y="1947554"/>
            <a:ext cx="8680862" cy="4073237"/>
          </a:xfrm>
          <a:prstGeom prst="roundRect">
            <a:avLst>
              <a:gd name="adj" fmla="val 5588"/>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 name="Title 1">
            <a:extLst>
              <a:ext uri="{FF2B5EF4-FFF2-40B4-BE49-F238E27FC236}">
                <a16:creationId xmlns:a16="http://schemas.microsoft.com/office/drawing/2014/main" id="{9BAC9FBF-347B-8D46-B5AE-4F27644B3EAE}"/>
              </a:ext>
            </a:extLst>
          </p:cNvPr>
          <p:cNvSpPr>
            <a:spLocks noGrp="1"/>
          </p:cNvSpPr>
          <p:nvPr>
            <p:ph type="title"/>
          </p:nvPr>
        </p:nvSpPr>
        <p:spPr/>
        <p:txBody>
          <a:bodyPr/>
          <a:lstStyle/>
          <a:p>
            <a:r>
              <a:rPr lang="en-US"/>
              <a:t>SWOT Analysis Slide Template</a:t>
            </a:r>
          </a:p>
        </p:txBody>
      </p:sp>
      <p:sp>
        <p:nvSpPr>
          <p:cNvPr id="6" name="Freeform 5">
            <a:extLst>
              <a:ext uri="{FF2B5EF4-FFF2-40B4-BE49-F238E27FC236}">
                <a16:creationId xmlns:a16="http://schemas.microsoft.com/office/drawing/2014/main" id="{56419955-E513-0146-B4C7-D79E2F62B17F}"/>
              </a:ext>
            </a:extLst>
          </p:cNvPr>
          <p:cNvSpPr/>
          <p:nvPr/>
        </p:nvSpPr>
        <p:spPr>
          <a:xfrm>
            <a:off x="992032" y="1382330"/>
            <a:ext cx="1657755" cy="1657755"/>
          </a:xfrm>
          <a:custGeom>
            <a:avLst/>
            <a:gdLst>
              <a:gd name="connsiteX0" fmla="*/ 726480 w 726480"/>
              <a:gd name="connsiteY0" fmla="*/ 363240 h 726480"/>
              <a:gd name="connsiteX1" fmla="*/ 363240 w 726480"/>
              <a:gd name="connsiteY1" fmla="*/ 726480 h 726480"/>
              <a:gd name="connsiteX2" fmla="*/ 0 w 726480"/>
              <a:gd name="connsiteY2" fmla="*/ 363240 h 726480"/>
              <a:gd name="connsiteX3" fmla="*/ 363240 w 726480"/>
              <a:gd name="connsiteY3" fmla="*/ 0 h 726480"/>
              <a:gd name="connsiteX4" fmla="*/ 726480 w 726480"/>
              <a:gd name="connsiteY4" fmla="*/ 363240 h 726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80" h="726480">
                <a:moveTo>
                  <a:pt x="726480" y="363240"/>
                </a:moveTo>
                <a:cubicBezTo>
                  <a:pt x="726480" y="563852"/>
                  <a:pt x="563852" y="726480"/>
                  <a:pt x="363240" y="726480"/>
                </a:cubicBezTo>
                <a:cubicBezTo>
                  <a:pt x="162628" y="726480"/>
                  <a:pt x="0" y="563852"/>
                  <a:pt x="0" y="363240"/>
                </a:cubicBezTo>
                <a:cubicBezTo>
                  <a:pt x="0" y="162628"/>
                  <a:pt x="162628" y="0"/>
                  <a:pt x="363240" y="0"/>
                </a:cubicBezTo>
                <a:cubicBezTo>
                  <a:pt x="563852" y="0"/>
                  <a:pt x="726480" y="162628"/>
                  <a:pt x="726480" y="363240"/>
                </a:cubicBezTo>
                <a:close/>
              </a:path>
            </a:pathLst>
          </a:custGeom>
          <a:solidFill>
            <a:schemeClr val="accent3"/>
          </a:solidFill>
          <a:ln w="8900" cap="flat">
            <a:noFill/>
            <a:prstDash val="solid"/>
            <a:miter/>
          </a:ln>
        </p:spPr>
        <p:txBody>
          <a:bodyPr rtlCol="0" anchor="ctr"/>
          <a:lstStyle/>
          <a:p>
            <a:pPr defTabSz="1218987"/>
            <a:endParaRPr lang="en-US" sz="2400">
              <a:solidFill>
                <a:srgbClr val="6F53FE"/>
              </a:solidFill>
              <a:latin typeface="Calibri"/>
            </a:endParaRPr>
          </a:p>
        </p:txBody>
      </p:sp>
      <p:sp>
        <p:nvSpPr>
          <p:cNvPr id="7" name="Freeform 6">
            <a:extLst>
              <a:ext uri="{FF2B5EF4-FFF2-40B4-BE49-F238E27FC236}">
                <a16:creationId xmlns:a16="http://schemas.microsoft.com/office/drawing/2014/main" id="{2C4AFAD6-0209-1C4B-A9C3-BA7BDBA23127}"/>
              </a:ext>
            </a:extLst>
          </p:cNvPr>
          <p:cNvSpPr/>
          <p:nvPr/>
        </p:nvSpPr>
        <p:spPr>
          <a:xfrm>
            <a:off x="1312666" y="3199255"/>
            <a:ext cx="1075862" cy="1075862"/>
          </a:xfrm>
          <a:custGeom>
            <a:avLst/>
            <a:gdLst>
              <a:gd name="connsiteX0" fmla="*/ 726480 w 726480"/>
              <a:gd name="connsiteY0" fmla="*/ 363240 h 726480"/>
              <a:gd name="connsiteX1" fmla="*/ 363240 w 726480"/>
              <a:gd name="connsiteY1" fmla="*/ 726480 h 726480"/>
              <a:gd name="connsiteX2" fmla="*/ 0 w 726480"/>
              <a:gd name="connsiteY2" fmla="*/ 363240 h 726480"/>
              <a:gd name="connsiteX3" fmla="*/ 363240 w 726480"/>
              <a:gd name="connsiteY3" fmla="*/ 0 h 726480"/>
              <a:gd name="connsiteX4" fmla="*/ 726480 w 726480"/>
              <a:gd name="connsiteY4" fmla="*/ 363240 h 726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80" h="726480">
                <a:moveTo>
                  <a:pt x="726480" y="363240"/>
                </a:moveTo>
                <a:cubicBezTo>
                  <a:pt x="726480" y="563852"/>
                  <a:pt x="563852" y="726480"/>
                  <a:pt x="363240" y="726480"/>
                </a:cubicBezTo>
                <a:cubicBezTo>
                  <a:pt x="162628" y="726480"/>
                  <a:pt x="0" y="563852"/>
                  <a:pt x="0" y="363240"/>
                </a:cubicBezTo>
                <a:cubicBezTo>
                  <a:pt x="0" y="162628"/>
                  <a:pt x="162628" y="0"/>
                  <a:pt x="363240" y="0"/>
                </a:cubicBezTo>
                <a:cubicBezTo>
                  <a:pt x="563852" y="0"/>
                  <a:pt x="726480" y="162628"/>
                  <a:pt x="726480" y="363240"/>
                </a:cubicBezTo>
                <a:close/>
              </a:path>
            </a:pathLst>
          </a:custGeom>
          <a:solidFill>
            <a:schemeClr val="accent3"/>
          </a:solidFill>
          <a:ln w="8900" cap="flat">
            <a:noFill/>
            <a:prstDash val="solid"/>
            <a:miter/>
          </a:ln>
        </p:spPr>
        <p:txBody>
          <a:bodyPr rtlCol="0" anchor="ctr"/>
          <a:lstStyle/>
          <a:p>
            <a:pPr defTabSz="1218987"/>
            <a:endParaRPr lang="en-US" sz="2400">
              <a:solidFill>
                <a:srgbClr val="6F53FE"/>
              </a:solidFill>
              <a:latin typeface="Calibri"/>
            </a:endParaRPr>
          </a:p>
        </p:txBody>
      </p:sp>
      <p:sp>
        <p:nvSpPr>
          <p:cNvPr id="8" name="Rectangle 7">
            <a:extLst>
              <a:ext uri="{FF2B5EF4-FFF2-40B4-BE49-F238E27FC236}">
                <a16:creationId xmlns:a16="http://schemas.microsoft.com/office/drawing/2014/main" id="{10F6F59B-CE4D-9147-9D22-A1A0A2C3D34B}"/>
              </a:ext>
            </a:extLst>
          </p:cNvPr>
          <p:cNvSpPr/>
          <p:nvPr/>
        </p:nvSpPr>
        <p:spPr>
          <a:xfrm>
            <a:off x="1283650" y="1623208"/>
            <a:ext cx="1074516" cy="11678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US" sz="9600" b="1">
                <a:solidFill>
                  <a:srgbClr val="FFFFFF"/>
                </a:solidFill>
                <a:latin typeface="Segoe UI" panose="020B0502040204020203" pitchFamily="34" charset="0"/>
                <a:cs typeface="Segoe UI" panose="020B0502040204020203" pitchFamily="34" charset="0"/>
              </a:rPr>
              <a:t>S</a:t>
            </a:r>
          </a:p>
        </p:txBody>
      </p:sp>
      <p:sp>
        <p:nvSpPr>
          <p:cNvPr id="9" name="Rectangle 8">
            <a:extLst>
              <a:ext uri="{FF2B5EF4-FFF2-40B4-BE49-F238E27FC236}">
                <a16:creationId xmlns:a16="http://schemas.microsoft.com/office/drawing/2014/main" id="{2449F3AB-27CE-B640-BEEC-328A7AC0F08C}"/>
              </a:ext>
            </a:extLst>
          </p:cNvPr>
          <p:cNvSpPr/>
          <p:nvPr/>
        </p:nvSpPr>
        <p:spPr>
          <a:xfrm>
            <a:off x="3024170" y="2412002"/>
            <a:ext cx="2780204" cy="342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defTabSz="1218987"/>
            <a:r>
              <a:rPr lang="en-US" sz="3200" b="1">
                <a:solidFill>
                  <a:srgbClr val="E99D62"/>
                </a:solidFill>
                <a:latin typeface="Segoe UI" panose="020B0502040204020203" pitchFamily="34" charset="0"/>
                <a:cs typeface="Segoe UI" panose="020B0502040204020203" pitchFamily="34" charset="0"/>
              </a:rPr>
              <a:t>Opportunities</a:t>
            </a:r>
          </a:p>
        </p:txBody>
      </p:sp>
      <p:sp>
        <p:nvSpPr>
          <p:cNvPr id="10" name="Rectangle 9">
            <a:extLst>
              <a:ext uri="{FF2B5EF4-FFF2-40B4-BE49-F238E27FC236}">
                <a16:creationId xmlns:a16="http://schemas.microsoft.com/office/drawing/2014/main" id="{5BC8BCA8-24AD-9B4F-8D16-A61DA9ADF58F}"/>
              </a:ext>
            </a:extLst>
          </p:cNvPr>
          <p:cNvSpPr/>
          <p:nvPr/>
        </p:nvSpPr>
        <p:spPr>
          <a:xfrm>
            <a:off x="3024171" y="3028794"/>
            <a:ext cx="2451407" cy="107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defTabSz="1218987"/>
            <a:r>
              <a:rPr lang="en-US" sz="2000">
                <a:solidFill>
                  <a:srgbClr val="000000">
                    <a:lumMod val="50000"/>
                    <a:lumOff val="50000"/>
                  </a:srgbClr>
                </a:solidFill>
                <a:latin typeface="Segoe UI" panose="020B0502040204020203" pitchFamily="34" charset="0"/>
                <a:cs typeface="Segoe UI" panose="020B0502040204020203" pitchFamily="34" charset="0"/>
              </a:rPr>
              <a:t>Write about the opportunities here. You can edit this text.</a:t>
            </a:r>
          </a:p>
        </p:txBody>
      </p:sp>
      <p:sp>
        <p:nvSpPr>
          <p:cNvPr id="13" name="Oval 12">
            <a:extLst>
              <a:ext uri="{FF2B5EF4-FFF2-40B4-BE49-F238E27FC236}">
                <a16:creationId xmlns:a16="http://schemas.microsoft.com/office/drawing/2014/main" id="{6857D48F-158A-104A-8A65-0012FD3C2F67}"/>
              </a:ext>
            </a:extLst>
          </p:cNvPr>
          <p:cNvSpPr/>
          <p:nvPr/>
        </p:nvSpPr>
        <p:spPr>
          <a:xfrm>
            <a:off x="6960965" y="2661145"/>
            <a:ext cx="159342" cy="15934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E99D62"/>
              </a:solidFill>
              <a:latin typeface="Calibri"/>
            </a:endParaRPr>
          </a:p>
        </p:txBody>
      </p:sp>
      <p:sp>
        <p:nvSpPr>
          <p:cNvPr id="23" name="TextBox 22">
            <a:extLst>
              <a:ext uri="{FF2B5EF4-FFF2-40B4-BE49-F238E27FC236}">
                <a16:creationId xmlns:a16="http://schemas.microsoft.com/office/drawing/2014/main" id="{30E0C2DC-EE95-0846-AD47-DD1D325135D5}"/>
              </a:ext>
            </a:extLst>
          </p:cNvPr>
          <p:cNvSpPr txBox="1"/>
          <p:nvPr/>
        </p:nvSpPr>
        <p:spPr>
          <a:xfrm>
            <a:off x="7287943" y="2578418"/>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16" name="Oval 15">
            <a:extLst>
              <a:ext uri="{FF2B5EF4-FFF2-40B4-BE49-F238E27FC236}">
                <a16:creationId xmlns:a16="http://schemas.microsoft.com/office/drawing/2014/main" id="{D4F18E78-4E50-3A41-B016-8DBADB9CD904}"/>
              </a:ext>
            </a:extLst>
          </p:cNvPr>
          <p:cNvSpPr/>
          <p:nvPr/>
        </p:nvSpPr>
        <p:spPr>
          <a:xfrm>
            <a:off x="6960965" y="3418437"/>
            <a:ext cx="159342" cy="15934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E99D62"/>
              </a:solidFill>
              <a:latin typeface="Calibri"/>
            </a:endParaRPr>
          </a:p>
        </p:txBody>
      </p:sp>
      <p:sp>
        <p:nvSpPr>
          <p:cNvPr id="24" name="TextBox 23">
            <a:extLst>
              <a:ext uri="{FF2B5EF4-FFF2-40B4-BE49-F238E27FC236}">
                <a16:creationId xmlns:a16="http://schemas.microsoft.com/office/drawing/2014/main" id="{0E83E524-06F1-7E49-8902-D932D5EBE05F}"/>
              </a:ext>
            </a:extLst>
          </p:cNvPr>
          <p:cNvSpPr txBox="1"/>
          <p:nvPr/>
        </p:nvSpPr>
        <p:spPr>
          <a:xfrm>
            <a:off x="7287943" y="3368277"/>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19" name="Oval 18">
            <a:extLst>
              <a:ext uri="{FF2B5EF4-FFF2-40B4-BE49-F238E27FC236}">
                <a16:creationId xmlns:a16="http://schemas.microsoft.com/office/drawing/2014/main" id="{4DD19138-3E3B-EC45-B3E9-9E0C974C5609}"/>
              </a:ext>
            </a:extLst>
          </p:cNvPr>
          <p:cNvSpPr/>
          <p:nvPr/>
        </p:nvSpPr>
        <p:spPr>
          <a:xfrm>
            <a:off x="6960965" y="4220589"/>
            <a:ext cx="159342" cy="15934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E99D62"/>
              </a:solidFill>
              <a:latin typeface="Calibri"/>
            </a:endParaRPr>
          </a:p>
        </p:txBody>
      </p:sp>
      <p:sp>
        <p:nvSpPr>
          <p:cNvPr id="25" name="TextBox 24">
            <a:extLst>
              <a:ext uri="{FF2B5EF4-FFF2-40B4-BE49-F238E27FC236}">
                <a16:creationId xmlns:a16="http://schemas.microsoft.com/office/drawing/2014/main" id="{87BB6584-EFC6-4441-862C-CA8B32445C9B}"/>
              </a:ext>
            </a:extLst>
          </p:cNvPr>
          <p:cNvSpPr txBox="1"/>
          <p:nvPr/>
        </p:nvSpPr>
        <p:spPr>
          <a:xfrm>
            <a:off x="7287943" y="4158136"/>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22" name="Oval 21">
            <a:extLst>
              <a:ext uri="{FF2B5EF4-FFF2-40B4-BE49-F238E27FC236}">
                <a16:creationId xmlns:a16="http://schemas.microsoft.com/office/drawing/2014/main" id="{3F126D0C-E20D-8047-B929-AED628B6A8F7}"/>
              </a:ext>
            </a:extLst>
          </p:cNvPr>
          <p:cNvSpPr/>
          <p:nvPr/>
        </p:nvSpPr>
        <p:spPr>
          <a:xfrm>
            <a:off x="6960965" y="4999237"/>
            <a:ext cx="159342" cy="15934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E99D62"/>
              </a:solidFill>
              <a:latin typeface="Calibri"/>
            </a:endParaRPr>
          </a:p>
        </p:txBody>
      </p:sp>
      <p:sp>
        <p:nvSpPr>
          <p:cNvPr id="26" name="TextBox 25">
            <a:extLst>
              <a:ext uri="{FF2B5EF4-FFF2-40B4-BE49-F238E27FC236}">
                <a16:creationId xmlns:a16="http://schemas.microsoft.com/office/drawing/2014/main" id="{CF17B3B7-0372-5F44-9589-BB435FC708FA}"/>
              </a:ext>
            </a:extLst>
          </p:cNvPr>
          <p:cNvSpPr txBox="1"/>
          <p:nvPr/>
        </p:nvSpPr>
        <p:spPr>
          <a:xfrm>
            <a:off x="7287943" y="4947995"/>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cxnSp>
        <p:nvCxnSpPr>
          <p:cNvPr id="33" name="Straight Connector 32">
            <a:extLst>
              <a:ext uri="{FF2B5EF4-FFF2-40B4-BE49-F238E27FC236}">
                <a16:creationId xmlns:a16="http://schemas.microsoft.com/office/drawing/2014/main" id="{09F5833D-3DF0-2C4B-8D0A-BDD8DA808E24}"/>
              </a:ext>
            </a:extLst>
          </p:cNvPr>
          <p:cNvCxnSpPr/>
          <p:nvPr/>
        </p:nvCxnSpPr>
        <p:spPr>
          <a:xfrm>
            <a:off x="6096000" y="2412003"/>
            <a:ext cx="0" cy="310297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8" name="Graphic 17" descr="Handshake with solid fill">
            <a:extLst>
              <a:ext uri="{FF2B5EF4-FFF2-40B4-BE49-F238E27FC236}">
                <a16:creationId xmlns:a16="http://schemas.microsoft.com/office/drawing/2014/main" id="{C117A599-B799-6042-94AC-F7E105C6A8F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96702" y="3413248"/>
            <a:ext cx="707791" cy="707791"/>
          </a:xfrm>
          <a:prstGeom prst="rect">
            <a:avLst/>
          </a:prstGeom>
        </p:spPr>
      </p:pic>
    </p:spTree>
    <p:extLst>
      <p:ext uri="{BB962C8B-B14F-4D97-AF65-F5344CB8AC3E}">
        <p14:creationId xmlns:p14="http://schemas.microsoft.com/office/powerpoint/2010/main" val="1761751931"/>
      </p:ext>
    </p:extLst>
  </p:cSld>
  <p:clrMapOvr>
    <a:masterClrMapping/>
  </p:clrMapOvr>
  <p:transition spd="slow">
    <p:push dir="u"/>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1EE94137-9F01-D046-A830-FC863EE57E9C}"/>
              </a:ext>
            </a:extLst>
          </p:cNvPr>
          <p:cNvSpPr/>
          <p:nvPr/>
        </p:nvSpPr>
        <p:spPr>
          <a:xfrm>
            <a:off x="1759136" y="1947554"/>
            <a:ext cx="8680862" cy="4073237"/>
          </a:xfrm>
          <a:prstGeom prst="roundRect">
            <a:avLst>
              <a:gd name="adj" fmla="val 5588"/>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 name="Title 1">
            <a:extLst>
              <a:ext uri="{FF2B5EF4-FFF2-40B4-BE49-F238E27FC236}">
                <a16:creationId xmlns:a16="http://schemas.microsoft.com/office/drawing/2014/main" id="{9BAC9FBF-347B-8D46-B5AE-4F27644B3EAE}"/>
              </a:ext>
            </a:extLst>
          </p:cNvPr>
          <p:cNvSpPr>
            <a:spLocks noGrp="1"/>
          </p:cNvSpPr>
          <p:nvPr>
            <p:ph type="title"/>
          </p:nvPr>
        </p:nvSpPr>
        <p:spPr/>
        <p:txBody>
          <a:bodyPr/>
          <a:lstStyle/>
          <a:p>
            <a:r>
              <a:rPr lang="en-US"/>
              <a:t>SWOT Analysis Slide Template</a:t>
            </a:r>
          </a:p>
        </p:txBody>
      </p:sp>
      <p:sp>
        <p:nvSpPr>
          <p:cNvPr id="6" name="Freeform 5">
            <a:extLst>
              <a:ext uri="{FF2B5EF4-FFF2-40B4-BE49-F238E27FC236}">
                <a16:creationId xmlns:a16="http://schemas.microsoft.com/office/drawing/2014/main" id="{56419955-E513-0146-B4C7-D79E2F62B17F}"/>
              </a:ext>
            </a:extLst>
          </p:cNvPr>
          <p:cNvSpPr/>
          <p:nvPr/>
        </p:nvSpPr>
        <p:spPr>
          <a:xfrm>
            <a:off x="992032" y="1382330"/>
            <a:ext cx="1657755" cy="1657755"/>
          </a:xfrm>
          <a:custGeom>
            <a:avLst/>
            <a:gdLst>
              <a:gd name="connsiteX0" fmla="*/ 726480 w 726480"/>
              <a:gd name="connsiteY0" fmla="*/ 363240 h 726480"/>
              <a:gd name="connsiteX1" fmla="*/ 363240 w 726480"/>
              <a:gd name="connsiteY1" fmla="*/ 726480 h 726480"/>
              <a:gd name="connsiteX2" fmla="*/ 0 w 726480"/>
              <a:gd name="connsiteY2" fmla="*/ 363240 h 726480"/>
              <a:gd name="connsiteX3" fmla="*/ 363240 w 726480"/>
              <a:gd name="connsiteY3" fmla="*/ 0 h 726480"/>
              <a:gd name="connsiteX4" fmla="*/ 726480 w 726480"/>
              <a:gd name="connsiteY4" fmla="*/ 363240 h 726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80" h="726480">
                <a:moveTo>
                  <a:pt x="726480" y="363240"/>
                </a:moveTo>
                <a:cubicBezTo>
                  <a:pt x="726480" y="563852"/>
                  <a:pt x="563852" y="726480"/>
                  <a:pt x="363240" y="726480"/>
                </a:cubicBezTo>
                <a:cubicBezTo>
                  <a:pt x="162628" y="726480"/>
                  <a:pt x="0" y="563852"/>
                  <a:pt x="0" y="363240"/>
                </a:cubicBezTo>
                <a:cubicBezTo>
                  <a:pt x="0" y="162628"/>
                  <a:pt x="162628" y="0"/>
                  <a:pt x="363240" y="0"/>
                </a:cubicBezTo>
                <a:cubicBezTo>
                  <a:pt x="563852" y="0"/>
                  <a:pt x="726480" y="162628"/>
                  <a:pt x="726480" y="363240"/>
                </a:cubicBezTo>
                <a:close/>
              </a:path>
            </a:pathLst>
          </a:custGeom>
          <a:solidFill>
            <a:schemeClr val="accent4"/>
          </a:solidFill>
          <a:ln w="8900" cap="flat">
            <a:noFill/>
            <a:prstDash val="solid"/>
            <a:miter/>
          </a:ln>
        </p:spPr>
        <p:txBody>
          <a:bodyPr rtlCol="0" anchor="ctr"/>
          <a:lstStyle/>
          <a:p>
            <a:pPr defTabSz="1218987"/>
            <a:endParaRPr lang="en-US" sz="2400">
              <a:solidFill>
                <a:srgbClr val="6F53FE"/>
              </a:solidFill>
              <a:latin typeface="Calibri"/>
            </a:endParaRPr>
          </a:p>
        </p:txBody>
      </p:sp>
      <p:sp>
        <p:nvSpPr>
          <p:cNvPr id="7" name="Freeform 6">
            <a:extLst>
              <a:ext uri="{FF2B5EF4-FFF2-40B4-BE49-F238E27FC236}">
                <a16:creationId xmlns:a16="http://schemas.microsoft.com/office/drawing/2014/main" id="{2C4AFAD6-0209-1C4B-A9C3-BA7BDBA23127}"/>
              </a:ext>
            </a:extLst>
          </p:cNvPr>
          <p:cNvSpPr/>
          <p:nvPr/>
        </p:nvSpPr>
        <p:spPr>
          <a:xfrm>
            <a:off x="1312666" y="3199255"/>
            <a:ext cx="1075862" cy="1075862"/>
          </a:xfrm>
          <a:custGeom>
            <a:avLst/>
            <a:gdLst>
              <a:gd name="connsiteX0" fmla="*/ 726480 w 726480"/>
              <a:gd name="connsiteY0" fmla="*/ 363240 h 726480"/>
              <a:gd name="connsiteX1" fmla="*/ 363240 w 726480"/>
              <a:gd name="connsiteY1" fmla="*/ 726480 h 726480"/>
              <a:gd name="connsiteX2" fmla="*/ 0 w 726480"/>
              <a:gd name="connsiteY2" fmla="*/ 363240 h 726480"/>
              <a:gd name="connsiteX3" fmla="*/ 363240 w 726480"/>
              <a:gd name="connsiteY3" fmla="*/ 0 h 726480"/>
              <a:gd name="connsiteX4" fmla="*/ 726480 w 726480"/>
              <a:gd name="connsiteY4" fmla="*/ 363240 h 726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80" h="726480">
                <a:moveTo>
                  <a:pt x="726480" y="363240"/>
                </a:moveTo>
                <a:cubicBezTo>
                  <a:pt x="726480" y="563852"/>
                  <a:pt x="563852" y="726480"/>
                  <a:pt x="363240" y="726480"/>
                </a:cubicBezTo>
                <a:cubicBezTo>
                  <a:pt x="162628" y="726480"/>
                  <a:pt x="0" y="563852"/>
                  <a:pt x="0" y="363240"/>
                </a:cubicBezTo>
                <a:cubicBezTo>
                  <a:pt x="0" y="162628"/>
                  <a:pt x="162628" y="0"/>
                  <a:pt x="363240" y="0"/>
                </a:cubicBezTo>
                <a:cubicBezTo>
                  <a:pt x="563852" y="0"/>
                  <a:pt x="726480" y="162628"/>
                  <a:pt x="726480" y="363240"/>
                </a:cubicBezTo>
                <a:close/>
              </a:path>
            </a:pathLst>
          </a:custGeom>
          <a:solidFill>
            <a:schemeClr val="accent4"/>
          </a:solidFill>
          <a:ln w="8900" cap="flat">
            <a:noFill/>
            <a:prstDash val="solid"/>
            <a:miter/>
          </a:ln>
        </p:spPr>
        <p:txBody>
          <a:bodyPr rtlCol="0" anchor="ctr"/>
          <a:lstStyle/>
          <a:p>
            <a:pPr defTabSz="1218987"/>
            <a:endParaRPr lang="en-US" sz="2400">
              <a:solidFill>
                <a:srgbClr val="6F53FE"/>
              </a:solidFill>
              <a:latin typeface="Calibri"/>
            </a:endParaRPr>
          </a:p>
        </p:txBody>
      </p:sp>
      <p:sp>
        <p:nvSpPr>
          <p:cNvPr id="8" name="Rectangle 7">
            <a:extLst>
              <a:ext uri="{FF2B5EF4-FFF2-40B4-BE49-F238E27FC236}">
                <a16:creationId xmlns:a16="http://schemas.microsoft.com/office/drawing/2014/main" id="{10F6F59B-CE4D-9147-9D22-A1A0A2C3D34B}"/>
              </a:ext>
            </a:extLst>
          </p:cNvPr>
          <p:cNvSpPr/>
          <p:nvPr/>
        </p:nvSpPr>
        <p:spPr>
          <a:xfrm>
            <a:off x="1283650" y="1623208"/>
            <a:ext cx="1074516" cy="11678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US" sz="9600" b="1">
                <a:solidFill>
                  <a:srgbClr val="FFFFFF"/>
                </a:solidFill>
                <a:latin typeface="Segoe UI" panose="020B0502040204020203" pitchFamily="34" charset="0"/>
                <a:cs typeface="Segoe UI" panose="020B0502040204020203" pitchFamily="34" charset="0"/>
              </a:rPr>
              <a:t>S</a:t>
            </a:r>
          </a:p>
        </p:txBody>
      </p:sp>
      <p:sp>
        <p:nvSpPr>
          <p:cNvPr id="9" name="Rectangle 8">
            <a:extLst>
              <a:ext uri="{FF2B5EF4-FFF2-40B4-BE49-F238E27FC236}">
                <a16:creationId xmlns:a16="http://schemas.microsoft.com/office/drawing/2014/main" id="{2449F3AB-27CE-B640-BEEC-328A7AC0F08C}"/>
              </a:ext>
            </a:extLst>
          </p:cNvPr>
          <p:cNvSpPr/>
          <p:nvPr/>
        </p:nvSpPr>
        <p:spPr>
          <a:xfrm>
            <a:off x="3024170" y="2412002"/>
            <a:ext cx="2349516" cy="342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defTabSz="1218987"/>
            <a:r>
              <a:rPr lang="en-US" sz="3200" b="1">
                <a:solidFill>
                  <a:srgbClr val="2E2960"/>
                </a:solidFill>
                <a:latin typeface="Segoe UI" panose="020B0502040204020203" pitchFamily="34" charset="0"/>
                <a:cs typeface="Segoe UI" panose="020B0502040204020203" pitchFamily="34" charset="0"/>
              </a:rPr>
              <a:t>Weaknesses</a:t>
            </a:r>
          </a:p>
        </p:txBody>
      </p:sp>
      <p:sp>
        <p:nvSpPr>
          <p:cNvPr id="10" name="Rectangle 9">
            <a:extLst>
              <a:ext uri="{FF2B5EF4-FFF2-40B4-BE49-F238E27FC236}">
                <a16:creationId xmlns:a16="http://schemas.microsoft.com/office/drawing/2014/main" id="{5BC8BCA8-24AD-9B4F-8D16-A61DA9ADF58F}"/>
              </a:ext>
            </a:extLst>
          </p:cNvPr>
          <p:cNvSpPr/>
          <p:nvPr/>
        </p:nvSpPr>
        <p:spPr>
          <a:xfrm>
            <a:off x="3024171" y="3028794"/>
            <a:ext cx="2451407" cy="107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defTabSz="1218987"/>
            <a:r>
              <a:rPr lang="en-US" sz="2000">
                <a:solidFill>
                  <a:srgbClr val="000000">
                    <a:lumMod val="50000"/>
                    <a:lumOff val="50000"/>
                  </a:srgbClr>
                </a:solidFill>
                <a:latin typeface="Segoe UI" panose="020B0502040204020203" pitchFamily="34" charset="0"/>
                <a:cs typeface="Segoe UI" panose="020B0502040204020203" pitchFamily="34" charset="0"/>
              </a:rPr>
              <a:t>Write about the weaknesses here. You can edit this text.</a:t>
            </a:r>
          </a:p>
        </p:txBody>
      </p:sp>
      <p:sp>
        <p:nvSpPr>
          <p:cNvPr id="13" name="Oval 12">
            <a:extLst>
              <a:ext uri="{FF2B5EF4-FFF2-40B4-BE49-F238E27FC236}">
                <a16:creationId xmlns:a16="http://schemas.microsoft.com/office/drawing/2014/main" id="{6857D48F-158A-104A-8A65-0012FD3C2F67}"/>
              </a:ext>
            </a:extLst>
          </p:cNvPr>
          <p:cNvSpPr/>
          <p:nvPr/>
        </p:nvSpPr>
        <p:spPr>
          <a:xfrm>
            <a:off x="6960965" y="2661145"/>
            <a:ext cx="159342" cy="15934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3" name="TextBox 22">
            <a:extLst>
              <a:ext uri="{FF2B5EF4-FFF2-40B4-BE49-F238E27FC236}">
                <a16:creationId xmlns:a16="http://schemas.microsoft.com/office/drawing/2014/main" id="{30E0C2DC-EE95-0846-AD47-DD1D325135D5}"/>
              </a:ext>
            </a:extLst>
          </p:cNvPr>
          <p:cNvSpPr txBox="1"/>
          <p:nvPr/>
        </p:nvSpPr>
        <p:spPr>
          <a:xfrm>
            <a:off x="7287943" y="2578418"/>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16" name="Oval 15">
            <a:extLst>
              <a:ext uri="{FF2B5EF4-FFF2-40B4-BE49-F238E27FC236}">
                <a16:creationId xmlns:a16="http://schemas.microsoft.com/office/drawing/2014/main" id="{D4F18E78-4E50-3A41-B016-8DBADB9CD904}"/>
              </a:ext>
            </a:extLst>
          </p:cNvPr>
          <p:cNvSpPr/>
          <p:nvPr/>
        </p:nvSpPr>
        <p:spPr>
          <a:xfrm>
            <a:off x="6960965" y="3418437"/>
            <a:ext cx="159342" cy="15934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4" name="TextBox 23">
            <a:extLst>
              <a:ext uri="{FF2B5EF4-FFF2-40B4-BE49-F238E27FC236}">
                <a16:creationId xmlns:a16="http://schemas.microsoft.com/office/drawing/2014/main" id="{0E83E524-06F1-7E49-8902-D932D5EBE05F}"/>
              </a:ext>
            </a:extLst>
          </p:cNvPr>
          <p:cNvSpPr txBox="1"/>
          <p:nvPr/>
        </p:nvSpPr>
        <p:spPr>
          <a:xfrm>
            <a:off x="7287943" y="3368277"/>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19" name="Oval 18">
            <a:extLst>
              <a:ext uri="{FF2B5EF4-FFF2-40B4-BE49-F238E27FC236}">
                <a16:creationId xmlns:a16="http://schemas.microsoft.com/office/drawing/2014/main" id="{4DD19138-3E3B-EC45-B3E9-9E0C974C5609}"/>
              </a:ext>
            </a:extLst>
          </p:cNvPr>
          <p:cNvSpPr/>
          <p:nvPr/>
        </p:nvSpPr>
        <p:spPr>
          <a:xfrm>
            <a:off x="6960965" y="4220589"/>
            <a:ext cx="159342" cy="15934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5" name="TextBox 24">
            <a:extLst>
              <a:ext uri="{FF2B5EF4-FFF2-40B4-BE49-F238E27FC236}">
                <a16:creationId xmlns:a16="http://schemas.microsoft.com/office/drawing/2014/main" id="{87BB6584-EFC6-4441-862C-CA8B32445C9B}"/>
              </a:ext>
            </a:extLst>
          </p:cNvPr>
          <p:cNvSpPr txBox="1"/>
          <p:nvPr/>
        </p:nvSpPr>
        <p:spPr>
          <a:xfrm>
            <a:off x="7287943" y="4158136"/>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22" name="Oval 21">
            <a:extLst>
              <a:ext uri="{FF2B5EF4-FFF2-40B4-BE49-F238E27FC236}">
                <a16:creationId xmlns:a16="http://schemas.microsoft.com/office/drawing/2014/main" id="{3F126D0C-E20D-8047-B929-AED628B6A8F7}"/>
              </a:ext>
            </a:extLst>
          </p:cNvPr>
          <p:cNvSpPr/>
          <p:nvPr/>
        </p:nvSpPr>
        <p:spPr>
          <a:xfrm>
            <a:off x="6960965" y="4999237"/>
            <a:ext cx="159342" cy="15934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6" name="TextBox 25">
            <a:extLst>
              <a:ext uri="{FF2B5EF4-FFF2-40B4-BE49-F238E27FC236}">
                <a16:creationId xmlns:a16="http://schemas.microsoft.com/office/drawing/2014/main" id="{CF17B3B7-0372-5F44-9589-BB435FC708FA}"/>
              </a:ext>
            </a:extLst>
          </p:cNvPr>
          <p:cNvSpPr txBox="1"/>
          <p:nvPr/>
        </p:nvSpPr>
        <p:spPr>
          <a:xfrm>
            <a:off x="7287943" y="4947995"/>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cxnSp>
        <p:nvCxnSpPr>
          <p:cNvPr id="33" name="Straight Connector 32">
            <a:extLst>
              <a:ext uri="{FF2B5EF4-FFF2-40B4-BE49-F238E27FC236}">
                <a16:creationId xmlns:a16="http://schemas.microsoft.com/office/drawing/2014/main" id="{09F5833D-3DF0-2C4B-8D0A-BDD8DA808E24}"/>
              </a:ext>
            </a:extLst>
          </p:cNvPr>
          <p:cNvCxnSpPr/>
          <p:nvPr/>
        </p:nvCxnSpPr>
        <p:spPr>
          <a:xfrm>
            <a:off x="6096000" y="2412003"/>
            <a:ext cx="0" cy="310297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8" name="Graphic 17" descr="Close with solid fill">
            <a:extLst>
              <a:ext uri="{FF2B5EF4-FFF2-40B4-BE49-F238E27FC236}">
                <a16:creationId xmlns:a16="http://schemas.microsoft.com/office/drawing/2014/main" id="{DE829EC7-7F30-A24E-AF38-14D1F931923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547239" y="3449505"/>
            <a:ext cx="606717" cy="606717"/>
          </a:xfrm>
          <a:prstGeom prst="rect">
            <a:avLst/>
          </a:prstGeom>
        </p:spPr>
      </p:pic>
    </p:spTree>
    <p:extLst>
      <p:ext uri="{BB962C8B-B14F-4D97-AF65-F5344CB8AC3E}">
        <p14:creationId xmlns:p14="http://schemas.microsoft.com/office/powerpoint/2010/main" val="4118904632"/>
      </p:ext>
    </p:extLst>
  </p:cSld>
  <p:clrMapOvr>
    <a:masterClrMapping/>
  </p:clrMapOvr>
  <p:transition spd="slow">
    <p:push dir="u"/>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1EE94137-9F01-D046-A830-FC863EE57E9C}"/>
              </a:ext>
            </a:extLst>
          </p:cNvPr>
          <p:cNvSpPr/>
          <p:nvPr/>
        </p:nvSpPr>
        <p:spPr>
          <a:xfrm>
            <a:off x="1759136" y="1947554"/>
            <a:ext cx="8680862" cy="4073237"/>
          </a:xfrm>
          <a:prstGeom prst="roundRect">
            <a:avLst>
              <a:gd name="adj" fmla="val 5588"/>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FFFFFF"/>
              </a:solidFill>
              <a:latin typeface="Calibri"/>
            </a:endParaRPr>
          </a:p>
        </p:txBody>
      </p:sp>
      <p:sp>
        <p:nvSpPr>
          <p:cNvPr id="2" name="Title 1">
            <a:extLst>
              <a:ext uri="{FF2B5EF4-FFF2-40B4-BE49-F238E27FC236}">
                <a16:creationId xmlns:a16="http://schemas.microsoft.com/office/drawing/2014/main" id="{9BAC9FBF-347B-8D46-B5AE-4F27644B3EAE}"/>
              </a:ext>
            </a:extLst>
          </p:cNvPr>
          <p:cNvSpPr>
            <a:spLocks noGrp="1"/>
          </p:cNvSpPr>
          <p:nvPr>
            <p:ph type="title"/>
          </p:nvPr>
        </p:nvSpPr>
        <p:spPr/>
        <p:txBody>
          <a:bodyPr/>
          <a:lstStyle/>
          <a:p>
            <a:r>
              <a:rPr lang="en-US"/>
              <a:t>SWOT Analysis Slide Template</a:t>
            </a:r>
          </a:p>
        </p:txBody>
      </p:sp>
      <p:sp>
        <p:nvSpPr>
          <p:cNvPr id="6" name="Freeform 5">
            <a:extLst>
              <a:ext uri="{FF2B5EF4-FFF2-40B4-BE49-F238E27FC236}">
                <a16:creationId xmlns:a16="http://schemas.microsoft.com/office/drawing/2014/main" id="{56419955-E513-0146-B4C7-D79E2F62B17F}"/>
              </a:ext>
            </a:extLst>
          </p:cNvPr>
          <p:cNvSpPr/>
          <p:nvPr/>
        </p:nvSpPr>
        <p:spPr>
          <a:xfrm>
            <a:off x="992032" y="1382330"/>
            <a:ext cx="1657755" cy="1657755"/>
          </a:xfrm>
          <a:custGeom>
            <a:avLst/>
            <a:gdLst>
              <a:gd name="connsiteX0" fmla="*/ 726480 w 726480"/>
              <a:gd name="connsiteY0" fmla="*/ 363240 h 726480"/>
              <a:gd name="connsiteX1" fmla="*/ 363240 w 726480"/>
              <a:gd name="connsiteY1" fmla="*/ 726480 h 726480"/>
              <a:gd name="connsiteX2" fmla="*/ 0 w 726480"/>
              <a:gd name="connsiteY2" fmla="*/ 363240 h 726480"/>
              <a:gd name="connsiteX3" fmla="*/ 363240 w 726480"/>
              <a:gd name="connsiteY3" fmla="*/ 0 h 726480"/>
              <a:gd name="connsiteX4" fmla="*/ 726480 w 726480"/>
              <a:gd name="connsiteY4" fmla="*/ 363240 h 726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80" h="726480">
                <a:moveTo>
                  <a:pt x="726480" y="363240"/>
                </a:moveTo>
                <a:cubicBezTo>
                  <a:pt x="726480" y="563852"/>
                  <a:pt x="563852" y="726480"/>
                  <a:pt x="363240" y="726480"/>
                </a:cubicBezTo>
                <a:cubicBezTo>
                  <a:pt x="162628" y="726480"/>
                  <a:pt x="0" y="563852"/>
                  <a:pt x="0" y="363240"/>
                </a:cubicBezTo>
                <a:cubicBezTo>
                  <a:pt x="0" y="162628"/>
                  <a:pt x="162628" y="0"/>
                  <a:pt x="363240" y="0"/>
                </a:cubicBezTo>
                <a:cubicBezTo>
                  <a:pt x="563852" y="0"/>
                  <a:pt x="726480" y="162628"/>
                  <a:pt x="726480" y="363240"/>
                </a:cubicBezTo>
                <a:close/>
              </a:path>
            </a:pathLst>
          </a:custGeom>
          <a:solidFill>
            <a:schemeClr val="accent2"/>
          </a:solidFill>
          <a:ln w="8900" cap="flat">
            <a:noFill/>
            <a:prstDash val="solid"/>
            <a:miter/>
          </a:ln>
        </p:spPr>
        <p:txBody>
          <a:bodyPr rtlCol="0" anchor="ctr"/>
          <a:lstStyle/>
          <a:p>
            <a:pPr defTabSz="1218987"/>
            <a:endParaRPr lang="en-US" sz="2400">
              <a:solidFill>
                <a:srgbClr val="EF5F69"/>
              </a:solidFill>
              <a:latin typeface="Calibri"/>
            </a:endParaRPr>
          </a:p>
        </p:txBody>
      </p:sp>
      <p:sp>
        <p:nvSpPr>
          <p:cNvPr id="7" name="Freeform 6">
            <a:extLst>
              <a:ext uri="{FF2B5EF4-FFF2-40B4-BE49-F238E27FC236}">
                <a16:creationId xmlns:a16="http://schemas.microsoft.com/office/drawing/2014/main" id="{2C4AFAD6-0209-1C4B-A9C3-BA7BDBA23127}"/>
              </a:ext>
            </a:extLst>
          </p:cNvPr>
          <p:cNvSpPr/>
          <p:nvPr/>
        </p:nvSpPr>
        <p:spPr>
          <a:xfrm>
            <a:off x="1312666" y="3199255"/>
            <a:ext cx="1075862" cy="1075862"/>
          </a:xfrm>
          <a:custGeom>
            <a:avLst/>
            <a:gdLst>
              <a:gd name="connsiteX0" fmla="*/ 726480 w 726480"/>
              <a:gd name="connsiteY0" fmla="*/ 363240 h 726480"/>
              <a:gd name="connsiteX1" fmla="*/ 363240 w 726480"/>
              <a:gd name="connsiteY1" fmla="*/ 726480 h 726480"/>
              <a:gd name="connsiteX2" fmla="*/ 0 w 726480"/>
              <a:gd name="connsiteY2" fmla="*/ 363240 h 726480"/>
              <a:gd name="connsiteX3" fmla="*/ 363240 w 726480"/>
              <a:gd name="connsiteY3" fmla="*/ 0 h 726480"/>
              <a:gd name="connsiteX4" fmla="*/ 726480 w 726480"/>
              <a:gd name="connsiteY4" fmla="*/ 363240 h 726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80" h="726480">
                <a:moveTo>
                  <a:pt x="726480" y="363240"/>
                </a:moveTo>
                <a:cubicBezTo>
                  <a:pt x="726480" y="563852"/>
                  <a:pt x="563852" y="726480"/>
                  <a:pt x="363240" y="726480"/>
                </a:cubicBezTo>
                <a:cubicBezTo>
                  <a:pt x="162628" y="726480"/>
                  <a:pt x="0" y="563852"/>
                  <a:pt x="0" y="363240"/>
                </a:cubicBezTo>
                <a:cubicBezTo>
                  <a:pt x="0" y="162628"/>
                  <a:pt x="162628" y="0"/>
                  <a:pt x="363240" y="0"/>
                </a:cubicBezTo>
                <a:cubicBezTo>
                  <a:pt x="563852" y="0"/>
                  <a:pt x="726480" y="162628"/>
                  <a:pt x="726480" y="363240"/>
                </a:cubicBezTo>
                <a:close/>
              </a:path>
            </a:pathLst>
          </a:custGeom>
          <a:solidFill>
            <a:schemeClr val="accent2"/>
          </a:solidFill>
          <a:ln w="8900" cap="flat">
            <a:noFill/>
            <a:prstDash val="solid"/>
            <a:miter/>
          </a:ln>
        </p:spPr>
        <p:txBody>
          <a:bodyPr rtlCol="0" anchor="ctr"/>
          <a:lstStyle/>
          <a:p>
            <a:pPr defTabSz="1218987"/>
            <a:endParaRPr lang="en-US" sz="2400">
              <a:solidFill>
                <a:srgbClr val="EF5F69"/>
              </a:solidFill>
              <a:latin typeface="Calibri"/>
            </a:endParaRPr>
          </a:p>
        </p:txBody>
      </p:sp>
      <p:sp>
        <p:nvSpPr>
          <p:cNvPr id="8" name="Rectangle 7">
            <a:extLst>
              <a:ext uri="{FF2B5EF4-FFF2-40B4-BE49-F238E27FC236}">
                <a16:creationId xmlns:a16="http://schemas.microsoft.com/office/drawing/2014/main" id="{10F6F59B-CE4D-9147-9D22-A1A0A2C3D34B}"/>
              </a:ext>
            </a:extLst>
          </p:cNvPr>
          <p:cNvSpPr/>
          <p:nvPr/>
        </p:nvSpPr>
        <p:spPr>
          <a:xfrm>
            <a:off x="1283650" y="1623208"/>
            <a:ext cx="1074516" cy="11678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US" sz="9600" b="1" dirty="0">
                <a:solidFill>
                  <a:srgbClr val="FFFFFF"/>
                </a:solidFill>
                <a:latin typeface="Segoe UI" panose="020B0502040204020203" pitchFamily="34" charset="0"/>
                <a:cs typeface="Segoe UI" panose="020B0502040204020203" pitchFamily="34" charset="0"/>
              </a:rPr>
              <a:t>T</a:t>
            </a:r>
          </a:p>
        </p:txBody>
      </p:sp>
      <p:sp>
        <p:nvSpPr>
          <p:cNvPr id="9" name="Rectangle 8">
            <a:extLst>
              <a:ext uri="{FF2B5EF4-FFF2-40B4-BE49-F238E27FC236}">
                <a16:creationId xmlns:a16="http://schemas.microsoft.com/office/drawing/2014/main" id="{2449F3AB-27CE-B640-BEEC-328A7AC0F08C}"/>
              </a:ext>
            </a:extLst>
          </p:cNvPr>
          <p:cNvSpPr/>
          <p:nvPr/>
        </p:nvSpPr>
        <p:spPr>
          <a:xfrm>
            <a:off x="3024171" y="2412002"/>
            <a:ext cx="1946175" cy="342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defTabSz="1218987"/>
            <a:r>
              <a:rPr lang="en-US" sz="3200" b="1">
                <a:solidFill>
                  <a:srgbClr val="EF5F69"/>
                </a:solidFill>
                <a:latin typeface="Segoe UI" panose="020B0502040204020203" pitchFamily="34" charset="0"/>
                <a:cs typeface="Segoe UI" panose="020B0502040204020203" pitchFamily="34" charset="0"/>
              </a:rPr>
              <a:t>Threats</a:t>
            </a:r>
          </a:p>
        </p:txBody>
      </p:sp>
      <p:sp>
        <p:nvSpPr>
          <p:cNvPr id="10" name="Rectangle 9">
            <a:extLst>
              <a:ext uri="{FF2B5EF4-FFF2-40B4-BE49-F238E27FC236}">
                <a16:creationId xmlns:a16="http://schemas.microsoft.com/office/drawing/2014/main" id="{5BC8BCA8-24AD-9B4F-8D16-A61DA9ADF58F}"/>
              </a:ext>
            </a:extLst>
          </p:cNvPr>
          <p:cNvSpPr/>
          <p:nvPr/>
        </p:nvSpPr>
        <p:spPr>
          <a:xfrm>
            <a:off x="3024171" y="3028794"/>
            <a:ext cx="2451407" cy="107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defTabSz="1218987"/>
            <a:r>
              <a:rPr lang="en-US" sz="2000">
                <a:solidFill>
                  <a:srgbClr val="000000">
                    <a:lumMod val="50000"/>
                    <a:lumOff val="50000"/>
                  </a:srgbClr>
                </a:solidFill>
                <a:latin typeface="Segoe UI" panose="020B0502040204020203" pitchFamily="34" charset="0"/>
                <a:cs typeface="Segoe UI" panose="020B0502040204020203" pitchFamily="34" charset="0"/>
              </a:rPr>
              <a:t>Write about the threats here. You can edit this text.</a:t>
            </a:r>
          </a:p>
        </p:txBody>
      </p:sp>
      <p:sp>
        <p:nvSpPr>
          <p:cNvPr id="13" name="Oval 12">
            <a:extLst>
              <a:ext uri="{FF2B5EF4-FFF2-40B4-BE49-F238E27FC236}">
                <a16:creationId xmlns:a16="http://schemas.microsoft.com/office/drawing/2014/main" id="{6857D48F-158A-104A-8A65-0012FD3C2F67}"/>
              </a:ext>
            </a:extLst>
          </p:cNvPr>
          <p:cNvSpPr/>
          <p:nvPr/>
        </p:nvSpPr>
        <p:spPr>
          <a:xfrm>
            <a:off x="6960965" y="2661145"/>
            <a:ext cx="159342" cy="15934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EF5F69"/>
              </a:solidFill>
              <a:latin typeface="Calibri"/>
            </a:endParaRPr>
          </a:p>
        </p:txBody>
      </p:sp>
      <p:sp>
        <p:nvSpPr>
          <p:cNvPr id="23" name="TextBox 22">
            <a:extLst>
              <a:ext uri="{FF2B5EF4-FFF2-40B4-BE49-F238E27FC236}">
                <a16:creationId xmlns:a16="http://schemas.microsoft.com/office/drawing/2014/main" id="{30E0C2DC-EE95-0846-AD47-DD1D325135D5}"/>
              </a:ext>
            </a:extLst>
          </p:cNvPr>
          <p:cNvSpPr txBox="1"/>
          <p:nvPr/>
        </p:nvSpPr>
        <p:spPr>
          <a:xfrm>
            <a:off x="7287943" y="2578418"/>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16" name="Oval 15">
            <a:extLst>
              <a:ext uri="{FF2B5EF4-FFF2-40B4-BE49-F238E27FC236}">
                <a16:creationId xmlns:a16="http://schemas.microsoft.com/office/drawing/2014/main" id="{D4F18E78-4E50-3A41-B016-8DBADB9CD904}"/>
              </a:ext>
            </a:extLst>
          </p:cNvPr>
          <p:cNvSpPr/>
          <p:nvPr/>
        </p:nvSpPr>
        <p:spPr>
          <a:xfrm>
            <a:off x="6960965" y="3418437"/>
            <a:ext cx="159342" cy="15934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EF5F69"/>
              </a:solidFill>
              <a:latin typeface="Calibri"/>
            </a:endParaRPr>
          </a:p>
        </p:txBody>
      </p:sp>
      <p:sp>
        <p:nvSpPr>
          <p:cNvPr id="24" name="TextBox 23">
            <a:extLst>
              <a:ext uri="{FF2B5EF4-FFF2-40B4-BE49-F238E27FC236}">
                <a16:creationId xmlns:a16="http://schemas.microsoft.com/office/drawing/2014/main" id="{0E83E524-06F1-7E49-8902-D932D5EBE05F}"/>
              </a:ext>
            </a:extLst>
          </p:cNvPr>
          <p:cNvSpPr txBox="1"/>
          <p:nvPr/>
        </p:nvSpPr>
        <p:spPr>
          <a:xfrm>
            <a:off x="7287943" y="3368277"/>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19" name="Oval 18">
            <a:extLst>
              <a:ext uri="{FF2B5EF4-FFF2-40B4-BE49-F238E27FC236}">
                <a16:creationId xmlns:a16="http://schemas.microsoft.com/office/drawing/2014/main" id="{4DD19138-3E3B-EC45-B3E9-9E0C974C5609}"/>
              </a:ext>
            </a:extLst>
          </p:cNvPr>
          <p:cNvSpPr/>
          <p:nvPr/>
        </p:nvSpPr>
        <p:spPr>
          <a:xfrm>
            <a:off x="6960965" y="4220589"/>
            <a:ext cx="159342" cy="15934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EF5F69"/>
              </a:solidFill>
              <a:latin typeface="Calibri"/>
            </a:endParaRPr>
          </a:p>
        </p:txBody>
      </p:sp>
      <p:sp>
        <p:nvSpPr>
          <p:cNvPr id="25" name="TextBox 24">
            <a:extLst>
              <a:ext uri="{FF2B5EF4-FFF2-40B4-BE49-F238E27FC236}">
                <a16:creationId xmlns:a16="http://schemas.microsoft.com/office/drawing/2014/main" id="{87BB6584-EFC6-4441-862C-CA8B32445C9B}"/>
              </a:ext>
            </a:extLst>
          </p:cNvPr>
          <p:cNvSpPr txBox="1"/>
          <p:nvPr/>
        </p:nvSpPr>
        <p:spPr>
          <a:xfrm>
            <a:off x="7287943" y="4158136"/>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sp>
        <p:nvSpPr>
          <p:cNvPr id="22" name="Oval 21">
            <a:extLst>
              <a:ext uri="{FF2B5EF4-FFF2-40B4-BE49-F238E27FC236}">
                <a16:creationId xmlns:a16="http://schemas.microsoft.com/office/drawing/2014/main" id="{3F126D0C-E20D-8047-B929-AED628B6A8F7}"/>
              </a:ext>
            </a:extLst>
          </p:cNvPr>
          <p:cNvSpPr/>
          <p:nvPr/>
        </p:nvSpPr>
        <p:spPr>
          <a:xfrm>
            <a:off x="6960965" y="4999237"/>
            <a:ext cx="159342" cy="15934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srgbClr val="EF5F69"/>
              </a:solidFill>
              <a:latin typeface="Calibri"/>
            </a:endParaRPr>
          </a:p>
        </p:txBody>
      </p:sp>
      <p:sp>
        <p:nvSpPr>
          <p:cNvPr id="26" name="TextBox 25">
            <a:extLst>
              <a:ext uri="{FF2B5EF4-FFF2-40B4-BE49-F238E27FC236}">
                <a16:creationId xmlns:a16="http://schemas.microsoft.com/office/drawing/2014/main" id="{CF17B3B7-0372-5F44-9589-BB435FC708FA}"/>
              </a:ext>
            </a:extLst>
          </p:cNvPr>
          <p:cNvSpPr txBox="1"/>
          <p:nvPr/>
        </p:nvSpPr>
        <p:spPr>
          <a:xfrm>
            <a:off x="7287943" y="4947995"/>
            <a:ext cx="2012025" cy="553998"/>
          </a:xfrm>
          <a:prstGeom prst="rect">
            <a:avLst/>
          </a:prstGeom>
          <a:noFill/>
        </p:spPr>
        <p:txBody>
          <a:bodyPr wrap="square" lIns="0" tIns="0" rIns="0" bIns="0" rtlCol="0">
            <a:spAutoFit/>
          </a:bodyPr>
          <a:lstStyle/>
          <a:p>
            <a:pPr defTabSz="1218987">
              <a:spcBef>
                <a:spcPts val="400"/>
              </a:spcBef>
            </a:pPr>
            <a:r>
              <a:rPr lang="en-US">
                <a:solidFill>
                  <a:srgbClr val="000000">
                    <a:lumMod val="50000"/>
                    <a:lumOff val="50000"/>
                  </a:srgbClr>
                </a:solidFill>
                <a:latin typeface="Segoe UI" panose="020B0502040204020203" pitchFamily="34" charset="0"/>
                <a:cs typeface="Segoe UI" panose="020B0502040204020203" pitchFamily="34" charset="0"/>
              </a:rPr>
              <a:t>Click here to edit this list</a:t>
            </a:r>
          </a:p>
        </p:txBody>
      </p:sp>
      <p:cxnSp>
        <p:nvCxnSpPr>
          <p:cNvPr id="33" name="Straight Connector 32">
            <a:extLst>
              <a:ext uri="{FF2B5EF4-FFF2-40B4-BE49-F238E27FC236}">
                <a16:creationId xmlns:a16="http://schemas.microsoft.com/office/drawing/2014/main" id="{09F5833D-3DF0-2C4B-8D0A-BDD8DA808E24}"/>
              </a:ext>
            </a:extLst>
          </p:cNvPr>
          <p:cNvCxnSpPr/>
          <p:nvPr/>
        </p:nvCxnSpPr>
        <p:spPr>
          <a:xfrm>
            <a:off x="6096000" y="2412003"/>
            <a:ext cx="0" cy="310297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8" name="Graphic 17" descr="Warning with solid fill">
            <a:extLst>
              <a:ext uri="{FF2B5EF4-FFF2-40B4-BE49-F238E27FC236}">
                <a16:creationId xmlns:a16="http://schemas.microsoft.com/office/drawing/2014/main" id="{D1744783-1C62-4D41-86FE-89868FF017A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96702" y="3356255"/>
            <a:ext cx="707791" cy="707791"/>
          </a:xfrm>
          <a:prstGeom prst="rect">
            <a:avLst/>
          </a:prstGeom>
        </p:spPr>
      </p:pic>
    </p:spTree>
    <p:extLst>
      <p:ext uri="{BB962C8B-B14F-4D97-AF65-F5344CB8AC3E}">
        <p14:creationId xmlns:p14="http://schemas.microsoft.com/office/powerpoint/2010/main" val="999322291"/>
      </p:ext>
    </p:extLst>
  </p:cSld>
  <p:clrMapOvr>
    <a:masterClrMapping/>
  </p:clrMapOvr>
  <p:transition spd="slow">
    <p:push dir="u"/>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itle 27">
            <a:extLst>
              <a:ext uri="{FF2B5EF4-FFF2-40B4-BE49-F238E27FC236}">
                <a16:creationId xmlns:a16="http://schemas.microsoft.com/office/drawing/2014/main" id="{1E42BFE9-73F0-2B4A-B30B-D9F2C42E87A2}"/>
              </a:ext>
            </a:extLst>
          </p:cNvPr>
          <p:cNvSpPr>
            <a:spLocks noGrp="1"/>
          </p:cNvSpPr>
          <p:nvPr>
            <p:ph type="title"/>
          </p:nvPr>
        </p:nvSpPr>
        <p:spPr/>
        <p:txBody>
          <a:bodyPr/>
          <a:lstStyle/>
          <a:p>
            <a:r>
              <a:rPr lang="en-US"/>
              <a:t>VRIO Analysis Slide Template</a:t>
            </a:r>
          </a:p>
        </p:txBody>
      </p:sp>
      <p:sp>
        <p:nvSpPr>
          <p:cNvPr id="18" name="Text Placeholder 17">
            <a:extLst>
              <a:ext uri="{FF2B5EF4-FFF2-40B4-BE49-F238E27FC236}">
                <a16:creationId xmlns:a16="http://schemas.microsoft.com/office/drawing/2014/main" id="{A0D14E43-7194-2E46-A5E9-E35544100015}"/>
              </a:ext>
            </a:extLst>
          </p:cNvPr>
          <p:cNvSpPr>
            <a:spLocks noGrp="1"/>
          </p:cNvSpPr>
          <p:nvPr>
            <p:ph type="body" sz="quarter" idx="13"/>
          </p:nvPr>
        </p:nvSpPr>
        <p:spPr/>
        <p:txBody>
          <a:bodyPr/>
          <a:lstStyle/>
          <a:p>
            <a:r>
              <a:rPr lang="en-US"/>
              <a:t>This is a sample text. Insert your desired text here.</a:t>
            </a:r>
          </a:p>
        </p:txBody>
      </p:sp>
      <p:sp>
        <p:nvSpPr>
          <p:cNvPr id="7" name="Freeform: Shape 5">
            <a:extLst>
              <a:ext uri="{FF2B5EF4-FFF2-40B4-BE49-F238E27FC236}">
                <a16:creationId xmlns:a16="http://schemas.microsoft.com/office/drawing/2014/main" id="{1A336056-4843-E84C-A89B-F20CE1D08C10}"/>
              </a:ext>
            </a:extLst>
          </p:cNvPr>
          <p:cNvSpPr/>
          <p:nvPr/>
        </p:nvSpPr>
        <p:spPr>
          <a:xfrm>
            <a:off x="543859" y="3225801"/>
            <a:ext cx="2653080" cy="2693303"/>
          </a:xfrm>
          <a:custGeom>
            <a:avLst/>
            <a:gdLst>
              <a:gd name="connsiteX0" fmla="*/ 1679525 w 1742263"/>
              <a:gd name="connsiteY0" fmla="*/ 3347512 h 3347512"/>
              <a:gd name="connsiteX1" fmla="*/ 62739 w 1742263"/>
              <a:gd name="connsiteY1" fmla="*/ 3347512 h 3347512"/>
              <a:gd name="connsiteX2" fmla="*/ 0 w 1742263"/>
              <a:gd name="connsiteY2" fmla="*/ 3284774 h 3347512"/>
              <a:gd name="connsiteX3" fmla="*/ 0 w 1742263"/>
              <a:gd name="connsiteY3" fmla="*/ 62739 h 3347512"/>
              <a:gd name="connsiteX4" fmla="*/ 62739 w 1742263"/>
              <a:gd name="connsiteY4" fmla="*/ 0 h 3347512"/>
              <a:gd name="connsiteX5" fmla="*/ 1679525 w 1742263"/>
              <a:gd name="connsiteY5" fmla="*/ 0 h 3347512"/>
              <a:gd name="connsiteX6" fmla="*/ 1742264 w 1742263"/>
              <a:gd name="connsiteY6" fmla="*/ 62739 h 3347512"/>
              <a:gd name="connsiteX7" fmla="*/ 1742264 w 1742263"/>
              <a:gd name="connsiteY7" fmla="*/ 3284774 h 3347512"/>
              <a:gd name="connsiteX8" fmla="*/ 1679525 w 1742263"/>
              <a:gd name="connsiteY8" fmla="*/ 3347512 h 334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2263" h="3347512">
                <a:moveTo>
                  <a:pt x="1679525" y="3347512"/>
                </a:moveTo>
                <a:lnTo>
                  <a:pt x="62739" y="3347512"/>
                </a:lnTo>
                <a:cubicBezTo>
                  <a:pt x="28124" y="3347512"/>
                  <a:pt x="0" y="3319388"/>
                  <a:pt x="0" y="3284774"/>
                </a:cubicBezTo>
                <a:lnTo>
                  <a:pt x="0" y="62739"/>
                </a:lnTo>
                <a:cubicBezTo>
                  <a:pt x="0" y="28124"/>
                  <a:pt x="28124" y="0"/>
                  <a:pt x="62739" y="0"/>
                </a:cubicBezTo>
                <a:lnTo>
                  <a:pt x="1679525" y="0"/>
                </a:lnTo>
                <a:cubicBezTo>
                  <a:pt x="1714139" y="0"/>
                  <a:pt x="1742264" y="28124"/>
                  <a:pt x="1742264" y="62739"/>
                </a:cubicBezTo>
                <a:lnTo>
                  <a:pt x="1742264" y="3284774"/>
                </a:lnTo>
                <a:cubicBezTo>
                  <a:pt x="1742264" y="3319388"/>
                  <a:pt x="1714139" y="3347512"/>
                  <a:pt x="1679525" y="3347512"/>
                </a:cubicBezTo>
                <a:close/>
              </a:path>
            </a:pathLst>
          </a:custGeom>
          <a:solidFill>
            <a:srgbClr val="FFFFFF"/>
          </a:solidFill>
          <a:ln w="7211" cap="flat">
            <a:noFill/>
            <a:prstDash val="solid"/>
            <a:miter/>
          </a:ln>
          <a:effectLst>
            <a:outerShdw blurRad="25400" dist="12700" dir="5400000" algn="ctr" rotWithShape="0">
              <a:srgbClr val="000000">
                <a:alpha val="15000"/>
              </a:srgbClr>
            </a:outerShdw>
          </a:effectLst>
        </p:spPr>
        <p:txBody>
          <a:bodyPr rtlCol="0" anchor="ctr"/>
          <a:lstStyle/>
          <a:p>
            <a:pPr defTabSz="1219170"/>
            <a:endParaRPr lang="pt-BR" sz="2400">
              <a:solidFill>
                <a:srgbClr val="000000"/>
              </a:solidFill>
              <a:latin typeface="Calibri"/>
            </a:endParaRPr>
          </a:p>
        </p:txBody>
      </p:sp>
      <p:sp>
        <p:nvSpPr>
          <p:cNvPr id="8" name="Freeform: Shape 7">
            <a:extLst>
              <a:ext uri="{FF2B5EF4-FFF2-40B4-BE49-F238E27FC236}">
                <a16:creationId xmlns:a16="http://schemas.microsoft.com/office/drawing/2014/main" id="{704F675A-B1F2-894C-B380-991714A5EF4A}"/>
              </a:ext>
            </a:extLst>
          </p:cNvPr>
          <p:cNvSpPr/>
          <p:nvPr/>
        </p:nvSpPr>
        <p:spPr>
          <a:xfrm>
            <a:off x="3360560" y="3225801"/>
            <a:ext cx="2653080" cy="2693303"/>
          </a:xfrm>
          <a:custGeom>
            <a:avLst/>
            <a:gdLst>
              <a:gd name="connsiteX0" fmla="*/ 1679525 w 1742263"/>
              <a:gd name="connsiteY0" fmla="*/ 3347512 h 3347512"/>
              <a:gd name="connsiteX1" fmla="*/ 62739 w 1742263"/>
              <a:gd name="connsiteY1" fmla="*/ 3347512 h 3347512"/>
              <a:gd name="connsiteX2" fmla="*/ 0 w 1742263"/>
              <a:gd name="connsiteY2" fmla="*/ 3284774 h 3347512"/>
              <a:gd name="connsiteX3" fmla="*/ 0 w 1742263"/>
              <a:gd name="connsiteY3" fmla="*/ 62739 h 3347512"/>
              <a:gd name="connsiteX4" fmla="*/ 62739 w 1742263"/>
              <a:gd name="connsiteY4" fmla="*/ 0 h 3347512"/>
              <a:gd name="connsiteX5" fmla="*/ 1679525 w 1742263"/>
              <a:gd name="connsiteY5" fmla="*/ 0 h 3347512"/>
              <a:gd name="connsiteX6" fmla="*/ 1742264 w 1742263"/>
              <a:gd name="connsiteY6" fmla="*/ 62739 h 3347512"/>
              <a:gd name="connsiteX7" fmla="*/ 1742264 w 1742263"/>
              <a:gd name="connsiteY7" fmla="*/ 3284774 h 3347512"/>
              <a:gd name="connsiteX8" fmla="*/ 1679525 w 1742263"/>
              <a:gd name="connsiteY8" fmla="*/ 3347512 h 334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2263" h="3347512">
                <a:moveTo>
                  <a:pt x="1679525" y="3347512"/>
                </a:moveTo>
                <a:lnTo>
                  <a:pt x="62739" y="3347512"/>
                </a:lnTo>
                <a:cubicBezTo>
                  <a:pt x="28124" y="3347512"/>
                  <a:pt x="0" y="3319388"/>
                  <a:pt x="0" y="3284774"/>
                </a:cubicBezTo>
                <a:lnTo>
                  <a:pt x="0" y="62739"/>
                </a:lnTo>
                <a:cubicBezTo>
                  <a:pt x="0" y="28124"/>
                  <a:pt x="28124" y="0"/>
                  <a:pt x="62739" y="0"/>
                </a:cubicBezTo>
                <a:lnTo>
                  <a:pt x="1679525" y="0"/>
                </a:lnTo>
                <a:cubicBezTo>
                  <a:pt x="1714140" y="0"/>
                  <a:pt x="1742264" y="28124"/>
                  <a:pt x="1742264" y="62739"/>
                </a:cubicBezTo>
                <a:lnTo>
                  <a:pt x="1742264" y="3284774"/>
                </a:lnTo>
                <a:cubicBezTo>
                  <a:pt x="1742264" y="3319388"/>
                  <a:pt x="1714140" y="3347512"/>
                  <a:pt x="1679525" y="3347512"/>
                </a:cubicBezTo>
                <a:close/>
              </a:path>
            </a:pathLst>
          </a:custGeom>
          <a:solidFill>
            <a:srgbClr val="FFFFFF"/>
          </a:solidFill>
          <a:ln w="7211" cap="flat">
            <a:noFill/>
            <a:prstDash val="solid"/>
            <a:miter/>
          </a:ln>
          <a:effectLst>
            <a:outerShdw blurRad="25400" dist="12700" dir="5400000" algn="ctr" rotWithShape="0">
              <a:srgbClr val="000000">
                <a:alpha val="15000"/>
              </a:srgbClr>
            </a:outerShdw>
          </a:effectLst>
        </p:spPr>
        <p:txBody>
          <a:bodyPr rtlCol="0" anchor="ctr"/>
          <a:lstStyle/>
          <a:p>
            <a:pPr defTabSz="1219170"/>
            <a:endParaRPr lang="pt-BR" sz="2400">
              <a:solidFill>
                <a:srgbClr val="000000"/>
              </a:solidFill>
              <a:latin typeface="Calibri"/>
            </a:endParaRPr>
          </a:p>
        </p:txBody>
      </p:sp>
      <p:sp>
        <p:nvSpPr>
          <p:cNvPr id="9" name="Freeform: Shape 8">
            <a:extLst>
              <a:ext uri="{FF2B5EF4-FFF2-40B4-BE49-F238E27FC236}">
                <a16:creationId xmlns:a16="http://schemas.microsoft.com/office/drawing/2014/main" id="{6F776921-49F8-9940-A137-7C0FB851CB26}"/>
              </a:ext>
            </a:extLst>
          </p:cNvPr>
          <p:cNvSpPr/>
          <p:nvPr/>
        </p:nvSpPr>
        <p:spPr>
          <a:xfrm>
            <a:off x="6177262" y="3225801"/>
            <a:ext cx="2653101" cy="2693303"/>
          </a:xfrm>
          <a:custGeom>
            <a:avLst/>
            <a:gdLst>
              <a:gd name="connsiteX0" fmla="*/ 1679525 w 1742277"/>
              <a:gd name="connsiteY0" fmla="*/ 3347512 h 3347512"/>
              <a:gd name="connsiteX1" fmla="*/ 62739 w 1742277"/>
              <a:gd name="connsiteY1" fmla="*/ 3347512 h 3347512"/>
              <a:gd name="connsiteX2" fmla="*/ 0 w 1742277"/>
              <a:gd name="connsiteY2" fmla="*/ 3284774 h 3347512"/>
              <a:gd name="connsiteX3" fmla="*/ 0 w 1742277"/>
              <a:gd name="connsiteY3" fmla="*/ 62739 h 3347512"/>
              <a:gd name="connsiteX4" fmla="*/ 62739 w 1742277"/>
              <a:gd name="connsiteY4" fmla="*/ 0 h 3347512"/>
              <a:gd name="connsiteX5" fmla="*/ 1679525 w 1742277"/>
              <a:gd name="connsiteY5" fmla="*/ 0 h 3347512"/>
              <a:gd name="connsiteX6" fmla="*/ 1742264 w 1742277"/>
              <a:gd name="connsiteY6" fmla="*/ 62739 h 3347512"/>
              <a:gd name="connsiteX7" fmla="*/ 1742264 w 1742277"/>
              <a:gd name="connsiteY7" fmla="*/ 3284774 h 3347512"/>
              <a:gd name="connsiteX8" fmla="*/ 1679525 w 1742277"/>
              <a:gd name="connsiteY8" fmla="*/ 3347512 h 334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2277" h="3347512">
                <a:moveTo>
                  <a:pt x="1679525" y="3347512"/>
                </a:moveTo>
                <a:lnTo>
                  <a:pt x="62739" y="3347512"/>
                </a:lnTo>
                <a:cubicBezTo>
                  <a:pt x="28124" y="3347512"/>
                  <a:pt x="0" y="3319388"/>
                  <a:pt x="0" y="3284774"/>
                </a:cubicBezTo>
                <a:lnTo>
                  <a:pt x="0" y="62739"/>
                </a:lnTo>
                <a:cubicBezTo>
                  <a:pt x="0" y="28124"/>
                  <a:pt x="28124" y="0"/>
                  <a:pt x="62739" y="0"/>
                </a:cubicBezTo>
                <a:lnTo>
                  <a:pt x="1679525" y="0"/>
                </a:lnTo>
                <a:cubicBezTo>
                  <a:pt x="1714140" y="0"/>
                  <a:pt x="1742264" y="28124"/>
                  <a:pt x="1742264" y="62739"/>
                </a:cubicBezTo>
                <a:lnTo>
                  <a:pt x="1742264" y="3284774"/>
                </a:lnTo>
                <a:cubicBezTo>
                  <a:pt x="1742985" y="3319388"/>
                  <a:pt x="1714861" y="3347512"/>
                  <a:pt x="1679525" y="3347512"/>
                </a:cubicBezTo>
                <a:close/>
              </a:path>
            </a:pathLst>
          </a:custGeom>
          <a:solidFill>
            <a:srgbClr val="FFFFFF"/>
          </a:solidFill>
          <a:ln w="7211" cap="flat">
            <a:noFill/>
            <a:prstDash val="solid"/>
            <a:miter/>
          </a:ln>
          <a:effectLst>
            <a:outerShdw blurRad="25400" dist="12700" dir="5400000" algn="ctr" rotWithShape="0">
              <a:srgbClr val="000000">
                <a:alpha val="15000"/>
              </a:srgbClr>
            </a:outerShdw>
          </a:effectLst>
        </p:spPr>
        <p:txBody>
          <a:bodyPr rtlCol="0" anchor="ctr"/>
          <a:lstStyle/>
          <a:p>
            <a:pPr defTabSz="1219170"/>
            <a:endParaRPr lang="pt-BR" sz="2400">
              <a:solidFill>
                <a:srgbClr val="000000"/>
              </a:solidFill>
              <a:latin typeface="Calibri"/>
            </a:endParaRPr>
          </a:p>
        </p:txBody>
      </p:sp>
      <p:sp>
        <p:nvSpPr>
          <p:cNvPr id="10" name="Freeform: Shape 9">
            <a:extLst>
              <a:ext uri="{FF2B5EF4-FFF2-40B4-BE49-F238E27FC236}">
                <a16:creationId xmlns:a16="http://schemas.microsoft.com/office/drawing/2014/main" id="{C176C429-ED32-7240-9F9B-4D9F7F71C9AA}"/>
              </a:ext>
            </a:extLst>
          </p:cNvPr>
          <p:cNvSpPr/>
          <p:nvPr/>
        </p:nvSpPr>
        <p:spPr>
          <a:xfrm>
            <a:off x="8995063" y="3225801"/>
            <a:ext cx="2653080" cy="2693303"/>
          </a:xfrm>
          <a:custGeom>
            <a:avLst/>
            <a:gdLst>
              <a:gd name="connsiteX0" fmla="*/ 1679525 w 1742263"/>
              <a:gd name="connsiteY0" fmla="*/ 3347512 h 3347512"/>
              <a:gd name="connsiteX1" fmla="*/ 62739 w 1742263"/>
              <a:gd name="connsiteY1" fmla="*/ 3347512 h 3347512"/>
              <a:gd name="connsiteX2" fmla="*/ 0 w 1742263"/>
              <a:gd name="connsiteY2" fmla="*/ 3284774 h 3347512"/>
              <a:gd name="connsiteX3" fmla="*/ 0 w 1742263"/>
              <a:gd name="connsiteY3" fmla="*/ 62739 h 3347512"/>
              <a:gd name="connsiteX4" fmla="*/ 62739 w 1742263"/>
              <a:gd name="connsiteY4" fmla="*/ 0 h 3347512"/>
              <a:gd name="connsiteX5" fmla="*/ 1679525 w 1742263"/>
              <a:gd name="connsiteY5" fmla="*/ 0 h 3347512"/>
              <a:gd name="connsiteX6" fmla="*/ 1742264 w 1742263"/>
              <a:gd name="connsiteY6" fmla="*/ 62739 h 3347512"/>
              <a:gd name="connsiteX7" fmla="*/ 1742264 w 1742263"/>
              <a:gd name="connsiteY7" fmla="*/ 3284774 h 3347512"/>
              <a:gd name="connsiteX8" fmla="*/ 1679525 w 1742263"/>
              <a:gd name="connsiteY8" fmla="*/ 3347512 h 334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2263" h="3347512">
                <a:moveTo>
                  <a:pt x="1679525" y="3347512"/>
                </a:moveTo>
                <a:lnTo>
                  <a:pt x="62739" y="3347512"/>
                </a:lnTo>
                <a:cubicBezTo>
                  <a:pt x="28124" y="3347512"/>
                  <a:pt x="0" y="3319388"/>
                  <a:pt x="0" y="3284774"/>
                </a:cubicBezTo>
                <a:lnTo>
                  <a:pt x="0" y="62739"/>
                </a:lnTo>
                <a:cubicBezTo>
                  <a:pt x="0" y="28124"/>
                  <a:pt x="28124" y="0"/>
                  <a:pt x="62739" y="0"/>
                </a:cubicBezTo>
                <a:lnTo>
                  <a:pt x="1679525" y="0"/>
                </a:lnTo>
                <a:cubicBezTo>
                  <a:pt x="1714140" y="0"/>
                  <a:pt x="1742264" y="28124"/>
                  <a:pt x="1742264" y="62739"/>
                </a:cubicBezTo>
                <a:lnTo>
                  <a:pt x="1742264" y="3284774"/>
                </a:lnTo>
                <a:cubicBezTo>
                  <a:pt x="1742264" y="3319388"/>
                  <a:pt x="1714140" y="3347512"/>
                  <a:pt x="1679525" y="3347512"/>
                </a:cubicBezTo>
                <a:close/>
              </a:path>
            </a:pathLst>
          </a:custGeom>
          <a:solidFill>
            <a:srgbClr val="FFFFFF"/>
          </a:solidFill>
          <a:ln w="7211" cap="flat">
            <a:noFill/>
            <a:prstDash val="solid"/>
            <a:miter/>
          </a:ln>
          <a:effectLst>
            <a:outerShdw blurRad="25400" dist="12700" dir="5400000" algn="ctr" rotWithShape="0">
              <a:srgbClr val="000000">
                <a:alpha val="15000"/>
              </a:srgbClr>
            </a:outerShdw>
          </a:effectLst>
        </p:spPr>
        <p:txBody>
          <a:bodyPr rtlCol="0" anchor="ctr"/>
          <a:lstStyle/>
          <a:p>
            <a:pPr defTabSz="1219170"/>
            <a:endParaRPr lang="pt-BR" sz="2400">
              <a:solidFill>
                <a:srgbClr val="000000"/>
              </a:solidFill>
              <a:latin typeface="Calibri"/>
            </a:endParaRPr>
          </a:p>
        </p:txBody>
      </p:sp>
      <p:sp>
        <p:nvSpPr>
          <p:cNvPr id="12" name="Freeform: Shape 11">
            <a:extLst>
              <a:ext uri="{FF2B5EF4-FFF2-40B4-BE49-F238E27FC236}">
                <a16:creationId xmlns:a16="http://schemas.microsoft.com/office/drawing/2014/main" id="{927F26EF-07D8-644E-85D9-4258C82753AD}"/>
              </a:ext>
            </a:extLst>
          </p:cNvPr>
          <p:cNvSpPr/>
          <p:nvPr/>
        </p:nvSpPr>
        <p:spPr>
          <a:xfrm>
            <a:off x="3893152" y="2696500"/>
            <a:ext cx="1587896" cy="1587896"/>
          </a:xfrm>
          <a:custGeom>
            <a:avLst/>
            <a:gdLst>
              <a:gd name="connsiteX0" fmla="*/ 1042762 w 1042762"/>
              <a:gd name="connsiteY0" fmla="*/ 521381 h 1042762"/>
              <a:gd name="connsiteX1" fmla="*/ 521381 w 1042762"/>
              <a:gd name="connsiteY1" fmla="*/ 1042762 h 1042762"/>
              <a:gd name="connsiteX2" fmla="*/ 0 w 1042762"/>
              <a:gd name="connsiteY2" fmla="*/ 521381 h 1042762"/>
              <a:gd name="connsiteX3" fmla="*/ 521381 w 1042762"/>
              <a:gd name="connsiteY3" fmla="*/ 0 h 1042762"/>
              <a:gd name="connsiteX4" fmla="*/ 1042762 w 1042762"/>
              <a:gd name="connsiteY4" fmla="*/ 521381 h 104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762" h="1042762">
                <a:moveTo>
                  <a:pt x="1042762" y="521381"/>
                </a:moveTo>
                <a:cubicBezTo>
                  <a:pt x="1042762" y="809332"/>
                  <a:pt x="809332" y="1042762"/>
                  <a:pt x="521381" y="1042762"/>
                </a:cubicBezTo>
                <a:cubicBezTo>
                  <a:pt x="233430" y="1042762"/>
                  <a:pt x="0" y="809332"/>
                  <a:pt x="0" y="521381"/>
                </a:cubicBezTo>
                <a:cubicBezTo>
                  <a:pt x="0" y="233430"/>
                  <a:pt x="233430" y="0"/>
                  <a:pt x="521381" y="0"/>
                </a:cubicBezTo>
                <a:cubicBezTo>
                  <a:pt x="809332" y="0"/>
                  <a:pt x="1042762" y="233430"/>
                  <a:pt x="1042762" y="521381"/>
                </a:cubicBezTo>
                <a:close/>
              </a:path>
            </a:pathLst>
          </a:custGeom>
          <a:solidFill>
            <a:schemeClr val="accent2"/>
          </a:solidFill>
          <a:ln w="7211" cap="flat">
            <a:noFill/>
            <a:prstDash val="solid"/>
            <a:miter/>
          </a:ln>
          <a:effectLst>
            <a:outerShdw blurRad="215900" dist="50800" dir="5400000" algn="ctr" rotWithShape="0">
              <a:schemeClr val="accent5">
                <a:lumMod val="50000"/>
                <a:alpha val="37000"/>
              </a:schemeClr>
            </a:outerShdw>
          </a:effectLst>
        </p:spPr>
        <p:txBody>
          <a:bodyPr rtlCol="0" anchor="ctr"/>
          <a:lstStyle/>
          <a:p>
            <a:pPr defTabSz="1219170"/>
            <a:endParaRPr lang="pt-BR" sz="2400">
              <a:solidFill>
                <a:srgbClr val="000000"/>
              </a:solidFill>
              <a:latin typeface="Calibri"/>
            </a:endParaRPr>
          </a:p>
        </p:txBody>
      </p:sp>
      <p:sp>
        <p:nvSpPr>
          <p:cNvPr id="13" name="Freeform: Shape 12">
            <a:extLst>
              <a:ext uri="{FF2B5EF4-FFF2-40B4-BE49-F238E27FC236}">
                <a16:creationId xmlns:a16="http://schemas.microsoft.com/office/drawing/2014/main" id="{C8BC196A-0E2B-2E4D-AFCA-A4AEDAB78897}"/>
              </a:ext>
            </a:extLst>
          </p:cNvPr>
          <p:cNvSpPr/>
          <p:nvPr/>
        </p:nvSpPr>
        <p:spPr>
          <a:xfrm>
            <a:off x="1076451" y="2696500"/>
            <a:ext cx="1587896" cy="1587896"/>
          </a:xfrm>
          <a:custGeom>
            <a:avLst/>
            <a:gdLst>
              <a:gd name="connsiteX0" fmla="*/ 1042762 w 1042762"/>
              <a:gd name="connsiteY0" fmla="*/ 521381 h 1042762"/>
              <a:gd name="connsiteX1" fmla="*/ 521381 w 1042762"/>
              <a:gd name="connsiteY1" fmla="*/ 1042762 h 1042762"/>
              <a:gd name="connsiteX2" fmla="*/ 0 w 1042762"/>
              <a:gd name="connsiteY2" fmla="*/ 521381 h 1042762"/>
              <a:gd name="connsiteX3" fmla="*/ 521381 w 1042762"/>
              <a:gd name="connsiteY3" fmla="*/ 0 h 1042762"/>
              <a:gd name="connsiteX4" fmla="*/ 1042762 w 1042762"/>
              <a:gd name="connsiteY4" fmla="*/ 521381 h 104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762" h="1042762">
                <a:moveTo>
                  <a:pt x="1042762" y="521381"/>
                </a:moveTo>
                <a:cubicBezTo>
                  <a:pt x="1042762" y="809332"/>
                  <a:pt x="809332" y="1042762"/>
                  <a:pt x="521381" y="1042762"/>
                </a:cubicBezTo>
                <a:cubicBezTo>
                  <a:pt x="233430" y="1042762"/>
                  <a:pt x="0" y="809332"/>
                  <a:pt x="0" y="521381"/>
                </a:cubicBezTo>
                <a:cubicBezTo>
                  <a:pt x="0" y="233430"/>
                  <a:pt x="233430" y="0"/>
                  <a:pt x="521381" y="0"/>
                </a:cubicBezTo>
                <a:cubicBezTo>
                  <a:pt x="809332" y="0"/>
                  <a:pt x="1042762" y="233430"/>
                  <a:pt x="1042762" y="521381"/>
                </a:cubicBezTo>
                <a:close/>
              </a:path>
            </a:pathLst>
          </a:custGeom>
          <a:solidFill>
            <a:schemeClr val="accent1"/>
          </a:solidFill>
          <a:ln w="7211" cap="flat">
            <a:noFill/>
            <a:prstDash val="solid"/>
            <a:miter/>
          </a:ln>
          <a:effectLst>
            <a:outerShdw blurRad="215900" dist="50800" dir="5400000" algn="ctr" rotWithShape="0">
              <a:schemeClr val="accent4">
                <a:lumMod val="50000"/>
                <a:alpha val="37000"/>
              </a:schemeClr>
            </a:outerShdw>
          </a:effectLst>
        </p:spPr>
        <p:txBody>
          <a:bodyPr rtlCol="0" anchor="ctr"/>
          <a:lstStyle/>
          <a:p>
            <a:pPr defTabSz="1219170"/>
            <a:endParaRPr lang="pt-BR" sz="2400">
              <a:solidFill>
                <a:srgbClr val="000000"/>
              </a:solidFill>
              <a:latin typeface="Calibri"/>
            </a:endParaRPr>
          </a:p>
        </p:txBody>
      </p:sp>
      <p:sp>
        <p:nvSpPr>
          <p:cNvPr id="14" name="Freeform: Shape 13">
            <a:extLst>
              <a:ext uri="{FF2B5EF4-FFF2-40B4-BE49-F238E27FC236}">
                <a16:creationId xmlns:a16="http://schemas.microsoft.com/office/drawing/2014/main" id="{EB9D2F23-4E23-EB4C-95C8-CCD64B1C1483}"/>
              </a:ext>
            </a:extLst>
          </p:cNvPr>
          <p:cNvSpPr/>
          <p:nvPr/>
        </p:nvSpPr>
        <p:spPr>
          <a:xfrm>
            <a:off x="9527655" y="2696500"/>
            <a:ext cx="1587896" cy="1587896"/>
          </a:xfrm>
          <a:custGeom>
            <a:avLst/>
            <a:gdLst>
              <a:gd name="connsiteX0" fmla="*/ 1042762 w 1042762"/>
              <a:gd name="connsiteY0" fmla="*/ 521381 h 1042762"/>
              <a:gd name="connsiteX1" fmla="*/ 521381 w 1042762"/>
              <a:gd name="connsiteY1" fmla="*/ 1042762 h 1042762"/>
              <a:gd name="connsiteX2" fmla="*/ 0 w 1042762"/>
              <a:gd name="connsiteY2" fmla="*/ 521381 h 1042762"/>
              <a:gd name="connsiteX3" fmla="*/ 521381 w 1042762"/>
              <a:gd name="connsiteY3" fmla="*/ 0 h 1042762"/>
              <a:gd name="connsiteX4" fmla="*/ 1042762 w 1042762"/>
              <a:gd name="connsiteY4" fmla="*/ 521381 h 104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762" h="1042762">
                <a:moveTo>
                  <a:pt x="1042762" y="521381"/>
                </a:moveTo>
                <a:cubicBezTo>
                  <a:pt x="1042762" y="809332"/>
                  <a:pt x="809332" y="1042762"/>
                  <a:pt x="521381" y="1042762"/>
                </a:cubicBezTo>
                <a:cubicBezTo>
                  <a:pt x="233431" y="1042762"/>
                  <a:pt x="0" y="809332"/>
                  <a:pt x="0" y="521381"/>
                </a:cubicBezTo>
                <a:cubicBezTo>
                  <a:pt x="0" y="233430"/>
                  <a:pt x="233431" y="0"/>
                  <a:pt x="521381" y="0"/>
                </a:cubicBezTo>
                <a:cubicBezTo>
                  <a:pt x="809332" y="0"/>
                  <a:pt x="1042762" y="233430"/>
                  <a:pt x="1042762" y="521381"/>
                </a:cubicBezTo>
                <a:close/>
              </a:path>
            </a:pathLst>
          </a:custGeom>
          <a:solidFill>
            <a:schemeClr val="accent4"/>
          </a:solidFill>
          <a:ln w="7211" cap="flat">
            <a:noFill/>
            <a:prstDash val="solid"/>
            <a:miter/>
          </a:ln>
          <a:effectLst>
            <a:outerShdw blurRad="215900" dist="50800" dir="5400000" algn="ctr" rotWithShape="0">
              <a:schemeClr val="accent1">
                <a:lumMod val="50000"/>
                <a:alpha val="37000"/>
              </a:schemeClr>
            </a:outerShdw>
          </a:effectLst>
        </p:spPr>
        <p:txBody>
          <a:bodyPr rtlCol="0" anchor="ctr"/>
          <a:lstStyle/>
          <a:p>
            <a:pPr defTabSz="1219170"/>
            <a:endParaRPr lang="pt-BR" sz="2400">
              <a:solidFill>
                <a:srgbClr val="000000"/>
              </a:solidFill>
              <a:latin typeface="Calibri"/>
            </a:endParaRPr>
          </a:p>
        </p:txBody>
      </p:sp>
      <p:sp>
        <p:nvSpPr>
          <p:cNvPr id="15" name="Freeform: Shape 14">
            <a:extLst>
              <a:ext uri="{FF2B5EF4-FFF2-40B4-BE49-F238E27FC236}">
                <a16:creationId xmlns:a16="http://schemas.microsoft.com/office/drawing/2014/main" id="{6A834E13-97A9-2349-99C4-A690592BE228}"/>
              </a:ext>
            </a:extLst>
          </p:cNvPr>
          <p:cNvSpPr/>
          <p:nvPr/>
        </p:nvSpPr>
        <p:spPr>
          <a:xfrm>
            <a:off x="6709856" y="2696500"/>
            <a:ext cx="1587896" cy="1587896"/>
          </a:xfrm>
          <a:custGeom>
            <a:avLst/>
            <a:gdLst>
              <a:gd name="connsiteX0" fmla="*/ 1042762 w 1042762"/>
              <a:gd name="connsiteY0" fmla="*/ 521381 h 1042762"/>
              <a:gd name="connsiteX1" fmla="*/ 521381 w 1042762"/>
              <a:gd name="connsiteY1" fmla="*/ 1042762 h 1042762"/>
              <a:gd name="connsiteX2" fmla="*/ 0 w 1042762"/>
              <a:gd name="connsiteY2" fmla="*/ 521381 h 1042762"/>
              <a:gd name="connsiteX3" fmla="*/ 521381 w 1042762"/>
              <a:gd name="connsiteY3" fmla="*/ 0 h 1042762"/>
              <a:gd name="connsiteX4" fmla="*/ 1042762 w 1042762"/>
              <a:gd name="connsiteY4" fmla="*/ 521381 h 104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762" h="1042762">
                <a:moveTo>
                  <a:pt x="1042762" y="521381"/>
                </a:moveTo>
                <a:cubicBezTo>
                  <a:pt x="1042762" y="809332"/>
                  <a:pt x="809332" y="1042762"/>
                  <a:pt x="521381" y="1042762"/>
                </a:cubicBezTo>
                <a:cubicBezTo>
                  <a:pt x="233430" y="1042762"/>
                  <a:pt x="0" y="809332"/>
                  <a:pt x="0" y="521381"/>
                </a:cubicBezTo>
                <a:cubicBezTo>
                  <a:pt x="0" y="233430"/>
                  <a:pt x="233430" y="0"/>
                  <a:pt x="521381" y="0"/>
                </a:cubicBezTo>
                <a:cubicBezTo>
                  <a:pt x="809332" y="0"/>
                  <a:pt x="1042762" y="233430"/>
                  <a:pt x="1042762" y="521381"/>
                </a:cubicBezTo>
                <a:close/>
              </a:path>
            </a:pathLst>
          </a:custGeom>
          <a:solidFill>
            <a:schemeClr val="accent3"/>
          </a:solidFill>
          <a:ln w="7211" cap="flat">
            <a:noFill/>
            <a:prstDash val="solid"/>
            <a:miter/>
          </a:ln>
          <a:effectLst>
            <a:outerShdw blurRad="215900" dist="50800" dir="5400000" algn="ctr" rotWithShape="0">
              <a:schemeClr val="accent6">
                <a:lumMod val="50000"/>
                <a:alpha val="37000"/>
              </a:schemeClr>
            </a:outerShdw>
          </a:effectLst>
        </p:spPr>
        <p:txBody>
          <a:bodyPr rtlCol="0" anchor="ctr"/>
          <a:lstStyle/>
          <a:p>
            <a:pPr defTabSz="1219170"/>
            <a:endParaRPr lang="pt-BR" sz="2400">
              <a:solidFill>
                <a:srgbClr val="000000"/>
              </a:solidFill>
              <a:latin typeface="Calibri"/>
            </a:endParaRPr>
          </a:p>
        </p:txBody>
      </p:sp>
      <p:sp>
        <p:nvSpPr>
          <p:cNvPr id="17" name="TextBox 16">
            <a:extLst>
              <a:ext uri="{FF2B5EF4-FFF2-40B4-BE49-F238E27FC236}">
                <a16:creationId xmlns:a16="http://schemas.microsoft.com/office/drawing/2014/main" id="{5CB493EF-D9D0-D44E-8E43-9D88EC78209F}"/>
              </a:ext>
            </a:extLst>
          </p:cNvPr>
          <p:cNvSpPr txBox="1"/>
          <p:nvPr/>
        </p:nvSpPr>
        <p:spPr>
          <a:xfrm>
            <a:off x="691757" y="4558884"/>
            <a:ext cx="2361961" cy="1111419"/>
          </a:xfrm>
          <a:prstGeom prst="rect">
            <a:avLst/>
          </a:prstGeom>
          <a:noFill/>
        </p:spPr>
        <p:txBody>
          <a:bodyPr wrap="square" lIns="0" tIns="0" rIns="0" bIns="0" rtlCol="0">
            <a:noAutofit/>
          </a:bodyPr>
          <a:lstStyle/>
          <a:p>
            <a:pPr algn="ctr" defTabSz="1219170"/>
            <a:r>
              <a:rPr lang="en-US" sz="1600">
                <a:solidFill>
                  <a:srgbClr val="000000">
                    <a:lumMod val="75000"/>
                    <a:lumOff val="25000"/>
                  </a:srgbClr>
                </a:solidFill>
                <a:latin typeface="Segoe UI" panose="020B0502040204020203" pitchFamily="34" charset="0"/>
                <a:cs typeface="Segoe UI" panose="020B0502040204020203" pitchFamily="34" charset="0"/>
              </a:rPr>
              <a:t>You can place your text here. Click here to edit this text.</a:t>
            </a:r>
          </a:p>
        </p:txBody>
      </p:sp>
      <p:sp>
        <p:nvSpPr>
          <p:cNvPr id="23" name="TextBox 22">
            <a:extLst>
              <a:ext uri="{FF2B5EF4-FFF2-40B4-BE49-F238E27FC236}">
                <a16:creationId xmlns:a16="http://schemas.microsoft.com/office/drawing/2014/main" id="{CDFA82F5-C402-C945-99D6-69E929C957A5}"/>
              </a:ext>
            </a:extLst>
          </p:cNvPr>
          <p:cNvSpPr txBox="1"/>
          <p:nvPr/>
        </p:nvSpPr>
        <p:spPr>
          <a:xfrm>
            <a:off x="3512566" y="4615799"/>
            <a:ext cx="2361961" cy="1272383"/>
          </a:xfrm>
          <a:prstGeom prst="rect">
            <a:avLst/>
          </a:prstGeom>
          <a:noFill/>
        </p:spPr>
        <p:txBody>
          <a:bodyPr wrap="square" lIns="0" tIns="0" rIns="0" bIns="0" rtlCol="0">
            <a:noAutofit/>
          </a:bodyPr>
          <a:lstStyle/>
          <a:p>
            <a:pPr algn="ctr" defTabSz="1219170"/>
            <a:r>
              <a:rPr lang="en-US" sz="1600">
                <a:solidFill>
                  <a:srgbClr val="000000">
                    <a:lumMod val="75000"/>
                    <a:lumOff val="25000"/>
                  </a:srgbClr>
                </a:solidFill>
                <a:latin typeface="Segoe UI" panose="020B0502040204020203" pitchFamily="34" charset="0"/>
                <a:cs typeface="Segoe UI" panose="020B0502040204020203" pitchFamily="34" charset="0"/>
              </a:rPr>
              <a:t>You can place your text here. Click here to edit this text.</a:t>
            </a:r>
          </a:p>
        </p:txBody>
      </p:sp>
      <p:sp>
        <p:nvSpPr>
          <p:cNvPr id="24" name="TextBox 23">
            <a:extLst>
              <a:ext uri="{FF2B5EF4-FFF2-40B4-BE49-F238E27FC236}">
                <a16:creationId xmlns:a16="http://schemas.microsoft.com/office/drawing/2014/main" id="{800C78E6-B19A-9B42-99DC-65E5B7D61D5B}"/>
              </a:ext>
            </a:extLst>
          </p:cNvPr>
          <p:cNvSpPr txBox="1"/>
          <p:nvPr/>
        </p:nvSpPr>
        <p:spPr>
          <a:xfrm>
            <a:off x="6318933" y="4615799"/>
            <a:ext cx="2361961" cy="1272383"/>
          </a:xfrm>
          <a:prstGeom prst="rect">
            <a:avLst/>
          </a:prstGeom>
          <a:noFill/>
        </p:spPr>
        <p:txBody>
          <a:bodyPr wrap="square" lIns="0" tIns="0" rIns="0" bIns="0" rtlCol="0">
            <a:noAutofit/>
          </a:bodyPr>
          <a:lstStyle/>
          <a:p>
            <a:pPr algn="ctr" defTabSz="1219170"/>
            <a:r>
              <a:rPr lang="en-US" sz="1600">
                <a:solidFill>
                  <a:srgbClr val="000000">
                    <a:lumMod val="75000"/>
                    <a:lumOff val="25000"/>
                  </a:srgbClr>
                </a:solidFill>
                <a:latin typeface="Segoe UI" panose="020B0502040204020203" pitchFamily="34" charset="0"/>
                <a:cs typeface="Segoe UI" panose="020B0502040204020203" pitchFamily="34" charset="0"/>
              </a:rPr>
              <a:t>You can place your text here. Click here to edit this text.</a:t>
            </a:r>
          </a:p>
        </p:txBody>
      </p:sp>
      <p:sp>
        <p:nvSpPr>
          <p:cNvPr id="26" name="TextBox 25">
            <a:extLst>
              <a:ext uri="{FF2B5EF4-FFF2-40B4-BE49-F238E27FC236}">
                <a16:creationId xmlns:a16="http://schemas.microsoft.com/office/drawing/2014/main" id="{5889702B-76C0-D64C-AE79-FDEEFA31219A}"/>
              </a:ext>
            </a:extLst>
          </p:cNvPr>
          <p:cNvSpPr txBox="1"/>
          <p:nvPr/>
        </p:nvSpPr>
        <p:spPr>
          <a:xfrm>
            <a:off x="9140992" y="4646719"/>
            <a:ext cx="2361961" cy="1272383"/>
          </a:xfrm>
          <a:prstGeom prst="rect">
            <a:avLst/>
          </a:prstGeom>
          <a:noFill/>
        </p:spPr>
        <p:txBody>
          <a:bodyPr wrap="square" lIns="0" tIns="0" rIns="0" bIns="0" rtlCol="0">
            <a:noAutofit/>
          </a:bodyPr>
          <a:lstStyle/>
          <a:p>
            <a:pPr algn="ctr" defTabSz="1219170"/>
            <a:r>
              <a:rPr lang="en-US" sz="1600">
                <a:solidFill>
                  <a:srgbClr val="000000">
                    <a:lumMod val="75000"/>
                    <a:lumOff val="25000"/>
                  </a:srgbClr>
                </a:solidFill>
                <a:latin typeface="Segoe UI" panose="020B0502040204020203" pitchFamily="34" charset="0"/>
                <a:cs typeface="Segoe UI" panose="020B0502040204020203" pitchFamily="34" charset="0"/>
              </a:rPr>
              <a:t>You can place your text here. Click here to edit this text.</a:t>
            </a:r>
          </a:p>
        </p:txBody>
      </p:sp>
      <p:pic>
        <p:nvPicPr>
          <p:cNvPr id="32" name="Graphic 31" descr="Coins with solid fill">
            <a:extLst>
              <a:ext uri="{FF2B5EF4-FFF2-40B4-BE49-F238E27FC236}">
                <a16:creationId xmlns:a16="http://schemas.microsoft.com/office/drawing/2014/main" id="{D7ACB279-534C-D94A-9222-4886993CB65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20801" y="2926081"/>
            <a:ext cx="1066340" cy="1066340"/>
          </a:xfrm>
          <a:prstGeom prst="rect">
            <a:avLst/>
          </a:prstGeom>
        </p:spPr>
      </p:pic>
      <p:pic>
        <p:nvPicPr>
          <p:cNvPr id="33" name="Graphic 32" descr="Stars with solid fill">
            <a:extLst>
              <a:ext uri="{FF2B5EF4-FFF2-40B4-BE49-F238E27FC236}">
                <a16:creationId xmlns:a16="http://schemas.microsoft.com/office/drawing/2014/main" id="{E549FB27-8866-9744-BA6C-41737487D33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145296" y="2942715"/>
            <a:ext cx="1068032" cy="1068032"/>
          </a:xfrm>
          <a:prstGeom prst="rect">
            <a:avLst/>
          </a:prstGeom>
        </p:spPr>
      </p:pic>
      <p:pic>
        <p:nvPicPr>
          <p:cNvPr id="34" name="Graphic 33" descr="Connections with solid fill">
            <a:extLst>
              <a:ext uri="{FF2B5EF4-FFF2-40B4-BE49-F238E27FC236}">
                <a16:creationId xmlns:a16="http://schemas.microsoft.com/office/drawing/2014/main" id="{4F878B60-CCF9-6142-AC25-778820223E7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53600" y="2917931"/>
            <a:ext cx="1117600" cy="1117600"/>
          </a:xfrm>
          <a:prstGeom prst="rect">
            <a:avLst/>
          </a:prstGeom>
        </p:spPr>
      </p:pic>
      <p:grpSp>
        <p:nvGrpSpPr>
          <p:cNvPr id="35" name="Group 34">
            <a:extLst>
              <a:ext uri="{FF2B5EF4-FFF2-40B4-BE49-F238E27FC236}">
                <a16:creationId xmlns:a16="http://schemas.microsoft.com/office/drawing/2014/main" id="{689B1E23-4352-5F42-AE03-08CEDB95F5BB}"/>
              </a:ext>
            </a:extLst>
          </p:cNvPr>
          <p:cNvGrpSpPr/>
          <p:nvPr/>
        </p:nvGrpSpPr>
        <p:grpSpPr>
          <a:xfrm>
            <a:off x="7100718" y="3158846"/>
            <a:ext cx="798388" cy="663204"/>
            <a:chOff x="3722688" y="1617663"/>
            <a:chExt cx="1096963" cy="911225"/>
          </a:xfrm>
          <a:solidFill>
            <a:schemeClr val="bg1"/>
          </a:solidFill>
        </p:grpSpPr>
        <p:sp>
          <p:nvSpPr>
            <p:cNvPr id="36" name="Freeform 9">
              <a:extLst>
                <a:ext uri="{FF2B5EF4-FFF2-40B4-BE49-F238E27FC236}">
                  <a16:creationId xmlns:a16="http://schemas.microsoft.com/office/drawing/2014/main" id="{927092D6-604F-0846-B270-DBDBED770A79}"/>
                </a:ext>
              </a:extLst>
            </p:cNvPr>
            <p:cNvSpPr>
              <a:spLocks noEditPoints="1"/>
            </p:cNvSpPr>
            <p:nvPr/>
          </p:nvSpPr>
          <p:spPr bwMode="auto">
            <a:xfrm>
              <a:off x="4073526" y="1968500"/>
              <a:ext cx="642938" cy="457200"/>
            </a:xfrm>
            <a:custGeom>
              <a:avLst/>
              <a:gdLst>
                <a:gd name="T0" fmla="*/ 103 w 405"/>
                <a:gd name="T1" fmla="*/ 151 h 288"/>
                <a:gd name="T2" fmla="*/ 74 w 405"/>
                <a:gd name="T3" fmla="*/ 154 h 288"/>
                <a:gd name="T4" fmla="*/ 45 w 405"/>
                <a:gd name="T5" fmla="*/ 160 h 288"/>
                <a:gd name="T6" fmla="*/ 13 w 405"/>
                <a:gd name="T7" fmla="*/ 170 h 288"/>
                <a:gd name="T8" fmla="*/ 13 w 405"/>
                <a:gd name="T9" fmla="*/ 274 h 288"/>
                <a:gd name="T10" fmla="*/ 391 w 405"/>
                <a:gd name="T11" fmla="*/ 274 h 288"/>
                <a:gd name="T12" fmla="*/ 391 w 405"/>
                <a:gd name="T13" fmla="*/ 226 h 288"/>
                <a:gd name="T14" fmla="*/ 376 w 405"/>
                <a:gd name="T15" fmla="*/ 230 h 288"/>
                <a:gd name="T16" fmla="*/ 359 w 405"/>
                <a:gd name="T17" fmla="*/ 231 h 288"/>
                <a:gd name="T18" fmla="*/ 331 w 405"/>
                <a:gd name="T19" fmla="*/ 228 h 288"/>
                <a:gd name="T20" fmla="*/ 300 w 405"/>
                <a:gd name="T21" fmla="*/ 220 h 288"/>
                <a:gd name="T22" fmla="*/ 265 w 405"/>
                <a:gd name="T23" fmla="*/ 208 h 288"/>
                <a:gd name="T24" fmla="*/ 228 w 405"/>
                <a:gd name="T25" fmla="*/ 190 h 288"/>
                <a:gd name="T26" fmla="*/ 194 w 405"/>
                <a:gd name="T27" fmla="*/ 173 h 288"/>
                <a:gd name="T28" fmla="*/ 163 w 405"/>
                <a:gd name="T29" fmla="*/ 160 h 288"/>
                <a:gd name="T30" fmla="*/ 133 w 405"/>
                <a:gd name="T31" fmla="*/ 154 h 288"/>
                <a:gd name="T32" fmla="*/ 103 w 405"/>
                <a:gd name="T33" fmla="*/ 151 h 288"/>
                <a:gd name="T34" fmla="*/ 13 w 405"/>
                <a:gd name="T35" fmla="*/ 13 h 288"/>
                <a:gd name="T36" fmla="*/ 13 w 405"/>
                <a:gd name="T37" fmla="*/ 156 h 288"/>
                <a:gd name="T38" fmla="*/ 45 w 405"/>
                <a:gd name="T39" fmla="*/ 146 h 288"/>
                <a:gd name="T40" fmla="*/ 74 w 405"/>
                <a:gd name="T41" fmla="*/ 140 h 288"/>
                <a:gd name="T42" fmla="*/ 103 w 405"/>
                <a:gd name="T43" fmla="*/ 139 h 288"/>
                <a:gd name="T44" fmla="*/ 103 w 405"/>
                <a:gd name="T45" fmla="*/ 139 h 288"/>
                <a:gd name="T46" fmla="*/ 134 w 405"/>
                <a:gd name="T47" fmla="*/ 140 h 288"/>
                <a:gd name="T48" fmla="*/ 167 w 405"/>
                <a:gd name="T49" fmla="*/ 148 h 288"/>
                <a:gd name="T50" fmla="*/ 199 w 405"/>
                <a:gd name="T51" fmla="*/ 160 h 288"/>
                <a:gd name="T52" fmla="*/ 234 w 405"/>
                <a:gd name="T53" fmla="*/ 177 h 288"/>
                <a:gd name="T54" fmla="*/ 270 w 405"/>
                <a:gd name="T55" fmla="*/ 196 h 288"/>
                <a:gd name="T56" fmla="*/ 302 w 405"/>
                <a:gd name="T57" fmla="*/ 208 h 288"/>
                <a:gd name="T58" fmla="*/ 333 w 405"/>
                <a:gd name="T59" fmla="*/ 216 h 288"/>
                <a:gd name="T60" fmla="*/ 359 w 405"/>
                <a:gd name="T61" fmla="*/ 217 h 288"/>
                <a:gd name="T62" fmla="*/ 376 w 405"/>
                <a:gd name="T63" fmla="*/ 217 h 288"/>
                <a:gd name="T64" fmla="*/ 391 w 405"/>
                <a:gd name="T65" fmla="*/ 213 h 288"/>
                <a:gd name="T66" fmla="*/ 391 w 405"/>
                <a:gd name="T67" fmla="*/ 13 h 288"/>
                <a:gd name="T68" fmla="*/ 13 w 405"/>
                <a:gd name="T69" fmla="*/ 13 h 288"/>
                <a:gd name="T70" fmla="*/ 0 w 405"/>
                <a:gd name="T71" fmla="*/ 0 h 288"/>
                <a:gd name="T72" fmla="*/ 405 w 405"/>
                <a:gd name="T73" fmla="*/ 0 h 288"/>
                <a:gd name="T74" fmla="*/ 405 w 405"/>
                <a:gd name="T75" fmla="*/ 288 h 288"/>
                <a:gd name="T76" fmla="*/ 0 w 405"/>
                <a:gd name="T77" fmla="*/ 288 h 288"/>
                <a:gd name="T78" fmla="*/ 0 w 405"/>
                <a:gd name="T79"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5" h="288">
                  <a:moveTo>
                    <a:pt x="103" y="151"/>
                  </a:moveTo>
                  <a:lnTo>
                    <a:pt x="74" y="154"/>
                  </a:lnTo>
                  <a:lnTo>
                    <a:pt x="45" y="160"/>
                  </a:lnTo>
                  <a:lnTo>
                    <a:pt x="13" y="170"/>
                  </a:lnTo>
                  <a:lnTo>
                    <a:pt x="13" y="274"/>
                  </a:lnTo>
                  <a:lnTo>
                    <a:pt x="391" y="274"/>
                  </a:lnTo>
                  <a:lnTo>
                    <a:pt x="391" y="226"/>
                  </a:lnTo>
                  <a:lnTo>
                    <a:pt x="376" y="230"/>
                  </a:lnTo>
                  <a:lnTo>
                    <a:pt x="359" y="231"/>
                  </a:lnTo>
                  <a:lnTo>
                    <a:pt x="331" y="228"/>
                  </a:lnTo>
                  <a:lnTo>
                    <a:pt x="300" y="220"/>
                  </a:lnTo>
                  <a:lnTo>
                    <a:pt x="265" y="208"/>
                  </a:lnTo>
                  <a:lnTo>
                    <a:pt x="228" y="190"/>
                  </a:lnTo>
                  <a:lnTo>
                    <a:pt x="194" y="173"/>
                  </a:lnTo>
                  <a:lnTo>
                    <a:pt x="163" y="160"/>
                  </a:lnTo>
                  <a:lnTo>
                    <a:pt x="133" y="154"/>
                  </a:lnTo>
                  <a:lnTo>
                    <a:pt x="103" y="151"/>
                  </a:lnTo>
                  <a:close/>
                  <a:moveTo>
                    <a:pt x="13" y="13"/>
                  </a:moveTo>
                  <a:lnTo>
                    <a:pt x="13" y="156"/>
                  </a:lnTo>
                  <a:lnTo>
                    <a:pt x="45" y="146"/>
                  </a:lnTo>
                  <a:lnTo>
                    <a:pt x="74" y="140"/>
                  </a:lnTo>
                  <a:lnTo>
                    <a:pt x="103" y="139"/>
                  </a:lnTo>
                  <a:lnTo>
                    <a:pt x="103" y="139"/>
                  </a:lnTo>
                  <a:lnTo>
                    <a:pt x="134" y="140"/>
                  </a:lnTo>
                  <a:lnTo>
                    <a:pt x="167" y="148"/>
                  </a:lnTo>
                  <a:lnTo>
                    <a:pt x="199" y="160"/>
                  </a:lnTo>
                  <a:lnTo>
                    <a:pt x="234" y="177"/>
                  </a:lnTo>
                  <a:lnTo>
                    <a:pt x="270" y="196"/>
                  </a:lnTo>
                  <a:lnTo>
                    <a:pt x="302" y="208"/>
                  </a:lnTo>
                  <a:lnTo>
                    <a:pt x="333" y="216"/>
                  </a:lnTo>
                  <a:lnTo>
                    <a:pt x="359" y="217"/>
                  </a:lnTo>
                  <a:lnTo>
                    <a:pt x="376" y="217"/>
                  </a:lnTo>
                  <a:lnTo>
                    <a:pt x="391" y="213"/>
                  </a:lnTo>
                  <a:lnTo>
                    <a:pt x="391" y="13"/>
                  </a:lnTo>
                  <a:lnTo>
                    <a:pt x="13" y="13"/>
                  </a:lnTo>
                  <a:close/>
                  <a:moveTo>
                    <a:pt x="0" y="0"/>
                  </a:moveTo>
                  <a:lnTo>
                    <a:pt x="405" y="0"/>
                  </a:lnTo>
                  <a:lnTo>
                    <a:pt x="405" y="288"/>
                  </a:lnTo>
                  <a:lnTo>
                    <a:pt x="0" y="288"/>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defTabSz="1219170"/>
              <a:endParaRPr lang="en-US" sz="2400">
                <a:solidFill>
                  <a:srgbClr val="000000"/>
                </a:solidFill>
                <a:latin typeface="Calibri"/>
              </a:endParaRPr>
            </a:p>
          </p:txBody>
        </p:sp>
        <p:sp>
          <p:nvSpPr>
            <p:cNvPr id="37" name="Freeform 10">
              <a:extLst>
                <a:ext uri="{FF2B5EF4-FFF2-40B4-BE49-F238E27FC236}">
                  <a16:creationId xmlns:a16="http://schemas.microsoft.com/office/drawing/2014/main" id="{69F2030F-BD21-B54C-B4F5-AD3DB613FDA1}"/>
                </a:ext>
              </a:extLst>
            </p:cNvPr>
            <p:cNvSpPr>
              <a:spLocks noEditPoints="1"/>
            </p:cNvSpPr>
            <p:nvPr/>
          </p:nvSpPr>
          <p:spPr bwMode="auto">
            <a:xfrm>
              <a:off x="4486276" y="2030413"/>
              <a:ext cx="166688" cy="165100"/>
            </a:xfrm>
            <a:custGeom>
              <a:avLst/>
              <a:gdLst>
                <a:gd name="T0" fmla="*/ 53 w 105"/>
                <a:gd name="T1" fmla="*/ 14 h 104"/>
                <a:gd name="T2" fmla="*/ 39 w 105"/>
                <a:gd name="T3" fmla="*/ 17 h 104"/>
                <a:gd name="T4" fmla="*/ 25 w 105"/>
                <a:gd name="T5" fmla="*/ 24 h 104"/>
                <a:gd name="T6" fmla="*/ 17 w 105"/>
                <a:gd name="T7" fmla="*/ 37 h 104"/>
                <a:gd name="T8" fmla="*/ 14 w 105"/>
                <a:gd name="T9" fmla="*/ 52 h 104"/>
                <a:gd name="T10" fmla="*/ 17 w 105"/>
                <a:gd name="T11" fmla="*/ 67 h 104"/>
                <a:gd name="T12" fmla="*/ 25 w 105"/>
                <a:gd name="T13" fmla="*/ 80 h 104"/>
                <a:gd name="T14" fmla="*/ 39 w 105"/>
                <a:gd name="T15" fmla="*/ 89 h 104"/>
                <a:gd name="T16" fmla="*/ 53 w 105"/>
                <a:gd name="T17" fmla="*/ 92 h 104"/>
                <a:gd name="T18" fmla="*/ 68 w 105"/>
                <a:gd name="T19" fmla="*/ 89 h 104"/>
                <a:gd name="T20" fmla="*/ 80 w 105"/>
                <a:gd name="T21" fmla="*/ 80 h 104"/>
                <a:gd name="T22" fmla="*/ 90 w 105"/>
                <a:gd name="T23" fmla="*/ 67 h 104"/>
                <a:gd name="T24" fmla="*/ 93 w 105"/>
                <a:gd name="T25" fmla="*/ 52 h 104"/>
                <a:gd name="T26" fmla="*/ 90 w 105"/>
                <a:gd name="T27" fmla="*/ 37 h 104"/>
                <a:gd name="T28" fmla="*/ 80 w 105"/>
                <a:gd name="T29" fmla="*/ 24 h 104"/>
                <a:gd name="T30" fmla="*/ 68 w 105"/>
                <a:gd name="T31" fmla="*/ 17 h 104"/>
                <a:gd name="T32" fmla="*/ 53 w 105"/>
                <a:gd name="T33" fmla="*/ 14 h 104"/>
                <a:gd name="T34" fmla="*/ 53 w 105"/>
                <a:gd name="T35" fmla="*/ 0 h 104"/>
                <a:gd name="T36" fmla="*/ 74 w 105"/>
                <a:gd name="T37" fmla="*/ 4 h 104"/>
                <a:gd name="T38" fmla="*/ 90 w 105"/>
                <a:gd name="T39" fmla="*/ 15 h 104"/>
                <a:gd name="T40" fmla="*/ 102 w 105"/>
                <a:gd name="T41" fmla="*/ 32 h 104"/>
                <a:gd name="T42" fmla="*/ 105 w 105"/>
                <a:gd name="T43" fmla="*/ 52 h 104"/>
                <a:gd name="T44" fmla="*/ 102 w 105"/>
                <a:gd name="T45" fmla="*/ 74 h 104"/>
                <a:gd name="T46" fmla="*/ 90 w 105"/>
                <a:gd name="T47" fmla="*/ 89 h 104"/>
                <a:gd name="T48" fmla="*/ 74 w 105"/>
                <a:gd name="T49" fmla="*/ 101 h 104"/>
                <a:gd name="T50" fmla="*/ 53 w 105"/>
                <a:gd name="T51" fmla="*/ 104 h 104"/>
                <a:gd name="T52" fmla="*/ 33 w 105"/>
                <a:gd name="T53" fmla="*/ 101 h 104"/>
                <a:gd name="T54" fmla="*/ 16 w 105"/>
                <a:gd name="T55" fmla="*/ 89 h 104"/>
                <a:gd name="T56" fmla="*/ 5 w 105"/>
                <a:gd name="T57" fmla="*/ 74 h 104"/>
                <a:gd name="T58" fmla="*/ 0 w 105"/>
                <a:gd name="T59" fmla="*/ 52 h 104"/>
                <a:gd name="T60" fmla="*/ 5 w 105"/>
                <a:gd name="T61" fmla="*/ 32 h 104"/>
                <a:gd name="T62" fmla="*/ 16 w 105"/>
                <a:gd name="T63" fmla="*/ 15 h 104"/>
                <a:gd name="T64" fmla="*/ 33 w 105"/>
                <a:gd name="T65" fmla="*/ 4 h 104"/>
                <a:gd name="T66" fmla="*/ 53 w 105"/>
                <a:gd name="T6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 h="104">
                  <a:moveTo>
                    <a:pt x="53" y="14"/>
                  </a:moveTo>
                  <a:lnTo>
                    <a:pt x="39" y="17"/>
                  </a:lnTo>
                  <a:lnTo>
                    <a:pt x="25" y="24"/>
                  </a:lnTo>
                  <a:lnTo>
                    <a:pt x="17" y="37"/>
                  </a:lnTo>
                  <a:lnTo>
                    <a:pt x="14" y="52"/>
                  </a:lnTo>
                  <a:lnTo>
                    <a:pt x="17" y="67"/>
                  </a:lnTo>
                  <a:lnTo>
                    <a:pt x="25" y="80"/>
                  </a:lnTo>
                  <a:lnTo>
                    <a:pt x="39" y="89"/>
                  </a:lnTo>
                  <a:lnTo>
                    <a:pt x="53" y="92"/>
                  </a:lnTo>
                  <a:lnTo>
                    <a:pt x="68" y="89"/>
                  </a:lnTo>
                  <a:lnTo>
                    <a:pt x="80" y="80"/>
                  </a:lnTo>
                  <a:lnTo>
                    <a:pt x="90" y="67"/>
                  </a:lnTo>
                  <a:lnTo>
                    <a:pt x="93" y="52"/>
                  </a:lnTo>
                  <a:lnTo>
                    <a:pt x="90" y="37"/>
                  </a:lnTo>
                  <a:lnTo>
                    <a:pt x="80" y="24"/>
                  </a:lnTo>
                  <a:lnTo>
                    <a:pt x="68" y="17"/>
                  </a:lnTo>
                  <a:lnTo>
                    <a:pt x="53" y="14"/>
                  </a:lnTo>
                  <a:close/>
                  <a:moveTo>
                    <a:pt x="53" y="0"/>
                  </a:moveTo>
                  <a:lnTo>
                    <a:pt x="74" y="4"/>
                  </a:lnTo>
                  <a:lnTo>
                    <a:pt x="90" y="15"/>
                  </a:lnTo>
                  <a:lnTo>
                    <a:pt x="102" y="32"/>
                  </a:lnTo>
                  <a:lnTo>
                    <a:pt x="105" y="52"/>
                  </a:lnTo>
                  <a:lnTo>
                    <a:pt x="102" y="74"/>
                  </a:lnTo>
                  <a:lnTo>
                    <a:pt x="90" y="89"/>
                  </a:lnTo>
                  <a:lnTo>
                    <a:pt x="74" y="101"/>
                  </a:lnTo>
                  <a:lnTo>
                    <a:pt x="53" y="104"/>
                  </a:lnTo>
                  <a:lnTo>
                    <a:pt x="33" y="101"/>
                  </a:lnTo>
                  <a:lnTo>
                    <a:pt x="16" y="89"/>
                  </a:lnTo>
                  <a:lnTo>
                    <a:pt x="5" y="74"/>
                  </a:lnTo>
                  <a:lnTo>
                    <a:pt x="0" y="52"/>
                  </a:lnTo>
                  <a:lnTo>
                    <a:pt x="5" y="32"/>
                  </a:lnTo>
                  <a:lnTo>
                    <a:pt x="16" y="15"/>
                  </a:lnTo>
                  <a:lnTo>
                    <a:pt x="33" y="4"/>
                  </a:lnTo>
                  <a:lnTo>
                    <a:pt x="53"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defTabSz="1219170"/>
              <a:endParaRPr lang="en-US" sz="2400">
                <a:solidFill>
                  <a:srgbClr val="000000"/>
                </a:solidFill>
                <a:latin typeface="Calibri"/>
              </a:endParaRPr>
            </a:p>
          </p:txBody>
        </p:sp>
        <p:sp>
          <p:nvSpPr>
            <p:cNvPr id="38" name="Freeform 11">
              <a:extLst>
                <a:ext uri="{FF2B5EF4-FFF2-40B4-BE49-F238E27FC236}">
                  <a16:creationId xmlns:a16="http://schemas.microsoft.com/office/drawing/2014/main" id="{038BEAF0-54CC-2044-9143-398A7EE3A6CE}"/>
                </a:ext>
              </a:extLst>
            </p:cNvPr>
            <p:cNvSpPr>
              <a:spLocks noEditPoints="1"/>
            </p:cNvSpPr>
            <p:nvPr/>
          </p:nvSpPr>
          <p:spPr bwMode="auto">
            <a:xfrm>
              <a:off x="3722688" y="1617663"/>
              <a:ext cx="1096963" cy="911225"/>
            </a:xfrm>
            <a:custGeom>
              <a:avLst/>
              <a:gdLst>
                <a:gd name="T0" fmla="*/ 181 w 691"/>
                <a:gd name="T1" fmla="*/ 183 h 574"/>
                <a:gd name="T2" fmla="*/ 181 w 691"/>
                <a:gd name="T3" fmla="*/ 548 h 574"/>
                <a:gd name="T4" fmla="*/ 665 w 691"/>
                <a:gd name="T5" fmla="*/ 548 h 574"/>
                <a:gd name="T6" fmla="*/ 665 w 691"/>
                <a:gd name="T7" fmla="*/ 183 h 574"/>
                <a:gd name="T8" fmla="*/ 181 w 691"/>
                <a:gd name="T9" fmla="*/ 183 h 574"/>
                <a:gd name="T10" fmla="*/ 26 w 691"/>
                <a:gd name="T11" fmla="*/ 26 h 574"/>
                <a:gd name="T12" fmla="*/ 26 w 691"/>
                <a:gd name="T13" fmla="*/ 391 h 574"/>
                <a:gd name="T14" fmla="*/ 155 w 691"/>
                <a:gd name="T15" fmla="*/ 391 h 574"/>
                <a:gd name="T16" fmla="*/ 155 w 691"/>
                <a:gd name="T17" fmla="*/ 183 h 574"/>
                <a:gd name="T18" fmla="*/ 160 w 691"/>
                <a:gd name="T19" fmla="*/ 169 h 574"/>
                <a:gd name="T20" fmla="*/ 169 w 691"/>
                <a:gd name="T21" fmla="*/ 160 h 574"/>
                <a:gd name="T22" fmla="*/ 181 w 691"/>
                <a:gd name="T23" fmla="*/ 157 h 574"/>
                <a:gd name="T24" fmla="*/ 508 w 691"/>
                <a:gd name="T25" fmla="*/ 157 h 574"/>
                <a:gd name="T26" fmla="*/ 508 w 691"/>
                <a:gd name="T27" fmla="*/ 26 h 574"/>
                <a:gd name="T28" fmla="*/ 26 w 691"/>
                <a:gd name="T29" fmla="*/ 26 h 574"/>
                <a:gd name="T30" fmla="*/ 26 w 691"/>
                <a:gd name="T31" fmla="*/ 0 h 574"/>
                <a:gd name="T32" fmla="*/ 508 w 691"/>
                <a:gd name="T33" fmla="*/ 0 h 574"/>
                <a:gd name="T34" fmla="*/ 521 w 691"/>
                <a:gd name="T35" fmla="*/ 3 h 574"/>
                <a:gd name="T36" fmla="*/ 531 w 691"/>
                <a:gd name="T37" fmla="*/ 12 h 574"/>
                <a:gd name="T38" fmla="*/ 534 w 691"/>
                <a:gd name="T39" fmla="*/ 26 h 574"/>
                <a:gd name="T40" fmla="*/ 534 w 691"/>
                <a:gd name="T41" fmla="*/ 157 h 574"/>
                <a:gd name="T42" fmla="*/ 665 w 691"/>
                <a:gd name="T43" fmla="*/ 157 h 574"/>
                <a:gd name="T44" fmla="*/ 678 w 691"/>
                <a:gd name="T45" fmla="*/ 160 h 574"/>
                <a:gd name="T46" fmla="*/ 688 w 691"/>
                <a:gd name="T47" fmla="*/ 169 h 574"/>
                <a:gd name="T48" fmla="*/ 691 w 691"/>
                <a:gd name="T49" fmla="*/ 183 h 574"/>
                <a:gd name="T50" fmla="*/ 691 w 691"/>
                <a:gd name="T51" fmla="*/ 548 h 574"/>
                <a:gd name="T52" fmla="*/ 688 w 691"/>
                <a:gd name="T53" fmla="*/ 561 h 574"/>
                <a:gd name="T54" fmla="*/ 678 w 691"/>
                <a:gd name="T55" fmla="*/ 571 h 574"/>
                <a:gd name="T56" fmla="*/ 665 w 691"/>
                <a:gd name="T57" fmla="*/ 574 h 574"/>
                <a:gd name="T58" fmla="*/ 181 w 691"/>
                <a:gd name="T59" fmla="*/ 574 h 574"/>
                <a:gd name="T60" fmla="*/ 169 w 691"/>
                <a:gd name="T61" fmla="*/ 571 h 574"/>
                <a:gd name="T62" fmla="*/ 160 w 691"/>
                <a:gd name="T63" fmla="*/ 561 h 574"/>
                <a:gd name="T64" fmla="*/ 155 w 691"/>
                <a:gd name="T65" fmla="*/ 548 h 574"/>
                <a:gd name="T66" fmla="*/ 155 w 691"/>
                <a:gd name="T67" fmla="*/ 417 h 574"/>
                <a:gd name="T68" fmla="*/ 26 w 691"/>
                <a:gd name="T69" fmla="*/ 417 h 574"/>
                <a:gd name="T70" fmla="*/ 12 w 691"/>
                <a:gd name="T71" fmla="*/ 414 h 574"/>
                <a:gd name="T72" fmla="*/ 3 w 691"/>
                <a:gd name="T73" fmla="*/ 404 h 574"/>
                <a:gd name="T74" fmla="*/ 0 w 691"/>
                <a:gd name="T75" fmla="*/ 391 h 574"/>
                <a:gd name="T76" fmla="*/ 0 w 691"/>
                <a:gd name="T77" fmla="*/ 26 h 574"/>
                <a:gd name="T78" fmla="*/ 3 w 691"/>
                <a:gd name="T79" fmla="*/ 12 h 574"/>
                <a:gd name="T80" fmla="*/ 12 w 691"/>
                <a:gd name="T81" fmla="*/ 3 h 574"/>
                <a:gd name="T82" fmla="*/ 26 w 691"/>
                <a:gd name="T83"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91" h="574">
                  <a:moveTo>
                    <a:pt x="181" y="183"/>
                  </a:moveTo>
                  <a:lnTo>
                    <a:pt x="181" y="548"/>
                  </a:lnTo>
                  <a:lnTo>
                    <a:pt x="665" y="548"/>
                  </a:lnTo>
                  <a:lnTo>
                    <a:pt x="665" y="183"/>
                  </a:lnTo>
                  <a:lnTo>
                    <a:pt x="181" y="183"/>
                  </a:lnTo>
                  <a:close/>
                  <a:moveTo>
                    <a:pt x="26" y="26"/>
                  </a:moveTo>
                  <a:lnTo>
                    <a:pt x="26" y="391"/>
                  </a:lnTo>
                  <a:lnTo>
                    <a:pt x="155" y="391"/>
                  </a:lnTo>
                  <a:lnTo>
                    <a:pt x="155" y="183"/>
                  </a:lnTo>
                  <a:lnTo>
                    <a:pt x="160" y="169"/>
                  </a:lnTo>
                  <a:lnTo>
                    <a:pt x="169" y="160"/>
                  </a:lnTo>
                  <a:lnTo>
                    <a:pt x="181" y="157"/>
                  </a:lnTo>
                  <a:lnTo>
                    <a:pt x="508" y="157"/>
                  </a:lnTo>
                  <a:lnTo>
                    <a:pt x="508" y="26"/>
                  </a:lnTo>
                  <a:lnTo>
                    <a:pt x="26" y="26"/>
                  </a:lnTo>
                  <a:close/>
                  <a:moveTo>
                    <a:pt x="26" y="0"/>
                  </a:moveTo>
                  <a:lnTo>
                    <a:pt x="508" y="0"/>
                  </a:lnTo>
                  <a:lnTo>
                    <a:pt x="521" y="3"/>
                  </a:lnTo>
                  <a:lnTo>
                    <a:pt x="531" y="12"/>
                  </a:lnTo>
                  <a:lnTo>
                    <a:pt x="534" y="26"/>
                  </a:lnTo>
                  <a:lnTo>
                    <a:pt x="534" y="157"/>
                  </a:lnTo>
                  <a:lnTo>
                    <a:pt x="665" y="157"/>
                  </a:lnTo>
                  <a:lnTo>
                    <a:pt x="678" y="160"/>
                  </a:lnTo>
                  <a:lnTo>
                    <a:pt x="688" y="169"/>
                  </a:lnTo>
                  <a:lnTo>
                    <a:pt x="691" y="183"/>
                  </a:lnTo>
                  <a:lnTo>
                    <a:pt x="691" y="548"/>
                  </a:lnTo>
                  <a:lnTo>
                    <a:pt x="688" y="561"/>
                  </a:lnTo>
                  <a:lnTo>
                    <a:pt x="678" y="571"/>
                  </a:lnTo>
                  <a:lnTo>
                    <a:pt x="665" y="574"/>
                  </a:lnTo>
                  <a:lnTo>
                    <a:pt x="181" y="574"/>
                  </a:lnTo>
                  <a:lnTo>
                    <a:pt x="169" y="571"/>
                  </a:lnTo>
                  <a:lnTo>
                    <a:pt x="160" y="561"/>
                  </a:lnTo>
                  <a:lnTo>
                    <a:pt x="155" y="548"/>
                  </a:lnTo>
                  <a:lnTo>
                    <a:pt x="155" y="417"/>
                  </a:lnTo>
                  <a:lnTo>
                    <a:pt x="26" y="417"/>
                  </a:lnTo>
                  <a:lnTo>
                    <a:pt x="12" y="414"/>
                  </a:lnTo>
                  <a:lnTo>
                    <a:pt x="3" y="404"/>
                  </a:lnTo>
                  <a:lnTo>
                    <a:pt x="0" y="391"/>
                  </a:lnTo>
                  <a:lnTo>
                    <a:pt x="0" y="26"/>
                  </a:lnTo>
                  <a:lnTo>
                    <a:pt x="3" y="12"/>
                  </a:lnTo>
                  <a:lnTo>
                    <a:pt x="12" y="3"/>
                  </a:lnTo>
                  <a:lnTo>
                    <a:pt x="26"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defTabSz="1219170"/>
              <a:endParaRPr lang="en-US" sz="2400">
                <a:solidFill>
                  <a:srgbClr val="000000"/>
                </a:solidFill>
                <a:latin typeface="Calibri"/>
              </a:endParaRPr>
            </a:p>
          </p:txBody>
        </p:sp>
      </p:grpSp>
      <p:sp>
        <p:nvSpPr>
          <p:cNvPr id="3" name="Rounded Rectangle 2">
            <a:extLst>
              <a:ext uri="{FF2B5EF4-FFF2-40B4-BE49-F238E27FC236}">
                <a16:creationId xmlns:a16="http://schemas.microsoft.com/office/drawing/2014/main" id="{48CE9BA9-D5AA-E241-B2C7-97125415C592}"/>
              </a:ext>
            </a:extLst>
          </p:cNvPr>
          <p:cNvSpPr/>
          <p:nvPr/>
        </p:nvSpPr>
        <p:spPr>
          <a:xfrm>
            <a:off x="1229217" y="1836316"/>
            <a:ext cx="1554456" cy="55231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20" name="TextBox 19">
            <a:extLst>
              <a:ext uri="{FF2B5EF4-FFF2-40B4-BE49-F238E27FC236}">
                <a16:creationId xmlns:a16="http://schemas.microsoft.com/office/drawing/2014/main" id="{46F11BC1-A447-184E-9082-A76D81CEAA74}"/>
              </a:ext>
            </a:extLst>
          </p:cNvPr>
          <p:cNvSpPr txBox="1"/>
          <p:nvPr/>
        </p:nvSpPr>
        <p:spPr>
          <a:xfrm>
            <a:off x="1294139" y="1989363"/>
            <a:ext cx="1424613" cy="246221"/>
          </a:xfrm>
          <a:prstGeom prst="rect">
            <a:avLst/>
          </a:prstGeom>
          <a:noFill/>
          <a:ln>
            <a:noFill/>
          </a:ln>
        </p:spPr>
        <p:txBody>
          <a:bodyPr wrap="square" lIns="0" tIns="0" rIns="0" bIns="0" rtlCol="0">
            <a:spAutoFit/>
          </a:bodyPr>
          <a:lstStyle/>
          <a:p>
            <a:pPr algn="ctr" defTabSz="1219170"/>
            <a:r>
              <a:rPr lang="en-US" sz="1600" b="1">
                <a:solidFill>
                  <a:srgbClr val="F1F2F1"/>
                </a:solidFill>
                <a:latin typeface="Segoe UI" panose="020B0502040204020203" pitchFamily="34" charset="0"/>
                <a:cs typeface="Segoe UI" panose="020B0502040204020203" pitchFamily="34" charset="0"/>
              </a:rPr>
              <a:t>VALUE</a:t>
            </a:r>
          </a:p>
        </p:txBody>
      </p:sp>
      <p:sp>
        <p:nvSpPr>
          <p:cNvPr id="39" name="Freeform: Shape 12">
            <a:extLst>
              <a:ext uri="{FF2B5EF4-FFF2-40B4-BE49-F238E27FC236}">
                <a16:creationId xmlns:a16="http://schemas.microsoft.com/office/drawing/2014/main" id="{03BD750A-8A83-954D-A438-04DA98B42A63}"/>
              </a:ext>
            </a:extLst>
          </p:cNvPr>
          <p:cNvSpPr/>
          <p:nvPr/>
        </p:nvSpPr>
        <p:spPr>
          <a:xfrm>
            <a:off x="957124" y="1776650"/>
            <a:ext cx="674029" cy="674029"/>
          </a:xfrm>
          <a:custGeom>
            <a:avLst/>
            <a:gdLst>
              <a:gd name="connsiteX0" fmla="*/ 1042762 w 1042762"/>
              <a:gd name="connsiteY0" fmla="*/ 521381 h 1042762"/>
              <a:gd name="connsiteX1" fmla="*/ 521381 w 1042762"/>
              <a:gd name="connsiteY1" fmla="*/ 1042762 h 1042762"/>
              <a:gd name="connsiteX2" fmla="*/ 0 w 1042762"/>
              <a:gd name="connsiteY2" fmla="*/ 521381 h 1042762"/>
              <a:gd name="connsiteX3" fmla="*/ 521381 w 1042762"/>
              <a:gd name="connsiteY3" fmla="*/ 0 h 1042762"/>
              <a:gd name="connsiteX4" fmla="*/ 1042762 w 1042762"/>
              <a:gd name="connsiteY4" fmla="*/ 521381 h 104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762" h="1042762">
                <a:moveTo>
                  <a:pt x="1042762" y="521381"/>
                </a:moveTo>
                <a:cubicBezTo>
                  <a:pt x="1042762" y="809332"/>
                  <a:pt x="809332" y="1042762"/>
                  <a:pt x="521381" y="1042762"/>
                </a:cubicBezTo>
                <a:cubicBezTo>
                  <a:pt x="233430" y="1042762"/>
                  <a:pt x="0" y="809332"/>
                  <a:pt x="0" y="521381"/>
                </a:cubicBezTo>
                <a:cubicBezTo>
                  <a:pt x="0" y="233430"/>
                  <a:pt x="233430" y="0"/>
                  <a:pt x="521381" y="0"/>
                </a:cubicBezTo>
                <a:cubicBezTo>
                  <a:pt x="809332" y="0"/>
                  <a:pt x="1042762" y="233430"/>
                  <a:pt x="1042762" y="521381"/>
                </a:cubicBezTo>
                <a:close/>
              </a:path>
            </a:pathLst>
          </a:custGeom>
          <a:solidFill>
            <a:schemeClr val="accent1">
              <a:lumMod val="50000"/>
            </a:schemeClr>
          </a:solidFill>
          <a:ln w="7211" cap="flat">
            <a:noFill/>
            <a:prstDash val="solid"/>
            <a:miter/>
          </a:ln>
          <a:effectLst>
            <a:outerShdw blurRad="215900" dist="50800" dir="5400000" algn="ctr" rotWithShape="0">
              <a:schemeClr val="accent4">
                <a:lumMod val="50000"/>
                <a:alpha val="37000"/>
              </a:schemeClr>
            </a:outerShdw>
          </a:effectLst>
        </p:spPr>
        <p:txBody>
          <a:bodyPr rtlCol="0" anchor="ctr"/>
          <a:lstStyle/>
          <a:p>
            <a:pPr defTabSz="1219170"/>
            <a:endParaRPr lang="pt-BR" sz="2400">
              <a:solidFill>
                <a:srgbClr val="000000"/>
              </a:solidFill>
              <a:latin typeface="Calibri"/>
            </a:endParaRPr>
          </a:p>
        </p:txBody>
      </p:sp>
      <p:sp>
        <p:nvSpPr>
          <p:cNvPr id="40" name="TextBox 39">
            <a:extLst>
              <a:ext uri="{FF2B5EF4-FFF2-40B4-BE49-F238E27FC236}">
                <a16:creationId xmlns:a16="http://schemas.microsoft.com/office/drawing/2014/main" id="{4B33B744-B702-654D-96B5-3D877D51A5A1}"/>
              </a:ext>
            </a:extLst>
          </p:cNvPr>
          <p:cNvSpPr txBox="1"/>
          <p:nvPr/>
        </p:nvSpPr>
        <p:spPr>
          <a:xfrm>
            <a:off x="1060385" y="1859286"/>
            <a:ext cx="467508" cy="492443"/>
          </a:xfrm>
          <a:prstGeom prst="rect">
            <a:avLst/>
          </a:prstGeom>
          <a:noFill/>
          <a:ln>
            <a:noFill/>
          </a:ln>
        </p:spPr>
        <p:txBody>
          <a:bodyPr wrap="square" lIns="0" tIns="0" rIns="0" bIns="0" rtlCol="0">
            <a:spAutoFit/>
          </a:bodyPr>
          <a:lstStyle/>
          <a:p>
            <a:pPr algn="ctr" defTabSz="1219170"/>
            <a:r>
              <a:rPr lang="en-US" sz="3200" b="1">
                <a:solidFill>
                  <a:srgbClr val="F1F2F1"/>
                </a:solidFill>
                <a:latin typeface="Segoe UI" panose="020B0502040204020203" pitchFamily="34" charset="0"/>
                <a:cs typeface="Segoe UI" panose="020B0502040204020203" pitchFamily="34" charset="0"/>
              </a:rPr>
              <a:t>V</a:t>
            </a:r>
          </a:p>
        </p:txBody>
      </p:sp>
      <p:sp>
        <p:nvSpPr>
          <p:cNvPr id="27" name="Rounded Rectangle 26">
            <a:extLst>
              <a:ext uri="{FF2B5EF4-FFF2-40B4-BE49-F238E27FC236}">
                <a16:creationId xmlns:a16="http://schemas.microsoft.com/office/drawing/2014/main" id="{99AA5474-966C-B541-9445-A959759A99D7}"/>
              </a:ext>
            </a:extLst>
          </p:cNvPr>
          <p:cNvSpPr/>
          <p:nvPr/>
        </p:nvSpPr>
        <p:spPr>
          <a:xfrm>
            <a:off x="4022813" y="1836316"/>
            <a:ext cx="1554456" cy="55231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21" name="TextBox 20">
            <a:extLst>
              <a:ext uri="{FF2B5EF4-FFF2-40B4-BE49-F238E27FC236}">
                <a16:creationId xmlns:a16="http://schemas.microsoft.com/office/drawing/2014/main" id="{0B3648DC-78CB-E54E-9DD3-584179D21483}"/>
              </a:ext>
            </a:extLst>
          </p:cNvPr>
          <p:cNvSpPr txBox="1"/>
          <p:nvPr/>
        </p:nvSpPr>
        <p:spPr>
          <a:xfrm>
            <a:off x="4506172" y="1989363"/>
            <a:ext cx="870457" cy="246221"/>
          </a:xfrm>
          <a:prstGeom prst="rect">
            <a:avLst/>
          </a:prstGeom>
          <a:noFill/>
          <a:ln>
            <a:noFill/>
          </a:ln>
        </p:spPr>
        <p:txBody>
          <a:bodyPr wrap="square" lIns="0" tIns="0" rIns="0" bIns="0" rtlCol="0">
            <a:spAutoFit/>
          </a:bodyPr>
          <a:lstStyle>
            <a:defPPr>
              <a:defRPr lang="en-US"/>
            </a:defPPr>
            <a:lvl1pPr algn="ctr">
              <a:defRPr sz="2000" b="1">
                <a:solidFill>
                  <a:schemeClr val="bg2"/>
                </a:solidFill>
                <a:latin typeface="Segoe UI" panose="020B0502040204020203" pitchFamily="34" charset="0"/>
                <a:cs typeface="Segoe UI" panose="020B0502040204020203" pitchFamily="34" charset="0"/>
              </a:defRPr>
            </a:lvl1pPr>
          </a:lstStyle>
          <a:p>
            <a:pPr defTabSz="1219170"/>
            <a:r>
              <a:rPr lang="en-US" sz="1600">
                <a:solidFill>
                  <a:srgbClr val="F1F2F1"/>
                </a:solidFill>
              </a:rPr>
              <a:t>RARITY</a:t>
            </a:r>
          </a:p>
        </p:txBody>
      </p:sp>
      <p:sp>
        <p:nvSpPr>
          <p:cNvPr id="41" name="Freeform: Shape 12">
            <a:extLst>
              <a:ext uri="{FF2B5EF4-FFF2-40B4-BE49-F238E27FC236}">
                <a16:creationId xmlns:a16="http://schemas.microsoft.com/office/drawing/2014/main" id="{F8D5FB4D-4111-9241-BB06-15C32D89374A}"/>
              </a:ext>
            </a:extLst>
          </p:cNvPr>
          <p:cNvSpPr/>
          <p:nvPr/>
        </p:nvSpPr>
        <p:spPr>
          <a:xfrm>
            <a:off x="3788056" y="1776650"/>
            <a:ext cx="674029" cy="674029"/>
          </a:xfrm>
          <a:custGeom>
            <a:avLst/>
            <a:gdLst>
              <a:gd name="connsiteX0" fmla="*/ 1042762 w 1042762"/>
              <a:gd name="connsiteY0" fmla="*/ 521381 h 1042762"/>
              <a:gd name="connsiteX1" fmla="*/ 521381 w 1042762"/>
              <a:gd name="connsiteY1" fmla="*/ 1042762 h 1042762"/>
              <a:gd name="connsiteX2" fmla="*/ 0 w 1042762"/>
              <a:gd name="connsiteY2" fmla="*/ 521381 h 1042762"/>
              <a:gd name="connsiteX3" fmla="*/ 521381 w 1042762"/>
              <a:gd name="connsiteY3" fmla="*/ 0 h 1042762"/>
              <a:gd name="connsiteX4" fmla="*/ 1042762 w 1042762"/>
              <a:gd name="connsiteY4" fmla="*/ 521381 h 104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762" h="1042762">
                <a:moveTo>
                  <a:pt x="1042762" y="521381"/>
                </a:moveTo>
                <a:cubicBezTo>
                  <a:pt x="1042762" y="809332"/>
                  <a:pt x="809332" y="1042762"/>
                  <a:pt x="521381" y="1042762"/>
                </a:cubicBezTo>
                <a:cubicBezTo>
                  <a:pt x="233430" y="1042762"/>
                  <a:pt x="0" y="809332"/>
                  <a:pt x="0" y="521381"/>
                </a:cubicBezTo>
                <a:cubicBezTo>
                  <a:pt x="0" y="233430"/>
                  <a:pt x="233430" y="0"/>
                  <a:pt x="521381" y="0"/>
                </a:cubicBezTo>
                <a:cubicBezTo>
                  <a:pt x="809332" y="0"/>
                  <a:pt x="1042762" y="233430"/>
                  <a:pt x="1042762" y="521381"/>
                </a:cubicBezTo>
                <a:close/>
              </a:path>
            </a:pathLst>
          </a:custGeom>
          <a:solidFill>
            <a:schemeClr val="accent2">
              <a:lumMod val="50000"/>
            </a:schemeClr>
          </a:solidFill>
          <a:ln w="7211" cap="flat">
            <a:noFill/>
            <a:prstDash val="solid"/>
            <a:miter/>
          </a:ln>
          <a:effectLst>
            <a:outerShdw blurRad="215900" dist="50800" dir="5400000" algn="ctr" rotWithShape="0">
              <a:schemeClr val="accent4">
                <a:lumMod val="50000"/>
                <a:alpha val="37000"/>
              </a:schemeClr>
            </a:outerShdw>
          </a:effectLst>
        </p:spPr>
        <p:txBody>
          <a:bodyPr rtlCol="0" anchor="ctr"/>
          <a:lstStyle/>
          <a:p>
            <a:pPr defTabSz="1219170"/>
            <a:endParaRPr lang="pt-BR" sz="2400">
              <a:solidFill>
                <a:srgbClr val="000000"/>
              </a:solidFill>
              <a:latin typeface="Calibri"/>
            </a:endParaRPr>
          </a:p>
        </p:txBody>
      </p:sp>
      <p:sp>
        <p:nvSpPr>
          <p:cNvPr id="42" name="TextBox 41">
            <a:extLst>
              <a:ext uri="{FF2B5EF4-FFF2-40B4-BE49-F238E27FC236}">
                <a16:creationId xmlns:a16="http://schemas.microsoft.com/office/drawing/2014/main" id="{6D1034F0-11E8-FB4B-88D5-D1B0443F60DC}"/>
              </a:ext>
            </a:extLst>
          </p:cNvPr>
          <p:cNvSpPr txBox="1"/>
          <p:nvPr/>
        </p:nvSpPr>
        <p:spPr>
          <a:xfrm>
            <a:off x="3876917" y="1859286"/>
            <a:ext cx="467508" cy="492443"/>
          </a:xfrm>
          <a:prstGeom prst="rect">
            <a:avLst/>
          </a:prstGeom>
          <a:noFill/>
          <a:ln>
            <a:noFill/>
          </a:ln>
        </p:spPr>
        <p:txBody>
          <a:bodyPr wrap="square" lIns="0" tIns="0" rIns="0" bIns="0" rtlCol="0">
            <a:spAutoFit/>
          </a:bodyPr>
          <a:lstStyle/>
          <a:p>
            <a:pPr algn="ctr" defTabSz="1219170"/>
            <a:r>
              <a:rPr lang="en-US" sz="3200" b="1">
                <a:solidFill>
                  <a:srgbClr val="F1F2F1"/>
                </a:solidFill>
                <a:latin typeface="Segoe UI" panose="020B0502040204020203" pitchFamily="34" charset="0"/>
                <a:cs typeface="Segoe UI" panose="020B0502040204020203" pitchFamily="34" charset="0"/>
              </a:rPr>
              <a:t>R</a:t>
            </a:r>
          </a:p>
        </p:txBody>
      </p:sp>
      <p:sp>
        <p:nvSpPr>
          <p:cNvPr id="29" name="Rounded Rectangle 28">
            <a:extLst>
              <a:ext uri="{FF2B5EF4-FFF2-40B4-BE49-F238E27FC236}">
                <a16:creationId xmlns:a16="http://schemas.microsoft.com/office/drawing/2014/main" id="{ABDB3F93-E1FF-A440-8380-5DA8415761FB}"/>
              </a:ext>
            </a:extLst>
          </p:cNvPr>
          <p:cNvSpPr/>
          <p:nvPr/>
        </p:nvSpPr>
        <p:spPr>
          <a:xfrm>
            <a:off x="6619669" y="1836316"/>
            <a:ext cx="1926740" cy="55231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22" name="TextBox 21">
            <a:extLst>
              <a:ext uri="{FF2B5EF4-FFF2-40B4-BE49-F238E27FC236}">
                <a16:creationId xmlns:a16="http://schemas.microsoft.com/office/drawing/2014/main" id="{98C561FD-E917-614A-9A84-DB59310267D0}"/>
              </a:ext>
            </a:extLst>
          </p:cNvPr>
          <p:cNvSpPr txBox="1"/>
          <p:nvPr/>
        </p:nvSpPr>
        <p:spPr>
          <a:xfrm>
            <a:off x="7100737" y="1989363"/>
            <a:ext cx="1338980" cy="246221"/>
          </a:xfrm>
          <a:prstGeom prst="rect">
            <a:avLst/>
          </a:prstGeom>
          <a:noFill/>
        </p:spPr>
        <p:txBody>
          <a:bodyPr wrap="square" lIns="0" tIns="0" rIns="0" bIns="0" rtlCol="0">
            <a:spAutoFit/>
          </a:bodyPr>
          <a:lstStyle/>
          <a:p>
            <a:pPr algn="ctr" defTabSz="1219170"/>
            <a:r>
              <a:rPr lang="en-US" sz="1600" b="1">
                <a:solidFill>
                  <a:srgbClr val="F1F2F1"/>
                </a:solidFill>
                <a:latin typeface="Segoe UI" panose="020B0502040204020203" pitchFamily="34" charset="0"/>
                <a:cs typeface="Segoe UI" panose="020B0502040204020203" pitchFamily="34" charset="0"/>
              </a:rPr>
              <a:t>IMITABILITY</a:t>
            </a:r>
          </a:p>
        </p:txBody>
      </p:sp>
      <p:sp>
        <p:nvSpPr>
          <p:cNvPr id="43" name="Freeform: Shape 12">
            <a:extLst>
              <a:ext uri="{FF2B5EF4-FFF2-40B4-BE49-F238E27FC236}">
                <a16:creationId xmlns:a16="http://schemas.microsoft.com/office/drawing/2014/main" id="{07B0F857-B106-7B4E-B197-39BD846F58C9}"/>
              </a:ext>
            </a:extLst>
          </p:cNvPr>
          <p:cNvSpPr/>
          <p:nvPr/>
        </p:nvSpPr>
        <p:spPr>
          <a:xfrm>
            <a:off x="6453414" y="1776650"/>
            <a:ext cx="674029" cy="674029"/>
          </a:xfrm>
          <a:custGeom>
            <a:avLst/>
            <a:gdLst>
              <a:gd name="connsiteX0" fmla="*/ 1042762 w 1042762"/>
              <a:gd name="connsiteY0" fmla="*/ 521381 h 1042762"/>
              <a:gd name="connsiteX1" fmla="*/ 521381 w 1042762"/>
              <a:gd name="connsiteY1" fmla="*/ 1042762 h 1042762"/>
              <a:gd name="connsiteX2" fmla="*/ 0 w 1042762"/>
              <a:gd name="connsiteY2" fmla="*/ 521381 h 1042762"/>
              <a:gd name="connsiteX3" fmla="*/ 521381 w 1042762"/>
              <a:gd name="connsiteY3" fmla="*/ 0 h 1042762"/>
              <a:gd name="connsiteX4" fmla="*/ 1042762 w 1042762"/>
              <a:gd name="connsiteY4" fmla="*/ 521381 h 104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762" h="1042762">
                <a:moveTo>
                  <a:pt x="1042762" y="521381"/>
                </a:moveTo>
                <a:cubicBezTo>
                  <a:pt x="1042762" y="809332"/>
                  <a:pt x="809332" y="1042762"/>
                  <a:pt x="521381" y="1042762"/>
                </a:cubicBezTo>
                <a:cubicBezTo>
                  <a:pt x="233430" y="1042762"/>
                  <a:pt x="0" y="809332"/>
                  <a:pt x="0" y="521381"/>
                </a:cubicBezTo>
                <a:cubicBezTo>
                  <a:pt x="0" y="233430"/>
                  <a:pt x="233430" y="0"/>
                  <a:pt x="521381" y="0"/>
                </a:cubicBezTo>
                <a:cubicBezTo>
                  <a:pt x="809332" y="0"/>
                  <a:pt x="1042762" y="233430"/>
                  <a:pt x="1042762" y="521381"/>
                </a:cubicBezTo>
                <a:close/>
              </a:path>
            </a:pathLst>
          </a:custGeom>
          <a:solidFill>
            <a:schemeClr val="accent3">
              <a:lumMod val="50000"/>
            </a:schemeClr>
          </a:solidFill>
          <a:ln w="7211" cap="flat">
            <a:noFill/>
            <a:prstDash val="solid"/>
            <a:miter/>
          </a:ln>
          <a:effectLst>
            <a:outerShdw blurRad="215900" dist="50800" dir="5400000" algn="ctr" rotWithShape="0">
              <a:schemeClr val="accent4">
                <a:lumMod val="50000"/>
                <a:alpha val="37000"/>
              </a:schemeClr>
            </a:outerShdw>
          </a:effectLst>
        </p:spPr>
        <p:txBody>
          <a:bodyPr rtlCol="0" anchor="ctr"/>
          <a:lstStyle/>
          <a:p>
            <a:pPr defTabSz="1219170"/>
            <a:endParaRPr lang="pt-BR" sz="2400">
              <a:solidFill>
                <a:srgbClr val="000000"/>
              </a:solidFill>
              <a:latin typeface="Calibri"/>
            </a:endParaRPr>
          </a:p>
        </p:txBody>
      </p:sp>
      <p:sp>
        <p:nvSpPr>
          <p:cNvPr id="44" name="TextBox 43">
            <a:extLst>
              <a:ext uri="{FF2B5EF4-FFF2-40B4-BE49-F238E27FC236}">
                <a16:creationId xmlns:a16="http://schemas.microsoft.com/office/drawing/2014/main" id="{E5545FE6-CBF0-D844-B13A-E54B811EA8DC}"/>
              </a:ext>
            </a:extLst>
          </p:cNvPr>
          <p:cNvSpPr txBox="1"/>
          <p:nvPr/>
        </p:nvSpPr>
        <p:spPr>
          <a:xfrm>
            <a:off x="6546509" y="1859286"/>
            <a:ext cx="467508" cy="492443"/>
          </a:xfrm>
          <a:prstGeom prst="rect">
            <a:avLst/>
          </a:prstGeom>
          <a:noFill/>
          <a:ln>
            <a:noFill/>
          </a:ln>
        </p:spPr>
        <p:txBody>
          <a:bodyPr wrap="square" lIns="0" tIns="0" rIns="0" bIns="0" rtlCol="0">
            <a:spAutoFit/>
          </a:bodyPr>
          <a:lstStyle/>
          <a:p>
            <a:pPr algn="ctr" defTabSz="1219170"/>
            <a:r>
              <a:rPr lang="en-US" sz="3200" b="1">
                <a:solidFill>
                  <a:srgbClr val="F1F2F1"/>
                </a:solidFill>
                <a:latin typeface="Segoe UI" panose="020B0502040204020203" pitchFamily="34" charset="0"/>
                <a:cs typeface="Segoe UI" panose="020B0502040204020203" pitchFamily="34" charset="0"/>
              </a:rPr>
              <a:t>I</a:t>
            </a:r>
          </a:p>
        </p:txBody>
      </p:sp>
      <p:sp>
        <p:nvSpPr>
          <p:cNvPr id="30" name="Rounded Rectangle 29">
            <a:extLst>
              <a:ext uri="{FF2B5EF4-FFF2-40B4-BE49-F238E27FC236}">
                <a16:creationId xmlns:a16="http://schemas.microsoft.com/office/drawing/2014/main" id="{54D0E4CF-57A4-694C-8044-2DE359D2564D}"/>
              </a:ext>
            </a:extLst>
          </p:cNvPr>
          <p:cNvSpPr/>
          <p:nvPr/>
        </p:nvSpPr>
        <p:spPr>
          <a:xfrm>
            <a:off x="9228885" y="1836316"/>
            <a:ext cx="2339809" cy="552315"/>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19" name="TextBox 18">
            <a:extLst>
              <a:ext uri="{FF2B5EF4-FFF2-40B4-BE49-F238E27FC236}">
                <a16:creationId xmlns:a16="http://schemas.microsoft.com/office/drawing/2014/main" id="{78A6221E-5D57-9646-8A14-AB3D56C67B4B}"/>
              </a:ext>
            </a:extLst>
          </p:cNvPr>
          <p:cNvSpPr txBox="1"/>
          <p:nvPr/>
        </p:nvSpPr>
        <p:spPr>
          <a:xfrm>
            <a:off x="9767574" y="1989363"/>
            <a:ext cx="1665463" cy="246221"/>
          </a:xfrm>
          <a:prstGeom prst="rect">
            <a:avLst/>
          </a:prstGeom>
          <a:noFill/>
        </p:spPr>
        <p:txBody>
          <a:bodyPr wrap="square" lIns="0" tIns="0" rIns="0" bIns="0" rtlCol="0">
            <a:spAutoFit/>
          </a:bodyPr>
          <a:lstStyle/>
          <a:p>
            <a:pPr algn="ctr" defTabSz="1219170"/>
            <a:r>
              <a:rPr lang="en-US" sz="1600" b="1">
                <a:solidFill>
                  <a:srgbClr val="F1F2F1"/>
                </a:solidFill>
                <a:latin typeface="Segoe UI" panose="020B0502040204020203" pitchFamily="34" charset="0"/>
                <a:cs typeface="Segoe UI" panose="020B0502040204020203" pitchFamily="34" charset="0"/>
              </a:rPr>
              <a:t>ORGANIZATION</a:t>
            </a:r>
          </a:p>
        </p:txBody>
      </p:sp>
      <p:sp>
        <p:nvSpPr>
          <p:cNvPr id="45" name="Freeform: Shape 12">
            <a:extLst>
              <a:ext uri="{FF2B5EF4-FFF2-40B4-BE49-F238E27FC236}">
                <a16:creationId xmlns:a16="http://schemas.microsoft.com/office/drawing/2014/main" id="{8D11D5FD-8F73-5549-A2F8-7FB0B444BA59}"/>
              </a:ext>
            </a:extLst>
          </p:cNvPr>
          <p:cNvSpPr/>
          <p:nvPr/>
        </p:nvSpPr>
        <p:spPr>
          <a:xfrm>
            <a:off x="9055446" y="1776650"/>
            <a:ext cx="674029" cy="674029"/>
          </a:xfrm>
          <a:custGeom>
            <a:avLst/>
            <a:gdLst>
              <a:gd name="connsiteX0" fmla="*/ 1042762 w 1042762"/>
              <a:gd name="connsiteY0" fmla="*/ 521381 h 1042762"/>
              <a:gd name="connsiteX1" fmla="*/ 521381 w 1042762"/>
              <a:gd name="connsiteY1" fmla="*/ 1042762 h 1042762"/>
              <a:gd name="connsiteX2" fmla="*/ 0 w 1042762"/>
              <a:gd name="connsiteY2" fmla="*/ 521381 h 1042762"/>
              <a:gd name="connsiteX3" fmla="*/ 521381 w 1042762"/>
              <a:gd name="connsiteY3" fmla="*/ 0 h 1042762"/>
              <a:gd name="connsiteX4" fmla="*/ 1042762 w 1042762"/>
              <a:gd name="connsiteY4" fmla="*/ 521381 h 104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762" h="1042762">
                <a:moveTo>
                  <a:pt x="1042762" y="521381"/>
                </a:moveTo>
                <a:cubicBezTo>
                  <a:pt x="1042762" y="809332"/>
                  <a:pt x="809332" y="1042762"/>
                  <a:pt x="521381" y="1042762"/>
                </a:cubicBezTo>
                <a:cubicBezTo>
                  <a:pt x="233430" y="1042762"/>
                  <a:pt x="0" y="809332"/>
                  <a:pt x="0" y="521381"/>
                </a:cubicBezTo>
                <a:cubicBezTo>
                  <a:pt x="0" y="233430"/>
                  <a:pt x="233430" y="0"/>
                  <a:pt x="521381" y="0"/>
                </a:cubicBezTo>
                <a:cubicBezTo>
                  <a:pt x="809332" y="0"/>
                  <a:pt x="1042762" y="233430"/>
                  <a:pt x="1042762" y="521381"/>
                </a:cubicBezTo>
                <a:close/>
              </a:path>
            </a:pathLst>
          </a:custGeom>
          <a:solidFill>
            <a:schemeClr val="accent4">
              <a:lumMod val="50000"/>
            </a:schemeClr>
          </a:solidFill>
          <a:ln w="7211" cap="flat">
            <a:noFill/>
            <a:prstDash val="solid"/>
            <a:miter/>
          </a:ln>
          <a:effectLst>
            <a:outerShdw blurRad="215900" dist="50800" dir="5400000" algn="ctr" rotWithShape="0">
              <a:schemeClr val="accent4">
                <a:lumMod val="50000"/>
                <a:alpha val="37000"/>
              </a:schemeClr>
            </a:outerShdw>
          </a:effectLst>
        </p:spPr>
        <p:txBody>
          <a:bodyPr rtlCol="0" anchor="ctr"/>
          <a:lstStyle/>
          <a:p>
            <a:pPr defTabSz="1219170"/>
            <a:endParaRPr lang="pt-BR" sz="2400">
              <a:solidFill>
                <a:srgbClr val="000000"/>
              </a:solidFill>
              <a:latin typeface="Calibri"/>
            </a:endParaRPr>
          </a:p>
        </p:txBody>
      </p:sp>
      <p:sp>
        <p:nvSpPr>
          <p:cNvPr id="46" name="TextBox 45">
            <a:extLst>
              <a:ext uri="{FF2B5EF4-FFF2-40B4-BE49-F238E27FC236}">
                <a16:creationId xmlns:a16="http://schemas.microsoft.com/office/drawing/2014/main" id="{13FF59AC-CD72-474A-BE30-F100D097D923}"/>
              </a:ext>
            </a:extLst>
          </p:cNvPr>
          <p:cNvSpPr txBox="1"/>
          <p:nvPr/>
        </p:nvSpPr>
        <p:spPr>
          <a:xfrm>
            <a:off x="9158706" y="1859286"/>
            <a:ext cx="467508" cy="492443"/>
          </a:xfrm>
          <a:prstGeom prst="rect">
            <a:avLst/>
          </a:prstGeom>
          <a:noFill/>
          <a:ln>
            <a:noFill/>
          </a:ln>
        </p:spPr>
        <p:txBody>
          <a:bodyPr wrap="square" lIns="0" tIns="0" rIns="0" bIns="0" rtlCol="0">
            <a:spAutoFit/>
          </a:bodyPr>
          <a:lstStyle/>
          <a:p>
            <a:pPr algn="ctr" defTabSz="1219170"/>
            <a:r>
              <a:rPr lang="en-US" sz="3200" b="1">
                <a:solidFill>
                  <a:srgbClr val="F1F2F1"/>
                </a:solidFill>
                <a:latin typeface="Segoe UI" panose="020B0502040204020203" pitchFamily="34" charset="0"/>
                <a:cs typeface="Segoe UI" panose="020B0502040204020203" pitchFamily="34" charset="0"/>
              </a:rPr>
              <a:t>O</a:t>
            </a:r>
          </a:p>
        </p:txBody>
      </p:sp>
    </p:spTree>
    <p:extLst>
      <p:ext uri="{BB962C8B-B14F-4D97-AF65-F5344CB8AC3E}">
        <p14:creationId xmlns:p14="http://schemas.microsoft.com/office/powerpoint/2010/main" val="280772158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9646BE-6366-EE45-B266-ECA845ED64EE}"/>
              </a:ext>
            </a:extLst>
          </p:cNvPr>
          <p:cNvSpPr>
            <a:spLocks noGrp="1"/>
          </p:cNvSpPr>
          <p:nvPr>
            <p:ph type="title"/>
          </p:nvPr>
        </p:nvSpPr>
        <p:spPr/>
        <p:txBody>
          <a:bodyPr/>
          <a:lstStyle/>
          <a:p>
            <a:r>
              <a:rPr lang="en-US"/>
              <a:t>VRIO Analysis Slide Template</a:t>
            </a:r>
          </a:p>
        </p:txBody>
      </p:sp>
      <p:sp>
        <p:nvSpPr>
          <p:cNvPr id="3" name="Text Placeholder 2">
            <a:extLst>
              <a:ext uri="{FF2B5EF4-FFF2-40B4-BE49-F238E27FC236}">
                <a16:creationId xmlns:a16="http://schemas.microsoft.com/office/drawing/2014/main" id="{5F91D8B1-00FB-CA46-A4FD-D1E2A455EE4B}"/>
              </a:ext>
            </a:extLst>
          </p:cNvPr>
          <p:cNvSpPr>
            <a:spLocks noGrp="1"/>
          </p:cNvSpPr>
          <p:nvPr>
            <p:ph type="body" sz="quarter" idx="13"/>
          </p:nvPr>
        </p:nvSpPr>
        <p:spPr/>
        <p:txBody>
          <a:bodyPr/>
          <a:lstStyle/>
          <a:p>
            <a:r>
              <a:rPr lang="en-US"/>
              <a:t>This is a sample text. Insert your desired text here.</a:t>
            </a:r>
          </a:p>
        </p:txBody>
      </p:sp>
      <p:grpSp>
        <p:nvGrpSpPr>
          <p:cNvPr id="4" name="Group 3">
            <a:extLst>
              <a:ext uri="{FF2B5EF4-FFF2-40B4-BE49-F238E27FC236}">
                <a16:creationId xmlns:a16="http://schemas.microsoft.com/office/drawing/2014/main" id="{B54AF52C-86E4-62AF-52F2-93EA8CC711AC}"/>
              </a:ext>
            </a:extLst>
          </p:cNvPr>
          <p:cNvGrpSpPr/>
          <p:nvPr/>
        </p:nvGrpSpPr>
        <p:grpSpPr>
          <a:xfrm>
            <a:off x="2703247" y="1528088"/>
            <a:ext cx="6747456" cy="4969203"/>
            <a:chOff x="2257462" y="1317257"/>
            <a:chExt cx="4600538" cy="3388093"/>
          </a:xfrm>
        </p:grpSpPr>
        <p:sp>
          <p:nvSpPr>
            <p:cNvPr id="29" name="Freeform: Shape 8">
              <a:extLst>
                <a:ext uri="{FF2B5EF4-FFF2-40B4-BE49-F238E27FC236}">
                  <a16:creationId xmlns:a16="http://schemas.microsoft.com/office/drawing/2014/main" id="{B99B736E-89B2-C34B-A8C2-DB3762E3495D}"/>
                </a:ext>
              </a:extLst>
            </p:cNvPr>
            <p:cNvSpPr/>
            <p:nvPr/>
          </p:nvSpPr>
          <p:spPr>
            <a:xfrm flipH="1">
              <a:off x="2257462" y="1317257"/>
              <a:ext cx="2262158" cy="1661130"/>
            </a:xfrm>
            <a:custGeom>
              <a:avLst/>
              <a:gdLst>
                <a:gd name="connsiteX0" fmla="*/ 2669674 w 2716599"/>
                <a:gd name="connsiteY0" fmla="*/ 2131303 h 2131302"/>
                <a:gd name="connsiteX1" fmla="*/ 46926 w 2716599"/>
                <a:gd name="connsiteY1" fmla="*/ 2131303 h 2131302"/>
                <a:gd name="connsiteX2" fmla="*/ 0 w 2716599"/>
                <a:gd name="connsiteY2" fmla="*/ 2084376 h 2131302"/>
                <a:gd name="connsiteX3" fmla="*/ 0 w 2716599"/>
                <a:gd name="connsiteY3" fmla="*/ 46926 h 2131302"/>
                <a:gd name="connsiteX4" fmla="*/ 46926 w 2716599"/>
                <a:gd name="connsiteY4" fmla="*/ 0 h 2131302"/>
                <a:gd name="connsiteX5" fmla="*/ 2231980 w 2716599"/>
                <a:gd name="connsiteY5" fmla="*/ 0 h 2131302"/>
                <a:gd name="connsiteX6" fmla="*/ 2716600 w 2716599"/>
                <a:gd name="connsiteY6" fmla="*/ 484620 h 2131302"/>
                <a:gd name="connsiteX7" fmla="*/ 2716600 w 2716599"/>
                <a:gd name="connsiteY7" fmla="*/ 2083523 h 2131302"/>
                <a:gd name="connsiteX8" fmla="*/ 2669674 w 2716599"/>
                <a:gd name="connsiteY8" fmla="*/ 2131303 h 2131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6599" h="2131302">
                  <a:moveTo>
                    <a:pt x="2669674" y="2131303"/>
                  </a:moveTo>
                  <a:lnTo>
                    <a:pt x="46926" y="2131303"/>
                  </a:lnTo>
                  <a:cubicBezTo>
                    <a:pt x="21330" y="2131303"/>
                    <a:pt x="0" y="2109972"/>
                    <a:pt x="0" y="2084376"/>
                  </a:cubicBezTo>
                  <a:lnTo>
                    <a:pt x="0" y="46926"/>
                  </a:lnTo>
                  <a:cubicBezTo>
                    <a:pt x="0" y="21330"/>
                    <a:pt x="21330" y="0"/>
                    <a:pt x="46926" y="0"/>
                  </a:cubicBezTo>
                  <a:lnTo>
                    <a:pt x="2231980" y="0"/>
                  </a:lnTo>
                  <a:cubicBezTo>
                    <a:pt x="2499886" y="0"/>
                    <a:pt x="2716600" y="216714"/>
                    <a:pt x="2716600" y="484620"/>
                  </a:cubicBezTo>
                  <a:lnTo>
                    <a:pt x="2716600" y="2083523"/>
                  </a:lnTo>
                  <a:cubicBezTo>
                    <a:pt x="2716600" y="2109972"/>
                    <a:pt x="2695270" y="2131303"/>
                    <a:pt x="2669674" y="2131303"/>
                  </a:cubicBezTo>
                  <a:close/>
                </a:path>
              </a:pathLst>
            </a:custGeom>
            <a:solidFill>
              <a:srgbClr val="FFFFFF"/>
            </a:solidFill>
            <a:ln w="8524" cap="flat">
              <a:noFill/>
              <a:prstDash val="solid"/>
              <a:miter/>
            </a:ln>
            <a:effectLst>
              <a:outerShdw blurRad="25400" dist="127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31" name="Freeform: Shape 10">
              <a:extLst>
                <a:ext uri="{FF2B5EF4-FFF2-40B4-BE49-F238E27FC236}">
                  <a16:creationId xmlns:a16="http://schemas.microsoft.com/office/drawing/2014/main" id="{0C495E63-45B8-1B4A-9354-20934B308C68}"/>
                </a:ext>
              </a:extLst>
            </p:cNvPr>
            <p:cNvSpPr/>
            <p:nvPr/>
          </p:nvSpPr>
          <p:spPr>
            <a:xfrm flipH="1">
              <a:off x="2257462" y="3044885"/>
              <a:ext cx="2262158" cy="1660465"/>
            </a:xfrm>
            <a:custGeom>
              <a:avLst/>
              <a:gdLst>
                <a:gd name="connsiteX0" fmla="*/ 2231980 w 2716599"/>
                <a:gd name="connsiteY0" fmla="*/ 2130449 h 2130449"/>
                <a:gd name="connsiteX1" fmla="*/ 46926 w 2716599"/>
                <a:gd name="connsiteY1" fmla="*/ 2130449 h 2130449"/>
                <a:gd name="connsiteX2" fmla="*/ 0 w 2716599"/>
                <a:gd name="connsiteY2" fmla="*/ 2083523 h 2130449"/>
                <a:gd name="connsiteX3" fmla="*/ 0 w 2716599"/>
                <a:gd name="connsiteY3" fmla="*/ 46926 h 2130449"/>
                <a:gd name="connsiteX4" fmla="*/ 46926 w 2716599"/>
                <a:gd name="connsiteY4" fmla="*/ 0 h 2130449"/>
                <a:gd name="connsiteX5" fmla="*/ 2669674 w 2716599"/>
                <a:gd name="connsiteY5" fmla="*/ 0 h 2130449"/>
                <a:gd name="connsiteX6" fmla="*/ 2716600 w 2716599"/>
                <a:gd name="connsiteY6" fmla="*/ 46926 h 2130449"/>
                <a:gd name="connsiteX7" fmla="*/ 2716600 w 2716599"/>
                <a:gd name="connsiteY7" fmla="*/ 1645830 h 2130449"/>
                <a:gd name="connsiteX8" fmla="*/ 2231980 w 2716599"/>
                <a:gd name="connsiteY8" fmla="*/ 2130449 h 21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6599" h="2130449">
                  <a:moveTo>
                    <a:pt x="2231980" y="2130449"/>
                  </a:moveTo>
                  <a:lnTo>
                    <a:pt x="46926" y="2130449"/>
                  </a:lnTo>
                  <a:cubicBezTo>
                    <a:pt x="21330" y="2130449"/>
                    <a:pt x="0" y="2109119"/>
                    <a:pt x="0" y="2083523"/>
                  </a:cubicBezTo>
                  <a:lnTo>
                    <a:pt x="0" y="46926"/>
                  </a:lnTo>
                  <a:cubicBezTo>
                    <a:pt x="0" y="21330"/>
                    <a:pt x="21330" y="0"/>
                    <a:pt x="46926" y="0"/>
                  </a:cubicBezTo>
                  <a:lnTo>
                    <a:pt x="2669674" y="0"/>
                  </a:lnTo>
                  <a:cubicBezTo>
                    <a:pt x="2695270" y="0"/>
                    <a:pt x="2716600" y="21330"/>
                    <a:pt x="2716600" y="46926"/>
                  </a:cubicBezTo>
                  <a:lnTo>
                    <a:pt x="2716600" y="1645830"/>
                  </a:lnTo>
                  <a:cubicBezTo>
                    <a:pt x="2716600" y="1913736"/>
                    <a:pt x="2499886" y="2130449"/>
                    <a:pt x="2231980" y="2130449"/>
                  </a:cubicBezTo>
                  <a:close/>
                </a:path>
              </a:pathLst>
            </a:custGeom>
            <a:solidFill>
              <a:srgbClr val="FFFFFF"/>
            </a:solidFill>
            <a:ln w="8524" cap="flat">
              <a:noFill/>
              <a:prstDash val="solid"/>
              <a:miter/>
            </a:ln>
            <a:effectLst>
              <a:outerShdw blurRad="25400" dist="127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16" name="Freeform: Shape 8">
              <a:extLst>
                <a:ext uri="{FF2B5EF4-FFF2-40B4-BE49-F238E27FC236}">
                  <a16:creationId xmlns:a16="http://schemas.microsoft.com/office/drawing/2014/main" id="{8D64664B-E0B1-4646-A211-F7753C430DB1}"/>
                </a:ext>
              </a:extLst>
            </p:cNvPr>
            <p:cNvSpPr/>
            <p:nvPr/>
          </p:nvSpPr>
          <p:spPr>
            <a:xfrm>
              <a:off x="4595842" y="1317257"/>
              <a:ext cx="2262158" cy="1661130"/>
            </a:xfrm>
            <a:custGeom>
              <a:avLst/>
              <a:gdLst>
                <a:gd name="connsiteX0" fmla="*/ 2669674 w 2716599"/>
                <a:gd name="connsiteY0" fmla="*/ 2131303 h 2131302"/>
                <a:gd name="connsiteX1" fmla="*/ 46926 w 2716599"/>
                <a:gd name="connsiteY1" fmla="*/ 2131303 h 2131302"/>
                <a:gd name="connsiteX2" fmla="*/ 0 w 2716599"/>
                <a:gd name="connsiteY2" fmla="*/ 2084376 h 2131302"/>
                <a:gd name="connsiteX3" fmla="*/ 0 w 2716599"/>
                <a:gd name="connsiteY3" fmla="*/ 46926 h 2131302"/>
                <a:gd name="connsiteX4" fmla="*/ 46926 w 2716599"/>
                <a:gd name="connsiteY4" fmla="*/ 0 h 2131302"/>
                <a:gd name="connsiteX5" fmla="*/ 2231980 w 2716599"/>
                <a:gd name="connsiteY5" fmla="*/ 0 h 2131302"/>
                <a:gd name="connsiteX6" fmla="*/ 2716600 w 2716599"/>
                <a:gd name="connsiteY6" fmla="*/ 484620 h 2131302"/>
                <a:gd name="connsiteX7" fmla="*/ 2716600 w 2716599"/>
                <a:gd name="connsiteY7" fmla="*/ 2083523 h 2131302"/>
                <a:gd name="connsiteX8" fmla="*/ 2669674 w 2716599"/>
                <a:gd name="connsiteY8" fmla="*/ 2131303 h 2131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6599" h="2131302">
                  <a:moveTo>
                    <a:pt x="2669674" y="2131303"/>
                  </a:moveTo>
                  <a:lnTo>
                    <a:pt x="46926" y="2131303"/>
                  </a:lnTo>
                  <a:cubicBezTo>
                    <a:pt x="21330" y="2131303"/>
                    <a:pt x="0" y="2109972"/>
                    <a:pt x="0" y="2084376"/>
                  </a:cubicBezTo>
                  <a:lnTo>
                    <a:pt x="0" y="46926"/>
                  </a:lnTo>
                  <a:cubicBezTo>
                    <a:pt x="0" y="21330"/>
                    <a:pt x="21330" y="0"/>
                    <a:pt x="46926" y="0"/>
                  </a:cubicBezTo>
                  <a:lnTo>
                    <a:pt x="2231980" y="0"/>
                  </a:lnTo>
                  <a:cubicBezTo>
                    <a:pt x="2499886" y="0"/>
                    <a:pt x="2716600" y="216714"/>
                    <a:pt x="2716600" y="484620"/>
                  </a:cubicBezTo>
                  <a:lnTo>
                    <a:pt x="2716600" y="2083523"/>
                  </a:lnTo>
                  <a:cubicBezTo>
                    <a:pt x="2716600" y="2109972"/>
                    <a:pt x="2695270" y="2131303"/>
                    <a:pt x="2669674" y="2131303"/>
                  </a:cubicBezTo>
                  <a:close/>
                </a:path>
              </a:pathLst>
            </a:custGeom>
            <a:solidFill>
              <a:srgbClr val="FFFFFF"/>
            </a:solidFill>
            <a:ln w="8524" cap="flat">
              <a:noFill/>
              <a:prstDash val="solid"/>
              <a:miter/>
            </a:ln>
            <a:effectLst>
              <a:outerShdw blurRad="25400" dist="127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18" name="Freeform: Shape 10">
              <a:extLst>
                <a:ext uri="{FF2B5EF4-FFF2-40B4-BE49-F238E27FC236}">
                  <a16:creationId xmlns:a16="http://schemas.microsoft.com/office/drawing/2014/main" id="{C8EF9BCC-F806-F845-86C4-DBDDECDCF677}"/>
                </a:ext>
              </a:extLst>
            </p:cNvPr>
            <p:cNvSpPr/>
            <p:nvPr/>
          </p:nvSpPr>
          <p:spPr>
            <a:xfrm>
              <a:off x="4595842" y="3044885"/>
              <a:ext cx="2262158" cy="1660465"/>
            </a:xfrm>
            <a:custGeom>
              <a:avLst/>
              <a:gdLst>
                <a:gd name="connsiteX0" fmla="*/ 2231980 w 2716599"/>
                <a:gd name="connsiteY0" fmla="*/ 2130449 h 2130449"/>
                <a:gd name="connsiteX1" fmla="*/ 46926 w 2716599"/>
                <a:gd name="connsiteY1" fmla="*/ 2130449 h 2130449"/>
                <a:gd name="connsiteX2" fmla="*/ 0 w 2716599"/>
                <a:gd name="connsiteY2" fmla="*/ 2083523 h 2130449"/>
                <a:gd name="connsiteX3" fmla="*/ 0 w 2716599"/>
                <a:gd name="connsiteY3" fmla="*/ 46926 h 2130449"/>
                <a:gd name="connsiteX4" fmla="*/ 46926 w 2716599"/>
                <a:gd name="connsiteY4" fmla="*/ 0 h 2130449"/>
                <a:gd name="connsiteX5" fmla="*/ 2669674 w 2716599"/>
                <a:gd name="connsiteY5" fmla="*/ 0 h 2130449"/>
                <a:gd name="connsiteX6" fmla="*/ 2716600 w 2716599"/>
                <a:gd name="connsiteY6" fmla="*/ 46926 h 2130449"/>
                <a:gd name="connsiteX7" fmla="*/ 2716600 w 2716599"/>
                <a:gd name="connsiteY7" fmla="*/ 1645830 h 2130449"/>
                <a:gd name="connsiteX8" fmla="*/ 2231980 w 2716599"/>
                <a:gd name="connsiteY8" fmla="*/ 2130449 h 21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6599" h="2130449">
                  <a:moveTo>
                    <a:pt x="2231980" y="2130449"/>
                  </a:moveTo>
                  <a:lnTo>
                    <a:pt x="46926" y="2130449"/>
                  </a:lnTo>
                  <a:cubicBezTo>
                    <a:pt x="21330" y="2130449"/>
                    <a:pt x="0" y="2109119"/>
                    <a:pt x="0" y="2083523"/>
                  </a:cubicBezTo>
                  <a:lnTo>
                    <a:pt x="0" y="46926"/>
                  </a:lnTo>
                  <a:cubicBezTo>
                    <a:pt x="0" y="21330"/>
                    <a:pt x="21330" y="0"/>
                    <a:pt x="46926" y="0"/>
                  </a:cubicBezTo>
                  <a:lnTo>
                    <a:pt x="2669674" y="0"/>
                  </a:lnTo>
                  <a:cubicBezTo>
                    <a:pt x="2695270" y="0"/>
                    <a:pt x="2716600" y="21330"/>
                    <a:pt x="2716600" y="46926"/>
                  </a:cubicBezTo>
                  <a:lnTo>
                    <a:pt x="2716600" y="1645830"/>
                  </a:lnTo>
                  <a:cubicBezTo>
                    <a:pt x="2716600" y="1913736"/>
                    <a:pt x="2499886" y="2130449"/>
                    <a:pt x="2231980" y="2130449"/>
                  </a:cubicBezTo>
                  <a:close/>
                </a:path>
              </a:pathLst>
            </a:custGeom>
            <a:solidFill>
              <a:srgbClr val="FFFFFF"/>
            </a:solidFill>
            <a:ln w="8524" cap="flat">
              <a:noFill/>
              <a:prstDash val="solid"/>
              <a:miter/>
            </a:ln>
            <a:effectLst>
              <a:outerShdw blurRad="25400" dist="127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10" name="Freeform: Shape 11">
              <a:extLst>
                <a:ext uri="{FF2B5EF4-FFF2-40B4-BE49-F238E27FC236}">
                  <a16:creationId xmlns:a16="http://schemas.microsoft.com/office/drawing/2014/main" id="{50CF174A-4DDB-5B40-BDC9-292F77D73FFD}"/>
                </a:ext>
              </a:extLst>
            </p:cNvPr>
            <p:cNvSpPr/>
            <p:nvPr/>
          </p:nvSpPr>
          <p:spPr>
            <a:xfrm>
              <a:off x="3764613" y="3044885"/>
              <a:ext cx="762071" cy="835219"/>
            </a:xfrm>
            <a:custGeom>
              <a:avLst/>
              <a:gdLst>
                <a:gd name="connsiteX0" fmla="*/ 922313 w 977771"/>
                <a:gd name="connsiteY0" fmla="*/ 0 h 1071623"/>
                <a:gd name="connsiteX1" fmla="*/ 853 w 977771"/>
                <a:gd name="connsiteY1" fmla="*/ 0 h 1071623"/>
                <a:gd name="connsiteX2" fmla="*/ 0 w 977771"/>
                <a:gd name="connsiteY2" fmla="*/ 43513 h 1071623"/>
                <a:gd name="connsiteX3" fmla="*/ 977771 w 977771"/>
                <a:gd name="connsiteY3" fmla="*/ 1071624 h 1071623"/>
                <a:gd name="connsiteX4" fmla="*/ 977771 w 977771"/>
                <a:gd name="connsiteY4" fmla="*/ 54605 h 1071623"/>
                <a:gd name="connsiteX5" fmla="*/ 922313 w 977771"/>
                <a:gd name="connsiteY5" fmla="*/ 0 h 107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771" h="1071623">
                  <a:moveTo>
                    <a:pt x="922313" y="0"/>
                  </a:moveTo>
                  <a:lnTo>
                    <a:pt x="853" y="0"/>
                  </a:lnTo>
                  <a:cubicBezTo>
                    <a:pt x="0" y="14505"/>
                    <a:pt x="0" y="29009"/>
                    <a:pt x="0" y="43513"/>
                  </a:cubicBezTo>
                  <a:cubicBezTo>
                    <a:pt x="0" y="594683"/>
                    <a:pt x="433427" y="1044321"/>
                    <a:pt x="977771" y="1071624"/>
                  </a:cubicBezTo>
                  <a:lnTo>
                    <a:pt x="977771" y="54605"/>
                  </a:lnTo>
                  <a:cubicBezTo>
                    <a:pt x="976918" y="23890"/>
                    <a:pt x="953028" y="0"/>
                    <a:pt x="922313" y="0"/>
                  </a:cubicBezTo>
                  <a:close/>
                </a:path>
              </a:pathLst>
            </a:custGeom>
            <a:solidFill>
              <a:schemeClr val="accent4"/>
            </a:solidFill>
            <a:ln w="8524" cap="flat">
              <a:noFill/>
              <a:prstDash val="solid"/>
              <a:miter/>
            </a:ln>
          </p:spPr>
          <p:txBody>
            <a:bodyPr rtlCol="0" anchor="ctr"/>
            <a:lstStyle/>
            <a:p>
              <a:pPr defTabSz="1219170"/>
              <a:endParaRPr lang="pt-BR" sz="2400">
                <a:solidFill>
                  <a:srgbClr val="000000"/>
                </a:solidFill>
                <a:latin typeface="Calibri"/>
              </a:endParaRPr>
            </a:p>
          </p:txBody>
        </p:sp>
        <p:sp>
          <p:nvSpPr>
            <p:cNvPr id="11" name="Freeform: Shape 12">
              <a:extLst>
                <a:ext uri="{FF2B5EF4-FFF2-40B4-BE49-F238E27FC236}">
                  <a16:creationId xmlns:a16="http://schemas.microsoft.com/office/drawing/2014/main" id="{E7BB225C-E496-F448-86E6-C5D8C0F6E0C4}"/>
                </a:ext>
              </a:extLst>
            </p:cNvPr>
            <p:cNvSpPr/>
            <p:nvPr/>
          </p:nvSpPr>
          <p:spPr>
            <a:xfrm>
              <a:off x="4595842" y="3044885"/>
              <a:ext cx="762071" cy="835219"/>
            </a:xfrm>
            <a:custGeom>
              <a:avLst/>
              <a:gdLst>
                <a:gd name="connsiteX0" fmla="*/ 0 w 977771"/>
                <a:gd name="connsiteY0" fmla="*/ 54605 h 1071623"/>
                <a:gd name="connsiteX1" fmla="*/ 0 w 977771"/>
                <a:gd name="connsiteY1" fmla="*/ 1071624 h 1071623"/>
                <a:gd name="connsiteX2" fmla="*/ 977771 w 977771"/>
                <a:gd name="connsiteY2" fmla="*/ 43513 h 1071623"/>
                <a:gd name="connsiteX3" fmla="*/ 976918 w 977771"/>
                <a:gd name="connsiteY3" fmla="*/ 0 h 1071623"/>
                <a:gd name="connsiteX4" fmla="*/ 55458 w 977771"/>
                <a:gd name="connsiteY4" fmla="*/ 0 h 1071623"/>
                <a:gd name="connsiteX5" fmla="*/ 0 w 977771"/>
                <a:gd name="connsiteY5" fmla="*/ 54605 h 107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771" h="1071623">
                  <a:moveTo>
                    <a:pt x="0" y="54605"/>
                  </a:moveTo>
                  <a:lnTo>
                    <a:pt x="0" y="1071624"/>
                  </a:lnTo>
                  <a:cubicBezTo>
                    <a:pt x="544344" y="1045174"/>
                    <a:pt x="977771" y="594683"/>
                    <a:pt x="977771" y="43513"/>
                  </a:cubicBezTo>
                  <a:cubicBezTo>
                    <a:pt x="977771" y="29009"/>
                    <a:pt x="977771" y="14505"/>
                    <a:pt x="976918" y="0"/>
                  </a:cubicBezTo>
                  <a:lnTo>
                    <a:pt x="55458" y="0"/>
                  </a:lnTo>
                  <a:cubicBezTo>
                    <a:pt x="23890" y="0"/>
                    <a:pt x="0" y="23890"/>
                    <a:pt x="0" y="54605"/>
                  </a:cubicBezTo>
                  <a:close/>
                </a:path>
              </a:pathLst>
            </a:custGeom>
            <a:solidFill>
              <a:schemeClr val="accent3"/>
            </a:solidFill>
            <a:ln w="8524" cap="flat">
              <a:noFill/>
              <a:prstDash val="solid"/>
              <a:miter/>
            </a:ln>
          </p:spPr>
          <p:txBody>
            <a:bodyPr rtlCol="0" anchor="ctr"/>
            <a:lstStyle/>
            <a:p>
              <a:pPr defTabSz="1219170"/>
              <a:endParaRPr lang="pt-BR" sz="2400">
                <a:solidFill>
                  <a:srgbClr val="000000"/>
                </a:solidFill>
                <a:latin typeface="Calibri"/>
              </a:endParaRPr>
            </a:p>
          </p:txBody>
        </p:sp>
        <p:sp>
          <p:nvSpPr>
            <p:cNvPr id="12" name="Freeform: Shape 13">
              <a:extLst>
                <a:ext uri="{FF2B5EF4-FFF2-40B4-BE49-F238E27FC236}">
                  <a16:creationId xmlns:a16="http://schemas.microsoft.com/office/drawing/2014/main" id="{07720FCC-5C78-1648-8CB1-A5C0E53CA62B}"/>
                </a:ext>
              </a:extLst>
            </p:cNvPr>
            <p:cNvSpPr/>
            <p:nvPr/>
          </p:nvSpPr>
          <p:spPr>
            <a:xfrm>
              <a:off x="4595842" y="2288134"/>
              <a:ext cx="754091" cy="689588"/>
            </a:xfrm>
            <a:custGeom>
              <a:avLst/>
              <a:gdLst>
                <a:gd name="connsiteX0" fmla="*/ 0 w 967532"/>
                <a:gd name="connsiteY0" fmla="*/ 0 h 884772"/>
                <a:gd name="connsiteX1" fmla="*/ 0 w 967532"/>
                <a:gd name="connsiteY1" fmla="*/ 830167 h 884772"/>
                <a:gd name="connsiteX2" fmla="*/ 54605 w 967532"/>
                <a:gd name="connsiteY2" fmla="*/ 884772 h 884772"/>
                <a:gd name="connsiteX3" fmla="*/ 967533 w 967532"/>
                <a:gd name="connsiteY3" fmla="*/ 884772 h 884772"/>
                <a:gd name="connsiteX4" fmla="*/ 0 w 967532"/>
                <a:gd name="connsiteY4" fmla="*/ 0 h 884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532" h="884772">
                  <a:moveTo>
                    <a:pt x="0" y="0"/>
                  </a:moveTo>
                  <a:lnTo>
                    <a:pt x="0" y="830167"/>
                  </a:lnTo>
                  <a:cubicBezTo>
                    <a:pt x="0" y="860029"/>
                    <a:pt x="24743" y="884772"/>
                    <a:pt x="54605" y="884772"/>
                  </a:cubicBezTo>
                  <a:lnTo>
                    <a:pt x="967533" y="884772"/>
                  </a:lnTo>
                  <a:cubicBezTo>
                    <a:pt x="900130" y="401006"/>
                    <a:pt x="496564" y="24743"/>
                    <a:pt x="0" y="0"/>
                  </a:cubicBezTo>
                  <a:close/>
                </a:path>
              </a:pathLst>
            </a:custGeom>
            <a:solidFill>
              <a:schemeClr val="accent2"/>
            </a:solidFill>
            <a:ln w="8524" cap="flat">
              <a:noFill/>
              <a:prstDash val="solid"/>
              <a:miter/>
            </a:ln>
          </p:spPr>
          <p:txBody>
            <a:bodyPr rtlCol="0" anchor="ctr"/>
            <a:lstStyle/>
            <a:p>
              <a:pPr defTabSz="1219170"/>
              <a:endParaRPr lang="pt-BR" sz="2400">
                <a:solidFill>
                  <a:srgbClr val="000000"/>
                </a:solidFill>
                <a:latin typeface="Calibri"/>
              </a:endParaRPr>
            </a:p>
          </p:txBody>
        </p:sp>
        <p:sp>
          <p:nvSpPr>
            <p:cNvPr id="13" name="Freeform: Shape 14">
              <a:extLst>
                <a:ext uri="{FF2B5EF4-FFF2-40B4-BE49-F238E27FC236}">
                  <a16:creationId xmlns:a16="http://schemas.microsoft.com/office/drawing/2014/main" id="{4C3EE2CC-1B35-6B49-A389-31A5AFE0B2CD}"/>
                </a:ext>
              </a:extLst>
            </p:cNvPr>
            <p:cNvSpPr/>
            <p:nvPr/>
          </p:nvSpPr>
          <p:spPr>
            <a:xfrm>
              <a:off x="3771927" y="2288134"/>
              <a:ext cx="754091" cy="690253"/>
            </a:xfrm>
            <a:custGeom>
              <a:avLst/>
              <a:gdLst>
                <a:gd name="connsiteX0" fmla="*/ 0 w 967532"/>
                <a:gd name="connsiteY0" fmla="*/ 885625 h 885625"/>
                <a:gd name="connsiteX1" fmla="*/ 912928 w 967532"/>
                <a:gd name="connsiteY1" fmla="*/ 885625 h 885625"/>
                <a:gd name="connsiteX2" fmla="*/ 967533 w 967532"/>
                <a:gd name="connsiteY2" fmla="*/ 831020 h 885625"/>
                <a:gd name="connsiteX3" fmla="*/ 967533 w 967532"/>
                <a:gd name="connsiteY3" fmla="*/ 0 h 885625"/>
                <a:gd name="connsiteX4" fmla="*/ 0 w 967532"/>
                <a:gd name="connsiteY4" fmla="*/ 885625 h 885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532" h="885625">
                  <a:moveTo>
                    <a:pt x="0" y="885625"/>
                  </a:moveTo>
                  <a:lnTo>
                    <a:pt x="912928" y="885625"/>
                  </a:lnTo>
                  <a:cubicBezTo>
                    <a:pt x="942790" y="885625"/>
                    <a:pt x="967533" y="860882"/>
                    <a:pt x="967533" y="831020"/>
                  </a:cubicBezTo>
                  <a:lnTo>
                    <a:pt x="967533" y="0"/>
                  </a:lnTo>
                  <a:cubicBezTo>
                    <a:pt x="470968" y="24743"/>
                    <a:pt x="67403" y="401006"/>
                    <a:pt x="0" y="885625"/>
                  </a:cubicBezTo>
                  <a:close/>
                </a:path>
              </a:pathLst>
            </a:custGeom>
            <a:solidFill>
              <a:schemeClr val="accent1"/>
            </a:solidFill>
            <a:ln w="8524" cap="flat">
              <a:noFill/>
              <a:prstDash val="solid"/>
              <a:miter/>
            </a:ln>
          </p:spPr>
          <p:txBody>
            <a:bodyPr rtlCol="0" anchor="ctr"/>
            <a:lstStyle/>
            <a:p>
              <a:pPr defTabSz="1219170"/>
              <a:endParaRPr lang="pt-BR" sz="2400">
                <a:solidFill>
                  <a:srgbClr val="000000"/>
                </a:solidFill>
                <a:latin typeface="Calibri"/>
              </a:endParaRPr>
            </a:p>
          </p:txBody>
        </p:sp>
        <p:sp>
          <p:nvSpPr>
            <p:cNvPr id="14" name="Freeform: Shape 15">
              <a:extLst>
                <a:ext uri="{FF2B5EF4-FFF2-40B4-BE49-F238E27FC236}">
                  <a16:creationId xmlns:a16="http://schemas.microsoft.com/office/drawing/2014/main" id="{9750F353-0793-E343-B9E9-4429FA4E85A3}"/>
                </a:ext>
              </a:extLst>
            </p:cNvPr>
            <p:cNvSpPr/>
            <p:nvPr/>
          </p:nvSpPr>
          <p:spPr>
            <a:xfrm>
              <a:off x="4132349" y="2645895"/>
              <a:ext cx="856498" cy="856499"/>
            </a:xfrm>
            <a:custGeom>
              <a:avLst/>
              <a:gdLst>
                <a:gd name="connsiteX0" fmla="*/ 1098926 w 1098925"/>
                <a:gd name="connsiteY0" fmla="*/ 549463 h 1098926"/>
                <a:gd name="connsiteX1" fmla="*/ 549463 w 1098925"/>
                <a:gd name="connsiteY1" fmla="*/ 1098926 h 1098926"/>
                <a:gd name="connsiteX2" fmla="*/ 0 w 1098925"/>
                <a:gd name="connsiteY2" fmla="*/ 549463 h 1098926"/>
                <a:gd name="connsiteX3" fmla="*/ 549463 w 1098925"/>
                <a:gd name="connsiteY3" fmla="*/ 0 h 1098926"/>
                <a:gd name="connsiteX4" fmla="*/ 1098926 w 1098925"/>
                <a:gd name="connsiteY4" fmla="*/ 549463 h 1098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925" h="1098926">
                  <a:moveTo>
                    <a:pt x="1098926" y="549463"/>
                  </a:moveTo>
                  <a:cubicBezTo>
                    <a:pt x="1098926" y="852923"/>
                    <a:pt x="852923" y="1098926"/>
                    <a:pt x="549463" y="1098926"/>
                  </a:cubicBezTo>
                  <a:cubicBezTo>
                    <a:pt x="246003" y="1098926"/>
                    <a:pt x="0" y="852923"/>
                    <a:pt x="0" y="549463"/>
                  </a:cubicBezTo>
                  <a:cubicBezTo>
                    <a:pt x="0" y="246003"/>
                    <a:pt x="246003" y="0"/>
                    <a:pt x="549463" y="0"/>
                  </a:cubicBezTo>
                  <a:cubicBezTo>
                    <a:pt x="852923" y="0"/>
                    <a:pt x="1098926" y="246003"/>
                    <a:pt x="1098926" y="549463"/>
                  </a:cubicBezTo>
                  <a:close/>
                </a:path>
              </a:pathLst>
            </a:custGeom>
            <a:solidFill>
              <a:srgbClr val="FFFFFF"/>
            </a:solidFill>
            <a:ln w="8524" cap="flat">
              <a:noFill/>
              <a:prstDash val="solid"/>
              <a:miter/>
            </a:ln>
            <a:effectLst>
              <a:outerShdw blurRad="50800" dist="508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20" name="TextBox 19">
              <a:extLst>
                <a:ext uri="{FF2B5EF4-FFF2-40B4-BE49-F238E27FC236}">
                  <a16:creationId xmlns:a16="http://schemas.microsoft.com/office/drawing/2014/main" id="{BB270C0D-E5F4-F84E-BE58-93038DEFE2F5}"/>
                </a:ext>
              </a:extLst>
            </p:cNvPr>
            <p:cNvSpPr txBox="1"/>
            <p:nvPr/>
          </p:nvSpPr>
          <p:spPr>
            <a:xfrm>
              <a:off x="2460279" y="1514751"/>
              <a:ext cx="1493293" cy="223794"/>
            </a:xfrm>
            <a:prstGeom prst="rect">
              <a:avLst/>
            </a:prstGeom>
            <a:noFill/>
          </p:spPr>
          <p:txBody>
            <a:bodyPr wrap="square" lIns="0" tIns="0" rIns="0" bIns="0" rtlCol="0">
              <a:spAutoFit/>
            </a:bodyPr>
            <a:lstStyle/>
            <a:p>
              <a:pPr defTabSz="1219170"/>
              <a:r>
                <a:rPr lang="en-US" sz="2133" b="1">
                  <a:solidFill>
                    <a:srgbClr val="47B5EF"/>
                  </a:solidFill>
                  <a:latin typeface="Segoe UI" panose="020B0502040204020203" pitchFamily="34" charset="0"/>
                  <a:cs typeface="Segoe UI" panose="020B0502040204020203" pitchFamily="34" charset="0"/>
                </a:rPr>
                <a:t>VALUE</a:t>
              </a:r>
            </a:p>
          </p:txBody>
        </p:sp>
        <p:sp>
          <p:nvSpPr>
            <p:cNvPr id="21" name="TextBox 20">
              <a:extLst>
                <a:ext uri="{FF2B5EF4-FFF2-40B4-BE49-F238E27FC236}">
                  <a16:creationId xmlns:a16="http://schemas.microsoft.com/office/drawing/2014/main" id="{7991DA60-DBA0-4445-B593-1F8D07F56CE3}"/>
                </a:ext>
              </a:extLst>
            </p:cNvPr>
            <p:cNvSpPr txBox="1"/>
            <p:nvPr/>
          </p:nvSpPr>
          <p:spPr>
            <a:xfrm>
              <a:off x="2485447" y="4248636"/>
              <a:ext cx="1814702" cy="223794"/>
            </a:xfrm>
            <a:prstGeom prst="rect">
              <a:avLst/>
            </a:prstGeom>
            <a:noFill/>
          </p:spPr>
          <p:txBody>
            <a:bodyPr wrap="square" lIns="0" tIns="0" rIns="0" bIns="0" rtlCol="0">
              <a:spAutoFit/>
            </a:bodyPr>
            <a:lstStyle/>
            <a:p>
              <a:pPr defTabSz="1219170"/>
              <a:r>
                <a:rPr lang="en-US" sz="2133" b="1">
                  <a:solidFill>
                    <a:srgbClr val="A52EEA"/>
                  </a:solidFill>
                  <a:latin typeface="Segoe UI" panose="020B0502040204020203" pitchFamily="34" charset="0"/>
                  <a:cs typeface="Segoe UI" panose="020B0502040204020203" pitchFamily="34" charset="0"/>
                </a:rPr>
                <a:t>IMITABILITY</a:t>
              </a:r>
            </a:p>
          </p:txBody>
        </p:sp>
        <p:sp>
          <p:nvSpPr>
            <p:cNvPr id="22" name="TextBox 21">
              <a:extLst>
                <a:ext uri="{FF2B5EF4-FFF2-40B4-BE49-F238E27FC236}">
                  <a16:creationId xmlns:a16="http://schemas.microsoft.com/office/drawing/2014/main" id="{4E0BCDA4-029B-BA42-9823-6F645CDDB2BE}"/>
                </a:ext>
              </a:extLst>
            </p:cNvPr>
            <p:cNvSpPr txBox="1"/>
            <p:nvPr/>
          </p:nvSpPr>
          <p:spPr>
            <a:xfrm>
              <a:off x="4731131" y="4218775"/>
              <a:ext cx="1943153" cy="223794"/>
            </a:xfrm>
            <a:prstGeom prst="rect">
              <a:avLst/>
            </a:prstGeom>
            <a:noFill/>
          </p:spPr>
          <p:txBody>
            <a:bodyPr wrap="square" lIns="0" tIns="0" rIns="0" bIns="0" rtlCol="0">
              <a:spAutoFit/>
            </a:bodyPr>
            <a:lstStyle/>
            <a:p>
              <a:pPr algn="r" defTabSz="1219170"/>
              <a:r>
                <a:rPr lang="en-US" sz="2133" b="1">
                  <a:solidFill>
                    <a:srgbClr val="846CF1"/>
                  </a:solidFill>
                  <a:latin typeface="Segoe UI" panose="020B0502040204020203" pitchFamily="34" charset="0"/>
                  <a:cs typeface="Segoe UI" panose="020B0502040204020203" pitchFamily="34" charset="0"/>
                </a:rPr>
                <a:t>ORGANIZATION</a:t>
              </a:r>
            </a:p>
          </p:txBody>
        </p:sp>
        <p:sp>
          <p:nvSpPr>
            <p:cNvPr id="23" name="TextBox 22">
              <a:extLst>
                <a:ext uri="{FF2B5EF4-FFF2-40B4-BE49-F238E27FC236}">
                  <a16:creationId xmlns:a16="http://schemas.microsoft.com/office/drawing/2014/main" id="{976F05FD-88B1-854C-BDE3-B78E23D4586F}"/>
                </a:ext>
              </a:extLst>
            </p:cNvPr>
            <p:cNvSpPr txBox="1"/>
            <p:nvPr/>
          </p:nvSpPr>
          <p:spPr>
            <a:xfrm>
              <a:off x="5541702" y="1491505"/>
              <a:ext cx="1098178" cy="223794"/>
            </a:xfrm>
            <a:prstGeom prst="rect">
              <a:avLst/>
            </a:prstGeom>
            <a:noFill/>
          </p:spPr>
          <p:txBody>
            <a:bodyPr wrap="square" lIns="0" tIns="0" rIns="0" bIns="0" rtlCol="0">
              <a:spAutoFit/>
            </a:bodyPr>
            <a:lstStyle/>
            <a:p>
              <a:pPr algn="r" defTabSz="1219170"/>
              <a:r>
                <a:rPr lang="en-US" sz="2133" b="1">
                  <a:solidFill>
                    <a:srgbClr val="6590F0"/>
                  </a:solidFill>
                  <a:latin typeface="Segoe UI" panose="020B0502040204020203" pitchFamily="34" charset="0"/>
                  <a:cs typeface="Segoe UI" panose="020B0502040204020203" pitchFamily="34" charset="0"/>
                </a:rPr>
                <a:t>RARITY</a:t>
              </a:r>
            </a:p>
          </p:txBody>
        </p:sp>
        <p:sp>
          <p:nvSpPr>
            <p:cNvPr id="24" name="TextBox 23">
              <a:extLst>
                <a:ext uri="{FF2B5EF4-FFF2-40B4-BE49-F238E27FC236}">
                  <a16:creationId xmlns:a16="http://schemas.microsoft.com/office/drawing/2014/main" id="{8CD1D3DA-F6EA-2240-BB43-8DC8EAB0924C}"/>
                </a:ext>
              </a:extLst>
            </p:cNvPr>
            <p:cNvSpPr txBox="1"/>
            <p:nvPr/>
          </p:nvSpPr>
          <p:spPr>
            <a:xfrm>
              <a:off x="4189448" y="2931968"/>
              <a:ext cx="743101" cy="279841"/>
            </a:xfrm>
            <a:prstGeom prst="rect">
              <a:avLst/>
            </a:prstGeom>
            <a:noFill/>
          </p:spPr>
          <p:txBody>
            <a:bodyPr wrap="square" lIns="0" tIns="0" rIns="0" bIns="0" rtlCol="0">
              <a:spAutoFit/>
            </a:bodyPr>
            <a:lstStyle/>
            <a:p>
              <a:pPr algn="ctr" defTabSz="1219170"/>
              <a:r>
                <a:rPr lang="en-US" sz="2667" b="1">
                  <a:solidFill>
                    <a:srgbClr val="000000">
                      <a:lumMod val="75000"/>
                      <a:lumOff val="25000"/>
                    </a:srgbClr>
                  </a:solidFill>
                  <a:latin typeface="Segoe UI" panose="020B0502040204020203" pitchFamily="34" charset="0"/>
                  <a:cs typeface="Segoe UI" panose="020B0502040204020203" pitchFamily="34" charset="0"/>
                </a:rPr>
                <a:t>VRIO</a:t>
              </a:r>
            </a:p>
          </p:txBody>
        </p:sp>
        <p:sp>
          <p:nvSpPr>
            <p:cNvPr id="25" name="TextBox 24">
              <a:extLst>
                <a:ext uri="{FF2B5EF4-FFF2-40B4-BE49-F238E27FC236}">
                  <a16:creationId xmlns:a16="http://schemas.microsoft.com/office/drawing/2014/main" id="{0A7F99EC-4E79-3A49-A9CF-C81F0081CF5B}"/>
                </a:ext>
              </a:extLst>
            </p:cNvPr>
            <p:cNvSpPr txBox="1"/>
            <p:nvPr/>
          </p:nvSpPr>
          <p:spPr>
            <a:xfrm>
              <a:off x="2482828" y="1831133"/>
              <a:ext cx="1173552" cy="776444"/>
            </a:xfrm>
            <a:prstGeom prst="rect">
              <a:avLst/>
            </a:prstGeom>
            <a:noFill/>
          </p:spPr>
          <p:txBody>
            <a:bodyPr wrap="square" lIns="0" tIns="0" rIns="0" bIns="0" rtlCol="0">
              <a:noAutofit/>
            </a:bodyPr>
            <a:lstStyle/>
            <a:p>
              <a:pPr defTabSz="1219170"/>
              <a:r>
                <a:rPr lang="en-US" sz="1467">
                  <a:solidFill>
                    <a:srgbClr val="000000">
                      <a:lumMod val="75000"/>
                      <a:lumOff val="25000"/>
                    </a:srgbClr>
                  </a:solidFill>
                  <a:latin typeface="Segoe UI" panose="020B0502040204020203" pitchFamily="34" charset="0"/>
                  <a:cs typeface="Segoe UI" panose="020B0502040204020203" pitchFamily="34" charset="0"/>
                </a:rPr>
                <a:t>You can write your text here. Click here to edit your text.</a:t>
              </a:r>
            </a:p>
          </p:txBody>
        </p:sp>
        <p:sp>
          <p:nvSpPr>
            <p:cNvPr id="26" name="TextBox 25">
              <a:extLst>
                <a:ext uri="{FF2B5EF4-FFF2-40B4-BE49-F238E27FC236}">
                  <a16:creationId xmlns:a16="http://schemas.microsoft.com/office/drawing/2014/main" id="{780D2DF4-E188-094A-889B-70190F56D651}"/>
                </a:ext>
              </a:extLst>
            </p:cNvPr>
            <p:cNvSpPr txBox="1"/>
            <p:nvPr/>
          </p:nvSpPr>
          <p:spPr>
            <a:xfrm>
              <a:off x="2482828" y="3471706"/>
              <a:ext cx="1132593" cy="776444"/>
            </a:xfrm>
            <a:prstGeom prst="rect">
              <a:avLst/>
            </a:prstGeom>
            <a:noFill/>
          </p:spPr>
          <p:txBody>
            <a:bodyPr wrap="square" lIns="0" tIns="0" rIns="0" bIns="0" rtlCol="0">
              <a:noAutofit/>
            </a:bodyPr>
            <a:lstStyle>
              <a:defPPr>
                <a:defRPr lang="en-US"/>
              </a:defPPr>
              <a:lvl1pPr>
                <a:defRPr sz="1100">
                  <a:solidFill>
                    <a:schemeClr val="tx1">
                      <a:lumMod val="75000"/>
                      <a:lumOff val="25000"/>
                    </a:schemeClr>
                  </a:solidFill>
                  <a:latin typeface="Segoe UI" panose="020B0502040204020203" pitchFamily="34" charset="0"/>
                  <a:cs typeface="Segoe UI" panose="020B0502040204020203" pitchFamily="34" charset="0"/>
                </a:defRPr>
              </a:lvl1pPr>
            </a:lstStyle>
            <a:p>
              <a:pPr defTabSz="1219170"/>
              <a:r>
                <a:rPr lang="en-US" sz="1467">
                  <a:solidFill>
                    <a:srgbClr val="000000">
                      <a:lumMod val="75000"/>
                      <a:lumOff val="25000"/>
                    </a:srgbClr>
                  </a:solidFill>
                </a:rPr>
                <a:t>You can write your text here. Click here to edit your text.</a:t>
              </a:r>
            </a:p>
          </p:txBody>
        </p:sp>
        <p:sp>
          <p:nvSpPr>
            <p:cNvPr id="27" name="TextBox 26">
              <a:extLst>
                <a:ext uri="{FF2B5EF4-FFF2-40B4-BE49-F238E27FC236}">
                  <a16:creationId xmlns:a16="http://schemas.microsoft.com/office/drawing/2014/main" id="{D180FC70-51D3-7444-939F-104C355CCCEF}"/>
                </a:ext>
              </a:extLst>
            </p:cNvPr>
            <p:cNvSpPr txBox="1"/>
            <p:nvPr/>
          </p:nvSpPr>
          <p:spPr>
            <a:xfrm>
              <a:off x="5465480" y="1831133"/>
              <a:ext cx="1168136" cy="776444"/>
            </a:xfrm>
            <a:prstGeom prst="rect">
              <a:avLst/>
            </a:prstGeom>
            <a:noFill/>
          </p:spPr>
          <p:txBody>
            <a:bodyPr wrap="square" lIns="0" tIns="0" rIns="0" bIns="0" rtlCol="0">
              <a:noAutofit/>
            </a:bodyPr>
            <a:lstStyle/>
            <a:p>
              <a:pPr algn="r" defTabSz="1219170"/>
              <a:r>
                <a:rPr lang="en-US" sz="1467">
                  <a:solidFill>
                    <a:srgbClr val="000000">
                      <a:lumMod val="75000"/>
                      <a:lumOff val="25000"/>
                    </a:srgbClr>
                  </a:solidFill>
                  <a:latin typeface="Segoe UI" panose="020B0502040204020203" pitchFamily="34" charset="0"/>
                  <a:cs typeface="Segoe UI" panose="020B0502040204020203" pitchFamily="34" charset="0"/>
                </a:rPr>
                <a:t>You can write your text here. Click here to edit your text.</a:t>
              </a:r>
            </a:p>
          </p:txBody>
        </p:sp>
        <p:sp>
          <p:nvSpPr>
            <p:cNvPr id="28" name="TextBox 27">
              <a:extLst>
                <a:ext uri="{FF2B5EF4-FFF2-40B4-BE49-F238E27FC236}">
                  <a16:creationId xmlns:a16="http://schemas.microsoft.com/office/drawing/2014/main" id="{AEB7F79F-2684-E642-B984-D0F32E734ACB}"/>
                </a:ext>
              </a:extLst>
            </p:cNvPr>
            <p:cNvSpPr txBox="1"/>
            <p:nvPr/>
          </p:nvSpPr>
          <p:spPr>
            <a:xfrm>
              <a:off x="5534436" y="3471706"/>
              <a:ext cx="1099180" cy="776444"/>
            </a:xfrm>
            <a:prstGeom prst="rect">
              <a:avLst/>
            </a:prstGeom>
            <a:noFill/>
          </p:spPr>
          <p:txBody>
            <a:bodyPr wrap="square" lIns="0" tIns="0" rIns="0" bIns="0" rtlCol="0">
              <a:noAutofit/>
            </a:bodyPr>
            <a:lstStyle>
              <a:defPPr>
                <a:defRPr lang="en-US"/>
              </a:defPPr>
              <a:lvl1pPr>
                <a:defRPr sz="1100">
                  <a:solidFill>
                    <a:schemeClr val="tx1">
                      <a:lumMod val="75000"/>
                      <a:lumOff val="25000"/>
                    </a:schemeClr>
                  </a:solidFill>
                  <a:latin typeface="Segoe UI" panose="020B0502040204020203" pitchFamily="34" charset="0"/>
                  <a:cs typeface="Segoe UI" panose="020B0502040204020203" pitchFamily="34" charset="0"/>
                </a:defRPr>
              </a:lvl1pPr>
            </a:lstStyle>
            <a:p>
              <a:pPr algn="r" defTabSz="1219170"/>
              <a:r>
                <a:rPr lang="en-US" sz="1467">
                  <a:solidFill>
                    <a:srgbClr val="000000">
                      <a:lumMod val="75000"/>
                      <a:lumOff val="25000"/>
                    </a:srgbClr>
                  </a:solidFill>
                </a:rPr>
                <a:t>You can write your text here. Click here to edit your text.</a:t>
              </a:r>
            </a:p>
          </p:txBody>
        </p:sp>
        <p:pic>
          <p:nvPicPr>
            <p:cNvPr id="5" name="Graphic 4" descr="Coins with solid fill">
              <a:extLst>
                <a:ext uri="{FF2B5EF4-FFF2-40B4-BE49-F238E27FC236}">
                  <a16:creationId xmlns:a16="http://schemas.microsoft.com/office/drawing/2014/main" id="{139550CC-5148-AF46-A78C-439A43E94204}"/>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018044" y="2505324"/>
              <a:ext cx="255207" cy="255207"/>
            </a:xfrm>
            <a:prstGeom prst="rect">
              <a:avLst/>
            </a:prstGeom>
          </p:spPr>
        </p:pic>
        <p:pic>
          <p:nvPicPr>
            <p:cNvPr id="7" name="Graphic 6" descr="Stars with solid fill">
              <a:extLst>
                <a:ext uri="{FF2B5EF4-FFF2-40B4-BE49-F238E27FC236}">
                  <a16:creationId xmlns:a16="http://schemas.microsoft.com/office/drawing/2014/main" id="{391816F6-7D1C-1542-BAFA-DB6D3352F4A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866455" y="2504919"/>
              <a:ext cx="255612" cy="255612"/>
            </a:xfrm>
            <a:prstGeom prst="rect">
              <a:avLst/>
            </a:prstGeom>
          </p:spPr>
        </p:pic>
        <p:grpSp>
          <p:nvGrpSpPr>
            <p:cNvPr id="34" name="Group 33">
              <a:extLst>
                <a:ext uri="{FF2B5EF4-FFF2-40B4-BE49-F238E27FC236}">
                  <a16:creationId xmlns:a16="http://schemas.microsoft.com/office/drawing/2014/main" id="{E8D10A1C-6EDC-7A40-826A-2C4947AAD558}"/>
                </a:ext>
              </a:extLst>
            </p:cNvPr>
            <p:cNvGrpSpPr/>
            <p:nvPr/>
          </p:nvGrpSpPr>
          <p:grpSpPr>
            <a:xfrm>
              <a:off x="3964488" y="3367109"/>
              <a:ext cx="256122" cy="212755"/>
              <a:chOff x="3722688" y="1617663"/>
              <a:chExt cx="1096963" cy="911225"/>
            </a:xfrm>
            <a:solidFill>
              <a:schemeClr val="bg1"/>
            </a:solidFill>
          </p:grpSpPr>
          <p:sp>
            <p:nvSpPr>
              <p:cNvPr id="35" name="Freeform 9">
                <a:extLst>
                  <a:ext uri="{FF2B5EF4-FFF2-40B4-BE49-F238E27FC236}">
                    <a16:creationId xmlns:a16="http://schemas.microsoft.com/office/drawing/2014/main" id="{27CAD3AA-B055-DE4D-A896-499EF5BAFEF5}"/>
                  </a:ext>
                </a:extLst>
              </p:cNvPr>
              <p:cNvSpPr>
                <a:spLocks noEditPoints="1"/>
              </p:cNvSpPr>
              <p:nvPr/>
            </p:nvSpPr>
            <p:spPr bwMode="auto">
              <a:xfrm>
                <a:off x="4073526" y="1968500"/>
                <a:ext cx="642938" cy="457200"/>
              </a:xfrm>
              <a:custGeom>
                <a:avLst/>
                <a:gdLst>
                  <a:gd name="T0" fmla="*/ 103 w 405"/>
                  <a:gd name="T1" fmla="*/ 151 h 288"/>
                  <a:gd name="T2" fmla="*/ 74 w 405"/>
                  <a:gd name="T3" fmla="*/ 154 h 288"/>
                  <a:gd name="T4" fmla="*/ 45 w 405"/>
                  <a:gd name="T5" fmla="*/ 160 h 288"/>
                  <a:gd name="T6" fmla="*/ 13 w 405"/>
                  <a:gd name="T7" fmla="*/ 170 h 288"/>
                  <a:gd name="T8" fmla="*/ 13 w 405"/>
                  <a:gd name="T9" fmla="*/ 274 h 288"/>
                  <a:gd name="T10" fmla="*/ 391 w 405"/>
                  <a:gd name="T11" fmla="*/ 274 h 288"/>
                  <a:gd name="T12" fmla="*/ 391 w 405"/>
                  <a:gd name="T13" fmla="*/ 226 h 288"/>
                  <a:gd name="T14" fmla="*/ 376 w 405"/>
                  <a:gd name="T15" fmla="*/ 230 h 288"/>
                  <a:gd name="T16" fmla="*/ 359 w 405"/>
                  <a:gd name="T17" fmla="*/ 231 h 288"/>
                  <a:gd name="T18" fmla="*/ 331 w 405"/>
                  <a:gd name="T19" fmla="*/ 228 h 288"/>
                  <a:gd name="T20" fmla="*/ 300 w 405"/>
                  <a:gd name="T21" fmla="*/ 220 h 288"/>
                  <a:gd name="T22" fmla="*/ 265 w 405"/>
                  <a:gd name="T23" fmla="*/ 208 h 288"/>
                  <a:gd name="T24" fmla="*/ 228 w 405"/>
                  <a:gd name="T25" fmla="*/ 190 h 288"/>
                  <a:gd name="T26" fmla="*/ 194 w 405"/>
                  <a:gd name="T27" fmla="*/ 173 h 288"/>
                  <a:gd name="T28" fmla="*/ 163 w 405"/>
                  <a:gd name="T29" fmla="*/ 160 h 288"/>
                  <a:gd name="T30" fmla="*/ 133 w 405"/>
                  <a:gd name="T31" fmla="*/ 154 h 288"/>
                  <a:gd name="T32" fmla="*/ 103 w 405"/>
                  <a:gd name="T33" fmla="*/ 151 h 288"/>
                  <a:gd name="T34" fmla="*/ 13 w 405"/>
                  <a:gd name="T35" fmla="*/ 13 h 288"/>
                  <a:gd name="T36" fmla="*/ 13 w 405"/>
                  <a:gd name="T37" fmla="*/ 156 h 288"/>
                  <a:gd name="T38" fmla="*/ 45 w 405"/>
                  <a:gd name="T39" fmla="*/ 146 h 288"/>
                  <a:gd name="T40" fmla="*/ 74 w 405"/>
                  <a:gd name="T41" fmla="*/ 140 h 288"/>
                  <a:gd name="T42" fmla="*/ 103 w 405"/>
                  <a:gd name="T43" fmla="*/ 139 h 288"/>
                  <a:gd name="T44" fmla="*/ 103 w 405"/>
                  <a:gd name="T45" fmla="*/ 139 h 288"/>
                  <a:gd name="T46" fmla="*/ 134 w 405"/>
                  <a:gd name="T47" fmla="*/ 140 h 288"/>
                  <a:gd name="T48" fmla="*/ 167 w 405"/>
                  <a:gd name="T49" fmla="*/ 148 h 288"/>
                  <a:gd name="T50" fmla="*/ 199 w 405"/>
                  <a:gd name="T51" fmla="*/ 160 h 288"/>
                  <a:gd name="T52" fmla="*/ 234 w 405"/>
                  <a:gd name="T53" fmla="*/ 177 h 288"/>
                  <a:gd name="T54" fmla="*/ 270 w 405"/>
                  <a:gd name="T55" fmla="*/ 196 h 288"/>
                  <a:gd name="T56" fmla="*/ 302 w 405"/>
                  <a:gd name="T57" fmla="*/ 208 h 288"/>
                  <a:gd name="T58" fmla="*/ 333 w 405"/>
                  <a:gd name="T59" fmla="*/ 216 h 288"/>
                  <a:gd name="T60" fmla="*/ 359 w 405"/>
                  <a:gd name="T61" fmla="*/ 217 h 288"/>
                  <a:gd name="T62" fmla="*/ 376 w 405"/>
                  <a:gd name="T63" fmla="*/ 217 h 288"/>
                  <a:gd name="T64" fmla="*/ 391 w 405"/>
                  <a:gd name="T65" fmla="*/ 213 h 288"/>
                  <a:gd name="T66" fmla="*/ 391 w 405"/>
                  <a:gd name="T67" fmla="*/ 13 h 288"/>
                  <a:gd name="T68" fmla="*/ 13 w 405"/>
                  <a:gd name="T69" fmla="*/ 13 h 288"/>
                  <a:gd name="T70" fmla="*/ 0 w 405"/>
                  <a:gd name="T71" fmla="*/ 0 h 288"/>
                  <a:gd name="T72" fmla="*/ 405 w 405"/>
                  <a:gd name="T73" fmla="*/ 0 h 288"/>
                  <a:gd name="T74" fmla="*/ 405 w 405"/>
                  <a:gd name="T75" fmla="*/ 288 h 288"/>
                  <a:gd name="T76" fmla="*/ 0 w 405"/>
                  <a:gd name="T77" fmla="*/ 288 h 288"/>
                  <a:gd name="T78" fmla="*/ 0 w 405"/>
                  <a:gd name="T79"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5" h="288">
                    <a:moveTo>
                      <a:pt x="103" y="151"/>
                    </a:moveTo>
                    <a:lnTo>
                      <a:pt x="74" y="154"/>
                    </a:lnTo>
                    <a:lnTo>
                      <a:pt x="45" y="160"/>
                    </a:lnTo>
                    <a:lnTo>
                      <a:pt x="13" y="170"/>
                    </a:lnTo>
                    <a:lnTo>
                      <a:pt x="13" y="274"/>
                    </a:lnTo>
                    <a:lnTo>
                      <a:pt x="391" y="274"/>
                    </a:lnTo>
                    <a:lnTo>
                      <a:pt x="391" y="226"/>
                    </a:lnTo>
                    <a:lnTo>
                      <a:pt x="376" y="230"/>
                    </a:lnTo>
                    <a:lnTo>
                      <a:pt x="359" y="231"/>
                    </a:lnTo>
                    <a:lnTo>
                      <a:pt x="331" y="228"/>
                    </a:lnTo>
                    <a:lnTo>
                      <a:pt x="300" y="220"/>
                    </a:lnTo>
                    <a:lnTo>
                      <a:pt x="265" y="208"/>
                    </a:lnTo>
                    <a:lnTo>
                      <a:pt x="228" y="190"/>
                    </a:lnTo>
                    <a:lnTo>
                      <a:pt x="194" y="173"/>
                    </a:lnTo>
                    <a:lnTo>
                      <a:pt x="163" y="160"/>
                    </a:lnTo>
                    <a:lnTo>
                      <a:pt x="133" y="154"/>
                    </a:lnTo>
                    <a:lnTo>
                      <a:pt x="103" y="151"/>
                    </a:lnTo>
                    <a:close/>
                    <a:moveTo>
                      <a:pt x="13" y="13"/>
                    </a:moveTo>
                    <a:lnTo>
                      <a:pt x="13" y="156"/>
                    </a:lnTo>
                    <a:lnTo>
                      <a:pt x="45" y="146"/>
                    </a:lnTo>
                    <a:lnTo>
                      <a:pt x="74" y="140"/>
                    </a:lnTo>
                    <a:lnTo>
                      <a:pt x="103" y="139"/>
                    </a:lnTo>
                    <a:lnTo>
                      <a:pt x="103" y="139"/>
                    </a:lnTo>
                    <a:lnTo>
                      <a:pt x="134" y="140"/>
                    </a:lnTo>
                    <a:lnTo>
                      <a:pt x="167" y="148"/>
                    </a:lnTo>
                    <a:lnTo>
                      <a:pt x="199" y="160"/>
                    </a:lnTo>
                    <a:lnTo>
                      <a:pt x="234" y="177"/>
                    </a:lnTo>
                    <a:lnTo>
                      <a:pt x="270" y="196"/>
                    </a:lnTo>
                    <a:lnTo>
                      <a:pt x="302" y="208"/>
                    </a:lnTo>
                    <a:lnTo>
                      <a:pt x="333" y="216"/>
                    </a:lnTo>
                    <a:lnTo>
                      <a:pt x="359" y="217"/>
                    </a:lnTo>
                    <a:lnTo>
                      <a:pt x="376" y="217"/>
                    </a:lnTo>
                    <a:lnTo>
                      <a:pt x="391" y="213"/>
                    </a:lnTo>
                    <a:lnTo>
                      <a:pt x="391" y="13"/>
                    </a:lnTo>
                    <a:lnTo>
                      <a:pt x="13" y="13"/>
                    </a:lnTo>
                    <a:close/>
                    <a:moveTo>
                      <a:pt x="0" y="0"/>
                    </a:moveTo>
                    <a:lnTo>
                      <a:pt x="405" y="0"/>
                    </a:lnTo>
                    <a:lnTo>
                      <a:pt x="405" y="288"/>
                    </a:lnTo>
                    <a:lnTo>
                      <a:pt x="0" y="288"/>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defTabSz="1219170"/>
                <a:endParaRPr lang="en-US" sz="2400">
                  <a:solidFill>
                    <a:srgbClr val="000000"/>
                  </a:solidFill>
                  <a:latin typeface="Calibri"/>
                </a:endParaRPr>
              </a:p>
            </p:txBody>
          </p:sp>
          <p:sp>
            <p:nvSpPr>
              <p:cNvPr id="37" name="Freeform 10">
                <a:extLst>
                  <a:ext uri="{FF2B5EF4-FFF2-40B4-BE49-F238E27FC236}">
                    <a16:creationId xmlns:a16="http://schemas.microsoft.com/office/drawing/2014/main" id="{4DA47AFE-12B0-C04C-8E76-49F30F93E6A6}"/>
                  </a:ext>
                </a:extLst>
              </p:cNvPr>
              <p:cNvSpPr>
                <a:spLocks noEditPoints="1"/>
              </p:cNvSpPr>
              <p:nvPr/>
            </p:nvSpPr>
            <p:spPr bwMode="auto">
              <a:xfrm>
                <a:off x="4486276" y="2030413"/>
                <a:ext cx="166688" cy="165100"/>
              </a:xfrm>
              <a:custGeom>
                <a:avLst/>
                <a:gdLst>
                  <a:gd name="T0" fmla="*/ 53 w 105"/>
                  <a:gd name="T1" fmla="*/ 14 h 104"/>
                  <a:gd name="T2" fmla="*/ 39 w 105"/>
                  <a:gd name="T3" fmla="*/ 17 h 104"/>
                  <a:gd name="T4" fmla="*/ 25 w 105"/>
                  <a:gd name="T5" fmla="*/ 24 h 104"/>
                  <a:gd name="T6" fmla="*/ 17 w 105"/>
                  <a:gd name="T7" fmla="*/ 37 h 104"/>
                  <a:gd name="T8" fmla="*/ 14 w 105"/>
                  <a:gd name="T9" fmla="*/ 52 h 104"/>
                  <a:gd name="T10" fmla="*/ 17 w 105"/>
                  <a:gd name="T11" fmla="*/ 67 h 104"/>
                  <a:gd name="T12" fmla="*/ 25 w 105"/>
                  <a:gd name="T13" fmla="*/ 80 h 104"/>
                  <a:gd name="T14" fmla="*/ 39 w 105"/>
                  <a:gd name="T15" fmla="*/ 89 h 104"/>
                  <a:gd name="T16" fmla="*/ 53 w 105"/>
                  <a:gd name="T17" fmla="*/ 92 h 104"/>
                  <a:gd name="T18" fmla="*/ 68 w 105"/>
                  <a:gd name="T19" fmla="*/ 89 h 104"/>
                  <a:gd name="T20" fmla="*/ 80 w 105"/>
                  <a:gd name="T21" fmla="*/ 80 h 104"/>
                  <a:gd name="T22" fmla="*/ 90 w 105"/>
                  <a:gd name="T23" fmla="*/ 67 h 104"/>
                  <a:gd name="T24" fmla="*/ 93 w 105"/>
                  <a:gd name="T25" fmla="*/ 52 h 104"/>
                  <a:gd name="T26" fmla="*/ 90 w 105"/>
                  <a:gd name="T27" fmla="*/ 37 h 104"/>
                  <a:gd name="T28" fmla="*/ 80 w 105"/>
                  <a:gd name="T29" fmla="*/ 24 h 104"/>
                  <a:gd name="T30" fmla="*/ 68 w 105"/>
                  <a:gd name="T31" fmla="*/ 17 h 104"/>
                  <a:gd name="T32" fmla="*/ 53 w 105"/>
                  <a:gd name="T33" fmla="*/ 14 h 104"/>
                  <a:gd name="T34" fmla="*/ 53 w 105"/>
                  <a:gd name="T35" fmla="*/ 0 h 104"/>
                  <a:gd name="T36" fmla="*/ 74 w 105"/>
                  <a:gd name="T37" fmla="*/ 4 h 104"/>
                  <a:gd name="T38" fmla="*/ 90 w 105"/>
                  <a:gd name="T39" fmla="*/ 15 h 104"/>
                  <a:gd name="T40" fmla="*/ 102 w 105"/>
                  <a:gd name="T41" fmla="*/ 32 h 104"/>
                  <a:gd name="T42" fmla="*/ 105 w 105"/>
                  <a:gd name="T43" fmla="*/ 52 h 104"/>
                  <a:gd name="T44" fmla="*/ 102 w 105"/>
                  <a:gd name="T45" fmla="*/ 74 h 104"/>
                  <a:gd name="T46" fmla="*/ 90 w 105"/>
                  <a:gd name="T47" fmla="*/ 89 h 104"/>
                  <a:gd name="T48" fmla="*/ 74 w 105"/>
                  <a:gd name="T49" fmla="*/ 101 h 104"/>
                  <a:gd name="T50" fmla="*/ 53 w 105"/>
                  <a:gd name="T51" fmla="*/ 104 h 104"/>
                  <a:gd name="T52" fmla="*/ 33 w 105"/>
                  <a:gd name="T53" fmla="*/ 101 h 104"/>
                  <a:gd name="T54" fmla="*/ 16 w 105"/>
                  <a:gd name="T55" fmla="*/ 89 h 104"/>
                  <a:gd name="T56" fmla="*/ 5 w 105"/>
                  <a:gd name="T57" fmla="*/ 74 h 104"/>
                  <a:gd name="T58" fmla="*/ 0 w 105"/>
                  <a:gd name="T59" fmla="*/ 52 h 104"/>
                  <a:gd name="T60" fmla="*/ 5 w 105"/>
                  <a:gd name="T61" fmla="*/ 32 h 104"/>
                  <a:gd name="T62" fmla="*/ 16 w 105"/>
                  <a:gd name="T63" fmla="*/ 15 h 104"/>
                  <a:gd name="T64" fmla="*/ 33 w 105"/>
                  <a:gd name="T65" fmla="*/ 4 h 104"/>
                  <a:gd name="T66" fmla="*/ 53 w 105"/>
                  <a:gd name="T6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 h="104">
                    <a:moveTo>
                      <a:pt x="53" y="14"/>
                    </a:moveTo>
                    <a:lnTo>
                      <a:pt x="39" y="17"/>
                    </a:lnTo>
                    <a:lnTo>
                      <a:pt x="25" y="24"/>
                    </a:lnTo>
                    <a:lnTo>
                      <a:pt x="17" y="37"/>
                    </a:lnTo>
                    <a:lnTo>
                      <a:pt x="14" y="52"/>
                    </a:lnTo>
                    <a:lnTo>
                      <a:pt x="17" y="67"/>
                    </a:lnTo>
                    <a:lnTo>
                      <a:pt x="25" y="80"/>
                    </a:lnTo>
                    <a:lnTo>
                      <a:pt x="39" y="89"/>
                    </a:lnTo>
                    <a:lnTo>
                      <a:pt x="53" y="92"/>
                    </a:lnTo>
                    <a:lnTo>
                      <a:pt x="68" y="89"/>
                    </a:lnTo>
                    <a:lnTo>
                      <a:pt x="80" y="80"/>
                    </a:lnTo>
                    <a:lnTo>
                      <a:pt x="90" y="67"/>
                    </a:lnTo>
                    <a:lnTo>
                      <a:pt x="93" y="52"/>
                    </a:lnTo>
                    <a:lnTo>
                      <a:pt x="90" y="37"/>
                    </a:lnTo>
                    <a:lnTo>
                      <a:pt x="80" y="24"/>
                    </a:lnTo>
                    <a:lnTo>
                      <a:pt x="68" y="17"/>
                    </a:lnTo>
                    <a:lnTo>
                      <a:pt x="53" y="14"/>
                    </a:lnTo>
                    <a:close/>
                    <a:moveTo>
                      <a:pt x="53" y="0"/>
                    </a:moveTo>
                    <a:lnTo>
                      <a:pt x="74" y="4"/>
                    </a:lnTo>
                    <a:lnTo>
                      <a:pt x="90" y="15"/>
                    </a:lnTo>
                    <a:lnTo>
                      <a:pt x="102" y="32"/>
                    </a:lnTo>
                    <a:lnTo>
                      <a:pt x="105" y="52"/>
                    </a:lnTo>
                    <a:lnTo>
                      <a:pt x="102" y="74"/>
                    </a:lnTo>
                    <a:lnTo>
                      <a:pt x="90" y="89"/>
                    </a:lnTo>
                    <a:lnTo>
                      <a:pt x="74" y="101"/>
                    </a:lnTo>
                    <a:lnTo>
                      <a:pt x="53" y="104"/>
                    </a:lnTo>
                    <a:lnTo>
                      <a:pt x="33" y="101"/>
                    </a:lnTo>
                    <a:lnTo>
                      <a:pt x="16" y="89"/>
                    </a:lnTo>
                    <a:lnTo>
                      <a:pt x="5" y="74"/>
                    </a:lnTo>
                    <a:lnTo>
                      <a:pt x="0" y="52"/>
                    </a:lnTo>
                    <a:lnTo>
                      <a:pt x="5" y="32"/>
                    </a:lnTo>
                    <a:lnTo>
                      <a:pt x="16" y="15"/>
                    </a:lnTo>
                    <a:lnTo>
                      <a:pt x="33" y="4"/>
                    </a:lnTo>
                    <a:lnTo>
                      <a:pt x="53"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defTabSz="1219170"/>
                <a:endParaRPr lang="en-US" sz="2400">
                  <a:solidFill>
                    <a:srgbClr val="000000"/>
                  </a:solidFill>
                  <a:latin typeface="Calibri"/>
                </a:endParaRPr>
              </a:p>
            </p:txBody>
          </p:sp>
          <p:sp>
            <p:nvSpPr>
              <p:cNvPr id="39" name="Freeform 11">
                <a:extLst>
                  <a:ext uri="{FF2B5EF4-FFF2-40B4-BE49-F238E27FC236}">
                    <a16:creationId xmlns:a16="http://schemas.microsoft.com/office/drawing/2014/main" id="{550134EE-FC09-AB48-91E9-4E430316065F}"/>
                  </a:ext>
                </a:extLst>
              </p:cNvPr>
              <p:cNvSpPr>
                <a:spLocks noEditPoints="1"/>
              </p:cNvSpPr>
              <p:nvPr/>
            </p:nvSpPr>
            <p:spPr bwMode="auto">
              <a:xfrm>
                <a:off x="3722688" y="1617663"/>
                <a:ext cx="1096963" cy="911225"/>
              </a:xfrm>
              <a:custGeom>
                <a:avLst/>
                <a:gdLst>
                  <a:gd name="T0" fmla="*/ 181 w 691"/>
                  <a:gd name="T1" fmla="*/ 183 h 574"/>
                  <a:gd name="T2" fmla="*/ 181 w 691"/>
                  <a:gd name="T3" fmla="*/ 548 h 574"/>
                  <a:gd name="T4" fmla="*/ 665 w 691"/>
                  <a:gd name="T5" fmla="*/ 548 h 574"/>
                  <a:gd name="T6" fmla="*/ 665 w 691"/>
                  <a:gd name="T7" fmla="*/ 183 h 574"/>
                  <a:gd name="T8" fmla="*/ 181 w 691"/>
                  <a:gd name="T9" fmla="*/ 183 h 574"/>
                  <a:gd name="T10" fmla="*/ 26 w 691"/>
                  <a:gd name="T11" fmla="*/ 26 h 574"/>
                  <a:gd name="T12" fmla="*/ 26 w 691"/>
                  <a:gd name="T13" fmla="*/ 391 h 574"/>
                  <a:gd name="T14" fmla="*/ 155 w 691"/>
                  <a:gd name="T15" fmla="*/ 391 h 574"/>
                  <a:gd name="T16" fmla="*/ 155 w 691"/>
                  <a:gd name="T17" fmla="*/ 183 h 574"/>
                  <a:gd name="T18" fmla="*/ 160 w 691"/>
                  <a:gd name="T19" fmla="*/ 169 h 574"/>
                  <a:gd name="T20" fmla="*/ 169 w 691"/>
                  <a:gd name="T21" fmla="*/ 160 h 574"/>
                  <a:gd name="T22" fmla="*/ 181 w 691"/>
                  <a:gd name="T23" fmla="*/ 157 h 574"/>
                  <a:gd name="T24" fmla="*/ 508 w 691"/>
                  <a:gd name="T25" fmla="*/ 157 h 574"/>
                  <a:gd name="T26" fmla="*/ 508 w 691"/>
                  <a:gd name="T27" fmla="*/ 26 h 574"/>
                  <a:gd name="T28" fmla="*/ 26 w 691"/>
                  <a:gd name="T29" fmla="*/ 26 h 574"/>
                  <a:gd name="T30" fmla="*/ 26 w 691"/>
                  <a:gd name="T31" fmla="*/ 0 h 574"/>
                  <a:gd name="T32" fmla="*/ 508 w 691"/>
                  <a:gd name="T33" fmla="*/ 0 h 574"/>
                  <a:gd name="T34" fmla="*/ 521 w 691"/>
                  <a:gd name="T35" fmla="*/ 3 h 574"/>
                  <a:gd name="T36" fmla="*/ 531 w 691"/>
                  <a:gd name="T37" fmla="*/ 12 h 574"/>
                  <a:gd name="T38" fmla="*/ 534 w 691"/>
                  <a:gd name="T39" fmla="*/ 26 h 574"/>
                  <a:gd name="T40" fmla="*/ 534 w 691"/>
                  <a:gd name="T41" fmla="*/ 157 h 574"/>
                  <a:gd name="T42" fmla="*/ 665 w 691"/>
                  <a:gd name="T43" fmla="*/ 157 h 574"/>
                  <a:gd name="T44" fmla="*/ 678 w 691"/>
                  <a:gd name="T45" fmla="*/ 160 h 574"/>
                  <a:gd name="T46" fmla="*/ 688 w 691"/>
                  <a:gd name="T47" fmla="*/ 169 h 574"/>
                  <a:gd name="T48" fmla="*/ 691 w 691"/>
                  <a:gd name="T49" fmla="*/ 183 h 574"/>
                  <a:gd name="T50" fmla="*/ 691 w 691"/>
                  <a:gd name="T51" fmla="*/ 548 h 574"/>
                  <a:gd name="T52" fmla="*/ 688 w 691"/>
                  <a:gd name="T53" fmla="*/ 561 h 574"/>
                  <a:gd name="T54" fmla="*/ 678 w 691"/>
                  <a:gd name="T55" fmla="*/ 571 h 574"/>
                  <a:gd name="T56" fmla="*/ 665 w 691"/>
                  <a:gd name="T57" fmla="*/ 574 h 574"/>
                  <a:gd name="T58" fmla="*/ 181 w 691"/>
                  <a:gd name="T59" fmla="*/ 574 h 574"/>
                  <a:gd name="T60" fmla="*/ 169 w 691"/>
                  <a:gd name="T61" fmla="*/ 571 h 574"/>
                  <a:gd name="T62" fmla="*/ 160 w 691"/>
                  <a:gd name="T63" fmla="*/ 561 h 574"/>
                  <a:gd name="T64" fmla="*/ 155 w 691"/>
                  <a:gd name="T65" fmla="*/ 548 h 574"/>
                  <a:gd name="T66" fmla="*/ 155 w 691"/>
                  <a:gd name="T67" fmla="*/ 417 h 574"/>
                  <a:gd name="T68" fmla="*/ 26 w 691"/>
                  <a:gd name="T69" fmla="*/ 417 h 574"/>
                  <a:gd name="T70" fmla="*/ 12 w 691"/>
                  <a:gd name="T71" fmla="*/ 414 h 574"/>
                  <a:gd name="T72" fmla="*/ 3 w 691"/>
                  <a:gd name="T73" fmla="*/ 404 h 574"/>
                  <a:gd name="T74" fmla="*/ 0 w 691"/>
                  <a:gd name="T75" fmla="*/ 391 h 574"/>
                  <a:gd name="T76" fmla="*/ 0 w 691"/>
                  <a:gd name="T77" fmla="*/ 26 h 574"/>
                  <a:gd name="T78" fmla="*/ 3 w 691"/>
                  <a:gd name="T79" fmla="*/ 12 h 574"/>
                  <a:gd name="T80" fmla="*/ 12 w 691"/>
                  <a:gd name="T81" fmla="*/ 3 h 574"/>
                  <a:gd name="T82" fmla="*/ 26 w 691"/>
                  <a:gd name="T83"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91" h="574">
                    <a:moveTo>
                      <a:pt x="181" y="183"/>
                    </a:moveTo>
                    <a:lnTo>
                      <a:pt x="181" y="548"/>
                    </a:lnTo>
                    <a:lnTo>
                      <a:pt x="665" y="548"/>
                    </a:lnTo>
                    <a:lnTo>
                      <a:pt x="665" y="183"/>
                    </a:lnTo>
                    <a:lnTo>
                      <a:pt x="181" y="183"/>
                    </a:lnTo>
                    <a:close/>
                    <a:moveTo>
                      <a:pt x="26" y="26"/>
                    </a:moveTo>
                    <a:lnTo>
                      <a:pt x="26" y="391"/>
                    </a:lnTo>
                    <a:lnTo>
                      <a:pt x="155" y="391"/>
                    </a:lnTo>
                    <a:lnTo>
                      <a:pt x="155" y="183"/>
                    </a:lnTo>
                    <a:lnTo>
                      <a:pt x="160" y="169"/>
                    </a:lnTo>
                    <a:lnTo>
                      <a:pt x="169" y="160"/>
                    </a:lnTo>
                    <a:lnTo>
                      <a:pt x="181" y="157"/>
                    </a:lnTo>
                    <a:lnTo>
                      <a:pt x="508" y="157"/>
                    </a:lnTo>
                    <a:lnTo>
                      <a:pt x="508" y="26"/>
                    </a:lnTo>
                    <a:lnTo>
                      <a:pt x="26" y="26"/>
                    </a:lnTo>
                    <a:close/>
                    <a:moveTo>
                      <a:pt x="26" y="0"/>
                    </a:moveTo>
                    <a:lnTo>
                      <a:pt x="508" y="0"/>
                    </a:lnTo>
                    <a:lnTo>
                      <a:pt x="521" y="3"/>
                    </a:lnTo>
                    <a:lnTo>
                      <a:pt x="531" y="12"/>
                    </a:lnTo>
                    <a:lnTo>
                      <a:pt x="534" y="26"/>
                    </a:lnTo>
                    <a:lnTo>
                      <a:pt x="534" y="157"/>
                    </a:lnTo>
                    <a:lnTo>
                      <a:pt x="665" y="157"/>
                    </a:lnTo>
                    <a:lnTo>
                      <a:pt x="678" y="160"/>
                    </a:lnTo>
                    <a:lnTo>
                      <a:pt x="688" y="169"/>
                    </a:lnTo>
                    <a:lnTo>
                      <a:pt x="691" y="183"/>
                    </a:lnTo>
                    <a:lnTo>
                      <a:pt x="691" y="548"/>
                    </a:lnTo>
                    <a:lnTo>
                      <a:pt x="688" y="561"/>
                    </a:lnTo>
                    <a:lnTo>
                      <a:pt x="678" y="571"/>
                    </a:lnTo>
                    <a:lnTo>
                      <a:pt x="665" y="574"/>
                    </a:lnTo>
                    <a:lnTo>
                      <a:pt x="181" y="574"/>
                    </a:lnTo>
                    <a:lnTo>
                      <a:pt x="169" y="571"/>
                    </a:lnTo>
                    <a:lnTo>
                      <a:pt x="160" y="561"/>
                    </a:lnTo>
                    <a:lnTo>
                      <a:pt x="155" y="548"/>
                    </a:lnTo>
                    <a:lnTo>
                      <a:pt x="155" y="417"/>
                    </a:lnTo>
                    <a:lnTo>
                      <a:pt x="26" y="417"/>
                    </a:lnTo>
                    <a:lnTo>
                      <a:pt x="12" y="414"/>
                    </a:lnTo>
                    <a:lnTo>
                      <a:pt x="3" y="404"/>
                    </a:lnTo>
                    <a:lnTo>
                      <a:pt x="0" y="391"/>
                    </a:lnTo>
                    <a:lnTo>
                      <a:pt x="0" y="26"/>
                    </a:lnTo>
                    <a:lnTo>
                      <a:pt x="3" y="12"/>
                    </a:lnTo>
                    <a:lnTo>
                      <a:pt x="12" y="3"/>
                    </a:lnTo>
                    <a:lnTo>
                      <a:pt x="26"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defTabSz="1219170"/>
                <a:endParaRPr lang="en-US" sz="2400">
                  <a:solidFill>
                    <a:srgbClr val="000000"/>
                  </a:solidFill>
                  <a:latin typeface="Calibri"/>
                </a:endParaRPr>
              </a:p>
            </p:txBody>
          </p:sp>
        </p:grpSp>
        <p:pic>
          <p:nvPicPr>
            <p:cNvPr id="42" name="Graphic 41" descr="Connections with solid fill">
              <a:extLst>
                <a:ext uri="{FF2B5EF4-FFF2-40B4-BE49-F238E27FC236}">
                  <a16:creationId xmlns:a16="http://schemas.microsoft.com/office/drawing/2014/main" id="{4B9E8386-2CCD-FE47-832C-33F3D751E0E2}"/>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01914" y="3355808"/>
              <a:ext cx="267475" cy="267475"/>
            </a:xfrm>
            <a:prstGeom prst="rect">
              <a:avLst/>
            </a:prstGeom>
          </p:spPr>
        </p:pic>
      </p:grpSp>
    </p:spTree>
    <p:extLst>
      <p:ext uri="{BB962C8B-B14F-4D97-AF65-F5344CB8AC3E}">
        <p14:creationId xmlns:p14="http://schemas.microsoft.com/office/powerpoint/2010/main" val="250533861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F76B2966-6C1D-334D-8F6D-372D452B5057}"/>
              </a:ext>
            </a:extLst>
          </p:cNvPr>
          <p:cNvGrpSpPr/>
          <p:nvPr/>
        </p:nvGrpSpPr>
        <p:grpSpPr>
          <a:xfrm>
            <a:off x="736187" y="5630605"/>
            <a:ext cx="10592663" cy="744796"/>
            <a:chOff x="552140" y="4160175"/>
            <a:chExt cx="7944497" cy="558597"/>
          </a:xfrm>
        </p:grpSpPr>
        <p:pic>
          <p:nvPicPr>
            <p:cNvPr id="160" name="Graphic 159">
              <a:extLst>
                <a:ext uri="{FF2B5EF4-FFF2-40B4-BE49-F238E27FC236}">
                  <a16:creationId xmlns:a16="http://schemas.microsoft.com/office/drawing/2014/main" id="{77ED5078-FB4A-1543-AC5C-D31CB4F0F5F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52140" y="4160175"/>
              <a:ext cx="7944497" cy="558597"/>
            </a:xfrm>
            <a:prstGeom prst="rect">
              <a:avLst/>
            </a:prstGeom>
            <a:effectLst>
              <a:outerShdw blurRad="25400" dist="12700" dir="5400000" algn="ctr" rotWithShape="0">
                <a:srgbClr val="000000">
                  <a:alpha val="23000"/>
                </a:srgbClr>
              </a:outerShdw>
            </a:effectLst>
          </p:spPr>
        </p:pic>
        <p:sp>
          <p:nvSpPr>
            <p:cNvPr id="59" name="Rectangle 58">
              <a:extLst>
                <a:ext uri="{FF2B5EF4-FFF2-40B4-BE49-F238E27FC236}">
                  <a16:creationId xmlns:a16="http://schemas.microsoft.com/office/drawing/2014/main" id="{4B7854E7-697C-E347-9A62-DD349F21AEB0}"/>
                </a:ext>
              </a:extLst>
            </p:cNvPr>
            <p:cNvSpPr/>
            <p:nvPr/>
          </p:nvSpPr>
          <p:spPr>
            <a:xfrm>
              <a:off x="3129901" y="4160175"/>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64" name="Rectangle 63">
              <a:extLst>
                <a:ext uri="{FF2B5EF4-FFF2-40B4-BE49-F238E27FC236}">
                  <a16:creationId xmlns:a16="http://schemas.microsoft.com/office/drawing/2014/main" id="{F72B8645-5DEA-E94E-8481-98D9FAFC1580}"/>
                </a:ext>
              </a:extLst>
            </p:cNvPr>
            <p:cNvSpPr/>
            <p:nvPr/>
          </p:nvSpPr>
          <p:spPr>
            <a:xfrm>
              <a:off x="5828496" y="4160175"/>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grpSp>
      <p:grpSp>
        <p:nvGrpSpPr>
          <p:cNvPr id="6" name="Group 5">
            <a:extLst>
              <a:ext uri="{FF2B5EF4-FFF2-40B4-BE49-F238E27FC236}">
                <a16:creationId xmlns:a16="http://schemas.microsoft.com/office/drawing/2014/main" id="{B66F872E-2B86-3545-A655-5CBABE5B5A41}"/>
              </a:ext>
            </a:extLst>
          </p:cNvPr>
          <p:cNvGrpSpPr/>
          <p:nvPr/>
        </p:nvGrpSpPr>
        <p:grpSpPr>
          <a:xfrm>
            <a:off x="736187" y="4756845"/>
            <a:ext cx="10592663" cy="744796"/>
            <a:chOff x="552140" y="3504855"/>
            <a:chExt cx="7944497" cy="558597"/>
          </a:xfrm>
        </p:grpSpPr>
        <p:pic>
          <p:nvPicPr>
            <p:cNvPr id="146" name="Graphic 145">
              <a:extLst>
                <a:ext uri="{FF2B5EF4-FFF2-40B4-BE49-F238E27FC236}">
                  <a16:creationId xmlns:a16="http://schemas.microsoft.com/office/drawing/2014/main" id="{B2407B4E-2D7C-C14E-A39B-6B502852D08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52140" y="3504855"/>
              <a:ext cx="7944497" cy="558597"/>
            </a:xfrm>
            <a:prstGeom prst="rect">
              <a:avLst/>
            </a:prstGeom>
            <a:effectLst>
              <a:outerShdw blurRad="25400" dist="12700" dir="5400000" algn="ctr" rotWithShape="0">
                <a:srgbClr val="000000">
                  <a:alpha val="23000"/>
                </a:srgbClr>
              </a:outerShdw>
            </a:effectLst>
          </p:spPr>
        </p:pic>
        <p:sp>
          <p:nvSpPr>
            <p:cNvPr id="58" name="Rectangle 57">
              <a:extLst>
                <a:ext uri="{FF2B5EF4-FFF2-40B4-BE49-F238E27FC236}">
                  <a16:creationId xmlns:a16="http://schemas.microsoft.com/office/drawing/2014/main" id="{BA3AD2C0-A523-9A46-A8F8-3C0C4B84A9EE}"/>
                </a:ext>
              </a:extLst>
            </p:cNvPr>
            <p:cNvSpPr/>
            <p:nvPr/>
          </p:nvSpPr>
          <p:spPr>
            <a:xfrm>
              <a:off x="3129901" y="3505728"/>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63" name="Rectangle 62">
              <a:extLst>
                <a:ext uri="{FF2B5EF4-FFF2-40B4-BE49-F238E27FC236}">
                  <a16:creationId xmlns:a16="http://schemas.microsoft.com/office/drawing/2014/main" id="{56E69C8D-D0C6-CB49-8F26-8D1EA45D8882}"/>
                </a:ext>
              </a:extLst>
            </p:cNvPr>
            <p:cNvSpPr/>
            <p:nvPr/>
          </p:nvSpPr>
          <p:spPr>
            <a:xfrm>
              <a:off x="5828496" y="3505728"/>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grpSp>
      <p:grpSp>
        <p:nvGrpSpPr>
          <p:cNvPr id="3" name="Group 2">
            <a:extLst>
              <a:ext uri="{FF2B5EF4-FFF2-40B4-BE49-F238E27FC236}">
                <a16:creationId xmlns:a16="http://schemas.microsoft.com/office/drawing/2014/main" id="{504F29F8-64C9-EF4D-A9F3-03098919D786}"/>
              </a:ext>
            </a:extLst>
          </p:cNvPr>
          <p:cNvGrpSpPr/>
          <p:nvPr/>
        </p:nvGrpSpPr>
        <p:grpSpPr>
          <a:xfrm>
            <a:off x="736187" y="2958525"/>
            <a:ext cx="10592663" cy="744796"/>
            <a:chOff x="552140" y="2156115"/>
            <a:chExt cx="7944497" cy="558597"/>
          </a:xfrm>
        </p:grpSpPr>
        <p:pic>
          <p:nvPicPr>
            <p:cNvPr id="118" name="Graphic 117">
              <a:extLst>
                <a:ext uri="{FF2B5EF4-FFF2-40B4-BE49-F238E27FC236}">
                  <a16:creationId xmlns:a16="http://schemas.microsoft.com/office/drawing/2014/main" id="{EC07FCF3-96F2-7D40-8C70-CB809B2181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52140" y="2156115"/>
              <a:ext cx="7944497" cy="558597"/>
            </a:xfrm>
            <a:prstGeom prst="rect">
              <a:avLst/>
            </a:prstGeom>
            <a:effectLst>
              <a:outerShdw blurRad="25400" dist="12700" dir="5400000" algn="ctr" rotWithShape="0">
                <a:srgbClr val="000000">
                  <a:alpha val="23000"/>
                </a:srgbClr>
              </a:outerShdw>
            </a:effectLst>
          </p:spPr>
        </p:pic>
        <p:sp>
          <p:nvSpPr>
            <p:cNvPr id="55" name="Rectangle 54">
              <a:extLst>
                <a:ext uri="{FF2B5EF4-FFF2-40B4-BE49-F238E27FC236}">
                  <a16:creationId xmlns:a16="http://schemas.microsoft.com/office/drawing/2014/main" id="{B46E4EAD-3577-E44C-B362-94FBC3ADB710}"/>
                </a:ext>
              </a:extLst>
            </p:cNvPr>
            <p:cNvSpPr/>
            <p:nvPr/>
          </p:nvSpPr>
          <p:spPr>
            <a:xfrm>
              <a:off x="3129901" y="2156988"/>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61" name="Rectangle 60">
              <a:extLst>
                <a:ext uri="{FF2B5EF4-FFF2-40B4-BE49-F238E27FC236}">
                  <a16:creationId xmlns:a16="http://schemas.microsoft.com/office/drawing/2014/main" id="{4DABC435-217B-F44C-8C51-F18EE57E1480}"/>
                </a:ext>
              </a:extLst>
            </p:cNvPr>
            <p:cNvSpPr/>
            <p:nvPr/>
          </p:nvSpPr>
          <p:spPr>
            <a:xfrm>
              <a:off x="5828496" y="2156988"/>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grpSp>
      <p:grpSp>
        <p:nvGrpSpPr>
          <p:cNvPr id="5" name="Group 4">
            <a:extLst>
              <a:ext uri="{FF2B5EF4-FFF2-40B4-BE49-F238E27FC236}">
                <a16:creationId xmlns:a16="http://schemas.microsoft.com/office/drawing/2014/main" id="{968B6BB1-F7AD-8C4B-A7E5-23613887A6DF}"/>
              </a:ext>
            </a:extLst>
          </p:cNvPr>
          <p:cNvGrpSpPr/>
          <p:nvPr/>
        </p:nvGrpSpPr>
        <p:grpSpPr>
          <a:xfrm>
            <a:off x="736187" y="3832285"/>
            <a:ext cx="10592663" cy="744796"/>
            <a:chOff x="552140" y="2811435"/>
            <a:chExt cx="7944497" cy="558597"/>
          </a:xfrm>
        </p:grpSpPr>
        <p:pic>
          <p:nvPicPr>
            <p:cNvPr id="132" name="Graphic 131">
              <a:extLst>
                <a:ext uri="{FF2B5EF4-FFF2-40B4-BE49-F238E27FC236}">
                  <a16:creationId xmlns:a16="http://schemas.microsoft.com/office/drawing/2014/main" id="{C2045FD3-BE53-8841-9B48-48BE0E5557A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52140" y="2811435"/>
              <a:ext cx="7944497" cy="558597"/>
            </a:xfrm>
            <a:prstGeom prst="rect">
              <a:avLst/>
            </a:prstGeom>
            <a:effectLst>
              <a:outerShdw blurRad="25400" dist="12700" dir="5400000" algn="ctr" rotWithShape="0">
                <a:srgbClr val="000000">
                  <a:alpha val="23000"/>
                </a:srgbClr>
              </a:outerShdw>
            </a:effectLst>
          </p:spPr>
        </p:pic>
        <p:sp>
          <p:nvSpPr>
            <p:cNvPr id="57" name="Rectangle 56">
              <a:extLst>
                <a:ext uri="{FF2B5EF4-FFF2-40B4-BE49-F238E27FC236}">
                  <a16:creationId xmlns:a16="http://schemas.microsoft.com/office/drawing/2014/main" id="{70162C4E-C8D3-9146-862A-EC186CFDC15C}"/>
                </a:ext>
              </a:extLst>
            </p:cNvPr>
            <p:cNvSpPr/>
            <p:nvPr/>
          </p:nvSpPr>
          <p:spPr>
            <a:xfrm>
              <a:off x="3129901" y="2812308"/>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62" name="Rectangle 61">
              <a:extLst>
                <a:ext uri="{FF2B5EF4-FFF2-40B4-BE49-F238E27FC236}">
                  <a16:creationId xmlns:a16="http://schemas.microsoft.com/office/drawing/2014/main" id="{E5003D9F-C8A8-FB4B-A67C-506019A59A06}"/>
                </a:ext>
              </a:extLst>
            </p:cNvPr>
            <p:cNvSpPr/>
            <p:nvPr/>
          </p:nvSpPr>
          <p:spPr>
            <a:xfrm>
              <a:off x="5828496" y="2812308"/>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grpSp>
      <p:sp>
        <p:nvSpPr>
          <p:cNvPr id="65" name="Rounded Rectangle 64">
            <a:extLst>
              <a:ext uri="{FF2B5EF4-FFF2-40B4-BE49-F238E27FC236}">
                <a16:creationId xmlns:a16="http://schemas.microsoft.com/office/drawing/2014/main" id="{AE0D687D-19C3-B94A-A1E4-4688EDFB93DD}"/>
              </a:ext>
            </a:extLst>
          </p:cNvPr>
          <p:cNvSpPr/>
          <p:nvPr/>
        </p:nvSpPr>
        <p:spPr>
          <a:xfrm>
            <a:off x="6059239" y="1667520"/>
            <a:ext cx="1585349" cy="800216"/>
          </a:xfrm>
          <a:prstGeom prst="roundRect">
            <a:avLst>
              <a:gd name="adj" fmla="val 2460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66" name="Rounded Rectangle 65">
            <a:extLst>
              <a:ext uri="{FF2B5EF4-FFF2-40B4-BE49-F238E27FC236}">
                <a16:creationId xmlns:a16="http://schemas.microsoft.com/office/drawing/2014/main" id="{C1064EEE-D582-C641-B23B-E477DE38000C}"/>
              </a:ext>
            </a:extLst>
          </p:cNvPr>
          <p:cNvSpPr/>
          <p:nvPr/>
        </p:nvSpPr>
        <p:spPr>
          <a:xfrm>
            <a:off x="7877344" y="1667520"/>
            <a:ext cx="1585349" cy="800216"/>
          </a:xfrm>
          <a:prstGeom prst="roundRect">
            <a:avLst>
              <a:gd name="adj" fmla="val 2460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67" name="Rounded Rectangle 66">
            <a:extLst>
              <a:ext uri="{FF2B5EF4-FFF2-40B4-BE49-F238E27FC236}">
                <a16:creationId xmlns:a16="http://schemas.microsoft.com/office/drawing/2014/main" id="{EF878579-FC28-3D4D-AF41-84E94DA15FDC}"/>
              </a:ext>
            </a:extLst>
          </p:cNvPr>
          <p:cNvSpPr/>
          <p:nvPr/>
        </p:nvSpPr>
        <p:spPr>
          <a:xfrm>
            <a:off x="9638411" y="1667520"/>
            <a:ext cx="1585349" cy="800216"/>
          </a:xfrm>
          <a:prstGeom prst="roundRect">
            <a:avLst>
              <a:gd name="adj" fmla="val 2460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sp>
        <p:nvSpPr>
          <p:cNvPr id="93" name="Rounded Rectangle 92">
            <a:extLst>
              <a:ext uri="{FF2B5EF4-FFF2-40B4-BE49-F238E27FC236}">
                <a16:creationId xmlns:a16="http://schemas.microsoft.com/office/drawing/2014/main" id="{C51D3486-0925-2842-8165-B520B8CE42C1}"/>
              </a:ext>
            </a:extLst>
          </p:cNvPr>
          <p:cNvSpPr/>
          <p:nvPr/>
        </p:nvSpPr>
        <p:spPr>
          <a:xfrm>
            <a:off x="4305302" y="1667520"/>
            <a:ext cx="1585349" cy="800216"/>
          </a:xfrm>
          <a:prstGeom prst="roundRect">
            <a:avLst>
              <a:gd name="adj" fmla="val 2460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FFFFFF"/>
              </a:solidFill>
              <a:latin typeface="Calibri"/>
            </a:endParaRPr>
          </a:p>
        </p:txBody>
      </p:sp>
      <p:grpSp>
        <p:nvGrpSpPr>
          <p:cNvPr id="2" name="Group 1">
            <a:extLst>
              <a:ext uri="{FF2B5EF4-FFF2-40B4-BE49-F238E27FC236}">
                <a16:creationId xmlns:a16="http://schemas.microsoft.com/office/drawing/2014/main" id="{24169481-878C-0E40-AC63-2F9985429D70}"/>
              </a:ext>
            </a:extLst>
          </p:cNvPr>
          <p:cNvGrpSpPr/>
          <p:nvPr/>
        </p:nvGrpSpPr>
        <p:grpSpPr>
          <a:xfrm>
            <a:off x="736187" y="2054285"/>
            <a:ext cx="10592663" cy="744796"/>
            <a:chOff x="552140" y="1477935"/>
            <a:chExt cx="7944497" cy="558597"/>
          </a:xfrm>
        </p:grpSpPr>
        <p:pic>
          <p:nvPicPr>
            <p:cNvPr id="7" name="Graphic 6">
              <a:extLst>
                <a:ext uri="{FF2B5EF4-FFF2-40B4-BE49-F238E27FC236}">
                  <a16:creationId xmlns:a16="http://schemas.microsoft.com/office/drawing/2014/main" id="{3F9A59E0-EF7E-C745-B904-68C22A35EED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52140" y="1477935"/>
              <a:ext cx="7944497" cy="558597"/>
            </a:xfrm>
            <a:prstGeom prst="rect">
              <a:avLst/>
            </a:prstGeom>
            <a:effectLst>
              <a:outerShdw blurRad="25400" dist="12700" dir="5400000" algn="ctr" rotWithShape="0">
                <a:srgbClr val="000000">
                  <a:alpha val="23000"/>
                </a:srgbClr>
              </a:outerShdw>
            </a:effectLst>
          </p:spPr>
        </p:pic>
        <p:sp>
          <p:nvSpPr>
            <p:cNvPr id="91" name="TextBox 90">
              <a:extLst>
                <a:ext uri="{FF2B5EF4-FFF2-40B4-BE49-F238E27FC236}">
                  <a16:creationId xmlns:a16="http://schemas.microsoft.com/office/drawing/2014/main" id="{F842BD80-D314-284E-A858-8A045C277E52}"/>
                </a:ext>
              </a:extLst>
            </p:cNvPr>
            <p:cNvSpPr txBox="1"/>
            <p:nvPr/>
          </p:nvSpPr>
          <p:spPr>
            <a:xfrm>
              <a:off x="799140" y="1558721"/>
              <a:ext cx="2009744" cy="373446"/>
            </a:xfrm>
            <a:prstGeom prst="rect">
              <a:avLst/>
            </a:prstGeom>
            <a:noFill/>
          </p:spPr>
          <p:txBody>
            <a:bodyPr wrap="square" lIns="0" tIns="0" rIns="0" bIns="0" rtlCol="0">
              <a:noAutofit/>
            </a:bodyPr>
            <a:lstStyle/>
            <a:p>
              <a:pPr defTabSz="1219170"/>
              <a:r>
                <a:rPr lang="en-US" sz="1600">
                  <a:solidFill>
                    <a:srgbClr val="000000">
                      <a:lumMod val="75000"/>
                      <a:lumOff val="25000"/>
                    </a:srgbClr>
                  </a:solidFill>
                  <a:latin typeface="Segoe UI" panose="020B0502040204020203" pitchFamily="34" charset="0"/>
                  <a:cs typeface="Segoe UI" panose="020B0502040204020203" pitchFamily="34" charset="0"/>
                </a:rPr>
                <a:t>You can place your text here. Click here to edit this text.</a:t>
              </a:r>
            </a:p>
          </p:txBody>
        </p:sp>
        <p:sp>
          <p:nvSpPr>
            <p:cNvPr id="4" name="Rectangle 3">
              <a:extLst>
                <a:ext uri="{FF2B5EF4-FFF2-40B4-BE49-F238E27FC236}">
                  <a16:creationId xmlns:a16="http://schemas.microsoft.com/office/drawing/2014/main" id="{84BA067E-4EDC-CA49-9AB0-FD4FE9ABB259}"/>
                </a:ext>
              </a:extLst>
            </p:cNvPr>
            <p:cNvSpPr/>
            <p:nvPr/>
          </p:nvSpPr>
          <p:spPr>
            <a:xfrm>
              <a:off x="3129901" y="1479683"/>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000000">
                    <a:lumMod val="75000"/>
                    <a:lumOff val="25000"/>
                  </a:srgbClr>
                </a:solidFill>
                <a:latin typeface="Calibri"/>
              </a:endParaRPr>
            </a:p>
          </p:txBody>
        </p:sp>
        <p:sp>
          <p:nvSpPr>
            <p:cNvPr id="60" name="Rectangle 59">
              <a:extLst>
                <a:ext uri="{FF2B5EF4-FFF2-40B4-BE49-F238E27FC236}">
                  <a16:creationId xmlns:a16="http://schemas.microsoft.com/office/drawing/2014/main" id="{BFEB1018-59C3-4C40-8515-D35CC0BF0BC6}"/>
                </a:ext>
              </a:extLst>
            </p:cNvPr>
            <p:cNvSpPr/>
            <p:nvPr/>
          </p:nvSpPr>
          <p:spPr>
            <a:xfrm>
              <a:off x="5828496" y="1479683"/>
              <a:ext cx="1327799" cy="556849"/>
            </a:xfrm>
            <a:prstGeom prst="rect">
              <a:avLst/>
            </a:prstGeom>
            <a:solidFill>
              <a:schemeClr val="bg2">
                <a:alpha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BR" sz="2400">
                <a:solidFill>
                  <a:srgbClr val="000000">
                    <a:lumMod val="75000"/>
                    <a:lumOff val="25000"/>
                  </a:srgbClr>
                </a:solidFill>
                <a:latin typeface="Calibri"/>
              </a:endParaRPr>
            </a:p>
          </p:txBody>
        </p:sp>
      </p:grpSp>
      <p:sp>
        <p:nvSpPr>
          <p:cNvPr id="12" name="Title 11"/>
          <p:cNvSpPr>
            <a:spLocks noGrp="1"/>
          </p:cNvSpPr>
          <p:nvPr>
            <p:ph type="title"/>
          </p:nvPr>
        </p:nvSpPr>
        <p:spPr>
          <a:xfrm>
            <a:off x="609600" y="274640"/>
            <a:ext cx="10972800" cy="715961"/>
          </a:xfrm>
        </p:spPr>
        <p:txBody>
          <a:bodyPr/>
          <a:lstStyle/>
          <a:p>
            <a:r>
              <a:rPr lang="en-US"/>
              <a:t>VRIO Analysis Slide Template</a:t>
            </a:r>
          </a:p>
        </p:txBody>
      </p:sp>
      <p:sp>
        <p:nvSpPr>
          <p:cNvPr id="14" name="Text Placeholder 13"/>
          <p:cNvSpPr>
            <a:spLocks noGrp="1"/>
          </p:cNvSpPr>
          <p:nvPr>
            <p:ph type="body" sz="quarter" idx="13"/>
          </p:nvPr>
        </p:nvSpPr>
        <p:spPr>
          <a:xfrm>
            <a:off x="609600" y="990600"/>
            <a:ext cx="10972800" cy="508000"/>
          </a:xfrm>
        </p:spPr>
        <p:txBody>
          <a:bodyPr/>
          <a:lstStyle/>
          <a:p>
            <a:r>
              <a:rPr lang="en-US"/>
              <a:t>This is a sample text. Insert your desired text here.</a:t>
            </a:r>
          </a:p>
        </p:txBody>
      </p:sp>
      <p:sp>
        <p:nvSpPr>
          <p:cNvPr id="109" name="Oval 108">
            <a:extLst>
              <a:ext uri="{FF2B5EF4-FFF2-40B4-BE49-F238E27FC236}">
                <a16:creationId xmlns:a16="http://schemas.microsoft.com/office/drawing/2014/main" id="{9BB3243E-2E03-E744-800F-1741D890B584}"/>
              </a:ext>
            </a:extLst>
          </p:cNvPr>
          <p:cNvSpPr/>
          <p:nvPr/>
        </p:nvSpPr>
        <p:spPr>
          <a:xfrm>
            <a:off x="6662419" y="223351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pic>
        <p:nvPicPr>
          <p:cNvPr id="110" name="Graphic 109">
            <a:extLst>
              <a:ext uri="{FF2B5EF4-FFF2-40B4-BE49-F238E27FC236}">
                <a16:creationId xmlns:a16="http://schemas.microsoft.com/office/drawing/2014/main" id="{ECF23372-9BBC-CC4E-9173-00865B288CE8}"/>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727851" y="2356163"/>
            <a:ext cx="249656" cy="166437"/>
          </a:xfrm>
          <a:prstGeom prst="rect">
            <a:avLst/>
          </a:prstGeom>
        </p:spPr>
      </p:pic>
      <p:sp>
        <p:nvSpPr>
          <p:cNvPr id="116" name="Oval 115">
            <a:extLst>
              <a:ext uri="{FF2B5EF4-FFF2-40B4-BE49-F238E27FC236}">
                <a16:creationId xmlns:a16="http://schemas.microsoft.com/office/drawing/2014/main" id="{E02DBB66-8707-0C4D-BC0E-1B9994CD2B4E}"/>
              </a:ext>
            </a:extLst>
          </p:cNvPr>
          <p:cNvSpPr/>
          <p:nvPr/>
        </p:nvSpPr>
        <p:spPr>
          <a:xfrm>
            <a:off x="10269219" y="223351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pic>
        <p:nvPicPr>
          <p:cNvPr id="174" name="Graphic 173">
            <a:extLst>
              <a:ext uri="{FF2B5EF4-FFF2-40B4-BE49-F238E27FC236}">
                <a16:creationId xmlns:a16="http://schemas.microsoft.com/office/drawing/2014/main" id="{CC4B8451-223B-5045-A826-D3C3789790FC}"/>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34649" y="2356163"/>
            <a:ext cx="249656" cy="166437"/>
          </a:xfrm>
          <a:prstGeom prst="rect">
            <a:avLst/>
          </a:prstGeom>
        </p:spPr>
      </p:pic>
      <p:sp>
        <p:nvSpPr>
          <p:cNvPr id="123" name="Oval 122">
            <a:extLst>
              <a:ext uri="{FF2B5EF4-FFF2-40B4-BE49-F238E27FC236}">
                <a16:creationId xmlns:a16="http://schemas.microsoft.com/office/drawing/2014/main" id="{3C3397A1-FF75-4A41-A886-156054DE0849}"/>
              </a:ext>
            </a:extLst>
          </p:cNvPr>
          <p:cNvSpPr/>
          <p:nvPr/>
        </p:nvSpPr>
        <p:spPr>
          <a:xfrm>
            <a:off x="6662419" y="313775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pic>
        <p:nvPicPr>
          <p:cNvPr id="124" name="Graphic 123">
            <a:extLst>
              <a:ext uri="{FF2B5EF4-FFF2-40B4-BE49-F238E27FC236}">
                <a16:creationId xmlns:a16="http://schemas.microsoft.com/office/drawing/2014/main" id="{46CD326B-B567-2F4D-9C0A-DDAE7C2A0514}"/>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727851" y="3247703"/>
            <a:ext cx="249656" cy="166437"/>
          </a:xfrm>
          <a:prstGeom prst="rect">
            <a:avLst/>
          </a:prstGeom>
        </p:spPr>
      </p:pic>
      <p:sp>
        <p:nvSpPr>
          <p:cNvPr id="130" name="Oval 129">
            <a:extLst>
              <a:ext uri="{FF2B5EF4-FFF2-40B4-BE49-F238E27FC236}">
                <a16:creationId xmlns:a16="http://schemas.microsoft.com/office/drawing/2014/main" id="{CD25E62D-1FAF-D34D-B040-850E3F10FA66}"/>
              </a:ext>
            </a:extLst>
          </p:cNvPr>
          <p:cNvSpPr/>
          <p:nvPr/>
        </p:nvSpPr>
        <p:spPr>
          <a:xfrm>
            <a:off x="10281661" y="313775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137" name="Oval 136">
            <a:extLst>
              <a:ext uri="{FF2B5EF4-FFF2-40B4-BE49-F238E27FC236}">
                <a16:creationId xmlns:a16="http://schemas.microsoft.com/office/drawing/2014/main" id="{F9215FE6-5982-E749-8492-144139C05ADD}"/>
              </a:ext>
            </a:extLst>
          </p:cNvPr>
          <p:cNvSpPr/>
          <p:nvPr/>
        </p:nvSpPr>
        <p:spPr>
          <a:xfrm>
            <a:off x="6662419" y="401151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pic>
        <p:nvPicPr>
          <p:cNvPr id="138" name="Graphic 137">
            <a:extLst>
              <a:ext uri="{FF2B5EF4-FFF2-40B4-BE49-F238E27FC236}">
                <a16:creationId xmlns:a16="http://schemas.microsoft.com/office/drawing/2014/main" id="{2A4AEE06-7274-F043-9184-AE14E8F31BB1}"/>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727851" y="4138396"/>
            <a:ext cx="249656" cy="166437"/>
          </a:xfrm>
          <a:prstGeom prst="rect">
            <a:avLst/>
          </a:prstGeom>
        </p:spPr>
      </p:pic>
      <p:sp>
        <p:nvSpPr>
          <p:cNvPr id="144" name="Oval 143">
            <a:extLst>
              <a:ext uri="{FF2B5EF4-FFF2-40B4-BE49-F238E27FC236}">
                <a16:creationId xmlns:a16="http://schemas.microsoft.com/office/drawing/2014/main" id="{4359E612-2352-5D42-8624-51D9801ADA0C}"/>
              </a:ext>
            </a:extLst>
          </p:cNvPr>
          <p:cNvSpPr/>
          <p:nvPr/>
        </p:nvSpPr>
        <p:spPr>
          <a:xfrm>
            <a:off x="10269219" y="401151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151" name="Oval 150">
            <a:extLst>
              <a:ext uri="{FF2B5EF4-FFF2-40B4-BE49-F238E27FC236}">
                <a16:creationId xmlns:a16="http://schemas.microsoft.com/office/drawing/2014/main" id="{3DCE1897-8E0F-8147-A3A6-2F2A79333373}"/>
              </a:ext>
            </a:extLst>
          </p:cNvPr>
          <p:cNvSpPr/>
          <p:nvPr/>
        </p:nvSpPr>
        <p:spPr>
          <a:xfrm>
            <a:off x="6662419" y="493607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pic>
        <p:nvPicPr>
          <p:cNvPr id="152" name="Graphic 151">
            <a:extLst>
              <a:ext uri="{FF2B5EF4-FFF2-40B4-BE49-F238E27FC236}">
                <a16:creationId xmlns:a16="http://schemas.microsoft.com/office/drawing/2014/main" id="{531B2C4F-7BBC-9541-A9D8-176F9F704DDD}"/>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727851" y="5058723"/>
            <a:ext cx="249656" cy="166437"/>
          </a:xfrm>
          <a:prstGeom prst="rect">
            <a:avLst/>
          </a:prstGeom>
        </p:spPr>
      </p:pic>
      <p:sp>
        <p:nvSpPr>
          <p:cNvPr id="158" name="Oval 157">
            <a:extLst>
              <a:ext uri="{FF2B5EF4-FFF2-40B4-BE49-F238E27FC236}">
                <a16:creationId xmlns:a16="http://schemas.microsoft.com/office/drawing/2014/main" id="{27347419-0E78-4141-8528-6E87A5C26FAE}"/>
              </a:ext>
            </a:extLst>
          </p:cNvPr>
          <p:cNvSpPr/>
          <p:nvPr/>
        </p:nvSpPr>
        <p:spPr>
          <a:xfrm>
            <a:off x="10269219" y="493607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165" name="Oval 164">
            <a:extLst>
              <a:ext uri="{FF2B5EF4-FFF2-40B4-BE49-F238E27FC236}">
                <a16:creationId xmlns:a16="http://schemas.microsoft.com/office/drawing/2014/main" id="{032FDF5F-1D37-BC4B-ABCF-DEF11202880A}"/>
              </a:ext>
            </a:extLst>
          </p:cNvPr>
          <p:cNvSpPr/>
          <p:nvPr/>
        </p:nvSpPr>
        <p:spPr>
          <a:xfrm>
            <a:off x="6662419" y="580983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172" name="Oval 171">
            <a:extLst>
              <a:ext uri="{FF2B5EF4-FFF2-40B4-BE49-F238E27FC236}">
                <a16:creationId xmlns:a16="http://schemas.microsoft.com/office/drawing/2014/main" id="{DF2D6E6E-30EB-2743-B1AC-D235FFB64A10}"/>
              </a:ext>
            </a:extLst>
          </p:cNvPr>
          <p:cNvSpPr/>
          <p:nvPr/>
        </p:nvSpPr>
        <p:spPr>
          <a:xfrm>
            <a:off x="10269219" y="580983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78" name="TextBox 77">
            <a:extLst>
              <a:ext uri="{FF2B5EF4-FFF2-40B4-BE49-F238E27FC236}">
                <a16:creationId xmlns:a16="http://schemas.microsoft.com/office/drawing/2014/main" id="{71F4F093-2C58-F745-8D2F-6A5BE07F1CEC}"/>
              </a:ext>
            </a:extLst>
          </p:cNvPr>
          <p:cNvSpPr txBox="1"/>
          <p:nvPr/>
        </p:nvSpPr>
        <p:spPr>
          <a:xfrm>
            <a:off x="6252755" y="1731410"/>
            <a:ext cx="1199848" cy="287323"/>
          </a:xfrm>
          <a:prstGeom prst="rect">
            <a:avLst/>
          </a:prstGeom>
          <a:noFill/>
        </p:spPr>
        <p:txBody>
          <a:bodyPr wrap="square" lIns="0" tIns="0" rIns="0" bIns="0" rtlCol="0">
            <a:spAutoFit/>
          </a:bodyPr>
          <a:lstStyle/>
          <a:p>
            <a:pPr algn="ctr" defTabSz="1219170"/>
            <a:r>
              <a:rPr lang="en-US" sz="1867" b="1">
                <a:solidFill>
                  <a:srgbClr val="FFFFFF"/>
                </a:solidFill>
                <a:latin typeface="Segoe UI" panose="020B0502040204020203" pitchFamily="34" charset="0"/>
                <a:cs typeface="Segoe UI" panose="020B0502040204020203" pitchFamily="34" charset="0"/>
              </a:rPr>
              <a:t>RARE</a:t>
            </a:r>
          </a:p>
        </p:txBody>
      </p:sp>
      <p:sp>
        <p:nvSpPr>
          <p:cNvPr id="79" name="TextBox 78">
            <a:extLst>
              <a:ext uri="{FF2B5EF4-FFF2-40B4-BE49-F238E27FC236}">
                <a16:creationId xmlns:a16="http://schemas.microsoft.com/office/drawing/2014/main" id="{84E26AF7-2227-5F4C-B86A-9E7661E447A0}"/>
              </a:ext>
            </a:extLst>
          </p:cNvPr>
          <p:cNvSpPr txBox="1"/>
          <p:nvPr/>
        </p:nvSpPr>
        <p:spPr>
          <a:xfrm>
            <a:off x="8016682" y="1731409"/>
            <a:ext cx="1288953" cy="287323"/>
          </a:xfrm>
          <a:prstGeom prst="rect">
            <a:avLst/>
          </a:prstGeom>
          <a:noFill/>
        </p:spPr>
        <p:txBody>
          <a:bodyPr wrap="square" lIns="0" tIns="0" rIns="0" bIns="0" rtlCol="0">
            <a:spAutoFit/>
          </a:bodyPr>
          <a:lstStyle/>
          <a:p>
            <a:pPr algn="ctr" defTabSz="1219170"/>
            <a:r>
              <a:rPr lang="en-US" sz="1867" b="1">
                <a:solidFill>
                  <a:srgbClr val="FFFFFF"/>
                </a:solidFill>
                <a:latin typeface="Segoe UI" panose="020B0502040204020203" pitchFamily="34" charset="0"/>
                <a:cs typeface="Segoe UI" panose="020B0502040204020203" pitchFamily="34" charset="0"/>
              </a:rPr>
              <a:t>IMITABLE</a:t>
            </a:r>
          </a:p>
        </p:txBody>
      </p:sp>
      <p:sp>
        <p:nvSpPr>
          <p:cNvPr id="86" name="TextBox 85">
            <a:extLst>
              <a:ext uri="{FF2B5EF4-FFF2-40B4-BE49-F238E27FC236}">
                <a16:creationId xmlns:a16="http://schemas.microsoft.com/office/drawing/2014/main" id="{7AF6EF3B-96A7-6F4D-B3D7-9F5C59E7FA80}"/>
              </a:ext>
            </a:extLst>
          </p:cNvPr>
          <p:cNvSpPr txBox="1"/>
          <p:nvPr/>
        </p:nvSpPr>
        <p:spPr>
          <a:xfrm>
            <a:off x="9707519" y="1731409"/>
            <a:ext cx="1447132" cy="287323"/>
          </a:xfrm>
          <a:prstGeom prst="rect">
            <a:avLst/>
          </a:prstGeom>
          <a:noFill/>
        </p:spPr>
        <p:txBody>
          <a:bodyPr wrap="square" lIns="0" tIns="0" rIns="0" bIns="0" rtlCol="0">
            <a:spAutoFit/>
          </a:bodyPr>
          <a:lstStyle>
            <a:defPPr>
              <a:defRPr lang="en-US"/>
            </a:defPPr>
            <a:lvl1pPr algn="ctr">
              <a:defRPr sz="1400" b="1">
                <a:solidFill>
                  <a:schemeClr val="bg2"/>
                </a:solidFill>
                <a:latin typeface="Segoe UI" panose="020B0502040204020203" pitchFamily="34" charset="0"/>
                <a:cs typeface="Segoe UI" panose="020B0502040204020203" pitchFamily="34" charset="0"/>
              </a:defRPr>
            </a:lvl1pPr>
          </a:lstStyle>
          <a:p>
            <a:pPr defTabSz="1219170"/>
            <a:r>
              <a:rPr lang="en-US" sz="1867">
                <a:solidFill>
                  <a:srgbClr val="FFFFFF"/>
                </a:solidFill>
              </a:rPr>
              <a:t>ORGANIZED</a:t>
            </a:r>
          </a:p>
        </p:txBody>
      </p:sp>
      <p:sp>
        <p:nvSpPr>
          <p:cNvPr id="92" name="TextBox 91">
            <a:extLst>
              <a:ext uri="{FF2B5EF4-FFF2-40B4-BE49-F238E27FC236}">
                <a16:creationId xmlns:a16="http://schemas.microsoft.com/office/drawing/2014/main" id="{060F99E8-50C2-A74D-A3B1-0920E1D56007}"/>
              </a:ext>
            </a:extLst>
          </p:cNvPr>
          <p:cNvSpPr txBox="1"/>
          <p:nvPr/>
        </p:nvSpPr>
        <p:spPr>
          <a:xfrm>
            <a:off x="4471661" y="1731410"/>
            <a:ext cx="1199848" cy="287323"/>
          </a:xfrm>
          <a:prstGeom prst="rect">
            <a:avLst/>
          </a:prstGeom>
          <a:noFill/>
        </p:spPr>
        <p:txBody>
          <a:bodyPr wrap="square" lIns="0" tIns="0" rIns="0" bIns="0" rtlCol="0">
            <a:spAutoFit/>
          </a:bodyPr>
          <a:lstStyle/>
          <a:p>
            <a:pPr algn="ctr" defTabSz="1219170"/>
            <a:r>
              <a:rPr lang="en-US" sz="1867" b="1">
                <a:solidFill>
                  <a:srgbClr val="FFFFFF"/>
                </a:solidFill>
                <a:latin typeface="Segoe UI" panose="020B0502040204020203" pitchFamily="34" charset="0"/>
                <a:cs typeface="Segoe UI" panose="020B0502040204020203" pitchFamily="34" charset="0"/>
              </a:rPr>
              <a:t>VALUE</a:t>
            </a:r>
          </a:p>
        </p:txBody>
      </p:sp>
      <p:sp>
        <p:nvSpPr>
          <p:cNvPr id="114" name="Oval 113">
            <a:extLst>
              <a:ext uri="{FF2B5EF4-FFF2-40B4-BE49-F238E27FC236}">
                <a16:creationId xmlns:a16="http://schemas.microsoft.com/office/drawing/2014/main" id="{514411C0-B161-CD46-94C9-1575DE29A58F}"/>
              </a:ext>
            </a:extLst>
          </p:cNvPr>
          <p:cNvSpPr/>
          <p:nvPr/>
        </p:nvSpPr>
        <p:spPr>
          <a:xfrm>
            <a:off x="8470899" y="223351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pic>
        <p:nvPicPr>
          <p:cNvPr id="115" name="Graphic 114">
            <a:extLst>
              <a:ext uri="{FF2B5EF4-FFF2-40B4-BE49-F238E27FC236}">
                <a16:creationId xmlns:a16="http://schemas.microsoft.com/office/drawing/2014/main" id="{307742D0-B23D-2B4D-965A-0101C37ED173}"/>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36331" y="2356163"/>
            <a:ext cx="249656" cy="166437"/>
          </a:xfrm>
          <a:prstGeom prst="rect">
            <a:avLst/>
          </a:prstGeom>
        </p:spPr>
      </p:pic>
      <p:sp>
        <p:nvSpPr>
          <p:cNvPr id="128" name="Oval 127">
            <a:extLst>
              <a:ext uri="{FF2B5EF4-FFF2-40B4-BE49-F238E27FC236}">
                <a16:creationId xmlns:a16="http://schemas.microsoft.com/office/drawing/2014/main" id="{F302E308-FCF2-3D4E-9E47-F6417F29460D}"/>
              </a:ext>
            </a:extLst>
          </p:cNvPr>
          <p:cNvSpPr/>
          <p:nvPr/>
        </p:nvSpPr>
        <p:spPr>
          <a:xfrm>
            <a:off x="8470899" y="313775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pic>
        <p:nvPicPr>
          <p:cNvPr id="129" name="Graphic 128">
            <a:extLst>
              <a:ext uri="{FF2B5EF4-FFF2-40B4-BE49-F238E27FC236}">
                <a16:creationId xmlns:a16="http://schemas.microsoft.com/office/drawing/2014/main" id="{910109EC-2557-C14F-96F8-64B78F67D2CC}"/>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36331" y="3247703"/>
            <a:ext cx="249656" cy="166437"/>
          </a:xfrm>
          <a:prstGeom prst="rect">
            <a:avLst/>
          </a:prstGeom>
        </p:spPr>
      </p:pic>
      <p:sp>
        <p:nvSpPr>
          <p:cNvPr id="142" name="Oval 141">
            <a:extLst>
              <a:ext uri="{FF2B5EF4-FFF2-40B4-BE49-F238E27FC236}">
                <a16:creationId xmlns:a16="http://schemas.microsoft.com/office/drawing/2014/main" id="{A52B6B08-68BC-7B4C-92B2-C951419AC33F}"/>
              </a:ext>
            </a:extLst>
          </p:cNvPr>
          <p:cNvSpPr/>
          <p:nvPr/>
        </p:nvSpPr>
        <p:spPr>
          <a:xfrm>
            <a:off x="8470899" y="401151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pic>
        <p:nvPicPr>
          <p:cNvPr id="143" name="Graphic 142">
            <a:extLst>
              <a:ext uri="{FF2B5EF4-FFF2-40B4-BE49-F238E27FC236}">
                <a16:creationId xmlns:a16="http://schemas.microsoft.com/office/drawing/2014/main" id="{BDDBF70A-C31E-724F-9082-AC929EFE5E61}"/>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36331" y="4142630"/>
            <a:ext cx="249656" cy="166437"/>
          </a:xfrm>
          <a:prstGeom prst="rect">
            <a:avLst/>
          </a:prstGeom>
        </p:spPr>
      </p:pic>
      <p:sp>
        <p:nvSpPr>
          <p:cNvPr id="156" name="Oval 155">
            <a:extLst>
              <a:ext uri="{FF2B5EF4-FFF2-40B4-BE49-F238E27FC236}">
                <a16:creationId xmlns:a16="http://schemas.microsoft.com/office/drawing/2014/main" id="{246EDB4A-36F4-0347-8760-42703696C990}"/>
              </a:ext>
            </a:extLst>
          </p:cNvPr>
          <p:cNvSpPr/>
          <p:nvPr/>
        </p:nvSpPr>
        <p:spPr>
          <a:xfrm>
            <a:off x="8470899" y="493607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170" name="Oval 169">
            <a:extLst>
              <a:ext uri="{FF2B5EF4-FFF2-40B4-BE49-F238E27FC236}">
                <a16:creationId xmlns:a16="http://schemas.microsoft.com/office/drawing/2014/main" id="{EBA85380-EEFE-DF42-850E-01B2C7846C5D}"/>
              </a:ext>
            </a:extLst>
          </p:cNvPr>
          <p:cNvSpPr/>
          <p:nvPr/>
        </p:nvSpPr>
        <p:spPr>
          <a:xfrm>
            <a:off x="8470899" y="580983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68" name="TextBox 67">
            <a:extLst>
              <a:ext uri="{FF2B5EF4-FFF2-40B4-BE49-F238E27FC236}">
                <a16:creationId xmlns:a16="http://schemas.microsoft.com/office/drawing/2014/main" id="{B6C22744-1E5F-494A-9995-591CF6639373}"/>
              </a:ext>
            </a:extLst>
          </p:cNvPr>
          <p:cNvSpPr txBox="1"/>
          <p:nvPr/>
        </p:nvSpPr>
        <p:spPr>
          <a:xfrm>
            <a:off x="1065520" y="3086024"/>
            <a:ext cx="2679659" cy="497928"/>
          </a:xfrm>
          <a:prstGeom prst="rect">
            <a:avLst/>
          </a:prstGeom>
          <a:noFill/>
        </p:spPr>
        <p:txBody>
          <a:bodyPr wrap="square" lIns="0" tIns="0" rIns="0" bIns="0" rtlCol="0">
            <a:noAutofit/>
          </a:bodyPr>
          <a:lstStyle/>
          <a:p>
            <a:pPr defTabSz="1219170"/>
            <a:r>
              <a:rPr lang="en-US" sz="1600">
                <a:solidFill>
                  <a:srgbClr val="000000">
                    <a:lumMod val="75000"/>
                    <a:lumOff val="25000"/>
                  </a:srgbClr>
                </a:solidFill>
                <a:latin typeface="Segoe UI" panose="020B0502040204020203" pitchFamily="34" charset="0"/>
                <a:cs typeface="Segoe UI" panose="020B0502040204020203" pitchFamily="34" charset="0"/>
              </a:rPr>
              <a:t>You can place your text here. Click here to edit this text.</a:t>
            </a:r>
          </a:p>
        </p:txBody>
      </p:sp>
      <p:sp>
        <p:nvSpPr>
          <p:cNvPr id="69" name="TextBox 68">
            <a:extLst>
              <a:ext uri="{FF2B5EF4-FFF2-40B4-BE49-F238E27FC236}">
                <a16:creationId xmlns:a16="http://schemas.microsoft.com/office/drawing/2014/main" id="{B59A33A5-3FA6-B947-8738-BCC931036906}"/>
              </a:ext>
            </a:extLst>
          </p:cNvPr>
          <p:cNvSpPr txBox="1"/>
          <p:nvPr/>
        </p:nvSpPr>
        <p:spPr>
          <a:xfrm>
            <a:off x="1065520" y="3958715"/>
            <a:ext cx="2679659" cy="497928"/>
          </a:xfrm>
          <a:prstGeom prst="rect">
            <a:avLst/>
          </a:prstGeom>
          <a:noFill/>
        </p:spPr>
        <p:txBody>
          <a:bodyPr wrap="square" lIns="0" tIns="0" rIns="0" bIns="0" rtlCol="0">
            <a:noAutofit/>
          </a:bodyPr>
          <a:lstStyle/>
          <a:p>
            <a:pPr defTabSz="1219170"/>
            <a:r>
              <a:rPr lang="en-US" sz="1600">
                <a:solidFill>
                  <a:srgbClr val="000000">
                    <a:lumMod val="75000"/>
                    <a:lumOff val="25000"/>
                  </a:srgbClr>
                </a:solidFill>
                <a:latin typeface="Segoe UI" panose="020B0502040204020203" pitchFamily="34" charset="0"/>
                <a:cs typeface="Segoe UI" panose="020B0502040204020203" pitchFamily="34" charset="0"/>
              </a:rPr>
              <a:t>You can place your text here. Click here to edit this text.</a:t>
            </a:r>
          </a:p>
        </p:txBody>
      </p:sp>
      <p:sp>
        <p:nvSpPr>
          <p:cNvPr id="71" name="TextBox 70">
            <a:extLst>
              <a:ext uri="{FF2B5EF4-FFF2-40B4-BE49-F238E27FC236}">
                <a16:creationId xmlns:a16="http://schemas.microsoft.com/office/drawing/2014/main" id="{2D2FDC64-4828-A045-A021-11CF496871DB}"/>
              </a:ext>
            </a:extLst>
          </p:cNvPr>
          <p:cNvSpPr txBox="1"/>
          <p:nvPr/>
        </p:nvSpPr>
        <p:spPr>
          <a:xfrm>
            <a:off x="1065520" y="4882740"/>
            <a:ext cx="2679659" cy="497928"/>
          </a:xfrm>
          <a:prstGeom prst="rect">
            <a:avLst/>
          </a:prstGeom>
          <a:noFill/>
        </p:spPr>
        <p:txBody>
          <a:bodyPr wrap="square" lIns="0" tIns="0" rIns="0" bIns="0" rtlCol="0">
            <a:noAutofit/>
          </a:bodyPr>
          <a:lstStyle/>
          <a:p>
            <a:pPr defTabSz="1219170"/>
            <a:r>
              <a:rPr lang="en-US" sz="1600">
                <a:solidFill>
                  <a:srgbClr val="000000">
                    <a:lumMod val="75000"/>
                    <a:lumOff val="25000"/>
                  </a:srgbClr>
                </a:solidFill>
                <a:latin typeface="Segoe UI" panose="020B0502040204020203" pitchFamily="34" charset="0"/>
                <a:cs typeface="Segoe UI" panose="020B0502040204020203" pitchFamily="34" charset="0"/>
              </a:rPr>
              <a:t>You can place your text here. Click here to edit this text.</a:t>
            </a:r>
          </a:p>
        </p:txBody>
      </p:sp>
      <p:sp>
        <p:nvSpPr>
          <p:cNvPr id="72" name="TextBox 71">
            <a:extLst>
              <a:ext uri="{FF2B5EF4-FFF2-40B4-BE49-F238E27FC236}">
                <a16:creationId xmlns:a16="http://schemas.microsoft.com/office/drawing/2014/main" id="{0BEA6A56-4D1B-644C-9658-BC3057F87F8D}"/>
              </a:ext>
            </a:extLst>
          </p:cNvPr>
          <p:cNvSpPr txBox="1"/>
          <p:nvPr/>
        </p:nvSpPr>
        <p:spPr>
          <a:xfrm>
            <a:off x="1065520" y="5755431"/>
            <a:ext cx="2679659" cy="497928"/>
          </a:xfrm>
          <a:prstGeom prst="rect">
            <a:avLst/>
          </a:prstGeom>
          <a:noFill/>
        </p:spPr>
        <p:txBody>
          <a:bodyPr wrap="square" lIns="0" tIns="0" rIns="0" bIns="0" rtlCol="0">
            <a:noAutofit/>
          </a:bodyPr>
          <a:lstStyle/>
          <a:p>
            <a:pPr defTabSz="1219170"/>
            <a:r>
              <a:rPr lang="en-US" sz="1600">
                <a:solidFill>
                  <a:srgbClr val="000000">
                    <a:lumMod val="75000"/>
                    <a:lumOff val="25000"/>
                  </a:srgbClr>
                </a:solidFill>
                <a:latin typeface="Segoe UI" panose="020B0502040204020203" pitchFamily="34" charset="0"/>
                <a:cs typeface="Segoe UI" panose="020B0502040204020203" pitchFamily="34" charset="0"/>
              </a:rPr>
              <a:t>You can place your text here. Click here to edit this text.</a:t>
            </a:r>
          </a:p>
        </p:txBody>
      </p:sp>
      <p:sp>
        <p:nvSpPr>
          <p:cNvPr id="73" name="Oval 72">
            <a:extLst>
              <a:ext uri="{FF2B5EF4-FFF2-40B4-BE49-F238E27FC236}">
                <a16:creationId xmlns:a16="http://schemas.microsoft.com/office/drawing/2014/main" id="{7446B7FB-0644-9E48-959E-BD2CCCE82674}"/>
              </a:ext>
            </a:extLst>
          </p:cNvPr>
          <p:cNvSpPr/>
          <p:nvPr/>
        </p:nvSpPr>
        <p:spPr>
          <a:xfrm>
            <a:off x="4866237" y="223351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74" name="Oval 73">
            <a:extLst>
              <a:ext uri="{FF2B5EF4-FFF2-40B4-BE49-F238E27FC236}">
                <a16:creationId xmlns:a16="http://schemas.microsoft.com/office/drawing/2014/main" id="{E0BDDD83-271A-4644-A4B9-F8C2166CF976}"/>
              </a:ext>
            </a:extLst>
          </p:cNvPr>
          <p:cNvSpPr/>
          <p:nvPr/>
        </p:nvSpPr>
        <p:spPr>
          <a:xfrm>
            <a:off x="4866237" y="313775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75" name="Oval 74">
            <a:extLst>
              <a:ext uri="{FF2B5EF4-FFF2-40B4-BE49-F238E27FC236}">
                <a16:creationId xmlns:a16="http://schemas.microsoft.com/office/drawing/2014/main" id="{8A349EEF-F2D7-7B4E-8343-9613BD2E5328}"/>
              </a:ext>
            </a:extLst>
          </p:cNvPr>
          <p:cNvSpPr/>
          <p:nvPr/>
        </p:nvSpPr>
        <p:spPr>
          <a:xfrm>
            <a:off x="4866237" y="401151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76" name="Oval 75">
            <a:extLst>
              <a:ext uri="{FF2B5EF4-FFF2-40B4-BE49-F238E27FC236}">
                <a16:creationId xmlns:a16="http://schemas.microsoft.com/office/drawing/2014/main" id="{B2C1FB4E-DFE3-0D4C-A3B9-30FF3D95AE45}"/>
              </a:ext>
            </a:extLst>
          </p:cNvPr>
          <p:cNvSpPr/>
          <p:nvPr/>
        </p:nvSpPr>
        <p:spPr>
          <a:xfrm>
            <a:off x="4866237" y="493607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sp>
        <p:nvSpPr>
          <p:cNvPr id="77" name="Oval 76">
            <a:extLst>
              <a:ext uri="{FF2B5EF4-FFF2-40B4-BE49-F238E27FC236}">
                <a16:creationId xmlns:a16="http://schemas.microsoft.com/office/drawing/2014/main" id="{25DEF95D-4581-E347-891E-78E9CEC42CD1}"/>
              </a:ext>
            </a:extLst>
          </p:cNvPr>
          <p:cNvSpPr/>
          <p:nvPr/>
        </p:nvSpPr>
        <p:spPr>
          <a:xfrm>
            <a:off x="4866237" y="5809832"/>
            <a:ext cx="386339" cy="386339"/>
          </a:xfrm>
          <a:prstGeom prst="ellipse">
            <a:avLst/>
          </a:prstGeom>
          <a:solidFill>
            <a:schemeClr val="bg2"/>
          </a:solidFill>
          <a:ln>
            <a:noFill/>
          </a:ln>
          <a:effectLst>
            <a:outerShdw blurRad="50800" dist="38100" dir="2700000" algn="tl" rotWithShape="0">
              <a:schemeClr val="accent4">
                <a:lumMod val="50000"/>
                <a:alpha val="21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2400">
              <a:solidFill>
                <a:srgbClr val="FFFFFF"/>
              </a:solidFill>
              <a:latin typeface="Calibri"/>
            </a:endParaRPr>
          </a:p>
        </p:txBody>
      </p:sp>
      <p:pic>
        <p:nvPicPr>
          <p:cNvPr id="82" name="Graphic 81">
            <a:extLst>
              <a:ext uri="{FF2B5EF4-FFF2-40B4-BE49-F238E27FC236}">
                <a16:creationId xmlns:a16="http://schemas.microsoft.com/office/drawing/2014/main" id="{D6411790-3B5A-5041-A0BB-CA0F035CA445}"/>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933572" y="5948251"/>
            <a:ext cx="249656" cy="166437"/>
          </a:xfrm>
          <a:prstGeom prst="rect">
            <a:avLst/>
          </a:prstGeom>
        </p:spPr>
      </p:pic>
    </p:spTree>
    <p:extLst>
      <p:ext uri="{BB962C8B-B14F-4D97-AF65-F5344CB8AC3E}">
        <p14:creationId xmlns:p14="http://schemas.microsoft.com/office/powerpoint/2010/main" val="143572082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9646BE-6366-EE45-B266-ECA845ED64EE}"/>
              </a:ext>
            </a:extLst>
          </p:cNvPr>
          <p:cNvSpPr>
            <a:spLocks noGrp="1"/>
          </p:cNvSpPr>
          <p:nvPr>
            <p:ph type="title"/>
          </p:nvPr>
        </p:nvSpPr>
        <p:spPr/>
        <p:txBody>
          <a:bodyPr/>
          <a:lstStyle/>
          <a:p>
            <a:r>
              <a:rPr lang="en-US"/>
              <a:t>RACE Framework Slide Template</a:t>
            </a:r>
          </a:p>
        </p:txBody>
      </p:sp>
      <p:sp>
        <p:nvSpPr>
          <p:cNvPr id="3" name="Text Placeholder 2">
            <a:extLst>
              <a:ext uri="{FF2B5EF4-FFF2-40B4-BE49-F238E27FC236}">
                <a16:creationId xmlns:a16="http://schemas.microsoft.com/office/drawing/2014/main" id="{5F91D8B1-00FB-CA46-A4FD-D1E2A455EE4B}"/>
              </a:ext>
            </a:extLst>
          </p:cNvPr>
          <p:cNvSpPr>
            <a:spLocks noGrp="1"/>
          </p:cNvSpPr>
          <p:nvPr>
            <p:ph type="body" sz="quarter" idx="13"/>
          </p:nvPr>
        </p:nvSpPr>
        <p:spPr/>
        <p:txBody>
          <a:bodyPr/>
          <a:lstStyle/>
          <a:p>
            <a:r>
              <a:rPr lang="en-US"/>
              <a:t>This is a sample text. Insert your desired text here.</a:t>
            </a:r>
          </a:p>
        </p:txBody>
      </p:sp>
      <p:grpSp>
        <p:nvGrpSpPr>
          <p:cNvPr id="4" name="Group 3">
            <a:extLst>
              <a:ext uri="{FF2B5EF4-FFF2-40B4-BE49-F238E27FC236}">
                <a16:creationId xmlns:a16="http://schemas.microsoft.com/office/drawing/2014/main" id="{ACF36EBA-61ED-4632-66D5-AEBADCD856B2}"/>
              </a:ext>
            </a:extLst>
          </p:cNvPr>
          <p:cNvGrpSpPr/>
          <p:nvPr/>
        </p:nvGrpSpPr>
        <p:grpSpPr>
          <a:xfrm>
            <a:off x="2924653" y="1618261"/>
            <a:ext cx="6313177" cy="4969203"/>
            <a:chOff x="2408711" y="1317257"/>
            <a:chExt cx="4304439" cy="3388093"/>
          </a:xfrm>
        </p:grpSpPr>
        <p:sp>
          <p:nvSpPr>
            <p:cNvPr id="15" name="Freeform: Shape 7">
              <a:extLst>
                <a:ext uri="{FF2B5EF4-FFF2-40B4-BE49-F238E27FC236}">
                  <a16:creationId xmlns:a16="http://schemas.microsoft.com/office/drawing/2014/main" id="{7D8460E2-E34F-2445-B2A5-7166D8F5908E}"/>
                </a:ext>
              </a:extLst>
            </p:cNvPr>
            <p:cNvSpPr/>
            <p:nvPr/>
          </p:nvSpPr>
          <p:spPr>
            <a:xfrm>
              <a:off x="2408711" y="1317257"/>
              <a:ext cx="2117308" cy="1661130"/>
            </a:xfrm>
            <a:custGeom>
              <a:avLst/>
              <a:gdLst>
                <a:gd name="connsiteX0" fmla="*/ 2669674 w 2716599"/>
                <a:gd name="connsiteY0" fmla="*/ 2131303 h 2131302"/>
                <a:gd name="connsiteX1" fmla="*/ 46926 w 2716599"/>
                <a:gd name="connsiteY1" fmla="*/ 2131303 h 2131302"/>
                <a:gd name="connsiteX2" fmla="*/ 0 w 2716599"/>
                <a:gd name="connsiteY2" fmla="*/ 2084376 h 2131302"/>
                <a:gd name="connsiteX3" fmla="*/ 0 w 2716599"/>
                <a:gd name="connsiteY3" fmla="*/ 484620 h 2131302"/>
                <a:gd name="connsiteX4" fmla="*/ 484620 w 2716599"/>
                <a:gd name="connsiteY4" fmla="*/ 0 h 2131302"/>
                <a:gd name="connsiteX5" fmla="*/ 2669674 w 2716599"/>
                <a:gd name="connsiteY5" fmla="*/ 0 h 2131302"/>
                <a:gd name="connsiteX6" fmla="*/ 2716600 w 2716599"/>
                <a:gd name="connsiteY6" fmla="*/ 46926 h 2131302"/>
                <a:gd name="connsiteX7" fmla="*/ 2716600 w 2716599"/>
                <a:gd name="connsiteY7" fmla="*/ 2083523 h 2131302"/>
                <a:gd name="connsiteX8" fmla="*/ 2669674 w 2716599"/>
                <a:gd name="connsiteY8" fmla="*/ 2131303 h 2131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6599" h="2131302">
                  <a:moveTo>
                    <a:pt x="2669674" y="2131303"/>
                  </a:moveTo>
                  <a:lnTo>
                    <a:pt x="46926" y="2131303"/>
                  </a:lnTo>
                  <a:cubicBezTo>
                    <a:pt x="21330" y="2131303"/>
                    <a:pt x="0" y="2109972"/>
                    <a:pt x="0" y="2084376"/>
                  </a:cubicBezTo>
                  <a:lnTo>
                    <a:pt x="0" y="484620"/>
                  </a:lnTo>
                  <a:cubicBezTo>
                    <a:pt x="0" y="216714"/>
                    <a:pt x="216714" y="0"/>
                    <a:pt x="484620" y="0"/>
                  </a:cubicBezTo>
                  <a:lnTo>
                    <a:pt x="2669674" y="0"/>
                  </a:lnTo>
                  <a:cubicBezTo>
                    <a:pt x="2695270" y="0"/>
                    <a:pt x="2716600" y="21330"/>
                    <a:pt x="2716600" y="46926"/>
                  </a:cubicBezTo>
                  <a:lnTo>
                    <a:pt x="2716600" y="2083523"/>
                  </a:lnTo>
                  <a:cubicBezTo>
                    <a:pt x="2716600" y="2109972"/>
                    <a:pt x="2696123" y="2131303"/>
                    <a:pt x="2669674" y="2131303"/>
                  </a:cubicBezTo>
                  <a:close/>
                </a:path>
              </a:pathLst>
            </a:custGeom>
            <a:solidFill>
              <a:srgbClr val="FFFFFF"/>
            </a:solidFill>
            <a:ln w="8524" cap="flat">
              <a:noFill/>
              <a:prstDash val="solid"/>
              <a:miter/>
            </a:ln>
            <a:effectLst>
              <a:outerShdw blurRad="25400" dist="127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16" name="Freeform: Shape 8">
              <a:extLst>
                <a:ext uri="{FF2B5EF4-FFF2-40B4-BE49-F238E27FC236}">
                  <a16:creationId xmlns:a16="http://schemas.microsoft.com/office/drawing/2014/main" id="{8D64664B-E0B1-4646-A211-F7753C430DB1}"/>
                </a:ext>
              </a:extLst>
            </p:cNvPr>
            <p:cNvSpPr/>
            <p:nvPr/>
          </p:nvSpPr>
          <p:spPr>
            <a:xfrm>
              <a:off x="4595842" y="1317257"/>
              <a:ext cx="2117308" cy="1661130"/>
            </a:xfrm>
            <a:custGeom>
              <a:avLst/>
              <a:gdLst>
                <a:gd name="connsiteX0" fmla="*/ 2669674 w 2716599"/>
                <a:gd name="connsiteY0" fmla="*/ 2131303 h 2131302"/>
                <a:gd name="connsiteX1" fmla="*/ 46926 w 2716599"/>
                <a:gd name="connsiteY1" fmla="*/ 2131303 h 2131302"/>
                <a:gd name="connsiteX2" fmla="*/ 0 w 2716599"/>
                <a:gd name="connsiteY2" fmla="*/ 2084376 h 2131302"/>
                <a:gd name="connsiteX3" fmla="*/ 0 w 2716599"/>
                <a:gd name="connsiteY3" fmla="*/ 46926 h 2131302"/>
                <a:gd name="connsiteX4" fmla="*/ 46926 w 2716599"/>
                <a:gd name="connsiteY4" fmla="*/ 0 h 2131302"/>
                <a:gd name="connsiteX5" fmla="*/ 2231980 w 2716599"/>
                <a:gd name="connsiteY5" fmla="*/ 0 h 2131302"/>
                <a:gd name="connsiteX6" fmla="*/ 2716600 w 2716599"/>
                <a:gd name="connsiteY6" fmla="*/ 484620 h 2131302"/>
                <a:gd name="connsiteX7" fmla="*/ 2716600 w 2716599"/>
                <a:gd name="connsiteY7" fmla="*/ 2083523 h 2131302"/>
                <a:gd name="connsiteX8" fmla="*/ 2669674 w 2716599"/>
                <a:gd name="connsiteY8" fmla="*/ 2131303 h 2131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6599" h="2131302">
                  <a:moveTo>
                    <a:pt x="2669674" y="2131303"/>
                  </a:moveTo>
                  <a:lnTo>
                    <a:pt x="46926" y="2131303"/>
                  </a:lnTo>
                  <a:cubicBezTo>
                    <a:pt x="21330" y="2131303"/>
                    <a:pt x="0" y="2109972"/>
                    <a:pt x="0" y="2084376"/>
                  </a:cubicBezTo>
                  <a:lnTo>
                    <a:pt x="0" y="46926"/>
                  </a:lnTo>
                  <a:cubicBezTo>
                    <a:pt x="0" y="21330"/>
                    <a:pt x="21330" y="0"/>
                    <a:pt x="46926" y="0"/>
                  </a:cubicBezTo>
                  <a:lnTo>
                    <a:pt x="2231980" y="0"/>
                  </a:lnTo>
                  <a:cubicBezTo>
                    <a:pt x="2499886" y="0"/>
                    <a:pt x="2716600" y="216714"/>
                    <a:pt x="2716600" y="484620"/>
                  </a:cubicBezTo>
                  <a:lnTo>
                    <a:pt x="2716600" y="2083523"/>
                  </a:lnTo>
                  <a:cubicBezTo>
                    <a:pt x="2716600" y="2109972"/>
                    <a:pt x="2695270" y="2131303"/>
                    <a:pt x="2669674" y="2131303"/>
                  </a:cubicBezTo>
                  <a:close/>
                </a:path>
              </a:pathLst>
            </a:custGeom>
            <a:solidFill>
              <a:srgbClr val="FFFFFF"/>
            </a:solidFill>
            <a:ln w="8524" cap="flat">
              <a:noFill/>
              <a:prstDash val="solid"/>
              <a:miter/>
            </a:ln>
            <a:effectLst>
              <a:outerShdw blurRad="25400" dist="127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17" name="Freeform: Shape 9">
              <a:extLst>
                <a:ext uri="{FF2B5EF4-FFF2-40B4-BE49-F238E27FC236}">
                  <a16:creationId xmlns:a16="http://schemas.microsoft.com/office/drawing/2014/main" id="{D0E1C7F4-87F4-BE48-861D-C6D30F63A71E}"/>
                </a:ext>
              </a:extLst>
            </p:cNvPr>
            <p:cNvSpPr/>
            <p:nvPr/>
          </p:nvSpPr>
          <p:spPr>
            <a:xfrm>
              <a:off x="2408711" y="3044885"/>
              <a:ext cx="2117308" cy="1660465"/>
            </a:xfrm>
            <a:custGeom>
              <a:avLst/>
              <a:gdLst>
                <a:gd name="connsiteX0" fmla="*/ 2669674 w 2716599"/>
                <a:gd name="connsiteY0" fmla="*/ 2130449 h 2130449"/>
                <a:gd name="connsiteX1" fmla="*/ 484620 w 2716599"/>
                <a:gd name="connsiteY1" fmla="*/ 2130449 h 2130449"/>
                <a:gd name="connsiteX2" fmla="*/ 0 w 2716599"/>
                <a:gd name="connsiteY2" fmla="*/ 1645830 h 2130449"/>
                <a:gd name="connsiteX3" fmla="*/ 0 w 2716599"/>
                <a:gd name="connsiteY3" fmla="*/ 46926 h 2130449"/>
                <a:gd name="connsiteX4" fmla="*/ 46926 w 2716599"/>
                <a:gd name="connsiteY4" fmla="*/ 0 h 2130449"/>
                <a:gd name="connsiteX5" fmla="*/ 2669674 w 2716599"/>
                <a:gd name="connsiteY5" fmla="*/ 0 h 2130449"/>
                <a:gd name="connsiteX6" fmla="*/ 2716600 w 2716599"/>
                <a:gd name="connsiteY6" fmla="*/ 46926 h 2130449"/>
                <a:gd name="connsiteX7" fmla="*/ 2716600 w 2716599"/>
                <a:gd name="connsiteY7" fmla="*/ 2083523 h 2130449"/>
                <a:gd name="connsiteX8" fmla="*/ 2669674 w 2716599"/>
                <a:gd name="connsiteY8" fmla="*/ 2130449 h 21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6599" h="2130449">
                  <a:moveTo>
                    <a:pt x="2669674" y="2130449"/>
                  </a:moveTo>
                  <a:lnTo>
                    <a:pt x="484620" y="2130449"/>
                  </a:lnTo>
                  <a:cubicBezTo>
                    <a:pt x="216714" y="2130449"/>
                    <a:pt x="0" y="1913736"/>
                    <a:pt x="0" y="1645830"/>
                  </a:cubicBezTo>
                  <a:lnTo>
                    <a:pt x="0" y="46926"/>
                  </a:lnTo>
                  <a:cubicBezTo>
                    <a:pt x="0" y="21330"/>
                    <a:pt x="21330" y="0"/>
                    <a:pt x="46926" y="0"/>
                  </a:cubicBezTo>
                  <a:lnTo>
                    <a:pt x="2669674" y="0"/>
                  </a:lnTo>
                  <a:cubicBezTo>
                    <a:pt x="2695270" y="0"/>
                    <a:pt x="2716600" y="21330"/>
                    <a:pt x="2716600" y="46926"/>
                  </a:cubicBezTo>
                  <a:lnTo>
                    <a:pt x="2716600" y="2083523"/>
                  </a:lnTo>
                  <a:cubicBezTo>
                    <a:pt x="2716600" y="2109973"/>
                    <a:pt x="2696123" y="2130449"/>
                    <a:pt x="2669674" y="2130449"/>
                  </a:cubicBezTo>
                  <a:close/>
                </a:path>
              </a:pathLst>
            </a:custGeom>
            <a:solidFill>
              <a:srgbClr val="FFFFFF"/>
            </a:solidFill>
            <a:ln w="8524" cap="flat">
              <a:noFill/>
              <a:prstDash val="solid"/>
              <a:miter/>
            </a:ln>
            <a:effectLst>
              <a:outerShdw blurRad="25400" dist="127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18" name="Freeform: Shape 10">
              <a:extLst>
                <a:ext uri="{FF2B5EF4-FFF2-40B4-BE49-F238E27FC236}">
                  <a16:creationId xmlns:a16="http://schemas.microsoft.com/office/drawing/2014/main" id="{C8EF9BCC-F806-F845-86C4-DBDDECDCF677}"/>
                </a:ext>
              </a:extLst>
            </p:cNvPr>
            <p:cNvSpPr/>
            <p:nvPr/>
          </p:nvSpPr>
          <p:spPr>
            <a:xfrm>
              <a:off x="4595842" y="3044885"/>
              <a:ext cx="2117308" cy="1660465"/>
            </a:xfrm>
            <a:custGeom>
              <a:avLst/>
              <a:gdLst>
                <a:gd name="connsiteX0" fmla="*/ 2231980 w 2716599"/>
                <a:gd name="connsiteY0" fmla="*/ 2130449 h 2130449"/>
                <a:gd name="connsiteX1" fmla="*/ 46926 w 2716599"/>
                <a:gd name="connsiteY1" fmla="*/ 2130449 h 2130449"/>
                <a:gd name="connsiteX2" fmla="*/ 0 w 2716599"/>
                <a:gd name="connsiteY2" fmla="*/ 2083523 h 2130449"/>
                <a:gd name="connsiteX3" fmla="*/ 0 w 2716599"/>
                <a:gd name="connsiteY3" fmla="*/ 46926 h 2130449"/>
                <a:gd name="connsiteX4" fmla="*/ 46926 w 2716599"/>
                <a:gd name="connsiteY4" fmla="*/ 0 h 2130449"/>
                <a:gd name="connsiteX5" fmla="*/ 2669674 w 2716599"/>
                <a:gd name="connsiteY5" fmla="*/ 0 h 2130449"/>
                <a:gd name="connsiteX6" fmla="*/ 2716600 w 2716599"/>
                <a:gd name="connsiteY6" fmla="*/ 46926 h 2130449"/>
                <a:gd name="connsiteX7" fmla="*/ 2716600 w 2716599"/>
                <a:gd name="connsiteY7" fmla="*/ 1645830 h 2130449"/>
                <a:gd name="connsiteX8" fmla="*/ 2231980 w 2716599"/>
                <a:gd name="connsiteY8" fmla="*/ 2130449 h 21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6599" h="2130449">
                  <a:moveTo>
                    <a:pt x="2231980" y="2130449"/>
                  </a:moveTo>
                  <a:lnTo>
                    <a:pt x="46926" y="2130449"/>
                  </a:lnTo>
                  <a:cubicBezTo>
                    <a:pt x="21330" y="2130449"/>
                    <a:pt x="0" y="2109119"/>
                    <a:pt x="0" y="2083523"/>
                  </a:cubicBezTo>
                  <a:lnTo>
                    <a:pt x="0" y="46926"/>
                  </a:lnTo>
                  <a:cubicBezTo>
                    <a:pt x="0" y="21330"/>
                    <a:pt x="21330" y="0"/>
                    <a:pt x="46926" y="0"/>
                  </a:cubicBezTo>
                  <a:lnTo>
                    <a:pt x="2669674" y="0"/>
                  </a:lnTo>
                  <a:cubicBezTo>
                    <a:pt x="2695270" y="0"/>
                    <a:pt x="2716600" y="21330"/>
                    <a:pt x="2716600" y="46926"/>
                  </a:cubicBezTo>
                  <a:lnTo>
                    <a:pt x="2716600" y="1645830"/>
                  </a:lnTo>
                  <a:cubicBezTo>
                    <a:pt x="2716600" y="1913736"/>
                    <a:pt x="2499886" y="2130449"/>
                    <a:pt x="2231980" y="2130449"/>
                  </a:cubicBezTo>
                  <a:close/>
                </a:path>
              </a:pathLst>
            </a:custGeom>
            <a:solidFill>
              <a:srgbClr val="FFFFFF"/>
            </a:solidFill>
            <a:ln w="8524" cap="flat">
              <a:noFill/>
              <a:prstDash val="solid"/>
              <a:miter/>
            </a:ln>
            <a:effectLst>
              <a:outerShdw blurRad="25400" dist="127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10" name="Freeform: Shape 11">
              <a:extLst>
                <a:ext uri="{FF2B5EF4-FFF2-40B4-BE49-F238E27FC236}">
                  <a16:creationId xmlns:a16="http://schemas.microsoft.com/office/drawing/2014/main" id="{50CF174A-4DDB-5B40-BDC9-292F77D73FFD}"/>
                </a:ext>
              </a:extLst>
            </p:cNvPr>
            <p:cNvSpPr/>
            <p:nvPr/>
          </p:nvSpPr>
          <p:spPr>
            <a:xfrm>
              <a:off x="3764613" y="3044885"/>
              <a:ext cx="762071" cy="835219"/>
            </a:xfrm>
            <a:custGeom>
              <a:avLst/>
              <a:gdLst>
                <a:gd name="connsiteX0" fmla="*/ 922313 w 977771"/>
                <a:gd name="connsiteY0" fmla="*/ 0 h 1071623"/>
                <a:gd name="connsiteX1" fmla="*/ 853 w 977771"/>
                <a:gd name="connsiteY1" fmla="*/ 0 h 1071623"/>
                <a:gd name="connsiteX2" fmla="*/ 0 w 977771"/>
                <a:gd name="connsiteY2" fmla="*/ 43513 h 1071623"/>
                <a:gd name="connsiteX3" fmla="*/ 977771 w 977771"/>
                <a:gd name="connsiteY3" fmla="*/ 1071624 h 1071623"/>
                <a:gd name="connsiteX4" fmla="*/ 977771 w 977771"/>
                <a:gd name="connsiteY4" fmla="*/ 54605 h 1071623"/>
                <a:gd name="connsiteX5" fmla="*/ 922313 w 977771"/>
                <a:gd name="connsiteY5" fmla="*/ 0 h 107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771" h="1071623">
                  <a:moveTo>
                    <a:pt x="922313" y="0"/>
                  </a:moveTo>
                  <a:lnTo>
                    <a:pt x="853" y="0"/>
                  </a:lnTo>
                  <a:cubicBezTo>
                    <a:pt x="0" y="14505"/>
                    <a:pt x="0" y="29009"/>
                    <a:pt x="0" y="43513"/>
                  </a:cubicBezTo>
                  <a:cubicBezTo>
                    <a:pt x="0" y="594683"/>
                    <a:pt x="433427" y="1044321"/>
                    <a:pt x="977771" y="1071624"/>
                  </a:cubicBezTo>
                  <a:lnTo>
                    <a:pt x="977771" y="54605"/>
                  </a:lnTo>
                  <a:cubicBezTo>
                    <a:pt x="976918" y="23890"/>
                    <a:pt x="953028" y="0"/>
                    <a:pt x="922313" y="0"/>
                  </a:cubicBezTo>
                  <a:close/>
                </a:path>
              </a:pathLst>
            </a:custGeom>
            <a:solidFill>
              <a:srgbClr val="549BE8"/>
            </a:solidFill>
            <a:ln w="8524" cap="flat">
              <a:noFill/>
              <a:prstDash val="solid"/>
              <a:miter/>
            </a:ln>
          </p:spPr>
          <p:txBody>
            <a:bodyPr rtlCol="0" anchor="ctr"/>
            <a:lstStyle/>
            <a:p>
              <a:pPr defTabSz="1219170"/>
              <a:endParaRPr lang="pt-BR" sz="2400">
                <a:solidFill>
                  <a:srgbClr val="000000"/>
                </a:solidFill>
                <a:latin typeface="Calibri"/>
              </a:endParaRPr>
            </a:p>
          </p:txBody>
        </p:sp>
        <p:sp>
          <p:nvSpPr>
            <p:cNvPr id="11" name="Freeform: Shape 12">
              <a:extLst>
                <a:ext uri="{FF2B5EF4-FFF2-40B4-BE49-F238E27FC236}">
                  <a16:creationId xmlns:a16="http://schemas.microsoft.com/office/drawing/2014/main" id="{E7BB225C-E496-F448-86E6-C5D8C0F6E0C4}"/>
                </a:ext>
              </a:extLst>
            </p:cNvPr>
            <p:cNvSpPr/>
            <p:nvPr/>
          </p:nvSpPr>
          <p:spPr>
            <a:xfrm>
              <a:off x="4595842" y="3044885"/>
              <a:ext cx="762071" cy="835219"/>
            </a:xfrm>
            <a:custGeom>
              <a:avLst/>
              <a:gdLst>
                <a:gd name="connsiteX0" fmla="*/ 0 w 977771"/>
                <a:gd name="connsiteY0" fmla="*/ 54605 h 1071623"/>
                <a:gd name="connsiteX1" fmla="*/ 0 w 977771"/>
                <a:gd name="connsiteY1" fmla="*/ 1071624 h 1071623"/>
                <a:gd name="connsiteX2" fmla="*/ 977771 w 977771"/>
                <a:gd name="connsiteY2" fmla="*/ 43513 h 1071623"/>
                <a:gd name="connsiteX3" fmla="*/ 976918 w 977771"/>
                <a:gd name="connsiteY3" fmla="*/ 0 h 1071623"/>
                <a:gd name="connsiteX4" fmla="*/ 55458 w 977771"/>
                <a:gd name="connsiteY4" fmla="*/ 0 h 1071623"/>
                <a:gd name="connsiteX5" fmla="*/ 0 w 977771"/>
                <a:gd name="connsiteY5" fmla="*/ 54605 h 107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771" h="1071623">
                  <a:moveTo>
                    <a:pt x="0" y="54605"/>
                  </a:moveTo>
                  <a:lnTo>
                    <a:pt x="0" y="1071624"/>
                  </a:lnTo>
                  <a:cubicBezTo>
                    <a:pt x="544344" y="1045174"/>
                    <a:pt x="977771" y="594683"/>
                    <a:pt x="977771" y="43513"/>
                  </a:cubicBezTo>
                  <a:cubicBezTo>
                    <a:pt x="977771" y="29009"/>
                    <a:pt x="977771" y="14505"/>
                    <a:pt x="976918" y="0"/>
                  </a:cubicBezTo>
                  <a:lnTo>
                    <a:pt x="55458" y="0"/>
                  </a:lnTo>
                  <a:cubicBezTo>
                    <a:pt x="23890" y="0"/>
                    <a:pt x="0" y="23890"/>
                    <a:pt x="0" y="54605"/>
                  </a:cubicBezTo>
                  <a:close/>
                </a:path>
              </a:pathLst>
            </a:custGeom>
            <a:solidFill>
              <a:srgbClr val="A32C95"/>
            </a:solidFill>
            <a:ln w="8524" cap="flat">
              <a:noFill/>
              <a:prstDash val="solid"/>
              <a:miter/>
            </a:ln>
          </p:spPr>
          <p:txBody>
            <a:bodyPr rtlCol="0" anchor="ctr"/>
            <a:lstStyle/>
            <a:p>
              <a:pPr defTabSz="1219170"/>
              <a:endParaRPr lang="pt-BR" sz="2400">
                <a:solidFill>
                  <a:srgbClr val="000000"/>
                </a:solidFill>
                <a:latin typeface="Calibri"/>
              </a:endParaRPr>
            </a:p>
          </p:txBody>
        </p:sp>
        <p:sp>
          <p:nvSpPr>
            <p:cNvPr id="12" name="Freeform: Shape 13">
              <a:extLst>
                <a:ext uri="{FF2B5EF4-FFF2-40B4-BE49-F238E27FC236}">
                  <a16:creationId xmlns:a16="http://schemas.microsoft.com/office/drawing/2014/main" id="{07720FCC-5C78-1648-8CB1-A5C0E53CA62B}"/>
                </a:ext>
              </a:extLst>
            </p:cNvPr>
            <p:cNvSpPr/>
            <p:nvPr/>
          </p:nvSpPr>
          <p:spPr>
            <a:xfrm>
              <a:off x="4595842" y="2288134"/>
              <a:ext cx="754091" cy="689588"/>
            </a:xfrm>
            <a:custGeom>
              <a:avLst/>
              <a:gdLst>
                <a:gd name="connsiteX0" fmla="*/ 0 w 967532"/>
                <a:gd name="connsiteY0" fmla="*/ 0 h 884772"/>
                <a:gd name="connsiteX1" fmla="*/ 0 w 967532"/>
                <a:gd name="connsiteY1" fmla="*/ 830167 h 884772"/>
                <a:gd name="connsiteX2" fmla="*/ 54605 w 967532"/>
                <a:gd name="connsiteY2" fmla="*/ 884772 h 884772"/>
                <a:gd name="connsiteX3" fmla="*/ 967533 w 967532"/>
                <a:gd name="connsiteY3" fmla="*/ 884772 h 884772"/>
                <a:gd name="connsiteX4" fmla="*/ 0 w 967532"/>
                <a:gd name="connsiteY4" fmla="*/ 0 h 884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532" h="884772">
                  <a:moveTo>
                    <a:pt x="0" y="0"/>
                  </a:moveTo>
                  <a:lnTo>
                    <a:pt x="0" y="830167"/>
                  </a:lnTo>
                  <a:cubicBezTo>
                    <a:pt x="0" y="860029"/>
                    <a:pt x="24743" y="884772"/>
                    <a:pt x="54605" y="884772"/>
                  </a:cubicBezTo>
                  <a:lnTo>
                    <a:pt x="967533" y="884772"/>
                  </a:lnTo>
                  <a:cubicBezTo>
                    <a:pt x="900130" y="401006"/>
                    <a:pt x="496564" y="24743"/>
                    <a:pt x="0" y="0"/>
                  </a:cubicBezTo>
                  <a:close/>
                </a:path>
              </a:pathLst>
            </a:custGeom>
            <a:solidFill>
              <a:srgbClr val="EF3F82"/>
            </a:solidFill>
            <a:ln w="8524" cap="flat">
              <a:noFill/>
              <a:prstDash val="solid"/>
              <a:miter/>
            </a:ln>
          </p:spPr>
          <p:txBody>
            <a:bodyPr rtlCol="0" anchor="ctr"/>
            <a:lstStyle/>
            <a:p>
              <a:pPr defTabSz="1219170"/>
              <a:endParaRPr lang="pt-BR" sz="2400">
                <a:solidFill>
                  <a:srgbClr val="000000"/>
                </a:solidFill>
                <a:latin typeface="Calibri"/>
              </a:endParaRPr>
            </a:p>
          </p:txBody>
        </p:sp>
        <p:sp>
          <p:nvSpPr>
            <p:cNvPr id="13" name="Freeform: Shape 14">
              <a:extLst>
                <a:ext uri="{FF2B5EF4-FFF2-40B4-BE49-F238E27FC236}">
                  <a16:creationId xmlns:a16="http://schemas.microsoft.com/office/drawing/2014/main" id="{4C3EE2CC-1B35-6B49-A389-31A5AFE0B2CD}"/>
                </a:ext>
              </a:extLst>
            </p:cNvPr>
            <p:cNvSpPr/>
            <p:nvPr/>
          </p:nvSpPr>
          <p:spPr>
            <a:xfrm>
              <a:off x="3771927" y="2288134"/>
              <a:ext cx="754091" cy="690253"/>
            </a:xfrm>
            <a:custGeom>
              <a:avLst/>
              <a:gdLst>
                <a:gd name="connsiteX0" fmla="*/ 0 w 967532"/>
                <a:gd name="connsiteY0" fmla="*/ 885625 h 885625"/>
                <a:gd name="connsiteX1" fmla="*/ 912928 w 967532"/>
                <a:gd name="connsiteY1" fmla="*/ 885625 h 885625"/>
                <a:gd name="connsiteX2" fmla="*/ 967533 w 967532"/>
                <a:gd name="connsiteY2" fmla="*/ 831020 h 885625"/>
                <a:gd name="connsiteX3" fmla="*/ 967533 w 967532"/>
                <a:gd name="connsiteY3" fmla="*/ 0 h 885625"/>
                <a:gd name="connsiteX4" fmla="*/ 0 w 967532"/>
                <a:gd name="connsiteY4" fmla="*/ 885625 h 885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532" h="885625">
                  <a:moveTo>
                    <a:pt x="0" y="885625"/>
                  </a:moveTo>
                  <a:lnTo>
                    <a:pt x="912928" y="885625"/>
                  </a:lnTo>
                  <a:cubicBezTo>
                    <a:pt x="942790" y="885625"/>
                    <a:pt x="967533" y="860882"/>
                    <a:pt x="967533" y="831020"/>
                  </a:cubicBezTo>
                  <a:lnTo>
                    <a:pt x="967533" y="0"/>
                  </a:lnTo>
                  <a:cubicBezTo>
                    <a:pt x="470968" y="24743"/>
                    <a:pt x="67403" y="401006"/>
                    <a:pt x="0" y="885625"/>
                  </a:cubicBezTo>
                  <a:close/>
                </a:path>
              </a:pathLst>
            </a:custGeom>
            <a:solidFill>
              <a:srgbClr val="9CCB24"/>
            </a:solidFill>
            <a:ln w="8524" cap="flat">
              <a:noFill/>
              <a:prstDash val="solid"/>
              <a:miter/>
            </a:ln>
          </p:spPr>
          <p:txBody>
            <a:bodyPr rtlCol="0" anchor="ctr"/>
            <a:lstStyle/>
            <a:p>
              <a:pPr defTabSz="1219170"/>
              <a:endParaRPr lang="pt-BR" sz="2400">
                <a:solidFill>
                  <a:srgbClr val="000000"/>
                </a:solidFill>
                <a:latin typeface="Calibri"/>
              </a:endParaRPr>
            </a:p>
          </p:txBody>
        </p:sp>
        <p:sp>
          <p:nvSpPr>
            <p:cNvPr id="14" name="Freeform: Shape 15">
              <a:extLst>
                <a:ext uri="{FF2B5EF4-FFF2-40B4-BE49-F238E27FC236}">
                  <a16:creationId xmlns:a16="http://schemas.microsoft.com/office/drawing/2014/main" id="{9750F353-0793-E343-B9E9-4429FA4E85A3}"/>
                </a:ext>
              </a:extLst>
            </p:cNvPr>
            <p:cNvSpPr/>
            <p:nvPr/>
          </p:nvSpPr>
          <p:spPr>
            <a:xfrm>
              <a:off x="4132349" y="2645895"/>
              <a:ext cx="856498" cy="856499"/>
            </a:xfrm>
            <a:custGeom>
              <a:avLst/>
              <a:gdLst>
                <a:gd name="connsiteX0" fmla="*/ 1098926 w 1098925"/>
                <a:gd name="connsiteY0" fmla="*/ 549463 h 1098926"/>
                <a:gd name="connsiteX1" fmla="*/ 549463 w 1098925"/>
                <a:gd name="connsiteY1" fmla="*/ 1098926 h 1098926"/>
                <a:gd name="connsiteX2" fmla="*/ 0 w 1098925"/>
                <a:gd name="connsiteY2" fmla="*/ 549463 h 1098926"/>
                <a:gd name="connsiteX3" fmla="*/ 549463 w 1098925"/>
                <a:gd name="connsiteY3" fmla="*/ 0 h 1098926"/>
                <a:gd name="connsiteX4" fmla="*/ 1098926 w 1098925"/>
                <a:gd name="connsiteY4" fmla="*/ 549463 h 1098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925" h="1098926">
                  <a:moveTo>
                    <a:pt x="1098926" y="549463"/>
                  </a:moveTo>
                  <a:cubicBezTo>
                    <a:pt x="1098926" y="852923"/>
                    <a:pt x="852923" y="1098926"/>
                    <a:pt x="549463" y="1098926"/>
                  </a:cubicBezTo>
                  <a:cubicBezTo>
                    <a:pt x="246003" y="1098926"/>
                    <a:pt x="0" y="852923"/>
                    <a:pt x="0" y="549463"/>
                  </a:cubicBezTo>
                  <a:cubicBezTo>
                    <a:pt x="0" y="246003"/>
                    <a:pt x="246003" y="0"/>
                    <a:pt x="549463" y="0"/>
                  </a:cubicBezTo>
                  <a:cubicBezTo>
                    <a:pt x="852923" y="0"/>
                    <a:pt x="1098926" y="246003"/>
                    <a:pt x="1098926" y="549463"/>
                  </a:cubicBezTo>
                  <a:close/>
                </a:path>
              </a:pathLst>
            </a:custGeom>
            <a:solidFill>
              <a:srgbClr val="FFFFFF"/>
            </a:solidFill>
            <a:ln w="8524" cap="flat">
              <a:noFill/>
              <a:prstDash val="solid"/>
              <a:miter/>
            </a:ln>
            <a:effectLst>
              <a:outerShdw blurRad="50800" dist="508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sp>
          <p:nvSpPr>
            <p:cNvPr id="20" name="TextBox 19">
              <a:extLst>
                <a:ext uri="{FF2B5EF4-FFF2-40B4-BE49-F238E27FC236}">
                  <a16:creationId xmlns:a16="http://schemas.microsoft.com/office/drawing/2014/main" id="{BB270C0D-E5F4-F84E-BE58-93038DEFE2F5}"/>
                </a:ext>
              </a:extLst>
            </p:cNvPr>
            <p:cNvSpPr txBox="1"/>
            <p:nvPr/>
          </p:nvSpPr>
          <p:spPr>
            <a:xfrm>
              <a:off x="2594280" y="1514751"/>
              <a:ext cx="1712934" cy="223794"/>
            </a:xfrm>
            <a:prstGeom prst="rect">
              <a:avLst/>
            </a:prstGeom>
            <a:noFill/>
          </p:spPr>
          <p:txBody>
            <a:bodyPr wrap="square" lIns="0" tIns="0" rIns="0" bIns="0" rtlCol="0">
              <a:spAutoFit/>
            </a:bodyPr>
            <a:lstStyle/>
            <a:p>
              <a:pPr defTabSz="1219170"/>
              <a:r>
                <a:rPr lang="en-US" sz="2133" b="1">
                  <a:solidFill>
                    <a:srgbClr val="99C722"/>
                  </a:solidFill>
                  <a:latin typeface="Segoe UI" panose="020B0502040204020203" pitchFamily="34" charset="0"/>
                  <a:cs typeface="Segoe UI" panose="020B0502040204020203" pitchFamily="34" charset="0"/>
                </a:rPr>
                <a:t>ENGAGE</a:t>
              </a:r>
            </a:p>
          </p:txBody>
        </p:sp>
        <p:sp>
          <p:nvSpPr>
            <p:cNvPr id="21" name="TextBox 20">
              <a:extLst>
                <a:ext uri="{FF2B5EF4-FFF2-40B4-BE49-F238E27FC236}">
                  <a16:creationId xmlns:a16="http://schemas.microsoft.com/office/drawing/2014/main" id="{7991DA60-DBA0-4445-B593-1F8D07F56CE3}"/>
                </a:ext>
              </a:extLst>
            </p:cNvPr>
            <p:cNvSpPr txBox="1"/>
            <p:nvPr/>
          </p:nvSpPr>
          <p:spPr>
            <a:xfrm>
              <a:off x="2594280" y="3212298"/>
              <a:ext cx="1712934" cy="223794"/>
            </a:xfrm>
            <a:prstGeom prst="rect">
              <a:avLst/>
            </a:prstGeom>
            <a:noFill/>
          </p:spPr>
          <p:txBody>
            <a:bodyPr wrap="square" lIns="0" tIns="0" rIns="0" bIns="0" rtlCol="0">
              <a:spAutoFit/>
            </a:bodyPr>
            <a:lstStyle/>
            <a:p>
              <a:pPr defTabSz="1219170"/>
              <a:r>
                <a:rPr lang="en-US" sz="2133" b="1">
                  <a:solidFill>
                    <a:srgbClr val="539BE7"/>
                  </a:solidFill>
                  <a:latin typeface="Segoe UI" panose="020B0502040204020203" pitchFamily="34" charset="0"/>
                  <a:cs typeface="Segoe UI" panose="020B0502040204020203" pitchFamily="34" charset="0"/>
                </a:rPr>
                <a:t>CONVERT</a:t>
              </a:r>
            </a:p>
          </p:txBody>
        </p:sp>
        <p:sp>
          <p:nvSpPr>
            <p:cNvPr id="22" name="TextBox 21">
              <a:extLst>
                <a:ext uri="{FF2B5EF4-FFF2-40B4-BE49-F238E27FC236}">
                  <a16:creationId xmlns:a16="http://schemas.microsoft.com/office/drawing/2014/main" id="{4E0BCDA4-029B-BA42-9823-6F645CDDB2BE}"/>
                </a:ext>
              </a:extLst>
            </p:cNvPr>
            <p:cNvSpPr txBox="1"/>
            <p:nvPr/>
          </p:nvSpPr>
          <p:spPr>
            <a:xfrm>
              <a:off x="5558260" y="3186898"/>
              <a:ext cx="912863" cy="223794"/>
            </a:xfrm>
            <a:prstGeom prst="rect">
              <a:avLst/>
            </a:prstGeom>
            <a:noFill/>
          </p:spPr>
          <p:txBody>
            <a:bodyPr wrap="square" lIns="0" tIns="0" rIns="0" bIns="0" rtlCol="0">
              <a:spAutoFit/>
            </a:bodyPr>
            <a:lstStyle/>
            <a:p>
              <a:pPr algn="r" defTabSz="1219170"/>
              <a:r>
                <a:rPr lang="en-US" sz="2133" b="1">
                  <a:solidFill>
                    <a:srgbClr val="A22B94"/>
                  </a:solidFill>
                  <a:latin typeface="Segoe UI" panose="020B0502040204020203" pitchFamily="34" charset="0"/>
                  <a:cs typeface="Segoe UI" panose="020B0502040204020203" pitchFamily="34" charset="0"/>
                </a:rPr>
                <a:t>ACT</a:t>
              </a:r>
            </a:p>
          </p:txBody>
        </p:sp>
        <p:sp>
          <p:nvSpPr>
            <p:cNvPr id="23" name="TextBox 22">
              <a:extLst>
                <a:ext uri="{FF2B5EF4-FFF2-40B4-BE49-F238E27FC236}">
                  <a16:creationId xmlns:a16="http://schemas.microsoft.com/office/drawing/2014/main" id="{976F05FD-88B1-854C-BDE3-B78E23D4586F}"/>
                </a:ext>
              </a:extLst>
            </p:cNvPr>
            <p:cNvSpPr txBox="1"/>
            <p:nvPr/>
          </p:nvSpPr>
          <p:spPr>
            <a:xfrm>
              <a:off x="5097884" y="1506709"/>
              <a:ext cx="1373239" cy="223794"/>
            </a:xfrm>
            <a:prstGeom prst="rect">
              <a:avLst/>
            </a:prstGeom>
            <a:noFill/>
          </p:spPr>
          <p:txBody>
            <a:bodyPr wrap="square" lIns="0" tIns="0" rIns="0" bIns="0" rtlCol="0">
              <a:spAutoFit/>
            </a:bodyPr>
            <a:lstStyle/>
            <a:p>
              <a:pPr algn="r" defTabSz="1219170"/>
              <a:r>
                <a:rPr lang="en-US" sz="2133" b="1">
                  <a:solidFill>
                    <a:srgbClr val="EF3F82"/>
                  </a:solidFill>
                  <a:latin typeface="Segoe UI" panose="020B0502040204020203" pitchFamily="34" charset="0"/>
                  <a:cs typeface="Segoe UI" panose="020B0502040204020203" pitchFamily="34" charset="0"/>
                </a:rPr>
                <a:t>REACH</a:t>
              </a:r>
            </a:p>
          </p:txBody>
        </p:sp>
        <p:sp>
          <p:nvSpPr>
            <p:cNvPr id="24" name="TextBox 23">
              <a:extLst>
                <a:ext uri="{FF2B5EF4-FFF2-40B4-BE49-F238E27FC236}">
                  <a16:creationId xmlns:a16="http://schemas.microsoft.com/office/drawing/2014/main" id="{8CD1D3DA-F6EA-2240-BB43-8DC8EAB0924C}"/>
                </a:ext>
              </a:extLst>
            </p:cNvPr>
            <p:cNvSpPr txBox="1"/>
            <p:nvPr/>
          </p:nvSpPr>
          <p:spPr>
            <a:xfrm>
              <a:off x="4152601" y="2932431"/>
              <a:ext cx="817411" cy="251817"/>
            </a:xfrm>
            <a:prstGeom prst="rect">
              <a:avLst/>
            </a:prstGeom>
            <a:noFill/>
          </p:spPr>
          <p:txBody>
            <a:bodyPr wrap="square" lIns="0" tIns="0" rIns="0" bIns="0" rtlCol="0">
              <a:spAutoFit/>
            </a:bodyPr>
            <a:lstStyle/>
            <a:p>
              <a:pPr algn="ctr" defTabSz="1219170"/>
              <a:r>
                <a:rPr lang="en-US" sz="2400" b="1">
                  <a:solidFill>
                    <a:srgbClr val="000000">
                      <a:lumMod val="75000"/>
                      <a:lumOff val="25000"/>
                    </a:srgbClr>
                  </a:solidFill>
                  <a:latin typeface="Segoe UI" panose="020B0502040204020203" pitchFamily="34" charset="0"/>
                  <a:cs typeface="Segoe UI" panose="020B0502040204020203" pitchFamily="34" charset="0"/>
                </a:rPr>
                <a:t>RACE</a:t>
              </a:r>
            </a:p>
          </p:txBody>
        </p:sp>
        <p:sp>
          <p:nvSpPr>
            <p:cNvPr id="25" name="TextBox 24">
              <a:extLst>
                <a:ext uri="{FF2B5EF4-FFF2-40B4-BE49-F238E27FC236}">
                  <a16:creationId xmlns:a16="http://schemas.microsoft.com/office/drawing/2014/main" id="{0A7F99EC-4E79-3A49-A9CF-C81F0081CF5B}"/>
                </a:ext>
              </a:extLst>
            </p:cNvPr>
            <p:cNvSpPr txBox="1"/>
            <p:nvPr/>
          </p:nvSpPr>
          <p:spPr>
            <a:xfrm>
              <a:off x="2594280" y="1831133"/>
              <a:ext cx="1215720" cy="776444"/>
            </a:xfrm>
            <a:prstGeom prst="rect">
              <a:avLst/>
            </a:prstGeom>
            <a:noFill/>
          </p:spPr>
          <p:txBody>
            <a:bodyPr wrap="square" lIns="0" tIns="0" rIns="0" bIns="0" rtlCol="0">
              <a:noAutofit/>
            </a:bodyPr>
            <a:lstStyle/>
            <a:p>
              <a:pPr defTabSz="1219170"/>
              <a:r>
                <a:rPr lang="en-US" sz="1467">
                  <a:solidFill>
                    <a:srgbClr val="F1F2F1">
                      <a:lumMod val="50000"/>
                    </a:srgbClr>
                  </a:solidFill>
                  <a:latin typeface="Segoe UI" panose="020B0502040204020203" pitchFamily="34" charset="0"/>
                  <a:cs typeface="Segoe UI" panose="020B0502040204020203" pitchFamily="34" charset="0"/>
                </a:rPr>
                <a:t>You can edit this text. Edit text here. You can edit this text.</a:t>
              </a:r>
            </a:p>
          </p:txBody>
        </p:sp>
        <p:sp>
          <p:nvSpPr>
            <p:cNvPr id="26" name="TextBox 25">
              <a:extLst>
                <a:ext uri="{FF2B5EF4-FFF2-40B4-BE49-F238E27FC236}">
                  <a16:creationId xmlns:a16="http://schemas.microsoft.com/office/drawing/2014/main" id="{780D2DF4-E188-094A-889B-70190F56D651}"/>
                </a:ext>
              </a:extLst>
            </p:cNvPr>
            <p:cNvSpPr txBox="1"/>
            <p:nvPr/>
          </p:nvSpPr>
          <p:spPr>
            <a:xfrm>
              <a:off x="2594280" y="3539283"/>
              <a:ext cx="1215720" cy="776444"/>
            </a:xfrm>
            <a:prstGeom prst="rect">
              <a:avLst/>
            </a:prstGeom>
            <a:noFill/>
          </p:spPr>
          <p:txBody>
            <a:bodyPr wrap="square" lIns="0" tIns="0" rIns="0" bIns="0" rtlCol="0">
              <a:noAutofit/>
            </a:bodyPr>
            <a:lstStyle>
              <a:defPPr>
                <a:defRPr lang="en-US"/>
              </a:defPPr>
              <a:lvl1pPr>
                <a:defRPr sz="1100">
                  <a:solidFill>
                    <a:schemeClr val="bg2">
                      <a:lumMod val="50000"/>
                    </a:schemeClr>
                  </a:solidFill>
                  <a:latin typeface="Segoe UI" panose="020B0502040204020203" pitchFamily="34" charset="0"/>
                  <a:cs typeface="Segoe UI" panose="020B0502040204020203" pitchFamily="34" charset="0"/>
                </a:defRPr>
              </a:lvl1pPr>
            </a:lstStyle>
            <a:p>
              <a:pPr defTabSz="1219170"/>
              <a:r>
                <a:rPr lang="en-US" sz="1467">
                  <a:solidFill>
                    <a:srgbClr val="F1F2F1">
                      <a:lumMod val="50000"/>
                    </a:srgbClr>
                  </a:solidFill>
                </a:rPr>
                <a:t>You can edit this text. Edit text here. You can edit this text.</a:t>
              </a:r>
            </a:p>
          </p:txBody>
        </p:sp>
        <p:sp>
          <p:nvSpPr>
            <p:cNvPr id="27" name="TextBox 26">
              <a:extLst>
                <a:ext uri="{FF2B5EF4-FFF2-40B4-BE49-F238E27FC236}">
                  <a16:creationId xmlns:a16="http://schemas.microsoft.com/office/drawing/2014/main" id="{D180FC70-51D3-7444-939F-104C355CCCEF}"/>
                </a:ext>
              </a:extLst>
            </p:cNvPr>
            <p:cNvSpPr txBox="1"/>
            <p:nvPr/>
          </p:nvSpPr>
          <p:spPr>
            <a:xfrm>
              <a:off x="5371943" y="1831133"/>
              <a:ext cx="1099180" cy="776444"/>
            </a:xfrm>
            <a:prstGeom prst="rect">
              <a:avLst/>
            </a:prstGeom>
            <a:noFill/>
          </p:spPr>
          <p:txBody>
            <a:bodyPr wrap="square" lIns="0" tIns="0" rIns="0" bIns="0" rtlCol="0">
              <a:noAutofit/>
            </a:bodyPr>
            <a:lstStyle/>
            <a:p>
              <a:pPr algn="r" defTabSz="1219170"/>
              <a:r>
                <a:rPr lang="en-US" sz="1467">
                  <a:solidFill>
                    <a:srgbClr val="F1F2F1">
                      <a:lumMod val="50000"/>
                    </a:srgbClr>
                  </a:solidFill>
                  <a:latin typeface="Segoe UI" panose="020B0502040204020203" pitchFamily="34" charset="0"/>
                  <a:cs typeface="Segoe UI" panose="020B0502040204020203" pitchFamily="34" charset="0"/>
                </a:rPr>
                <a:t>You can edit this text. Edit text here. You can edit this text.</a:t>
              </a:r>
            </a:p>
          </p:txBody>
        </p:sp>
        <p:sp>
          <p:nvSpPr>
            <p:cNvPr id="28" name="TextBox 27">
              <a:extLst>
                <a:ext uri="{FF2B5EF4-FFF2-40B4-BE49-F238E27FC236}">
                  <a16:creationId xmlns:a16="http://schemas.microsoft.com/office/drawing/2014/main" id="{AEB7F79F-2684-E642-B984-D0F32E734ACB}"/>
                </a:ext>
              </a:extLst>
            </p:cNvPr>
            <p:cNvSpPr txBox="1"/>
            <p:nvPr/>
          </p:nvSpPr>
          <p:spPr>
            <a:xfrm>
              <a:off x="5371943" y="3539283"/>
              <a:ext cx="1099180" cy="776444"/>
            </a:xfrm>
            <a:prstGeom prst="rect">
              <a:avLst/>
            </a:prstGeom>
            <a:noFill/>
          </p:spPr>
          <p:txBody>
            <a:bodyPr wrap="square" lIns="0" tIns="0" rIns="0" bIns="0" rtlCol="0">
              <a:noAutofit/>
            </a:bodyPr>
            <a:lstStyle>
              <a:defPPr>
                <a:defRPr lang="en-US"/>
              </a:defPPr>
              <a:lvl1pPr algn="r">
                <a:defRPr sz="1100">
                  <a:solidFill>
                    <a:schemeClr val="bg2">
                      <a:lumMod val="50000"/>
                    </a:schemeClr>
                  </a:solidFill>
                  <a:latin typeface="Segoe UI" panose="020B0502040204020203" pitchFamily="34" charset="0"/>
                  <a:cs typeface="Segoe UI" panose="020B0502040204020203" pitchFamily="34" charset="0"/>
                </a:defRPr>
              </a:lvl1pPr>
            </a:lstStyle>
            <a:p>
              <a:pPr defTabSz="1219170"/>
              <a:r>
                <a:rPr lang="en-US" sz="1467">
                  <a:solidFill>
                    <a:srgbClr val="F1F2F1">
                      <a:lumMod val="50000"/>
                    </a:srgbClr>
                  </a:solidFill>
                </a:rPr>
                <a:t>You can edit this text. Edit text here. You can edit this text.</a:t>
              </a:r>
            </a:p>
          </p:txBody>
        </p:sp>
        <p:pic>
          <p:nvPicPr>
            <p:cNvPr id="30" name="Graphic 29" descr="megaphone">
              <a:extLst>
                <a:ext uri="{FF2B5EF4-FFF2-40B4-BE49-F238E27FC236}">
                  <a16:creationId xmlns:a16="http://schemas.microsoft.com/office/drawing/2014/main" id="{820B6AD4-7A8B-2D43-B2FB-582FB7F5354B}"/>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845278" y="2499974"/>
              <a:ext cx="265907" cy="265907"/>
            </a:xfrm>
            <a:prstGeom prst="rect">
              <a:avLst/>
            </a:prstGeom>
          </p:spPr>
        </p:pic>
        <p:pic>
          <p:nvPicPr>
            <p:cNvPr id="32" name="Graphic 31" descr="bullseye">
              <a:extLst>
                <a:ext uri="{FF2B5EF4-FFF2-40B4-BE49-F238E27FC236}">
                  <a16:creationId xmlns:a16="http://schemas.microsoft.com/office/drawing/2014/main" id="{283680D6-D22C-F445-B70C-B7B2275B45AC}"/>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826043" y="3357502"/>
              <a:ext cx="271841" cy="271841"/>
            </a:xfrm>
            <a:prstGeom prst="rect">
              <a:avLst/>
            </a:prstGeom>
          </p:spPr>
        </p:pic>
        <p:pic>
          <p:nvPicPr>
            <p:cNvPr id="36" name="Graphic 35" descr="handshake">
              <a:extLst>
                <a:ext uri="{FF2B5EF4-FFF2-40B4-BE49-F238E27FC236}">
                  <a16:creationId xmlns:a16="http://schemas.microsoft.com/office/drawing/2014/main" id="{9C4F06A3-0EA5-1F43-A51B-5B166C2FEA5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987835" y="2496390"/>
              <a:ext cx="319379" cy="319379"/>
            </a:xfrm>
            <a:prstGeom prst="rect">
              <a:avLst/>
            </a:prstGeom>
          </p:spPr>
        </p:pic>
        <p:pic>
          <p:nvPicPr>
            <p:cNvPr id="38" name="Graphic 37" descr="magnet">
              <a:extLst>
                <a:ext uri="{FF2B5EF4-FFF2-40B4-BE49-F238E27FC236}">
                  <a16:creationId xmlns:a16="http://schemas.microsoft.com/office/drawing/2014/main" id="{328C5849-CB93-A645-91B0-20DFE94A07AD}"/>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95569" y="3357502"/>
              <a:ext cx="255948" cy="255948"/>
            </a:xfrm>
            <a:prstGeom prst="rect">
              <a:avLst/>
            </a:prstGeom>
          </p:spPr>
        </p:pic>
      </p:grpSp>
    </p:spTree>
    <p:extLst>
      <p:ext uri="{BB962C8B-B14F-4D97-AF65-F5344CB8AC3E}">
        <p14:creationId xmlns:p14="http://schemas.microsoft.com/office/powerpoint/2010/main" val="53336682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Shape 6">
            <a:extLst>
              <a:ext uri="{FF2B5EF4-FFF2-40B4-BE49-F238E27FC236}">
                <a16:creationId xmlns:a16="http://schemas.microsoft.com/office/drawing/2014/main" id="{642EF82E-5247-7C48-BF0D-1732A3E50DF6}"/>
              </a:ext>
            </a:extLst>
          </p:cNvPr>
          <p:cNvSpPr/>
          <p:nvPr/>
        </p:nvSpPr>
        <p:spPr>
          <a:xfrm>
            <a:off x="3214125" y="2214562"/>
            <a:ext cx="7978808" cy="4009428"/>
          </a:xfrm>
          <a:custGeom>
            <a:avLst/>
            <a:gdLst>
              <a:gd name="connsiteX0" fmla="*/ 7491413 w 8539162"/>
              <a:gd name="connsiteY0" fmla="*/ 4291013 h 4291012"/>
              <a:gd name="connsiteX1" fmla="*/ 0 w 8539162"/>
              <a:gd name="connsiteY1" fmla="*/ 4291013 h 4291012"/>
              <a:gd name="connsiteX2" fmla="*/ 0 w 8539162"/>
              <a:gd name="connsiteY2" fmla="*/ 0 h 4291012"/>
              <a:gd name="connsiteX3" fmla="*/ 8539162 w 8539162"/>
              <a:gd name="connsiteY3" fmla="*/ 0 h 4291012"/>
            </a:gdLst>
            <a:ahLst/>
            <a:cxnLst>
              <a:cxn ang="0">
                <a:pos x="connsiteX0" y="connsiteY0"/>
              </a:cxn>
              <a:cxn ang="0">
                <a:pos x="connsiteX1" y="connsiteY1"/>
              </a:cxn>
              <a:cxn ang="0">
                <a:pos x="connsiteX2" y="connsiteY2"/>
              </a:cxn>
              <a:cxn ang="0">
                <a:pos x="connsiteX3" y="connsiteY3"/>
              </a:cxn>
            </a:cxnLst>
            <a:rect l="l" t="t" r="r" b="b"/>
            <a:pathLst>
              <a:path w="8539162" h="4291012">
                <a:moveTo>
                  <a:pt x="7491413" y="4291013"/>
                </a:moveTo>
                <a:lnTo>
                  <a:pt x="0" y="4291013"/>
                </a:lnTo>
                <a:lnTo>
                  <a:pt x="0" y="0"/>
                </a:lnTo>
                <a:lnTo>
                  <a:pt x="8539162" y="0"/>
                </a:lnTo>
                <a:close/>
              </a:path>
            </a:pathLst>
          </a:custGeom>
          <a:solidFill>
            <a:srgbClr val="FFFFFF"/>
          </a:solidFill>
          <a:ln w="9525" cap="flat">
            <a:noFill/>
            <a:prstDash val="solid"/>
            <a:miter/>
          </a:ln>
          <a:effectLst>
            <a:outerShdw blurRad="25400" dist="12700" dir="5400000" algn="ctr" rotWithShape="0">
              <a:srgbClr val="000000">
                <a:alpha val="23000"/>
              </a:srgbClr>
            </a:outerShdw>
          </a:effectLst>
        </p:spPr>
        <p:txBody>
          <a:bodyPr rtlCol="0" anchor="ctr"/>
          <a:lstStyle/>
          <a:p>
            <a:pPr defTabSz="1219170"/>
            <a:endParaRPr lang="pt-BR" sz="2400">
              <a:solidFill>
                <a:srgbClr val="000000"/>
              </a:solidFill>
              <a:latin typeface="Calibri"/>
            </a:endParaRPr>
          </a:p>
        </p:txBody>
      </p:sp>
      <p:grpSp>
        <p:nvGrpSpPr>
          <p:cNvPr id="11" name="Graphic 4">
            <a:extLst>
              <a:ext uri="{FF2B5EF4-FFF2-40B4-BE49-F238E27FC236}">
                <a16:creationId xmlns:a16="http://schemas.microsoft.com/office/drawing/2014/main" id="{A5EC76DF-2BF8-5244-9B70-00022C2719D3}"/>
              </a:ext>
            </a:extLst>
          </p:cNvPr>
          <p:cNvGrpSpPr/>
          <p:nvPr/>
        </p:nvGrpSpPr>
        <p:grpSpPr>
          <a:xfrm>
            <a:off x="1540933" y="1952013"/>
            <a:ext cx="2932779" cy="4365427"/>
            <a:chOff x="928687" y="1090612"/>
            <a:chExt cx="3138748" cy="4672012"/>
          </a:xfrm>
        </p:grpSpPr>
        <p:sp>
          <p:nvSpPr>
            <p:cNvPr id="12" name="Freeform: Shape 8">
              <a:extLst>
                <a:ext uri="{FF2B5EF4-FFF2-40B4-BE49-F238E27FC236}">
                  <a16:creationId xmlns:a16="http://schemas.microsoft.com/office/drawing/2014/main" id="{61F30D7A-9EDD-4D49-B211-DF5FB21112BF}"/>
                </a:ext>
              </a:extLst>
            </p:cNvPr>
            <p:cNvSpPr/>
            <p:nvPr/>
          </p:nvSpPr>
          <p:spPr>
            <a:xfrm>
              <a:off x="928687" y="1431606"/>
              <a:ext cx="3137534" cy="927734"/>
            </a:xfrm>
            <a:custGeom>
              <a:avLst/>
              <a:gdLst>
                <a:gd name="connsiteX0" fmla="*/ 2860358 w 3137534"/>
                <a:gd name="connsiteY0" fmla="*/ 927735 h 927734"/>
                <a:gd name="connsiteX1" fmla="*/ 3137535 w 3137534"/>
                <a:gd name="connsiteY1" fmla="*/ 0 h 927734"/>
                <a:gd name="connsiteX2" fmla="*/ 0 w 3137534"/>
                <a:gd name="connsiteY2" fmla="*/ 0 h 927734"/>
                <a:gd name="connsiteX3" fmla="*/ 274320 w 3137534"/>
                <a:gd name="connsiteY3" fmla="*/ 927735 h 927734"/>
              </a:gdLst>
              <a:ahLst/>
              <a:cxnLst>
                <a:cxn ang="0">
                  <a:pos x="connsiteX0" y="connsiteY0"/>
                </a:cxn>
                <a:cxn ang="0">
                  <a:pos x="connsiteX1" y="connsiteY1"/>
                </a:cxn>
                <a:cxn ang="0">
                  <a:pos x="connsiteX2" y="connsiteY2"/>
                </a:cxn>
                <a:cxn ang="0">
                  <a:pos x="connsiteX3" y="connsiteY3"/>
                </a:cxn>
              </a:cxnLst>
              <a:rect l="l" t="t" r="r" b="b"/>
              <a:pathLst>
                <a:path w="3137534" h="927734">
                  <a:moveTo>
                    <a:pt x="2860358" y="927735"/>
                  </a:moveTo>
                  <a:lnTo>
                    <a:pt x="3137535" y="0"/>
                  </a:lnTo>
                  <a:lnTo>
                    <a:pt x="0" y="0"/>
                  </a:lnTo>
                  <a:lnTo>
                    <a:pt x="274320" y="927735"/>
                  </a:lnTo>
                  <a:close/>
                </a:path>
              </a:pathLst>
            </a:custGeom>
            <a:solidFill>
              <a:srgbClr val="EF3F82"/>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13" name="Freeform: Shape 9">
              <a:extLst>
                <a:ext uri="{FF2B5EF4-FFF2-40B4-BE49-F238E27FC236}">
                  <a16:creationId xmlns:a16="http://schemas.microsoft.com/office/drawing/2014/main" id="{01919C15-DAD2-D44B-B18D-ABB24993448B}"/>
                </a:ext>
              </a:extLst>
            </p:cNvPr>
            <p:cNvSpPr/>
            <p:nvPr/>
          </p:nvSpPr>
          <p:spPr>
            <a:xfrm>
              <a:off x="1482089" y="3633787"/>
              <a:ext cx="2030729" cy="927734"/>
            </a:xfrm>
            <a:custGeom>
              <a:avLst/>
              <a:gdLst>
                <a:gd name="connsiteX0" fmla="*/ 277178 w 2030729"/>
                <a:gd name="connsiteY0" fmla="*/ 927735 h 927734"/>
                <a:gd name="connsiteX1" fmla="*/ 0 w 2030729"/>
                <a:gd name="connsiteY1" fmla="*/ 0 h 927734"/>
                <a:gd name="connsiteX2" fmla="*/ 2030730 w 2030729"/>
                <a:gd name="connsiteY2" fmla="*/ 0 h 927734"/>
                <a:gd name="connsiteX3" fmla="*/ 1753553 w 2030729"/>
                <a:gd name="connsiteY3" fmla="*/ 927735 h 927734"/>
              </a:gdLst>
              <a:ahLst/>
              <a:cxnLst>
                <a:cxn ang="0">
                  <a:pos x="connsiteX0" y="connsiteY0"/>
                </a:cxn>
                <a:cxn ang="0">
                  <a:pos x="connsiteX1" y="connsiteY1"/>
                </a:cxn>
                <a:cxn ang="0">
                  <a:pos x="connsiteX2" y="connsiteY2"/>
                </a:cxn>
                <a:cxn ang="0">
                  <a:pos x="connsiteX3" y="connsiteY3"/>
                </a:cxn>
              </a:cxnLst>
              <a:rect l="l" t="t" r="r" b="b"/>
              <a:pathLst>
                <a:path w="2030729" h="927734">
                  <a:moveTo>
                    <a:pt x="277178" y="927735"/>
                  </a:moveTo>
                  <a:lnTo>
                    <a:pt x="0" y="0"/>
                  </a:lnTo>
                  <a:lnTo>
                    <a:pt x="2030730" y="0"/>
                  </a:lnTo>
                  <a:lnTo>
                    <a:pt x="1753553" y="927735"/>
                  </a:lnTo>
                  <a:close/>
                </a:path>
              </a:pathLst>
            </a:custGeom>
            <a:solidFill>
              <a:srgbClr val="549BE8"/>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14" name="Freeform: Shape 10">
              <a:extLst>
                <a:ext uri="{FF2B5EF4-FFF2-40B4-BE49-F238E27FC236}">
                  <a16:creationId xmlns:a16="http://schemas.microsoft.com/office/drawing/2014/main" id="{C21B94D3-103E-0048-B022-CE06912636AC}"/>
                </a:ext>
              </a:extLst>
            </p:cNvPr>
            <p:cNvSpPr/>
            <p:nvPr/>
          </p:nvSpPr>
          <p:spPr>
            <a:xfrm>
              <a:off x="1759266" y="4734877"/>
              <a:ext cx="1476375" cy="927734"/>
            </a:xfrm>
            <a:custGeom>
              <a:avLst/>
              <a:gdLst>
                <a:gd name="connsiteX0" fmla="*/ 1476375 w 1476375"/>
                <a:gd name="connsiteY0" fmla="*/ 0 h 927734"/>
                <a:gd name="connsiteX1" fmla="*/ 1200150 w 1476375"/>
                <a:gd name="connsiteY1" fmla="*/ 927735 h 927734"/>
                <a:gd name="connsiteX2" fmla="*/ 276225 w 1476375"/>
                <a:gd name="connsiteY2" fmla="*/ 927735 h 927734"/>
                <a:gd name="connsiteX3" fmla="*/ 0 w 1476375"/>
                <a:gd name="connsiteY3" fmla="*/ 0 h 927734"/>
              </a:gdLst>
              <a:ahLst/>
              <a:cxnLst>
                <a:cxn ang="0">
                  <a:pos x="connsiteX0" y="connsiteY0"/>
                </a:cxn>
                <a:cxn ang="0">
                  <a:pos x="connsiteX1" y="connsiteY1"/>
                </a:cxn>
                <a:cxn ang="0">
                  <a:pos x="connsiteX2" y="connsiteY2"/>
                </a:cxn>
                <a:cxn ang="0">
                  <a:pos x="connsiteX3" y="connsiteY3"/>
                </a:cxn>
              </a:cxnLst>
              <a:rect l="l" t="t" r="r" b="b"/>
              <a:pathLst>
                <a:path w="1476375" h="927734">
                  <a:moveTo>
                    <a:pt x="1476375" y="0"/>
                  </a:moveTo>
                  <a:lnTo>
                    <a:pt x="1200150" y="927735"/>
                  </a:lnTo>
                  <a:lnTo>
                    <a:pt x="276225" y="927735"/>
                  </a:lnTo>
                  <a:lnTo>
                    <a:pt x="0" y="0"/>
                  </a:lnTo>
                  <a:close/>
                </a:path>
              </a:pathLst>
            </a:custGeom>
            <a:solidFill>
              <a:srgbClr val="9CCB24"/>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15" name="Freeform: Shape 11">
              <a:extLst>
                <a:ext uri="{FF2B5EF4-FFF2-40B4-BE49-F238E27FC236}">
                  <a16:creationId xmlns:a16="http://schemas.microsoft.com/office/drawing/2014/main" id="{B11F714E-31F7-D643-84A2-60797CE608A3}"/>
                </a:ext>
              </a:extLst>
            </p:cNvPr>
            <p:cNvSpPr/>
            <p:nvPr/>
          </p:nvSpPr>
          <p:spPr>
            <a:xfrm>
              <a:off x="1203006" y="2523171"/>
              <a:ext cx="2586037" cy="937260"/>
            </a:xfrm>
            <a:custGeom>
              <a:avLst/>
              <a:gdLst>
                <a:gd name="connsiteX0" fmla="*/ 2309813 w 2586037"/>
                <a:gd name="connsiteY0" fmla="*/ 937260 h 937260"/>
                <a:gd name="connsiteX1" fmla="*/ 2586038 w 2586037"/>
                <a:gd name="connsiteY1" fmla="*/ 9525 h 937260"/>
                <a:gd name="connsiteX2" fmla="*/ 0 w 2586037"/>
                <a:gd name="connsiteY2" fmla="*/ 0 h 937260"/>
                <a:gd name="connsiteX3" fmla="*/ 279083 w 2586037"/>
                <a:gd name="connsiteY3" fmla="*/ 937260 h 937260"/>
              </a:gdLst>
              <a:ahLst/>
              <a:cxnLst>
                <a:cxn ang="0">
                  <a:pos x="connsiteX0" y="connsiteY0"/>
                </a:cxn>
                <a:cxn ang="0">
                  <a:pos x="connsiteX1" y="connsiteY1"/>
                </a:cxn>
                <a:cxn ang="0">
                  <a:pos x="connsiteX2" y="connsiteY2"/>
                </a:cxn>
                <a:cxn ang="0">
                  <a:pos x="connsiteX3" y="connsiteY3"/>
                </a:cxn>
              </a:cxnLst>
              <a:rect l="l" t="t" r="r" b="b"/>
              <a:pathLst>
                <a:path w="2586037" h="937260">
                  <a:moveTo>
                    <a:pt x="2309813" y="937260"/>
                  </a:moveTo>
                  <a:lnTo>
                    <a:pt x="2586038" y="9525"/>
                  </a:lnTo>
                  <a:lnTo>
                    <a:pt x="0" y="0"/>
                  </a:lnTo>
                  <a:lnTo>
                    <a:pt x="279083" y="937260"/>
                  </a:lnTo>
                  <a:close/>
                </a:path>
              </a:pathLst>
            </a:custGeom>
            <a:solidFill>
              <a:srgbClr val="A32C95"/>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16" name="Freeform: Shape 12">
              <a:extLst>
                <a:ext uri="{FF2B5EF4-FFF2-40B4-BE49-F238E27FC236}">
                  <a16:creationId xmlns:a16="http://schemas.microsoft.com/office/drawing/2014/main" id="{0AE62EDE-D9DC-F84B-AB9C-56397FEE34DB}"/>
                </a:ext>
              </a:extLst>
            </p:cNvPr>
            <p:cNvSpPr/>
            <p:nvPr/>
          </p:nvSpPr>
          <p:spPr>
            <a:xfrm>
              <a:off x="928687" y="1090612"/>
              <a:ext cx="3138748" cy="681989"/>
            </a:xfrm>
            <a:custGeom>
              <a:avLst/>
              <a:gdLst>
                <a:gd name="connsiteX0" fmla="*/ 1568768 w 3138748"/>
                <a:gd name="connsiteY0" fmla="*/ 0 h 681989"/>
                <a:gd name="connsiteX1" fmla="*/ 0 w 3138748"/>
                <a:gd name="connsiteY1" fmla="*/ 340995 h 681989"/>
                <a:gd name="connsiteX2" fmla="*/ 1568768 w 3138748"/>
                <a:gd name="connsiteY2" fmla="*/ 681990 h 681989"/>
                <a:gd name="connsiteX3" fmla="*/ 3137535 w 3138748"/>
                <a:gd name="connsiteY3" fmla="*/ 340995 h 681989"/>
                <a:gd name="connsiteX4" fmla="*/ 1568768 w 3138748"/>
                <a:gd name="connsiteY4" fmla="*/ 0 h 68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8748" h="681989">
                  <a:moveTo>
                    <a:pt x="1568768" y="0"/>
                  </a:moveTo>
                  <a:cubicBezTo>
                    <a:pt x="701993" y="0"/>
                    <a:pt x="0" y="152400"/>
                    <a:pt x="0" y="340995"/>
                  </a:cubicBezTo>
                  <a:cubicBezTo>
                    <a:pt x="0" y="529590"/>
                    <a:pt x="701993" y="681990"/>
                    <a:pt x="1568768" y="681990"/>
                  </a:cubicBezTo>
                  <a:cubicBezTo>
                    <a:pt x="2435543" y="681990"/>
                    <a:pt x="3099435" y="539115"/>
                    <a:pt x="3137535" y="340995"/>
                  </a:cubicBezTo>
                  <a:cubicBezTo>
                    <a:pt x="3172778" y="156210"/>
                    <a:pt x="2435543" y="0"/>
                    <a:pt x="1568768" y="0"/>
                  </a:cubicBezTo>
                  <a:close/>
                </a:path>
              </a:pathLst>
            </a:custGeom>
            <a:solidFill>
              <a:srgbClr val="EF3F82"/>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17" name="Freeform: Shape 13">
              <a:extLst>
                <a:ext uri="{FF2B5EF4-FFF2-40B4-BE49-F238E27FC236}">
                  <a16:creationId xmlns:a16="http://schemas.microsoft.com/office/drawing/2014/main" id="{7079BBB8-4B72-7E4A-BB46-8B85C7ECDF44}"/>
                </a:ext>
              </a:extLst>
            </p:cNvPr>
            <p:cNvSpPr/>
            <p:nvPr/>
          </p:nvSpPr>
          <p:spPr>
            <a:xfrm>
              <a:off x="1025841" y="1129664"/>
              <a:ext cx="2943225" cy="603885"/>
            </a:xfrm>
            <a:custGeom>
              <a:avLst/>
              <a:gdLst>
                <a:gd name="connsiteX0" fmla="*/ 2943225 w 2943225"/>
                <a:gd name="connsiteY0" fmla="*/ 301943 h 603885"/>
                <a:gd name="connsiteX1" fmla="*/ 1471613 w 2943225"/>
                <a:gd name="connsiteY1" fmla="*/ 603885 h 603885"/>
                <a:gd name="connsiteX2" fmla="*/ 0 w 2943225"/>
                <a:gd name="connsiteY2" fmla="*/ 301943 h 603885"/>
                <a:gd name="connsiteX3" fmla="*/ 1471613 w 2943225"/>
                <a:gd name="connsiteY3" fmla="*/ 0 h 603885"/>
                <a:gd name="connsiteX4" fmla="*/ 2943225 w 2943225"/>
                <a:gd name="connsiteY4" fmla="*/ 301943 h 603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225" h="603885">
                  <a:moveTo>
                    <a:pt x="2943225" y="301943"/>
                  </a:moveTo>
                  <a:cubicBezTo>
                    <a:pt x="2943225" y="468701"/>
                    <a:pt x="2284362" y="603885"/>
                    <a:pt x="1471613" y="603885"/>
                  </a:cubicBezTo>
                  <a:cubicBezTo>
                    <a:pt x="658863" y="603885"/>
                    <a:pt x="0" y="468701"/>
                    <a:pt x="0" y="301943"/>
                  </a:cubicBezTo>
                  <a:cubicBezTo>
                    <a:pt x="0" y="135184"/>
                    <a:pt x="658863" y="0"/>
                    <a:pt x="1471613" y="0"/>
                  </a:cubicBezTo>
                  <a:cubicBezTo>
                    <a:pt x="2284362" y="0"/>
                    <a:pt x="2943225" y="135184"/>
                    <a:pt x="2943225" y="301943"/>
                  </a:cubicBezTo>
                  <a:close/>
                </a:path>
              </a:pathLst>
            </a:custGeom>
            <a:solidFill>
              <a:srgbClr val="CE3272"/>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18" name="Freeform: Shape 14">
              <a:extLst>
                <a:ext uri="{FF2B5EF4-FFF2-40B4-BE49-F238E27FC236}">
                  <a16:creationId xmlns:a16="http://schemas.microsoft.com/office/drawing/2014/main" id="{9FF45FC2-B8E5-E04E-8579-D1717ED72932}"/>
                </a:ext>
              </a:extLst>
            </p:cNvPr>
            <p:cNvSpPr/>
            <p:nvPr/>
          </p:nvSpPr>
          <p:spPr>
            <a:xfrm>
              <a:off x="2035492" y="5562599"/>
              <a:ext cx="923925" cy="200025"/>
            </a:xfrm>
            <a:custGeom>
              <a:avLst/>
              <a:gdLst>
                <a:gd name="connsiteX0" fmla="*/ 923925 w 923925"/>
                <a:gd name="connsiteY0" fmla="*/ 100013 h 200025"/>
                <a:gd name="connsiteX1" fmla="*/ 461962 w 923925"/>
                <a:gd name="connsiteY1" fmla="*/ 200025 h 200025"/>
                <a:gd name="connsiteX2" fmla="*/ 0 w 923925"/>
                <a:gd name="connsiteY2" fmla="*/ 100013 h 200025"/>
                <a:gd name="connsiteX3" fmla="*/ 461962 w 923925"/>
                <a:gd name="connsiteY3" fmla="*/ 0 h 200025"/>
                <a:gd name="connsiteX4" fmla="*/ 923925 w 923925"/>
                <a:gd name="connsiteY4" fmla="*/ 100013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25" h="200025">
                  <a:moveTo>
                    <a:pt x="923925" y="100013"/>
                  </a:moveTo>
                  <a:cubicBezTo>
                    <a:pt x="923925" y="155248"/>
                    <a:pt x="717097" y="200025"/>
                    <a:pt x="461962" y="200025"/>
                  </a:cubicBezTo>
                  <a:cubicBezTo>
                    <a:pt x="206828" y="200025"/>
                    <a:pt x="0" y="155248"/>
                    <a:pt x="0" y="100013"/>
                  </a:cubicBezTo>
                  <a:cubicBezTo>
                    <a:pt x="0" y="44777"/>
                    <a:pt x="206828" y="0"/>
                    <a:pt x="461962" y="0"/>
                  </a:cubicBezTo>
                  <a:cubicBezTo>
                    <a:pt x="717097" y="0"/>
                    <a:pt x="923925" y="44777"/>
                    <a:pt x="923925" y="100013"/>
                  </a:cubicBezTo>
                  <a:close/>
                </a:path>
              </a:pathLst>
            </a:custGeom>
            <a:solidFill>
              <a:srgbClr val="9CCB24"/>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19" name="Freeform: Shape 15">
              <a:extLst>
                <a:ext uri="{FF2B5EF4-FFF2-40B4-BE49-F238E27FC236}">
                  <a16:creationId xmlns:a16="http://schemas.microsoft.com/office/drawing/2014/main" id="{395F407A-BF74-5D45-BE0F-F228E78BF16C}"/>
                </a:ext>
              </a:extLst>
            </p:cNvPr>
            <p:cNvSpPr/>
            <p:nvPr/>
          </p:nvSpPr>
          <p:spPr>
            <a:xfrm>
              <a:off x="1757955" y="4573904"/>
              <a:ext cx="1478998" cy="320039"/>
            </a:xfrm>
            <a:custGeom>
              <a:avLst/>
              <a:gdLst>
                <a:gd name="connsiteX0" fmla="*/ 739499 w 1478998"/>
                <a:gd name="connsiteY0" fmla="*/ 0 h 320039"/>
                <a:gd name="connsiteX1" fmla="*/ 1312 w 1478998"/>
                <a:gd name="connsiteY1" fmla="*/ 160020 h 320039"/>
                <a:gd name="connsiteX2" fmla="*/ 739499 w 1478998"/>
                <a:gd name="connsiteY2" fmla="*/ 320040 h 320039"/>
                <a:gd name="connsiteX3" fmla="*/ 1477687 w 1478998"/>
                <a:gd name="connsiteY3" fmla="*/ 160020 h 320039"/>
                <a:gd name="connsiteX4" fmla="*/ 739499 w 1478998"/>
                <a:gd name="connsiteY4" fmla="*/ 0 h 320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8998" h="320039">
                  <a:moveTo>
                    <a:pt x="739499" y="0"/>
                  </a:moveTo>
                  <a:cubicBezTo>
                    <a:pt x="331829" y="0"/>
                    <a:pt x="-24406" y="75247"/>
                    <a:pt x="1312" y="160020"/>
                  </a:cubicBezTo>
                  <a:cubicBezTo>
                    <a:pt x="30839" y="260032"/>
                    <a:pt x="331829" y="320040"/>
                    <a:pt x="739499" y="320040"/>
                  </a:cubicBezTo>
                  <a:cubicBezTo>
                    <a:pt x="1147169" y="320040"/>
                    <a:pt x="1450064" y="255270"/>
                    <a:pt x="1477687" y="160020"/>
                  </a:cubicBezTo>
                  <a:cubicBezTo>
                    <a:pt x="1503404" y="76200"/>
                    <a:pt x="1147169" y="0"/>
                    <a:pt x="739499" y="0"/>
                  </a:cubicBezTo>
                  <a:close/>
                </a:path>
              </a:pathLst>
            </a:custGeom>
            <a:solidFill>
              <a:srgbClr val="9CCB24"/>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20" name="Freeform: Shape 16">
              <a:extLst>
                <a:ext uri="{FF2B5EF4-FFF2-40B4-BE49-F238E27FC236}">
                  <a16:creationId xmlns:a16="http://schemas.microsoft.com/office/drawing/2014/main" id="{3E78C4FD-A424-E945-8FEB-A2BF1535D99B}"/>
                </a:ext>
              </a:extLst>
            </p:cNvPr>
            <p:cNvSpPr/>
            <p:nvPr/>
          </p:nvSpPr>
          <p:spPr>
            <a:xfrm>
              <a:off x="1827847" y="4589144"/>
              <a:ext cx="1339215" cy="291465"/>
            </a:xfrm>
            <a:custGeom>
              <a:avLst/>
              <a:gdLst>
                <a:gd name="connsiteX0" fmla="*/ 1339215 w 1339215"/>
                <a:gd name="connsiteY0" fmla="*/ 145733 h 291465"/>
                <a:gd name="connsiteX1" fmla="*/ 669608 w 1339215"/>
                <a:gd name="connsiteY1" fmla="*/ 291465 h 291465"/>
                <a:gd name="connsiteX2" fmla="*/ 0 w 1339215"/>
                <a:gd name="connsiteY2" fmla="*/ 145733 h 291465"/>
                <a:gd name="connsiteX3" fmla="*/ 669608 w 1339215"/>
                <a:gd name="connsiteY3" fmla="*/ 0 h 291465"/>
                <a:gd name="connsiteX4" fmla="*/ 1339215 w 1339215"/>
                <a:gd name="connsiteY4" fmla="*/ 145733 h 29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215" h="291465">
                  <a:moveTo>
                    <a:pt x="1339215" y="145733"/>
                  </a:moveTo>
                  <a:cubicBezTo>
                    <a:pt x="1339215" y="226218"/>
                    <a:pt x="1039422" y="291465"/>
                    <a:pt x="669608" y="291465"/>
                  </a:cubicBezTo>
                  <a:cubicBezTo>
                    <a:pt x="299794" y="291465"/>
                    <a:pt x="0" y="226218"/>
                    <a:pt x="0" y="145733"/>
                  </a:cubicBezTo>
                  <a:cubicBezTo>
                    <a:pt x="0" y="65247"/>
                    <a:pt x="299793" y="0"/>
                    <a:pt x="669608" y="0"/>
                  </a:cubicBezTo>
                  <a:cubicBezTo>
                    <a:pt x="1039422" y="0"/>
                    <a:pt x="1339215" y="65247"/>
                    <a:pt x="1339215" y="145733"/>
                  </a:cubicBezTo>
                  <a:close/>
                </a:path>
              </a:pathLst>
            </a:custGeom>
            <a:solidFill>
              <a:srgbClr val="70B725"/>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21" name="Freeform: Shape 17">
              <a:extLst>
                <a:ext uri="{FF2B5EF4-FFF2-40B4-BE49-F238E27FC236}">
                  <a16:creationId xmlns:a16="http://schemas.microsoft.com/office/drawing/2014/main" id="{640F0285-B3FF-1942-90C8-B3EADBCCB072}"/>
                </a:ext>
              </a:extLst>
            </p:cNvPr>
            <p:cNvSpPr/>
            <p:nvPr/>
          </p:nvSpPr>
          <p:spPr>
            <a:xfrm>
              <a:off x="1757955" y="4401502"/>
              <a:ext cx="1478998" cy="320040"/>
            </a:xfrm>
            <a:custGeom>
              <a:avLst/>
              <a:gdLst>
                <a:gd name="connsiteX0" fmla="*/ 739499 w 1478998"/>
                <a:gd name="connsiteY0" fmla="*/ 0 h 320040"/>
                <a:gd name="connsiteX1" fmla="*/ 1312 w 1478998"/>
                <a:gd name="connsiteY1" fmla="*/ 160020 h 320040"/>
                <a:gd name="connsiteX2" fmla="*/ 739499 w 1478998"/>
                <a:gd name="connsiteY2" fmla="*/ 320040 h 320040"/>
                <a:gd name="connsiteX3" fmla="*/ 1477687 w 1478998"/>
                <a:gd name="connsiteY3" fmla="*/ 160020 h 320040"/>
                <a:gd name="connsiteX4" fmla="*/ 739499 w 1478998"/>
                <a:gd name="connsiteY4" fmla="*/ 0 h 32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8998" h="320040">
                  <a:moveTo>
                    <a:pt x="739499" y="0"/>
                  </a:moveTo>
                  <a:cubicBezTo>
                    <a:pt x="331829" y="0"/>
                    <a:pt x="-24406" y="75247"/>
                    <a:pt x="1312" y="160020"/>
                  </a:cubicBezTo>
                  <a:cubicBezTo>
                    <a:pt x="28934" y="255270"/>
                    <a:pt x="331829" y="320040"/>
                    <a:pt x="739499" y="320040"/>
                  </a:cubicBezTo>
                  <a:cubicBezTo>
                    <a:pt x="1147169" y="320040"/>
                    <a:pt x="1451017" y="249555"/>
                    <a:pt x="1477687" y="160020"/>
                  </a:cubicBezTo>
                  <a:cubicBezTo>
                    <a:pt x="1503404" y="75247"/>
                    <a:pt x="1147169" y="0"/>
                    <a:pt x="739499" y="0"/>
                  </a:cubicBezTo>
                  <a:close/>
                </a:path>
              </a:pathLst>
            </a:custGeom>
            <a:solidFill>
              <a:srgbClr val="549BE8"/>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22" name="Freeform: Shape 18">
              <a:extLst>
                <a:ext uri="{FF2B5EF4-FFF2-40B4-BE49-F238E27FC236}">
                  <a16:creationId xmlns:a16="http://schemas.microsoft.com/office/drawing/2014/main" id="{8BA6C211-0A91-1F45-9557-5F10C584A33B}"/>
                </a:ext>
              </a:extLst>
            </p:cNvPr>
            <p:cNvSpPr/>
            <p:nvPr/>
          </p:nvSpPr>
          <p:spPr>
            <a:xfrm>
              <a:off x="1481170" y="3472814"/>
              <a:ext cx="2032637" cy="320040"/>
            </a:xfrm>
            <a:custGeom>
              <a:avLst/>
              <a:gdLst>
                <a:gd name="connsiteX0" fmla="*/ 1016284 w 2032637"/>
                <a:gd name="connsiteY0" fmla="*/ 0 h 320040"/>
                <a:gd name="connsiteX1" fmla="*/ 919 w 2032637"/>
                <a:gd name="connsiteY1" fmla="*/ 160020 h 320040"/>
                <a:gd name="connsiteX2" fmla="*/ 1016284 w 2032637"/>
                <a:gd name="connsiteY2" fmla="*/ 320040 h 320040"/>
                <a:gd name="connsiteX3" fmla="*/ 2031649 w 2032637"/>
                <a:gd name="connsiteY3" fmla="*/ 160020 h 320040"/>
                <a:gd name="connsiteX4" fmla="*/ 1016284 w 2032637"/>
                <a:gd name="connsiteY4" fmla="*/ 0 h 32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637" h="320040">
                  <a:moveTo>
                    <a:pt x="1016284" y="0"/>
                  </a:moveTo>
                  <a:cubicBezTo>
                    <a:pt x="455262" y="0"/>
                    <a:pt x="-23846" y="75247"/>
                    <a:pt x="919" y="160020"/>
                  </a:cubicBezTo>
                  <a:cubicBezTo>
                    <a:pt x="27589" y="248603"/>
                    <a:pt x="455262" y="320040"/>
                    <a:pt x="1016284" y="320040"/>
                  </a:cubicBezTo>
                  <a:cubicBezTo>
                    <a:pt x="1577307" y="320040"/>
                    <a:pt x="2003074" y="254317"/>
                    <a:pt x="2031649" y="160020"/>
                  </a:cubicBezTo>
                  <a:cubicBezTo>
                    <a:pt x="2057367" y="76200"/>
                    <a:pt x="1577307" y="0"/>
                    <a:pt x="1016284" y="0"/>
                  </a:cubicBezTo>
                  <a:close/>
                </a:path>
              </a:pathLst>
            </a:custGeom>
            <a:solidFill>
              <a:srgbClr val="549BE8"/>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23" name="Freeform: Shape 19">
              <a:extLst>
                <a:ext uri="{FF2B5EF4-FFF2-40B4-BE49-F238E27FC236}">
                  <a16:creationId xmlns:a16="http://schemas.microsoft.com/office/drawing/2014/main" id="{A102B0FC-9B7B-D24F-9489-A4026B65217C}"/>
                </a:ext>
              </a:extLst>
            </p:cNvPr>
            <p:cNvSpPr/>
            <p:nvPr/>
          </p:nvSpPr>
          <p:spPr>
            <a:xfrm>
              <a:off x="1555432" y="3485197"/>
              <a:ext cx="1884045" cy="297180"/>
            </a:xfrm>
            <a:custGeom>
              <a:avLst/>
              <a:gdLst>
                <a:gd name="connsiteX0" fmla="*/ 1884045 w 1884045"/>
                <a:gd name="connsiteY0" fmla="*/ 148590 h 297180"/>
                <a:gd name="connsiteX1" fmla="*/ 942023 w 1884045"/>
                <a:gd name="connsiteY1" fmla="*/ 297180 h 297180"/>
                <a:gd name="connsiteX2" fmla="*/ 0 w 1884045"/>
                <a:gd name="connsiteY2" fmla="*/ 148590 h 297180"/>
                <a:gd name="connsiteX3" fmla="*/ 942023 w 1884045"/>
                <a:gd name="connsiteY3" fmla="*/ 0 h 297180"/>
                <a:gd name="connsiteX4" fmla="*/ 1884045 w 1884045"/>
                <a:gd name="connsiteY4" fmla="*/ 148590 h 297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4045" h="297180">
                  <a:moveTo>
                    <a:pt x="1884045" y="148590"/>
                  </a:moveTo>
                  <a:cubicBezTo>
                    <a:pt x="1884045" y="230654"/>
                    <a:pt x="1462287" y="297180"/>
                    <a:pt x="942023" y="297180"/>
                  </a:cubicBezTo>
                  <a:cubicBezTo>
                    <a:pt x="421758" y="297180"/>
                    <a:pt x="0" y="230654"/>
                    <a:pt x="0" y="148590"/>
                  </a:cubicBezTo>
                  <a:cubicBezTo>
                    <a:pt x="0" y="66526"/>
                    <a:pt x="421758" y="0"/>
                    <a:pt x="942023" y="0"/>
                  </a:cubicBezTo>
                  <a:cubicBezTo>
                    <a:pt x="1462287" y="0"/>
                    <a:pt x="1884045" y="66526"/>
                    <a:pt x="1884045" y="148590"/>
                  </a:cubicBezTo>
                  <a:close/>
                </a:path>
              </a:pathLst>
            </a:custGeom>
            <a:solidFill>
              <a:srgbClr val="4C8EC9"/>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24" name="Freeform: Shape 20">
              <a:extLst>
                <a:ext uri="{FF2B5EF4-FFF2-40B4-BE49-F238E27FC236}">
                  <a16:creationId xmlns:a16="http://schemas.microsoft.com/office/drawing/2014/main" id="{5D6D749F-8269-154B-998F-272D39199144}"/>
                </a:ext>
              </a:extLst>
            </p:cNvPr>
            <p:cNvSpPr/>
            <p:nvPr/>
          </p:nvSpPr>
          <p:spPr>
            <a:xfrm>
              <a:off x="1480205" y="3240404"/>
              <a:ext cx="2034406" cy="441007"/>
            </a:xfrm>
            <a:custGeom>
              <a:avLst/>
              <a:gdLst>
                <a:gd name="connsiteX0" fmla="*/ 1017249 w 2034406"/>
                <a:gd name="connsiteY0" fmla="*/ 0 h 441007"/>
                <a:gd name="connsiteX1" fmla="*/ 1884 w 2034406"/>
                <a:gd name="connsiteY1" fmla="*/ 220028 h 441007"/>
                <a:gd name="connsiteX2" fmla="*/ 1017249 w 2034406"/>
                <a:gd name="connsiteY2" fmla="*/ 441008 h 441007"/>
                <a:gd name="connsiteX3" fmla="*/ 2032614 w 2034406"/>
                <a:gd name="connsiteY3" fmla="*/ 220980 h 441007"/>
                <a:gd name="connsiteX4" fmla="*/ 1017249 w 2034406"/>
                <a:gd name="connsiteY4" fmla="*/ 0 h 441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406" h="441007">
                  <a:moveTo>
                    <a:pt x="1017249" y="0"/>
                  </a:moveTo>
                  <a:cubicBezTo>
                    <a:pt x="456227" y="0"/>
                    <a:pt x="-34311" y="103823"/>
                    <a:pt x="1884" y="220028"/>
                  </a:cubicBezTo>
                  <a:cubicBezTo>
                    <a:pt x="40937" y="345758"/>
                    <a:pt x="456227" y="441008"/>
                    <a:pt x="1017249" y="441008"/>
                  </a:cubicBezTo>
                  <a:cubicBezTo>
                    <a:pt x="1578272" y="441008"/>
                    <a:pt x="1996419" y="340042"/>
                    <a:pt x="2032614" y="220980"/>
                  </a:cubicBezTo>
                  <a:cubicBezTo>
                    <a:pt x="2067857" y="103823"/>
                    <a:pt x="1578272" y="0"/>
                    <a:pt x="1017249" y="0"/>
                  </a:cubicBezTo>
                  <a:close/>
                </a:path>
              </a:pathLst>
            </a:custGeom>
            <a:solidFill>
              <a:srgbClr val="A32C95"/>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25" name="Freeform: Shape 21">
              <a:extLst>
                <a:ext uri="{FF2B5EF4-FFF2-40B4-BE49-F238E27FC236}">
                  <a16:creationId xmlns:a16="http://schemas.microsoft.com/office/drawing/2014/main" id="{AEA54F68-FBD7-944E-A62F-07C78507669E}"/>
                </a:ext>
              </a:extLst>
            </p:cNvPr>
            <p:cNvSpPr/>
            <p:nvPr/>
          </p:nvSpPr>
          <p:spPr>
            <a:xfrm>
              <a:off x="1201710" y="2308859"/>
              <a:ext cx="2588635" cy="441007"/>
            </a:xfrm>
            <a:custGeom>
              <a:avLst/>
              <a:gdLst>
                <a:gd name="connsiteX0" fmla="*/ 1295744 w 2588635"/>
                <a:gd name="connsiteY0" fmla="*/ 0 h 441007"/>
                <a:gd name="connsiteX1" fmla="*/ 1296 w 2588635"/>
                <a:gd name="connsiteY1" fmla="*/ 216218 h 441007"/>
                <a:gd name="connsiteX2" fmla="*/ 1295744 w 2588635"/>
                <a:gd name="connsiteY2" fmla="*/ 441007 h 441007"/>
                <a:gd name="connsiteX3" fmla="*/ 2587334 w 2588635"/>
                <a:gd name="connsiteY3" fmla="*/ 223837 h 441007"/>
                <a:gd name="connsiteX4" fmla="*/ 1295744 w 2588635"/>
                <a:gd name="connsiteY4" fmla="*/ 0 h 441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8635" h="441007">
                  <a:moveTo>
                    <a:pt x="1295744" y="0"/>
                  </a:moveTo>
                  <a:cubicBezTo>
                    <a:pt x="582322" y="0"/>
                    <a:pt x="-32041" y="99060"/>
                    <a:pt x="1296" y="216218"/>
                  </a:cubicBezTo>
                  <a:cubicBezTo>
                    <a:pt x="37491" y="341948"/>
                    <a:pt x="582322" y="441007"/>
                    <a:pt x="1295744" y="441007"/>
                  </a:cubicBezTo>
                  <a:cubicBezTo>
                    <a:pt x="2009167" y="441007"/>
                    <a:pt x="2553996" y="340995"/>
                    <a:pt x="2587334" y="223837"/>
                  </a:cubicBezTo>
                  <a:cubicBezTo>
                    <a:pt x="2620671" y="106680"/>
                    <a:pt x="2009167" y="0"/>
                    <a:pt x="1295744" y="0"/>
                  </a:cubicBezTo>
                  <a:close/>
                </a:path>
              </a:pathLst>
            </a:custGeom>
            <a:solidFill>
              <a:srgbClr val="A32C95"/>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26" name="Freeform: Shape 22">
              <a:extLst>
                <a:ext uri="{FF2B5EF4-FFF2-40B4-BE49-F238E27FC236}">
                  <a16:creationId xmlns:a16="http://schemas.microsoft.com/office/drawing/2014/main" id="{CE1BFADA-5ED4-894B-983B-F689E9F31D3F}"/>
                </a:ext>
              </a:extLst>
            </p:cNvPr>
            <p:cNvSpPr/>
            <p:nvPr/>
          </p:nvSpPr>
          <p:spPr>
            <a:xfrm>
              <a:off x="1269681" y="2319337"/>
              <a:ext cx="2455545" cy="419100"/>
            </a:xfrm>
            <a:custGeom>
              <a:avLst/>
              <a:gdLst>
                <a:gd name="connsiteX0" fmla="*/ 2455545 w 2455545"/>
                <a:gd name="connsiteY0" fmla="*/ 209550 h 419100"/>
                <a:gd name="connsiteX1" fmla="*/ 1227773 w 2455545"/>
                <a:gd name="connsiteY1" fmla="*/ 419100 h 419100"/>
                <a:gd name="connsiteX2" fmla="*/ 0 w 2455545"/>
                <a:gd name="connsiteY2" fmla="*/ 209550 h 419100"/>
                <a:gd name="connsiteX3" fmla="*/ 1227773 w 2455545"/>
                <a:gd name="connsiteY3" fmla="*/ 0 h 419100"/>
                <a:gd name="connsiteX4" fmla="*/ 2455545 w 2455545"/>
                <a:gd name="connsiteY4" fmla="*/ 209550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545" h="419100">
                  <a:moveTo>
                    <a:pt x="2455545" y="209550"/>
                  </a:moveTo>
                  <a:cubicBezTo>
                    <a:pt x="2455545" y="325281"/>
                    <a:pt x="1905853" y="419100"/>
                    <a:pt x="1227773" y="419100"/>
                  </a:cubicBezTo>
                  <a:cubicBezTo>
                    <a:pt x="549693" y="419100"/>
                    <a:pt x="0" y="325281"/>
                    <a:pt x="0" y="209550"/>
                  </a:cubicBezTo>
                  <a:cubicBezTo>
                    <a:pt x="0" y="93819"/>
                    <a:pt x="549693" y="0"/>
                    <a:pt x="1227773" y="0"/>
                  </a:cubicBezTo>
                  <a:cubicBezTo>
                    <a:pt x="1905853" y="0"/>
                    <a:pt x="2455545" y="93819"/>
                    <a:pt x="2455545" y="209550"/>
                  </a:cubicBezTo>
                  <a:close/>
                </a:path>
              </a:pathLst>
            </a:custGeom>
            <a:solidFill>
              <a:srgbClr val="872980"/>
            </a:solidFill>
            <a:ln w="9525" cap="flat">
              <a:noFill/>
              <a:prstDash val="solid"/>
              <a:miter/>
            </a:ln>
          </p:spPr>
          <p:txBody>
            <a:bodyPr rtlCol="0" anchor="ctr"/>
            <a:lstStyle/>
            <a:p>
              <a:pPr defTabSz="1219170"/>
              <a:endParaRPr lang="pt-BR" sz="2400">
                <a:solidFill>
                  <a:srgbClr val="000000"/>
                </a:solidFill>
                <a:latin typeface="Calibri"/>
              </a:endParaRPr>
            </a:p>
          </p:txBody>
        </p:sp>
        <p:sp>
          <p:nvSpPr>
            <p:cNvPr id="27" name="Freeform: Shape 23">
              <a:extLst>
                <a:ext uri="{FF2B5EF4-FFF2-40B4-BE49-F238E27FC236}">
                  <a16:creationId xmlns:a16="http://schemas.microsoft.com/office/drawing/2014/main" id="{A7A3C475-6C0F-8F46-9C3B-DFFE26D65364}"/>
                </a:ext>
              </a:extLst>
            </p:cNvPr>
            <p:cNvSpPr/>
            <p:nvPr/>
          </p:nvSpPr>
          <p:spPr>
            <a:xfrm>
              <a:off x="1198244" y="2053589"/>
              <a:ext cx="2596515" cy="563879"/>
            </a:xfrm>
            <a:custGeom>
              <a:avLst/>
              <a:gdLst>
                <a:gd name="connsiteX0" fmla="*/ 2596515 w 2596515"/>
                <a:gd name="connsiteY0" fmla="*/ 281940 h 563879"/>
                <a:gd name="connsiteX1" fmla="*/ 1298257 w 2596515"/>
                <a:gd name="connsiteY1" fmla="*/ 563880 h 563879"/>
                <a:gd name="connsiteX2" fmla="*/ 0 w 2596515"/>
                <a:gd name="connsiteY2" fmla="*/ 281940 h 563879"/>
                <a:gd name="connsiteX3" fmla="*/ 1298257 w 2596515"/>
                <a:gd name="connsiteY3" fmla="*/ 0 h 563879"/>
                <a:gd name="connsiteX4" fmla="*/ 2596515 w 2596515"/>
                <a:gd name="connsiteY4" fmla="*/ 281940 h 563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6515" h="563879">
                  <a:moveTo>
                    <a:pt x="2596515" y="281940"/>
                  </a:moveTo>
                  <a:cubicBezTo>
                    <a:pt x="2596515" y="437651"/>
                    <a:pt x="2015265" y="563880"/>
                    <a:pt x="1298257" y="563880"/>
                  </a:cubicBezTo>
                  <a:cubicBezTo>
                    <a:pt x="581250" y="563880"/>
                    <a:pt x="0" y="437651"/>
                    <a:pt x="0" y="281940"/>
                  </a:cubicBezTo>
                  <a:cubicBezTo>
                    <a:pt x="0" y="126229"/>
                    <a:pt x="581250" y="0"/>
                    <a:pt x="1298257" y="0"/>
                  </a:cubicBezTo>
                  <a:cubicBezTo>
                    <a:pt x="2015265" y="0"/>
                    <a:pt x="2596515" y="126229"/>
                    <a:pt x="2596515" y="281940"/>
                  </a:cubicBezTo>
                  <a:close/>
                </a:path>
              </a:pathLst>
            </a:custGeom>
            <a:solidFill>
              <a:srgbClr val="EF3F82"/>
            </a:solidFill>
            <a:ln w="9525" cap="flat">
              <a:noFill/>
              <a:prstDash val="solid"/>
              <a:miter/>
            </a:ln>
          </p:spPr>
          <p:txBody>
            <a:bodyPr rtlCol="0" anchor="ctr"/>
            <a:lstStyle/>
            <a:p>
              <a:pPr defTabSz="1219170"/>
              <a:endParaRPr lang="pt-BR" sz="2400">
                <a:solidFill>
                  <a:srgbClr val="000000"/>
                </a:solidFill>
                <a:latin typeface="Calibri"/>
              </a:endParaRPr>
            </a:p>
          </p:txBody>
        </p:sp>
      </p:grpSp>
      <p:sp>
        <p:nvSpPr>
          <p:cNvPr id="2" name="Title 1">
            <a:extLst>
              <a:ext uri="{FF2B5EF4-FFF2-40B4-BE49-F238E27FC236}">
                <a16:creationId xmlns:a16="http://schemas.microsoft.com/office/drawing/2014/main" id="{22A8BAB6-339D-234E-8F95-907F3B8806E3}"/>
              </a:ext>
            </a:extLst>
          </p:cNvPr>
          <p:cNvSpPr>
            <a:spLocks noGrp="1"/>
          </p:cNvSpPr>
          <p:nvPr>
            <p:ph type="title"/>
          </p:nvPr>
        </p:nvSpPr>
        <p:spPr/>
        <p:txBody>
          <a:bodyPr/>
          <a:lstStyle/>
          <a:p>
            <a:r>
              <a:rPr lang="en-US"/>
              <a:t>RACE Framework Slide Template</a:t>
            </a:r>
          </a:p>
        </p:txBody>
      </p:sp>
      <p:sp>
        <p:nvSpPr>
          <p:cNvPr id="3" name="Text Placeholder 2">
            <a:extLst>
              <a:ext uri="{FF2B5EF4-FFF2-40B4-BE49-F238E27FC236}">
                <a16:creationId xmlns:a16="http://schemas.microsoft.com/office/drawing/2014/main" id="{FC388EB4-73AB-2841-901F-0A80BDDA89F3}"/>
              </a:ext>
            </a:extLst>
          </p:cNvPr>
          <p:cNvSpPr>
            <a:spLocks noGrp="1"/>
          </p:cNvSpPr>
          <p:nvPr>
            <p:ph type="body" sz="quarter" idx="13"/>
          </p:nvPr>
        </p:nvSpPr>
        <p:spPr/>
        <p:txBody>
          <a:bodyPr/>
          <a:lstStyle/>
          <a:p>
            <a:r>
              <a:rPr lang="en-US"/>
              <a:t>This is a sample text. Insert your desired text here.</a:t>
            </a:r>
          </a:p>
        </p:txBody>
      </p:sp>
      <p:sp>
        <p:nvSpPr>
          <p:cNvPr id="28" name="TextBox 27">
            <a:extLst>
              <a:ext uri="{FF2B5EF4-FFF2-40B4-BE49-F238E27FC236}">
                <a16:creationId xmlns:a16="http://schemas.microsoft.com/office/drawing/2014/main" id="{7B7BE7C4-3566-4A4E-8C2E-42E4DC77BD8F}"/>
              </a:ext>
            </a:extLst>
          </p:cNvPr>
          <p:cNvSpPr txBox="1"/>
          <p:nvPr/>
        </p:nvSpPr>
        <p:spPr>
          <a:xfrm>
            <a:off x="3955490" y="5401534"/>
            <a:ext cx="1236289" cy="348878"/>
          </a:xfrm>
          <a:prstGeom prst="rect">
            <a:avLst/>
          </a:prstGeom>
          <a:noFill/>
        </p:spPr>
        <p:txBody>
          <a:bodyPr wrap="square" lIns="0" tIns="0" rIns="0" bIns="0" rtlCol="0">
            <a:spAutoFit/>
          </a:bodyPr>
          <a:lstStyle/>
          <a:p>
            <a:pPr defTabSz="1219170"/>
            <a:r>
              <a:rPr lang="en-US" sz="2267" b="1">
                <a:solidFill>
                  <a:srgbClr val="99C722"/>
                </a:solidFill>
                <a:latin typeface="Segoe UI" panose="020B0502040204020203" pitchFamily="34" charset="0"/>
                <a:cs typeface="Segoe UI" panose="020B0502040204020203" pitchFamily="34" charset="0"/>
              </a:rPr>
              <a:t>ENGAGE</a:t>
            </a:r>
          </a:p>
        </p:txBody>
      </p:sp>
      <p:sp>
        <p:nvSpPr>
          <p:cNvPr id="29" name="TextBox 28">
            <a:extLst>
              <a:ext uri="{FF2B5EF4-FFF2-40B4-BE49-F238E27FC236}">
                <a16:creationId xmlns:a16="http://schemas.microsoft.com/office/drawing/2014/main" id="{9D9482CE-C4F6-4142-B74D-2E16CC7E0E41}"/>
              </a:ext>
            </a:extLst>
          </p:cNvPr>
          <p:cNvSpPr txBox="1"/>
          <p:nvPr/>
        </p:nvSpPr>
        <p:spPr>
          <a:xfrm>
            <a:off x="4213588" y="4387427"/>
            <a:ext cx="1415093" cy="348878"/>
          </a:xfrm>
          <a:prstGeom prst="rect">
            <a:avLst/>
          </a:prstGeom>
          <a:noFill/>
        </p:spPr>
        <p:txBody>
          <a:bodyPr wrap="square" lIns="0" tIns="0" rIns="0" bIns="0" rtlCol="0">
            <a:spAutoFit/>
          </a:bodyPr>
          <a:lstStyle/>
          <a:p>
            <a:pPr defTabSz="1219170"/>
            <a:r>
              <a:rPr lang="en-US" sz="2267" b="1">
                <a:solidFill>
                  <a:srgbClr val="539BE7"/>
                </a:solidFill>
                <a:latin typeface="Segoe UI" panose="020B0502040204020203" pitchFamily="34" charset="0"/>
                <a:cs typeface="Segoe UI" panose="020B0502040204020203" pitchFamily="34" charset="0"/>
              </a:rPr>
              <a:t>CONVERT</a:t>
            </a:r>
          </a:p>
        </p:txBody>
      </p:sp>
      <p:sp>
        <p:nvSpPr>
          <p:cNvPr id="30" name="TextBox 29">
            <a:extLst>
              <a:ext uri="{FF2B5EF4-FFF2-40B4-BE49-F238E27FC236}">
                <a16:creationId xmlns:a16="http://schemas.microsoft.com/office/drawing/2014/main" id="{408175D2-D506-654E-898C-8CFD36925FE8}"/>
              </a:ext>
            </a:extLst>
          </p:cNvPr>
          <p:cNvSpPr txBox="1"/>
          <p:nvPr/>
        </p:nvSpPr>
        <p:spPr>
          <a:xfrm>
            <a:off x="4472624" y="3359966"/>
            <a:ext cx="638081" cy="348878"/>
          </a:xfrm>
          <a:prstGeom prst="rect">
            <a:avLst/>
          </a:prstGeom>
          <a:noFill/>
        </p:spPr>
        <p:txBody>
          <a:bodyPr wrap="square" lIns="0" tIns="0" rIns="0" bIns="0" rtlCol="0">
            <a:spAutoFit/>
          </a:bodyPr>
          <a:lstStyle/>
          <a:p>
            <a:pPr defTabSz="1219170"/>
            <a:r>
              <a:rPr lang="en-US" sz="2267" b="1">
                <a:solidFill>
                  <a:srgbClr val="A22B94"/>
                </a:solidFill>
                <a:latin typeface="Segoe UI" panose="020B0502040204020203" pitchFamily="34" charset="0"/>
                <a:cs typeface="Segoe UI" panose="020B0502040204020203" pitchFamily="34" charset="0"/>
              </a:rPr>
              <a:t>ACT</a:t>
            </a:r>
          </a:p>
        </p:txBody>
      </p:sp>
      <p:sp>
        <p:nvSpPr>
          <p:cNvPr id="31" name="TextBox 30">
            <a:extLst>
              <a:ext uri="{FF2B5EF4-FFF2-40B4-BE49-F238E27FC236}">
                <a16:creationId xmlns:a16="http://schemas.microsoft.com/office/drawing/2014/main" id="{A5E5AA89-B714-FD44-A3B5-038FEBC4F1EC}"/>
              </a:ext>
            </a:extLst>
          </p:cNvPr>
          <p:cNvSpPr txBox="1"/>
          <p:nvPr/>
        </p:nvSpPr>
        <p:spPr>
          <a:xfrm>
            <a:off x="4719507" y="2333674"/>
            <a:ext cx="1016867" cy="348878"/>
          </a:xfrm>
          <a:prstGeom prst="rect">
            <a:avLst/>
          </a:prstGeom>
          <a:noFill/>
        </p:spPr>
        <p:txBody>
          <a:bodyPr wrap="square" lIns="0" tIns="0" rIns="0" bIns="0" rtlCol="0">
            <a:spAutoFit/>
          </a:bodyPr>
          <a:lstStyle/>
          <a:p>
            <a:pPr defTabSz="1219170"/>
            <a:r>
              <a:rPr lang="en-US" sz="2267" b="1">
                <a:solidFill>
                  <a:srgbClr val="EF3F82"/>
                </a:solidFill>
                <a:latin typeface="Segoe UI" panose="020B0502040204020203" pitchFamily="34" charset="0"/>
                <a:cs typeface="Segoe UI" panose="020B0502040204020203" pitchFamily="34" charset="0"/>
              </a:rPr>
              <a:t>REACH</a:t>
            </a:r>
          </a:p>
        </p:txBody>
      </p:sp>
      <p:sp>
        <p:nvSpPr>
          <p:cNvPr id="34" name="TextBox 33">
            <a:extLst>
              <a:ext uri="{FF2B5EF4-FFF2-40B4-BE49-F238E27FC236}">
                <a16:creationId xmlns:a16="http://schemas.microsoft.com/office/drawing/2014/main" id="{FE3E3CAD-AA54-F040-B39C-F701CFC854D9}"/>
              </a:ext>
            </a:extLst>
          </p:cNvPr>
          <p:cNvSpPr txBox="1"/>
          <p:nvPr/>
        </p:nvSpPr>
        <p:spPr>
          <a:xfrm>
            <a:off x="4737885" y="2700218"/>
            <a:ext cx="5658075" cy="408337"/>
          </a:xfrm>
          <a:prstGeom prst="rect">
            <a:avLst/>
          </a:prstGeom>
          <a:noFill/>
        </p:spPr>
        <p:txBody>
          <a:bodyPr wrap="square" lIns="0" tIns="0" rIns="0" bIns="0" rtlCol="0">
            <a:noAutofit/>
          </a:bodyPr>
          <a:lstStyle/>
          <a:p>
            <a:pPr defTabSz="1219170"/>
            <a:r>
              <a:rPr lang="en-US" sz="1600">
                <a:solidFill>
                  <a:srgbClr val="F1F2F1">
                    <a:lumMod val="50000"/>
                  </a:srgbClr>
                </a:solidFill>
                <a:latin typeface="Segoe UI" panose="020B0502040204020203" pitchFamily="34" charset="0"/>
                <a:cs typeface="Segoe UI" panose="020B0502040204020203" pitchFamily="34" charset="0"/>
              </a:rPr>
              <a:t>You can edit this text. Edit text here. You can edit this text.</a:t>
            </a:r>
          </a:p>
        </p:txBody>
      </p:sp>
      <p:sp>
        <p:nvSpPr>
          <p:cNvPr id="36" name="TextBox 35">
            <a:extLst>
              <a:ext uri="{FF2B5EF4-FFF2-40B4-BE49-F238E27FC236}">
                <a16:creationId xmlns:a16="http://schemas.microsoft.com/office/drawing/2014/main" id="{A330FA10-036D-BB46-B7E8-E84B241E4D52}"/>
              </a:ext>
            </a:extLst>
          </p:cNvPr>
          <p:cNvSpPr txBox="1"/>
          <p:nvPr/>
        </p:nvSpPr>
        <p:spPr>
          <a:xfrm>
            <a:off x="4458485" y="3699285"/>
            <a:ext cx="6006315" cy="408337"/>
          </a:xfrm>
          <a:prstGeom prst="rect">
            <a:avLst/>
          </a:prstGeom>
          <a:noFill/>
        </p:spPr>
        <p:txBody>
          <a:bodyPr wrap="square" lIns="0" tIns="0" rIns="0" bIns="0" rtlCol="0">
            <a:noAutofit/>
          </a:bodyPr>
          <a:lstStyle>
            <a:defPPr>
              <a:defRPr lang="en-US"/>
            </a:defPPr>
            <a:lvl1pPr>
              <a:defRPr sz="1200">
                <a:solidFill>
                  <a:schemeClr val="bg2">
                    <a:lumMod val="50000"/>
                  </a:schemeClr>
                </a:solidFill>
                <a:latin typeface="Segoe UI" panose="020B0502040204020203" pitchFamily="34" charset="0"/>
                <a:cs typeface="Segoe UI" panose="020B0502040204020203" pitchFamily="34" charset="0"/>
              </a:defRPr>
            </a:lvl1pPr>
          </a:lstStyle>
          <a:p>
            <a:pPr defTabSz="1219170"/>
            <a:r>
              <a:rPr lang="en-US" sz="1600">
                <a:solidFill>
                  <a:srgbClr val="F1F2F1">
                    <a:lumMod val="50000"/>
                  </a:srgbClr>
                </a:solidFill>
              </a:rPr>
              <a:t>You can write your text here. Click here to edit your text.</a:t>
            </a:r>
          </a:p>
        </p:txBody>
      </p:sp>
      <p:sp>
        <p:nvSpPr>
          <p:cNvPr id="37" name="TextBox 36">
            <a:extLst>
              <a:ext uri="{FF2B5EF4-FFF2-40B4-BE49-F238E27FC236}">
                <a16:creationId xmlns:a16="http://schemas.microsoft.com/office/drawing/2014/main" id="{15B9911B-BDCE-A743-9134-DE276CB89348}"/>
              </a:ext>
            </a:extLst>
          </p:cNvPr>
          <p:cNvSpPr txBox="1"/>
          <p:nvPr/>
        </p:nvSpPr>
        <p:spPr>
          <a:xfrm>
            <a:off x="4221418" y="4732218"/>
            <a:ext cx="5912561" cy="408337"/>
          </a:xfrm>
          <a:prstGeom prst="rect">
            <a:avLst/>
          </a:prstGeom>
          <a:noFill/>
        </p:spPr>
        <p:txBody>
          <a:bodyPr wrap="square" lIns="0" tIns="0" rIns="0" bIns="0" rtlCol="0">
            <a:noAutofit/>
          </a:bodyPr>
          <a:lstStyle>
            <a:defPPr>
              <a:defRPr lang="en-US"/>
            </a:defPPr>
            <a:lvl1pPr>
              <a:defRPr sz="1200">
                <a:solidFill>
                  <a:schemeClr val="bg2">
                    <a:lumMod val="50000"/>
                  </a:schemeClr>
                </a:solidFill>
                <a:latin typeface="Segoe UI" panose="020B0502040204020203" pitchFamily="34" charset="0"/>
                <a:cs typeface="Segoe UI" panose="020B0502040204020203" pitchFamily="34" charset="0"/>
              </a:defRPr>
            </a:lvl1pPr>
          </a:lstStyle>
          <a:p>
            <a:pPr defTabSz="1219170"/>
            <a:r>
              <a:rPr lang="en-US" sz="1600">
                <a:solidFill>
                  <a:srgbClr val="F1F2F1">
                    <a:lumMod val="50000"/>
                  </a:srgbClr>
                </a:solidFill>
              </a:rPr>
              <a:t>You can write your text here. Click here to edit your text.</a:t>
            </a:r>
          </a:p>
        </p:txBody>
      </p:sp>
      <p:sp>
        <p:nvSpPr>
          <p:cNvPr id="38" name="TextBox 37">
            <a:extLst>
              <a:ext uri="{FF2B5EF4-FFF2-40B4-BE49-F238E27FC236}">
                <a16:creationId xmlns:a16="http://schemas.microsoft.com/office/drawing/2014/main" id="{EDF9FE4C-0252-8744-BC55-00A406CD4F29}"/>
              </a:ext>
            </a:extLst>
          </p:cNvPr>
          <p:cNvSpPr txBox="1"/>
          <p:nvPr/>
        </p:nvSpPr>
        <p:spPr>
          <a:xfrm>
            <a:off x="3933552" y="5739752"/>
            <a:ext cx="5941440" cy="408337"/>
          </a:xfrm>
          <a:prstGeom prst="rect">
            <a:avLst/>
          </a:prstGeom>
          <a:noFill/>
        </p:spPr>
        <p:txBody>
          <a:bodyPr wrap="square" lIns="0" tIns="0" rIns="0" bIns="0" rtlCol="0">
            <a:noAutofit/>
          </a:bodyPr>
          <a:lstStyle>
            <a:defPPr>
              <a:defRPr lang="en-US"/>
            </a:defPPr>
            <a:lvl1pPr>
              <a:defRPr sz="1200">
                <a:solidFill>
                  <a:schemeClr val="bg2">
                    <a:lumMod val="50000"/>
                  </a:schemeClr>
                </a:solidFill>
                <a:latin typeface="Segoe UI" panose="020B0502040204020203" pitchFamily="34" charset="0"/>
                <a:cs typeface="Segoe UI" panose="020B0502040204020203" pitchFamily="34" charset="0"/>
              </a:defRPr>
            </a:lvl1pPr>
          </a:lstStyle>
          <a:p>
            <a:pPr defTabSz="1219170"/>
            <a:r>
              <a:rPr lang="en-US" sz="1600">
                <a:solidFill>
                  <a:srgbClr val="F1F2F1">
                    <a:lumMod val="50000"/>
                  </a:srgbClr>
                </a:solidFill>
              </a:rPr>
              <a:t>You can write your text here. Click here to edit your text.</a:t>
            </a:r>
          </a:p>
        </p:txBody>
      </p:sp>
      <p:cxnSp>
        <p:nvCxnSpPr>
          <p:cNvPr id="39" name="Straight Connector 38">
            <a:extLst>
              <a:ext uri="{FF2B5EF4-FFF2-40B4-BE49-F238E27FC236}">
                <a16:creationId xmlns:a16="http://schemas.microsoft.com/office/drawing/2014/main" id="{6C6B69B8-524D-DD43-BA17-0489437A0DD6}"/>
              </a:ext>
            </a:extLst>
          </p:cNvPr>
          <p:cNvCxnSpPr>
            <a:cxnSpLocks/>
          </p:cNvCxnSpPr>
          <p:nvPr/>
        </p:nvCxnSpPr>
        <p:spPr>
          <a:xfrm flipH="1">
            <a:off x="3702744" y="5264427"/>
            <a:ext cx="6457257" cy="0"/>
          </a:xfrm>
          <a:prstGeom prst="line">
            <a:avLst/>
          </a:prstGeom>
          <a:ln w="6350">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5E7679A-62C8-AB49-B443-463B75D12530}"/>
              </a:ext>
            </a:extLst>
          </p:cNvPr>
          <p:cNvCxnSpPr>
            <a:cxnSpLocks/>
          </p:cNvCxnSpPr>
          <p:nvPr/>
        </p:nvCxnSpPr>
        <p:spPr>
          <a:xfrm flipH="1">
            <a:off x="3922877" y="4239960"/>
            <a:ext cx="6457257" cy="0"/>
          </a:xfrm>
          <a:prstGeom prst="line">
            <a:avLst/>
          </a:prstGeom>
          <a:ln w="6350">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6FF28C3-B62C-BE46-B4AF-1B2F461DC336}"/>
              </a:ext>
            </a:extLst>
          </p:cNvPr>
          <p:cNvCxnSpPr>
            <a:cxnSpLocks/>
          </p:cNvCxnSpPr>
          <p:nvPr/>
        </p:nvCxnSpPr>
        <p:spPr>
          <a:xfrm flipH="1">
            <a:off x="4227677" y="3215493"/>
            <a:ext cx="6457257" cy="0"/>
          </a:xfrm>
          <a:prstGeom prst="line">
            <a:avLst/>
          </a:prstGeom>
          <a:ln w="6350">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43" name="Graphic 42" descr="megaphone">
            <a:extLst>
              <a:ext uri="{FF2B5EF4-FFF2-40B4-BE49-F238E27FC236}">
                <a16:creationId xmlns:a16="http://schemas.microsoft.com/office/drawing/2014/main" id="{A2060BBD-F7F5-014A-BE05-0EBA730BFF0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741916" y="2679856"/>
            <a:ext cx="530813" cy="530813"/>
          </a:xfrm>
          <a:prstGeom prst="rect">
            <a:avLst/>
          </a:prstGeom>
        </p:spPr>
      </p:pic>
      <p:pic>
        <p:nvPicPr>
          <p:cNvPr id="44" name="Graphic 43" descr="bullseye">
            <a:extLst>
              <a:ext uri="{FF2B5EF4-FFF2-40B4-BE49-F238E27FC236}">
                <a16:creationId xmlns:a16="http://schemas.microsoft.com/office/drawing/2014/main" id="{05F42C26-783A-CA45-A399-1F5E9520F31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735993" y="3663261"/>
            <a:ext cx="542659" cy="542659"/>
          </a:xfrm>
          <a:prstGeom prst="rect">
            <a:avLst/>
          </a:prstGeom>
        </p:spPr>
      </p:pic>
      <p:pic>
        <p:nvPicPr>
          <p:cNvPr id="45" name="Graphic 44" descr="handshake">
            <a:extLst>
              <a:ext uri="{FF2B5EF4-FFF2-40B4-BE49-F238E27FC236}">
                <a16:creationId xmlns:a16="http://schemas.microsoft.com/office/drawing/2014/main" id="{4739C7A7-DE86-BB4E-B7E7-2BE30321E8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688546" y="5601058"/>
            <a:ext cx="637556" cy="637556"/>
          </a:xfrm>
          <a:prstGeom prst="rect">
            <a:avLst/>
          </a:prstGeom>
        </p:spPr>
      </p:pic>
      <p:pic>
        <p:nvPicPr>
          <p:cNvPr id="46" name="Graphic 45" descr="magnet">
            <a:extLst>
              <a:ext uri="{FF2B5EF4-FFF2-40B4-BE49-F238E27FC236}">
                <a16:creationId xmlns:a16="http://schemas.microsoft.com/office/drawing/2014/main" id="{3373FB99-BD63-A14E-8EB1-89C4CB9BF6A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751856" y="4669046"/>
            <a:ext cx="510933" cy="510933"/>
          </a:xfrm>
          <a:prstGeom prst="rect">
            <a:avLst/>
          </a:prstGeom>
        </p:spPr>
      </p:pic>
    </p:spTree>
    <p:extLst>
      <p:ext uri="{BB962C8B-B14F-4D97-AF65-F5344CB8AC3E}">
        <p14:creationId xmlns:p14="http://schemas.microsoft.com/office/powerpoint/2010/main" val="92542442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Model shp1">
            <a:extLst>
              <a:ext uri="{FF2B5EF4-FFF2-40B4-BE49-F238E27FC236}">
                <a16:creationId xmlns:a16="http://schemas.microsoft.com/office/drawing/2014/main" id="{B6AD0F24-66F8-4B5F-B2DE-2A787F830E4D}"/>
              </a:ext>
            </a:extLst>
          </p:cNvPr>
          <p:cNvSpPr>
            <a:spLocks noGrp="1"/>
          </p:cNvSpPr>
          <p:nvPr>
            <p:ph type="title"/>
          </p:nvPr>
        </p:nvSpPr>
        <p:spPr/>
        <p:txBody>
          <a:bodyPr/>
          <a:lstStyle/>
          <a:p>
            <a:r>
              <a:rPr lang="en-US"/>
              <a:t>Free RACI Matrix PowerPoint Template</a:t>
            </a:r>
            <a:endParaRPr lang="es-UY"/>
          </a:p>
        </p:txBody>
      </p:sp>
      <p:sp>
        <p:nvSpPr>
          <p:cNvPr id="649" name="SlideModel shp2">
            <a:extLst>
              <a:ext uri="{FF2B5EF4-FFF2-40B4-BE49-F238E27FC236}">
                <a16:creationId xmlns:a16="http://schemas.microsoft.com/office/drawing/2014/main" id="{AE76B18B-208C-47DD-A7D2-E816BE31B92C}"/>
              </a:ext>
            </a:extLst>
          </p:cNvPr>
          <p:cNvSpPr/>
          <p:nvPr/>
        </p:nvSpPr>
        <p:spPr>
          <a:xfrm>
            <a:off x="2426768" y="1052736"/>
            <a:ext cx="1508808" cy="741248"/>
          </a:xfrm>
          <a:prstGeom prst="flowChartOffpageConnector">
            <a:avLst/>
          </a:prstGeom>
          <a:solidFill>
            <a:schemeClr val="accent2"/>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50" name="SlideModel shp3">
            <a:extLst>
              <a:ext uri="{FF2B5EF4-FFF2-40B4-BE49-F238E27FC236}">
                <a16:creationId xmlns:a16="http://schemas.microsoft.com/office/drawing/2014/main" id="{5A0D80B4-BF35-4617-8F11-2976CE638631}"/>
              </a:ext>
            </a:extLst>
          </p:cNvPr>
          <p:cNvSpPr/>
          <p:nvPr/>
        </p:nvSpPr>
        <p:spPr>
          <a:xfrm>
            <a:off x="6953191" y="1052736"/>
            <a:ext cx="1508808" cy="741248"/>
          </a:xfrm>
          <a:prstGeom prst="flowChartOffpageConnector">
            <a:avLst/>
          </a:prstGeom>
          <a:solidFill>
            <a:schemeClr val="accent5"/>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51" name="SlideModel shp4">
            <a:extLst>
              <a:ext uri="{FF2B5EF4-FFF2-40B4-BE49-F238E27FC236}">
                <a16:creationId xmlns:a16="http://schemas.microsoft.com/office/drawing/2014/main" id="{A001DFEF-D0C3-4EA8-9789-D4B4D2AD0FE5}"/>
              </a:ext>
            </a:extLst>
          </p:cNvPr>
          <p:cNvSpPr/>
          <p:nvPr/>
        </p:nvSpPr>
        <p:spPr>
          <a:xfrm>
            <a:off x="5444383" y="1052736"/>
            <a:ext cx="1508808" cy="741248"/>
          </a:xfrm>
          <a:prstGeom prst="flowChartOffpageConnector">
            <a:avLst/>
          </a:prstGeom>
          <a:solidFill>
            <a:schemeClr val="accent4"/>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52" name="SlideModel shp5">
            <a:extLst>
              <a:ext uri="{FF2B5EF4-FFF2-40B4-BE49-F238E27FC236}">
                <a16:creationId xmlns:a16="http://schemas.microsoft.com/office/drawing/2014/main" id="{B156DF36-4E79-4BE3-9912-B9C9873A8DFD}"/>
              </a:ext>
            </a:extLst>
          </p:cNvPr>
          <p:cNvSpPr/>
          <p:nvPr/>
        </p:nvSpPr>
        <p:spPr>
          <a:xfrm>
            <a:off x="3935576" y="1052736"/>
            <a:ext cx="1508808" cy="741248"/>
          </a:xfrm>
          <a:prstGeom prst="flowChartOffpageConnector">
            <a:avLst/>
          </a:prstGeom>
          <a:solidFill>
            <a:schemeClr val="accent3"/>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53" name="SlideModel shp6">
            <a:extLst>
              <a:ext uri="{FF2B5EF4-FFF2-40B4-BE49-F238E27FC236}">
                <a16:creationId xmlns:a16="http://schemas.microsoft.com/office/drawing/2014/main" id="{FAC8E0E2-DCCB-4DD2-AEA6-D337BD4DF84A}"/>
              </a:ext>
            </a:extLst>
          </p:cNvPr>
          <p:cNvSpPr/>
          <p:nvPr/>
        </p:nvSpPr>
        <p:spPr>
          <a:xfrm>
            <a:off x="9970806" y="1052736"/>
            <a:ext cx="1508808" cy="741248"/>
          </a:xfrm>
          <a:prstGeom prst="flowChartOffpageConnector">
            <a:avLst/>
          </a:prstGeom>
          <a:solidFill>
            <a:schemeClr val="tx2"/>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54" name="SlideModel shp7">
            <a:extLst>
              <a:ext uri="{FF2B5EF4-FFF2-40B4-BE49-F238E27FC236}">
                <a16:creationId xmlns:a16="http://schemas.microsoft.com/office/drawing/2014/main" id="{4669F227-32A1-4A9F-837D-4BAC38B208F5}"/>
              </a:ext>
            </a:extLst>
          </p:cNvPr>
          <p:cNvSpPr/>
          <p:nvPr/>
        </p:nvSpPr>
        <p:spPr>
          <a:xfrm>
            <a:off x="8461998" y="1052736"/>
            <a:ext cx="1508808" cy="741248"/>
          </a:xfrm>
          <a:prstGeom prst="flowChartOffpageConnector">
            <a:avLst/>
          </a:prstGeom>
          <a:solidFill>
            <a:schemeClr val="accent1"/>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55" name="SlideModel shp8">
            <a:extLst>
              <a:ext uri="{FF2B5EF4-FFF2-40B4-BE49-F238E27FC236}">
                <a16:creationId xmlns:a16="http://schemas.microsoft.com/office/drawing/2014/main" id="{5503F62C-C723-4310-9C7A-8DF6022C0851}"/>
              </a:ext>
            </a:extLst>
          </p:cNvPr>
          <p:cNvSpPr txBox="1"/>
          <p:nvPr/>
        </p:nvSpPr>
        <p:spPr>
          <a:xfrm>
            <a:off x="2854803" y="1235164"/>
            <a:ext cx="652743" cy="276999"/>
          </a:xfrm>
          <a:prstGeom prst="rect">
            <a:avLst/>
          </a:prstGeom>
          <a:noFill/>
        </p:spPr>
        <p:txBody>
          <a:bodyPr wrap="none" rtlCol="0" anchor="ctr" anchorCtr="0">
            <a:spAutoFit/>
          </a:bodyPr>
          <a:lstStyle/>
          <a:p>
            <a:pPr algn="ctr" defTabSz="1828434">
              <a:defRPr/>
            </a:pPr>
            <a:r>
              <a:rPr lang="en-US" sz="1200" b="1" kern="0">
                <a:solidFill>
                  <a:srgbClr val="FFFFFF"/>
                </a:solidFill>
                <a:latin typeface="Poppins" pitchFamily="2" charset="77"/>
                <a:ea typeface="League Spartan" charset="0"/>
                <a:cs typeface="Poppins" pitchFamily="2" charset="77"/>
              </a:rPr>
              <a:t>ROLE 1</a:t>
            </a:r>
          </a:p>
        </p:txBody>
      </p:sp>
      <p:sp>
        <p:nvSpPr>
          <p:cNvPr id="656" name="SlideModel shp9">
            <a:extLst>
              <a:ext uri="{FF2B5EF4-FFF2-40B4-BE49-F238E27FC236}">
                <a16:creationId xmlns:a16="http://schemas.microsoft.com/office/drawing/2014/main" id="{ADC01764-08F8-4950-84D4-5967DD792815}"/>
              </a:ext>
            </a:extLst>
          </p:cNvPr>
          <p:cNvSpPr txBox="1"/>
          <p:nvPr/>
        </p:nvSpPr>
        <p:spPr>
          <a:xfrm>
            <a:off x="4350783" y="1235164"/>
            <a:ext cx="678392" cy="276999"/>
          </a:xfrm>
          <a:prstGeom prst="rect">
            <a:avLst/>
          </a:prstGeom>
          <a:noFill/>
        </p:spPr>
        <p:txBody>
          <a:bodyPr wrap="none" rtlCol="0" anchor="ctr" anchorCtr="0">
            <a:spAutoFit/>
          </a:bodyPr>
          <a:lstStyle/>
          <a:p>
            <a:pPr algn="ctr" defTabSz="1828434">
              <a:defRPr/>
            </a:pPr>
            <a:r>
              <a:rPr lang="en-US" sz="1200" b="1" kern="0">
                <a:solidFill>
                  <a:srgbClr val="FFFFFF"/>
                </a:solidFill>
                <a:latin typeface="Poppins" pitchFamily="2" charset="77"/>
                <a:ea typeface="League Spartan" charset="0"/>
                <a:cs typeface="Poppins" pitchFamily="2" charset="77"/>
              </a:rPr>
              <a:t>ROLE 2</a:t>
            </a:r>
          </a:p>
        </p:txBody>
      </p:sp>
      <p:sp>
        <p:nvSpPr>
          <p:cNvPr id="657" name="SlideModel shp10">
            <a:extLst>
              <a:ext uri="{FF2B5EF4-FFF2-40B4-BE49-F238E27FC236}">
                <a16:creationId xmlns:a16="http://schemas.microsoft.com/office/drawing/2014/main" id="{A7CEC241-6452-4BD4-80BF-A063812F3939}"/>
              </a:ext>
            </a:extLst>
          </p:cNvPr>
          <p:cNvSpPr txBox="1"/>
          <p:nvPr/>
        </p:nvSpPr>
        <p:spPr>
          <a:xfrm>
            <a:off x="5856385" y="1235164"/>
            <a:ext cx="684804" cy="276999"/>
          </a:xfrm>
          <a:prstGeom prst="rect">
            <a:avLst/>
          </a:prstGeom>
          <a:noFill/>
        </p:spPr>
        <p:txBody>
          <a:bodyPr wrap="none" rtlCol="0" anchor="ctr" anchorCtr="0">
            <a:spAutoFit/>
          </a:bodyPr>
          <a:lstStyle/>
          <a:p>
            <a:pPr algn="ctr" defTabSz="1828434">
              <a:defRPr/>
            </a:pPr>
            <a:r>
              <a:rPr lang="en-US" sz="1200" b="1" kern="0">
                <a:solidFill>
                  <a:srgbClr val="FFFFFF"/>
                </a:solidFill>
                <a:latin typeface="Poppins" pitchFamily="2" charset="77"/>
                <a:ea typeface="League Spartan" charset="0"/>
                <a:cs typeface="Poppins" pitchFamily="2" charset="77"/>
              </a:rPr>
              <a:t>ROLE 3</a:t>
            </a:r>
          </a:p>
        </p:txBody>
      </p:sp>
      <p:sp>
        <p:nvSpPr>
          <p:cNvPr id="659" name="SlideModel shp11">
            <a:extLst>
              <a:ext uri="{FF2B5EF4-FFF2-40B4-BE49-F238E27FC236}">
                <a16:creationId xmlns:a16="http://schemas.microsoft.com/office/drawing/2014/main" id="{B8AD21D7-F2CC-4509-8D9F-FE83C1CF74B3}"/>
              </a:ext>
            </a:extLst>
          </p:cNvPr>
          <p:cNvSpPr txBox="1"/>
          <p:nvPr/>
        </p:nvSpPr>
        <p:spPr>
          <a:xfrm>
            <a:off x="8870794" y="1235164"/>
            <a:ext cx="691216" cy="276999"/>
          </a:xfrm>
          <a:prstGeom prst="rect">
            <a:avLst/>
          </a:prstGeom>
          <a:noFill/>
        </p:spPr>
        <p:txBody>
          <a:bodyPr wrap="none" rtlCol="0" anchor="ctr" anchorCtr="0">
            <a:spAutoFit/>
          </a:bodyPr>
          <a:lstStyle/>
          <a:p>
            <a:pPr algn="ctr" defTabSz="1828434">
              <a:defRPr/>
            </a:pPr>
            <a:r>
              <a:rPr lang="en-US" sz="1200" b="1" kern="0">
                <a:solidFill>
                  <a:srgbClr val="FFFFFF"/>
                </a:solidFill>
                <a:latin typeface="Poppins" pitchFamily="2" charset="77"/>
                <a:ea typeface="League Spartan" charset="0"/>
                <a:cs typeface="Poppins" pitchFamily="2" charset="77"/>
              </a:rPr>
              <a:t>ROLE 5</a:t>
            </a:r>
          </a:p>
        </p:txBody>
      </p:sp>
      <p:sp>
        <p:nvSpPr>
          <p:cNvPr id="660" name="SlideModel shp12">
            <a:extLst>
              <a:ext uri="{FF2B5EF4-FFF2-40B4-BE49-F238E27FC236}">
                <a16:creationId xmlns:a16="http://schemas.microsoft.com/office/drawing/2014/main" id="{08C3E06B-19D5-4D62-A34F-20865F59D87E}"/>
              </a:ext>
            </a:extLst>
          </p:cNvPr>
          <p:cNvSpPr txBox="1"/>
          <p:nvPr/>
        </p:nvSpPr>
        <p:spPr>
          <a:xfrm>
            <a:off x="10381206" y="1235164"/>
            <a:ext cx="688009" cy="276999"/>
          </a:xfrm>
          <a:prstGeom prst="rect">
            <a:avLst/>
          </a:prstGeom>
          <a:noFill/>
        </p:spPr>
        <p:txBody>
          <a:bodyPr wrap="none" rtlCol="0" anchor="ctr" anchorCtr="0">
            <a:spAutoFit/>
          </a:bodyPr>
          <a:lstStyle/>
          <a:p>
            <a:pPr algn="ctr" defTabSz="1828434">
              <a:defRPr/>
            </a:pPr>
            <a:r>
              <a:rPr lang="en-US" sz="1200" b="1" kern="0">
                <a:solidFill>
                  <a:srgbClr val="FFFFFF"/>
                </a:solidFill>
                <a:latin typeface="Poppins" pitchFamily="2" charset="77"/>
                <a:ea typeface="League Spartan" charset="0"/>
                <a:cs typeface="Poppins" pitchFamily="2" charset="77"/>
              </a:rPr>
              <a:t>ROLE 6</a:t>
            </a:r>
          </a:p>
        </p:txBody>
      </p:sp>
      <p:sp>
        <p:nvSpPr>
          <p:cNvPr id="661" name="SlideModel shp13">
            <a:extLst>
              <a:ext uri="{FF2B5EF4-FFF2-40B4-BE49-F238E27FC236}">
                <a16:creationId xmlns:a16="http://schemas.microsoft.com/office/drawing/2014/main" id="{7799E669-2D53-4D74-BBCE-2973CF370DD3}"/>
              </a:ext>
            </a:extLst>
          </p:cNvPr>
          <p:cNvSpPr/>
          <p:nvPr/>
        </p:nvSpPr>
        <p:spPr>
          <a:xfrm>
            <a:off x="712388" y="1868816"/>
            <a:ext cx="1714381" cy="615395"/>
          </a:xfrm>
          <a:prstGeom prst="rect">
            <a:avLst/>
          </a:prstGeom>
          <a:solidFill>
            <a:srgbClr val="FFFFFF">
              <a:lumMod val="95000"/>
            </a:srgbClr>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62" name="SlideModel shp14">
            <a:extLst>
              <a:ext uri="{FF2B5EF4-FFF2-40B4-BE49-F238E27FC236}">
                <a16:creationId xmlns:a16="http://schemas.microsoft.com/office/drawing/2014/main" id="{3AD4D843-F648-4D05-94BE-829ECDE24E0E}"/>
              </a:ext>
            </a:extLst>
          </p:cNvPr>
          <p:cNvSpPr/>
          <p:nvPr/>
        </p:nvSpPr>
        <p:spPr>
          <a:xfrm>
            <a:off x="712388" y="2484211"/>
            <a:ext cx="1714381" cy="615395"/>
          </a:xfrm>
          <a:prstGeom prst="rect">
            <a:avLst/>
          </a:prstGeom>
          <a:solidFill>
            <a:srgbClr val="FFFFFF">
              <a:lumMod val="95000"/>
            </a:srgbClr>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63" name="SlideModel shp15">
            <a:extLst>
              <a:ext uri="{FF2B5EF4-FFF2-40B4-BE49-F238E27FC236}">
                <a16:creationId xmlns:a16="http://schemas.microsoft.com/office/drawing/2014/main" id="{38FD1CCC-E04B-49BC-A2B9-862AD5D4C9B0}"/>
              </a:ext>
            </a:extLst>
          </p:cNvPr>
          <p:cNvSpPr/>
          <p:nvPr/>
        </p:nvSpPr>
        <p:spPr>
          <a:xfrm>
            <a:off x="712388" y="3099606"/>
            <a:ext cx="1714381" cy="615395"/>
          </a:xfrm>
          <a:prstGeom prst="rect">
            <a:avLst/>
          </a:prstGeom>
          <a:solidFill>
            <a:srgbClr val="FFFFFF">
              <a:lumMod val="95000"/>
            </a:srgbClr>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64" name="SlideModel shp16">
            <a:extLst>
              <a:ext uri="{FF2B5EF4-FFF2-40B4-BE49-F238E27FC236}">
                <a16:creationId xmlns:a16="http://schemas.microsoft.com/office/drawing/2014/main" id="{9AA9EF1E-D22F-4BA2-AB53-07C64330F9D8}"/>
              </a:ext>
            </a:extLst>
          </p:cNvPr>
          <p:cNvSpPr/>
          <p:nvPr/>
        </p:nvSpPr>
        <p:spPr>
          <a:xfrm>
            <a:off x="712388" y="3715001"/>
            <a:ext cx="1714381" cy="615395"/>
          </a:xfrm>
          <a:prstGeom prst="rect">
            <a:avLst/>
          </a:prstGeom>
          <a:solidFill>
            <a:srgbClr val="FFFFFF">
              <a:lumMod val="95000"/>
            </a:srgbClr>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65" name="SlideModel shp17">
            <a:extLst>
              <a:ext uri="{FF2B5EF4-FFF2-40B4-BE49-F238E27FC236}">
                <a16:creationId xmlns:a16="http://schemas.microsoft.com/office/drawing/2014/main" id="{9D1803A1-DE78-497B-809F-0480D34F3847}"/>
              </a:ext>
            </a:extLst>
          </p:cNvPr>
          <p:cNvSpPr/>
          <p:nvPr/>
        </p:nvSpPr>
        <p:spPr>
          <a:xfrm>
            <a:off x="712388" y="4330396"/>
            <a:ext cx="1714381" cy="615395"/>
          </a:xfrm>
          <a:prstGeom prst="rect">
            <a:avLst/>
          </a:prstGeom>
          <a:solidFill>
            <a:srgbClr val="FFFFFF">
              <a:lumMod val="95000"/>
            </a:srgbClr>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66" name="SlideModel shp18">
            <a:extLst>
              <a:ext uri="{FF2B5EF4-FFF2-40B4-BE49-F238E27FC236}">
                <a16:creationId xmlns:a16="http://schemas.microsoft.com/office/drawing/2014/main" id="{BBE77FD2-8144-4AA4-AEC7-93461D387FB3}"/>
              </a:ext>
            </a:extLst>
          </p:cNvPr>
          <p:cNvSpPr/>
          <p:nvPr/>
        </p:nvSpPr>
        <p:spPr>
          <a:xfrm>
            <a:off x="712388" y="4945791"/>
            <a:ext cx="1714381" cy="615395"/>
          </a:xfrm>
          <a:prstGeom prst="rect">
            <a:avLst/>
          </a:prstGeom>
          <a:solidFill>
            <a:srgbClr val="FFFFFF">
              <a:lumMod val="95000"/>
            </a:srgbClr>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67" name="SlideModel shp19">
            <a:extLst>
              <a:ext uri="{FF2B5EF4-FFF2-40B4-BE49-F238E27FC236}">
                <a16:creationId xmlns:a16="http://schemas.microsoft.com/office/drawing/2014/main" id="{C3FE5FD2-C725-4567-A3BA-9875133027C5}"/>
              </a:ext>
            </a:extLst>
          </p:cNvPr>
          <p:cNvSpPr/>
          <p:nvPr/>
        </p:nvSpPr>
        <p:spPr>
          <a:xfrm>
            <a:off x="712388" y="5561186"/>
            <a:ext cx="1714381" cy="615395"/>
          </a:xfrm>
          <a:prstGeom prst="rect">
            <a:avLst/>
          </a:prstGeom>
          <a:solidFill>
            <a:srgbClr val="FFFFFF">
              <a:lumMod val="95000"/>
            </a:srgbClr>
          </a:solidFill>
          <a:ln w="38100" cap="flat" cmpd="sng" algn="ctr">
            <a:solidFill>
              <a:srgbClr val="FFFFFF"/>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68" name="SlideModel shp20">
            <a:extLst>
              <a:ext uri="{FF2B5EF4-FFF2-40B4-BE49-F238E27FC236}">
                <a16:creationId xmlns:a16="http://schemas.microsoft.com/office/drawing/2014/main" id="{13FD260D-2E0A-4F78-8725-003EDD8597DB}"/>
              </a:ext>
            </a:extLst>
          </p:cNvPr>
          <p:cNvSpPr txBox="1"/>
          <p:nvPr/>
        </p:nvSpPr>
        <p:spPr>
          <a:xfrm>
            <a:off x="1124586" y="2040744"/>
            <a:ext cx="889987" cy="276999"/>
          </a:xfrm>
          <a:prstGeom prst="rect">
            <a:avLst/>
          </a:prstGeom>
          <a:noFill/>
        </p:spPr>
        <p:txBody>
          <a:bodyPr wrap="none" rtlCol="0" anchor="ctr" anchorCtr="0">
            <a:spAutoFit/>
          </a:bodyPr>
          <a:lstStyle/>
          <a:p>
            <a:pPr algn="ctr" defTabSz="1828434">
              <a:defRPr/>
            </a:pPr>
            <a:r>
              <a:rPr lang="en-US" sz="1200" b="1" kern="0">
                <a:solidFill>
                  <a:srgbClr val="08204D"/>
                </a:solidFill>
                <a:latin typeface="Poppins" pitchFamily="2" charset="77"/>
                <a:ea typeface="League Spartan" charset="0"/>
                <a:cs typeface="Poppins" pitchFamily="2" charset="77"/>
              </a:rPr>
              <a:t>Activity 1</a:t>
            </a:r>
          </a:p>
        </p:txBody>
      </p:sp>
      <p:sp>
        <p:nvSpPr>
          <p:cNvPr id="669" name="SlideModel shp21">
            <a:extLst>
              <a:ext uri="{FF2B5EF4-FFF2-40B4-BE49-F238E27FC236}">
                <a16:creationId xmlns:a16="http://schemas.microsoft.com/office/drawing/2014/main" id="{70D39FD7-2701-48F7-8323-6F9C93C2ABD9}"/>
              </a:ext>
            </a:extLst>
          </p:cNvPr>
          <p:cNvSpPr txBox="1"/>
          <p:nvPr/>
        </p:nvSpPr>
        <p:spPr>
          <a:xfrm>
            <a:off x="1108555" y="2653408"/>
            <a:ext cx="922047" cy="276999"/>
          </a:xfrm>
          <a:prstGeom prst="rect">
            <a:avLst/>
          </a:prstGeom>
          <a:noFill/>
        </p:spPr>
        <p:txBody>
          <a:bodyPr wrap="none" rtlCol="0" anchor="ctr" anchorCtr="0">
            <a:spAutoFit/>
          </a:bodyPr>
          <a:lstStyle/>
          <a:p>
            <a:pPr algn="ctr" defTabSz="1828434">
              <a:defRPr/>
            </a:pPr>
            <a:r>
              <a:rPr lang="en-US" sz="1200" b="1" kern="0">
                <a:solidFill>
                  <a:srgbClr val="08204D"/>
                </a:solidFill>
                <a:latin typeface="Poppins" pitchFamily="2" charset="77"/>
                <a:ea typeface="League Spartan" charset="0"/>
                <a:cs typeface="Poppins" pitchFamily="2" charset="77"/>
              </a:rPr>
              <a:t>Activity 2</a:t>
            </a:r>
          </a:p>
        </p:txBody>
      </p:sp>
      <p:sp>
        <p:nvSpPr>
          <p:cNvPr id="670" name="SlideModel shp22">
            <a:extLst>
              <a:ext uri="{FF2B5EF4-FFF2-40B4-BE49-F238E27FC236}">
                <a16:creationId xmlns:a16="http://schemas.microsoft.com/office/drawing/2014/main" id="{1F22706E-1BD8-4430-AABF-9B9AE1C80A8C}"/>
              </a:ext>
            </a:extLst>
          </p:cNvPr>
          <p:cNvSpPr txBox="1"/>
          <p:nvPr/>
        </p:nvSpPr>
        <p:spPr>
          <a:xfrm>
            <a:off x="1105350" y="3266072"/>
            <a:ext cx="928459" cy="276999"/>
          </a:xfrm>
          <a:prstGeom prst="rect">
            <a:avLst/>
          </a:prstGeom>
          <a:noFill/>
        </p:spPr>
        <p:txBody>
          <a:bodyPr wrap="none" rtlCol="0" anchor="ctr" anchorCtr="0">
            <a:spAutoFit/>
          </a:bodyPr>
          <a:lstStyle/>
          <a:p>
            <a:pPr algn="ctr" defTabSz="1828434">
              <a:defRPr/>
            </a:pPr>
            <a:r>
              <a:rPr lang="en-US" sz="1200" b="1" kern="0">
                <a:solidFill>
                  <a:srgbClr val="08204D"/>
                </a:solidFill>
                <a:latin typeface="Poppins" pitchFamily="2" charset="77"/>
                <a:ea typeface="League Spartan" charset="0"/>
                <a:cs typeface="Poppins" pitchFamily="2" charset="77"/>
              </a:rPr>
              <a:t>Activity 3</a:t>
            </a:r>
          </a:p>
        </p:txBody>
      </p:sp>
      <p:sp>
        <p:nvSpPr>
          <p:cNvPr id="671" name="SlideModel shp23">
            <a:extLst>
              <a:ext uri="{FF2B5EF4-FFF2-40B4-BE49-F238E27FC236}">
                <a16:creationId xmlns:a16="http://schemas.microsoft.com/office/drawing/2014/main" id="{1C6D9EF2-4D86-44C4-93AB-E95EE88BFD96}"/>
              </a:ext>
            </a:extLst>
          </p:cNvPr>
          <p:cNvSpPr txBox="1"/>
          <p:nvPr/>
        </p:nvSpPr>
        <p:spPr>
          <a:xfrm>
            <a:off x="1099738" y="3884198"/>
            <a:ext cx="939681" cy="276999"/>
          </a:xfrm>
          <a:prstGeom prst="rect">
            <a:avLst/>
          </a:prstGeom>
          <a:noFill/>
        </p:spPr>
        <p:txBody>
          <a:bodyPr wrap="none" rtlCol="0" anchor="ctr" anchorCtr="0">
            <a:spAutoFit/>
          </a:bodyPr>
          <a:lstStyle/>
          <a:p>
            <a:pPr algn="ctr" defTabSz="1828434">
              <a:defRPr/>
            </a:pPr>
            <a:r>
              <a:rPr lang="en-US" sz="1200" b="1" kern="0">
                <a:solidFill>
                  <a:srgbClr val="08204D"/>
                </a:solidFill>
                <a:latin typeface="Poppins" pitchFamily="2" charset="77"/>
                <a:ea typeface="League Spartan" charset="0"/>
                <a:cs typeface="Poppins" pitchFamily="2" charset="77"/>
              </a:rPr>
              <a:t>Activity 4</a:t>
            </a:r>
          </a:p>
        </p:txBody>
      </p:sp>
      <p:sp>
        <p:nvSpPr>
          <p:cNvPr id="672" name="SlideModel shp24">
            <a:extLst>
              <a:ext uri="{FF2B5EF4-FFF2-40B4-BE49-F238E27FC236}">
                <a16:creationId xmlns:a16="http://schemas.microsoft.com/office/drawing/2014/main" id="{08F6D42A-322B-4784-87E8-F428DDA7276C}"/>
              </a:ext>
            </a:extLst>
          </p:cNvPr>
          <p:cNvSpPr txBox="1"/>
          <p:nvPr/>
        </p:nvSpPr>
        <p:spPr>
          <a:xfrm>
            <a:off x="1102143" y="4499593"/>
            <a:ext cx="934871" cy="276999"/>
          </a:xfrm>
          <a:prstGeom prst="rect">
            <a:avLst/>
          </a:prstGeom>
          <a:noFill/>
        </p:spPr>
        <p:txBody>
          <a:bodyPr wrap="none" rtlCol="0" anchor="ctr" anchorCtr="0">
            <a:spAutoFit/>
          </a:bodyPr>
          <a:lstStyle/>
          <a:p>
            <a:pPr algn="ctr" defTabSz="1828434">
              <a:defRPr/>
            </a:pPr>
            <a:r>
              <a:rPr lang="en-US" sz="1200" b="1" kern="0">
                <a:solidFill>
                  <a:srgbClr val="08204D"/>
                </a:solidFill>
                <a:latin typeface="Poppins" pitchFamily="2" charset="77"/>
                <a:ea typeface="League Spartan" charset="0"/>
                <a:cs typeface="Poppins" pitchFamily="2" charset="77"/>
              </a:rPr>
              <a:t>Activity 5</a:t>
            </a:r>
          </a:p>
        </p:txBody>
      </p:sp>
      <p:sp>
        <p:nvSpPr>
          <p:cNvPr id="673" name="SlideModel shp25">
            <a:extLst>
              <a:ext uri="{FF2B5EF4-FFF2-40B4-BE49-F238E27FC236}">
                <a16:creationId xmlns:a16="http://schemas.microsoft.com/office/drawing/2014/main" id="{6A036D5E-B57D-4B2D-88BB-AB6C0E7BDDB8}"/>
              </a:ext>
            </a:extLst>
          </p:cNvPr>
          <p:cNvSpPr txBox="1"/>
          <p:nvPr/>
        </p:nvSpPr>
        <p:spPr>
          <a:xfrm>
            <a:off x="1103746" y="5114988"/>
            <a:ext cx="931665" cy="276999"/>
          </a:xfrm>
          <a:prstGeom prst="rect">
            <a:avLst/>
          </a:prstGeom>
          <a:noFill/>
        </p:spPr>
        <p:txBody>
          <a:bodyPr wrap="none" rtlCol="0" anchor="ctr" anchorCtr="0">
            <a:spAutoFit/>
          </a:bodyPr>
          <a:lstStyle/>
          <a:p>
            <a:pPr algn="ctr" defTabSz="1828434">
              <a:defRPr/>
            </a:pPr>
            <a:r>
              <a:rPr lang="en-US" sz="1200" b="1" kern="0">
                <a:solidFill>
                  <a:srgbClr val="08204D"/>
                </a:solidFill>
                <a:latin typeface="Poppins" pitchFamily="2" charset="77"/>
                <a:ea typeface="League Spartan" charset="0"/>
                <a:cs typeface="Poppins" pitchFamily="2" charset="77"/>
              </a:rPr>
              <a:t>Activity 6</a:t>
            </a:r>
          </a:p>
        </p:txBody>
      </p:sp>
      <p:sp>
        <p:nvSpPr>
          <p:cNvPr id="674" name="SlideModel shp26">
            <a:extLst>
              <a:ext uri="{FF2B5EF4-FFF2-40B4-BE49-F238E27FC236}">
                <a16:creationId xmlns:a16="http://schemas.microsoft.com/office/drawing/2014/main" id="{984FEB39-27FB-4992-A775-23D1970220A9}"/>
              </a:ext>
            </a:extLst>
          </p:cNvPr>
          <p:cNvSpPr txBox="1"/>
          <p:nvPr/>
        </p:nvSpPr>
        <p:spPr>
          <a:xfrm>
            <a:off x="1112562" y="5730383"/>
            <a:ext cx="914033" cy="276999"/>
          </a:xfrm>
          <a:prstGeom prst="rect">
            <a:avLst/>
          </a:prstGeom>
          <a:noFill/>
        </p:spPr>
        <p:txBody>
          <a:bodyPr wrap="none" rtlCol="0" anchor="ctr" anchorCtr="0">
            <a:spAutoFit/>
          </a:bodyPr>
          <a:lstStyle/>
          <a:p>
            <a:pPr algn="ctr" defTabSz="1828434">
              <a:defRPr/>
            </a:pPr>
            <a:r>
              <a:rPr lang="en-US" sz="1200" b="1" kern="0">
                <a:solidFill>
                  <a:srgbClr val="08204D"/>
                </a:solidFill>
                <a:latin typeface="Poppins" pitchFamily="2" charset="77"/>
                <a:ea typeface="League Spartan" charset="0"/>
                <a:cs typeface="Poppins" pitchFamily="2" charset="77"/>
              </a:rPr>
              <a:t>Activity 7</a:t>
            </a:r>
          </a:p>
        </p:txBody>
      </p:sp>
      <p:grpSp>
        <p:nvGrpSpPr>
          <p:cNvPr id="967" name="SlideModel shp27">
            <a:extLst>
              <a:ext uri="{FF2B5EF4-FFF2-40B4-BE49-F238E27FC236}">
                <a16:creationId xmlns:a16="http://schemas.microsoft.com/office/drawing/2014/main" id="{5C9734A6-0E09-4E2F-AD6C-1C581E3A4A62}"/>
              </a:ext>
            </a:extLst>
          </p:cNvPr>
          <p:cNvGrpSpPr/>
          <p:nvPr/>
        </p:nvGrpSpPr>
        <p:grpSpPr>
          <a:xfrm>
            <a:off x="2426769" y="1868816"/>
            <a:ext cx="9052843" cy="4307765"/>
            <a:chOff x="2425180" y="2084839"/>
            <a:chExt cx="9052843" cy="4307765"/>
          </a:xfrm>
        </p:grpSpPr>
        <p:sp>
          <p:nvSpPr>
            <p:cNvPr id="675" name="SliModel Group shp28">
              <a:extLst>
                <a:ext uri="{FF2B5EF4-FFF2-40B4-BE49-F238E27FC236}">
                  <a16:creationId xmlns:a16="http://schemas.microsoft.com/office/drawing/2014/main" id="{234BAC4E-DE95-4113-973B-39D5D009906F}"/>
                </a:ext>
              </a:extLst>
            </p:cNvPr>
            <p:cNvSpPr/>
            <p:nvPr/>
          </p:nvSpPr>
          <p:spPr>
            <a:xfrm>
              <a:off x="2425180" y="208483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76" name="SliModel Group shp29">
              <a:extLst>
                <a:ext uri="{FF2B5EF4-FFF2-40B4-BE49-F238E27FC236}">
                  <a16:creationId xmlns:a16="http://schemas.microsoft.com/office/drawing/2014/main" id="{56872A87-5961-4468-80B7-C806BF28291C}"/>
                </a:ext>
              </a:extLst>
            </p:cNvPr>
            <p:cNvSpPr/>
            <p:nvPr/>
          </p:nvSpPr>
          <p:spPr>
            <a:xfrm>
              <a:off x="2425180" y="270023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77" name="SliModel Group shp30">
              <a:extLst>
                <a:ext uri="{FF2B5EF4-FFF2-40B4-BE49-F238E27FC236}">
                  <a16:creationId xmlns:a16="http://schemas.microsoft.com/office/drawing/2014/main" id="{FB734AE7-8BAA-47E7-8A2D-DC0113A4CB6D}"/>
                </a:ext>
              </a:extLst>
            </p:cNvPr>
            <p:cNvSpPr/>
            <p:nvPr/>
          </p:nvSpPr>
          <p:spPr>
            <a:xfrm>
              <a:off x="2425180" y="331562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78" name="SliModel Group shp31">
              <a:extLst>
                <a:ext uri="{FF2B5EF4-FFF2-40B4-BE49-F238E27FC236}">
                  <a16:creationId xmlns:a16="http://schemas.microsoft.com/office/drawing/2014/main" id="{BCA931E4-52AD-49A1-ABE2-31BF58F03775}"/>
                </a:ext>
              </a:extLst>
            </p:cNvPr>
            <p:cNvSpPr/>
            <p:nvPr/>
          </p:nvSpPr>
          <p:spPr>
            <a:xfrm>
              <a:off x="2425180" y="393102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79" name="SliModel Group shp32">
              <a:extLst>
                <a:ext uri="{FF2B5EF4-FFF2-40B4-BE49-F238E27FC236}">
                  <a16:creationId xmlns:a16="http://schemas.microsoft.com/office/drawing/2014/main" id="{A15E905C-2DF8-499F-9E01-06CDFB7441CB}"/>
                </a:ext>
              </a:extLst>
            </p:cNvPr>
            <p:cNvSpPr/>
            <p:nvPr/>
          </p:nvSpPr>
          <p:spPr>
            <a:xfrm>
              <a:off x="2425180" y="454641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0" name="SliModel Group shp33">
              <a:extLst>
                <a:ext uri="{FF2B5EF4-FFF2-40B4-BE49-F238E27FC236}">
                  <a16:creationId xmlns:a16="http://schemas.microsoft.com/office/drawing/2014/main" id="{03F43382-CDD8-4C63-BFFC-903C1E9C430C}"/>
                </a:ext>
              </a:extLst>
            </p:cNvPr>
            <p:cNvSpPr/>
            <p:nvPr/>
          </p:nvSpPr>
          <p:spPr>
            <a:xfrm>
              <a:off x="2425180" y="516181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1" name="SliModel Group shp34">
              <a:extLst>
                <a:ext uri="{FF2B5EF4-FFF2-40B4-BE49-F238E27FC236}">
                  <a16:creationId xmlns:a16="http://schemas.microsoft.com/office/drawing/2014/main" id="{5B7963B8-C497-4527-8EC5-FE76EF63AC11}"/>
                </a:ext>
              </a:extLst>
            </p:cNvPr>
            <p:cNvSpPr/>
            <p:nvPr/>
          </p:nvSpPr>
          <p:spPr>
            <a:xfrm>
              <a:off x="2425180" y="577720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2" name="SliModel Group shp35">
              <a:extLst>
                <a:ext uri="{FF2B5EF4-FFF2-40B4-BE49-F238E27FC236}">
                  <a16:creationId xmlns:a16="http://schemas.microsoft.com/office/drawing/2014/main" id="{43F8FA12-E20C-452F-A891-C3E09B529B18}"/>
                </a:ext>
              </a:extLst>
            </p:cNvPr>
            <p:cNvSpPr/>
            <p:nvPr/>
          </p:nvSpPr>
          <p:spPr>
            <a:xfrm>
              <a:off x="3933987" y="208483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3" name="SliModel Group shp36">
              <a:extLst>
                <a:ext uri="{FF2B5EF4-FFF2-40B4-BE49-F238E27FC236}">
                  <a16:creationId xmlns:a16="http://schemas.microsoft.com/office/drawing/2014/main" id="{F8831832-7C41-44DF-8F2B-615C09AE0150}"/>
                </a:ext>
              </a:extLst>
            </p:cNvPr>
            <p:cNvSpPr/>
            <p:nvPr/>
          </p:nvSpPr>
          <p:spPr>
            <a:xfrm>
              <a:off x="3933987" y="270023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4" name="SliModel Group shp37">
              <a:extLst>
                <a:ext uri="{FF2B5EF4-FFF2-40B4-BE49-F238E27FC236}">
                  <a16:creationId xmlns:a16="http://schemas.microsoft.com/office/drawing/2014/main" id="{9DFDAE1A-1C40-4CC7-88E1-514A4DDC042D}"/>
                </a:ext>
              </a:extLst>
            </p:cNvPr>
            <p:cNvSpPr/>
            <p:nvPr/>
          </p:nvSpPr>
          <p:spPr>
            <a:xfrm>
              <a:off x="3933987" y="331562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5" name="SliModel Group shp38">
              <a:extLst>
                <a:ext uri="{FF2B5EF4-FFF2-40B4-BE49-F238E27FC236}">
                  <a16:creationId xmlns:a16="http://schemas.microsoft.com/office/drawing/2014/main" id="{EF361D50-A4B3-4EBE-B2D9-E9ACEF2C3DEB}"/>
                </a:ext>
              </a:extLst>
            </p:cNvPr>
            <p:cNvSpPr/>
            <p:nvPr/>
          </p:nvSpPr>
          <p:spPr>
            <a:xfrm>
              <a:off x="3933987" y="393102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6" name="SliModel Group shp39">
              <a:extLst>
                <a:ext uri="{FF2B5EF4-FFF2-40B4-BE49-F238E27FC236}">
                  <a16:creationId xmlns:a16="http://schemas.microsoft.com/office/drawing/2014/main" id="{986C46CA-600B-43D1-BBDD-250AF2FFB157}"/>
                </a:ext>
              </a:extLst>
            </p:cNvPr>
            <p:cNvSpPr/>
            <p:nvPr/>
          </p:nvSpPr>
          <p:spPr>
            <a:xfrm>
              <a:off x="3933987" y="454641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7" name="SliModel Group shp40">
              <a:extLst>
                <a:ext uri="{FF2B5EF4-FFF2-40B4-BE49-F238E27FC236}">
                  <a16:creationId xmlns:a16="http://schemas.microsoft.com/office/drawing/2014/main" id="{7BC4FD74-EDBC-4B77-8BDF-F9F0F1CE0BFE}"/>
                </a:ext>
              </a:extLst>
            </p:cNvPr>
            <p:cNvSpPr/>
            <p:nvPr/>
          </p:nvSpPr>
          <p:spPr>
            <a:xfrm>
              <a:off x="3933987" y="516181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8" name="SliModel Group shp41">
              <a:extLst>
                <a:ext uri="{FF2B5EF4-FFF2-40B4-BE49-F238E27FC236}">
                  <a16:creationId xmlns:a16="http://schemas.microsoft.com/office/drawing/2014/main" id="{9CBC4413-1990-44BF-B9AD-0A0CCD8EFD35}"/>
                </a:ext>
              </a:extLst>
            </p:cNvPr>
            <p:cNvSpPr/>
            <p:nvPr/>
          </p:nvSpPr>
          <p:spPr>
            <a:xfrm>
              <a:off x="3933987" y="577720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89" name="SliModel Group shp42">
              <a:extLst>
                <a:ext uri="{FF2B5EF4-FFF2-40B4-BE49-F238E27FC236}">
                  <a16:creationId xmlns:a16="http://schemas.microsoft.com/office/drawing/2014/main" id="{2C2435EC-03CA-4540-9F8C-84C9AE9A786B}"/>
                </a:ext>
              </a:extLst>
            </p:cNvPr>
            <p:cNvSpPr/>
            <p:nvPr/>
          </p:nvSpPr>
          <p:spPr>
            <a:xfrm>
              <a:off x="5442795" y="208483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0" name="SliModel Group shp43">
              <a:extLst>
                <a:ext uri="{FF2B5EF4-FFF2-40B4-BE49-F238E27FC236}">
                  <a16:creationId xmlns:a16="http://schemas.microsoft.com/office/drawing/2014/main" id="{05296959-FFC5-4DC9-B223-E2EED7D8167D}"/>
                </a:ext>
              </a:extLst>
            </p:cNvPr>
            <p:cNvSpPr/>
            <p:nvPr/>
          </p:nvSpPr>
          <p:spPr>
            <a:xfrm>
              <a:off x="5442795" y="270023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1" name="SliModel Group shp44">
              <a:extLst>
                <a:ext uri="{FF2B5EF4-FFF2-40B4-BE49-F238E27FC236}">
                  <a16:creationId xmlns:a16="http://schemas.microsoft.com/office/drawing/2014/main" id="{3DDD3148-7D57-478C-B90B-F045267B5469}"/>
                </a:ext>
              </a:extLst>
            </p:cNvPr>
            <p:cNvSpPr/>
            <p:nvPr/>
          </p:nvSpPr>
          <p:spPr>
            <a:xfrm>
              <a:off x="5442795" y="331562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2" name="SliModel Group shp45">
              <a:extLst>
                <a:ext uri="{FF2B5EF4-FFF2-40B4-BE49-F238E27FC236}">
                  <a16:creationId xmlns:a16="http://schemas.microsoft.com/office/drawing/2014/main" id="{4EF008B2-9D85-4EB3-863A-93CA1C596ECD}"/>
                </a:ext>
              </a:extLst>
            </p:cNvPr>
            <p:cNvSpPr/>
            <p:nvPr/>
          </p:nvSpPr>
          <p:spPr>
            <a:xfrm>
              <a:off x="5442795" y="393102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3" name="SliModel Group shp46">
              <a:extLst>
                <a:ext uri="{FF2B5EF4-FFF2-40B4-BE49-F238E27FC236}">
                  <a16:creationId xmlns:a16="http://schemas.microsoft.com/office/drawing/2014/main" id="{84D93F84-ED71-4449-81B7-25877B87B7F7}"/>
                </a:ext>
              </a:extLst>
            </p:cNvPr>
            <p:cNvSpPr/>
            <p:nvPr/>
          </p:nvSpPr>
          <p:spPr>
            <a:xfrm>
              <a:off x="5442795" y="454641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4" name="SliModel Group shp47">
              <a:extLst>
                <a:ext uri="{FF2B5EF4-FFF2-40B4-BE49-F238E27FC236}">
                  <a16:creationId xmlns:a16="http://schemas.microsoft.com/office/drawing/2014/main" id="{ABF141B0-2E66-46A5-85AB-E0F2DA943608}"/>
                </a:ext>
              </a:extLst>
            </p:cNvPr>
            <p:cNvSpPr/>
            <p:nvPr/>
          </p:nvSpPr>
          <p:spPr>
            <a:xfrm>
              <a:off x="5442795" y="516181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5" name="SliModel Group shp48">
              <a:extLst>
                <a:ext uri="{FF2B5EF4-FFF2-40B4-BE49-F238E27FC236}">
                  <a16:creationId xmlns:a16="http://schemas.microsoft.com/office/drawing/2014/main" id="{7BBA6EAA-7BD8-4A50-9EC1-E51D68BE781A}"/>
                </a:ext>
              </a:extLst>
            </p:cNvPr>
            <p:cNvSpPr/>
            <p:nvPr/>
          </p:nvSpPr>
          <p:spPr>
            <a:xfrm>
              <a:off x="5442795" y="577720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6" name="SliModel Group shp49">
              <a:extLst>
                <a:ext uri="{FF2B5EF4-FFF2-40B4-BE49-F238E27FC236}">
                  <a16:creationId xmlns:a16="http://schemas.microsoft.com/office/drawing/2014/main" id="{6E041119-F01C-4A36-8A6B-2C0A2A82D155}"/>
                </a:ext>
              </a:extLst>
            </p:cNvPr>
            <p:cNvSpPr/>
            <p:nvPr/>
          </p:nvSpPr>
          <p:spPr>
            <a:xfrm>
              <a:off x="6951602" y="208483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7" name="SliModel Group shp50">
              <a:extLst>
                <a:ext uri="{FF2B5EF4-FFF2-40B4-BE49-F238E27FC236}">
                  <a16:creationId xmlns:a16="http://schemas.microsoft.com/office/drawing/2014/main" id="{E504FB08-6B9A-4F95-BAAE-681DBE7D468C}"/>
                </a:ext>
              </a:extLst>
            </p:cNvPr>
            <p:cNvSpPr/>
            <p:nvPr/>
          </p:nvSpPr>
          <p:spPr>
            <a:xfrm>
              <a:off x="6951602" y="270023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8" name="SliModel Group shp51">
              <a:extLst>
                <a:ext uri="{FF2B5EF4-FFF2-40B4-BE49-F238E27FC236}">
                  <a16:creationId xmlns:a16="http://schemas.microsoft.com/office/drawing/2014/main" id="{19413476-84A6-49A4-94C4-E1A66CC4A8AC}"/>
                </a:ext>
              </a:extLst>
            </p:cNvPr>
            <p:cNvSpPr/>
            <p:nvPr/>
          </p:nvSpPr>
          <p:spPr>
            <a:xfrm>
              <a:off x="6951602" y="331562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699" name="SliModel Group shp52">
              <a:extLst>
                <a:ext uri="{FF2B5EF4-FFF2-40B4-BE49-F238E27FC236}">
                  <a16:creationId xmlns:a16="http://schemas.microsoft.com/office/drawing/2014/main" id="{E77BAA17-2D8E-46AA-9440-0ED9F9073E80}"/>
                </a:ext>
              </a:extLst>
            </p:cNvPr>
            <p:cNvSpPr/>
            <p:nvPr/>
          </p:nvSpPr>
          <p:spPr>
            <a:xfrm>
              <a:off x="6951602" y="393102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0" name="SliModel Group shp53">
              <a:extLst>
                <a:ext uri="{FF2B5EF4-FFF2-40B4-BE49-F238E27FC236}">
                  <a16:creationId xmlns:a16="http://schemas.microsoft.com/office/drawing/2014/main" id="{AE433602-6E04-4DD0-BB23-B46ECD83D1D5}"/>
                </a:ext>
              </a:extLst>
            </p:cNvPr>
            <p:cNvSpPr/>
            <p:nvPr/>
          </p:nvSpPr>
          <p:spPr>
            <a:xfrm>
              <a:off x="6951602" y="454641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1" name="SliModel Group shp54">
              <a:extLst>
                <a:ext uri="{FF2B5EF4-FFF2-40B4-BE49-F238E27FC236}">
                  <a16:creationId xmlns:a16="http://schemas.microsoft.com/office/drawing/2014/main" id="{16AB2937-3B41-42AF-81AC-BFA5918C814A}"/>
                </a:ext>
              </a:extLst>
            </p:cNvPr>
            <p:cNvSpPr/>
            <p:nvPr/>
          </p:nvSpPr>
          <p:spPr>
            <a:xfrm>
              <a:off x="6951602" y="516181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2" name="SliModel Group shp55">
              <a:extLst>
                <a:ext uri="{FF2B5EF4-FFF2-40B4-BE49-F238E27FC236}">
                  <a16:creationId xmlns:a16="http://schemas.microsoft.com/office/drawing/2014/main" id="{E084C4F7-4350-4691-A7BC-2C470FBD75AE}"/>
                </a:ext>
              </a:extLst>
            </p:cNvPr>
            <p:cNvSpPr/>
            <p:nvPr/>
          </p:nvSpPr>
          <p:spPr>
            <a:xfrm>
              <a:off x="6951602" y="577720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3" name="SliModel Group shp56">
              <a:extLst>
                <a:ext uri="{FF2B5EF4-FFF2-40B4-BE49-F238E27FC236}">
                  <a16:creationId xmlns:a16="http://schemas.microsoft.com/office/drawing/2014/main" id="{689A7D9A-8E79-4E75-91EE-1FD5EF364AC4}"/>
                </a:ext>
              </a:extLst>
            </p:cNvPr>
            <p:cNvSpPr/>
            <p:nvPr/>
          </p:nvSpPr>
          <p:spPr>
            <a:xfrm>
              <a:off x="8460411" y="208483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4" name="SliModel Group shp57">
              <a:extLst>
                <a:ext uri="{FF2B5EF4-FFF2-40B4-BE49-F238E27FC236}">
                  <a16:creationId xmlns:a16="http://schemas.microsoft.com/office/drawing/2014/main" id="{E45F6C03-6651-44A6-A522-934CCA9481BA}"/>
                </a:ext>
              </a:extLst>
            </p:cNvPr>
            <p:cNvSpPr/>
            <p:nvPr/>
          </p:nvSpPr>
          <p:spPr>
            <a:xfrm>
              <a:off x="8460411" y="270023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5" name="SliModel Group shp58">
              <a:extLst>
                <a:ext uri="{FF2B5EF4-FFF2-40B4-BE49-F238E27FC236}">
                  <a16:creationId xmlns:a16="http://schemas.microsoft.com/office/drawing/2014/main" id="{B0618EC6-9329-48C8-8107-2F8AD15D2944}"/>
                </a:ext>
              </a:extLst>
            </p:cNvPr>
            <p:cNvSpPr/>
            <p:nvPr/>
          </p:nvSpPr>
          <p:spPr>
            <a:xfrm>
              <a:off x="8460411" y="331562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6" name="SliModel Group shp59">
              <a:extLst>
                <a:ext uri="{FF2B5EF4-FFF2-40B4-BE49-F238E27FC236}">
                  <a16:creationId xmlns:a16="http://schemas.microsoft.com/office/drawing/2014/main" id="{7AE2842F-0791-4C2D-97E9-50797BF8A8EF}"/>
                </a:ext>
              </a:extLst>
            </p:cNvPr>
            <p:cNvSpPr/>
            <p:nvPr/>
          </p:nvSpPr>
          <p:spPr>
            <a:xfrm>
              <a:off x="8460411" y="393102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7" name="SliModel Group shp60">
              <a:extLst>
                <a:ext uri="{FF2B5EF4-FFF2-40B4-BE49-F238E27FC236}">
                  <a16:creationId xmlns:a16="http://schemas.microsoft.com/office/drawing/2014/main" id="{6FBF55FE-09FF-4D59-AA29-1C8CFE875E01}"/>
                </a:ext>
              </a:extLst>
            </p:cNvPr>
            <p:cNvSpPr/>
            <p:nvPr/>
          </p:nvSpPr>
          <p:spPr>
            <a:xfrm>
              <a:off x="8460411" y="454641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8" name="SliModel Group shp61">
              <a:extLst>
                <a:ext uri="{FF2B5EF4-FFF2-40B4-BE49-F238E27FC236}">
                  <a16:creationId xmlns:a16="http://schemas.microsoft.com/office/drawing/2014/main" id="{BC89DC30-CEA0-4EC3-BE03-DDF72138CD05}"/>
                </a:ext>
              </a:extLst>
            </p:cNvPr>
            <p:cNvSpPr/>
            <p:nvPr/>
          </p:nvSpPr>
          <p:spPr>
            <a:xfrm>
              <a:off x="8460411" y="516181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09" name="SliModel Group shp62">
              <a:extLst>
                <a:ext uri="{FF2B5EF4-FFF2-40B4-BE49-F238E27FC236}">
                  <a16:creationId xmlns:a16="http://schemas.microsoft.com/office/drawing/2014/main" id="{6332EEE0-C4B7-4019-967D-638D09C58D7D}"/>
                </a:ext>
              </a:extLst>
            </p:cNvPr>
            <p:cNvSpPr/>
            <p:nvPr/>
          </p:nvSpPr>
          <p:spPr>
            <a:xfrm>
              <a:off x="8460411" y="577720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10" name="SliModel Group shp63">
              <a:extLst>
                <a:ext uri="{FF2B5EF4-FFF2-40B4-BE49-F238E27FC236}">
                  <a16:creationId xmlns:a16="http://schemas.microsoft.com/office/drawing/2014/main" id="{35B5B3E5-A441-4D3E-92A0-39FE86B61195}"/>
                </a:ext>
              </a:extLst>
            </p:cNvPr>
            <p:cNvSpPr/>
            <p:nvPr/>
          </p:nvSpPr>
          <p:spPr>
            <a:xfrm>
              <a:off x="9969216" y="208483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11" name="SliModel Group shp64">
              <a:extLst>
                <a:ext uri="{FF2B5EF4-FFF2-40B4-BE49-F238E27FC236}">
                  <a16:creationId xmlns:a16="http://schemas.microsoft.com/office/drawing/2014/main" id="{E159B12A-DDF4-462B-8D2D-09FED028D8F8}"/>
                </a:ext>
              </a:extLst>
            </p:cNvPr>
            <p:cNvSpPr/>
            <p:nvPr/>
          </p:nvSpPr>
          <p:spPr>
            <a:xfrm>
              <a:off x="9969216" y="270023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12" name="SliModel Group shp65">
              <a:extLst>
                <a:ext uri="{FF2B5EF4-FFF2-40B4-BE49-F238E27FC236}">
                  <a16:creationId xmlns:a16="http://schemas.microsoft.com/office/drawing/2014/main" id="{A7FEB343-C058-47EA-A44F-DA48BA34A02F}"/>
                </a:ext>
              </a:extLst>
            </p:cNvPr>
            <p:cNvSpPr/>
            <p:nvPr/>
          </p:nvSpPr>
          <p:spPr>
            <a:xfrm>
              <a:off x="9969216" y="331562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13" name="SliModel Group shp66">
              <a:extLst>
                <a:ext uri="{FF2B5EF4-FFF2-40B4-BE49-F238E27FC236}">
                  <a16:creationId xmlns:a16="http://schemas.microsoft.com/office/drawing/2014/main" id="{D5B4A895-B946-43DB-B2FB-7F7FDAB7ECDC}"/>
                </a:ext>
              </a:extLst>
            </p:cNvPr>
            <p:cNvSpPr/>
            <p:nvPr/>
          </p:nvSpPr>
          <p:spPr>
            <a:xfrm>
              <a:off x="9969216" y="393102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14" name="SliModel Group shp67">
              <a:extLst>
                <a:ext uri="{FF2B5EF4-FFF2-40B4-BE49-F238E27FC236}">
                  <a16:creationId xmlns:a16="http://schemas.microsoft.com/office/drawing/2014/main" id="{27CCF742-F60F-45D0-8024-CA2028518794}"/>
                </a:ext>
              </a:extLst>
            </p:cNvPr>
            <p:cNvSpPr/>
            <p:nvPr/>
          </p:nvSpPr>
          <p:spPr>
            <a:xfrm>
              <a:off x="9969216" y="454641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15" name="SliModel Group shp68">
              <a:extLst>
                <a:ext uri="{FF2B5EF4-FFF2-40B4-BE49-F238E27FC236}">
                  <a16:creationId xmlns:a16="http://schemas.microsoft.com/office/drawing/2014/main" id="{1283235A-E527-42A4-8150-C650C5AB6644}"/>
                </a:ext>
              </a:extLst>
            </p:cNvPr>
            <p:cNvSpPr/>
            <p:nvPr/>
          </p:nvSpPr>
          <p:spPr>
            <a:xfrm>
              <a:off x="9969216" y="5161814"/>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16" name="SliModel Group shp69">
              <a:extLst>
                <a:ext uri="{FF2B5EF4-FFF2-40B4-BE49-F238E27FC236}">
                  <a16:creationId xmlns:a16="http://schemas.microsoft.com/office/drawing/2014/main" id="{10EBBB39-F568-447B-B1ED-02AE4D641811}"/>
                </a:ext>
              </a:extLst>
            </p:cNvPr>
            <p:cNvSpPr/>
            <p:nvPr/>
          </p:nvSpPr>
          <p:spPr>
            <a:xfrm>
              <a:off x="9969216" y="5777209"/>
              <a:ext cx="1508807" cy="615395"/>
            </a:xfrm>
            <a:prstGeom prst="rect">
              <a:avLst/>
            </a:prstGeom>
            <a:noFill/>
            <a:ln w="38100" cap="flat" cmpd="sng" algn="ctr">
              <a:solidFill>
                <a:srgbClr val="FFFFFF">
                  <a:lumMod val="95000"/>
                </a:srgbClr>
              </a:solidFill>
              <a:prstDash val="solid"/>
              <a:miter lim="800000"/>
            </a:ln>
            <a:effectLst/>
          </p:spPr>
          <p:txBody>
            <a:bodyPr rtlCol="0" anchor="ctr"/>
            <a:lstStyle/>
            <a:p>
              <a:pPr algn="ctr" defTabSz="1828434">
                <a:defRPr/>
              </a:pPr>
              <a:endParaRPr lang="en-US" sz="1400" kern="0">
                <a:solidFill>
                  <a:srgbClr val="FFFFFF"/>
                </a:solidFill>
                <a:latin typeface="Calibri" panose="020F0502020204030204"/>
              </a:endParaRPr>
            </a:p>
          </p:txBody>
        </p:sp>
        <p:sp>
          <p:nvSpPr>
            <p:cNvPr id="749" name="SliModel Group shp70">
              <a:extLst>
                <a:ext uri="{FF2B5EF4-FFF2-40B4-BE49-F238E27FC236}">
                  <a16:creationId xmlns:a16="http://schemas.microsoft.com/office/drawing/2014/main" id="{82015005-6D3A-48B6-B667-9116517A4999}"/>
                </a:ext>
              </a:extLst>
            </p:cNvPr>
            <p:cNvSpPr txBox="1"/>
            <p:nvPr/>
          </p:nvSpPr>
          <p:spPr>
            <a:xfrm>
              <a:off x="3031945" y="4100220"/>
              <a:ext cx="295274" cy="276999"/>
            </a:xfrm>
            <a:prstGeom prst="rect">
              <a:avLst/>
            </a:prstGeom>
            <a:noFill/>
          </p:spPr>
          <p:txBody>
            <a:bodyPr wrap="none" rtlCol="0" anchor="ctr">
              <a:spAutoFit/>
            </a:bodyPr>
            <a:lstStyle/>
            <a:p>
              <a:pPr algn="ctr" defTabSz="1828434">
                <a:defRPr/>
              </a:pPr>
              <a:r>
                <a:rPr lang="en-US" sz="1200" b="1" kern="0">
                  <a:solidFill>
                    <a:srgbClr val="FFFFFF"/>
                  </a:solidFill>
                  <a:latin typeface="Poppins" pitchFamily="2" charset="77"/>
                  <a:cs typeface="Poppins" pitchFamily="2" charset="77"/>
                </a:rPr>
                <a:t>X</a:t>
              </a:r>
            </a:p>
          </p:txBody>
        </p:sp>
      </p:grpSp>
      <p:sp>
        <p:nvSpPr>
          <p:cNvPr id="777" name="SlideModel shp71">
            <a:extLst>
              <a:ext uri="{FF2B5EF4-FFF2-40B4-BE49-F238E27FC236}">
                <a16:creationId xmlns:a16="http://schemas.microsoft.com/office/drawing/2014/main" id="{EC27CDC9-CAB0-4753-9351-AE43EE2735AE}"/>
              </a:ext>
            </a:extLst>
          </p:cNvPr>
          <p:cNvSpPr txBox="1"/>
          <p:nvPr/>
        </p:nvSpPr>
        <p:spPr>
          <a:xfrm>
            <a:off x="7359582" y="1235164"/>
            <a:ext cx="696024" cy="276999"/>
          </a:xfrm>
          <a:prstGeom prst="rect">
            <a:avLst/>
          </a:prstGeom>
          <a:noFill/>
        </p:spPr>
        <p:txBody>
          <a:bodyPr wrap="none" rtlCol="0" anchor="ctr" anchorCtr="0">
            <a:spAutoFit/>
          </a:bodyPr>
          <a:lstStyle/>
          <a:p>
            <a:pPr algn="ctr" defTabSz="1828434">
              <a:defRPr/>
            </a:pPr>
            <a:r>
              <a:rPr lang="en-US" sz="1200" b="1" kern="0">
                <a:solidFill>
                  <a:srgbClr val="FFFFFF"/>
                </a:solidFill>
                <a:latin typeface="Poppins" pitchFamily="2" charset="77"/>
                <a:ea typeface="League Spartan" charset="0"/>
                <a:cs typeface="Poppins" pitchFamily="2" charset="77"/>
              </a:rPr>
              <a:t>ROLE 4</a:t>
            </a:r>
          </a:p>
        </p:txBody>
      </p:sp>
      <p:grpSp>
        <p:nvGrpSpPr>
          <p:cNvPr id="927" name="SlideModel shp72">
            <a:extLst>
              <a:ext uri="{FF2B5EF4-FFF2-40B4-BE49-F238E27FC236}">
                <a16:creationId xmlns:a16="http://schemas.microsoft.com/office/drawing/2014/main" id="{431EB6EE-0AD4-4E68-BEAD-1E9758A3C965}"/>
              </a:ext>
            </a:extLst>
          </p:cNvPr>
          <p:cNvGrpSpPr/>
          <p:nvPr/>
        </p:nvGrpSpPr>
        <p:grpSpPr>
          <a:xfrm>
            <a:off x="2509050" y="2678993"/>
            <a:ext cx="1301694" cy="297959"/>
            <a:chOff x="10030631" y="4634718"/>
            <a:chExt cx="1301694" cy="297959"/>
          </a:xfrm>
        </p:grpSpPr>
        <p:sp>
          <p:nvSpPr>
            <p:cNvPr id="923" name="SliModel Group shp73">
              <a:extLst>
                <a:ext uri="{FF2B5EF4-FFF2-40B4-BE49-F238E27FC236}">
                  <a16:creationId xmlns:a16="http://schemas.microsoft.com/office/drawing/2014/main" id="{681C589D-94AA-4883-B1A3-7171B924DB3C}"/>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924" name="SliModel Group shp74">
              <a:extLst>
                <a:ext uri="{FF2B5EF4-FFF2-40B4-BE49-F238E27FC236}">
                  <a16:creationId xmlns:a16="http://schemas.microsoft.com/office/drawing/2014/main" id="{23349790-623C-42E9-9231-56F0829AF984}"/>
                </a:ext>
              </a:extLst>
            </p:cNvPr>
            <p:cNvSpPr/>
            <p:nvPr/>
          </p:nvSpPr>
          <p:spPr>
            <a:xfrm>
              <a:off x="10365209"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925" name="SliModel Group shp75">
              <a:extLst>
                <a:ext uri="{FF2B5EF4-FFF2-40B4-BE49-F238E27FC236}">
                  <a16:creationId xmlns:a16="http://schemas.microsoft.com/office/drawing/2014/main" id="{5AFA43A8-D782-441B-8685-2B45EF5E8C6F}"/>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926" name="SliModel Group shp76">
              <a:extLst>
                <a:ext uri="{FF2B5EF4-FFF2-40B4-BE49-F238E27FC236}">
                  <a16:creationId xmlns:a16="http://schemas.microsoft.com/office/drawing/2014/main" id="{2187AC5E-4D84-49B9-9447-3D72CF330AB3}"/>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936" name="SlideModel shp77">
            <a:extLst>
              <a:ext uri="{FF2B5EF4-FFF2-40B4-BE49-F238E27FC236}">
                <a16:creationId xmlns:a16="http://schemas.microsoft.com/office/drawing/2014/main" id="{60D9D888-E6B0-4254-A183-A19D5622C80A}"/>
              </a:ext>
            </a:extLst>
          </p:cNvPr>
          <p:cNvGrpSpPr/>
          <p:nvPr/>
        </p:nvGrpSpPr>
        <p:grpSpPr>
          <a:xfrm>
            <a:off x="2509050" y="3289272"/>
            <a:ext cx="1301694" cy="297959"/>
            <a:chOff x="2526712" y="3494563"/>
            <a:chExt cx="1301694" cy="297959"/>
          </a:xfrm>
        </p:grpSpPr>
        <p:sp>
          <p:nvSpPr>
            <p:cNvPr id="932" name="SliModel Group shp78">
              <a:extLst>
                <a:ext uri="{FF2B5EF4-FFF2-40B4-BE49-F238E27FC236}">
                  <a16:creationId xmlns:a16="http://schemas.microsoft.com/office/drawing/2014/main" id="{136FEAFB-9475-4597-8B43-F07E6F6D9B83}"/>
                </a:ext>
              </a:extLst>
            </p:cNvPr>
            <p:cNvSpPr/>
            <p:nvPr/>
          </p:nvSpPr>
          <p:spPr>
            <a:xfrm>
              <a:off x="2526712" y="3494563"/>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933" name="SliModel Group shp79">
              <a:extLst>
                <a:ext uri="{FF2B5EF4-FFF2-40B4-BE49-F238E27FC236}">
                  <a16:creationId xmlns:a16="http://schemas.microsoft.com/office/drawing/2014/main" id="{0324CE68-1FEB-48C3-A50F-B51799B0DA7A}"/>
                </a:ext>
              </a:extLst>
            </p:cNvPr>
            <p:cNvSpPr/>
            <p:nvPr/>
          </p:nvSpPr>
          <p:spPr>
            <a:xfrm>
              <a:off x="2861290"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934" name="SliModel Group shp80">
              <a:extLst>
                <a:ext uri="{FF2B5EF4-FFF2-40B4-BE49-F238E27FC236}">
                  <a16:creationId xmlns:a16="http://schemas.microsoft.com/office/drawing/2014/main" id="{0D41132C-3B3D-41F9-81DE-9BD93DB0AB3A}"/>
                </a:ext>
              </a:extLst>
            </p:cNvPr>
            <p:cNvSpPr/>
            <p:nvPr/>
          </p:nvSpPr>
          <p:spPr>
            <a:xfrm>
              <a:off x="3195868"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935" name="SliModel Group shp81">
              <a:extLst>
                <a:ext uri="{FF2B5EF4-FFF2-40B4-BE49-F238E27FC236}">
                  <a16:creationId xmlns:a16="http://schemas.microsoft.com/office/drawing/2014/main" id="{65DA760C-8EA5-4E52-91C3-F1EB13498F59}"/>
                </a:ext>
              </a:extLst>
            </p:cNvPr>
            <p:cNvSpPr/>
            <p:nvPr/>
          </p:nvSpPr>
          <p:spPr>
            <a:xfrm>
              <a:off x="3530447"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941" name="SlideModel shp82">
            <a:extLst>
              <a:ext uri="{FF2B5EF4-FFF2-40B4-BE49-F238E27FC236}">
                <a16:creationId xmlns:a16="http://schemas.microsoft.com/office/drawing/2014/main" id="{98A1DFE1-089F-4872-9E40-3DEDAE3AA996}"/>
              </a:ext>
            </a:extLst>
          </p:cNvPr>
          <p:cNvGrpSpPr/>
          <p:nvPr/>
        </p:nvGrpSpPr>
        <p:grpSpPr>
          <a:xfrm>
            <a:off x="2509050" y="3899551"/>
            <a:ext cx="1301694" cy="297959"/>
            <a:chOff x="6344009" y="2257279"/>
            <a:chExt cx="1301694" cy="297959"/>
          </a:xfrm>
        </p:grpSpPr>
        <p:sp>
          <p:nvSpPr>
            <p:cNvPr id="937" name="SliModel Group shp83">
              <a:extLst>
                <a:ext uri="{FF2B5EF4-FFF2-40B4-BE49-F238E27FC236}">
                  <a16:creationId xmlns:a16="http://schemas.microsoft.com/office/drawing/2014/main" id="{84969BE9-D649-4591-A4F3-FBAC4921F8E8}"/>
                </a:ext>
              </a:extLst>
            </p:cNvPr>
            <p:cNvSpPr/>
            <p:nvPr/>
          </p:nvSpPr>
          <p:spPr>
            <a:xfrm>
              <a:off x="6344009"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938" name="SliModel Group shp84">
              <a:extLst>
                <a:ext uri="{FF2B5EF4-FFF2-40B4-BE49-F238E27FC236}">
                  <a16:creationId xmlns:a16="http://schemas.microsoft.com/office/drawing/2014/main" id="{71655D8C-43FD-40AD-AB2B-E9AA328E1163}"/>
                </a:ext>
              </a:extLst>
            </p:cNvPr>
            <p:cNvSpPr/>
            <p:nvPr/>
          </p:nvSpPr>
          <p:spPr>
            <a:xfrm>
              <a:off x="6678587"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939" name="SliModel Group shp85">
              <a:extLst>
                <a:ext uri="{FF2B5EF4-FFF2-40B4-BE49-F238E27FC236}">
                  <a16:creationId xmlns:a16="http://schemas.microsoft.com/office/drawing/2014/main" id="{697B72F0-C3C8-4B20-95D5-60E6DD3BEC2D}"/>
                </a:ext>
              </a:extLst>
            </p:cNvPr>
            <p:cNvSpPr/>
            <p:nvPr/>
          </p:nvSpPr>
          <p:spPr>
            <a:xfrm>
              <a:off x="7013165"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940" name="SliModel Group shp86">
              <a:extLst>
                <a:ext uri="{FF2B5EF4-FFF2-40B4-BE49-F238E27FC236}">
                  <a16:creationId xmlns:a16="http://schemas.microsoft.com/office/drawing/2014/main" id="{4E0305CC-7227-4433-AFEE-8249BC8A4506}"/>
                </a:ext>
              </a:extLst>
            </p:cNvPr>
            <p:cNvSpPr/>
            <p:nvPr/>
          </p:nvSpPr>
          <p:spPr>
            <a:xfrm>
              <a:off x="7347744" y="2257279"/>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946" name="SlideModel shp87">
            <a:extLst>
              <a:ext uri="{FF2B5EF4-FFF2-40B4-BE49-F238E27FC236}">
                <a16:creationId xmlns:a16="http://schemas.microsoft.com/office/drawing/2014/main" id="{AFAC3E98-2DBB-4408-8CBE-69AA5B34F315}"/>
              </a:ext>
            </a:extLst>
          </p:cNvPr>
          <p:cNvGrpSpPr/>
          <p:nvPr/>
        </p:nvGrpSpPr>
        <p:grpSpPr>
          <a:xfrm>
            <a:off x="2509050" y="2068714"/>
            <a:ext cx="1301694" cy="297959"/>
            <a:chOff x="10030631" y="5111512"/>
            <a:chExt cx="1301694" cy="297959"/>
          </a:xfrm>
        </p:grpSpPr>
        <p:sp>
          <p:nvSpPr>
            <p:cNvPr id="942" name="SliModel Group shp88">
              <a:extLst>
                <a:ext uri="{FF2B5EF4-FFF2-40B4-BE49-F238E27FC236}">
                  <a16:creationId xmlns:a16="http://schemas.microsoft.com/office/drawing/2014/main" id="{4B37EBC6-1385-469D-8BB7-1EAF010EC37F}"/>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943" name="SliModel Group shp89">
              <a:extLst>
                <a:ext uri="{FF2B5EF4-FFF2-40B4-BE49-F238E27FC236}">
                  <a16:creationId xmlns:a16="http://schemas.microsoft.com/office/drawing/2014/main" id="{79A96E1B-273B-4729-BADD-247A868071C9}"/>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944" name="SliModel Group shp90">
              <a:extLst>
                <a:ext uri="{FF2B5EF4-FFF2-40B4-BE49-F238E27FC236}">
                  <a16:creationId xmlns:a16="http://schemas.microsoft.com/office/drawing/2014/main" id="{0A0B08F9-1AEE-47F1-9D56-248E7D64F8EC}"/>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945" name="SliModel Group shp91">
              <a:extLst>
                <a:ext uri="{FF2B5EF4-FFF2-40B4-BE49-F238E27FC236}">
                  <a16:creationId xmlns:a16="http://schemas.microsoft.com/office/drawing/2014/main" id="{CCBBEC4D-390C-4B0D-894A-2D369B66E396}"/>
                </a:ext>
              </a:extLst>
            </p:cNvPr>
            <p:cNvSpPr/>
            <p:nvPr/>
          </p:nvSpPr>
          <p:spPr>
            <a:xfrm>
              <a:off x="11034366"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951" name="SlideModel shp92">
            <a:extLst>
              <a:ext uri="{FF2B5EF4-FFF2-40B4-BE49-F238E27FC236}">
                <a16:creationId xmlns:a16="http://schemas.microsoft.com/office/drawing/2014/main" id="{928AE814-3BA2-4139-96CA-A62E7C92903E}"/>
              </a:ext>
            </a:extLst>
          </p:cNvPr>
          <p:cNvGrpSpPr/>
          <p:nvPr/>
        </p:nvGrpSpPr>
        <p:grpSpPr>
          <a:xfrm>
            <a:off x="2509050" y="4509830"/>
            <a:ext cx="1301694" cy="297959"/>
            <a:chOff x="10030631" y="5111512"/>
            <a:chExt cx="1301694" cy="297959"/>
          </a:xfrm>
        </p:grpSpPr>
        <p:sp>
          <p:nvSpPr>
            <p:cNvPr id="947" name="SliModel Group shp93">
              <a:extLst>
                <a:ext uri="{FF2B5EF4-FFF2-40B4-BE49-F238E27FC236}">
                  <a16:creationId xmlns:a16="http://schemas.microsoft.com/office/drawing/2014/main" id="{52B860C3-3ED7-49BD-A30A-834C1D769B92}"/>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948" name="SliModel Group shp94">
              <a:extLst>
                <a:ext uri="{FF2B5EF4-FFF2-40B4-BE49-F238E27FC236}">
                  <a16:creationId xmlns:a16="http://schemas.microsoft.com/office/drawing/2014/main" id="{4D56F690-F554-45C5-A23D-C5A3557FE96D}"/>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949" name="SliModel Group shp95">
              <a:extLst>
                <a:ext uri="{FF2B5EF4-FFF2-40B4-BE49-F238E27FC236}">
                  <a16:creationId xmlns:a16="http://schemas.microsoft.com/office/drawing/2014/main" id="{32DAEAF8-8428-4492-A24F-C3B6D1EC8664}"/>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950" name="SliModel Group shp96">
              <a:extLst>
                <a:ext uri="{FF2B5EF4-FFF2-40B4-BE49-F238E27FC236}">
                  <a16:creationId xmlns:a16="http://schemas.microsoft.com/office/drawing/2014/main" id="{FC60256B-573B-41AD-8257-18AF7BC0C279}"/>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956" name="SlideModel shp97">
            <a:extLst>
              <a:ext uri="{FF2B5EF4-FFF2-40B4-BE49-F238E27FC236}">
                <a16:creationId xmlns:a16="http://schemas.microsoft.com/office/drawing/2014/main" id="{4AE0989B-BE32-4D76-820A-E9B1C9C84794}"/>
              </a:ext>
            </a:extLst>
          </p:cNvPr>
          <p:cNvGrpSpPr/>
          <p:nvPr/>
        </p:nvGrpSpPr>
        <p:grpSpPr>
          <a:xfrm>
            <a:off x="2509050" y="5120109"/>
            <a:ext cx="1301694" cy="297959"/>
            <a:chOff x="10030631" y="5111512"/>
            <a:chExt cx="1301694" cy="297959"/>
          </a:xfrm>
        </p:grpSpPr>
        <p:sp>
          <p:nvSpPr>
            <p:cNvPr id="952" name="SliModel Group shp98">
              <a:extLst>
                <a:ext uri="{FF2B5EF4-FFF2-40B4-BE49-F238E27FC236}">
                  <a16:creationId xmlns:a16="http://schemas.microsoft.com/office/drawing/2014/main" id="{CD8D93C2-142B-437F-BF37-D8B1DE4609B1}"/>
                </a:ext>
              </a:extLst>
            </p:cNvPr>
            <p:cNvSpPr/>
            <p:nvPr/>
          </p:nvSpPr>
          <p:spPr>
            <a:xfrm>
              <a:off x="10030631"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953" name="SliModel Group shp99">
              <a:extLst>
                <a:ext uri="{FF2B5EF4-FFF2-40B4-BE49-F238E27FC236}">
                  <a16:creationId xmlns:a16="http://schemas.microsoft.com/office/drawing/2014/main" id="{E834A05E-6E55-451D-A0F4-B6DC354D6DFB}"/>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954" name="SliModel Group shp100">
              <a:extLst>
                <a:ext uri="{FF2B5EF4-FFF2-40B4-BE49-F238E27FC236}">
                  <a16:creationId xmlns:a16="http://schemas.microsoft.com/office/drawing/2014/main" id="{689CAE25-011B-4171-9BF5-92B958C2658A}"/>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955" name="SliModel Group shp101">
              <a:extLst>
                <a:ext uri="{FF2B5EF4-FFF2-40B4-BE49-F238E27FC236}">
                  <a16:creationId xmlns:a16="http://schemas.microsoft.com/office/drawing/2014/main" id="{5869F4D8-CB24-45CF-9CBC-119DDFCBB5CA}"/>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966" name="SlideModel shp102">
            <a:extLst>
              <a:ext uri="{FF2B5EF4-FFF2-40B4-BE49-F238E27FC236}">
                <a16:creationId xmlns:a16="http://schemas.microsoft.com/office/drawing/2014/main" id="{C6BAB8B5-E163-45DB-9DAD-06F4D92CCA3A}"/>
              </a:ext>
            </a:extLst>
          </p:cNvPr>
          <p:cNvGrpSpPr/>
          <p:nvPr/>
        </p:nvGrpSpPr>
        <p:grpSpPr>
          <a:xfrm>
            <a:off x="2509050" y="5730387"/>
            <a:ext cx="1301694" cy="297959"/>
            <a:chOff x="10030631" y="4634718"/>
            <a:chExt cx="1301694" cy="297959"/>
          </a:xfrm>
        </p:grpSpPr>
        <p:sp>
          <p:nvSpPr>
            <p:cNvPr id="962" name="SliModel Group shp103">
              <a:extLst>
                <a:ext uri="{FF2B5EF4-FFF2-40B4-BE49-F238E27FC236}">
                  <a16:creationId xmlns:a16="http://schemas.microsoft.com/office/drawing/2014/main" id="{44D1299A-CE38-455B-B275-17861AEC64DB}"/>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963" name="SliModel Group shp104">
              <a:extLst>
                <a:ext uri="{FF2B5EF4-FFF2-40B4-BE49-F238E27FC236}">
                  <a16:creationId xmlns:a16="http://schemas.microsoft.com/office/drawing/2014/main" id="{B6C4B831-3BEF-4355-A6E2-9CFE580F73F5}"/>
                </a:ext>
              </a:extLst>
            </p:cNvPr>
            <p:cNvSpPr/>
            <p:nvPr/>
          </p:nvSpPr>
          <p:spPr>
            <a:xfrm>
              <a:off x="10365209" y="463471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964" name="SliModel Group shp105">
              <a:extLst>
                <a:ext uri="{FF2B5EF4-FFF2-40B4-BE49-F238E27FC236}">
                  <a16:creationId xmlns:a16="http://schemas.microsoft.com/office/drawing/2014/main" id="{DDE6C5B9-911A-4747-9736-B2654D2DB86C}"/>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965" name="SliModel Group shp106">
              <a:extLst>
                <a:ext uri="{FF2B5EF4-FFF2-40B4-BE49-F238E27FC236}">
                  <a16:creationId xmlns:a16="http://schemas.microsoft.com/office/drawing/2014/main" id="{A2E3AEF4-815F-4425-9C9B-C91962BAB1C8}"/>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969" name="SlideModel shp107">
            <a:extLst>
              <a:ext uri="{FF2B5EF4-FFF2-40B4-BE49-F238E27FC236}">
                <a16:creationId xmlns:a16="http://schemas.microsoft.com/office/drawing/2014/main" id="{BE516B1A-2889-4787-8854-F4C45E28DD4E}"/>
              </a:ext>
            </a:extLst>
          </p:cNvPr>
          <p:cNvGrpSpPr/>
          <p:nvPr/>
        </p:nvGrpSpPr>
        <p:grpSpPr>
          <a:xfrm>
            <a:off x="4017418" y="2678993"/>
            <a:ext cx="1301694" cy="297959"/>
            <a:chOff x="10030631" y="4634718"/>
            <a:chExt cx="1301694" cy="297959"/>
          </a:xfrm>
        </p:grpSpPr>
        <p:sp>
          <p:nvSpPr>
            <p:cNvPr id="970" name="SliModel Group shp108">
              <a:extLst>
                <a:ext uri="{FF2B5EF4-FFF2-40B4-BE49-F238E27FC236}">
                  <a16:creationId xmlns:a16="http://schemas.microsoft.com/office/drawing/2014/main" id="{510660CB-98FA-493A-A6B5-1ACE5F4B55F5}"/>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971" name="SliModel Group shp109">
              <a:extLst>
                <a:ext uri="{FF2B5EF4-FFF2-40B4-BE49-F238E27FC236}">
                  <a16:creationId xmlns:a16="http://schemas.microsoft.com/office/drawing/2014/main" id="{0173213D-E0F1-4443-8537-BA1FD3101E18}"/>
                </a:ext>
              </a:extLst>
            </p:cNvPr>
            <p:cNvSpPr/>
            <p:nvPr/>
          </p:nvSpPr>
          <p:spPr>
            <a:xfrm>
              <a:off x="10365209"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972" name="SliModel Group shp110">
              <a:extLst>
                <a:ext uri="{FF2B5EF4-FFF2-40B4-BE49-F238E27FC236}">
                  <a16:creationId xmlns:a16="http://schemas.microsoft.com/office/drawing/2014/main" id="{4D28B62A-C344-4199-9C69-F19AD00EF161}"/>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973" name="SliModel Group shp111">
              <a:extLst>
                <a:ext uri="{FF2B5EF4-FFF2-40B4-BE49-F238E27FC236}">
                  <a16:creationId xmlns:a16="http://schemas.microsoft.com/office/drawing/2014/main" id="{AC9663F8-3780-40E1-8938-53C332CE5721}"/>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974" name="SlideModel shp112">
            <a:extLst>
              <a:ext uri="{FF2B5EF4-FFF2-40B4-BE49-F238E27FC236}">
                <a16:creationId xmlns:a16="http://schemas.microsoft.com/office/drawing/2014/main" id="{96318BC5-A0D7-4DA7-B778-C49C6669FA71}"/>
              </a:ext>
            </a:extLst>
          </p:cNvPr>
          <p:cNvGrpSpPr/>
          <p:nvPr/>
        </p:nvGrpSpPr>
        <p:grpSpPr>
          <a:xfrm>
            <a:off x="4017418" y="3289272"/>
            <a:ext cx="1301694" cy="297959"/>
            <a:chOff x="2526712" y="3494563"/>
            <a:chExt cx="1301694" cy="297959"/>
          </a:xfrm>
        </p:grpSpPr>
        <p:sp>
          <p:nvSpPr>
            <p:cNvPr id="975" name="SliModel Group shp113">
              <a:extLst>
                <a:ext uri="{FF2B5EF4-FFF2-40B4-BE49-F238E27FC236}">
                  <a16:creationId xmlns:a16="http://schemas.microsoft.com/office/drawing/2014/main" id="{3F7213E8-6613-49CC-9B3A-88B3C2D2E565}"/>
                </a:ext>
              </a:extLst>
            </p:cNvPr>
            <p:cNvSpPr/>
            <p:nvPr/>
          </p:nvSpPr>
          <p:spPr>
            <a:xfrm>
              <a:off x="2526712" y="3494563"/>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976" name="SliModel Group shp114">
              <a:extLst>
                <a:ext uri="{FF2B5EF4-FFF2-40B4-BE49-F238E27FC236}">
                  <a16:creationId xmlns:a16="http://schemas.microsoft.com/office/drawing/2014/main" id="{5D03F719-6815-4AB5-8209-FC0F63F9C296}"/>
                </a:ext>
              </a:extLst>
            </p:cNvPr>
            <p:cNvSpPr/>
            <p:nvPr/>
          </p:nvSpPr>
          <p:spPr>
            <a:xfrm>
              <a:off x="2861290"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977" name="SliModel Group shp115">
              <a:extLst>
                <a:ext uri="{FF2B5EF4-FFF2-40B4-BE49-F238E27FC236}">
                  <a16:creationId xmlns:a16="http://schemas.microsoft.com/office/drawing/2014/main" id="{0755142F-A9F6-48C5-BC0F-4CCA48F2E290}"/>
                </a:ext>
              </a:extLst>
            </p:cNvPr>
            <p:cNvSpPr/>
            <p:nvPr/>
          </p:nvSpPr>
          <p:spPr>
            <a:xfrm>
              <a:off x="3195868"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978" name="SliModel Group shp116">
              <a:extLst>
                <a:ext uri="{FF2B5EF4-FFF2-40B4-BE49-F238E27FC236}">
                  <a16:creationId xmlns:a16="http://schemas.microsoft.com/office/drawing/2014/main" id="{0DD3855B-D683-4853-99BC-B34DC5D113FF}"/>
                </a:ext>
              </a:extLst>
            </p:cNvPr>
            <p:cNvSpPr/>
            <p:nvPr/>
          </p:nvSpPr>
          <p:spPr>
            <a:xfrm>
              <a:off x="3530447"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979" name="SlideModel shp117">
            <a:extLst>
              <a:ext uri="{FF2B5EF4-FFF2-40B4-BE49-F238E27FC236}">
                <a16:creationId xmlns:a16="http://schemas.microsoft.com/office/drawing/2014/main" id="{FF0C411C-0603-4723-83F4-F697485398F6}"/>
              </a:ext>
            </a:extLst>
          </p:cNvPr>
          <p:cNvGrpSpPr/>
          <p:nvPr/>
        </p:nvGrpSpPr>
        <p:grpSpPr>
          <a:xfrm>
            <a:off x="4017418" y="3899551"/>
            <a:ext cx="1301694" cy="297959"/>
            <a:chOff x="6344009" y="2257279"/>
            <a:chExt cx="1301694" cy="297959"/>
          </a:xfrm>
        </p:grpSpPr>
        <p:sp>
          <p:nvSpPr>
            <p:cNvPr id="980" name="SliModel Group shp118">
              <a:extLst>
                <a:ext uri="{FF2B5EF4-FFF2-40B4-BE49-F238E27FC236}">
                  <a16:creationId xmlns:a16="http://schemas.microsoft.com/office/drawing/2014/main" id="{44FF4675-F4D1-43CC-9E61-A464826FF26A}"/>
                </a:ext>
              </a:extLst>
            </p:cNvPr>
            <p:cNvSpPr/>
            <p:nvPr/>
          </p:nvSpPr>
          <p:spPr>
            <a:xfrm>
              <a:off x="6344009"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981" name="SliModel Group shp119">
              <a:extLst>
                <a:ext uri="{FF2B5EF4-FFF2-40B4-BE49-F238E27FC236}">
                  <a16:creationId xmlns:a16="http://schemas.microsoft.com/office/drawing/2014/main" id="{ADCC8362-3DFE-4C12-84CA-510EECB0D529}"/>
                </a:ext>
              </a:extLst>
            </p:cNvPr>
            <p:cNvSpPr/>
            <p:nvPr/>
          </p:nvSpPr>
          <p:spPr>
            <a:xfrm>
              <a:off x="6678587"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982" name="SliModel Group shp120">
              <a:extLst>
                <a:ext uri="{FF2B5EF4-FFF2-40B4-BE49-F238E27FC236}">
                  <a16:creationId xmlns:a16="http://schemas.microsoft.com/office/drawing/2014/main" id="{A39443D3-6E36-4468-91DE-F10F6B779C5F}"/>
                </a:ext>
              </a:extLst>
            </p:cNvPr>
            <p:cNvSpPr/>
            <p:nvPr/>
          </p:nvSpPr>
          <p:spPr>
            <a:xfrm>
              <a:off x="7013165"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983" name="SliModel Group shp121">
              <a:extLst>
                <a:ext uri="{FF2B5EF4-FFF2-40B4-BE49-F238E27FC236}">
                  <a16:creationId xmlns:a16="http://schemas.microsoft.com/office/drawing/2014/main" id="{359BBC7A-864A-4BAE-BF53-41A45FAE192F}"/>
                </a:ext>
              </a:extLst>
            </p:cNvPr>
            <p:cNvSpPr/>
            <p:nvPr/>
          </p:nvSpPr>
          <p:spPr>
            <a:xfrm>
              <a:off x="7347744" y="2257279"/>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984" name="SlideModel shp122">
            <a:extLst>
              <a:ext uri="{FF2B5EF4-FFF2-40B4-BE49-F238E27FC236}">
                <a16:creationId xmlns:a16="http://schemas.microsoft.com/office/drawing/2014/main" id="{0E4039ED-BEDD-416B-9C57-98AF21C35530}"/>
              </a:ext>
            </a:extLst>
          </p:cNvPr>
          <p:cNvGrpSpPr/>
          <p:nvPr/>
        </p:nvGrpSpPr>
        <p:grpSpPr>
          <a:xfrm>
            <a:off x="4017418" y="2068714"/>
            <a:ext cx="1301694" cy="297959"/>
            <a:chOff x="10030631" y="5111512"/>
            <a:chExt cx="1301694" cy="297959"/>
          </a:xfrm>
        </p:grpSpPr>
        <p:sp>
          <p:nvSpPr>
            <p:cNvPr id="985" name="SliModel Group shp123">
              <a:extLst>
                <a:ext uri="{FF2B5EF4-FFF2-40B4-BE49-F238E27FC236}">
                  <a16:creationId xmlns:a16="http://schemas.microsoft.com/office/drawing/2014/main" id="{0E2BDC50-3DAB-4D92-99A3-2BE8631F03A1}"/>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986" name="SliModel Group shp124">
              <a:extLst>
                <a:ext uri="{FF2B5EF4-FFF2-40B4-BE49-F238E27FC236}">
                  <a16:creationId xmlns:a16="http://schemas.microsoft.com/office/drawing/2014/main" id="{5F55904F-2B51-4A70-9C82-10035EF4E8CE}"/>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987" name="SliModel Group shp125">
              <a:extLst>
                <a:ext uri="{FF2B5EF4-FFF2-40B4-BE49-F238E27FC236}">
                  <a16:creationId xmlns:a16="http://schemas.microsoft.com/office/drawing/2014/main" id="{6D8A22A4-4FE7-4292-8E18-165C477B3F47}"/>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988" name="SliModel Group shp126">
              <a:extLst>
                <a:ext uri="{FF2B5EF4-FFF2-40B4-BE49-F238E27FC236}">
                  <a16:creationId xmlns:a16="http://schemas.microsoft.com/office/drawing/2014/main" id="{7D9E810E-585C-48AB-9282-73F49379A123}"/>
                </a:ext>
              </a:extLst>
            </p:cNvPr>
            <p:cNvSpPr/>
            <p:nvPr/>
          </p:nvSpPr>
          <p:spPr>
            <a:xfrm>
              <a:off x="11034366"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989" name="SlideModel shp127">
            <a:extLst>
              <a:ext uri="{FF2B5EF4-FFF2-40B4-BE49-F238E27FC236}">
                <a16:creationId xmlns:a16="http://schemas.microsoft.com/office/drawing/2014/main" id="{67828352-6FFF-442E-BA57-ABC4E284D5EC}"/>
              </a:ext>
            </a:extLst>
          </p:cNvPr>
          <p:cNvGrpSpPr/>
          <p:nvPr/>
        </p:nvGrpSpPr>
        <p:grpSpPr>
          <a:xfrm>
            <a:off x="4017418" y="4509830"/>
            <a:ext cx="1301694" cy="297959"/>
            <a:chOff x="10030631" y="5111512"/>
            <a:chExt cx="1301694" cy="297959"/>
          </a:xfrm>
        </p:grpSpPr>
        <p:sp>
          <p:nvSpPr>
            <p:cNvPr id="990" name="SliModel Group shp128">
              <a:extLst>
                <a:ext uri="{FF2B5EF4-FFF2-40B4-BE49-F238E27FC236}">
                  <a16:creationId xmlns:a16="http://schemas.microsoft.com/office/drawing/2014/main" id="{82EFD6A1-CF7B-449F-9447-28D64947B1DB}"/>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991" name="SliModel Group shp129">
              <a:extLst>
                <a:ext uri="{FF2B5EF4-FFF2-40B4-BE49-F238E27FC236}">
                  <a16:creationId xmlns:a16="http://schemas.microsoft.com/office/drawing/2014/main" id="{31D468BD-F827-422C-BFFD-92F5A9498E67}"/>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992" name="SliModel Group shp130">
              <a:extLst>
                <a:ext uri="{FF2B5EF4-FFF2-40B4-BE49-F238E27FC236}">
                  <a16:creationId xmlns:a16="http://schemas.microsoft.com/office/drawing/2014/main" id="{51AA840F-A577-4AA3-AE64-8D47D54F3E98}"/>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993" name="SliModel Group shp131">
              <a:extLst>
                <a:ext uri="{FF2B5EF4-FFF2-40B4-BE49-F238E27FC236}">
                  <a16:creationId xmlns:a16="http://schemas.microsoft.com/office/drawing/2014/main" id="{52E963EB-4C91-4A38-8561-8D4BAF4072DF}"/>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994" name="SlideModel shp132">
            <a:extLst>
              <a:ext uri="{FF2B5EF4-FFF2-40B4-BE49-F238E27FC236}">
                <a16:creationId xmlns:a16="http://schemas.microsoft.com/office/drawing/2014/main" id="{0AFE1135-5727-4799-AE96-9888712282E6}"/>
              </a:ext>
            </a:extLst>
          </p:cNvPr>
          <p:cNvGrpSpPr/>
          <p:nvPr/>
        </p:nvGrpSpPr>
        <p:grpSpPr>
          <a:xfrm>
            <a:off x="4017418" y="5120109"/>
            <a:ext cx="1301694" cy="297959"/>
            <a:chOff x="10030631" y="5111512"/>
            <a:chExt cx="1301694" cy="297959"/>
          </a:xfrm>
        </p:grpSpPr>
        <p:sp>
          <p:nvSpPr>
            <p:cNvPr id="995" name="SliModel Group shp133">
              <a:extLst>
                <a:ext uri="{FF2B5EF4-FFF2-40B4-BE49-F238E27FC236}">
                  <a16:creationId xmlns:a16="http://schemas.microsoft.com/office/drawing/2014/main" id="{B157F990-167E-49A5-AFD6-4F85D252F8AB}"/>
                </a:ext>
              </a:extLst>
            </p:cNvPr>
            <p:cNvSpPr/>
            <p:nvPr/>
          </p:nvSpPr>
          <p:spPr>
            <a:xfrm>
              <a:off x="10030631"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996" name="SliModel Group shp134">
              <a:extLst>
                <a:ext uri="{FF2B5EF4-FFF2-40B4-BE49-F238E27FC236}">
                  <a16:creationId xmlns:a16="http://schemas.microsoft.com/office/drawing/2014/main" id="{8E93EDB8-6348-4564-807D-F3FCA5BC6A3D}"/>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997" name="SliModel Group shp135">
              <a:extLst>
                <a:ext uri="{FF2B5EF4-FFF2-40B4-BE49-F238E27FC236}">
                  <a16:creationId xmlns:a16="http://schemas.microsoft.com/office/drawing/2014/main" id="{123F2B9F-4236-47D6-86A2-08BF70EA32AF}"/>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998" name="SliModel Group shp136">
              <a:extLst>
                <a:ext uri="{FF2B5EF4-FFF2-40B4-BE49-F238E27FC236}">
                  <a16:creationId xmlns:a16="http://schemas.microsoft.com/office/drawing/2014/main" id="{4426E9DB-2C79-47F8-9F26-3006979DB1D3}"/>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999" name="SlideModel shp137">
            <a:extLst>
              <a:ext uri="{FF2B5EF4-FFF2-40B4-BE49-F238E27FC236}">
                <a16:creationId xmlns:a16="http://schemas.microsoft.com/office/drawing/2014/main" id="{22519CAE-2F1F-40E1-88B6-E50085B4410D}"/>
              </a:ext>
            </a:extLst>
          </p:cNvPr>
          <p:cNvGrpSpPr/>
          <p:nvPr/>
        </p:nvGrpSpPr>
        <p:grpSpPr>
          <a:xfrm>
            <a:off x="4017418" y="5730387"/>
            <a:ext cx="1301694" cy="297959"/>
            <a:chOff x="10030631" y="4634718"/>
            <a:chExt cx="1301694" cy="297959"/>
          </a:xfrm>
        </p:grpSpPr>
        <p:sp>
          <p:nvSpPr>
            <p:cNvPr id="1000" name="SliModel Group shp138">
              <a:extLst>
                <a:ext uri="{FF2B5EF4-FFF2-40B4-BE49-F238E27FC236}">
                  <a16:creationId xmlns:a16="http://schemas.microsoft.com/office/drawing/2014/main" id="{EA3E26B6-36C1-4926-BAB4-3F43C145DA0D}"/>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01" name="SliModel Group shp139">
              <a:extLst>
                <a:ext uri="{FF2B5EF4-FFF2-40B4-BE49-F238E27FC236}">
                  <a16:creationId xmlns:a16="http://schemas.microsoft.com/office/drawing/2014/main" id="{04898AD1-6E8C-42A0-8E0E-95935F83E2E7}"/>
                </a:ext>
              </a:extLst>
            </p:cNvPr>
            <p:cNvSpPr/>
            <p:nvPr/>
          </p:nvSpPr>
          <p:spPr>
            <a:xfrm>
              <a:off x="10365209" y="463471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02" name="SliModel Group shp140">
              <a:extLst>
                <a:ext uri="{FF2B5EF4-FFF2-40B4-BE49-F238E27FC236}">
                  <a16:creationId xmlns:a16="http://schemas.microsoft.com/office/drawing/2014/main" id="{8C12BC67-90AD-4B2E-AB83-CF8D7823D607}"/>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03" name="SliModel Group shp141">
              <a:extLst>
                <a:ext uri="{FF2B5EF4-FFF2-40B4-BE49-F238E27FC236}">
                  <a16:creationId xmlns:a16="http://schemas.microsoft.com/office/drawing/2014/main" id="{921D6CDF-2567-4A7B-A1B7-37B37BC013FE}"/>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06" name="SlideModel shp142">
            <a:extLst>
              <a:ext uri="{FF2B5EF4-FFF2-40B4-BE49-F238E27FC236}">
                <a16:creationId xmlns:a16="http://schemas.microsoft.com/office/drawing/2014/main" id="{7EEC99BD-E863-4833-AFD8-D46CA22D87A9}"/>
              </a:ext>
            </a:extLst>
          </p:cNvPr>
          <p:cNvGrpSpPr/>
          <p:nvPr/>
        </p:nvGrpSpPr>
        <p:grpSpPr>
          <a:xfrm>
            <a:off x="5525786" y="2678993"/>
            <a:ext cx="1301694" cy="297959"/>
            <a:chOff x="10030631" y="4634718"/>
            <a:chExt cx="1301694" cy="297959"/>
          </a:xfrm>
        </p:grpSpPr>
        <p:sp>
          <p:nvSpPr>
            <p:cNvPr id="1037" name="SliModel Group shp143">
              <a:extLst>
                <a:ext uri="{FF2B5EF4-FFF2-40B4-BE49-F238E27FC236}">
                  <a16:creationId xmlns:a16="http://schemas.microsoft.com/office/drawing/2014/main" id="{117994B1-8F85-4F7A-AB00-ACD7C78B6E7C}"/>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38" name="SliModel Group shp144">
              <a:extLst>
                <a:ext uri="{FF2B5EF4-FFF2-40B4-BE49-F238E27FC236}">
                  <a16:creationId xmlns:a16="http://schemas.microsoft.com/office/drawing/2014/main" id="{91B73A86-9BB3-49C6-9053-D33DC01F4E35}"/>
                </a:ext>
              </a:extLst>
            </p:cNvPr>
            <p:cNvSpPr/>
            <p:nvPr/>
          </p:nvSpPr>
          <p:spPr>
            <a:xfrm>
              <a:off x="10365209"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039" name="SliModel Group shp145">
              <a:extLst>
                <a:ext uri="{FF2B5EF4-FFF2-40B4-BE49-F238E27FC236}">
                  <a16:creationId xmlns:a16="http://schemas.microsoft.com/office/drawing/2014/main" id="{C4A759D9-731B-4D26-972E-8B2EE93DCF7D}"/>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40" name="SliModel Group shp146">
              <a:extLst>
                <a:ext uri="{FF2B5EF4-FFF2-40B4-BE49-F238E27FC236}">
                  <a16:creationId xmlns:a16="http://schemas.microsoft.com/office/drawing/2014/main" id="{4929D4AD-D2E3-4996-B4DF-2B35E1B3785B}"/>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07" name="SlideModel shp147">
            <a:extLst>
              <a:ext uri="{FF2B5EF4-FFF2-40B4-BE49-F238E27FC236}">
                <a16:creationId xmlns:a16="http://schemas.microsoft.com/office/drawing/2014/main" id="{4667794B-35E7-42DD-928D-AC0BF56608AC}"/>
              </a:ext>
            </a:extLst>
          </p:cNvPr>
          <p:cNvGrpSpPr/>
          <p:nvPr/>
        </p:nvGrpSpPr>
        <p:grpSpPr>
          <a:xfrm>
            <a:off x="5525786" y="3289272"/>
            <a:ext cx="1301694" cy="297959"/>
            <a:chOff x="2526712" y="3494563"/>
            <a:chExt cx="1301694" cy="297959"/>
          </a:xfrm>
        </p:grpSpPr>
        <p:sp>
          <p:nvSpPr>
            <p:cNvPr id="1033" name="SliModel Group shp148">
              <a:extLst>
                <a:ext uri="{FF2B5EF4-FFF2-40B4-BE49-F238E27FC236}">
                  <a16:creationId xmlns:a16="http://schemas.microsoft.com/office/drawing/2014/main" id="{4A996C34-50A6-40A1-B43C-F98E7362672C}"/>
                </a:ext>
              </a:extLst>
            </p:cNvPr>
            <p:cNvSpPr/>
            <p:nvPr/>
          </p:nvSpPr>
          <p:spPr>
            <a:xfrm>
              <a:off x="2526712" y="3494563"/>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1034" name="SliModel Group shp149">
              <a:extLst>
                <a:ext uri="{FF2B5EF4-FFF2-40B4-BE49-F238E27FC236}">
                  <a16:creationId xmlns:a16="http://schemas.microsoft.com/office/drawing/2014/main" id="{8B4FA27A-A186-41E1-9042-F1634A956289}"/>
                </a:ext>
              </a:extLst>
            </p:cNvPr>
            <p:cNvSpPr/>
            <p:nvPr/>
          </p:nvSpPr>
          <p:spPr>
            <a:xfrm>
              <a:off x="2861290"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035" name="SliModel Group shp150">
              <a:extLst>
                <a:ext uri="{FF2B5EF4-FFF2-40B4-BE49-F238E27FC236}">
                  <a16:creationId xmlns:a16="http://schemas.microsoft.com/office/drawing/2014/main" id="{4B2F105E-4B92-4576-92A1-DD19E6548722}"/>
                </a:ext>
              </a:extLst>
            </p:cNvPr>
            <p:cNvSpPr/>
            <p:nvPr/>
          </p:nvSpPr>
          <p:spPr>
            <a:xfrm>
              <a:off x="3195868"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36" name="SliModel Group shp151">
              <a:extLst>
                <a:ext uri="{FF2B5EF4-FFF2-40B4-BE49-F238E27FC236}">
                  <a16:creationId xmlns:a16="http://schemas.microsoft.com/office/drawing/2014/main" id="{1196D18A-C3E6-4FB4-ACE2-E31A8F1BAA61}"/>
                </a:ext>
              </a:extLst>
            </p:cNvPr>
            <p:cNvSpPr/>
            <p:nvPr/>
          </p:nvSpPr>
          <p:spPr>
            <a:xfrm>
              <a:off x="3530447"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08" name="SlideModel shp152">
            <a:extLst>
              <a:ext uri="{FF2B5EF4-FFF2-40B4-BE49-F238E27FC236}">
                <a16:creationId xmlns:a16="http://schemas.microsoft.com/office/drawing/2014/main" id="{60D93BB3-A77F-4A6E-AB2A-B4180270DA68}"/>
              </a:ext>
            </a:extLst>
          </p:cNvPr>
          <p:cNvGrpSpPr/>
          <p:nvPr/>
        </p:nvGrpSpPr>
        <p:grpSpPr>
          <a:xfrm>
            <a:off x="5525786" y="3899551"/>
            <a:ext cx="1301694" cy="297959"/>
            <a:chOff x="6344009" y="2257279"/>
            <a:chExt cx="1301694" cy="297959"/>
          </a:xfrm>
        </p:grpSpPr>
        <p:sp>
          <p:nvSpPr>
            <p:cNvPr id="1029" name="SliModel Group shp153">
              <a:extLst>
                <a:ext uri="{FF2B5EF4-FFF2-40B4-BE49-F238E27FC236}">
                  <a16:creationId xmlns:a16="http://schemas.microsoft.com/office/drawing/2014/main" id="{D1A99B08-71FE-455A-B1D6-51920B1EB7B1}"/>
                </a:ext>
              </a:extLst>
            </p:cNvPr>
            <p:cNvSpPr/>
            <p:nvPr/>
          </p:nvSpPr>
          <p:spPr>
            <a:xfrm>
              <a:off x="6344009"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30" name="SliModel Group shp154">
              <a:extLst>
                <a:ext uri="{FF2B5EF4-FFF2-40B4-BE49-F238E27FC236}">
                  <a16:creationId xmlns:a16="http://schemas.microsoft.com/office/drawing/2014/main" id="{61E2FDBA-B1C7-43B9-8C7B-49644E1B57CF}"/>
                </a:ext>
              </a:extLst>
            </p:cNvPr>
            <p:cNvSpPr/>
            <p:nvPr/>
          </p:nvSpPr>
          <p:spPr>
            <a:xfrm>
              <a:off x="6678587"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031" name="SliModel Group shp155">
              <a:extLst>
                <a:ext uri="{FF2B5EF4-FFF2-40B4-BE49-F238E27FC236}">
                  <a16:creationId xmlns:a16="http://schemas.microsoft.com/office/drawing/2014/main" id="{26ECCB25-C7EA-46B5-901B-E94A1EBB9276}"/>
                </a:ext>
              </a:extLst>
            </p:cNvPr>
            <p:cNvSpPr/>
            <p:nvPr/>
          </p:nvSpPr>
          <p:spPr>
            <a:xfrm>
              <a:off x="7013165"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32" name="SliModel Group shp156">
              <a:extLst>
                <a:ext uri="{FF2B5EF4-FFF2-40B4-BE49-F238E27FC236}">
                  <a16:creationId xmlns:a16="http://schemas.microsoft.com/office/drawing/2014/main" id="{6AE65FC0-8806-4719-9F57-8D0A0FECCA69}"/>
                </a:ext>
              </a:extLst>
            </p:cNvPr>
            <p:cNvSpPr/>
            <p:nvPr/>
          </p:nvSpPr>
          <p:spPr>
            <a:xfrm>
              <a:off x="7347744" y="2257279"/>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009" name="SlideModel shp157">
            <a:extLst>
              <a:ext uri="{FF2B5EF4-FFF2-40B4-BE49-F238E27FC236}">
                <a16:creationId xmlns:a16="http://schemas.microsoft.com/office/drawing/2014/main" id="{1877CCA7-0F82-4225-BBBC-6DFDEA7A6242}"/>
              </a:ext>
            </a:extLst>
          </p:cNvPr>
          <p:cNvGrpSpPr/>
          <p:nvPr/>
        </p:nvGrpSpPr>
        <p:grpSpPr>
          <a:xfrm>
            <a:off x="5525786" y="2068714"/>
            <a:ext cx="1301694" cy="297959"/>
            <a:chOff x="10030631" y="5111512"/>
            <a:chExt cx="1301694" cy="297959"/>
          </a:xfrm>
        </p:grpSpPr>
        <p:sp>
          <p:nvSpPr>
            <p:cNvPr id="1025" name="SliModel Group shp158">
              <a:extLst>
                <a:ext uri="{FF2B5EF4-FFF2-40B4-BE49-F238E27FC236}">
                  <a16:creationId xmlns:a16="http://schemas.microsoft.com/office/drawing/2014/main" id="{3FB1D770-886F-4F7C-8A7B-B0D253E4927D}"/>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26" name="SliModel Group shp159">
              <a:extLst>
                <a:ext uri="{FF2B5EF4-FFF2-40B4-BE49-F238E27FC236}">
                  <a16:creationId xmlns:a16="http://schemas.microsoft.com/office/drawing/2014/main" id="{1F100A61-EA89-47FE-AB58-7C78095DB3F3}"/>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27" name="SliModel Group shp160">
              <a:extLst>
                <a:ext uri="{FF2B5EF4-FFF2-40B4-BE49-F238E27FC236}">
                  <a16:creationId xmlns:a16="http://schemas.microsoft.com/office/drawing/2014/main" id="{FEC79671-374E-4C4D-BFC2-5B30B4B56C71}"/>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028" name="SliModel Group shp161">
              <a:extLst>
                <a:ext uri="{FF2B5EF4-FFF2-40B4-BE49-F238E27FC236}">
                  <a16:creationId xmlns:a16="http://schemas.microsoft.com/office/drawing/2014/main" id="{6DF7C885-7DCC-4644-BD14-4D4E1A87999D}"/>
                </a:ext>
              </a:extLst>
            </p:cNvPr>
            <p:cNvSpPr/>
            <p:nvPr/>
          </p:nvSpPr>
          <p:spPr>
            <a:xfrm>
              <a:off x="11034366"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10" name="SlideModel shp162">
            <a:extLst>
              <a:ext uri="{FF2B5EF4-FFF2-40B4-BE49-F238E27FC236}">
                <a16:creationId xmlns:a16="http://schemas.microsoft.com/office/drawing/2014/main" id="{FA57BA31-B422-4217-A5BB-CD5AFF44A111}"/>
              </a:ext>
            </a:extLst>
          </p:cNvPr>
          <p:cNvGrpSpPr/>
          <p:nvPr/>
        </p:nvGrpSpPr>
        <p:grpSpPr>
          <a:xfrm>
            <a:off x="5525786" y="4509830"/>
            <a:ext cx="1301694" cy="297959"/>
            <a:chOff x="10030631" y="5111512"/>
            <a:chExt cx="1301694" cy="297959"/>
          </a:xfrm>
        </p:grpSpPr>
        <p:sp>
          <p:nvSpPr>
            <p:cNvPr id="1021" name="SliModel Group shp163">
              <a:extLst>
                <a:ext uri="{FF2B5EF4-FFF2-40B4-BE49-F238E27FC236}">
                  <a16:creationId xmlns:a16="http://schemas.microsoft.com/office/drawing/2014/main" id="{4A4303EA-5EB5-471A-A043-3C9C633CFD55}"/>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22" name="SliModel Group shp164">
              <a:extLst>
                <a:ext uri="{FF2B5EF4-FFF2-40B4-BE49-F238E27FC236}">
                  <a16:creationId xmlns:a16="http://schemas.microsoft.com/office/drawing/2014/main" id="{8251D46B-5598-4CB0-A07C-2381E0F10328}"/>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23" name="SliModel Group shp165">
              <a:extLst>
                <a:ext uri="{FF2B5EF4-FFF2-40B4-BE49-F238E27FC236}">
                  <a16:creationId xmlns:a16="http://schemas.microsoft.com/office/drawing/2014/main" id="{BE46920F-111A-41E3-9F5F-A0E4C5E6CB73}"/>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024" name="SliModel Group shp166">
              <a:extLst>
                <a:ext uri="{FF2B5EF4-FFF2-40B4-BE49-F238E27FC236}">
                  <a16:creationId xmlns:a16="http://schemas.microsoft.com/office/drawing/2014/main" id="{B8F9BCA3-65AD-4F8A-B494-D63CA33A4E95}"/>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011" name="SlideModel shp167">
            <a:extLst>
              <a:ext uri="{FF2B5EF4-FFF2-40B4-BE49-F238E27FC236}">
                <a16:creationId xmlns:a16="http://schemas.microsoft.com/office/drawing/2014/main" id="{4ECE1F49-EDD6-4CBF-BBC4-55AC63EEE107}"/>
              </a:ext>
            </a:extLst>
          </p:cNvPr>
          <p:cNvGrpSpPr/>
          <p:nvPr/>
        </p:nvGrpSpPr>
        <p:grpSpPr>
          <a:xfrm>
            <a:off x="5525786" y="5120109"/>
            <a:ext cx="1301694" cy="297959"/>
            <a:chOff x="10030631" y="5111512"/>
            <a:chExt cx="1301694" cy="297959"/>
          </a:xfrm>
        </p:grpSpPr>
        <p:sp>
          <p:nvSpPr>
            <p:cNvPr id="1017" name="SliModel Group shp168">
              <a:extLst>
                <a:ext uri="{FF2B5EF4-FFF2-40B4-BE49-F238E27FC236}">
                  <a16:creationId xmlns:a16="http://schemas.microsoft.com/office/drawing/2014/main" id="{96B430A8-DE78-4AF9-99E4-8F84CF4BCD33}"/>
                </a:ext>
              </a:extLst>
            </p:cNvPr>
            <p:cNvSpPr/>
            <p:nvPr/>
          </p:nvSpPr>
          <p:spPr>
            <a:xfrm>
              <a:off x="10030631"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1018" name="SliModel Group shp169">
              <a:extLst>
                <a:ext uri="{FF2B5EF4-FFF2-40B4-BE49-F238E27FC236}">
                  <a16:creationId xmlns:a16="http://schemas.microsoft.com/office/drawing/2014/main" id="{E449FAD3-5206-44C5-8B28-6E7710560F6A}"/>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19" name="SliModel Group shp170">
              <a:extLst>
                <a:ext uri="{FF2B5EF4-FFF2-40B4-BE49-F238E27FC236}">
                  <a16:creationId xmlns:a16="http://schemas.microsoft.com/office/drawing/2014/main" id="{89BCD259-CE16-45D2-9B49-E1F458597A64}"/>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020" name="SliModel Group shp171">
              <a:extLst>
                <a:ext uri="{FF2B5EF4-FFF2-40B4-BE49-F238E27FC236}">
                  <a16:creationId xmlns:a16="http://schemas.microsoft.com/office/drawing/2014/main" id="{2B1CCBA5-1925-4119-AB12-3D8A997BB41B}"/>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012" name="SlideModel shp172">
            <a:extLst>
              <a:ext uri="{FF2B5EF4-FFF2-40B4-BE49-F238E27FC236}">
                <a16:creationId xmlns:a16="http://schemas.microsoft.com/office/drawing/2014/main" id="{C8F62D88-40F6-4FBA-87AA-A835DB566F19}"/>
              </a:ext>
            </a:extLst>
          </p:cNvPr>
          <p:cNvGrpSpPr/>
          <p:nvPr/>
        </p:nvGrpSpPr>
        <p:grpSpPr>
          <a:xfrm>
            <a:off x="5525786" y="5730387"/>
            <a:ext cx="1301694" cy="297959"/>
            <a:chOff x="10030631" y="4634718"/>
            <a:chExt cx="1301694" cy="297959"/>
          </a:xfrm>
        </p:grpSpPr>
        <p:sp>
          <p:nvSpPr>
            <p:cNvPr id="1013" name="SliModel Group shp173">
              <a:extLst>
                <a:ext uri="{FF2B5EF4-FFF2-40B4-BE49-F238E27FC236}">
                  <a16:creationId xmlns:a16="http://schemas.microsoft.com/office/drawing/2014/main" id="{6C49231E-D383-4FB8-8216-6B426872435D}"/>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14" name="SliModel Group shp174">
              <a:extLst>
                <a:ext uri="{FF2B5EF4-FFF2-40B4-BE49-F238E27FC236}">
                  <a16:creationId xmlns:a16="http://schemas.microsoft.com/office/drawing/2014/main" id="{0DFF1395-C6F1-48B4-BF8D-EC092E164C75}"/>
                </a:ext>
              </a:extLst>
            </p:cNvPr>
            <p:cNvSpPr/>
            <p:nvPr/>
          </p:nvSpPr>
          <p:spPr>
            <a:xfrm>
              <a:off x="10365209" y="463471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15" name="SliModel Group shp175">
              <a:extLst>
                <a:ext uri="{FF2B5EF4-FFF2-40B4-BE49-F238E27FC236}">
                  <a16:creationId xmlns:a16="http://schemas.microsoft.com/office/drawing/2014/main" id="{45C8624C-BB45-4D0A-9103-F6CF872F56DB}"/>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16" name="SliModel Group shp176">
              <a:extLst>
                <a:ext uri="{FF2B5EF4-FFF2-40B4-BE49-F238E27FC236}">
                  <a16:creationId xmlns:a16="http://schemas.microsoft.com/office/drawing/2014/main" id="{4742C784-1494-4C75-8544-A3720B87A7F1}"/>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42" name="SlideModel shp177">
            <a:extLst>
              <a:ext uri="{FF2B5EF4-FFF2-40B4-BE49-F238E27FC236}">
                <a16:creationId xmlns:a16="http://schemas.microsoft.com/office/drawing/2014/main" id="{6FA41378-AA11-40FF-8E36-A4F57952FCFE}"/>
              </a:ext>
            </a:extLst>
          </p:cNvPr>
          <p:cNvGrpSpPr/>
          <p:nvPr/>
        </p:nvGrpSpPr>
        <p:grpSpPr>
          <a:xfrm>
            <a:off x="7034154" y="2678993"/>
            <a:ext cx="1301694" cy="297959"/>
            <a:chOff x="10030631" y="4634718"/>
            <a:chExt cx="1301694" cy="297959"/>
          </a:xfrm>
        </p:grpSpPr>
        <p:sp>
          <p:nvSpPr>
            <p:cNvPr id="1073" name="SliModel Group shp178">
              <a:extLst>
                <a:ext uri="{FF2B5EF4-FFF2-40B4-BE49-F238E27FC236}">
                  <a16:creationId xmlns:a16="http://schemas.microsoft.com/office/drawing/2014/main" id="{84D792A5-B38B-4B63-8864-67250F1746E4}"/>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74" name="SliModel Group shp179">
              <a:extLst>
                <a:ext uri="{FF2B5EF4-FFF2-40B4-BE49-F238E27FC236}">
                  <a16:creationId xmlns:a16="http://schemas.microsoft.com/office/drawing/2014/main" id="{E184FDE6-8C61-4B5D-AA58-58D57811A84A}"/>
                </a:ext>
              </a:extLst>
            </p:cNvPr>
            <p:cNvSpPr/>
            <p:nvPr/>
          </p:nvSpPr>
          <p:spPr>
            <a:xfrm>
              <a:off x="10365209"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075" name="SliModel Group shp180">
              <a:extLst>
                <a:ext uri="{FF2B5EF4-FFF2-40B4-BE49-F238E27FC236}">
                  <a16:creationId xmlns:a16="http://schemas.microsoft.com/office/drawing/2014/main" id="{8FD9960D-7E2D-459F-8619-ACC34D13F3B0}"/>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76" name="SliModel Group shp181">
              <a:extLst>
                <a:ext uri="{FF2B5EF4-FFF2-40B4-BE49-F238E27FC236}">
                  <a16:creationId xmlns:a16="http://schemas.microsoft.com/office/drawing/2014/main" id="{0A7CAD16-1B19-4549-A466-C4B3A7EED062}"/>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43" name="SlideModel shp182">
            <a:extLst>
              <a:ext uri="{FF2B5EF4-FFF2-40B4-BE49-F238E27FC236}">
                <a16:creationId xmlns:a16="http://schemas.microsoft.com/office/drawing/2014/main" id="{EE04B2C6-F56D-4355-8629-47324450BA99}"/>
              </a:ext>
            </a:extLst>
          </p:cNvPr>
          <p:cNvGrpSpPr/>
          <p:nvPr/>
        </p:nvGrpSpPr>
        <p:grpSpPr>
          <a:xfrm>
            <a:off x="7034154" y="3289272"/>
            <a:ext cx="1301694" cy="297959"/>
            <a:chOff x="2526712" y="3494563"/>
            <a:chExt cx="1301694" cy="297959"/>
          </a:xfrm>
        </p:grpSpPr>
        <p:sp>
          <p:nvSpPr>
            <p:cNvPr id="1069" name="SliModel Group shp183">
              <a:extLst>
                <a:ext uri="{FF2B5EF4-FFF2-40B4-BE49-F238E27FC236}">
                  <a16:creationId xmlns:a16="http://schemas.microsoft.com/office/drawing/2014/main" id="{F3E8072D-D723-4B87-923D-51519A6C4539}"/>
                </a:ext>
              </a:extLst>
            </p:cNvPr>
            <p:cNvSpPr/>
            <p:nvPr/>
          </p:nvSpPr>
          <p:spPr>
            <a:xfrm>
              <a:off x="2526712" y="3494563"/>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1070" name="SliModel Group shp184">
              <a:extLst>
                <a:ext uri="{FF2B5EF4-FFF2-40B4-BE49-F238E27FC236}">
                  <a16:creationId xmlns:a16="http://schemas.microsoft.com/office/drawing/2014/main" id="{9E3F4C1F-2E4C-48F5-9DB6-58066166F14C}"/>
                </a:ext>
              </a:extLst>
            </p:cNvPr>
            <p:cNvSpPr/>
            <p:nvPr/>
          </p:nvSpPr>
          <p:spPr>
            <a:xfrm>
              <a:off x="2861290"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071" name="SliModel Group shp185">
              <a:extLst>
                <a:ext uri="{FF2B5EF4-FFF2-40B4-BE49-F238E27FC236}">
                  <a16:creationId xmlns:a16="http://schemas.microsoft.com/office/drawing/2014/main" id="{BE9AB37F-5C53-4734-AA55-D1FC0A859992}"/>
                </a:ext>
              </a:extLst>
            </p:cNvPr>
            <p:cNvSpPr/>
            <p:nvPr/>
          </p:nvSpPr>
          <p:spPr>
            <a:xfrm>
              <a:off x="3195868"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72" name="SliModel Group shp186">
              <a:extLst>
                <a:ext uri="{FF2B5EF4-FFF2-40B4-BE49-F238E27FC236}">
                  <a16:creationId xmlns:a16="http://schemas.microsoft.com/office/drawing/2014/main" id="{E9165820-A155-4AD5-A556-DE78B971B6F4}"/>
                </a:ext>
              </a:extLst>
            </p:cNvPr>
            <p:cNvSpPr/>
            <p:nvPr/>
          </p:nvSpPr>
          <p:spPr>
            <a:xfrm>
              <a:off x="3530447"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44" name="SlideModel shp187">
            <a:extLst>
              <a:ext uri="{FF2B5EF4-FFF2-40B4-BE49-F238E27FC236}">
                <a16:creationId xmlns:a16="http://schemas.microsoft.com/office/drawing/2014/main" id="{640B47B9-848F-4209-8CB5-3A757C994DB6}"/>
              </a:ext>
            </a:extLst>
          </p:cNvPr>
          <p:cNvGrpSpPr/>
          <p:nvPr/>
        </p:nvGrpSpPr>
        <p:grpSpPr>
          <a:xfrm>
            <a:off x="7034154" y="3899551"/>
            <a:ext cx="1301694" cy="297959"/>
            <a:chOff x="6344009" y="2257279"/>
            <a:chExt cx="1301694" cy="297959"/>
          </a:xfrm>
        </p:grpSpPr>
        <p:sp>
          <p:nvSpPr>
            <p:cNvPr id="1065" name="SliModel Group shp188">
              <a:extLst>
                <a:ext uri="{FF2B5EF4-FFF2-40B4-BE49-F238E27FC236}">
                  <a16:creationId xmlns:a16="http://schemas.microsoft.com/office/drawing/2014/main" id="{E1BE5103-6FA1-441E-8AED-FDD6A476A307}"/>
                </a:ext>
              </a:extLst>
            </p:cNvPr>
            <p:cNvSpPr/>
            <p:nvPr/>
          </p:nvSpPr>
          <p:spPr>
            <a:xfrm>
              <a:off x="6344009"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66" name="SliModel Group shp189">
              <a:extLst>
                <a:ext uri="{FF2B5EF4-FFF2-40B4-BE49-F238E27FC236}">
                  <a16:creationId xmlns:a16="http://schemas.microsoft.com/office/drawing/2014/main" id="{F5F49DEF-58DB-4F8E-B4EE-26B91B7D797F}"/>
                </a:ext>
              </a:extLst>
            </p:cNvPr>
            <p:cNvSpPr/>
            <p:nvPr/>
          </p:nvSpPr>
          <p:spPr>
            <a:xfrm>
              <a:off x="6678587"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067" name="SliModel Group shp190">
              <a:extLst>
                <a:ext uri="{FF2B5EF4-FFF2-40B4-BE49-F238E27FC236}">
                  <a16:creationId xmlns:a16="http://schemas.microsoft.com/office/drawing/2014/main" id="{0FA8F362-5727-4D86-8A10-E7F55A1479A4}"/>
                </a:ext>
              </a:extLst>
            </p:cNvPr>
            <p:cNvSpPr/>
            <p:nvPr/>
          </p:nvSpPr>
          <p:spPr>
            <a:xfrm>
              <a:off x="7013165"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68" name="SliModel Group shp191">
              <a:extLst>
                <a:ext uri="{FF2B5EF4-FFF2-40B4-BE49-F238E27FC236}">
                  <a16:creationId xmlns:a16="http://schemas.microsoft.com/office/drawing/2014/main" id="{E089D9E9-873F-482E-949C-2294F023BD78}"/>
                </a:ext>
              </a:extLst>
            </p:cNvPr>
            <p:cNvSpPr/>
            <p:nvPr/>
          </p:nvSpPr>
          <p:spPr>
            <a:xfrm>
              <a:off x="7347744" y="2257279"/>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045" name="SlideModel shp192">
            <a:extLst>
              <a:ext uri="{FF2B5EF4-FFF2-40B4-BE49-F238E27FC236}">
                <a16:creationId xmlns:a16="http://schemas.microsoft.com/office/drawing/2014/main" id="{311B3BB8-DF42-429B-8391-8DABC2DC8584}"/>
              </a:ext>
            </a:extLst>
          </p:cNvPr>
          <p:cNvGrpSpPr/>
          <p:nvPr/>
        </p:nvGrpSpPr>
        <p:grpSpPr>
          <a:xfrm>
            <a:off x="7034154" y="2068714"/>
            <a:ext cx="1301694" cy="297959"/>
            <a:chOff x="10030631" y="5111512"/>
            <a:chExt cx="1301694" cy="297959"/>
          </a:xfrm>
        </p:grpSpPr>
        <p:sp>
          <p:nvSpPr>
            <p:cNvPr id="1061" name="SliModel Group shp193">
              <a:extLst>
                <a:ext uri="{FF2B5EF4-FFF2-40B4-BE49-F238E27FC236}">
                  <a16:creationId xmlns:a16="http://schemas.microsoft.com/office/drawing/2014/main" id="{05F688FB-1B4D-4810-AF8A-88EF2979CDF3}"/>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62" name="SliModel Group shp194">
              <a:extLst>
                <a:ext uri="{FF2B5EF4-FFF2-40B4-BE49-F238E27FC236}">
                  <a16:creationId xmlns:a16="http://schemas.microsoft.com/office/drawing/2014/main" id="{D0F3BB38-8F6F-4378-B739-3DBA48003845}"/>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63" name="SliModel Group shp195">
              <a:extLst>
                <a:ext uri="{FF2B5EF4-FFF2-40B4-BE49-F238E27FC236}">
                  <a16:creationId xmlns:a16="http://schemas.microsoft.com/office/drawing/2014/main" id="{EE5BDB62-E7A1-4D57-A08D-3B3936BEB244}"/>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064" name="SliModel Group shp196">
              <a:extLst>
                <a:ext uri="{FF2B5EF4-FFF2-40B4-BE49-F238E27FC236}">
                  <a16:creationId xmlns:a16="http://schemas.microsoft.com/office/drawing/2014/main" id="{CED9252B-0273-4426-BCFC-89AEF207A17E}"/>
                </a:ext>
              </a:extLst>
            </p:cNvPr>
            <p:cNvSpPr/>
            <p:nvPr/>
          </p:nvSpPr>
          <p:spPr>
            <a:xfrm>
              <a:off x="11034366"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46" name="SlideModel shp197">
            <a:extLst>
              <a:ext uri="{FF2B5EF4-FFF2-40B4-BE49-F238E27FC236}">
                <a16:creationId xmlns:a16="http://schemas.microsoft.com/office/drawing/2014/main" id="{E3082BFC-3277-43F0-A08F-CBA7D935970B}"/>
              </a:ext>
            </a:extLst>
          </p:cNvPr>
          <p:cNvGrpSpPr/>
          <p:nvPr/>
        </p:nvGrpSpPr>
        <p:grpSpPr>
          <a:xfrm>
            <a:off x="7034154" y="4509830"/>
            <a:ext cx="1301694" cy="297959"/>
            <a:chOff x="10030631" y="5111512"/>
            <a:chExt cx="1301694" cy="297959"/>
          </a:xfrm>
        </p:grpSpPr>
        <p:sp>
          <p:nvSpPr>
            <p:cNvPr id="1057" name="SliModel Group shp198">
              <a:extLst>
                <a:ext uri="{FF2B5EF4-FFF2-40B4-BE49-F238E27FC236}">
                  <a16:creationId xmlns:a16="http://schemas.microsoft.com/office/drawing/2014/main" id="{49E6EC29-49B9-4A81-B8A2-EF43AF957E8B}"/>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58" name="SliModel Group shp199">
              <a:extLst>
                <a:ext uri="{FF2B5EF4-FFF2-40B4-BE49-F238E27FC236}">
                  <a16:creationId xmlns:a16="http://schemas.microsoft.com/office/drawing/2014/main" id="{7E804547-D8BF-4D60-A1D1-F99CFB52E483}"/>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59" name="SliModel Group shp200">
              <a:extLst>
                <a:ext uri="{FF2B5EF4-FFF2-40B4-BE49-F238E27FC236}">
                  <a16:creationId xmlns:a16="http://schemas.microsoft.com/office/drawing/2014/main" id="{C8FD5B0F-8D6E-4778-A367-5ACC6A398AB2}"/>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060" name="SliModel Group shp201">
              <a:extLst>
                <a:ext uri="{FF2B5EF4-FFF2-40B4-BE49-F238E27FC236}">
                  <a16:creationId xmlns:a16="http://schemas.microsoft.com/office/drawing/2014/main" id="{FD4C847F-8D9B-4DD4-838C-1EBB59C1EED7}"/>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047" name="SlideModel shp202">
            <a:extLst>
              <a:ext uri="{FF2B5EF4-FFF2-40B4-BE49-F238E27FC236}">
                <a16:creationId xmlns:a16="http://schemas.microsoft.com/office/drawing/2014/main" id="{7CADA9C3-AF11-40FE-800A-5D89AA1AF85B}"/>
              </a:ext>
            </a:extLst>
          </p:cNvPr>
          <p:cNvGrpSpPr/>
          <p:nvPr/>
        </p:nvGrpSpPr>
        <p:grpSpPr>
          <a:xfrm>
            <a:off x="7034154" y="5120109"/>
            <a:ext cx="1301694" cy="297959"/>
            <a:chOff x="10030631" y="5111512"/>
            <a:chExt cx="1301694" cy="297959"/>
          </a:xfrm>
        </p:grpSpPr>
        <p:sp>
          <p:nvSpPr>
            <p:cNvPr id="1053" name="SliModel Group shp203">
              <a:extLst>
                <a:ext uri="{FF2B5EF4-FFF2-40B4-BE49-F238E27FC236}">
                  <a16:creationId xmlns:a16="http://schemas.microsoft.com/office/drawing/2014/main" id="{9327D5C7-2C59-4D54-BFF1-29F4FCFB4DBC}"/>
                </a:ext>
              </a:extLst>
            </p:cNvPr>
            <p:cNvSpPr/>
            <p:nvPr/>
          </p:nvSpPr>
          <p:spPr>
            <a:xfrm>
              <a:off x="10030631"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1054" name="SliModel Group shp204">
              <a:extLst>
                <a:ext uri="{FF2B5EF4-FFF2-40B4-BE49-F238E27FC236}">
                  <a16:creationId xmlns:a16="http://schemas.microsoft.com/office/drawing/2014/main" id="{991BE8ED-8B82-4CD8-86DC-E7F4FA1ACB47}"/>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55" name="SliModel Group shp205">
              <a:extLst>
                <a:ext uri="{FF2B5EF4-FFF2-40B4-BE49-F238E27FC236}">
                  <a16:creationId xmlns:a16="http://schemas.microsoft.com/office/drawing/2014/main" id="{D32A6217-6F50-49AA-8C5F-7D0E3CECB757}"/>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056" name="SliModel Group shp206">
              <a:extLst>
                <a:ext uri="{FF2B5EF4-FFF2-40B4-BE49-F238E27FC236}">
                  <a16:creationId xmlns:a16="http://schemas.microsoft.com/office/drawing/2014/main" id="{2DC4927F-2DF2-429A-B110-5BE42873F5AE}"/>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048" name="SlideModel shp207">
            <a:extLst>
              <a:ext uri="{FF2B5EF4-FFF2-40B4-BE49-F238E27FC236}">
                <a16:creationId xmlns:a16="http://schemas.microsoft.com/office/drawing/2014/main" id="{91F99099-C14A-4033-9DC7-12B2B4893758}"/>
              </a:ext>
            </a:extLst>
          </p:cNvPr>
          <p:cNvGrpSpPr/>
          <p:nvPr/>
        </p:nvGrpSpPr>
        <p:grpSpPr>
          <a:xfrm>
            <a:off x="7034154" y="5730387"/>
            <a:ext cx="1301694" cy="297959"/>
            <a:chOff x="10030631" y="4634718"/>
            <a:chExt cx="1301694" cy="297959"/>
          </a:xfrm>
        </p:grpSpPr>
        <p:sp>
          <p:nvSpPr>
            <p:cNvPr id="1049" name="SliModel Group shp208">
              <a:extLst>
                <a:ext uri="{FF2B5EF4-FFF2-40B4-BE49-F238E27FC236}">
                  <a16:creationId xmlns:a16="http://schemas.microsoft.com/office/drawing/2014/main" id="{7FCB3DC2-9983-4918-A2D5-AAD58D30AC59}"/>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50" name="SliModel Group shp209">
              <a:extLst>
                <a:ext uri="{FF2B5EF4-FFF2-40B4-BE49-F238E27FC236}">
                  <a16:creationId xmlns:a16="http://schemas.microsoft.com/office/drawing/2014/main" id="{19AD8926-04A8-484F-BEF4-A1AA05CFC9FF}"/>
                </a:ext>
              </a:extLst>
            </p:cNvPr>
            <p:cNvSpPr/>
            <p:nvPr/>
          </p:nvSpPr>
          <p:spPr>
            <a:xfrm>
              <a:off x="10365209" y="463471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51" name="SliModel Group shp210">
              <a:extLst>
                <a:ext uri="{FF2B5EF4-FFF2-40B4-BE49-F238E27FC236}">
                  <a16:creationId xmlns:a16="http://schemas.microsoft.com/office/drawing/2014/main" id="{F096ABF0-A1D4-48E8-A862-FEE4A069C47C}"/>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52" name="SliModel Group shp211">
              <a:extLst>
                <a:ext uri="{FF2B5EF4-FFF2-40B4-BE49-F238E27FC236}">
                  <a16:creationId xmlns:a16="http://schemas.microsoft.com/office/drawing/2014/main" id="{8FE446BA-B62B-473E-84EB-2AE9A8956A26}"/>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78" name="SlideModel shp212">
            <a:extLst>
              <a:ext uri="{FF2B5EF4-FFF2-40B4-BE49-F238E27FC236}">
                <a16:creationId xmlns:a16="http://schemas.microsoft.com/office/drawing/2014/main" id="{F5C0C024-7149-4D60-8223-8A793818E800}"/>
              </a:ext>
            </a:extLst>
          </p:cNvPr>
          <p:cNvGrpSpPr/>
          <p:nvPr/>
        </p:nvGrpSpPr>
        <p:grpSpPr>
          <a:xfrm>
            <a:off x="8542522" y="2678993"/>
            <a:ext cx="1301694" cy="297959"/>
            <a:chOff x="10030631" y="4634718"/>
            <a:chExt cx="1301694" cy="297959"/>
          </a:xfrm>
        </p:grpSpPr>
        <p:sp>
          <p:nvSpPr>
            <p:cNvPr id="1109" name="SliModel Group shp213">
              <a:extLst>
                <a:ext uri="{FF2B5EF4-FFF2-40B4-BE49-F238E27FC236}">
                  <a16:creationId xmlns:a16="http://schemas.microsoft.com/office/drawing/2014/main" id="{2B2BA2A0-702F-4584-BCC5-5B1CACFF737B}"/>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110" name="SliModel Group shp214">
              <a:extLst>
                <a:ext uri="{FF2B5EF4-FFF2-40B4-BE49-F238E27FC236}">
                  <a16:creationId xmlns:a16="http://schemas.microsoft.com/office/drawing/2014/main" id="{6B4564DE-D92F-4129-A081-9DB7E8E6B812}"/>
                </a:ext>
              </a:extLst>
            </p:cNvPr>
            <p:cNvSpPr/>
            <p:nvPr/>
          </p:nvSpPr>
          <p:spPr>
            <a:xfrm>
              <a:off x="10365209"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111" name="SliModel Group shp215">
              <a:extLst>
                <a:ext uri="{FF2B5EF4-FFF2-40B4-BE49-F238E27FC236}">
                  <a16:creationId xmlns:a16="http://schemas.microsoft.com/office/drawing/2014/main" id="{842EA514-1793-4C6C-8500-EBA0B832D25C}"/>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112" name="SliModel Group shp216">
              <a:extLst>
                <a:ext uri="{FF2B5EF4-FFF2-40B4-BE49-F238E27FC236}">
                  <a16:creationId xmlns:a16="http://schemas.microsoft.com/office/drawing/2014/main" id="{AD3CE695-7B77-4A39-9B2C-63ADD428C011}"/>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79" name="SlideModel shp217">
            <a:extLst>
              <a:ext uri="{FF2B5EF4-FFF2-40B4-BE49-F238E27FC236}">
                <a16:creationId xmlns:a16="http://schemas.microsoft.com/office/drawing/2014/main" id="{A4752AA9-A050-4F3B-8044-570D274F1AD2}"/>
              </a:ext>
            </a:extLst>
          </p:cNvPr>
          <p:cNvGrpSpPr/>
          <p:nvPr/>
        </p:nvGrpSpPr>
        <p:grpSpPr>
          <a:xfrm>
            <a:off x="8542522" y="3289272"/>
            <a:ext cx="1301694" cy="297959"/>
            <a:chOff x="2526712" y="3494563"/>
            <a:chExt cx="1301694" cy="297959"/>
          </a:xfrm>
        </p:grpSpPr>
        <p:sp>
          <p:nvSpPr>
            <p:cNvPr id="1105" name="SliModel Group shp218">
              <a:extLst>
                <a:ext uri="{FF2B5EF4-FFF2-40B4-BE49-F238E27FC236}">
                  <a16:creationId xmlns:a16="http://schemas.microsoft.com/office/drawing/2014/main" id="{F5D562E4-CB56-44A7-82CA-772147D65226}"/>
                </a:ext>
              </a:extLst>
            </p:cNvPr>
            <p:cNvSpPr/>
            <p:nvPr/>
          </p:nvSpPr>
          <p:spPr>
            <a:xfrm>
              <a:off x="2526712" y="3494563"/>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1106" name="SliModel Group shp219">
              <a:extLst>
                <a:ext uri="{FF2B5EF4-FFF2-40B4-BE49-F238E27FC236}">
                  <a16:creationId xmlns:a16="http://schemas.microsoft.com/office/drawing/2014/main" id="{07B6FAA9-A660-438C-A2F8-5EE84175DF59}"/>
                </a:ext>
              </a:extLst>
            </p:cNvPr>
            <p:cNvSpPr/>
            <p:nvPr/>
          </p:nvSpPr>
          <p:spPr>
            <a:xfrm>
              <a:off x="2861290"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107" name="SliModel Group shp220">
              <a:extLst>
                <a:ext uri="{FF2B5EF4-FFF2-40B4-BE49-F238E27FC236}">
                  <a16:creationId xmlns:a16="http://schemas.microsoft.com/office/drawing/2014/main" id="{7293C0EC-FFBE-49A3-90E8-7A691B55CDE2}"/>
                </a:ext>
              </a:extLst>
            </p:cNvPr>
            <p:cNvSpPr/>
            <p:nvPr/>
          </p:nvSpPr>
          <p:spPr>
            <a:xfrm>
              <a:off x="3195868"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108" name="SliModel Group shp221">
              <a:extLst>
                <a:ext uri="{FF2B5EF4-FFF2-40B4-BE49-F238E27FC236}">
                  <a16:creationId xmlns:a16="http://schemas.microsoft.com/office/drawing/2014/main" id="{1EABF850-9B54-407A-8A12-2E2145C1BF0F}"/>
                </a:ext>
              </a:extLst>
            </p:cNvPr>
            <p:cNvSpPr/>
            <p:nvPr/>
          </p:nvSpPr>
          <p:spPr>
            <a:xfrm>
              <a:off x="3530447"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80" name="SlideModel shp222">
            <a:extLst>
              <a:ext uri="{FF2B5EF4-FFF2-40B4-BE49-F238E27FC236}">
                <a16:creationId xmlns:a16="http://schemas.microsoft.com/office/drawing/2014/main" id="{7FAD4D0E-90AF-4645-9F81-385A64CE725A}"/>
              </a:ext>
            </a:extLst>
          </p:cNvPr>
          <p:cNvGrpSpPr/>
          <p:nvPr/>
        </p:nvGrpSpPr>
        <p:grpSpPr>
          <a:xfrm>
            <a:off x="8542522" y="3899551"/>
            <a:ext cx="1301694" cy="297959"/>
            <a:chOff x="6344009" y="2257279"/>
            <a:chExt cx="1301694" cy="297959"/>
          </a:xfrm>
        </p:grpSpPr>
        <p:sp>
          <p:nvSpPr>
            <p:cNvPr id="1101" name="SliModel Group shp223">
              <a:extLst>
                <a:ext uri="{FF2B5EF4-FFF2-40B4-BE49-F238E27FC236}">
                  <a16:creationId xmlns:a16="http://schemas.microsoft.com/office/drawing/2014/main" id="{BBEDC043-66B7-4192-9898-80BEEAEA5804}"/>
                </a:ext>
              </a:extLst>
            </p:cNvPr>
            <p:cNvSpPr/>
            <p:nvPr/>
          </p:nvSpPr>
          <p:spPr>
            <a:xfrm>
              <a:off x="6344009"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102" name="SliModel Group shp224">
              <a:extLst>
                <a:ext uri="{FF2B5EF4-FFF2-40B4-BE49-F238E27FC236}">
                  <a16:creationId xmlns:a16="http://schemas.microsoft.com/office/drawing/2014/main" id="{B844D1A8-F2CB-44E0-A188-70F68D244D18}"/>
                </a:ext>
              </a:extLst>
            </p:cNvPr>
            <p:cNvSpPr/>
            <p:nvPr/>
          </p:nvSpPr>
          <p:spPr>
            <a:xfrm>
              <a:off x="6678587"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103" name="SliModel Group shp225">
              <a:extLst>
                <a:ext uri="{FF2B5EF4-FFF2-40B4-BE49-F238E27FC236}">
                  <a16:creationId xmlns:a16="http://schemas.microsoft.com/office/drawing/2014/main" id="{933A0903-7B48-4C10-A539-08C6A569BE7E}"/>
                </a:ext>
              </a:extLst>
            </p:cNvPr>
            <p:cNvSpPr/>
            <p:nvPr/>
          </p:nvSpPr>
          <p:spPr>
            <a:xfrm>
              <a:off x="7013165"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104" name="SliModel Group shp226">
              <a:extLst>
                <a:ext uri="{FF2B5EF4-FFF2-40B4-BE49-F238E27FC236}">
                  <a16:creationId xmlns:a16="http://schemas.microsoft.com/office/drawing/2014/main" id="{B7E2873A-F1CB-4921-952F-ED9300D87562}"/>
                </a:ext>
              </a:extLst>
            </p:cNvPr>
            <p:cNvSpPr/>
            <p:nvPr/>
          </p:nvSpPr>
          <p:spPr>
            <a:xfrm>
              <a:off x="7347744" y="2257279"/>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081" name="SlideModel shp227">
            <a:extLst>
              <a:ext uri="{FF2B5EF4-FFF2-40B4-BE49-F238E27FC236}">
                <a16:creationId xmlns:a16="http://schemas.microsoft.com/office/drawing/2014/main" id="{C6608ED1-6CE5-40FE-824E-C25FAF7B8049}"/>
              </a:ext>
            </a:extLst>
          </p:cNvPr>
          <p:cNvGrpSpPr/>
          <p:nvPr/>
        </p:nvGrpSpPr>
        <p:grpSpPr>
          <a:xfrm>
            <a:off x="8542522" y="2068714"/>
            <a:ext cx="1301694" cy="297959"/>
            <a:chOff x="10030631" y="5111512"/>
            <a:chExt cx="1301694" cy="297959"/>
          </a:xfrm>
        </p:grpSpPr>
        <p:sp>
          <p:nvSpPr>
            <p:cNvPr id="1097" name="SliModel Group shp228">
              <a:extLst>
                <a:ext uri="{FF2B5EF4-FFF2-40B4-BE49-F238E27FC236}">
                  <a16:creationId xmlns:a16="http://schemas.microsoft.com/office/drawing/2014/main" id="{D64C58A0-CD8C-4622-B3DE-0E791E52B304}"/>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98" name="SliModel Group shp229">
              <a:extLst>
                <a:ext uri="{FF2B5EF4-FFF2-40B4-BE49-F238E27FC236}">
                  <a16:creationId xmlns:a16="http://schemas.microsoft.com/office/drawing/2014/main" id="{3CA96E8C-FCF8-4971-BF7A-1ED2C42B8A92}"/>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99" name="SliModel Group shp230">
              <a:extLst>
                <a:ext uri="{FF2B5EF4-FFF2-40B4-BE49-F238E27FC236}">
                  <a16:creationId xmlns:a16="http://schemas.microsoft.com/office/drawing/2014/main" id="{94E523BA-1B60-4EBF-962D-6D268DCFE009}"/>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100" name="SliModel Group shp231">
              <a:extLst>
                <a:ext uri="{FF2B5EF4-FFF2-40B4-BE49-F238E27FC236}">
                  <a16:creationId xmlns:a16="http://schemas.microsoft.com/office/drawing/2014/main" id="{4D53F8BA-D449-40BD-BE5C-EC56E09C641B}"/>
                </a:ext>
              </a:extLst>
            </p:cNvPr>
            <p:cNvSpPr/>
            <p:nvPr/>
          </p:nvSpPr>
          <p:spPr>
            <a:xfrm>
              <a:off x="11034366"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082" name="SlideModel shp232">
            <a:extLst>
              <a:ext uri="{FF2B5EF4-FFF2-40B4-BE49-F238E27FC236}">
                <a16:creationId xmlns:a16="http://schemas.microsoft.com/office/drawing/2014/main" id="{DC1117D7-9B9F-43C2-87AF-F2CA16A47DB6}"/>
              </a:ext>
            </a:extLst>
          </p:cNvPr>
          <p:cNvGrpSpPr/>
          <p:nvPr/>
        </p:nvGrpSpPr>
        <p:grpSpPr>
          <a:xfrm>
            <a:off x="8542522" y="4509830"/>
            <a:ext cx="1301694" cy="297959"/>
            <a:chOff x="10030631" y="5111512"/>
            <a:chExt cx="1301694" cy="297959"/>
          </a:xfrm>
        </p:grpSpPr>
        <p:sp>
          <p:nvSpPr>
            <p:cNvPr id="1093" name="SliModel Group shp233">
              <a:extLst>
                <a:ext uri="{FF2B5EF4-FFF2-40B4-BE49-F238E27FC236}">
                  <a16:creationId xmlns:a16="http://schemas.microsoft.com/office/drawing/2014/main" id="{D3B2B9A2-A3BC-4A00-ADF9-974C68CDB41E}"/>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94" name="SliModel Group shp234">
              <a:extLst>
                <a:ext uri="{FF2B5EF4-FFF2-40B4-BE49-F238E27FC236}">
                  <a16:creationId xmlns:a16="http://schemas.microsoft.com/office/drawing/2014/main" id="{7C373C48-649A-47EA-BC42-2038D3E9E9D1}"/>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95" name="SliModel Group shp235">
              <a:extLst>
                <a:ext uri="{FF2B5EF4-FFF2-40B4-BE49-F238E27FC236}">
                  <a16:creationId xmlns:a16="http://schemas.microsoft.com/office/drawing/2014/main" id="{05F0E5FF-CE45-4635-BAEC-1D5CE517CEC6}"/>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096" name="SliModel Group shp236">
              <a:extLst>
                <a:ext uri="{FF2B5EF4-FFF2-40B4-BE49-F238E27FC236}">
                  <a16:creationId xmlns:a16="http://schemas.microsoft.com/office/drawing/2014/main" id="{5ED1CA4C-5FE0-4FC7-9109-8E92FDDD6FCC}"/>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083" name="SlideModel shp237">
            <a:extLst>
              <a:ext uri="{FF2B5EF4-FFF2-40B4-BE49-F238E27FC236}">
                <a16:creationId xmlns:a16="http://schemas.microsoft.com/office/drawing/2014/main" id="{F77120C2-8640-413F-AFD1-99948B8AEB0C}"/>
              </a:ext>
            </a:extLst>
          </p:cNvPr>
          <p:cNvGrpSpPr/>
          <p:nvPr/>
        </p:nvGrpSpPr>
        <p:grpSpPr>
          <a:xfrm>
            <a:off x="8542522" y="5120109"/>
            <a:ext cx="1301694" cy="297959"/>
            <a:chOff x="10030631" y="5111512"/>
            <a:chExt cx="1301694" cy="297959"/>
          </a:xfrm>
        </p:grpSpPr>
        <p:sp>
          <p:nvSpPr>
            <p:cNvPr id="1089" name="SliModel Group shp238">
              <a:extLst>
                <a:ext uri="{FF2B5EF4-FFF2-40B4-BE49-F238E27FC236}">
                  <a16:creationId xmlns:a16="http://schemas.microsoft.com/office/drawing/2014/main" id="{B6FCC77A-6412-4D78-9B52-500B3F5DDD73}"/>
                </a:ext>
              </a:extLst>
            </p:cNvPr>
            <p:cNvSpPr/>
            <p:nvPr/>
          </p:nvSpPr>
          <p:spPr>
            <a:xfrm>
              <a:off x="10030631"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1090" name="SliModel Group shp239">
              <a:extLst>
                <a:ext uri="{FF2B5EF4-FFF2-40B4-BE49-F238E27FC236}">
                  <a16:creationId xmlns:a16="http://schemas.microsoft.com/office/drawing/2014/main" id="{0089848B-2398-4B18-B965-E8CA4A374EDF}"/>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91" name="SliModel Group shp240">
              <a:extLst>
                <a:ext uri="{FF2B5EF4-FFF2-40B4-BE49-F238E27FC236}">
                  <a16:creationId xmlns:a16="http://schemas.microsoft.com/office/drawing/2014/main" id="{8583EFB3-6A11-47B2-B623-117ABA045D51}"/>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092" name="SliModel Group shp241">
              <a:extLst>
                <a:ext uri="{FF2B5EF4-FFF2-40B4-BE49-F238E27FC236}">
                  <a16:creationId xmlns:a16="http://schemas.microsoft.com/office/drawing/2014/main" id="{B0C1914D-38C8-4089-A52F-887CA25AA979}"/>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084" name="SlideModel shp242">
            <a:extLst>
              <a:ext uri="{FF2B5EF4-FFF2-40B4-BE49-F238E27FC236}">
                <a16:creationId xmlns:a16="http://schemas.microsoft.com/office/drawing/2014/main" id="{4AC8F2C9-0B10-4B43-8E53-209C33F31134}"/>
              </a:ext>
            </a:extLst>
          </p:cNvPr>
          <p:cNvGrpSpPr/>
          <p:nvPr/>
        </p:nvGrpSpPr>
        <p:grpSpPr>
          <a:xfrm>
            <a:off x="8542522" y="5730387"/>
            <a:ext cx="1301694" cy="297959"/>
            <a:chOff x="10030631" y="4634718"/>
            <a:chExt cx="1301694" cy="297959"/>
          </a:xfrm>
        </p:grpSpPr>
        <p:sp>
          <p:nvSpPr>
            <p:cNvPr id="1085" name="SliModel Group shp243">
              <a:extLst>
                <a:ext uri="{FF2B5EF4-FFF2-40B4-BE49-F238E27FC236}">
                  <a16:creationId xmlns:a16="http://schemas.microsoft.com/office/drawing/2014/main" id="{875202FB-22A7-448F-9765-D7E24B27D858}"/>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086" name="SliModel Group shp244">
              <a:extLst>
                <a:ext uri="{FF2B5EF4-FFF2-40B4-BE49-F238E27FC236}">
                  <a16:creationId xmlns:a16="http://schemas.microsoft.com/office/drawing/2014/main" id="{C8B0CC15-B3B3-4E11-A5E3-BD0E11BE8592}"/>
                </a:ext>
              </a:extLst>
            </p:cNvPr>
            <p:cNvSpPr/>
            <p:nvPr/>
          </p:nvSpPr>
          <p:spPr>
            <a:xfrm>
              <a:off x="10365209" y="463471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087" name="SliModel Group shp245">
              <a:extLst>
                <a:ext uri="{FF2B5EF4-FFF2-40B4-BE49-F238E27FC236}">
                  <a16:creationId xmlns:a16="http://schemas.microsoft.com/office/drawing/2014/main" id="{36F3BB3D-C68C-440C-B565-7B7D2C5A2CA6}"/>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088" name="SliModel Group shp246">
              <a:extLst>
                <a:ext uri="{FF2B5EF4-FFF2-40B4-BE49-F238E27FC236}">
                  <a16:creationId xmlns:a16="http://schemas.microsoft.com/office/drawing/2014/main" id="{6BDE4A8D-3D84-461B-984B-4A6DFE3ED283}"/>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114" name="SlideModel shp247">
            <a:extLst>
              <a:ext uri="{FF2B5EF4-FFF2-40B4-BE49-F238E27FC236}">
                <a16:creationId xmlns:a16="http://schemas.microsoft.com/office/drawing/2014/main" id="{21C835C4-F158-417C-877C-65EC9D569A6A}"/>
              </a:ext>
            </a:extLst>
          </p:cNvPr>
          <p:cNvGrpSpPr/>
          <p:nvPr/>
        </p:nvGrpSpPr>
        <p:grpSpPr>
          <a:xfrm>
            <a:off x="10050890" y="2678993"/>
            <a:ext cx="1301694" cy="297959"/>
            <a:chOff x="10030631" y="4634718"/>
            <a:chExt cx="1301694" cy="297959"/>
          </a:xfrm>
        </p:grpSpPr>
        <p:sp>
          <p:nvSpPr>
            <p:cNvPr id="1145" name="SliModel Group shp248">
              <a:extLst>
                <a:ext uri="{FF2B5EF4-FFF2-40B4-BE49-F238E27FC236}">
                  <a16:creationId xmlns:a16="http://schemas.microsoft.com/office/drawing/2014/main" id="{74DCB266-BAFB-40A3-83E4-F99C4982A751}"/>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146" name="SliModel Group shp249">
              <a:extLst>
                <a:ext uri="{FF2B5EF4-FFF2-40B4-BE49-F238E27FC236}">
                  <a16:creationId xmlns:a16="http://schemas.microsoft.com/office/drawing/2014/main" id="{048AD08C-E0F6-4C0C-8306-E49B12FD1839}"/>
                </a:ext>
              </a:extLst>
            </p:cNvPr>
            <p:cNvSpPr/>
            <p:nvPr/>
          </p:nvSpPr>
          <p:spPr>
            <a:xfrm>
              <a:off x="10365209"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147" name="SliModel Group shp250">
              <a:extLst>
                <a:ext uri="{FF2B5EF4-FFF2-40B4-BE49-F238E27FC236}">
                  <a16:creationId xmlns:a16="http://schemas.microsoft.com/office/drawing/2014/main" id="{D6B6F9E0-E9A0-4FB6-B798-261FE77D86EB}"/>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148" name="SliModel Group shp251">
              <a:extLst>
                <a:ext uri="{FF2B5EF4-FFF2-40B4-BE49-F238E27FC236}">
                  <a16:creationId xmlns:a16="http://schemas.microsoft.com/office/drawing/2014/main" id="{0833C488-7ECB-48E7-A036-92BA4158CF02}"/>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115" name="SlideModel shp252">
            <a:extLst>
              <a:ext uri="{FF2B5EF4-FFF2-40B4-BE49-F238E27FC236}">
                <a16:creationId xmlns:a16="http://schemas.microsoft.com/office/drawing/2014/main" id="{BFE6A341-48D3-4833-AFBD-4D10780D6342}"/>
              </a:ext>
            </a:extLst>
          </p:cNvPr>
          <p:cNvGrpSpPr/>
          <p:nvPr/>
        </p:nvGrpSpPr>
        <p:grpSpPr>
          <a:xfrm>
            <a:off x="10050890" y="3289272"/>
            <a:ext cx="1301694" cy="297959"/>
            <a:chOff x="2526712" y="3494563"/>
            <a:chExt cx="1301694" cy="297959"/>
          </a:xfrm>
        </p:grpSpPr>
        <p:sp>
          <p:nvSpPr>
            <p:cNvPr id="1141" name="SliModel Group shp253">
              <a:extLst>
                <a:ext uri="{FF2B5EF4-FFF2-40B4-BE49-F238E27FC236}">
                  <a16:creationId xmlns:a16="http://schemas.microsoft.com/office/drawing/2014/main" id="{06A36CFE-8263-42FC-924D-384710C7BAAB}"/>
                </a:ext>
              </a:extLst>
            </p:cNvPr>
            <p:cNvSpPr/>
            <p:nvPr/>
          </p:nvSpPr>
          <p:spPr>
            <a:xfrm>
              <a:off x="2526712" y="3494563"/>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1142" name="SliModel Group shp254">
              <a:extLst>
                <a:ext uri="{FF2B5EF4-FFF2-40B4-BE49-F238E27FC236}">
                  <a16:creationId xmlns:a16="http://schemas.microsoft.com/office/drawing/2014/main" id="{6F141C63-B474-4A18-9B4B-A7ED1C3A935A}"/>
                </a:ext>
              </a:extLst>
            </p:cNvPr>
            <p:cNvSpPr/>
            <p:nvPr/>
          </p:nvSpPr>
          <p:spPr>
            <a:xfrm>
              <a:off x="2861290"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143" name="SliModel Group shp255">
              <a:extLst>
                <a:ext uri="{FF2B5EF4-FFF2-40B4-BE49-F238E27FC236}">
                  <a16:creationId xmlns:a16="http://schemas.microsoft.com/office/drawing/2014/main" id="{E22D0461-D025-40A7-B5A2-731A9B35D1C0}"/>
                </a:ext>
              </a:extLst>
            </p:cNvPr>
            <p:cNvSpPr/>
            <p:nvPr/>
          </p:nvSpPr>
          <p:spPr>
            <a:xfrm>
              <a:off x="3195868"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144" name="SliModel Group shp256">
              <a:extLst>
                <a:ext uri="{FF2B5EF4-FFF2-40B4-BE49-F238E27FC236}">
                  <a16:creationId xmlns:a16="http://schemas.microsoft.com/office/drawing/2014/main" id="{A15082AB-1C2C-4649-B825-8CFFB86C8B5E}"/>
                </a:ext>
              </a:extLst>
            </p:cNvPr>
            <p:cNvSpPr/>
            <p:nvPr/>
          </p:nvSpPr>
          <p:spPr>
            <a:xfrm>
              <a:off x="3530447" y="3494563"/>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116" name="SlideModel shp257">
            <a:extLst>
              <a:ext uri="{FF2B5EF4-FFF2-40B4-BE49-F238E27FC236}">
                <a16:creationId xmlns:a16="http://schemas.microsoft.com/office/drawing/2014/main" id="{A72038A3-D8D8-4274-B705-754F9333C2E1}"/>
              </a:ext>
            </a:extLst>
          </p:cNvPr>
          <p:cNvGrpSpPr/>
          <p:nvPr/>
        </p:nvGrpSpPr>
        <p:grpSpPr>
          <a:xfrm>
            <a:off x="10050890" y="3899551"/>
            <a:ext cx="1301694" cy="297959"/>
            <a:chOff x="6344009" y="2257279"/>
            <a:chExt cx="1301694" cy="297959"/>
          </a:xfrm>
        </p:grpSpPr>
        <p:sp>
          <p:nvSpPr>
            <p:cNvPr id="1137" name="SliModel Group shp258">
              <a:extLst>
                <a:ext uri="{FF2B5EF4-FFF2-40B4-BE49-F238E27FC236}">
                  <a16:creationId xmlns:a16="http://schemas.microsoft.com/office/drawing/2014/main" id="{3900A220-A824-4BB3-BD3C-C634C729454F}"/>
                </a:ext>
              </a:extLst>
            </p:cNvPr>
            <p:cNvSpPr/>
            <p:nvPr/>
          </p:nvSpPr>
          <p:spPr>
            <a:xfrm>
              <a:off x="6344009"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138" name="SliModel Group shp259">
              <a:extLst>
                <a:ext uri="{FF2B5EF4-FFF2-40B4-BE49-F238E27FC236}">
                  <a16:creationId xmlns:a16="http://schemas.microsoft.com/office/drawing/2014/main" id="{A839BD61-259C-4D23-B89E-AAED0C1C19EC}"/>
                </a:ext>
              </a:extLst>
            </p:cNvPr>
            <p:cNvSpPr/>
            <p:nvPr/>
          </p:nvSpPr>
          <p:spPr>
            <a:xfrm>
              <a:off x="6678587"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A</a:t>
              </a:r>
            </a:p>
          </p:txBody>
        </p:sp>
        <p:sp>
          <p:nvSpPr>
            <p:cNvPr id="1139" name="SliModel Group shp260">
              <a:extLst>
                <a:ext uri="{FF2B5EF4-FFF2-40B4-BE49-F238E27FC236}">
                  <a16:creationId xmlns:a16="http://schemas.microsoft.com/office/drawing/2014/main" id="{2647DF32-5442-4CDF-9B63-F8665B55E434}"/>
                </a:ext>
              </a:extLst>
            </p:cNvPr>
            <p:cNvSpPr/>
            <p:nvPr/>
          </p:nvSpPr>
          <p:spPr>
            <a:xfrm>
              <a:off x="7013165" y="2257279"/>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140" name="SliModel Group shp261">
              <a:extLst>
                <a:ext uri="{FF2B5EF4-FFF2-40B4-BE49-F238E27FC236}">
                  <a16:creationId xmlns:a16="http://schemas.microsoft.com/office/drawing/2014/main" id="{9D0C9A0F-3F2F-4648-B0DA-4547BF4D04D8}"/>
                </a:ext>
              </a:extLst>
            </p:cNvPr>
            <p:cNvSpPr/>
            <p:nvPr/>
          </p:nvSpPr>
          <p:spPr>
            <a:xfrm>
              <a:off x="7347744" y="2257279"/>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117" name="SlideModel shp262">
            <a:extLst>
              <a:ext uri="{FF2B5EF4-FFF2-40B4-BE49-F238E27FC236}">
                <a16:creationId xmlns:a16="http://schemas.microsoft.com/office/drawing/2014/main" id="{D1631845-B367-4809-BE19-E21109FDE971}"/>
              </a:ext>
            </a:extLst>
          </p:cNvPr>
          <p:cNvGrpSpPr/>
          <p:nvPr/>
        </p:nvGrpSpPr>
        <p:grpSpPr>
          <a:xfrm>
            <a:off x="10050890" y="2068714"/>
            <a:ext cx="1301694" cy="297959"/>
            <a:chOff x="10030631" y="5111512"/>
            <a:chExt cx="1301694" cy="297959"/>
          </a:xfrm>
        </p:grpSpPr>
        <p:sp>
          <p:nvSpPr>
            <p:cNvPr id="1133" name="SliModel Group shp263">
              <a:extLst>
                <a:ext uri="{FF2B5EF4-FFF2-40B4-BE49-F238E27FC236}">
                  <a16:creationId xmlns:a16="http://schemas.microsoft.com/office/drawing/2014/main" id="{AF28EF1C-0800-4353-AAB1-5A37145156C9}"/>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134" name="SliModel Group shp264">
              <a:extLst>
                <a:ext uri="{FF2B5EF4-FFF2-40B4-BE49-F238E27FC236}">
                  <a16:creationId xmlns:a16="http://schemas.microsoft.com/office/drawing/2014/main" id="{D884F9C3-8390-4AFA-A1D7-93767080B0AA}"/>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135" name="SliModel Group shp265">
              <a:extLst>
                <a:ext uri="{FF2B5EF4-FFF2-40B4-BE49-F238E27FC236}">
                  <a16:creationId xmlns:a16="http://schemas.microsoft.com/office/drawing/2014/main" id="{8C44E952-BB6E-49CE-A1A5-33AD41CD6102}"/>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136" name="SliModel Group shp266">
              <a:extLst>
                <a:ext uri="{FF2B5EF4-FFF2-40B4-BE49-F238E27FC236}">
                  <a16:creationId xmlns:a16="http://schemas.microsoft.com/office/drawing/2014/main" id="{70105361-1B5A-48F9-8A6A-BCDD106A4AEC}"/>
                </a:ext>
              </a:extLst>
            </p:cNvPr>
            <p:cNvSpPr/>
            <p:nvPr/>
          </p:nvSpPr>
          <p:spPr>
            <a:xfrm>
              <a:off x="11034366"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118" name="SlideModel shp267">
            <a:extLst>
              <a:ext uri="{FF2B5EF4-FFF2-40B4-BE49-F238E27FC236}">
                <a16:creationId xmlns:a16="http://schemas.microsoft.com/office/drawing/2014/main" id="{35AAEDD7-EA51-44A2-A0AA-15EB676B9E6E}"/>
              </a:ext>
            </a:extLst>
          </p:cNvPr>
          <p:cNvGrpSpPr/>
          <p:nvPr/>
        </p:nvGrpSpPr>
        <p:grpSpPr>
          <a:xfrm>
            <a:off x="10050890" y="4509830"/>
            <a:ext cx="1301694" cy="297959"/>
            <a:chOff x="10030631" y="5111512"/>
            <a:chExt cx="1301694" cy="297959"/>
          </a:xfrm>
        </p:grpSpPr>
        <p:sp>
          <p:nvSpPr>
            <p:cNvPr id="1129" name="SliModel Group shp268">
              <a:extLst>
                <a:ext uri="{FF2B5EF4-FFF2-40B4-BE49-F238E27FC236}">
                  <a16:creationId xmlns:a16="http://schemas.microsoft.com/office/drawing/2014/main" id="{EB15044C-AC60-4C0F-B667-C07F6F1111AB}"/>
                </a:ext>
              </a:extLst>
            </p:cNvPr>
            <p:cNvSpPr/>
            <p:nvPr/>
          </p:nvSpPr>
          <p:spPr>
            <a:xfrm>
              <a:off x="10030631" y="5111512"/>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130" name="SliModel Group shp269">
              <a:extLst>
                <a:ext uri="{FF2B5EF4-FFF2-40B4-BE49-F238E27FC236}">
                  <a16:creationId xmlns:a16="http://schemas.microsoft.com/office/drawing/2014/main" id="{768F3C8E-3CA3-4809-80C4-9C20F3B8B183}"/>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131" name="SliModel Group shp270">
              <a:extLst>
                <a:ext uri="{FF2B5EF4-FFF2-40B4-BE49-F238E27FC236}">
                  <a16:creationId xmlns:a16="http://schemas.microsoft.com/office/drawing/2014/main" id="{2DA895F0-A77B-4B65-8165-B999BD9E239B}"/>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132" name="SliModel Group shp271">
              <a:extLst>
                <a:ext uri="{FF2B5EF4-FFF2-40B4-BE49-F238E27FC236}">
                  <a16:creationId xmlns:a16="http://schemas.microsoft.com/office/drawing/2014/main" id="{CFC149FF-B306-4438-88B4-600B16443316}"/>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119" name="SlideModel shp272">
            <a:extLst>
              <a:ext uri="{FF2B5EF4-FFF2-40B4-BE49-F238E27FC236}">
                <a16:creationId xmlns:a16="http://schemas.microsoft.com/office/drawing/2014/main" id="{BA0EFDEE-DF8A-4F87-9B63-039730806B9C}"/>
              </a:ext>
            </a:extLst>
          </p:cNvPr>
          <p:cNvGrpSpPr/>
          <p:nvPr/>
        </p:nvGrpSpPr>
        <p:grpSpPr>
          <a:xfrm>
            <a:off x="10050890" y="5120109"/>
            <a:ext cx="1301694" cy="297959"/>
            <a:chOff x="10030631" y="5111512"/>
            <a:chExt cx="1301694" cy="297959"/>
          </a:xfrm>
        </p:grpSpPr>
        <p:sp>
          <p:nvSpPr>
            <p:cNvPr id="1125" name="SliModel Group shp273">
              <a:extLst>
                <a:ext uri="{FF2B5EF4-FFF2-40B4-BE49-F238E27FC236}">
                  <a16:creationId xmlns:a16="http://schemas.microsoft.com/office/drawing/2014/main" id="{58B12F73-FE52-4984-9613-5434746938A4}"/>
                </a:ext>
              </a:extLst>
            </p:cNvPr>
            <p:cNvSpPr/>
            <p:nvPr/>
          </p:nvSpPr>
          <p:spPr>
            <a:xfrm>
              <a:off x="10030631"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R</a:t>
              </a:r>
            </a:p>
          </p:txBody>
        </p:sp>
        <p:sp>
          <p:nvSpPr>
            <p:cNvPr id="1126" name="SliModel Group shp274">
              <a:extLst>
                <a:ext uri="{FF2B5EF4-FFF2-40B4-BE49-F238E27FC236}">
                  <a16:creationId xmlns:a16="http://schemas.microsoft.com/office/drawing/2014/main" id="{55B437DA-30BD-40D6-9198-14CF349DC70B}"/>
                </a:ext>
              </a:extLst>
            </p:cNvPr>
            <p:cNvSpPr/>
            <p:nvPr/>
          </p:nvSpPr>
          <p:spPr>
            <a:xfrm>
              <a:off x="10365209"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127" name="SliModel Group shp275">
              <a:extLst>
                <a:ext uri="{FF2B5EF4-FFF2-40B4-BE49-F238E27FC236}">
                  <a16:creationId xmlns:a16="http://schemas.microsoft.com/office/drawing/2014/main" id="{3B872444-EBBB-4F72-B48F-BD3F31D91277}"/>
                </a:ext>
              </a:extLst>
            </p:cNvPr>
            <p:cNvSpPr/>
            <p:nvPr/>
          </p:nvSpPr>
          <p:spPr>
            <a:xfrm>
              <a:off x="10699787"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C</a:t>
              </a:r>
            </a:p>
          </p:txBody>
        </p:sp>
        <p:sp>
          <p:nvSpPr>
            <p:cNvPr id="1128" name="SliModel Group shp276">
              <a:extLst>
                <a:ext uri="{FF2B5EF4-FFF2-40B4-BE49-F238E27FC236}">
                  <a16:creationId xmlns:a16="http://schemas.microsoft.com/office/drawing/2014/main" id="{4FD89D52-3E9E-4432-AC7C-97D82020B608}"/>
                </a:ext>
              </a:extLst>
            </p:cNvPr>
            <p:cNvSpPr/>
            <p:nvPr/>
          </p:nvSpPr>
          <p:spPr>
            <a:xfrm>
              <a:off x="11034366" y="5111512"/>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I</a:t>
              </a:r>
            </a:p>
          </p:txBody>
        </p:sp>
      </p:grpSp>
      <p:grpSp>
        <p:nvGrpSpPr>
          <p:cNvPr id="1120" name="SlideModel shp277">
            <a:extLst>
              <a:ext uri="{FF2B5EF4-FFF2-40B4-BE49-F238E27FC236}">
                <a16:creationId xmlns:a16="http://schemas.microsoft.com/office/drawing/2014/main" id="{56107D4A-59A0-41B4-8D80-E0E34BEB67B8}"/>
              </a:ext>
            </a:extLst>
          </p:cNvPr>
          <p:cNvGrpSpPr/>
          <p:nvPr/>
        </p:nvGrpSpPr>
        <p:grpSpPr>
          <a:xfrm>
            <a:off x="10050890" y="5730387"/>
            <a:ext cx="1301694" cy="297959"/>
            <a:chOff x="10030631" y="4634718"/>
            <a:chExt cx="1301694" cy="297959"/>
          </a:xfrm>
        </p:grpSpPr>
        <p:sp>
          <p:nvSpPr>
            <p:cNvPr id="1121" name="SliModel Group shp278">
              <a:extLst>
                <a:ext uri="{FF2B5EF4-FFF2-40B4-BE49-F238E27FC236}">
                  <a16:creationId xmlns:a16="http://schemas.microsoft.com/office/drawing/2014/main" id="{CDF59FA4-2148-4292-88EB-A7C62A54FA27}"/>
                </a:ext>
              </a:extLst>
            </p:cNvPr>
            <p:cNvSpPr/>
            <p:nvPr/>
          </p:nvSpPr>
          <p:spPr>
            <a:xfrm>
              <a:off x="10030631"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R</a:t>
              </a:r>
            </a:p>
          </p:txBody>
        </p:sp>
        <p:sp>
          <p:nvSpPr>
            <p:cNvPr id="1122" name="SliModel Group shp279">
              <a:extLst>
                <a:ext uri="{FF2B5EF4-FFF2-40B4-BE49-F238E27FC236}">
                  <a16:creationId xmlns:a16="http://schemas.microsoft.com/office/drawing/2014/main" id="{FD0DA441-D85B-4FA9-8C9A-CE333EED5ABC}"/>
                </a:ext>
              </a:extLst>
            </p:cNvPr>
            <p:cNvSpPr/>
            <p:nvPr/>
          </p:nvSpPr>
          <p:spPr>
            <a:xfrm>
              <a:off x="10365209" y="463471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white"/>
                  </a:solidFill>
                  <a:latin typeface="Calibri"/>
                </a:rPr>
                <a:t>A</a:t>
              </a:r>
            </a:p>
          </p:txBody>
        </p:sp>
        <p:sp>
          <p:nvSpPr>
            <p:cNvPr id="1123" name="SliModel Group shp280">
              <a:extLst>
                <a:ext uri="{FF2B5EF4-FFF2-40B4-BE49-F238E27FC236}">
                  <a16:creationId xmlns:a16="http://schemas.microsoft.com/office/drawing/2014/main" id="{93BB772B-5169-4C46-9212-2E9AE6156D27}"/>
                </a:ext>
              </a:extLst>
            </p:cNvPr>
            <p:cNvSpPr/>
            <p:nvPr/>
          </p:nvSpPr>
          <p:spPr>
            <a:xfrm>
              <a:off x="10699787"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C</a:t>
              </a:r>
            </a:p>
          </p:txBody>
        </p:sp>
        <p:sp>
          <p:nvSpPr>
            <p:cNvPr id="1124" name="SliModel Group shp281">
              <a:extLst>
                <a:ext uri="{FF2B5EF4-FFF2-40B4-BE49-F238E27FC236}">
                  <a16:creationId xmlns:a16="http://schemas.microsoft.com/office/drawing/2014/main" id="{3C7BEBAF-8F7B-47DF-B8A2-40AA68D8C766}"/>
                </a:ext>
              </a:extLst>
            </p:cNvPr>
            <p:cNvSpPr/>
            <p:nvPr/>
          </p:nvSpPr>
          <p:spPr>
            <a:xfrm>
              <a:off x="11034366" y="4634718"/>
              <a:ext cx="297959" cy="29795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200" b="1">
                  <a:solidFill>
                    <a:prstClr val="black">
                      <a:lumMod val="65000"/>
                      <a:lumOff val="35000"/>
                    </a:prstClr>
                  </a:solidFill>
                  <a:latin typeface="Calibri"/>
                </a:rPr>
                <a:t>I</a:t>
              </a:r>
            </a:p>
          </p:txBody>
        </p:sp>
      </p:grpSp>
      <p:grpSp>
        <p:nvGrpSpPr>
          <p:cNvPr id="1159" name="SlideModel shp282">
            <a:extLst>
              <a:ext uri="{FF2B5EF4-FFF2-40B4-BE49-F238E27FC236}">
                <a16:creationId xmlns:a16="http://schemas.microsoft.com/office/drawing/2014/main" id="{4E281D00-69BB-48F3-BB95-1B1D258990B8}"/>
              </a:ext>
            </a:extLst>
          </p:cNvPr>
          <p:cNvGrpSpPr/>
          <p:nvPr/>
        </p:nvGrpSpPr>
        <p:grpSpPr>
          <a:xfrm>
            <a:off x="708597" y="6321408"/>
            <a:ext cx="7492508" cy="426815"/>
            <a:chOff x="609440" y="5718027"/>
            <a:chExt cx="10969781" cy="624900"/>
          </a:xfrm>
        </p:grpSpPr>
        <p:sp>
          <p:nvSpPr>
            <p:cNvPr id="1149" name="SliModel Group shp283">
              <a:extLst>
                <a:ext uri="{FF2B5EF4-FFF2-40B4-BE49-F238E27FC236}">
                  <a16:creationId xmlns:a16="http://schemas.microsoft.com/office/drawing/2014/main" id="{BF09A064-67EC-4A4A-A0A2-F7B439FDB1C4}"/>
                </a:ext>
              </a:extLst>
            </p:cNvPr>
            <p:cNvSpPr/>
            <p:nvPr/>
          </p:nvSpPr>
          <p:spPr>
            <a:xfrm>
              <a:off x="609440" y="5718027"/>
              <a:ext cx="10969781" cy="624900"/>
            </a:xfrm>
            <a:prstGeom prst="roundRect">
              <a:avLst>
                <a:gd name="adj" fmla="val 50000"/>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IN" sz="1050">
                <a:solidFill>
                  <a:prstClr val="white"/>
                </a:solidFill>
                <a:latin typeface="Calibri"/>
              </a:endParaRPr>
            </a:p>
          </p:txBody>
        </p:sp>
        <p:sp>
          <p:nvSpPr>
            <p:cNvPr id="1150" name="SliModel Group shp284">
              <a:extLst>
                <a:ext uri="{FF2B5EF4-FFF2-40B4-BE49-F238E27FC236}">
                  <a16:creationId xmlns:a16="http://schemas.microsoft.com/office/drawing/2014/main" id="{BE16CE92-B350-4B43-AB42-873051D8567B}"/>
                </a:ext>
              </a:extLst>
            </p:cNvPr>
            <p:cNvSpPr/>
            <p:nvPr/>
          </p:nvSpPr>
          <p:spPr>
            <a:xfrm>
              <a:off x="825337" y="588149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000" b="1">
                  <a:solidFill>
                    <a:prstClr val="white"/>
                  </a:solidFill>
                  <a:latin typeface="Calibri"/>
                </a:rPr>
                <a:t>R</a:t>
              </a:r>
            </a:p>
          </p:txBody>
        </p:sp>
        <p:sp>
          <p:nvSpPr>
            <p:cNvPr id="1151" name="SliModel Group shp285">
              <a:extLst>
                <a:ext uri="{FF2B5EF4-FFF2-40B4-BE49-F238E27FC236}">
                  <a16:creationId xmlns:a16="http://schemas.microsoft.com/office/drawing/2014/main" id="{E5C01409-6B4A-4943-8366-736565F1B85A}"/>
                </a:ext>
              </a:extLst>
            </p:cNvPr>
            <p:cNvSpPr txBox="1"/>
            <p:nvPr/>
          </p:nvSpPr>
          <p:spPr>
            <a:xfrm>
              <a:off x="1234158" y="5921235"/>
              <a:ext cx="962252" cy="236574"/>
            </a:xfrm>
            <a:prstGeom prst="rect">
              <a:avLst/>
            </a:prstGeom>
            <a:noFill/>
          </p:spPr>
          <p:txBody>
            <a:bodyPr wrap="none" lIns="0" tIns="0" rIns="0" bIns="0" rtlCol="0">
              <a:spAutoFit/>
            </a:bodyPr>
            <a:lstStyle/>
            <a:p>
              <a:pPr defTabSz="1218987"/>
              <a:r>
                <a:rPr lang="en-US" sz="1050">
                  <a:solidFill>
                    <a:prstClr val="black"/>
                  </a:solidFill>
                  <a:latin typeface="Calibri"/>
                </a:rPr>
                <a:t>Responsible</a:t>
              </a:r>
            </a:p>
          </p:txBody>
        </p:sp>
        <p:sp>
          <p:nvSpPr>
            <p:cNvPr id="1152" name="SliModel Group shp286">
              <a:extLst>
                <a:ext uri="{FF2B5EF4-FFF2-40B4-BE49-F238E27FC236}">
                  <a16:creationId xmlns:a16="http://schemas.microsoft.com/office/drawing/2014/main" id="{26DAF970-74F6-4403-ADF3-1199CFE976BE}"/>
                </a:ext>
              </a:extLst>
            </p:cNvPr>
            <p:cNvSpPr/>
            <p:nvPr/>
          </p:nvSpPr>
          <p:spPr>
            <a:xfrm>
              <a:off x="2421106" y="588149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000" b="1">
                  <a:solidFill>
                    <a:prstClr val="white"/>
                  </a:solidFill>
                  <a:latin typeface="Calibri"/>
                </a:rPr>
                <a:t>A</a:t>
              </a:r>
            </a:p>
          </p:txBody>
        </p:sp>
        <p:sp>
          <p:nvSpPr>
            <p:cNvPr id="1153" name="SliModel Group shp287">
              <a:extLst>
                <a:ext uri="{FF2B5EF4-FFF2-40B4-BE49-F238E27FC236}">
                  <a16:creationId xmlns:a16="http://schemas.microsoft.com/office/drawing/2014/main" id="{DCA81E96-798F-467E-A165-5F13ADB62E13}"/>
                </a:ext>
              </a:extLst>
            </p:cNvPr>
            <p:cNvSpPr txBox="1"/>
            <p:nvPr/>
          </p:nvSpPr>
          <p:spPr>
            <a:xfrm>
              <a:off x="2830748" y="5921235"/>
              <a:ext cx="999803" cy="236574"/>
            </a:xfrm>
            <a:prstGeom prst="rect">
              <a:avLst/>
            </a:prstGeom>
            <a:noFill/>
          </p:spPr>
          <p:txBody>
            <a:bodyPr wrap="none" lIns="0" tIns="0" rIns="0" bIns="0" rtlCol="0">
              <a:spAutoFit/>
            </a:bodyPr>
            <a:lstStyle/>
            <a:p>
              <a:pPr defTabSz="1218987"/>
              <a:r>
                <a:rPr lang="en-US" sz="1050">
                  <a:solidFill>
                    <a:prstClr val="black"/>
                  </a:solidFill>
                  <a:latin typeface="Calibri"/>
                </a:rPr>
                <a:t>Accountable</a:t>
              </a:r>
            </a:p>
          </p:txBody>
        </p:sp>
        <p:sp>
          <p:nvSpPr>
            <p:cNvPr id="1154" name="SliModel Group shp288">
              <a:extLst>
                <a:ext uri="{FF2B5EF4-FFF2-40B4-BE49-F238E27FC236}">
                  <a16:creationId xmlns:a16="http://schemas.microsoft.com/office/drawing/2014/main" id="{8B49E104-1C7C-4B47-811F-3C3920F5FE15}"/>
                </a:ext>
              </a:extLst>
            </p:cNvPr>
            <p:cNvSpPr/>
            <p:nvPr/>
          </p:nvSpPr>
          <p:spPr>
            <a:xfrm>
              <a:off x="4060976" y="588149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000" b="1">
                  <a:solidFill>
                    <a:prstClr val="white"/>
                  </a:solidFill>
                  <a:latin typeface="Calibri"/>
                </a:rPr>
                <a:t>C</a:t>
              </a:r>
            </a:p>
          </p:txBody>
        </p:sp>
        <p:sp>
          <p:nvSpPr>
            <p:cNvPr id="1155" name="SliModel Group shp289">
              <a:extLst>
                <a:ext uri="{FF2B5EF4-FFF2-40B4-BE49-F238E27FC236}">
                  <a16:creationId xmlns:a16="http://schemas.microsoft.com/office/drawing/2014/main" id="{897642D7-87C1-4DA7-B9FE-46CF23958784}"/>
                </a:ext>
              </a:extLst>
            </p:cNvPr>
            <p:cNvSpPr txBox="1"/>
            <p:nvPr/>
          </p:nvSpPr>
          <p:spPr>
            <a:xfrm>
              <a:off x="4462824" y="5921235"/>
              <a:ext cx="805008" cy="236574"/>
            </a:xfrm>
            <a:prstGeom prst="rect">
              <a:avLst/>
            </a:prstGeom>
            <a:noFill/>
          </p:spPr>
          <p:txBody>
            <a:bodyPr wrap="none" lIns="0" tIns="0" rIns="0" bIns="0" rtlCol="0">
              <a:spAutoFit/>
            </a:bodyPr>
            <a:lstStyle/>
            <a:p>
              <a:pPr defTabSz="1218987"/>
              <a:r>
                <a:rPr lang="en-US" sz="1050">
                  <a:solidFill>
                    <a:prstClr val="black"/>
                  </a:solidFill>
                  <a:latin typeface="Calibri"/>
                </a:rPr>
                <a:t>Consulted</a:t>
              </a:r>
            </a:p>
          </p:txBody>
        </p:sp>
        <p:sp>
          <p:nvSpPr>
            <p:cNvPr id="1156" name="SliModel Group shp290">
              <a:extLst>
                <a:ext uri="{FF2B5EF4-FFF2-40B4-BE49-F238E27FC236}">
                  <a16:creationId xmlns:a16="http://schemas.microsoft.com/office/drawing/2014/main" id="{E5C30AAE-431F-4732-8D7D-11334BD4E96E}"/>
                </a:ext>
              </a:extLst>
            </p:cNvPr>
            <p:cNvSpPr/>
            <p:nvPr/>
          </p:nvSpPr>
          <p:spPr>
            <a:xfrm>
              <a:off x="5513515" y="5881498"/>
              <a:ext cx="297959" cy="2979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218987"/>
              <a:r>
                <a:rPr lang="en-IN" sz="1000" b="1">
                  <a:solidFill>
                    <a:prstClr val="white"/>
                  </a:solidFill>
                  <a:latin typeface="Calibri"/>
                </a:rPr>
                <a:t>I</a:t>
              </a:r>
            </a:p>
          </p:txBody>
        </p:sp>
        <p:sp>
          <p:nvSpPr>
            <p:cNvPr id="1157" name="SliModel Group shp291">
              <a:extLst>
                <a:ext uri="{FF2B5EF4-FFF2-40B4-BE49-F238E27FC236}">
                  <a16:creationId xmlns:a16="http://schemas.microsoft.com/office/drawing/2014/main" id="{B5236342-11F3-4D05-9FC7-15983D32A2FF}"/>
                </a:ext>
              </a:extLst>
            </p:cNvPr>
            <p:cNvSpPr txBox="1"/>
            <p:nvPr/>
          </p:nvSpPr>
          <p:spPr>
            <a:xfrm>
              <a:off x="5926791" y="5921235"/>
              <a:ext cx="743985" cy="236574"/>
            </a:xfrm>
            <a:prstGeom prst="rect">
              <a:avLst/>
            </a:prstGeom>
            <a:noFill/>
          </p:spPr>
          <p:txBody>
            <a:bodyPr wrap="none" lIns="0" tIns="0" rIns="0" bIns="0" rtlCol="0">
              <a:spAutoFit/>
            </a:bodyPr>
            <a:lstStyle/>
            <a:p>
              <a:pPr defTabSz="1218987"/>
              <a:r>
                <a:rPr lang="en-US" sz="1050">
                  <a:solidFill>
                    <a:prstClr val="black"/>
                  </a:solidFill>
                  <a:latin typeface="Calibri"/>
                </a:rPr>
                <a:t>Informed</a:t>
              </a:r>
            </a:p>
          </p:txBody>
        </p:sp>
      </p:grpSp>
    </p:spTree>
    <p:extLst>
      <p:ext uri="{BB962C8B-B14F-4D97-AF65-F5344CB8AC3E}">
        <p14:creationId xmlns:p14="http://schemas.microsoft.com/office/powerpoint/2010/main" val="108936295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46E323CF-4B7A-D69D-A3B4-75C80F054DE7}"/>
              </a:ext>
            </a:extLst>
          </p:cNvPr>
          <p:cNvGrpSpPr/>
          <p:nvPr/>
        </p:nvGrpSpPr>
        <p:grpSpPr>
          <a:xfrm flipV="1">
            <a:off x="2652711" y="3124201"/>
            <a:ext cx="2438400" cy="2105027"/>
            <a:chOff x="608012" y="1781173"/>
            <a:chExt cx="2438400" cy="2105027"/>
          </a:xfrm>
          <a:noFill/>
        </p:grpSpPr>
        <p:sp>
          <p:nvSpPr>
            <p:cNvPr id="52" name="Arc 51">
              <a:extLst>
                <a:ext uri="{FF2B5EF4-FFF2-40B4-BE49-F238E27FC236}">
                  <a16:creationId xmlns:a16="http://schemas.microsoft.com/office/drawing/2014/main" id="{040EDDFB-970C-079E-52C3-A707D530E52D}"/>
                </a:ext>
              </a:extLst>
            </p:cNvPr>
            <p:cNvSpPr/>
            <p:nvPr/>
          </p:nvSpPr>
          <p:spPr>
            <a:xfrm>
              <a:off x="1674812" y="2514600"/>
              <a:ext cx="1371600" cy="1371600"/>
            </a:xfrm>
            <a:prstGeom prst="arc">
              <a:avLst>
                <a:gd name="adj1" fmla="val 10812873"/>
                <a:gd name="adj2" fmla="val 16131434"/>
              </a:avLst>
            </a:prstGeom>
            <a:grpFill/>
            <a:ln w="76200" cap="rnd">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53" name="Freeform 19">
              <a:extLst>
                <a:ext uri="{FF2B5EF4-FFF2-40B4-BE49-F238E27FC236}">
                  <a16:creationId xmlns:a16="http://schemas.microsoft.com/office/drawing/2014/main" id="{270340B9-4210-0EDF-602F-8E3DBA54DF09}"/>
                </a:ext>
              </a:extLst>
            </p:cNvPr>
            <p:cNvSpPr/>
            <p:nvPr/>
          </p:nvSpPr>
          <p:spPr>
            <a:xfrm>
              <a:off x="608012" y="3198812"/>
              <a:ext cx="1063626" cy="77788"/>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grpFill/>
            <a:ln w="76200" cap="rnd">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54" name="Freeform 20">
              <a:extLst>
                <a:ext uri="{FF2B5EF4-FFF2-40B4-BE49-F238E27FC236}">
                  <a16:creationId xmlns:a16="http://schemas.microsoft.com/office/drawing/2014/main" id="{3DE71029-5544-7521-D605-BF324F85BA05}"/>
                </a:ext>
              </a:extLst>
            </p:cNvPr>
            <p:cNvSpPr/>
            <p:nvPr/>
          </p:nvSpPr>
          <p:spPr>
            <a:xfrm rot="5400000">
              <a:off x="1964850" y="2124073"/>
              <a:ext cx="731520" cy="45719"/>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grpFill/>
            <a:ln w="76200" cap="rnd">
              <a:solidFill>
                <a:schemeClr val="accent1"/>
              </a:solidFill>
              <a:headEnd type="none"/>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grpSp>
      <p:grpSp>
        <p:nvGrpSpPr>
          <p:cNvPr id="6" name="Group 5">
            <a:extLst>
              <a:ext uri="{FF2B5EF4-FFF2-40B4-BE49-F238E27FC236}">
                <a16:creationId xmlns:a16="http://schemas.microsoft.com/office/drawing/2014/main" id="{015794C9-E8C0-F211-26B8-07394F532F9A}"/>
              </a:ext>
            </a:extLst>
          </p:cNvPr>
          <p:cNvGrpSpPr/>
          <p:nvPr/>
        </p:nvGrpSpPr>
        <p:grpSpPr>
          <a:xfrm>
            <a:off x="457200" y="2401889"/>
            <a:ext cx="2438400" cy="2105027"/>
            <a:chOff x="608012" y="1781173"/>
            <a:chExt cx="2438400" cy="2105027"/>
          </a:xfrm>
        </p:grpSpPr>
        <p:sp>
          <p:nvSpPr>
            <p:cNvPr id="49" name="Arc 48">
              <a:extLst>
                <a:ext uri="{FF2B5EF4-FFF2-40B4-BE49-F238E27FC236}">
                  <a16:creationId xmlns:a16="http://schemas.microsoft.com/office/drawing/2014/main" id="{8F88A4B0-E499-A5B5-8B65-C98484968E1D}"/>
                </a:ext>
              </a:extLst>
            </p:cNvPr>
            <p:cNvSpPr/>
            <p:nvPr/>
          </p:nvSpPr>
          <p:spPr>
            <a:xfrm>
              <a:off x="1674812" y="2514600"/>
              <a:ext cx="1371600" cy="1371600"/>
            </a:xfrm>
            <a:prstGeom prst="arc">
              <a:avLst>
                <a:gd name="adj1" fmla="val 10812873"/>
                <a:gd name="adj2" fmla="val 16131434"/>
              </a:avLst>
            </a:prstGeom>
            <a:ln w="76200" cap="rnd">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50" name="Freeform 14">
              <a:extLst>
                <a:ext uri="{FF2B5EF4-FFF2-40B4-BE49-F238E27FC236}">
                  <a16:creationId xmlns:a16="http://schemas.microsoft.com/office/drawing/2014/main" id="{DBAF037A-9E77-E05F-54DC-94CFE77C6CBD}"/>
                </a:ext>
              </a:extLst>
            </p:cNvPr>
            <p:cNvSpPr/>
            <p:nvPr/>
          </p:nvSpPr>
          <p:spPr>
            <a:xfrm>
              <a:off x="608012" y="3198812"/>
              <a:ext cx="1063626" cy="77788"/>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ln w="76200" cap="rnd">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51" name="Freeform 15">
              <a:extLst>
                <a:ext uri="{FF2B5EF4-FFF2-40B4-BE49-F238E27FC236}">
                  <a16:creationId xmlns:a16="http://schemas.microsoft.com/office/drawing/2014/main" id="{9E051FA9-E2CF-D4DF-E70F-8BC4E857595E}"/>
                </a:ext>
              </a:extLst>
            </p:cNvPr>
            <p:cNvSpPr/>
            <p:nvPr/>
          </p:nvSpPr>
          <p:spPr>
            <a:xfrm rot="5400000">
              <a:off x="1964850" y="2124073"/>
              <a:ext cx="731520" cy="45719"/>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ln w="76200" cap="rnd">
              <a:solidFill>
                <a:schemeClr val="tx2"/>
              </a:solidFill>
              <a:headEnd type="none"/>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grpSp>
      <p:grpSp>
        <p:nvGrpSpPr>
          <p:cNvPr id="7" name="Group 6">
            <a:extLst>
              <a:ext uri="{FF2B5EF4-FFF2-40B4-BE49-F238E27FC236}">
                <a16:creationId xmlns:a16="http://schemas.microsoft.com/office/drawing/2014/main" id="{398EF9B7-E621-833E-2FA9-FF926F95ED9C}"/>
              </a:ext>
            </a:extLst>
          </p:cNvPr>
          <p:cNvGrpSpPr/>
          <p:nvPr/>
        </p:nvGrpSpPr>
        <p:grpSpPr>
          <a:xfrm>
            <a:off x="4876800" y="2401889"/>
            <a:ext cx="2438400" cy="2105027"/>
            <a:chOff x="608012" y="1781173"/>
            <a:chExt cx="2438400" cy="2105027"/>
          </a:xfrm>
          <a:noFill/>
        </p:grpSpPr>
        <p:sp>
          <p:nvSpPr>
            <p:cNvPr id="46" name="Arc 45">
              <a:extLst>
                <a:ext uri="{FF2B5EF4-FFF2-40B4-BE49-F238E27FC236}">
                  <a16:creationId xmlns:a16="http://schemas.microsoft.com/office/drawing/2014/main" id="{F588D07A-09AC-C5C7-0FE9-2F37B8939304}"/>
                </a:ext>
              </a:extLst>
            </p:cNvPr>
            <p:cNvSpPr/>
            <p:nvPr/>
          </p:nvSpPr>
          <p:spPr>
            <a:xfrm>
              <a:off x="1674812" y="2514600"/>
              <a:ext cx="1371600" cy="1371600"/>
            </a:xfrm>
            <a:prstGeom prst="arc">
              <a:avLst>
                <a:gd name="adj1" fmla="val 10812873"/>
                <a:gd name="adj2" fmla="val 16131434"/>
              </a:avLst>
            </a:prstGeom>
            <a:grpFill/>
            <a:ln w="76200" cap="rnd">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47" name="Freeform 29">
              <a:extLst>
                <a:ext uri="{FF2B5EF4-FFF2-40B4-BE49-F238E27FC236}">
                  <a16:creationId xmlns:a16="http://schemas.microsoft.com/office/drawing/2014/main" id="{C0280BD6-EEA5-0B53-C458-03E0128C82C4}"/>
                </a:ext>
              </a:extLst>
            </p:cNvPr>
            <p:cNvSpPr/>
            <p:nvPr/>
          </p:nvSpPr>
          <p:spPr>
            <a:xfrm>
              <a:off x="608012" y="3198812"/>
              <a:ext cx="1063626" cy="77788"/>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grpFill/>
            <a:ln w="76200" cap="rnd">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48" name="Freeform 30">
              <a:extLst>
                <a:ext uri="{FF2B5EF4-FFF2-40B4-BE49-F238E27FC236}">
                  <a16:creationId xmlns:a16="http://schemas.microsoft.com/office/drawing/2014/main" id="{6B76F75F-960B-B3BD-CF1C-A9B7CCCABAFC}"/>
                </a:ext>
              </a:extLst>
            </p:cNvPr>
            <p:cNvSpPr/>
            <p:nvPr/>
          </p:nvSpPr>
          <p:spPr>
            <a:xfrm rot="5400000">
              <a:off x="1964850" y="2124073"/>
              <a:ext cx="731520" cy="45719"/>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grpFill/>
            <a:ln w="76200" cap="rnd">
              <a:solidFill>
                <a:schemeClr val="accent2"/>
              </a:solidFill>
              <a:headEnd type="none"/>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grpSp>
      <p:grpSp>
        <p:nvGrpSpPr>
          <p:cNvPr id="8" name="Group 7">
            <a:extLst>
              <a:ext uri="{FF2B5EF4-FFF2-40B4-BE49-F238E27FC236}">
                <a16:creationId xmlns:a16="http://schemas.microsoft.com/office/drawing/2014/main" id="{B97BDEF6-51AB-6E07-87C0-550F4EDD51C5}"/>
              </a:ext>
            </a:extLst>
          </p:cNvPr>
          <p:cNvGrpSpPr/>
          <p:nvPr/>
        </p:nvGrpSpPr>
        <p:grpSpPr>
          <a:xfrm flipV="1">
            <a:off x="7072311" y="3124201"/>
            <a:ext cx="2438400" cy="2105027"/>
            <a:chOff x="608012" y="1781173"/>
            <a:chExt cx="2438400" cy="2105027"/>
          </a:xfrm>
        </p:grpSpPr>
        <p:sp>
          <p:nvSpPr>
            <p:cNvPr id="43" name="Arc 42">
              <a:extLst>
                <a:ext uri="{FF2B5EF4-FFF2-40B4-BE49-F238E27FC236}">
                  <a16:creationId xmlns:a16="http://schemas.microsoft.com/office/drawing/2014/main" id="{189A6D92-B786-4119-333F-2EA09CE88AF4}"/>
                </a:ext>
              </a:extLst>
            </p:cNvPr>
            <p:cNvSpPr/>
            <p:nvPr/>
          </p:nvSpPr>
          <p:spPr>
            <a:xfrm>
              <a:off x="1674812" y="2514600"/>
              <a:ext cx="1371600" cy="1371600"/>
            </a:xfrm>
            <a:prstGeom prst="arc">
              <a:avLst>
                <a:gd name="adj1" fmla="val 10812873"/>
                <a:gd name="adj2" fmla="val 16131434"/>
              </a:avLst>
            </a:prstGeom>
            <a:ln w="76200" cap="rnd">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44" name="Freeform 33">
              <a:extLst>
                <a:ext uri="{FF2B5EF4-FFF2-40B4-BE49-F238E27FC236}">
                  <a16:creationId xmlns:a16="http://schemas.microsoft.com/office/drawing/2014/main" id="{A6CAF73C-8666-ED2C-51F0-0ABC04DA9632}"/>
                </a:ext>
              </a:extLst>
            </p:cNvPr>
            <p:cNvSpPr/>
            <p:nvPr/>
          </p:nvSpPr>
          <p:spPr>
            <a:xfrm>
              <a:off x="608012" y="3198812"/>
              <a:ext cx="1063626" cy="77788"/>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ln w="76200" cap="rnd">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45" name="Freeform 34">
              <a:extLst>
                <a:ext uri="{FF2B5EF4-FFF2-40B4-BE49-F238E27FC236}">
                  <a16:creationId xmlns:a16="http://schemas.microsoft.com/office/drawing/2014/main" id="{67442D43-8B39-6A30-4EED-36B66E6A5679}"/>
                </a:ext>
              </a:extLst>
            </p:cNvPr>
            <p:cNvSpPr/>
            <p:nvPr/>
          </p:nvSpPr>
          <p:spPr>
            <a:xfrm rot="5400000">
              <a:off x="1964850" y="2124073"/>
              <a:ext cx="731520" cy="45719"/>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ln w="76200" cap="rnd">
              <a:solidFill>
                <a:schemeClr val="accent3"/>
              </a:solidFill>
              <a:headEnd type="none"/>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grpSp>
      <p:grpSp>
        <p:nvGrpSpPr>
          <p:cNvPr id="9" name="Group 8">
            <a:extLst>
              <a:ext uri="{FF2B5EF4-FFF2-40B4-BE49-F238E27FC236}">
                <a16:creationId xmlns:a16="http://schemas.microsoft.com/office/drawing/2014/main" id="{2EECB689-7BFA-5204-510E-A029252208AF}"/>
              </a:ext>
            </a:extLst>
          </p:cNvPr>
          <p:cNvGrpSpPr/>
          <p:nvPr/>
        </p:nvGrpSpPr>
        <p:grpSpPr>
          <a:xfrm>
            <a:off x="9296400" y="2401889"/>
            <a:ext cx="2438400" cy="2105027"/>
            <a:chOff x="608012" y="1781173"/>
            <a:chExt cx="2438400" cy="2105027"/>
          </a:xfrm>
        </p:grpSpPr>
        <p:sp>
          <p:nvSpPr>
            <p:cNvPr id="40" name="Arc 39">
              <a:extLst>
                <a:ext uri="{FF2B5EF4-FFF2-40B4-BE49-F238E27FC236}">
                  <a16:creationId xmlns:a16="http://schemas.microsoft.com/office/drawing/2014/main" id="{FFD3D005-E382-0814-6099-644CDEF93C45}"/>
                </a:ext>
              </a:extLst>
            </p:cNvPr>
            <p:cNvSpPr/>
            <p:nvPr/>
          </p:nvSpPr>
          <p:spPr>
            <a:xfrm>
              <a:off x="1674812" y="2514600"/>
              <a:ext cx="1371600" cy="1371600"/>
            </a:xfrm>
            <a:prstGeom prst="arc">
              <a:avLst>
                <a:gd name="adj1" fmla="val 10812873"/>
                <a:gd name="adj2" fmla="val 16131434"/>
              </a:avLst>
            </a:prstGeom>
            <a:ln w="76200" cap="rnd">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41" name="Freeform 43">
              <a:extLst>
                <a:ext uri="{FF2B5EF4-FFF2-40B4-BE49-F238E27FC236}">
                  <a16:creationId xmlns:a16="http://schemas.microsoft.com/office/drawing/2014/main" id="{78C21F29-0BEC-D43A-A81C-816813C26DD9}"/>
                </a:ext>
              </a:extLst>
            </p:cNvPr>
            <p:cNvSpPr/>
            <p:nvPr/>
          </p:nvSpPr>
          <p:spPr>
            <a:xfrm>
              <a:off x="608012" y="3198812"/>
              <a:ext cx="1063626" cy="77788"/>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ln w="76200" cap="rnd">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sp>
          <p:nvSpPr>
            <p:cNvPr id="42" name="Freeform 44">
              <a:extLst>
                <a:ext uri="{FF2B5EF4-FFF2-40B4-BE49-F238E27FC236}">
                  <a16:creationId xmlns:a16="http://schemas.microsoft.com/office/drawing/2014/main" id="{9CC07CF8-804F-A4A0-1428-AFF0D5F15B8B}"/>
                </a:ext>
              </a:extLst>
            </p:cNvPr>
            <p:cNvSpPr/>
            <p:nvPr/>
          </p:nvSpPr>
          <p:spPr>
            <a:xfrm rot="5400000">
              <a:off x="1964850" y="2124073"/>
              <a:ext cx="731520" cy="45719"/>
            </a:xfrm>
            <a:custGeom>
              <a:avLst/>
              <a:gdLst>
                <a:gd name="connsiteX0" fmla="*/ 1403350 w 1403350"/>
                <a:gd name="connsiteY0" fmla="*/ 0 h 0"/>
                <a:gd name="connsiteX1" fmla="*/ 0 w 1403350"/>
                <a:gd name="connsiteY1" fmla="*/ 0 h 0"/>
              </a:gdLst>
              <a:ahLst/>
              <a:cxnLst>
                <a:cxn ang="0">
                  <a:pos x="connsiteX0" y="connsiteY0"/>
                </a:cxn>
                <a:cxn ang="0">
                  <a:pos x="connsiteX1" y="connsiteY1"/>
                </a:cxn>
              </a:cxnLst>
              <a:rect l="l" t="t" r="r" b="b"/>
              <a:pathLst>
                <a:path w="1403350">
                  <a:moveTo>
                    <a:pt x="1403350" y="0"/>
                  </a:moveTo>
                  <a:lnTo>
                    <a:pt x="0" y="0"/>
                  </a:lnTo>
                </a:path>
              </a:pathLst>
            </a:custGeom>
            <a:ln w="76200" cap="rnd">
              <a:solidFill>
                <a:schemeClr val="accent4"/>
              </a:solidFill>
              <a:headEnd type="none"/>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1218987"/>
              <a:endParaRPr lang="en-US" sz="2400">
                <a:solidFill>
                  <a:prstClr val="black"/>
                </a:solidFill>
                <a:latin typeface="Segoe UI" panose="020B0502040204020203" pitchFamily="34" charset="0"/>
              </a:endParaRPr>
            </a:p>
          </p:txBody>
        </p:sp>
      </p:grpSp>
      <p:grpSp>
        <p:nvGrpSpPr>
          <p:cNvPr id="10" name="Group 9">
            <a:extLst>
              <a:ext uri="{FF2B5EF4-FFF2-40B4-BE49-F238E27FC236}">
                <a16:creationId xmlns:a16="http://schemas.microsoft.com/office/drawing/2014/main" id="{F5F4AE9E-5F6E-C428-5F18-A1CCE485F9BA}"/>
              </a:ext>
            </a:extLst>
          </p:cNvPr>
          <p:cNvGrpSpPr/>
          <p:nvPr/>
        </p:nvGrpSpPr>
        <p:grpSpPr>
          <a:xfrm>
            <a:off x="1662111" y="3263900"/>
            <a:ext cx="1066800" cy="1066800"/>
            <a:chOff x="9726611" y="2667000"/>
            <a:chExt cx="1066800" cy="1066800"/>
          </a:xfrm>
        </p:grpSpPr>
        <p:sp>
          <p:nvSpPr>
            <p:cNvPr id="38" name="Oval 37">
              <a:extLst>
                <a:ext uri="{FF2B5EF4-FFF2-40B4-BE49-F238E27FC236}">
                  <a16:creationId xmlns:a16="http://schemas.microsoft.com/office/drawing/2014/main" id="{753EFF88-B312-7992-0F6F-991480180131}"/>
                </a:ext>
              </a:extLst>
            </p:cNvPr>
            <p:cNvSpPr/>
            <p:nvPr/>
          </p:nvSpPr>
          <p:spPr>
            <a:xfrm>
              <a:off x="9726611" y="2667000"/>
              <a:ext cx="1066800" cy="1066800"/>
            </a:xfrm>
            <a:prstGeom prst="ellipse">
              <a:avLst/>
            </a:prstGeom>
            <a:solidFill>
              <a:schemeClr val="bg1"/>
            </a:solidFill>
            <a:ln>
              <a:noFill/>
            </a:ln>
            <a:effectLst>
              <a:outerShdw blurRad="190500" dist="889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39" name="Oval 38">
              <a:extLst>
                <a:ext uri="{FF2B5EF4-FFF2-40B4-BE49-F238E27FC236}">
                  <a16:creationId xmlns:a16="http://schemas.microsoft.com/office/drawing/2014/main" id="{3959A8D9-DFB7-6211-0436-4DDFDDA94E90}"/>
                </a:ext>
              </a:extLst>
            </p:cNvPr>
            <p:cNvSpPr>
              <a:spLocks noChangeAspect="1"/>
            </p:cNvSpPr>
            <p:nvPr/>
          </p:nvSpPr>
          <p:spPr>
            <a:xfrm>
              <a:off x="9828212" y="2768601"/>
              <a:ext cx="863598" cy="863598"/>
            </a:xfrm>
            <a:prstGeom prst="ellipse">
              <a:avLst/>
            </a:prstGeom>
            <a:gradFill flip="none" rotWithShape="1">
              <a:gsLst>
                <a:gs pos="60000">
                  <a:schemeClr val="bg1"/>
                </a:gs>
                <a:gs pos="0">
                  <a:schemeClr val="bg1">
                    <a:lumMod val="92000"/>
                  </a:schemeClr>
                </a:gs>
              </a:gsLst>
              <a:lin ang="27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grpSp>
      <p:grpSp>
        <p:nvGrpSpPr>
          <p:cNvPr id="11" name="Group 10">
            <a:extLst>
              <a:ext uri="{FF2B5EF4-FFF2-40B4-BE49-F238E27FC236}">
                <a16:creationId xmlns:a16="http://schemas.microsoft.com/office/drawing/2014/main" id="{DA35264D-3202-ED49-BDA5-7C4F687B41D6}"/>
              </a:ext>
            </a:extLst>
          </p:cNvPr>
          <p:cNvGrpSpPr/>
          <p:nvPr/>
        </p:nvGrpSpPr>
        <p:grpSpPr>
          <a:xfrm>
            <a:off x="3871911" y="3263900"/>
            <a:ext cx="1066800" cy="1066800"/>
            <a:chOff x="9726611" y="2667000"/>
            <a:chExt cx="1066800" cy="1066800"/>
          </a:xfrm>
        </p:grpSpPr>
        <p:sp>
          <p:nvSpPr>
            <p:cNvPr id="36" name="Oval 35">
              <a:extLst>
                <a:ext uri="{FF2B5EF4-FFF2-40B4-BE49-F238E27FC236}">
                  <a16:creationId xmlns:a16="http://schemas.microsoft.com/office/drawing/2014/main" id="{DD9043A8-EC71-C563-88B2-BB68873F5897}"/>
                </a:ext>
              </a:extLst>
            </p:cNvPr>
            <p:cNvSpPr/>
            <p:nvPr/>
          </p:nvSpPr>
          <p:spPr>
            <a:xfrm>
              <a:off x="9726611" y="2667000"/>
              <a:ext cx="1066800" cy="1066800"/>
            </a:xfrm>
            <a:prstGeom prst="ellipse">
              <a:avLst/>
            </a:prstGeom>
            <a:solidFill>
              <a:schemeClr val="bg1"/>
            </a:solidFill>
            <a:ln>
              <a:noFill/>
            </a:ln>
            <a:effectLst>
              <a:outerShdw blurRad="190500" dist="889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37" name="Oval 36">
              <a:extLst>
                <a:ext uri="{FF2B5EF4-FFF2-40B4-BE49-F238E27FC236}">
                  <a16:creationId xmlns:a16="http://schemas.microsoft.com/office/drawing/2014/main" id="{00B72257-3299-D631-ACC8-28CF9C75060C}"/>
                </a:ext>
              </a:extLst>
            </p:cNvPr>
            <p:cNvSpPr>
              <a:spLocks noChangeAspect="1"/>
            </p:cNvSpPr>
            <p:nvPr/>
          </p:nvSpPr>
          <p:spPr>
            <a:xfrm>
              <a:off x="9828212" y="2768601"/>
              <a:ext cx="863598" cy="863598"/>
            </a:xfrm>
            <a:prstGeom prst="ellipse">
              <a:avLst/>
            </a:prstGeom>
            <a:gradFill flip="none" rotWithShape="1">
              <a:gsLst>
                <a:gs pos="60000">
                  <a:schemeClr val="bg1"/>
                </a:gs>
                <a:gs pos="0">
                  <a:schemeClr val="bg1">
                    <a:lumMod val="92000"/>
                  </a:schemeClr>
                </a:gs>
              </a:gsLst>
              <a:lin ang="27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grpSp>
      <p:grpSp>
        <p:nvGrpSpPr>
          <p:cNvPr id="12" name="Group 11">
            <a:extLst>
              <a:ext uri="{FF2B5EF4-FFF2-40B4-BE49-F238E27FC236}">
                <a16:creationId xmlns:a16="http://schemas.microsoft.com/office/drawing/2014/main" id="{090A901B-D226-F222-354A-1E64309B4C76}"/>
              </a:ext>
            </a:extLst>
          </p:cNvPr>
          <p:cNvGrpSpPr/>
          <p:nvPr/>
        </p:nvGrpSpPr>
        <p:grpSpPr>
          <a:xfrm>
            <a:off x="6081711" y="3263900"/>
            <a:ext cx="1066800" cy="1066800"/>
            <a:chOff x="9726611" y="2667000"/>
            <a:chExt cx="1066800" cy="1066800"/>
          </a:xfrm>
        </p:grpSpPr>
        <p:sp>
          <p:nvSpPr>
            <p:cNvPr id="34" name="Oval 33">
              <a:extLst>
                <a:ext uri="{FF2B5EF4-FFF2-40B4-BE49-F238E27FC236}">
                  <a16:creationId xmlns:a16="http://schemas.microsoft.com/office/drawing/2014/main" id="{7FE0F91F-313F-FD67-CB41-B4B22A9D6D66}"/>
                </a:ext>
              </a:extLst>
            </p:cNvPr>
            <p:cNvSpPr/>
            <p:nvPr/>
          </p:nvSpPr>
          <p:spPr>
            <a:xfrm>
              <a:off x="9726611" y="2667000"/>
              <a:ext cx="1066800" cy="1066800"/>
            </a:xfrm>
            <a:prstGeom prst="ellipse">
              <a:avLst/>
            </a:prstGeom>
            <a:solidFill>
              <a:schemeClr val="bg1"/>
            </a:solidFill>
            <a:ln>
              <a:noFill/>
            </a:ln>
            <a:effectLst>
              <a:outerShdw blurRad="190500" dist="889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35" name="Oval 34">
              <a:extLst>
                <a:ext uri="{FF2B5EF4-FFF2-40B4-BE49-F238E27FC236}">
                  <a16:creationId xmlns:a16="http://schemas.microsoft.com/office/drawing/2014/main" id="{9F2C2321-0A86-4627-5A3B-37B6E5F15695}"/>
                </a:ext>
              </a:extLst>
            </p:cNvPr>
            <p:cNvSpPr>
              <a:spLocks noChangeAspect="1"/>
            </p:cNvSpPr>
            <p:nvPr/>
          </p:nvSpPr>
          <p:spPr>
            <a:xfrm>
              <a:off x="9828212" y="2768601"/>
              <a:ext cx="863598" cy="863598"/>
            </a:xfrm>
            <a:prstGeom prst="ellipse">
              <a:avLst/>
            </a:prstGeom>
            <a:gradFill flip="none" rotWithShape="1">
              <a:gsLst>
                <a:gs pos="60000">
                  <a:schemeClr val="bg1"/>
                </a:gs>
                <a:gs pos="0">
                  <a:schemeClr val="bg1">
                    <a:lumMod val="92000"/>
                  </a:schemeClr>
                </a:gs>
              </a:gsLst>
              <a:lin ang="27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grpSp>
      <p:grpSp>
        <p:nvGrpSpPr>
          <p:cNvPr id="13" name="Group 12">
            <a:extLst>
              <a:ext uri="{FF2B5EF4-FFF2-40B4-BE49-F238E27FC236}">
                <a16:creationId xmlns:a16="http://schemas.microsoft.com/office/drawing/2014/main" id="{A95376A1-4C65-0353-167E-E1F5C69C75A3}"/>
              </a:ext>
            </a:extLst>
          </p:cNvPr>
          <p:cNvGrpSpPr/>
          <p:nvPr/>
        </p:nvGrpSpPr>
        <p:grpSpPr>
          <a:xfrm>
            <a:off x="8291511" y="3263900"/>
            <a:ext cx="1066800" cy="1066800"/>
            <a:chOff x="9726611" y="2667000"/>
            <a:chExt cx="1066800" cy="1066800"/>
          </a:xfrm>
        </p:grpSpPr>
        <p:sp>
          <p:nvSpPr>
            <p:cNvPr id="32" name="Oval 31">
              <a:extLst>
                <a:ext uri="{FF2B5EF4-FFF2-40B4-BE49-F238E27FC236}">
                  <a16:creationId xmlns:a16="http://schemas.microsoft.com/office/drawing/2014/main" id="{0DA499AC-4939-9FF4-8E02-BBBD3724D3A1}"/>
                </a:ext>
              </a:extLst>
            </p:cNvPr>
            <p:cNvSpPr/>
            <p:nvPr/>
          </p:nvSpPr>
          <p:spPr>
            <a:xfrm>
              <a:off x="9726611" y="2667000"/>
              <a:ext cx="1066800" cy="1066800"/>
            </a:xfrm>
            <a:prstGeom prst="ellipse">
              <a:avLst/>
            </a:prstGeom>
            <a:solidFill>
              <a:schemeClr val="bg1"/>
            </a:solidFill>
            <a:ln>
              <a:noFill/>
            </a:ln>
            <a:effectLst>
              <a:outerShdw blurRad="190500" dist="889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33" name="Oval 32">
              <a:extLst>
                <a:ext uri="{FF2B5EF4-FFF2-40B4-BE49-F238E27FC236}">
                  <a16:creationId xmlns:a16="http://schemas.microsoft.com/office/drawing/2014/main" id="{4BC32DF8-4857-1C93-CB30-BC79A28D9E5C}"/>
                </a:ext>
              </a:extLst>
            </p:cNvPr>
            <p:cNvSpPr>
              <a:spLocks noChangeAspect="1"/>
            </p:cNvSpPr>
            <p:nvPr/>
          </p:nvSpPr>
          <p:spPr>
            <a:xfrm>
              <a:off x="9828212" y="2768601"/>
              <a:ext cx="863598" cy="863598"/>
            </a:xfrm>
            <a:prstGeom prst="ellipse">
              <a:avLst/>
            </a:prstGeom>
            <a:gradFill flip="none" rotWithShape="1">
              <a:gsLst>
                <a:gs pos="60000">
                  <a:schemeClr val="bg1"/>
                </a:gs>
                <a:gs pos="0">
                  <a:schemeClr val="bg1">
                    <a:lumMod val="92000"/>
                  </a:schemeClr>
                </a:gs>
              </a:gsLst>
              <a:lin ang="27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grpSp>
      <p:grpSp>
        <p:nvGrpSpPr>
          <p:cNvPr id="14" name="Group 13">
            <a:extLst>
              <a:ext uri="{FF2B5EF4-FFF2-40B4-BE49-F238E27FC236}">
                <a16:creationId xmlns:a16="http://schemas.microsoft.com/office/drawing/2014/main" id="{A4F73A6F-1831-5C3B-8AA0-4E26E2013D40}"/>
              </a:ext>
            </a:extLst>
          </p:cNvPr>
          <p:cNvGrpSpPr/>
          <p:nvPr/>
        </p:nvGrpSpPr>
        <p:grpSpPr>
          <a:xfrm>
            <a:off x="10501311" y="3263900"/>
            <a:ext cx="1066800" cy="1066800"/>
            <a:chOff x="9726611" y="2667000"/>
            <a:chExt cx="1066800" cy="1066800"/>
          </a:xfrm>
        </p:grpSpPr>
        <p:sp>
          <p:nvSpPr>
            <p:cNvPr id="30" name="Oval 29">
              <a:extLst>
                <a:ext uri="{FF2B5EF4-FFF2-40B4-BE49-F238E27FC236}">
                  <a16:creationId xmlns:a16="http://schemas.microsoft.com/office/drawing/2014/main" id="{371E9575-6DE8-EEC8-527F-450FEF12D2A6}"/>
                </a:ext>
              </a:extLst>
            </p:cNvPr>
            <p:cNvSpPr/>
            <p:nvPr/>
          </p:nvSpPr>
          <p:spPr>
            <a:xfrm>
              <a:off x="9726611" y="2667000"/>
              <a:ext cx="1066800" cy="1066800"/>
            </a:xfrm>
            <a:prstGeom prst="ellipse">
              <a:avLst/>
            </a:prstGeom>
            <a:solidFill>
              <a:schemeClr val="bg1"/>
            </a:solidFill>
            <a:ln>
              <a:noFill/>
            </a:ln>
            <a:effectLst>
              <a:outerShdw blurRad="190500" dist="88900" dir="2700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31" name="Oval 30">
              <a:extLst>
                <a:ext uri="{FF2B5EF4-FFF2-40B4-BE49-F238E27FC236}">
                  <a16:creationId xmlns:a16="http://schemas.microsoft.com/office/drawing/2014/main" id="{651F82DA-CB24-662B-BA1D-462E8806B97E}"/>
                </a:ext>
              </a:extLst>
            </p:cNvPr>
            <p:cNvSpPr>
              <a:spLocks noChangeAspect="1"/>
            </p:cNvSpPr>
            <p:nvPr/>
          </p:nvSpPr>
          <p:spPr>
            <a:xfrm>
              <a:off x="9828212" y="2768601"/>
              <a:ext cx="863598" cy="863598"/>
            </a:xfrm>
            <a:prstGeom prst="ellipse">
              <a:avLst/>
            </a:prstGeom>
            <a:gradFill flip="none" rotWithShape="1">
              <a:gsLst>
                <a:gs pos="60000">
                  <a:schemeClr val="bg1"/>
                </a:gs>
                <a:gs pos="0">
                  <a:schemeClr val="bg1">
                    <a:lumMod val="92000"/>
                  </a:schemeClr>
                </a:gs>
              </a:gsLst>
              <a:lin ang="27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grpSp>
      <p:sp>
        <p:nvSpPr>
          <p:cNvPr id="15" name="TextBox 14">
            <a:extLst>
              <a:ext uri="{FF2B5EF4-FFF2-40B4-BE49-F238E27FC236}">
                <a16:creationId xmlns:a16="http://schemas.microsoft.com/office/drawing/2014/main" id="{6FC4FC2B-6260-2012-35A9-7949C3F10D8C}"/>
              </a:ext>
            </a:extLst>
          </p:cNvPr>
          <p:cNvSpPr txBox="1"/>
          <p:nvPr/>
        </p:nvSpPr>
        <p:spPr>
          <a:xfrm>
            <a:off x="1793784" y="4559300"/>
            <a:ext cx="774571" cy="400110"/>
          </a:xfrm>
          <a:prstGeom prst="rect">
            <a:avLst/>
          </a:prstGeom>
          <a:noFill/>
        </p:spPr>
        <p:txBody>
          <a:bodyPr wrap="none" rtlCol="0" anchor="ctr">
            <a:spAutoFit/>
          </a:bodyPr>
          <a:lstStyle/>
          <a:p>
            <a:pPr algn="ctr" defTabSz="1218987"/>
            <a:r>
              <a:rPr lang="en-US" sz="2000" b="1" i="1">
                <a:solidFill>
                  <a:prstClr val="black">
                    <a:lumMod val="75000"/>
                    <a:lumOff val="25000"/>
                  </a:prstClr>
                </a:solidFill>
                <a:latin typeface="Segoe UI" panose="020B0502040204020203" pitchFamily="34" charset="0"/>
                <a:cs typeface="Segoe UI" panose="020B0502040204020203" pitchFamily="34" charset="0"/>
              </a:rPr>
              <a:t>2025</a:t>
            </a:r>
          </a:p>
        </p:txBody>
      </p:sp>
      <p:sp>
        <p:nvSpPr>
          <p:cNvPr id="16" name="TextBox 15">
            <a:extLst>
              <a:ext uri="{FF2B5EF4-FFF2-40B4-BE49-F238E27FC236}">
                <a16:creationId xmlns:a16="http://schemas.microsoft.com/office/drawing/2014/main" id="{81710F2A-9D0F-B4B7-1BF4-18CB660C3901}"/>
              </a:ext>
            </a:extLst>
          </p:cNvPr>
          <p:cNvSpPr txBox="1"/>
          <p:nvPr/>
        </p:nvSpPr>
        <p:spPr>
          <a:xfrm>
            <a:off x="4028984" y="2730500"/>
            <a:ext cx="774571" cy="400110"/>
          </a:xfrm>
          <a:prstGeom prst="rect">
            <a:avLst/>
          </a:prstGeom>
          <a:noFill/>
        </p:spPr>
        <p:txBody>
          <a:bodyPr wrap="none" rtlCol="0" anchor="ctr">
            <a:spAutoFit/>
          </a:bodyPr>
          <a:lstStyle/>
          <a:p>
            <a:pPr algn="ctr" defTabSz="1218987"/>
            <a:r>
              <a:rPr lang="en-US" sz="2000" b="1" i="1">
                <a:solidFill>
                  <a:prstClr val="black">
                    <a:lumMod val="75000"/>
                    <a:lumOff val="25000"/>
                  </a:prstClr>
                </a:solidFill>
                <a:latin typeface="Segoe UI" panose="020B0502040204020203" pitchFamily="34" charset="0"/>
                <a:cs typeface="Segoe UI" panose="020B0502040204020203" pitchFamily="34" charset="0"/>
              </a:rPr>
              <a:t>2026</a:t>
            </a:r>
          </a:p>
        </p:txBody>
      </p:sp>
      <p:sp>
        <p:nvSpPr>
          <p:cNvPr id="17" name="TextBox 16">
            <a:extLst>
              <a:ext uri="{FF2B5EF4-FFF2-40B4-BE49-F238E27FC236}">
                <a16:creationId xmlns:a16="http://schemas.microsoft.com/office/drawing/2014/main" id="{3C2FF281-E9B7-C2CA-BB54-C3A628B6CA5F}"/>
              </a:ext>
            </a:extLst>
          </p:cNvPr>
          <p:cNvSpPr txBox="1"/>
          <p:nvPr/>
        </p:nvSpPr>
        <p:spPr>
          <a:xfrm>
            <a:off x="6162584" y="4559300"/>
            <a:ext cx="774571" cy="400110"/>
          </a:xfrm>
          <a:prstGeom prst="rect">
            <a:avLst/>
          </a:prstGeom>
          <a:noFill/>
        </p:spPr>
        <p:txBody>
          <a:bodyPr wrap="none" rtlCol="0" anchor="ctr">
            <a:spAutoFit/>
          </a:bodyPr>
          <a:lstStyle/>
          <a:p>
            <a:pPr algn="ctr" defTabSz="1218987"/>
            <a:r>
              <a:rPr lang="en-US" sz="2000" b="1" i="1">
                <a:solidFill>
                  <a:prstClr val="black">
                    <a:lumMod val="75000"/>
                    <a:lumOff val="25000"/>
                  </a:prstClr>
                </a:solidFill>
                <a:latin typeface="Segoe UI" panose="020B0502040204020203" pitchFamily="34" charset="0"/>
                <a:cs typeface="Segoe UI" panose="020B0502040204020203" pitchFamily="34" charset="0"/>
              </a:rPr>
              <a:t>2027</a:t>
            </a:r>
          </a:p>
        </p:txBody>
      </p:sp>
      <p:sp>
        <p:nvSpPr>
          <p:cNvPr id="18" name="TextBox 17">
            <a:extLst>
              <a:ext uri="{FF2B5EF4-FFF2-40B4-BE49-F238E27FC236}">
                <a16:creationId xmlns:a16="http://schemas.microsoft.com/office/drawing/2014/main" id="{D7928051-F2AB-1FD3-B1B0-A6F16A5EDAA4}"/>
              </a:ext>
            </a:extLst>
          </p:cNvPr>
          <p:cNvSpPr txBox="1"/>
          <p:nvPr/>
        </p:nvSpPr>
        <p:spPr>
          <a:xfrm>
            <a:off x="8397784" y="2730500"/>
            <a:ext cx="774571" cy="400110"/>
          </a:xfrm>
          <a:prstGeom prst="rect">
            <a:avLst/>
          </a:prstGeom>
          <a:noFill/>
        </p:spPr>
        <p:txBody>
          <a:bodyPr wrap="none" rtlCol="0" anchor="ctr">
            <a:spAutoFit/>
          </a:bodyPr>
          <a:lstStyle/>
          <a:p>
            <a:pPr algn="ctr" defTabSz="1218987"/>
            <a:r>
              <a:rPr lang="en-US" sz="2000" b="1" i="1">
                <a:solidFill>
                  <a:prstClr val="black">
                    <a:lumMod val="75000"/>
                    <a:lumOff val="25000"/>
                  </a:prstClr>
                </a:solidFill>
                <a:latin typeface="Segoe UI" panose="020B0502040204020203" pitchFamily="34" charset="0"/>
                <a:cs typeface="Segoe UI" panose="020B0502040204020203" pitchFamily="34" charset="0"/>
              </a:rPr>
              <a:t>2028</a:t>
            </a:r>
          </a:p>
        </p:txBody>
      </p:sp>
      <p:sp>
        <p:nvSpPr>
          <p:cNvPr id="19" name="TextBox 18">
            <a:extLst>
              <a:ext uri="{FF2B5EF4-FFF2-40B4-BE49-F238E27FC236}">
                <a16:creationId xmlns:a16="http://schemas.microsoft.com/office/drawing/2014/main" id="{33C589C7-620A-1B52-0A37-BDF4954CB1D2}"/>
              </a:ext>
            </a:extLst>
          </p:cNvPr>
          <p:cNvSpPr txBox="1"/>
          <p:nvPr/>
        </p:nvSpPr>
        <p:spPr>
          <a:xfrm>
            <a:off x="10658384" y="4559300"/>
            <a:ext cx="774571" cy="400110"/>
          </a:xfrm>
          <a:prstGeom prst="rect">
            <a:avLst/>
          </a:prstGeom>
          <a:noFill/>
        </p:spPr>
        <p:txBody>
          <a:bodyPr wrap="none" rtlCol="0" anchor="ctr">
            <a:spAutoFit/>
          </a:bodyPr>
          <a:lstStyle/>
          <a:p>
            <a:pPr algn="ctr" defTabSz="1218987"/>
            <a:r>
              <a:rPr lang="en-US" sz="2000" b="1" i="1">
                <a:solidFill>
                  <a:prstClr val="black">
                    <a:lumMod val="75000"/>
                    <a:lumOff val="25000"/>
                  </a:prstClr>
                </a:solidFill>
                <a:latin typeface="Segoe UI" panose="020B0502040204020203" pitchFamily="34" charset="0"/>
                <a:cs typeface="Segoe UI" panose="020B0502040204020203" pitchFamily="34" charset="0"/>
              </a:rPr>
              <a:t>2029</a:t>
            </a:r>
          </a:p>
        </p:txBody>
      </p:sp>
      <p:sp>
        <p:nvSpPr>
          <p:cNvPr id="20" name="TextBox 19">
            <a:extLst>
              <a:ext uri="{FF2B5EF4-FFF2-40B4-BE49-F238E27FC236}">
                <a16:creationId xmlns:a16="http://schemas.microsoft.com/office/drawing/2014/main" id="{E025718B-6BD4-5670-8832-B875B1BF760D}"/>
              </a:ext>
            </a:extLst>
          </p:cNvPr>
          <p:cNvSpPr txBox="1"/>
          <p:nvPr/>
        </p:nvSpPr>
        <p:spPr>
          <a:xfrm>
            <a:off x="1280423" y="1371600"/>
            <a:ext cx="1843778" cy="907964"/>
          </a:xfrm>
          <a:prstGeom prst="rect">
            <a:avLst/>
          </a:prstGeom>
          <a:noFill/>
        </p:spPr>
        <p:txBody>
          <a:bodyPr wrap="square" rtlCol="0" anchor="ctr">
            <a:noAutofit/>
          </a:bodyPr>
          <a:lstStyle/>
          <a:p>
            <a:pPr algn="ctr" defTabSz="1218987"/>
            <a:r>
              <a:rPr lang="en-US" sz="1600" b="1">
                <a:solidFill>
                  <a:srgbClr val="1F497D"/>
                </a:solidFill>
                <a:latin typeface="Segoe UI" panose="020B0502040204020203" pitchFamily="34" charset="0"/>
                <a:cs typeface="Segoe UI" panose="020B0502040204020203" pitchFamily="34" charset="0"/>
              </a:rPr>
              <a:t>Text Title</a:t>
            </a:r>
          </a:p>
          <a:p>
            <a:pPr algn="ctr" defTabSz="1218987"/>
            <a:r>
              <a:rPr lang="en-US" sz="1200">
                <a:solidFill>
                  <a:prstClr val="black">
                    <a:lumMod val="75000"/>
                    <a:lumOff val="25000"/>
                  </a:prstClr>
                </a:solidFill>
                <a:latin typeface="Segoe UI" panose="020B0502040204020203" pitchFamily="34" charset="0"/>
                <a:cs typeface="Segoe UI" panose="020B0502040204020203" pitchFamily="34" charset="0"/>
              </a:rPr>
              <a:t>You can edit the text for this timeline milestone.</a:t>
            </a:r>
          </a:p>
        </p:txBody>
      </p:sp>
      <p:sp>
        <p:nvSpPr>
          <p:cNvPr id="21" name="TextBox 20">
            <a:extLst>
              <a:ext uri="{FF2B5EF4-FFF2-40B4-BE49-F238E27FC236}">
                <a16:creationId xmlns:a16="http://schemas.microsoft.com/office/drawing/2014/main" id="{1BCDCCA0-59B7-5A3A-A01B-B5DCE6CFC8EB}"/>
              </a:ext>
            </a:extLst>
          </p:cNvPr>
          <p:cNvSpPr txBox="1"/>
          <p:nvPr/>
        </p:nvSpPr>
        <p:spPr>
          <a:xfrm>
            <a:off x="3505200" y="5340436"/>
            <a:ext cx="1843778" cy="907964"/>
          </a:xfrm>
          <a:prstGeom prst="rect">
            <a:avLst/>
          </a:prstGeom>
          <a:noFill/>
        </p:spPr>
        <p:txBody>
          <a:bodyPr wrap="square" rtlCol="0" anchor="ctr">
            <a:noAutofit/>
          </a:bodyPr>
          <a:lstStyle/>
          <a:p>
            <a:pPr algn="ctr" defTabSz="1218987"/>
            <a:r>
              <a:rPr lang="en-US" sz="1600" b="1">
                <a:solidFill>
                  <a:srgbClr val="E35A35"/>
                </a:solidFill>
                <a:latin typeface="Segoe UI" panose="020B0502040204020203" pitchFamily="34" charset="0"/>
                <a:cs typeface="Segoe UI" panose="020B0502040204020203" pitchFamily="34" charset="0"/>
              </a:rPr>
              <a:t>Text Title</a:t>
            </a:r>
          </a:p>
          <a:p>
            <a:pPr algn="ctr" defTabSz="1218987"/>
            <a:r>
              <a:rPr lang="en-US" sz="1200">
                <a:solidFill>
                  <a:prstClr val="black">
                    <a:lumMod val="75000"/>
                    <a:lumOff val="25000"/>
                  </a:prstClr>
                </a:solidFill>
                <a:latin typeface="Segoe UI" panose="020B0502040204020203" pitchFamily="34" charset="0"/>
                <a:cs typeface="Segoe UI" panose="020B0502040204020203" pitchFamily="34" charset="0"/>
              </a:rPr>
              <a:t>You can edit the text for this timeline milestone.</a:t>
            </a:r>
          </a:p>
        </p:txBody>
      </p:sp>
      <p:sp>
        <p:nvSpPr>
          <p:cNvPr id="22" name="TextBox 21">
            <a:extLst>
              <a:ext uri="{FF2B5EF4-FFF2-40B4-BE49-F238E27FC236}">
                <a16:creationId xmlns:a16="http://schemas.microsoft.com/office/drawing/2014/main" id="{635AC714-A6D8-BD0B-4C2C-06535AC63B32}"/>
              </a:ext>
            </a:extLst>
          </p:cNvPr>
          <p:cNvSpPr txBox="1"/>
          <p:nvPr/>
        </p:nvSpPr>
        <p:spPr>
          <a:xfrm>
            <a:off x="5715000" y="1371600"/>
            <a:ext cx="1843778" cy="907964"/>
          </a:xfrm>
          <a:prstGeom prst="rect">
            <a:avLst/>
          </a:prstGeom>
          <a:noFill/>
        </p:spPr>
        <p:txBody>
          <a:bodyPr wrap="square" rtlCol="0" anchor="ctr">
            <a:noAutofit/>
          </a:bodyPr>
          <a:lstStyle/>
          <a:p>
            <a:pPr algn="ctr" defTabSz="1218987"/>
            <a:r>
              <a:rPr lang="en-US" sz="1600" b="1">
                <a:solidFill>
                  <a:srgbClr val="ECB448"/>
                </a:solidFill>
                <a:latin typeface="Segoe UI" panose="020B0502040204020203" pitchFamily="34" charset="0"/>
                <a:cs typeface="Segoe UI" panose="020B0502040204020203" pitchFamily="34" charset="0"/>
              </a:rPr>
              <a:t>Text Title</a:t>
            </a:r>
          </a:p>
          <a:p>
            <a:pPr algn="ctr" defTabSz="1218987"/>
            <a:r>
              <a:rPr lang="en-US" sz="1200">
                <a:solidFill>
                  <a:prstClr val="black">
                    <a:lumMod val="75000"/>
                    <a:lumOff val="25000"/>
                  </a:prstClr>
                </a:solidFill>
                <a:latin typeface="Segoe UI" panose="020B0502040204020203" pitchFamily="34" charset="0"/>
                <a:cs typeface="Segoe UI" panose="020B0502040204020203" pitchFamily="34" charset="0"/>
              </a:rPr>
              <a:t>You can edit the text for this timeline milestone.</a:t>
            </a:r>
          </a:p>
        </p:txBody>
      </p:sp>
      <p:sp>
        <p:nvSpPr>
          <p:cNvPr id="23" name="TextBox 22">
            <a:extLst>
              <a:ext uri="{FF2B5EF4-FFF2-40B4-BE49-F238E27FC236}">
                <a16:creationId xmlns:a16="http://schemas.microsoft.com/office/drawing/2014/main" id="{6386C877-2FFB-1719-3AFB-E402F2E27E66}"/>
              </a:ext>
            </a:extLst>
          </p:cNvPr>
          <p:cNvSpPr txBox="1"/>
          <p:nvPr/>
        </p:nvSpPr>
        <p:spPr>
          <a:xfrm>
            <a:off x="7939777" y="5340436"/>
            <a:ext cx="1843778" cy="907964"/>
          </a:xfrm>
          <a:prstGeom prst="rect">
            <a:avLst/>
          </a:prstGeom>
          <a:noFill/>
        </p:spPr>
        <p:txBody>
          <a:bodyPr wrap="square" rtlCol="0" anchor="ctr">
            <a:noAutofit/>
          </a:bodyPr>
          <a:lstStyle/>
          <a:p>
            <a:pPr algn="ctr" defTabSz="1218987"/>
            <a:r>
              <a:rPr lang="en-US" sz="1600" b="1">
                <a:solidFill>
                  <a:srgbClr val="8BB74C"/>
                </a:solidFill>
                <a:latin typeface="Segoe UI" panose="020B0502040204020203" pitchFamily="34" charset="0"/>
                <a:cs typeface="Segoe UI" panose="020B0502040204020203" pitchFamily="34" charset="0"/>
              </a:rPr>
              <a:t>Text Title</a:t>
            </a:r>
          </a:p>
          <a:p>
            <a:pPr algn="ctr" defTabSz="1218987"/>
            <a:r>
              <a:rPr lang="en-US" sz="1200">
                <a:solidFill>
                  <a:prstClr val="black">
                    <a:lumMod val="75000"/>
                    <a:lumOff val="25000"/>
                  </a:prstClr>
                </a:solidFill>
                <a:latin typeface="Segoe UI" panose="020B0502040204020203" pitchFamily="34" charset="0"/>
                <a:cs typeface="Segoe UI" panose="020B0502040204020203" pitchFamily="34" charset="0"/>
              </a:rPr>
              <a:t>You can edit the text for this timeline milestone.</a:t>
            </a:r>
          </a:p>
        </p:txBody>
      </p:sp>
      <p:sp>
        <p:nvSpPr>
          <p:cNvPr id="24" name="TextBox 23">
            <a:extLst>
              <a:ext uri="{FF2B5EF4-FFF2-40B4-BE49-F238E27FC236}">
                <a16:creationId xmlns:a16="http://schemas.microsoft.com/office/drawing/2014/main" id="{79451AA8-9481-F287-F884-B310F571ACBE}"/>
              </a:ext>
            </a:extLst>
          </p:cNvPr>
          <p:cNvSpPr txBox="1"/>
          <p:nvPr/>
        </p:nvSpPr>
        <p:spPr>
          <a:xfrm>
            <a:off x="10058400" y="1371600"/>
            <a:ext cx="1843778" cy="907964"/>
          </a:xfrm>
          <a:prstGeom prst="rect">
            <a:avLst/>
          </a:prstGeom>
          <a:noFill/>
        </p:spPr>
        <p:txBody>
          <a:bodyPr wrap="square" rtlCol="0" anchor="ctr">
            <a:noAutofit/>
          </a:bodyPr>
          <a:lstStyle/>
          <a:p>
            <a:pPr algn="ctr" defTabSz="1218987"/>
            <a:r>
              <a:rPr lang="en-US" sz="1600" b="1">
                <a:solidFill>
                  <a:srgbClr val="5FB7A2"/>
                </a:solidFill>
                <a:latin typeface="Segoe UI" panose="020B0502040204020203" pitchFamily="34" charset="0"/>
                <a:cs typeface="Segoe UI" panose="020B0502040204020203" pitchFamily="34" charset="0"/>
              </a:rPr>
              <a:t>Text Title</a:t>
            </a:r>
          </a:p>
          <a:p>
            <a:pPr algn="ctr" defTabSz="1218987"/>
            <a:r>
              <a:rPr lang="en-US" sz="1200">
                <a:solidFill>
                  <a:prstClr val="black">
                    <a:lumMod val="75000"/>
                    <a:lumOff val="25000"/>
                  </a:prstClr>
                </a:solidFill>
                <a:latin typeface="Segoe UI" panose="020B0502040204020203" pitchFamily="34" charset="0"/>
                <a:cs typeface="Segoe UI" panose="020B0502040204020203" pitchFamily="34" charset="0"/>
              </a:rPr>
              <a:t>You can edit the text for this timeline milestone.</a:t>
            </a:r>
          </a:p>
        </p:txBody>
      </p:sp>
      <p:sp>
        <p:nvSpPr>
          <p:cNvPr id="25" name="Freeform 56">
            <a:extLst>
              <a:ext uri="{FF2B5EF4-FFF2-40B4-BE49-F238E27FC236}">
                <a16:creationId xmlns:a16="http://schemas.microsoft.com/office/drawing/2014/main" id="{30BD4D6B-B3EC-BB8A-83AE-290F08505D22}"/>
              </a:ext>
            </a:extLst>
          </p:cNvPr>
          <p:cNvSpPr>
            <a:spLocks noEditPoints="1"/>
          </p:cNvSpPr>
          <p:nvPr/>
        </p:nvSpPr>
        <p:spPr bwMode="auto">
          <a:xfrm>
            <a:off x="1995122" y="3547063"/>
            <a:ext cx="400778" cy="500474"/>
          </a:xfrm>
          <a:custGeom>
            <a:avLst/>
            <a:gdLst>
              <a:gd name="T0" fmla="*/ 9 w 85"/>
              <a:gd name="T1" fmla="*/ 0 h 106"/>
              <a:gd name="T2" fmla="*/ 0 w 85"/>
              <a:gd name="T3" fmla="*/ 9 h 106"/>
              <a:gd name="T4" fmla="*/ 0 w 85"/>
              <a:gd name="T5" fmla="*/ 98 h 106"/>
              <a:gd name="T6" fmla="*/ 9 w 85"/>
              <a:gd name="T7" fmla="*/ 106 h 106"/>
              <a:gd name="T8" fmla="*/ 76 w 85"/>
              <a:gd name="T9" fmla="*/ 106 h 106"/>
              <a:gd name="T10" fmla="*/ 85 w 85"/>
              <a:gd name="T11" fmla="*/ 98 h 106"/>
              <a:gd name="T12" fmla="*/ 85 w 85"/>
              <a:gd name="T13" fmla="*/ 31 h 106"/>
              <a:gd name="T14" fmla="*/ 81 w 85"/>
              <a:gd name="T15" fmla="*/ 23 h 106"/>
              <a:gd name="T16" fmla="*/ 61 w 85"/>
              <a:gd name="T17" fmla="*/ 3 h 106"/>
              <a:gd name="T18" fmla="*/ 54 w 85"/>
              <a:gd name="T19" fmla="*/ 0 h 106"/>
              <a:gd name="T20" fmla="*/ 9 w 85"/>
              <a:gd name="T21" fmla="*/ 0 h 106"/>
              <a:gd name="T22" fmla="*/ 40 w 85"/>
              <a:gd name="T23" fmla="*/ 16 h 106"/>
              <a:gd name="T24" fmla="*/ 45 w 85"/>
              <a:gd name="T25" fmla="*/ 11 h 106"/>
              <a:gd name="T26" fmla="*/ 49 w 85"/>
              <a:gd name="T27" fmla="*/ 16 h 106"/>
              <a:gd name="T28" fmla="*/ 49 w 85"/>
              <a:gd name="T29" fmla="*/ 32 h 106"/>
              <a:gd name="T30" fmla="*/ 52 w 85"/>
              <a:gd name="T31" fmla="*/ 36 h 106"/>
              <a:gd name="T32" fmla="*/ 69 w 85"/>
              <a:gd name="T33" fmla="*/ 36 h 106"/>
              <a:gd name="T34" fmla="*/ 73 w 85"/>
              <a:gd name="T35" fmla="*/ 40 h 106"/>
              <a:gd name="T36" fmla="*/ 69 w 85"/>
              <a:gd name="T37" fmla="*/ 44 h 106"/>
              <a:gd name="T38" fmla="*/ 49 w 85"/>
              <a:gd name="T39" fmla="*/ 44 h 106"/>
              <a:gd name="T40" fmla="*/ 40 w 85"/>
              <a:gd name="T41" fmla="*/ 36 h 106"/>
              <a:gd name="T42" fmla="*/ 40 w 85"/>
              <a:gd name="T43"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106">
                <a:moveTo>
                  <a:pt x="9" y="0"/>
                </a:moveTo>
                <a:cubicBezTo>
                  <a:pt x="4" y="0"/>
                  <a:pt x="0" y="4"/>
                  <a:pt x="0" y="9"/>
                </a:cubicBezTo>
                <a:cubicBezTo>
                  <a:pt x="0" y="98"/>
                  <a:pt x="0" y="98"/>
                  <a:pt x="0" y="98"/>
                </a:cubicBezTo>
                <a:cubicBezTo>
                  <a:pt x="0" y="103"/>
                  <a:pt x="4" y="106"/>
                  <a:pt x="9" y="106"/>
                </a:cubicBezTo>
                <a:cubicBezTo>
                  <a:pt x="76" y="106"/>
                  <a:pt x="76" y="106"/>
                  <a:pt x="76" y="106"/>
                </a:cubicBezTo>
                <a:cubicBezTo>
                  <a:pt x="81" y="106"/>
                  <a:pt x="85" y="103"/>
                  <a:pt x="85" y="98"/>
                </a:cubicBezTo>
                <a:cubicBezTo>
                  <a:pt x="85" y="31"/>
                  <a:pt x="85" y="31"/>
                  <a:pt x="85" y="31"/>
                </a:cubicBezTo>
                <a:cubicBezTo>
                  <a:pt x="85" y="28"/>
                  <a:pt x="83" y="25"/>
                  <a:pt x="81" y="23"/>
                </a:cubicBezTo>
                <a:cubicBezTo>
                  <a:pt x="61" y="3"/>
                  <a:pt x="61" y="3"/>
                  <a:pt x="61" y="3"/>
                </a:cubicBezTo>
                <a:cubicBezTo>
                  <a:pt x="59" y="1"/>
                  <a:pt x="57" y="0"/>
                  <a:pt x="54" y="0"/>
                </a:cubicBezTo>
                <a:lnTo>
                  <a:pt x="9" y="0"/>
                </a:lnTo>
                <a:close/>
                <a:moveTo>
                  <a:pt x="40" y="16"/>
                </a:moveTo>
                <a:cubicBezTo>
                  <a:pt x="40" y="13"/>
                  <a:pt x="42" y="11"/>
                  <a:pt x="45" y="11"/>
                </a:cubicBezTo>
                <a:cubicBezTo>
                  <a:pt x="47" y="11"/>
                  <a:pt x="49" y="13"/>
                  <a:pt x="49" y="16"/>
                </a:cubicBezTo>
                <a:cubicBezTo>
                  <a:pt x="49" y="32"/>
                  <a:pt x="49" y="32"/>
                  <a:pt x="49" y="32"/>
                </a:cubicBezTo>
                <a:cubicBezTo>
                  <a:pt x="49" y="34"/>
                  <a:pt x="51" y="36"/>
                  <a:pt x="52" y="36"/>
                </a:cubicBezTo>
                <a:cubicBezTo>
                  <a:pt x="69" y="36"/>
                  <a:pt x="69" y="36"/>
                  <a:pt x="69" y="36"/>
                </a:cubicBezTo>
                <a:cubicBezTo>
                  <a:pt x="71" y="36"/>
                  <a:pt x="73" y="38"/>
                  <a:pt x="73" y="40"/>
                </a:cubicBezTo>
                <a:cubicBezTo>
                  <a:pt x="73" y="42"/>
                  <a:pt x="71" y="44"/>
                  <a:pt x="69" y="44"/>
                </a:cubicBezTo>
                <a:cubicBezTo>
                  <a:pt x="49" y="44"/>
                  <a:pt x="49" y="44"/>
                  <a:pt x="49" y="44"/>
                </a:cubicBezTo>
                <a:cubicBezTo>
                  <a:pt x="44" y="44"/>
                  <a:pt x="40" y="40"/>
                  <a:pt x="40" y="36"/>
                </a:cubicBezTo>
                <a:lnTo>
                  <a:pt x="40" y="16"/>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6" name="Freeform 57">
            <a:extLst>
              <a:ext uri="{FF2B5EF4-FFF2-40B4-BE49-F238E27FC236}">
                <a16:creationId xmlns:a16="http://schemas.microsoft.com/office/drawing/2014/main" id="{4305F5AE-582B-444B-9FB4-D4B33A14648E}"/>
              </a:ext>
            </a:extLst>
          </p:cNvPr>
          <p:cNvSpPr>
            <a:spLocks noEditPoints="1"/>
          </p:cNvSpPr>
          <p:nvPr/>
        </p:nvSpPr>
        <p:spPr bwMode="auto">
          <a:xfrm>
            <a:off x="8572681" y="3545071"/>
            <a:ext cx="504463" cy="504461"/>
          </a:xfrm>
          <a:custGeom>
            <a:avLst/>
            <a:gdLst>
              <a:gd name="T0" fmla="*/ 20 w 107"/>
              <a:gd name="T1" fmla="*/ 26 h 107"/>
              <a:gd name="T2" fmla="*/ 20 w 107"/>
              <a:gd name="T3" fmla="*/ 27 h 107"/>
              <a:gd name="T4" fmla="*/ 26 w 107"/>
              <a:gd name="T5" fmla="*/ 65 h 107"/>
              <a:gd name="T6" fmla="*/ 49 w 107"/>
              <a:gd name="T7" fmla="*/ 83 h 107"/>
              <a:gd name="T8" fmla="*/ 54 w 107"/>
              <a:gd name="T9" fmla="*/ 85 h 107"/>
              <a:gd name="T10" fmla="*/ 58 w 107"/>
              <a:gd name="T11" fmla="*/ 83 h 107"/>
              <a:gd name="T12" fmla="*/ 81 w 107"/>
              <a:gd name="T13" fmla="*/ 65 h 107"/>
              <a:gd name="T14" fmla="*/ 87 w 107"/>
              <a:gd name="T15" fmla="*/ 27 h 107"/>
              <a:gd name="T16" fmla="*/ 87 w 107"/>
              <a:gd name="T17" fmla="*/ 26 h 107"/>
              <a:gd name="T18" fmla="*/ 84 w 107"/>
              <a:gd name="T19" fmla="*/ 22 h 107"/>
              <a:gd name="T20" fmla="*/ 54 w 107"/>
              <a:gd name="T21" fmla="*/ 19 h 107"/>
              <a:gd name="T22" fmla="*/ 23 w 107"/>
              <a:gd name="T23" fmla="*/ 22 h 107"/>
              <a:gd name="T24" fmla="*/ 20 w 107"/>
              <a:gd name="T25" fmla="*/ 26 h 107"/>
              <a:gd name="T26" fmla="*/ 0 w 107"/>
              <a:gd name="T27" fmla="*/ 14 h 107"/>
              <a:gd name="T28" fmla="*/ 0 w 107"/>
              <a:gd name="T29" fmla="*/ 14 h 107"/>
              <a:gd name="T30" fmla="*/ 9 w 107"/>
              <a:gd name="T31" fmla="*/ 76 h 107"/>
              <a:gd name="T32" fmla="*/ 46 w 107"/>
              <a:gd name="T33" fmla="*/ 104 h 107"/>
              <a:gd name="T34" fmla="*/ 54 w 107"/>
              <a:gd name="T35" fmla="*/ 107 h 107"/>
              <a:gd name="T36" fmla="*/ 61 w 107"/>
              <a:gd name="T37" fmla="*/ 104 h 107"/>
              <a:gd name="T38" fmla="*/ 98 w 107"/>
              <a:gd name="T39" fmla="*/ 76 h 107"/>
              <a:gd name="T40" fmla="*/ 107 w 107"/>
              <a:gd name="T41" fmla="*/ 14 h 107"/>
              <a:gd name="T42" fmla="*/ 107 w 107"/>
              <a:gd name="T43" fmla="*/ 14 h 107"/>
              <a:gd name="T44" fmla="*/ 102 w 107"/>
              <a:gd name="T45" fmla="*/ 7 h 107"/>
              <a:gd name="T46" fmla="*/ 54 w 107"/>
              <a:gd name="T47" fmla="*/ 0 h 107"/>
              <a:gd name="T48" fmla="*/ 5 w 107"/>
              <a:gd name="T49" fmla="*/ 7 h 107"/>
              <a:gd name="T50" fmla="*/ 0 w 107"/>
              <a:gd name="T51" fmla="*/ 14 h 107"/>
              <a:gd name="T52" fmla="*/ 11 w 107"/>
              <a:gd name="T53" fmla="*/ 21 h 107"/>
              <a:gd name="T54" fmla="*/ 15 w 107"/>
              <a:gd name="T55" fmla="*/ 16 h 107"/>
              <a:gd name="T56" fmla="*/ 54 w 107"/>
              <a:gd name="T57" fmla="*/ 11 h 107"/>
              <a:gd name="T58" fmla="*/ 92 w 107"/>
              <a:gd name="T59" fmla="*/ 16 h 107"/>
              <a:gd name="T60" fmla="*/ 96 w 107"/>
              <a:gd name="T61" fmla="*/ 21 h 107"/>
              <a:gd name="T62" fmla="*/ 96 w 107"/>
              <a:gd name="T63" fmla="*/ 21 h 107"/>
              <a:gd name="T64" fmla="*/ 89 w 107"/>
              <a:gd name="T65" fmla="*/ 71 h 107"/>
              <a:gd name="T66" fmla="*/ 60 w 107"/>
              <a:gd name="T67" fmla="*/ 93 h 107"/>
              <a:gd name="T68" fmla="*/ 54 w 107"/>
              <a:gd name="T69" fmla="*/ 95 h 107"/>
              <a:gd name="T70" fmla="*/ 48 w 107"/>
              <a:gd name="T71" fmla="*/ 93 h 107"/>
              <a:gd name="T72" fmla="*/ 18 w 107"/>
              <a:gd name="T73" fmla="*/ 71 h 107"/>
              <a:gd name="T74" fmla="*/ 11 w 107"/>
              <a:gd name="T75" fmla="*/ 2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7" h="107">
                <a:moveTo>
                  <a:pt x="20" y="26"/>
                </a:moveTo>
                <a:cubicBezTo>
                  <a:pt x="20" y="27"/>
                  <a:pt x="20" y="27"/>
                  <a:pt x="20" y="27"/>
                </a:cubicBezTo>
                <a:cubicBezTo>
                  <a:pt x="21" y="46"/>
                  <a:pt x="25" y="64"/>
                  <a:pt x="26" y="65"/>
                </a:cubicBezTo>
                <a:cubicBezTo>
                  <a:pt x="30" y="71"/>
                  <a:pt x="42" y="79"/>
                  <a:pt x="49" y="83"/>
                </a:cubicBezTo>
                <a:cubicBezTo>
                  <a:pt x="51" y="84"/>
                  <a:pt x="52" y="85"/>
                  <a:pt x="54" y="85"/>
                </a:cubicBezTo>
                <a:cubicBezTo>
                  <a:pt x="55" y="85"/>
                  <a:pt x="57" y="84"/>
                  <a:pt x="58" y="83"/>
                </a:cubicBezTo>
                <a:cubicBezTo>
                  <a:pt x="65" y="79"/>
                  <a:pt x="77" y="71"/>
                  <a:pt x="81" y="65"/>
                </a:cubicBezTo>
                <a:cubicBezTo>
                  <a:pt x="83" y="64"/>
                  <a:pt x="86" y="46"/>
                  <a:pt x="87" y="27"/>
                </a:cubicBezTo>
                <a:cubicBezTo>
                  <a:pt x="87" y="26"/>
                  <a:pt x="87" y="26"/>
                  <a:pt x="87" y="26"/>
                </a:cubicBezTo>
                <a:cubicBezTo>
                  <a:pt x="87" y="25"/>
                  <a:pt x="86" y="23"/>
                  <a:pt x="84" y="22"/>
                </a:cubicBezTo>
                <a:cubicBezTo>
                  <a:pt x="76" y="20"/>
                  <a:pt x="63" y="19"/>
                  <a:pt x="54" y="19"/>
                </a:cubicBezTo>
                <a:cubicBezTo>
                  <a:pt x="44" y="19"/>
                  <a:pt x="31" y="20"/>
                  <a:pt x="23" y="22"/>
                </a:cubicBezTo>
                <a:cubicBezTo>
                  <a:pt x="21" y="23"/>
                  <a:pt x="20" y="25"/>
                  <a:pt x="20" y="26"/>
                </a:cubicBezTo>
                <a:close/>
                <a:moveTo>
                  <a:pt x="0" y="14"/>
                </a:moveTo>
                <a:cubicBezTo>
                  <a:pt x="0" y="14"/>
                  <a:pt x="0" y="14"/>
                  <a:pt x="0" y="14"/>
                </a:cubicBezTo>
                <a:cubicBezTo>
                  <a:pt x="1" y="45"/>
                  <a:pt x="6" y="73"/>
                  <a:pt x="9" y="76"/>
                </a:cubicBezTo>
                <a:cubicBezTo>
                  <a:pt x="15" y="84"/>
                  <a:pt x="35" y="97"/>
                  <a:pt x="46" y="104"/>
                </a:cubicBezTo>
                <a:cubicBezTo>
                  <a:pt x="49" y="105"/>
                  <a:pt x="51" y="107"/>
                  <a:pt x="54" y="107"/>
                </a:cubicBezTo>
                <a:cubicBezTo>
                  <a:pt x="56" y="107"/>
                  <a:pt x="59" y="105"/>
                  <a:pt x="61" y="104"/>
                </a:cubicBezTo>
                <a:cubicBezTo>
                  <a:pt x="72" y="97"/>
                  <a:pt x="92" y="84"/>
                  <a:pt x="98" y="76"/>
                </a:cubicBezTo>
                <a:cubicBezTo>
                  <a:pt x="101" y="73"/>
                  <a:pt x="106" y="45"/>
                  <a:pt x="107" y="14"/>
                </a:cubicBezTo>
                <a:cubicBezTo>
                  <a:pt x="107" y="14"/>
                  <a:pt x="107" y="14"/>
                  <a:pt x="107" y="14"/>
                </a:cubicBezTo>
                <a:cubicBezTo>
                  <a:pt x="107" y="11"/>
                  <a:pt x="105" y="8"/>
                  <a:pt x="102" y="7"/>
                </a:cubicBezTo>
                <a:cubicBezTo>
                  <a:pt x="89" y="3"/>
                  <a:pt x="70" y="0"/>
                  <a:pt x="54" y="0"/>
                </a:cubicBezTo>
                <a:cubicBezTo>
                  <a:pt x="38" y="0"/>
                  <a:pt x="18" y="3"/>
                  <a:pt x="5" y="7"/>
                </a:cubicBezTo>
                <a:cubicBezTo>
                  <a:pt x="2" y="8"/>
                  <a:pt x="0" y="11"/>
                  <a:pt x="0" y="14"/>
                </a:cubicBezTo>
                <a:close/>
                <a:moveTo>
                  <a:pt x="11" y="21"/>
                </a:moveTo>
                <a:cubicBezTo>
                  <a:pt x="11" y="19"/>
                  <a:pt x="13" y="17"/>
                  <a:pt x="15" y="16"/>
                </a:cubicBezTo>
                <a:cubicBezTo>
                  <a:pt x="25" y="12"/>
                  <a:pt x="41" y="11"/>
                  <a:pt x="54" y="11"/>
                </a:cubicBezTo>
                <a:cubicBezTo>
                  <a:pt x="66" y="11"/>
                  <a:pt x="82" y="12"/>
                  <a:pt x="92" y="16"/>
                </a:cubicBezTo>
                <a:cubicBezTo>
                  <a:pt x="95" y="17"/>
                  <a:pt x="96" y="19"/>
                  <a:pt x="96" y="21"/>
                </a:cubicBezTo>
                <a:cubicBezTo>
                  <a:pt x="96" y="21"/>
                  <a:pt x="96" y="21"/>
                  <a:pt x="96" y="21"/>
                </a:cubicBezTo>
                <a:cubicBezTo>
                  <a:pt x="95" y="46"/>
                  <a:pt x="91" y="68"/>
                  <a:pt x="89" y="71"/>
                </a:cubicBezTo>
                <a:cubicBezTo>
                  <a:pt x="84" y="77"/>
                  <a:pt x="68" y="88"/>
                  <a:pt x="60" y="93"/>
                </a:cubicBezTo>
                <a:cubicBezTo>
                  <a:pt x="57" y="94"/>
                  <a:pt x="56" y="95"/>
                  <a:pt x="54" y="95"/>
                </a:cubicBezTo>
                <a:cubicBezTo>
                  <a:pt x="51" y="95"/>
                  <a:pt x="50" y="94"/>
                  <a:pt x="48" y="93"/>
                </a:cubicBezTo>
                <a:cubicBezTo>
                  <a:pt x="39" y="88"/>
                  <a:pt x="23" y="77"/>
                  <a:pt x="18" y="71"/>
                </a:cubicBezTo>
                <a:cubicBezTo>
                  <a:pt x="16" y="68"/>
                  <a:pt x="12" y="46"/>
                  <a:pt x="11" y="2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7" name="Freeform 58">
            <a:extLst>
              <a:ext uri="{FF2B5EF4-FFF2-40B4-BE49-F238E27FC236}">
                <a16:creationId xmlns:a16="http://schemas.microsoft.com/office/drawing/2014/main" id="{EC70626A-69BF-5352-AE9C-42C1F8BEF7E5}"/>
              </a:ext>
            </a:extLst>
          </p:cNvPr>
          <p:cNvSpPr>
            <a:spLocks noEditPoints="1"/>
          </p:cNvSpPr>
          <p:nvPr/>
        </p:nvSpPr>
        <p:spPr bwMode="auto">
          <a:xfrm>
            <a:off x="4158067" y="3552048"/>
            <a:ext cx="494491" cy="490504"/>
          </a:xfrm>
          <a:custGeom>
            <a:avLst/>
            <a:gdLst>
              <a:gd name="T0" fmla="*/ 52 w 105"/>
              <a:gd name="T1" fmla="*/ 47 h 104"/>
              <a:gd name="T2" fmla="*/ 52 w 105"/>
              <a:gd name="T3" fmla="*/ 58 h 104"/>
              <a:gd name="T4" fmla="*/ 52 w 105"/>
              <a:gd name="T5" fmla="*/ 38 h 104"/>
              <a:gd name="T6" fmla="*/ 52 w 105"/>
              <a:gd name="T7" fmla="*/ 67 h 104"/>
              <a:gd name="T8" fmla="*/ 52 w 105"/>
              <a:gd name="T9" fmla="*/ 38 h 104"/>
              <a:gd name="T10" fmla="*/ 19 w 105"/>
              <a:gd name="T11" fmla="*/ 71 h 104"/>
              <a:gd name="T12" fmla="*/ 12 w 105"/>
              <a:gd name="T13" fmla="*/ 85 h 104"/>
              <a:gd name="T14" fmla="*/ 26 w 105"/>
              <a:gd name="T15" fmla="*/ 93 h 104"/>
              <a:gd name="T16" fmla="*/ 42 w 105"/>
              <a:gd name="T17" fmla="*/ 90 h 104"/>
              <a:gd name="T18" fmla="*/ 47 w 105"/>
              <a:gd name="T19" fmla="*/ 104 h 104"/>
              <a:gd name="T20" fmla="*/ 62 w 105"/>
              <a:gd name="T21" fmla="*/ 99 h 104"/>
              <a:gd name="T22" fmla="*/ 72 w 105"/>
              <a:gd name="T23" fmla="*/ 86 h 104"/>
              <a:gd name="T24" fmla="*/ 86 w 105"/>
              <a:gd name="T25" fmla="*/ 93 h 104"/>
              <a:gd name="T26" fmla="*/ 93 w 105"/>
              <a:gd name="T27" fmla="*/ 79 h 104"/>
              <a:gd name="T28" fmla="*/ 90 w 105"/>
              <a:gd name="T29" fmla="*/ 63 h 104"/>
              <a:gd name="T30" fmla="*/ 105 w 105"/>
              <a:gd name="T31" fmla="*/ 57 h 104"/>
              <a:gd name="T32" fmla="*/ 100 w 105"/>
              <a:gd name="T33" fmla="*/ 42 h 104"/>
              <a:gd name="T34" fmla="*/ 86 w 105"/>
              <a:gd name="T35" fmla="*/ 33 h 104"/>
              <a:gd name="T36" fmla="*/ 93 w 105"/>
              <a:gd name="T37" fmla="*/ 19 h 104"/>
              <a:gd name="T38" fmla="*/ 79 w 105"/>
              <a:gd name="T39" fmla="*/ 12 h 104"/>
              <a:gd name="T40" fmla="*/ 63 w 105"/>
              <a:gd name="T41" fmla="*/ 15 h 104"/>
              <a:gd name="T42" fmla="*/ 58 w 105"/>
              <a:gd name="T43" fmla="*/ 0 h 104"/>
              <a:gd name="T44" fmla="*/ 42 w 105"/>
              <a:gd name="T45" fmla="*/ 5 h 104"/>
              <a:gd name="T46" fmla="*/ 33 w 105"/>
              <a:gd name="T47" fmla="*/ 18 h 104"/>
              <a:gd name="T48" fmla="*/ 19 w 105"/>
              <a:gd name="T49" fmla="*/ 12 h 104"/>
              <a:gd name="T50" fmla="*/ 12 w 105"/>
              <a:gd name="T51" fmla="*/ 26 h 104"/>
              <a:gd name="T52" fmla="*/ 15 w 105"/>
              <a:gd name="T53" fmla="*/ 42 h 104"/>
              <a:gd name="T54" fmla="*/ 0 w 105"/>
              <a:gd name="T55" fmla="*/ 47 h 104"/>
              <a:gd name="T56" fmla="*/ 5 w 105"/>
              <a:gd name="T57" fmla="*/ 62 h 104"/>
              <a:gd name="T58" fmla="*/ 52 w 105"/>
              <a:gd name="T59" fmla="*/ 29 h 104"/>
              <a:gd name="T60" fmla="*/ 52 w 105"/>
              <a:gd name="T61" fmla="*/ 76 h 104"/>
              <a:gd name="T62" fmla="*/ 52 w 105"/>
              <a:gd name="T63" fmla="*/ 2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5" h="104">
                <a:moveTo>
                  <a:pt x="47" y="52"/>
                </a:moveTo>
                <a:cubicBezTo>
                  <a:pt x="47" y="49"/>
                  <a:pt x="49" y="47"/>
                  <a:pt x="52" y="47"/>
                </a:cubicBezTo>
                <a:cubicBezTo>
                  <a:pt x="56" y="47"/>
                  <a:pt x="58" y="49"/>
                  <a:pt x="58" y="52"/>
                </a:cubicBezTo>
                <a:cubicBezTo>
                  <a:pt x="58" y="55"/>
                  <a:pt x="56" y="58"/>
                  <a:pt x="52" y="58"/>
                </a:cubicBezTo>
                <a:cubicBezTo>
                  <a:pt x="49" y="58"/>
                  <a:pt x="47" y="55"/>
                  <a:pt x="47" y="52"/>
                </a:cubicBezTo>
                <a:close/>
                <a:moveTo>
                  <a:pt x="52" y="38"/>
                </a:moveTo>
                <a:cubicBezTo>
                  <a:pt x="44" y="38"/>
                  <a:pt x="38" y="44"/>
                  <a:pt x="38" y="52"/>
                </a:cubicBezTo>
                <a:cubicBezTo>
                  <a:pt x="38" y="60"/>
                  <a:pt x="44" y="67"/>
                  <a:pt x="52" y="67"/>
                </a:cubicBezTo>
                <a:cubicBezTo>
                  <a:pt x="60" y="67"/>
                  <a:pt x="67" y="60"/>
                  <a:pt x="67" y="52"/>
                </a:cubicBezTo>
                <a:cubicBezTo>
                  <a:pt x="67" y="44"/>
                  <a:pt x="60" y="38"/>
                  <a:pt x="52" y="38"/>
                </a:cubicBezTo>
                <a:close/>
                <a:moveTo>
                  <a:pt x="15" y="63"/>
                </a:moveTo>
                <a:cubicBezTo>
                  <a:pt x="16" y="66"/>
                  <a:pt x="17" y="69"/>
                  <a:pt x="19" y="71"/>
                </a:cubicBezTo>
                <a:cubicBezTo>
                  <a:pt x="12" y="79"/>
                  <a:pt x="12" y="79"/>
                  <a:pt x="12" y="79"/>
                </a:cubicBezTo>
                <a:cubicBezTo>
                  <a:pt x="10" y="80"/>
                  <a:pt x="10" y="84"/>
                  <a:pt x="12" y="85"/>
                </a:cubicBezTo>
                <a:cubicBezTo>
                  <a:pt x="19" y="93"/>
                  <a:pt x="19" y="93"/>
                  <a:pt x="19" y="93"/>
                </a:cubicBezTo>
                <a:cubicBezTo>
                  <a:pt x="21" y="95"/>
                  <a:pt x="24" y="95"/>
                  <a:pt x="26" y="93"/>
                </a:cubicBezTo>
                <a:cubicBezTo>
                  <a:pt x="33" y="86"/>
                  <a:pt x="33" y="86"/>
                  <a:pt x="33" y="86"/>
                </a:cubicBezTo>
                <a:cubicBezTo>
                  <a:pt x="36" y="88"/>
                  <a:pt x="39" y="89"/>
                  <a:pt x="42" y="90"/>
                </a:cubicBezTo>
                <a:cubicBezTo>
                  <a:pt x="42" y="99"/>
                  <a:pt x="42" y="99"/>
                  <a:pt x="42" y="99"/>
                </a:cubicBezTo>
                <a:cubicBezTo>
                  <a:pt x="42" y="102"/>
                  <a:pt x="45" y="104"/>
                  <a:pt x="47" y="104"/>
                </a:cubicBezTo>
                <a:cubicBezTo>
                  <a:pt x="58" y="104"/>
                  <a:pt x="58" y="104"/>
                  <a:pt x="58" y="104"/>
                </a:cubicBezTo>
                <a:cubicBezTo>
                  <a:pt x="60" y="104"/>
                  <a:pt x="62" y="102"/>
                  <a:pt x="62" y="99"/>
                </a:cubicBezTo>
                <a:cubicBezTo>
                  <a:pt x="63" y="90"/>
                  <a:pt x="63" y="90"/>
                  <a:pt x="63" y="90"/>
                </a:cubicBezTo>
                <a:cubicBezTo>
                  <a:pt x="66" y="89"/>
                  <a:pt x="69" y="88"/>
                  <a:pt x="72" y="86"/>
                </a:cubicBezTo>
                <a:cubicBezTo>
                  <a:pt x="79" y="93"/>
                  <a:pt x="79" y="93"/>
                  <a:pt x="79" y="93"/>
                </a:cubicBezTo>
                <a:cubicBezTo>
                  <a:pt x="81" y="95"/>
                  <a:pt x="84" y="95"/>
                  <a:pt x="86" y="93"/>
                </a:cubicBezTo>
                <a:cubicBezTo>
                  <a:pt x="93" y="85"/>
                  <a:pt x="93" y="85"/>
                  <a:pt x="93" y="85"/>
                </a:cubicBezTo>
                <a:cubicBezTo>
                  <a:pt x="95" y="84"/>
                  <a:pt x="95" y="80"/>
                  <a:pt x="93" y="79"/>
                </a:cubicBezTo>
                <a:cubicBezTo>
                  <a:pt x="86" y="71"/>
                  <a:pt x="86" y="71"/>
                  <a:pt x="86" y="71"/>
                </a:cubicBezTo>
                <a:cubicBezTo>
                  <a:pt x="88" y="69"/>
                  <a:pt x="89" y="66"/>
                  <a:pt x="90" y="63"/>
                </a:cubicBezTo>
                <a:cubicBezTo>
                  <a:pt x="100" y="62"/>
                  <a:pt x="100" y="62"/>
                  <a:pt x="100" y="62"/>
                </a:cubicBezTo>
                <a:cubicBezTo>
                  <a:pt x="102" y="62"/>
                  <a:pt x="105" y="60"/>
                  <a:pt x="105" y="57"/>
                </a:cubicBezTo>
                <a:cubicBezTo>
                  <a:pt x="105" y="47"/>
                  <a:pt x="105" y="47"/>
                  <a:pt x="105" y="47"/>
                </a:cubicBezTo>
                <a:cubicBezTo>
                  <a:pt x="105" y="44"/>
                  <a:pt x="102" y="42"/>
                  <a:pt x="100" y="42"/>
                </a:cubicBezTo>
                <a:cubicBezTo>
                  <a:pt x="90" y="42"/>
                  <a:pt x="90" y="42"/>
                  <a:pt x="90" y="42"/>
                </a:cubicBezTo>
                <a:cubicBezTo>
                  <a:pt x="89" y="39"/>
                  <a:pt x="88" y="36"/>
                  <a:pt x="86" y="33"/>
                </a:cubicBezTo>
                <a:cubicBezTo>
                  <a:pt x="93" y="26"/>
                  <a:pt x="93" y="26"/>
                  <a:pt x="93" y="26"/>
                </a:cubicBezTo>
                <a:cubicBezTo>
                  <a:pt x="95" y="24"/>
                  <a:pt x="95" y="21"/>
                  <a:pt x="93" y="19"/>
                </a:cubicBezTo>
                <a:cubicBezTo>
                  <a:pt x="86" y="12"/>
                  <a:pt x="86" y="12"/>
                  <a:pt x="86" y="12"/>
                </a:cubicBezTo>
                <a:cubicBezTo>
                  <a:pt x="84" y="10"/>
                  <a:pt x="81" y="10"/>
                  <a:pt x="79" y="12"/>
                </a:cubicBezTo>
                <a:cubicBezTo>
                  <a:pt x="72" y="18"/>
                  <a:pt x="72" y="18"/>
                  <a:pt x="72" y="18"/>
                </a:cubicBezTo>
                <a:cubicBezTo>
                  <a:pt x="69" y="17"/>
                  <a:pt x="66" y="16"/>
                  <a:pt x="63" y="15"/>
                </a:cubicBezTo>
                <a:cubicBezTo>
                  <a:pt x="62" y="5"/>
                  <a:pt x="62" y="5"/>
                  <a:pt x="62" y="5"/>
                </a:cubicBezTo>
                <a:cubicBezTo>
                  <a:pt x="62" y="2"/>
                  <a:pt x="60" y="0"/>
                  <a:pt x="58" y="0"/>
                </a:cubicBezTo>
                <a:cubicBezTo>
                  <a:pt x="47" y="0"/>
                  <a:pt x="47" y="0"/>
                  <a:pt x="47" y="0"/>
                </a:cubicBezTo>
                <a:cubicBezTo>
                  <a:pt x="45" y="0"/>
                  <a:pt x="42" y="2"/>
                  <a:pt x="42" y="5"/>
                </a:cubicBezTo>
                <a:cubicBezTo>
                  <a:pt x="42" y="15"/>
                  <a:pt x="42" y="15"/>
                  <a:pt x="42" y="15"/>
                </a:cubicBezTo>
                <a:cubicBezTo>
                  <a:pt x="39" y="16"/>
                  <a:pt x="36" y="17"/>
                  <a:pt x="33" y="18"/>
                </a:cubicBezTo>
                <a:cubicBezTo>
                  <a:pt x="26" y="12"/>
                  <a:pt x="26" y="12"/>
                  <a:pt x="26" y="12"/>
                </a:cubicBezTo>
                <a:cubicBezTo>
                  <a:pt x="24" y="10"/>
                  <a:pt x="21" y="10"/>
                  <a:pt x="19" y="12"/>
                </a:cubicBezTo>
                <a:cubicBezTo>
                  <a:pt x="12" y="19"/>
                  <a:pt x="12" y="19"/>
                  <a:pt x="12" y="19"/>
                </a:cubicBezTo>
                <a:cubicBezTo>
                  <a:pt x="10" y="21"/>
                  <a:pt x="10" y="24"/>
                  <a:pt x="12" y="26"/>
                </a:cubicBezTo>
                <a:cubicBezTo>
                  <a:pt x="19" y="33"/>
                  <a:pt x="19" y="33"/>
                  <a:pt x="19" y="33"/>
                </a:cubicBezTo>
                <a:cubicBezTo>
                  <a:pt x="17" y="36"/>
                  <a:pt x="16" y="39"/>
                  <a:pt x="15" y="42"/>
                </a:cubicBezTo>
                <a:cubicBezTo>
                  <a:pt x="5" y="42"/>
                  <a:pt x="5" y="42"/>
                  <a:pt x="5" y="42"/>
                </a:cubicBezTo>
                <a:cubicBezTo>
                  <a:pt x="3" y="42"/>
                  <a:pt x="0" y="44"/>
                  <a:pt x="0" y="47"/>
                </a:cubicBezTo>
                <a:cubicBezTo>
                  <a:pt x="0" y="57"/>
                  <a:pt x="0" y="57"/>
                  <a:pt x="0" y="57"/>
                </a:cubicBezTo>
                <a:cubicBezTo>
                  <a:pt x="0" y="60"/>
                  <a:pt x="3" y="62"/>
                  <a:pt x="5" y="62"/>
                </a:cubicBezTo>
                <a:lnTo>
                  <a:pt x="15" y="63"/>
                </a:lnTo>
                <a:close/>
                <a:moveTo>
                  <a:pt x="52" y="29"/>
                </a:moveTo>
                <a:cubicBezTo>
                  <a:pt x="65" y="29"/>
                  <a:pt x="76" y="39"/>
                  <a:pt x="76" y="52"/>
                </a:cubicBezTo>
                <a:cubicBezTo>
                  <a:pt x="76" y="65"/>
                  <a:pt x="65" y="76"/>
                  <a:pt x="52" y="76"/>
                </a:cubicBezTo>
                <a:cubicBezTo>
                  <a:pt x="40" y="76"/>
                  <a:pt x="29" y="65"/>
                  <a:pt x="29" y="52"/>
                </a:cubicBezTo>
                <a:cubicBezTo>
                  <a:pt x="29" y="39"/>
                  <a:pt x="40" y="29"/>
                  <a:pt x="52" y="2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8" name="Freeform 16">
            <a:extLst>
              <a:ext uri="{FF2B5EF4-FFF2-40B4-BE49-F238E27FC236}">
                <a16:creationId xmlns:a16="http://schemas.microsoft.com/office/drawing/2014/main" id="{7AF7E7EA-1E98-165F-1390-A11B2BC9F3FC}"/>
              </a:ext>
            </a:extLst>
          </p:cNvPr>
          <p:cNvSpPr>
            <a:spLocks noEditPoints="1"/>
          </p:cNvSpPr>
          <p:nvPr/>
        </p:nvSpPr>
        <p:spPr bwMode="auto">
          <a:xfrm>
            <a:off x="10812435" y="3556265"/>
            <a:ext cx="444555" cy="482070"/>
          </a:xfrm>
          <a:custGeom>
            <a:avLst/>
            <a:gdLst>
              <a:gd name="T0" fmla="*/ 11 w 100"/>
              <a:gd name="T1" fmla="*/ 77 h 106"/>
              <a:gd name="T2" fmla="*/ 31 w 100"/>
              <a:gd name="T3" fmla="*/ 71 h 106"/>
              <a:gd name="T4" fmla="*/ 72 w 100"/>
              <a:gd name="T5" fmla="*/ 82 h 106"/>
              <a:gd name="T6" fmla="*/ 97 w 100"/>
              <a:gd name="T7" fmla="*/ 72 h 106"/>
              <a:gd name="T8" fmla="*/ 100 w 100"/>
              <a:gd name="T9" fmla="*/ 66 h 106"/>
              <a:gd name="T10" fmla="*/ 100 w 100"/>
              <a:gd name="T11" fmla="*/ 12 h 106"/>
              <a:gd name="T12" fmla="*/ 95 w 100"/>
              <a:gd name="T13" fmla="*/ 7 h 106"/>
              <a:gd name="T14" fmla="*/ 90 w 100"/>
              <a:gd name="T15" fmla="*/ 9 h 106"/>
              <a:gd name="T16" fmla="*/ 70 w 100"/>
              <a:gd name="T17" fmla="*/ 15 h 106"/>
              <a:gd name="T18" fmla="*/ 32 w 100"/>
              <a:gd name="T19" fmla="*/ 4 h 106"/>
              <a:gd name="T20" fmla="*/ 11 w 100"/>
              <a:gd name="T21" fmla="*/ 9 h 106"/>
              <a:gd name="T22" fmla="*/ 11 w 100"/>
              <a:gd name="T23" fmla="*/ 5 h 106"/>
              <a:gd name="T24" fmla="*/ 5 w 100"/>
              <a:gd name="T25" fmla="*/ 0 h 106"/>
              <a:gd name="T26" fmla="*/ 0 w 100"/>
              <a:gd name="T27" fmla="*/ 5 h 106"/>
              <a:gd name="T28" fmla="*/ 0 w 100"/>
              <a:gd name="T29" fmla="*/ 101 h 106"/>
              <a:gd name="T30" fmla="*/ 5 w 100"/>
              <a:gd name="T31" fmla="*/ 106 h 106"/>
              <a:gd name="T32" fmla="*/ 11 w 100"/>
              <a:gd name="T33" fmla="*/ 101 h 106"/>
              <a:gd name="T34" fmla="*/ 11 w 100"/>
              <a:gd name="T35" fmla="*/ 77 h 106"/>
              <a:gd name="T36" fmla="*/ 20 w 100"/>
              <a:gd name="T37" fmla="*/ 22 h 106"/>
              <a:gd name="T38" fmla="*/ 20 w 100"/>
              <a:gd name="T39" fmla="*/ 57 h 106"/>
              <a:gd name="T40" fmla="*/ 15 w 100"/>
              <a:gd name="T41" fmla="*/ 62 h 106"/>
              <a:gd name="T42" fmla="*/ 11 w 100"/>
              <a:gd name="T43" fmla="*/ 57 h 106"/>
              <a:gd name="T44" fmla="*/ 11 w 100"/>
              <a:gd name="T45" fmla="*/ 22 h 106"/>
              <a:gd name="T46" fmla="*/ 15 w 100"/>
              <a:gd name="T47" fmla="*/ 17 h 106"/>
              <a:gd name="T48" fmla="*/ 20 w 100"/>
              <a:gd name="T49" fmla="*/ 2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106">
                <a:moveTo>
                  <a:pt x="11" y="77"/>
                </a:moveTo>
                <a:cubicBezTo>
                  <a:pt x="11" y="77"/>
                  <a:pt x="17" y="71"/>
                  <a:pt x="31" y="71"/>
                </a:cubicBezTo>
                <a:cubicBezTo>
                  <a:pt x="46" y="71"/>
                  <a:pt x="59" y="82"/>
                  <a:pt x="72" y="82"/>
                </a:cubicBezTo>
                <a:cubicBezTo>
                  <a:pt x="84" y="82"/>
                  <a:pt x="92" y="77"/>
                  <a:pt x="97" y="72"/>
                </a:cubicBezTo>
                <a:cubicBezTo>
                  <a:pt x="98" y="71"/>
                  <a:pt x="100" y="68"/>
                  <a:pt x="100" y="66"/>
                </a:cubicBezTo>
                <a:cubicBezTo>
                  <a:pt x="100" y="12"/>
                  <a:pt x="100" y="12"/>
                  <a:pt x="100" y="12"/>
                </a:cubicBezTo>
                <a:cubicBezTo>
                  <a:pt x="100" y="9"/>
                  <a:pt x="98" y="7"/>
                  <a:pt x="95" y="7"/>
                </a:cubicBezTo>
                <a:cubicBezTo>
                  <a:pt x="93" y="7"/>
                  <a:pt x="92" y="8"/>
                  <a:pt x="90" y="9"/>
                </a:cubicBezTo>
                <a:cubicBezTo>
                  <a:pt x="88" y="11"/>
                  <a:pt x="83" y="15"/>
                  <a:pt x="70" y="15"/>
                </a:cubicBezTo>
                <a:cubicBezTo>
                  <a:pt x="58" y="15"/>
                  <a:pt x="48" y="4"/>
                  <a:pt x="32" y="4"/>
                </a:cubicBezTo>
                <a:cubicBezTo>
                  <a:pt x="17" y="4"/>
                  <a:pt x="11" y="9"/>
                  <a:pt x="11" y="9"/>
                </a:cubicBezTo>
                <a:cubicBezTo>
                  <a:pt x="11" y="5"/>
                  <a:pt x="11" y="5"/>
                  <a:pt x="11" y="5"/>
                </a:cubicBezTo>
                <a:cubicBezTo>
                  <a:pt x="11" y="2"/>
                  <a:pt x="8" y="0"/>
                  <a:pt x="5" y="0"/>
                </a:cubicBezTo>
                <a:cubicBezTo>
                  <a:pt x="2" y="0"/>
                  <a:pt x="0" y="2"/>
                  <a:pt x="0" y="5"/>
                </a:cubicBezTo>
                <a:cubicBezTo>
                  <a:pt x="0" y="101"/>
                  <a:pt x="0" y="101"/>
                  <a:pt x="0" y="101"/>
                </a:cubicBezTo>
                <a:cubicBezTo>
                  <a:pt x="0" y="104"/>
                  <a:pt x="2" y="106"/>
                  <a:pt x="5" y="106"/>
                </a:cubicBezTo>
                <a:cubicBezTo>
                  <a:pt x="8" y="106"/>
                  <a:pt x="11" y="104"/>
                  <a:pt x="11" y="101"/>
                </a:cubicBezTo>
                <a:lnTo>
                  <a:pt x="11" y="77"/>
                </a:lnTo>
                <a:close/>
                <a:moveTo>
                  <a:pt x="20" y="22"/>
                </a:moveTo>
                <a:cubicBezTo>
                  <a:pt x="20" y="57"/>
                  <a:pt x="20" y="57"/>
                  <a:pt x="20" y="57"/>
                </a:cubicBezTo>
                <a:cubicBezTo>
                  <a:pt x="20" y="60"/>
                  <a:pt x="18" y="62"/>
                  <a:pt x="15" y="62"/>
                </a:cubicBezTo>
                <a:cubicBezTo>
                  <a:pt x="13" y="62"/>
                  <a:pt x="11" y="60"/>
                  <a:pt x="11" y="57"/>
                </a:cubicBezTo>
                <a:cubicBezTo>
                  <a:pt x="11" y="22"/>
                  <a:pt x="11" y="22"/>
                  <a:pt x="11" y="22"/>
                </a:cubicBezTo>
                <a:cubicBezTo>
                  <a:pt x="11" y="19"/>
                  <a:pt x="13" y="17"/>
                  <a:pt x="15" y="17"/>
                </a:cubicBezTo>
                <a:cubicBezTo>
                  <a:pt x="18" y="17"/>
                  <a:pt x="20" y="19"/>
                  <a:pt x="20" y="2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9" name="Freeform 5">
            <a:extLst>
              <a:ext uri="{FF2B5EF4-FFF2-40B4-BE49-F238E27FC236}">
                <a16:creationId xmlns:a16="http://schemas.microsoft.com/office/drawing/2014/main" id="{3B3CE60D-0EDB-1372-EE8C-5EE84A23E29A}"/>
              </a:ext>
            </a:extLst>
          </p:cNvPr>
          <p:cNvSpPr>
            <a:spLocks noEditPoints="1"/>
          </p:cNvSpPr>
          <p:nvPr/>
        </p:nvSpPr>
        <p:spPr bwMode="auto">
          <a:xfrm flipH="1">
            <a:off x="6375606" y="3596786"/>
            <a:ext cx="479010" cy="401031"/>
          </a:xfrm>
          <a:custGeom>
            <a:avLst/>
            <a:gdLst>
              <a:gd name="T0" fmla="*/ 97 w 106"/>
              <a:gd name="T1" fmla="*/ 74 h 89"/>
              <a:gd name="T2" fmla="*/ 106 w 106"/>
              <a:gd name="T3" fmla="*/ 65 h 89"/>
              <a:gd name="T4" fmla="*/ 106 w 106"/>
              <a:gd name="T5" fmla="*/ 9 h 89"/>
              <a:gd name="T6" fmla="*/ 97 w 106"/>
              <a:gd name="T7" fmla="*/ 0 h 89"/>
              <a:gd name="T8" fmla="*/ 48 w 106"/>
              <a:gd name="T9" fmla="*/ 0 h 89"/>
              <a:gd name="T10" fmla="*/ 39 w 106"/>
              <a:gd name="T11" fmla="*/ 9 h 89"/>
              <a:gd name="T12" fmla="*/ 39 w 106"/>
              <a:gd name="T13" fmla="*/ 18 h 89"/>
              <a:gd name="T14" fmla="*/ 26 w 106"/>
              <a:gd name="T15" fmla="*/ 18 h 89"/>
              <a:gd name="T16" fmla="*/ 18 w 106"/>
              <a:gd name="T17" fmla="*/ 21 h 89"/>
              <a:gd name="T18" fmla="*/ 7 w 106"/>
              <a:gd name="T19" fmla="*/ 33 h 89"/>
              <a:gd name="T20" fmla="*/ 4 w 106"/>
              <a:gd name="T21" fmla="*/ 40 h 89"/>
              <a:gd name="T22" fmla="*/ 4 w 106"/>
              <a:gd name="T23" fmla="*/ 63 h 89"/>
              <a:gd name="T24" fmla="*/ 0 w 106"/>
              <a:gd name="T25" fmla="*/ 68 h 89"/>
              <a:gd name="T26" fmla="*/ 5 w 106"/>
              <a:gd name="T27" fmla="*/ 74 h 89"/>
              <a:gd name="T28" fmla="*/ 13 w 106"/>
              <a:gd name="T29" fmla="*/ 74 h 89"/>
              <a:gd name="T30" fmla="*/ 29 w 106"/>
              <a:gd name="T31" fmla="*/ 89 h 89"/>
              <a:gd name="T32" fmla="*/ 46 w 106"/>
              <a:gd name="T33" fmla="*/ 74 h 89"/>
              <a:gd name="T34" fmla="*/ 62 w 106"/>
              <a:gd name="T35" fmla="*/ 74 h 89"/>
              <a:gd name="T36" fmla="*/ 78 w 106"/>
              <a:gd name="T37" fmla="*/ 89 h 89"/>
              <a:gd name="T38" fmla="*/ 95 w 106"/>
              <a:gd name="T39" fmla="*/ 74 h 89"/>
              <a:gd name="T40" fmla="*/ 97 w 106"/>
              <a:gd name="T41" fmla="*/ 74 h 89"/>
              <a:gd name="T42" fmla="*/ 35 w 106"/>
              <a:gd name="T43" fmla="*/ 73 h 89"/>
              <a:gd name="T44" fmla="*/ 29 w 106"/>
              <a:gd name="T45" fmla="*/ 78 h 89"/>
              <a:gd name="T46" fmla="*/ 24 w 106"/>
              <a:gd name="T47" fmla="*/ 73 h 89"/>
              <a:gd name="T48" fmla="*/ 29 w 106"/>
              <a:gd name="T49" fmla="*/ 67 h 89"/>
              <a:gd name="T50" fmla="*/ 35 w 106"/>
              <a:gd name="T51" fmla="*/ 73 h 89"/>
              <a:gd name="T52" fmla="*/ 84 w 106"/>
              <a:gd name="T53" fmla="*/ 73 h 89"/>
              <a:gd name="T54" fmla="*/ 78 w 106"/>
              <a:gd name="T55" fmla="*/ 78 h 89"/>
              <a:gd name="T56" fmla="*/ 73 w 106"/>
              <a:gd name="T57" fmla="*/ 73 h 89"/>
              <a:gd name="T58" fmla="*/ 78 w 106"/>
              <a:gd name="T59" fmla="*/ 67 h 89"/>
              <a:gd name="T60" fmla="*/ 84 w 106"/>
              <a:gd name="T61" fmla="*/ 73 h 89"/>
              <a:gd name="T62" fmla="*/ 15 w 106"/>
              <a:gd name="T63" fmla="*/ 47 h 89"/>
              <a:gd name="T64" fmla="*/ 15 w 106"/>
              <a:gd name="T65" fmla="*/ 41 h 89"/>
              <a:gd name="T66" fmla="*/ 18 w 106"/>
              <a:gd name="T67" fmla="*/ 37 h 89"/>
              <a:gd name="T68" fmla="*/ 22 w 106"/>
              <a:gd name="T69" fmla="*/ 32 h 89"/>
              <a:gd name="T70" fmla="*/ 27 w 106"/>
              <a:gd name="T71" fmla="*/ 29 h 89"/>
              <a:gd name="T72" fmla="*/ 39 w 106"/>
              <a:gd name="T73" fmla="*/ 29 h 89"/>
              <a:gd name="T74" fmla="*/ 39 w 106"/>
              <a:gd name="T75" fmla="*/ 47 h 89"/>
              <a:gd name="T76" fmla="*/ 15 w 106"/>
              <a:gd name="T77" fmla="*/ 4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6" h="89">
                <a:moveTo>
                  <a:pt x="97" y="74"/>
                </a:moveTo>
                <a:cubicBezTo>
                  <a:pt x="102" y="74"/>
                  <a:pt x="106" y="70"/>
                  <a:pt x="106" y="65"/>
                </a:cubicBezTo>
                <a:cubicBezTo>
                  <a:pt x="106" y="9"/>
                  <a:pt x="106" y="9"/>
                  <a:pt x="106" y="9"/>
                </a:cubicBezTo>
                <a:cubicBezTo>
                  <a:pt x="106" y="4"/>
                  <a:pt x="102" y="0"/>
                  <a:pt x="97" y="0"/>
                </a:cubicBezTo>
                <a:cubicBezTo>
                  <a:pt x="48" y="0"/>
                  <a:pt x="48" y="0"/>
                  <a:pt x="48" y="0"/>
                </a:cubicBezTo>
                <a:cubicBezTo>
                  <a:pt x="43" y="0"/>
                  <a:pt x="39" y="4"/>
                  <a:pt x="39" y="9"/>
                </a:cubicBezTo>
                <a:cubicBezTo>
                  <a:pt x="39" y="18"/>
                  <a:pt x="39" y="18"/>
                  <a:pt x="39" y="18"/>
                </a:cubicBezTo>
                <a:cubicBezTo>
                  <a:pt x="26" y="18"/>
                  <a:pt x="26" y="18"/>
                  <a:pt x="26" y="18"/>
                </a:cubicBezTo>
                <a:cubicBezTo>
                  <a:pt x="23" y="18"/>
                  <a:pt x="20" y="19"/>
                  <a:pt x="18" y="21"/>
                </a:cubicBezTo>
                <a:cubicBezTo>
                  <a:pt x="7" y="33"/>
                  <a:pt x="7" y="33"/>
                  <a:pt x="7" y="33"/>
                </a:cubicBezTo>
                <a:cubicBezTo>
                  <a:pt x="5" y="35"/>
                  <a:pt x="4" y="37"/>
                  <a:pt x="4" y="40"/>
                </a:cubicBezTo>
                <a:cubicBezTo>
                  <a:pt x="4" y="63"/>
                  <a:pt x="4" y="63"/>
                  <a:pt x="4" y="63"/>
                </a:cubicBezTo>
                <a:cubicBezTo>
                  <a:pt x="1" y="63"/>
                  <a:pt x="0" y="65"/>
                  <a:pt x="0" y="68"/>
                </a:cubicBezTo>
                <a:cubicBezTo>
                  <a:pt x="0" y="71"/>
                  <a:pt x="2" y="74"/>
                  <a:pt x="5" y="74"/>
                </a:cubicBezTo>
                <a:cubicBezTo>
                  <a:pt x="13" y="74"/>
                  <a:pt x="13" y="74"/>
                  <a:pt x="13" y="74"/>
                </a:cubicBezTo>
                <a:cubicBezTo>
                  <a:pt x="13" y="82"/>
                  <a:pt x="21" y="89"/>
                  <a:pt x="29" y="89"/>
                </a:cubicBezTo>
                <a:cubicBezTo>
                  <a:pt x="38" y="89"/>
                  <a:pt x="46" y="82"/>
                  <a:pt x="46" y="74"/>
                </a:cubicBezTo>
                <a:cubicBezTo>
                  <a:pt x="62" y="74"/>
                  <a:pt x="62" y="74"/>
                  <a:pt x="62" y="74"/>
                </a:cubicBezTo>
                <a:cubicBezTo>
                  <a:pt x="62" y="82"/>
                  <a:pt x="69" y="89"/>
                  <a:pt x="78" y="89"/>
                </a:cubicBezTo>
                <a:cubicBezTo>
                  <a:pt x="87" y="89"/>
                  <a:pt x="94" y="82"/>
                  <a:pt x="95" y="74"/>
                </a:cubicBezTo>
                <a:lnTo>
                  <a:pt x="97" y="74"/>
                </a:lnTo>
                <a:close/>
                <a:moveTo>
                  <a:pt x="35" y="73"/>
                </a:moveTo>
                <a:cubicBezTo>
                  <a:pt x="35" y="76"/>
                  <a:pt x="33" y="78"/>
                  <a:pt x="29" y="78"/>
                </a:cubicBezTo>
                <a:cubicBezTo>
                  <a:pt x="26" y="78"/>
                  <a:pt x="24" y="76"/>
                  <a:pt x="24" y="73"/>
                </a:cubicBezTo>
                <a:cubicBezTo>
                  <a:pt x="24" y="69"/>
                  <a:pt x="26" y="67"/>
                  <a:pt x="29" y="67"/>
                </a:cubicBezTo>
                <a:cubicBezTo>
                  <a:pt x="33" y="67"/>
                  <a:pt x="35" y="69"/>
                  <a:pt x="35" y="73"/>
                </a:cubicBezTo>
                <a:close/>
                <a:moveTo>
                  <a:pt x="84" y="73"/>
                </a:moveTo>
                <a:cubicBezTo>
                  <a:pt x="84" y="76"/>
                  <a:pt x="81" y="78"/>
                  <a:pt x="78" y="78"/>
                </a:cubicBezTo>
                <a:cubicBezTo>
                  <a:pt x="75" y="78"/>
                  <a:pt x="73" y="76"/>
                  <a:pt x="73" y="73"/>
                </a:cubicBezTo>
                <a:cubicBezTo>
                  <a:pt x="73" y="69"/>
                  <a:pt x="75" y="67"/>
                  <a:pt x="78" y="67"/>
                </a:cubicBezTo>
                <a:cubicBezTo>
                  <a:pt x="81" y="67"/>
                  <a:pt x="84" y="69"/>
                  <a:pt x="84" y="73"/>
                </a:cubicBezTo>
                <a:close/>
                <a:moveTo>
                  <a:pt x="15" y="47"/>
                </a:moveTo>
                <a:cubicBezTo>
                  <a:pt x="15" y="41"/>
                  <a:pt x="15" y="41"/>
                  <a:pt x="15" y="41"/>
                </a:cubicBezTo>
                <a:cubicBezTo>
                  <a:pt x="15" y="39"/>
                  <a:pt x="16" y="38"/>
                  <a:pt x="18" y="37"/>
                </a:cubicBezTo>
                <a:cubicBezTo>
                  <a:pt x="22" y="32"/>
                  <a:pt x="22" y="32"/>
                  <a:pt x="22" y="32"/>
                </a:cubicBezTo>
                <a:cubicBezTo>
                  <a:pt x="24" y="30"/>
                  <a:pt x="25" y="29"/>
                  <a:pt x="27" y="29"/>
                </a:cubicBezTo>
                <a:cubicBezTo>
                  <a:pt x="39" y="29"/>
                  <a:pt x="39" y="29"/>
                  <a:pt x="39" y="29"/>
                </a:cubicBezTo>
                <a:cubicBezTo>
                  <a:pt x="39" y="47"/>
                  <a:pt x="39" y="47"/>
                  <a:pt x="39" y="47"/>
                </a:cubicBezTo>
                <a:lnTo>
                  <a:pt x="15" y="4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55" name="Title 1">
            <a:extLst>
              <a:ext uri="{FF2B5EF4-FFF2-40B4-BE49-F238E27FC236}">
                <a16:creationId xmlns:a16="http://schemas.microsoft.com/office/drawing/2014/main" id="{69E8A84E-188B-F040-6AE9-B13ADE0B4CD9}"/>
              </a:ext>
            </a:extLst>
          </p:cNvPr>
          <p:cNvSpPr txBox="1">
            <a:spLocks/>
          </p:cNvSpPr>
          <p:nvPr/>
        </p:nvSpPr>
        <p:spPr>
          <a:xfrm>
            <a:off x="611030" y="392783"/>
            <a:ext cx="10969943" cy="711081"/>
          </a:xfrm>
          <a:prstGeom prst="rect">
            <a:avLst/>
          </a:prstGeom>
        </p:spPr>
        <p:txBody>
          <a:bodyPr vert="horz" lIns="121899" tIns="60949" rIns="121899" bIns="60949" rtlCol="0" anchor="ctr">
            <a:normAutofit/>
          </a:bodyPr>
          <a:lstStyle>
            <a:lvl1pPr algn="l" defTabSz="1218987" rtl="0" eaLnBrk="1" latinLnBrk="0" hangingPunct="1">
              <a:spcBef>
                <a:spcPct val="0"/>
              </a:spcBef>
              <a:buNone/>
              <a:defRPr sz="3600" kern="1200">
                <a:solidFill>
                  <a:schemeClr val="tx1"/>
                </a:solidFill>
                <a:latin typeface="+mj-lt"/>
                <a:ea typeface="+mj-ea"/>
                <a:cs typeface="+mj-cs"/>
              </a:defRPr>
            </a:lvl1pPr>
          </a:lstStyle>
          <a:p>
            <a:r>
              <a:rPr lang="en-US" b="1">
                <a:solidFill>
                  <a:prstClr val="black"/>
                </a:solidFill>
                <a:latin typeface="Segoe UI" panose="020B0502040204020203" pitchFamily="34" charset="0"/>
                <a:cs typeface="Segoe UI" panose="020B0502040204020203" pitchFamily="34" charset="0"/>
              </a:rPr>
              <a:t>Timeline Infographics</a:t>
            </a:r>
          </a:p>
        </p:txBody>
      </p:sp>
    </p:spTree>
    <p:extLst>
      <p:ext uri="{BB962C8B-B14F-4D97-AF65-F5344CB8AC3E}">
        <p14:creationId xmlns:p14="http://schemas.microsoft.com/office/powerpoint/2010/main" val="328081488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Arrow Connector 1">
            <a:extLst>
              <a:ext uri="{FF2B5EF4-FFF2-40B4-BE49-F238E27FC236}">
                <a16:creationId xmlns:a16="http://schemas.microsoft.com/office/drawing/2014/main" id="{320662A8-598B-89DD-A65A-A3FB82A15B30}"/>
              </a:ext>
            </a:extLst>
          </p:cNvPr>
          <p:cNvCxnSpPr>
            <a:cxnSpLocks/>
          </p:cNvCxnSpPr>
          <p:nvPr/>
        </p:nvCxnSpPr>
        <p:spPr>
          <a:xfrm flipV="1">
            <a:off x="8818721" y="3298800"/>
            <a:ext cx="0" cy="526802"/>
          </a:xfrm>
          <a:prstGeom prst="straightConnector1">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 name="Straight Arrow Connector 2">
            <a:extLst>
              <a:ext uri="{FF2B5EF4-FFF2-40B4-BE49-F238E27FC236}">
                <a16:creationId xmlns:a16="http://schemas.microsoft.com/office/drawing/2014/main" id="{99D977C8-19B2-43EA-ECA7-E129B0B3F78B}"/>
              </a:ext>
            </a:extLst>
          </p:cNvPr>
          <p:cNvCxnSpPr>
            <a:cxnSpLocks/>
          </p:cNvCxnSpPr>
          <p:nvPr/>
        </p:nvCxnSpPr>
        <p:spPr>
          <a:xfrm>
            <a:off x="6347482" y="4103279"/>
            <a:ext cx="0" cy="526802"/>
          </a:xfrm>
          <a:prstGeom prst="straightConnector1">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4" name="Straight Arrow Connector 3">
            <a:extLst>
              <a:ext uri="{FF2B5EF4-FFF2-40B4-BE49-F238E27FC236}">
                <a16:creationId xmlns:a16="http://schemas.microsoft.com/office/drawing/2014/main" id="{32526761-EA36-EBAD-8FE1-5EAF3A023C52}"/>
              </a:ext>
            </a:extLst>
          </p:cNvPr>
          <p:cNvCxnSpPr>
            <a:cxnSpLocks/>
          </p:cNvCxnSpPr>
          <p:nvPr/>
        </p:nvCxnSpPr>
        <p:spPr>
          <a:xfrm flipV="1">
            <a:off x="3865093" y="3298800"/>
            <a:ext cx="0" cy="526802"/>
          </a:xfrm>
          <a:prstGeom prst="straightConnector1">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5" name="Straight Arrow Connector 4">
            <a:extLst>
              <a:ext uri="{FF2B5EF4-FFF2-40B4-BE49-F238E27FC236}">
                <a16:creationId xmlns:a16="http://schemas.microsoft.com/office/drawing/2014/main" id="{B4CBE8E2-0933-B176-A755-A905E001450F}"/>
              </a:ext>
            </a:extLst>
          </p:cNvPr>
          <p:cNvCxnSpPr>
            <a:cxnSpLocks/>
          </p:cNvCxnSpPr>
          <p:nvPr/>
        </p:nvCxnSpPr>
        <p:spPr>
          <a:xfrm>
            <a:off x="1382703" y="4103279"/>
            <a:ext cx="0" cy="526802"/>
          </a:xfrm>
          <a:prstGeom prst="straightConnector1">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15D24F3E-A7F1-9551-73BE-B03D5A6D8744}"/>
              </a:ext>
            </a:extLst>
          </p:cNvPr>
          <p:cNvGrpSpPr/>
          <p:nvPr/>
        </p:nvGrpSpPr>
        <p:grpSpPr>
          <a:xfrm>
            <a:off x="8588365" y="1825867"/>
            <a:ext cx="2019270" cy="1244890"/>
            <a:chOff x="3601113" y="1844824"/>
            <a:chExt cx="1959299" cy="1207917"/>
          </a:xfrm>
        </p:grpSpPr>
        <p:sp>
          <p:nvSpPr>
            <p:cNvPr id="7" name="Freeform: Shape 6">
              <a:extLst>
                <a:ext uri="{FF2B5EF4-FFF2-40B4-BE49-F238E27FC236}">
                  <a16:creationId xmlns:a16="http://schemas.microsoft.com/office/drawing/2014/main" id="{FCAB55DD-280C-BADB-C3A7-5C705B19EF83}"/>
                </a:ext>
              </a:extLst>
            </p:cNvPr>
            <p:cNvSpPr/>
            <p:nvPr/>
          </p:nvSpPr>
          <p:spPr>
            <a:xfrm flipH="1">
              <a:off x="3685729" y="1844824"/>
              <a:ext cx="1487771" cy="381016"/>
            </a:xfrm>
            <a:custGeom>
              <a:avLst/>
              <a:gdLst>
                <a:gd name="connsiteX0" fmla="*/ 2541225 w 2541225"/>
                <a:gd name="connsiteY0" fmla="*/ 0 h 531437"/>
                <a:gd name="connsiteX1" fmla="*/ 1307450 w 2541225"/>
                <a:gd name="connsiteY1" fmla="*/ 0 h 531437"/>
                <a:gd name="connsiteX2" fmla="*/ 1233775 w 2541225"/>
                <a:gd name="connsiteY2" fmla="*/ 0 h 531437"/>
                <a:gd name="connsiteX3" fmla="*/ 0 w 2541225"/>
                <a:gd name="connsiteY3" fmla="*/ 0 h 531437"/>
                <a:gd name="connsiteX4" fmla="*/ 192566 w 2541225"/>
                <a:gd name="connsiteY4" fmla="*/ 265719 h 531437"/>
                <a:gd name="connsiteX5" fmla="*/ 0 w 2541225"/>
                <a:gd name="connsiteY5" fmla="*/ 531437 h 531437"/>
                <a:gd name="connsiteX6" fmla="*/ 1233775 w 2541225"/>
                <a:gd name="connsiteY6" fmla="*/ 531437 h 531437"/>
                <a:gd name="connsiteX7" fmla="*/ 1307450 w 2541225"/>
                <a:gd name="connsiteY7" fmla="*/ 531437 h 531437"/>
                <a:gd name="connsiteX8" fmla="*/ 2541225 w 2541225"/>
                <a:gd name="connsiteY8" fmla="*/ 531437 h 531437"/>
                <a:gd name="connsiteX9" fmla="*/ 2348659 w 2541225"/>
                <a:gd name="connsiteY9" fmla="*/ 265719 h 531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1225" h="531437">
                  <a:moveTo>
                    <a:pt x="2541225" y="0"/>
                  </a:moveTo>
                  <a:lnTo>
                    <a:pt x="1307450" y="0"/>
                  </a:lnTo>
                  <a:lnTo>
                    <a:pt x="1233775" y="0"/>
                  </a:lnTo>
                  <a:lnTo>
                    <a:pt x="0" y="0"/>
                  </a:lnTo>
                  <a:lnTo>
                    <a:pt x="192566" y="265719"/>
                  </a:lnTo>
                  <a:lnTo>
                    <a:pt x="0" y="531437"/>
                  </a:lnTo>
                  <a:lnTo>
                    <a:pt x="1233775" y="531437"/>
                  </a:lnTo>
                  <a:lnTo>
                    <a:pt x="1307450" y="531437"/>
                  </a:lnTo>
                  <a:lnTo>
                    <a:pt x="2541225" y="531437"/>
                  </a:lnTo>
                  <a:lnTo>
                    <a:pt x="2348659" y="265719"/>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98000" rIns="198000" rtlCol="0" anchor="ctr"/>
            <a:lstStyle/>
            <a:p>
              <a:pPr defTabSz="1218987"/>
              <a:r>
                <a:rPr lang="en-IN" sz="1600" b="1">
                  <a:solidFill>
                    <a:prstClr val="white"/>
                  </a:solidFill>
                  <a:latin typeface="Segoe UI" panose="020B0502040204020203" pitchFamily="34" charset="0"/>
                  <a:ea typeface="Open Sans" panose="020B0606030504020204" pitchFamily="34" charset="0"/>
                  <a:cs typeface="Segoe UI" panose="020B0502040204020203" pitchFamily="34" charset="0"/>
                </a:rPr>
                <a:t>Edit text</a:t>
              </a:r>
            </a:p>
          </p:txBody>
        </p:sp>
        <p:sp>
          <p:nvSpPr>
            <p:cNvPr id="8" name="TextBox 7">
              <a:extLst>
                <a:ext uri="{FF2B5EF4-FFF2-40B4-BE49-F238E27FC236}">
                  <a16:creationId xmlns:a16="http://schemas.microsoft.com/office/drawing/2014/main" id="{6C3C6E1E-98A2-EF74-F720-F0F3D3FCE781}"/>
                </a:ext>
              </a:extLst>
            </p:cNvPr>
            <p:cNvSpPr txBox="1"/>
            <p:nvPr/>
          </p:nvSpPr>
          <p:spPr>
            <a:xfrm>
              <a:off x="3601113" y="2314077"/>
              <a:ext cx="1959299" cy="738664"/>
            </a:xfrm>
            <a:prstGeom prst="rect">
              <a:avLst/>
            </a:prstGeom>
            <a:noFill/>
          </p:spPr>
          <p:txBody>
            <a:bodyPr wrap="square" rtlCol="0">
              <a:spAutoFit/>
            </a:bodyPr>
            <a:lstStyle/>
            <a:p>
              <a:pPr defTabSz="1218987"/>
              <a:r>
                <a:rPr lang="en-US" sz="1400" kern="0">
                  <a:solidFill>
                    <a:prstClr val="black">
                      <a:lumMod val="50000"/>
                      <a:lumOff val="50000"/>
                    </a:prstClr>
                  </a:solidFill>
                  <a:latin typeface="Segoe UI" panose="020B0502040204020203" pitchFamily="34" charset="0"/>
                  <a:ea typeface="Open Sans" panose="020B0606030504020204" pitchFamily="34" charset="0"/>
                  <a:cs typeface="Segoe UI" panose="020B0502040204020203" pitchFamily="34" charset="0"/>
                </a:rPr>
                <a:t>This is a sample text. Insert your desired text here. </a:t>
              </a:r>
            </a:p>
          </p:txBody>
        </p:sp>
      </p:grpSp>
      <p:grpSp>
        <p:nvGrpSpPr>
          <p:cNvPr id="9" name="Group 8">
            <a:extLst>
              <a:ext uri="{FF2B5EF4-FFF2-40B4-BE49-F238E27FC236}">
                <a16:creationId xmlns:a16="http://schemas.microsoft.com/office/drawing/2014/main" id="{E93B3EB7-4067-A350-96D8-4719C4A6CC76}"/>
              </a:ext>
            </a:extLst>
          </p:cNvPr>
          <p:cNvGrpSpPr/>
          <p:nvPr/>
        </p:nvGrpSpPr>
        <p:grpSpPr>
          <a:xfrm>
            <a:off x="6025186" y="4848406"/>
            <a:ext cx="2019270" cy="1244890"/>
            <a:chOff x="3601113" y="1844824"/>
            <a:chExt cx="1959299" cy="1207917"/>
          </a:xfrm>
        </p:grpSpPr>
        <p:sp>
          <p:nvSpPr>
            <p:cNvPr id="10" name="Freeform: Shape 9">
              <a:extLst>
                <a:ext uri="{FF2B5EF4-FFF2-40B4-BE49-F238E27FC236}">
                  <a16:creationId xmlns:a16="http://schemas.microsoft.com/office/drawing/2014/main" id="{3C6C6D63-01DB-F16E-4BA1-71837B61EB56}"/>
                </a:ext>
              </a:extLst>
            </p:cNvPr>
            <p:cNvSpPr/>
            <p:nvPr/>
          </p:nvSpPr>
          <p:spPr>
            <a:xfrm flipH="1">
              <a:off x="3685729" y="1844824"/>
              <a:ext cx="1487771" cy="381016"/>
            </a:xfrm>
            <a:custGeom>
              <a:avLst/>
              <a:gdLst>
                <a:gd name="connsiteX0" fmla="*/ 2541225 w 2541225"/>
                <a:gd name="connsiteY0" fmla="*/ 0 h 531437"/>
                <a:gd name="connsiteX1" fmla="*/ 1307450 w 2541225"/>
                <a:gd name="connsiteY1" fmla="*/ 0 h 531437"/>
                <a:gd name="connsiteX2" fmla="*/ 1233775 w 2541225"/>
                <a:gd name="connsiteY2" fmla="*/ 0 h 531437"/>
                <a:gd name="connsiteX3" fmla="*/ 0 w 2541225"/>
                <a:gd name="connsiteY3" fmla="*/ 0 h 531437"/>
                <a:gd name="connsiteX4" fmla="*/ 192566 w 2541225"/>
                <a:gd name="connsiteY4" fmla="*/ 265719 h 531437"/>
                <a:gd name="connsiteX5" fmla="*/ 0 w 2541225"/>
                <a:gd name="connsiteY5" fmla="*/ 531437 h 531437"/>
                <a:gd name="connsiteX6" fmla="*/ 1233775 w 2541225"/>
                <a:gd name="connsiteY6" fmla="*/ 531437 h 531437"/>
                <a:gd name="connsiteX7" fmla="*/ 1307450 w 2541225"/>
                <a:gd name="connsiteY7" fmla="*/ 531437 h 531437"/>
                <a:gd name="connsiteX8" fmla="*/ 2541225 w 2541225"/>
                <a:gd name="connsiteY8" fmla="*/ 531437 h 531437"/>
                <a:gd name="connsiteX9" fmla="*/ 2348659 w 2541225"/>
                <a:gd name="connsiteY9" fmla="*/ 265719 h 531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1225" h="531437">
                  <a:moveTo>
                    <a:pt x="2541225" y="0"/>
                  </a:moveTo>
                  <a:lnTo>
                    <a:pt x="1307450" y="0"/>
                  </a:lnTo>
                  <a:lnTo>
                    <a:pt x="1233775" y="0"/>
                  </a:lnTo>
                  <a:lnTo>
                    <a:pt x="0" y="0"/>
                  </a:lnTo>
                  <a:lnTo>
                    <a:pt x="192566" y="265719"/>
                  </a:lnTo>
                  <a:lnTo>
                    <a:pt x="0" y="531437"/>
                  </a:lnTo>
                  <a:lnTo>
                    <a:pt x="1233775" y="531437"/>
                  </a:lnTo>
                  <a:lnTo>
                    <a:pt x="1307450" y="531437"/>
                  </a:lnTo>
                  <a:lnTo>
                    <a:pt x="2541225" y="531437"/>
                  </a:lnTo>
                  <a:lnTo>
                    <a:pt x="2348659" y="265719"/>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98000" rIns="198000" rtlCol="0" anchor="ctr"/>
            <a:lstStyle/>
            <a:p>
              <a:pPr defTabSz="1218987"/>
              <a:r>
                <a:rPr lang="en-IN" sz="1600" b="1">
                  <a:solidFill>
                    <a:prstClr val="white"/>
                  </a:solidFill>
                  <a:latin typeface="Segoe UI" panose="020B0502040204020203" pitchFamily="34" charset="0"/>
                  <a:ea typeface="Open Sans" panose="020B0606030504020204" pitchFamily="34" charset="0"/>
                  <a:cs typeface="Segoe UI" panose="020B0502040204020203" pitchFamily="34" charset="0"/>
                </a:rPr>
                <a:t>Edit text</a:t>
              </a:r>
            </a:p>
          </p:txBody>
        </p:sp>
        <p:sp>
          <p:nvSpPr>
            <p:cNvPr id="11" name="TextBox 10">
              <a:extLst>
                <a:ext uri="{FF2B5EF4-FFF2-40B4-BE49-F238E27FC236}">
                  <a16:creationId xmlns:a16="http://schemas.microsoft.com/office/drawing/2014/main" id="{CC9529BC-D070-8927-F0B5-C0D00E3E5B3F}"/>
                </a:ext>
              </a:extLst>
            </p:cNvPr>
            <p:cNvSpPr txBox="1"/>
            <p:nvPr/>
          </p:nvSpPr>
          <p:spPr>
            <a:xfrm>
              <a:off x="3601113" y="2314077"/>
              <a:ext cx="1959299" cy="738664"/>
            </a:xfrm>
            <a:prstGeom prst="rect">
              <a:avLst/>
            </a:prstGeom>
            <a:noFill/>
          </p:spPr>
          <p:txBody>
            <a:bodyPr wrap="square" rtlCol="0">
              <a:spAutoFit/>
            </a:bodyPr>
            <a:lstStyle/>
            <a:p>
              <a:pPr defTabSz="1218987"/>
              <a:r>
                <a:rPr lang="en-US" sz="1400" kern="0">
                  <a:solidFill>
                    <a:prstClr val="black">
                      <a:lumMod val="50000"/>
                      <a:lumOff val="50000"/>
                    </a:prstClr>
                  </a:solidFill>
                  <a:latin typeface="Segoe UI" panose="020B0502040204020203" pitchFamily="34" charset="0"/>
                  <a:ea typeface="Open Sans" panose="020B0606030504020204" pitchFamily="34" charset="0"/>
                  <a:cs typeface="Segoe UI" panose="020B0502040204020203" pitchFamily="34" charset="0"/>
                </a:rPr>
                <a:t>This is a sample text. Insert your desired text here. </a:t>
              </a:r>
            </a:p>
          </p:txBody>
        </p:sp>
      </p:grpSp>
      <p:cxnSp>
        <p:nvCxnSpPr>
          <p:cNvPr id="12" name="Straight Arrow Connector 11">
            <a:extLst>
              <a:ext uri="{FF2B5EF4-FFF2-40B4-BE49-F238E27FC236}">
                <a16:creationId xmlns:a16="http://schemas.microsoft.com/office/drawing/2014/main" id="{1A68E219-2F9A-82DA-19D4-5BB2525472E8}"/>
              </a:ext>
            </a:extLst>
          </p:cNvPr>
          <p:cNvCxnSpPr>
            <a:cxnSpLocks/>
          </p:cNvCxnSpPr>
          <p:nvPr/>
        </p:nvCxnSpPr>
        <p:spPr>
          <a:xfrm>
            <a:off x="1392062" y="3966708"/>
            <a:ext cx="9944417" cy="0"/>
          </a:xfrm>
          <a:prstGeom prst="straightConnector1">
            <a:avLst/>
          </a:prstGeom>
          <a:ln>
            <a:gradFill flip="none" rotWithShape="1">
              <a:gsLst>
                <a:gs pos="0">
                  <a:schemeClr val="tx2"/>
                </a:gs>
                <a:gs pos="34000">
                  <a:schemeClr val="accent1"/>
                </a:gs>
                <a:gs pos="68000">
                  <a:schemeClr val="accent2"/>
                </a:gs>
                <a:gs pos="100000">
                  <a:schemeClr val="accent3"/>
                </a:gs>
              </a:gsLst>
              <a:lin ang="0" scaled="1"/>
              <a:tileRect/>
            </a:gradFill>
            <a:tailEnd type="triangle"/>
          </a:ln>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83A80CC5-13D0-C495-BF86-CB77C78EECDE}"/>
              </a:ext>
            </a:extLst>
          </p:cNvPr>
          <p:cNvSpPr/>
          <p:nvPr/>
        </p:nvSpPr>
        <p:spPr>
          <a:xfrm>
            <a:off x="1250953" y="3825600"/>
            <a:ext cx="282216" cy="28221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panose="020B0502040204020203" pitchFamily="34" charset="0"/>
            </a:endParaRPr>
          </a:p>
        </p:txBody>
      </p:sp>
      <p:sp>
        <p:nvSpPr>
          <p:cNvPr id="14" name="Oval 13">
            <a:extLst>
              <a:ext uri="{FF2B5EF4-FFF2-40B4-BE49-F238E27FC236}">
                <a16:creationId xmlns:a16="http://schemas.microsoft.com/office/drawing/2014/main" id="{7C8E799A-E46B-0FF0-51C8-A6DC34544145}"/>
              </a:ext>
            </a:extLst>
          </p:cNvPr>
          <p:cNvSpPr/>
          <p:nvPr/>
        </p:nvSpPr>
        <p:spPr>
          <a:xfrm>
            <a:off x="3729531" y="3825600"/>
            <a:ext cx="282216" cy="2822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panose="020B0502040204020203" pitchFamily="34" charset="0"/>
            </a:endParaRPr>
          </a:p>
        </p:txBody>
      </p:sp>
      <p:sp>
        <p:nvSpPr>
          <p:cNvPr id="15" name="Oval 14">
            <a:extLst>
              <a:ext uri="{FF2B5EF4-FFF2-40B4-BE49-F238E27FC236}">
                <a16:creationId xmlns:a16="http://schemas.microsoft.com/office/drawing/2014/main" id="{53C00549-DFC8-026E-6C20-420BDDD47FC2}"/>
              </a:ext>
            </a:extLst>
          </p:cNvPr>
          <p:cNvSpPr/>
          <p:nvPr/>
        </p:nvSpPr>
        <p:spPr>
          <a:xfrm>
            <a:off x="6208109" y="3825600"/>
            <a:ext cx="282216" cy="28221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panose="020B0502040204020203" pitchFamily="34" charset="0"/>
            </a:endParaRPr>
          </a:p>
        </p:txBody>
      </p:sp>
      <p:sp>
        <p:nvSpPr>
          <p:cNvPr id="16" name="Oval 15">
            <a:extLst>
              <a:ext uri="{FF2B5EF4-FFF2-40B4-BE49-F238E27FC236}">
                <a16:creationId xmlns:a16="http://schemas.microsoft.com/office/drawing/2014/main" id="{373053CD-5999-2C9F-00BA-CD44B3BCB2C3}"/>
              </a:ext>
            </a:extLst>
          </p:cNvPr>
          <p:cNvSpPr/>
          <p:nvPr/>
        </p:nvSpPr>
        <p:spPr>
          <a:xfrm>
            <a:off x="8686687" y="3825600"/>
            <a:ext cx="282216" cy="28221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panose="020B0502040204020203" pitchFamily="34" charset="0"/>
            </a:endParaRPr>
          </a:p>
        </p:txBody>
      </p:sp>
      <p:sp>
        <p:nvSpPr>
          <p:cNvPr id="17" name="Freeform: Shape 16">
            <a:extLst>
              <a:ext uri="{FF2B5EF4-FFF2-40B4-BE49-F238E27FC236}">
                <a16:creationId xmlns:a16="http://schemas.microsoft.com/office/drawing/2014/main" id="{49DF8D6D-901F-6BDD-3528-6607BAF732AF}"/>
              </a:ext>
            </a:extLst>
          </p:cNvPr>
          <p:cNvSpPr/>
          <p:nvPr/>
        </p:nvSpPr>
        <p:spPr>
          <a:xfrm>
            <a:off x="855522" y="2238762"/>
            <a:ext cx="1073078" cy="1293072"/>
          </a:xfrm>
          <a:custGeom>
            <a:avLst/>
            <a:gdLst>
              <a:gd name="connsiteX0" fmla="*/ 520604 w 1041208"/>
              <a:gd name="connsiteY0" fmla="*/ 0 h 1254668"/>
              <a:gd name="connsiteX1" fmla="*/ 1041208 w 1041208"/>
              <a:gd name="connsiteY1" fmla="*/ 520604 h 1254668"/>
              <a:gd name="connsiteX2" fmla="*/ 888727 w 1041208"/>
              <a:gd name="connsiteY2" fmla="*/ 888727 h 1254668"/>
              <a:gd name="connsiteX3" fmla="*/ 880743 w 1041208"/>
              <a:gd name="connsiteY3" fmla="*/ 895314 h 1254668"/>
              <a:gd name="connsiteX4" fmla="*/ 521389 w 1041208"/>
              <a:gd name="connsiteY4" fmla="*/ 1254668 h 1254668"/>
              <a:gd name="connsiteX5" fmla="*/ 169435 w 1041208"/>
              <a:gd name="connsiteY5" fmla="*/ 902715 h 1254668"/>
              <a:gd name="connsiteX6" fmla="*/ 152481 w 1041208"/>
              <a:gd name="connsiteY6" fmla="*/ 888727 h 1254668"/>
              <a:gd name="connsiteX7" fmla="*/ 0 w 1041208"/>
              <a:gd name="connsiteY7" fmla="*/ 520604 h 1254668"/>
              <a:gd name="connsiteX8" fmla="*/ 520604 w 1041208"/>
              <a:gd name="connsiteY8" fmla="*/ 0 h 125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1208" h="1254668">
                <a:moveTo>
                  <a:pt x="520604" y="0"/>
                </a:moveTo>
                <a:cubicBezTo>
                  <a:pt x="808126" y="0"/>
                  <a:pt x="1041208" y="233082"/>
                  <a:pt x="1041208" y="520604"/>
                </a:cubicBezTo>
                <a:cubicBezTo>
                  <a:pt x="1041208" y="664365"/>
                  <a:pt x="982938" y="794516"/>
                  <a:pt x="888727" y="888727"/>
                </a:cubicBezTo>
                <a:lnTo>
                  <a:pt x="880743" y="895314"/>
                </a:lnTo>
                <a:lnTo>
                  <a:pt x="521389" y="1254668"/>
                </a:lnTo>
                <a:lnTo>
                  <a:pt x="169435" y="902715"/>
                </a:lnTo>
                <a:lnTo>
                  <a:pt x="152481" y="888727"/>
                </a:lnTo>
                <a:cubicBezTo>
                  <a:pt x="58270" y="794516"/>
                  <a:pt x="0" y="664365"/>
                  <a:pt x="0" y="520604"/>
                </a:cubicBezTo>
                <a:cubicBezTo>
                  <a:pt x="0" y="233082"/>
                  <a:pt x="233082" y="0"/>
                  <a:pt x="520604" y="0"/>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360000" rtlCol="0" anchor="t"/>
          <a:lstStyle/>
          <a:p>
            <a:pPr algn="ctr" defTabSz="1218987"/>
            <a:endParaRPr lang="en-IN" sz="2000">
              <a:solidFill>
                <a:prstClr val="white"/>
              </a:solidFill>
              <a:latin typeface="Segoe UI" panose="020B0502040204020203" pitchFamily="34" charset="0"/>
              <a:ea typeface="Open Sans" panose="020B0606030504020204" pitchFamily="34" charset="0"/>
              <a:cs typeface="Segoe UI" panose="020B0502040204020203" pitchFamily="34" charset="0"/>
            </a:endParaRPr>
          </a:p>
        </p:txBody>
      </p:sp>
      <p:sp>
        <p:nvSpPr>
          <p:cNvPr id="18" name="Freeform: Shape 17">
            <a:extLst>
              <a:ext uri="{FF2B5EF4-FFF2-40B4-BE49-F238E27FC236}">
                <a16:creationId xmlns:a16="http://schemas.microsoft.com/office/drawing/2014/main" id="{FEE5A83C-3978-FDF2-15C4-EFA0F94C3ACE}"/>
              </a:ext>
            </a:extLst>
          </p:cNvPr>
          <p:cNvSpPr/>
          <p:nvPr/>
        </p:nvSpPr>
        <p:spPr>
          <a:xfrm rot="10800000">
            <a:off x="3334100" y="4407050"/>
            <a:ext cx="1073078" cy="1293072"/>
          </a:xfrm>
          <a:custGeom>
            <a:avLst/>
            <a:gdLst>
              <a:gd name="connsiteX0" fmla="*/ 520604 w 1041208"/>
              <a:gd name="connsiteY0" fmla="*/ 0 h 1254668"/>
              <a:gd name="connsiteX1" fmla="*/ 1041208 w 1041208"/>
              <a:gd name="connsiteY1" fmla="*/ 520604 h 1254668"/>
              <a:gd name="connsiteX2" fmla="*/ 888727 w 1041208"/>
              <a:gd name="connsiteY2" fmla="*/ 888727 h 1254668"/>
              <a:gd name="connsiteX3" fmla="*/ 880743 w 1041208"/>
              <a:gd name="connsiteY3" fmla="*/ 895314 h 1254668"/>
              <a:gd name="connsiteX4" fmla="*/ 521389 w 1041208"/>
              <a:gd name="connsiteY4" fmla="*/ 1254668 h 1254668"/>
              <a:gd name="connsiteX5" fmla="*/ 169435 w 1041208"/>
              <a:gd name="connsiteY5" fmla="*/ 902715 h 1254668"/>
              <a:gd name="connsiteX6" fmla="*/ 152481 w 1041208"/>
              <a:gd name="connsiteY6" fmla="*/ 888727 h 1254668"/>
              <a:gd name="connsiteX7" fmla="*/ 0 w 1041208"/>
              <a:gd name="connsiteY7" fmla="*/ 520604 h 1254668"/>
              <a:gd name="connsiteX8" fmla="*/ 520604 w 1041208"/>
              <a:gd name="connsiteY8" fmla="*/ 0 h 125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1208" h="1254668">
                <a:moveTo>
                  <a:pt x="520604" y="0"/>
                </a:moveTo>
                <a:cubicBezTo>
                  <a:pt x="808126" y="0"/>
                  <a:pt x="1041208" y="233082"/>
                  <a:pt x="1041208" y="520604"/>
                </a:cubicBezTo>
                <a:cubicBezTo>
                  <a:pt x="1041208" y="664365"/>
                  <a:pt x="982938" y="794516"/>
                  <a:pt x="888727" y="888727"/>
                </a:cubicBezTo>
                <a:lnTo>
                  <a:pt x="880743" y="895314"/>
                </a:lnTo>
                <a:lnTo>
                  <a:pt x="521389" y="1254668"/>
                </a:lnTo>
                <a:lnTo>
                  <a:pt x="169435" y="902715"/>
                </a:lnTo>
                <a:lnTo>
                  <a:pt x="152481" y="888727"/>
                </a:lnTo>
                <a:cubicBezTo>
                  <a:pt x="58270" y="794516"/>
                  <a:pt x="0" y="664365"/>
                  <a:pt x="0" y="520604"/>
                </a:cubicBezTo>
                <a:cubicBezTo>
                  <a:pt x="0" y="233082"/>
                  <a:pt x="233082" y="0"/>
                  <a:pt x="5206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360000" rtlCol="0" anchor="t"/>
          <a:lstStyle/>
          <a:p>
            <a:pPr algn="ctr" defTabSz="1218987"/>
            <a:endParaRPr lang="en-IN" sz="2000">
              <a:solidFill>
                <a:prstClr val="white"/>
              </a:solidFill>
              <a:latin typeface="Segoe UI" panose="020B0502040204020203" pitchFamily="34" charset="0"/>
              <a:ea typeface="Open Sans" panose="020B0606030504020204" pitchFamily="34" charset="0"/>
              <a:cs typeface="Segoe UI" panose="020B0502040204020203" pitchFamily="34" charset="0"/>
            </a:endParaRPr>
          </a:p>
        </p:txBody>
      </p:sp>
      <p:sp>
        <p:nvSpPr>
          <p:cNvPr id="19" name="TextBox 18">
            <a:extLst>
              <a:ext uri="{FF2B5EF4-FFF2-40B4-BE49-F238E27FC236}">
                <a16:creationId xmlns:a16="http://schemas.microsoft.com/office/drawing/2014/main" id="{00A67FD2-0029-0969-65D6-1161757B4A53}"/>
              </a:ext>
            </a:extLst>
          </p:cNvPr>
          <p:cNvSpPr txBox="1"/>
          <p:nvPr/>
        </p:nvSpPr>
        <p:spPr>
          <a:xfrm>
            <a:off x="996227" y="2546846"/>
            <a:ext cx="791671" cy="412357"/>
          </a:xfrm>
          <a:prstGeom prst="rect">
            <a:avLst/>
          </a:prstGeom>
          <a:noFill/>
        </p:spPr>
        <p:txBody>
          <a:bodyPr wrap="none" rtlCol="0">
            <a:spAutoFit/>
          </a:bodyPr>
          <a:lstStyle/>
          <a:p>
            <a:pPr algn="ctr" defTabSz="1218987"/>
            <a:r>
              <a:rPr lang="en-IN" sz="2000" b="1">
                <a:solidFill>
                  <a:prstClr val="white"/>
                </a:solidFill>
                <a:latin typeface="Segoe UI" panose="020B0502040204020203" pitchFamily="34" charset="0"/>
                <a:ea typeface="Open Sans" panose="020B0606030504020204" pitchFamily="34" charset="0"/>
                <a:cs typeface="Segoe UI" panose="020B0502040204020203" pitchFamily="34" charset="0"/>
              </a:rPr>
              <a:t>2019</a:t>
            </a:r>
          </a:p>
        </p:txBody>
      </p:sp>
      <p:sp>
        <p:nvSpPr>
          <p:cNvPr id="20" name="TextBox 19">
            <a:extLst>
              <a:ext uri="{FF2B5EF4-FFF2-40B4-BE49-F238E27FC236}">
                <a16:creationId xmlns:a16="http://schemas.microsoft.com/office/drawing/2014/main" id="{15230339-8542-9257-7CF6-3C88A0340C55}"/>
              </a:ext>
            </a:extLst>
          </p:cNvPr>
          <p:cNvSpPr txBox="1"/>
          <p:nvPr/>
        </p:nvSpPr>
        <p:spPr>
          <a:xfrm>
            <a:off x="3471567" y="4971926"/>
            <a:ext cx="791671" cy="412357"/>
          </a:xfrm>
          <a:prstGeom prst="rect">
            <a:avLst/>
          </a:prstGeom>
          <a:noFill/>
        </p:spPr>
        <p:txBody>
          <a:bodyPr wrap="none" rtlCol="0">
            <a:spAutoFit/>
          </a:bodyPr>
          <a:lstStyle/>
          <a:p>
            <a:pPr algn="ctr" defTabSz="1218987"/>
            <a:r>
              <a:rPr lang="en-IN" sz="2000" b="1">
                <a:solidFill>
                  <a:prstClr val="white"/>
                </a:solidFill>
                <a:latin typeface="Segoe UI" panose="020B0502040204020203" pitchFamily="34" charset="0"/>
                <a:ea typeface="Open Sans" panose="020B0606030504020204" pitchFamily="34" charset="0"/>
                <a:cs typeface="Segoe UI" panose="020B0502040204020203" pitchFamily="34" charset="0"/>
              </a:rPr>
              <a:t>2020</a:t>
            </a:r>
          </a:p>
        </p:txBody>
      </p:sp>
      <p:sp>
        <p:nvSpPr>
          <p:cNvPr id="21" name="Freeform: Shape 20">
            <a:extLst>
              <a:ext uri="{FF2B5EF4-FFF2-40B4-BE49-F238E27FC236}">
                <a16:creationId xmlns:a16="http://schemas.microsoft.com/office/drawing/2014/main" id="{E2912970-1915-46E8-3C98-8E6C0FF9FFD1}"/>
              </a:ext>
            </a:extLst>
          </p:cNvPr>
          <p:cNvSpPr/>
          <p:nvPr/>
        </p:nvSpPr>
        <p:spPr>
          <a:xfrm>
            <a:off x="5806203" y="2238762"/>
            <a:ext cx="1073078" cy="1293072"/>
          </a:xfrm>
          <a:custGeom>
            <a:avLst/>
            <a:gdLst>
              <a:gd name="connsiteX0" fmla="*/ 520604 w 1041208"/>
              <a:gd name="connsiteY0" fmla="*/ 0 h 1254668"/>
              <a:gd name="connsiteX1" fmla="*/ 1041208 w 1041208"/>
              <a:gd name="connsiteY1" fmla="*/ 520604 h 1254668"/>
              <a:gd name="connsiteX2" fmla="*/ 888727 w 1041208"/>
              <a:gd name="connsiteY2" fmla="*/ 888727 h 1254668"/>
              <a:gd name="connsiteX3" fmla="*/ 880743 w 1041208"/>
              <a:gd name="connsiteY3" fmla="*/ 895314 h 1254668"/>
              <a:gd name="connsiteX4" fmla="*/ 521389 w 1041208"/>
              <a:gd name="connsiteY4" fmla="*/ 1254668 h 1254668"/>
              <a:gd name="connsiteX5" fmla="*/ 169435 w 1041208"/>
              <a:gd name="connsiteY5" fmla="*/ 902715 h 1254668"/>
              <a:gd name="connsiteX6" fmla="*/ 152481 w 1041208"/>
              <a:gd name="connsiteY6" fmla="*/ 888727 h 1254668"/>
              <a:gd name="connsiteX7" fmla="*/ 0 w 1041208"/>
              <a:gd name="connsiteY7" fmla="*/ 520604 h 1254668"/>
              <a:gd name="connsiteX8" fmla="*/ 520604 w 1041208"/>
              <a:gd name="connsiteY8" fmla="*/ 0 h 125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1208" h="1254668">
                <a:moveTo>
                  <a:pt x="520604" y="0"/>
                </a:moveTo>
                <a:cubicBezTo>
                  <a:pt x="808126" y="0"/>
                  <a:pt x="1041208" y="233082"/>
                  <a:pt x="1041208" y="520604"/>
                </a:cubicBezTo>
                <a:cubicBezTo>
                  <a:pt x="1041208" y="664365"/>
                  <a:pt x="982938" y="794516"/>
                  <a:pt x="888727" y="888727"/>
                </a:cubicBezTo>
                <a:lnTo>
                  <a:pt x="880743" y="895314"/>
                </a:lnTo>
                <a:lnTo>
                  <a:pt x="521389" y="1254668"/>
                </a:lnTo>
                <a:lnTo>
                  <a:pt x="169435" y="902715"/>
                </a:lnTo>
                <a:lnTo>
                  <a:pt x="152481" y="888727"/>
                </a:lnTo>
                <a:cubicBezTo>
                  <a:pt x="58270" y="794516"/>
                  <a:pt x="0" y="664365"/>
                  <a:pt x="0" y="520604"/>
                </a:cubicBezTo>
                <a:cubicBezTo>
                  <a:pt x="0" y="233082"/>
                  <a:pt x="233082" y="0"/>
                  <a:pt x="52060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360000" rtlCol="0" anchor="t"/>
          <a:lstStyle/>
          <a:p>
            <a:pPr algn="ctr" defTabSz="1218987"/>
            <a:endParaRPr lang="en-IN" sz="2000">
              <a:solidFill>
                <a:prstClr val="white"/>
              </a:solidFill>
              <a:latin typeface="Segoe UI" panose="020B0502040204020203" pitchFamily="34" charset="0"/>
              <a:ea typeface="Open Sans" panose="020B0606030504020204" pitchFamily="34" charset="0"/>
              <a:cs typeface="Segoe UI" panose="020B0502040204020203" pitchFamily="34" charset="0"/>
            </a:endParaRPr>
          </a:p>
        </p:txBody>
      </p:sp>
      <p:sp>
        <p:nvSpPr>
          <p:cNvPr id="22" name="TextBox 21">
            <a:extLst>
              <a:ext uri="{FF2B5EF4-FFF2-40B4-BE49-F238E27FC236}">
                <a16:creationId xmlns:a16="http://schemas.microsoft.com/office/drawing/2014/main" id="{60128918-8D05-9FDF-775F-ADB1364E05AA}"/>
              </a:ext>
            </a:extLst>
          </p:cNvPr>
          <p:cNvSpPr txBox="1"/>
          <p:nvPr/>
        </p:nvSpPr>
        <p:spPr>
          <a:xfrm>
            <a:off x="5958664" y="2546845"/>
            <a:ext cx="768159" cy="400110"/>
          </a:xfrm>
          <a:prstGeom prst="rect">
            <a:avLst/>
          </a:prstGeom>
          <a:noFill/>
        </p:spPr>
        <p:txBody>
          <a:bodyPr wrap="none" rtlCol="0">
            <a:spAutoFit/>
          </a:bodyPr>
          <a:lstStyle/>
          <a:p>
            <a:pPr algn="ctr" defTabSz="1218987"/>
            <a:r>
              <a:rPr lang="en-IN" sz="2000" b="1">
                <a:solidFill>
                  <a:prstClr val="white"/>
                </a:solidFill>
                <a:latin typeface="Segoe UI" panose="020B0502040204020203" pitchFamily="34" charset="0"/>
                <a:ea typeface="Open Sans" panose="020B0606030504020204" pitchFamily="34" charset="0"/>
                <a:cs typeface="Segoe UI" panose="020B0502040204020203" pitchFamily="34" charset="0"/>
              </a:rPr>
              <a:t>2021</a:t>
            </a:r>
          </a:p>
        </p:txBody>
      </p:sp>
      <p:sp>
        <p:nvSpPr>
          <p:cNvPr id="23" name="Freeform: Shape 22">
            <a:extLst>
              <a:ext uri="{FF2B5EF4-FFF2-40B4-BE49-F238E27FC236}">
                <a16:creationId xmlns:a16="http://schemas.microsoft.com/office/drawing/2014/main" id="{93D712DF-B7E5-D129-3A4C-8D305BC5066C}"/>
              </a:ext>
            </a:extLst>
          </p:cNvPr>
          <p:cNvSpPr/>
          <p:nvPr/>
        </p:nvSpPr>
        <p:spPr>
          <a:xfrm rot="10800000">
            <a:off x="8297346" y="4407050"/>
            <a:ext cx="1073078" cy="1293072"/>
          </a:xfrm>
          <a:custGeom>
            <a:avLst/>
            <a:gdLst>
              <a:gd name="connsiteX0" fmla="*/ 520604 w 1041208"/>
              <a:gd name="connsiteY0" fmla="*/ 0 h 1254668"/>
              <a:gd name="connsiteX1" fmla="*/ 1041208 w 1041208"/>
              <a:gd name="connsiteY1" fmla="*/ 520604 h 1254668"/>
              <a:gd name="connsiteX2" fmla="*/ 888727 w 1041208"/>
              <a:gd name="connsiteY2" fmla="*/ 888727 h 1254668"/>
              <a:gd name="connsiteX3" fmla="*/ 880743 w 1041208"/>
              <a:gd name="connsiteY3" fmla="*/ 895314 h 1254668"/>
              <a:gd name="connsiteX4" fmla="*/ 521389 w 1041208"/>
              <a:gd name="connsiteY4" fmla="*/ 1254668 h 1254668"/>
              <a:gd name="connsiteX5" fmla="*/ 169435 w 1041208"/>
              <a:gd name="connsiteY5" fmla="*/ 902715 h 1254668"/>
              <a:gd name="connsiteX6" fmla="*/ 152481 w 1041208"/>
              <a:gd name="connsiteY6" fmla="*/ 888727 h 1254668"/>
              <a:gd name="connsiteX7" fmla="*/ 0 w 1041208"/>
              <a:gd name="connsiteY7" fmla="*/ 520604 h 1254668"/>
              <a:gd name="connsiteX8" fmla="*/ 520604 w 1041208"/>
              <a:gd name="connsiteY8" fmla="*/ 0 h 125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1208" h="1254668">
                <a:moveTo>
                  <a:pt x="520604" y="0"/>
                </a:moveTo>
                <a:cubicBezTo>
                  <a:pt x="808126" y="0"/>
                  <a:pt x="1041208" y="233082"/>
                  <a:pt x="1041208" y="520604"/>
                </a:cubicBezTo>
                <a:cubicBezTo>
                  <a:pt x="1041208" y="664365"/>
                  <a:pt x="982938" y="794516"/>
                  <a:pt x="888727" y="888727"/>
                </a:cubicBezTo>
                <a:lnTo>
                  <a:pt x="880743" y="895314"/>
                </a:lnTo>
                <a:lnTo>
                  <a:pt x="521389" y="1254668"/>
                </a:lnTo>
                <a:lnTo>
                  <a:pt x="169435" y="902715"/>
                </a:lnTo>
                <a:lnTo>
                  <a:pt x="152481" y="888727"/>
                </a:lnTo>
                <a:cubicBezTo>
                  <a:pt x="58270" y="794516"/>
                  <a:pt x="0" y="664365"/>
                  <a:pt x="0" y="520604"/>
                </a:cubicBezTo>
                <a:cubicBezTo>
                  <a:pt x="0" y="233082"/>
                  <a:pt x="233082" y="0"/>
                  <a:pt x="52060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360000" rtlCol="0" anchor="t"/>
          <a:lstStyle/>
          <a:p>
            <a:pPr algn="ctr" defTabSz="1218987"/>
            <a:endParaRPr lang="en-IN" sz="2000">
              <a:solidFill>
                <a:prstClr val="white"/>
              </a:solidFill>
              <a:latin typeface="Segoe UI" panose="020B0502040204020203" pitchFamily="34" charset="0"/>
              <a:ea typeface="Open Sans" panose="020B0606030504020204" pitchFamily="34" charset="0"/>
              <a:cs typeface="Segoe UI" panose="020B0502040204020203" pitchFamily="34" charset="0"/>
            </a:endParaRPr>
          </a:p>
        </p:txBody>
      </p:sp>
      <p:sp>
        <p:nvSpPr>
          <p:cNvPr id="24" name="TextBox 23">
            <a:extLst>
              <a:ext uri="{FF2B5EF4-FFF2-40B4-BE49-F238E27FC236}">
                <a16:creationId xmlns:a16="http://schemas.microsoft.com/office/drawing/2014/main" id="{6E57F97E-BFC9-E0E5-FC72-91D0C5255592}"/>
              </a:ext>
            </a:extLst>
          </p:cNvPr>
          <p:cNvSpPr txBox="1"/>
          <p:nvPr/>
        </p:nvSpPr>
        <p:spPr>
          <a:xfrm>
            <a:off x="8434814" y="4971926"/>
            <a:ext cx="791671" cy="412357"/>
          </a:xfrm>
          <a:prstGeom prst="rect">
            <a:avLst/>
          </a:prstGeom>
          <a:noFill/>
        </p:spPr>
        <p:txBody>
          <a:bodyPr wrap="none" rtlCol="0">
            <a:spAutoFit/>
          </a:bodyPr>
          <a:lstStyle/>
          <a:p>
            <a:pPr algn="ctr" defTabSz="1218987"/>
            <a:r>
              <a:rPr lang="en-IN" sz="2000" b="1">
                <a:solidFill>
                  <a:prstClr val="white"/>
                </a:solidFill>
                <a:latin typeface="Segoe UI" panose="020B0502040204020203" pitchFamily="34" charset="0"/>
                <a:ea typeface="Open Sans" panose="020B0606030504020204" pitchFamily="34" charset="0"/>
                <a:cs typeface="Segoe UI" panose="020B0502040204020203" pitchFamily="34" charset="0"/>
              </a:rPr>
              <a:t>2022</a:t>
            </a:r>
          </a:p>
        </p:txBody>
      </p:sp>
      <p:grpSp>
        <p:nvGrpSpPr>
          <p:cNvPr id="25" name="Group 24">
            <a:extLst>
              <a:ext uri="{FF2B5EF4-FFF2-40B4-BE49-F238E27FC236}">
                <a16:creationId xmlns:a16="http://schemas.microsoft.com/office/drawing/2014/main" id="{FD5BA232-BE14-608C-75F0-3B9202C53445}"/>
              </a:ext>
            </a:extLst>
          </p:cNvPr>
          <p:cNvGrpSpPr/>
          <p:nvPr/>
        </p:nvGrpSpPr>
        <p:grpSpPr>
          <a:xfrm>
            <a:off x="3634738" y="1825867"/>
            <a:ext cx="2019270" cy="1244890"/>
            <a:chOff x="3601113" y="1844824"/>
            <a:chExt cx="1959299" cy="1207917"/>
          </a:xfrm>
        </p:grpSpPr>
        <p:sp>
          <p:nvSpPr>
            <p:cNvPr id="26" name="Freeform: Shape 25">
              <a:extLst>
                <a:ext uri="{FF2B5EF4-FFF2-40B4-BE49-F238E27FC236}">
                  <a16:creationId xmlns:a16="http://schemas.microsoft.com/office/drawing/2014/main" id="{B919CE90-9000-2586-220C-F10530D28679}"/>
                </a:ext>
              </a:extLst>
            </p:cNvPr>
            <p:cNvSpPr/>
            <p:nvPr/>
          </p:nvSpPr>
          <p:spPr>
            <a:xfrm flipH="1">
              <a:off x="3685729" y="1844824"/>
              <a:ext cx="1487771" cy="381016"/>
            </a:xfrm>
            <a:custGeom>
              <a:avLst/>
              <a:gdLst>
                <a:gd name="connsiteX0" fmla="*/ 2541225 w 2541225"/>
                <a:gd name="connsiteY0" fmla="*/ 0 h 531437"/>
                <a:gd name="connsiteX1" fmla="*/ 1307450 w 2541225"/>
                <a:gd name="connsiteY1" fmla="*/ 0 h 531437"/>
                <a:gd name="connsiteX2" fmla="*/ 1233775 w 2541225"/>
                <a:gd name="connsiteY2" fmla="*/ 0 h 531437"/>
                <a:gd name="connsiteX3" fmla="*/ 0 w 2541225"/>
                <a:gd name="connsiteY3" fmla="*/ 0 h 531437"/>
                <a:gd name="connsiteX4" fmla="*/ 192566 w 2541225"/>
                <a:gd name="connsiteY4" fmla="*/ 265719 h 531437"/>
                <a:gd name="connsiteX5" fmla="*/ 0 w 2541225"/>
                <a:gd name="connsiteY5" fmla="*/ 531437 h 531437"/>
                <a:gd name="connsiteX6" fmla="*/ 1233775 w 2541225"/>
                <a:gd name="connsiteY6" fmla="*/ 531437 h 531437"/>
                <a:gd name="connsiteX7" fmla="*/ 1307450 w 2541225"/>
                <a:gd name="connsiteY7" fmla="*/ 531437 h 531437"/>
                <a:gd name="connsiteX8" fmla="*/ 2541225 w 2541225"/>
                <a:gd name="connsiteY8" fmla="*/ 531437 h 531437"/>
                <a:gd name="connsiteX9" fmla="*/ 2348659 w 2541225"/>
                <a:gd name="connsiteY9" fmla="*/ 265719 h 531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1225" h="531437">
                  <a:moveTo>
                    <a:pt x="2541225" y="0"/>
                  </a:moveTo>
                  <a:lnTo>
                    <a:pt x="1307450" y="0"/>
                  </a:lnTo>
                  <a:lnTo>
                    <a:pt x="1233775" y="0"/>
                  </a:lnTo>
                  <a:lnTo>
                    <a:pt x="0" y="0"/>
                  </a:lnTo>
                  <a:lnTo>
                    <a:pt x="192566" y="265719"/>
                  </a:lnTo>
                  <a:lnTo>
                    <a:pt x="0" y="531437"/>
                  </a:lnTo>
                  <a:lnTo>
                    <a:pt x="1233775" y="531437"/>
                  </a:lnTo>
                  <a:lnTo>
                    <a:pt x="1307450" y="531437"/>
                  </a:lnTo>
                  <a:lnTo>
                    <a:pt x="2541225" y="531437"/>
                  </a:lnTo>
                  <a:lnTo>
                    <a:pt x="2348659" y="265719"/>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98000" rIns="198000" rtlCol="0" anchor="ctr"/>
            <a:lstStyle/>
            <a:p>
              <a:pPr defTabSz="1218987"/>
              <a:r>
                <a:rPr lang="en-IN" sz="1600" b="1">
                  <a:solidFill>
                    <a:prstClr val="white"/>
                  </a:solidFill>
                  <a:latin typeface="Segoe UI" panose="020B0502040204020203" pitchFamily="34" charset="0"/>
                  <a:ea typeface="Open Sans" panose="020B0606030504020204" pitchFamily="34" charset="0"/>
                  <a:cs typeface="Segoe UI" panose="020B0502040204020203" pitchFamily="34" charset="0"/>
                </a:rPr>
                <a:t>Edit text</a:t>
              </a:r>
            </a:p>
          </p:txBody>
        </p:sp>
        <p:sp>
          <p:nvSpPr>
            <p:cNvPr id="27" name="TextBox 26">
              <a:extLst>
                <a:ext uri="{FF2B5EF4-FFF2-40B4-BE49-F238E27FC236}">
                  <a16:creationId xmlns:a16="http://schemas.microsoft.com/office/drawing/2014/main" id="{36D15A5B-BBC0-7D0F-46F5-1C196D95CB19}"/>
                </a:ext>
              </a:extLst>
            </p:cNvPr>
            <p:cNvSpPr txBox="1"/>
            <p:nvPr/>
          </p:nvSpPr>
          <p:spPr>
            <a:xfrm>
              <a:off x="3601113" y="2314077"/>
              <a:ext cx="1959299" cy="738664"/>
            </a:xfrm>
            <a:prstGeom prst="rect">
              <a:avLst/>
            </a:prstGeom>
            <a:noFill/>
          </p:spPr>
          <p:txBody>
            <a:bodyPr wrap="square" rtlCol="0">
              <a:spAutoFit/>
            </a:bodyPr>
            <a:lstStyle/>
            <a:p>
              <a:pPr defTabSz="1218987"/>
              <a:r>
                <a:rPr lang="en-US" sz="1400" kern="0">
                  <a:solidFill>
                    <a:prstClr val="black">
                      <a:lumMod val="50000"/>
                      <a:lumOff val="50000"/>
                    </a:prstClr>
                  </a:solidFill>
                  <a:latin typeface="Segoe UI" panose="020B0502040204020203" pitchFamily="34" charset="0"/>
                  <a:ea typeface="Open Sans" panose="020B0606030504020204" pitchFamily="34" charset="0"/>
                  <a:cs typeface="Segoe UI" panose="020B0502040204020203" pitchFamily="34" charset="0"/>
                </a:rPr>
                <a:t>This is a sample text. Insert your desired text here. </a:t>
              </a:r>
            </a:p>
          </p:txBody>
        </p:sp>
      </p:grpSp>
      <p:grpSp>
        <p:nvGrpSpPr>
          <p:cNvPr id="28" name="Group 27">
            <a:extLst>
              <a:ext uri="{FF2B5EF4-FFF2-40B4-BE49-F238E27FC236}">
                <a16:creationId xmlns:a16="http://schemas.microsoft.com/office/drawing/2014/main" id="{08B68FC3-C49C-91ED-9C04-751A868EF2FF}"/>
              </a:ext>
            </a:extLst>
          </p:cNvPr>
          <p:cNvGrpSpPr/>
          <p:nvPr/>
        </p:nvGrpSpPr>
        <p:grpSpPr>
          <a:xfrm>
            <a:off x="1060407" y="4848406"/>
            <a:ext cx="2019270" cy="1244890"/>
            <a:chOff x="3601113" y="1844824"/>
            <a:chExt cx="1959299" cy="1207917"/>
          </a:xfrm>
        </p:grpSpPr>
        <p:sp>
          <p:nvSpPr>
            <p:cNvPr id="29" name="Freeform: Shape 28">
              <a:extLst>
                <a:ext uri="{FF2B5EF4-FFF2-40B4-BE49-F238E27FC236}">
                  <a16:creationId xmlns:a16="http://schemas.microsoft.com/office/drawing/2014/main" id="{2DFA1C4C-F31A-AE6E-2411-6937E7202316}"/>
                </a:ext>
              </a:extLst>
            </p:cNvPr>
            <p:cNvSpPr/>
            <p:nvPr/>
          </p:nvSpPr>
          <p:spPr>
            <a:xfrm flipH="1">
              <a:off x="3685729" y="1844824"/>
              <a:ext cx="1487771" cy="381016"/>
            </a:xfrm>
            <a:custGeom>
              <a:avLst/>
              <a:gdLst>
                <a:gd name="connsiteX0" fmla="*/ 2541225 w 2541225"/>
                <a:gd name="connsiteY0" fmla="*/ 0 h 531437"/>
                <a:gd name="connsiteX1" fmla="*/ 1307450 w 2541225"/>
                <a:gd name="connsiteY1" fmla="*/ 0 h 531437"/>
                <a:gd name="connsiteX2" fmla="*/ 1233775 w 2541225"/>
                <a:gd name="connsiteY2" fmla="*/ 0 h 531437"/>
                <a:gd name="connsiteX3" fmla="*/ 0 w 2541225"/>
                <a:gd name="connsiteY3" fmla="*/ 0 h 531437"/>
                <a:gd name="connsiteX4" fmla="*/ 192566 w 2541225"/>
                <a:gd name="connsiteY4" fmla="*/ 265719 h 531437"/>
                <a:gd name="connsiteX5" fmla="*/ 0 w 2541225"/>
                <a:gd name="connsiteY5" fmla="*/ 531437 h 531437"/>
                <a:gd name="connsiteX6" fmla="*/ 1233775 w 2541225"/>
                <a:gd name="connsiteY6" fmla="*/ 531437 h 531437"/>
                <a:gd name="connsiteX7" fmla="*/ 1307450 w 2541225"/>
                <a:gd name="connsiteY7" fmla="*/ 531437 h 531437"/>
                <a:gd name="connsiteX8" fmla="*/ 2541225 w 2541225"/>
                <a:gd name="connsiteY8" fmla="*/ 531437 h 531437"/>
                <a:gd name="connsiteX9" fmla="*/ 2348659 w 2541225"/>
                <a:gd name="connsiteY9" fmla="*/ 265719 h 531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1225" h="531437">
                  <a:moveTo>
                    <a:pt x="2541225" y="0"/>
                  </a:moveTo>
                  <a:lnTo>
                    <a:pt x="1307450" y="0"/>
                  </a:lnTo>
                  <a:lnTo>
                    <a:pt x="1233775" y="0"/>
                  </a:lnTo>
                  <a:lnTo>
                    <a:pt x="0" y="0"/>
                  </a:lnTo>
                  <a:lnTo>
                    <a:pt x="192566" y="265719"/>
                  </a:lnTo>
                  <a:lnTo>
                    <a:pt x="0" y="531437"/>
                  </a:lnTo>
                  <a:lnTo>
                    <a:pt x="1233775" y="531437"/>
                  </a:lnTo>
                  <a:lnTo>
                    <a:pt x="1307450" y="531437"/>
                  </a:lnTo>
                  <a:lnTo>
                    <a:pt x="2541225" y="531437"/>
                  </a:lnTo>
                  <a:lnTo>
                    <a:pt x="2348659" y="265719"/>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98000" rIns="198000" rtlCol="0" anchor="ctr"/>
            <a:lstStyle/>
            <a:p>
              <a:pPr defTabSz="1218987"/>
              <a:r>
                <a:rPr lang="en-IN" sz="1600" b="1">
                  <a:solidFill>
                    <a:prstClr val="white"/>
                  </a:solidFill>
                  <a:latin typeface="Segoe UI" panose="020B0502040204020203" pitchFamily="34" charset="0"/>
                  <a:ea typeface="Open Sans" panose="020B0606030504020204" pitchFamily="34" charset="0"/>
                  <a:cs typeface="Segoe UI" panose="020B0502040204020203" pitchFamily="34" charset="0"/>
                </a:rPr>
                <a:t>Edit text</a:t>
              </a:r>
            </a:p>
          </p:txBody>
        </p:sp>
        <p:sp>
          <p:nvSpPr>
            <p:cNvPr id="30" name="TextBox 29">
              <a:extLst>
                <a:ext uri="{FF2B5EF4-FFF2-40B4-BE49-F238E27FC236}">
                  <a16:creationId xmlns:a16="http://schemas.microsoft.com/office/drawing/2014/main" id="{79D534AD-095D-957D-912A-0CBF4C6C11FB}"/>
                </a:ext>
              </a:extLst>
            </p:cNvPr>
            <p:cNvSpPr txBox="1"/>
            <p:nvPr/>
          </p:nvSpPr>
          <p:spPr>
            <a:xfrm>
              <a:off x="3601113" y="2314077"/>
              <a:ext cx="1959299" cy="738664"/>
            </a:xfrm>
            <a:prstGeom prst="rect">
              <a:avLst/>
            </a:prstGeom>
            <a:noFill/>
          </p:spPr>
          <p:txBody>
            <a:bodyPr wrap="square" rtlCol="0">
              <a:spAutoFit/>
            </a:bodyPr>
            <a:lstStyle/>
            <a:p>
              <a:pPr defTabSz="1218987"/>
              <a:r>
                <a:rPr lang="en-US" sz="1400" kern="0">
                  <a:solidFill>
                    <a:prstClr val="black">
                      <a:lumMod val="50000"/>
                      <a:lumOff val="50000"/>
                    </a:prstClr>
                  </a:solidFill>
                  <a:latin typeface="Segoe UI" panose="020B0502040204020203" pitchFamily="34" charset="0"/>
                  <a:ea typeface="Open Sans" panose="020B0606030504020204" pitchFamily="34" charset="0"/>
                  <a:cs typeface="Segoe UI" panose="020B0502040204020203" pitchFamily="34" charset="0"/>
                </a:rPr>
                <a:t>This is a sample text. Insert your desired text here. </a:t>
              </a:r>
            </a:p>
          </p:txBody>
        </p:sp>
      </p:grpSp>
      <p:sp>
        <p:nvSpPr>
          <p:cNvPr id="31" name="Title 1">
            <a:extLst>
              <a:ext uri="{FF2B5EF4-FFF2-40B4-BE49-F238E27FC236}">
                <a16:creationId xmlns:a16="http://schemas.microsoft.com/office/drawing/2014/main" id="{90D46CC9-74B8-CF36-057D-E3BEEF623130}"/>
              </a:ext>
            </a:extLst>
          </p:cNvPr>
          <p:cNvSpPr txBox="1">
            <a:spLocks/>
          </p:cNvSpPr>
          <p:nvPr/>
        </p:nvSpPr>
        <p:spPr>
          <a:xfrm>
            <a:off x="611030" y="392783"/>
            <a:ext cx="10969943" cy="711081"/>
          </a:xfrm>
          <a:prstGeom prst="rect">
            <a:avLst/>
          </a:prstGeom>
        </p:spPr>
        <p:txBody>
          <a:bodyPr vert="horz" lIns="121899" tIns="60949" rIns="121899" bIns="60949" rtlCol="0" anchor="ctr">
            <a:normAutofit/>
          </a:bodyPr>
          <a:lstStyle>
            <a:lvl1pPr algn="l" defTabSz="1218987" rtl="0" eaLnBrk="1" latinLnBrk="0" hangingPunct="1">
              <a:spcBef>
                <a:spcPct val="0"/>
              </a:spcBef>
              <a:buNone/>
              <a:defRPr sz="3600" kern="1200">
                <a:solidFill>
                  <a:schemeClr val="tx1"/>
                </a:solidFill>
                <a:latin typeface="+mj-lt"/>
                <a:ea typeface="+mj-ea"/>
                <a:cs typeface="+mj-cs"/>
              </a:defRPr>
            </a:lvl1pPr>
          </a:lstStyle>
          <a:p>
            <a:r>
              <a:rPr lang="en-US" b="1">
                <a:solidFill>
                  <a:prstClr val="black"/>
                </a:solidFill>
                <a:latin typeface="Segoe UI" panose="020B0502040204020203" pitchFamily="34" charset="0"/>
                <a:cs typeface="Segoe UI" panose="020B0502040204020203" pitchFamily="34" charset="0"/>
              </a:rPr>
              <a:t>Timeline Infographics</a:t>
            </a:r>
          </a:p>
        </p:txBody>
      </p:sp>
    </p:spTree>
    <p:extLst>
      <p:ext uri="{BB962C8B-B14F-4D97-AF65-F5344CB8AC3E}">
        <p14:creationId xmlns:p14="http://schemas.microsoft.com/office/powerpoint/2010/main" val="232517578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FD2174-F140-CF5B-884B-76C65C7F6965}"/>
              </a:ext>
            </a:extLst>
          </p:cNvPr>
          <p:cNvSpPr txBox="1">
            <a:spLocks/>
          </p:cNvSpPr>
          <p:nvPr/>
        </p:nvSpPr>
        <p:spPr>
          <a:xfrm>
            <a:off x="611030" y="392783"/>
            <a:ext cx="10969943" cy="711081"/>
          </a:xfrm>
          <a:prstGeom prst="rect">
            <a:avLst/>
          </a:prstGeom>
        </p:spPr>
        <p:txBody>
          <a:bodyPr vert="horz" lIns="121899" tIns="60949" rIns="121899" bIns="60949" rtlCol="0" anchor="ctr">
            <a:normAutofit/>
          </a:bodyPr>
          <a:lstStyle>
            <a:lvl1pPr algn="l" defTabSz="1218987" rtl="0" eaLnBrk="1" latinLnBrk="0" hangingPunct="1">
              <a:spcBef>
                <a:spcPct val="0"/>
              </a:spcBef>
              <a:buNone/>
              <a:defRPr sz="3600" kern="1200">
                <a:solidFill>
                  <a:schemeClr val="tx1"/>
                </a:solidFill>
                <a:latin typeface="+mj-lt"/>
                <a:ea typeface="+mj-ea"/>
                <a:cs typeface="+mj-cs"/>
              </a:defRPr>
            </a:lvl1pPr>
          </a:lstStyle>
          <a:p>
            <a:r>
              <a:rPr lang="en-US" b="1">
                <a:solidFill>
                  <a:prstClr val="black"/>
                </a:solidFill>
                <a:latin typeface="Segoe UI" panose="020B0502040204020203" pitchFamily="34" charset="0"/>
                <a:cs typeface="Segoe UI" panose="020B0502040204020203" pitchFamily="34" charset="0"/>
              </a:rPr>
              <a:t>Timeline Infographics</a:t>
            </a:r>
          </a:p>
        </p:txBody>
      </p:sp>
      <p:sp>
        <p:nvSpPr>
          <p:cNvPr id="113" name="Rectangle: Rounded Corners 112">
            <a:extLst>
              <a:ext uri="{FF2B5EF4-FFF2-40B4-BE49-F238E27FC236}">
                <a16:creationId xmlns:a16="http://schemas.microsoft.com/office/drawing/2014/main" id="{15060BB9-1A62-0CC1-816F-BD8ACC33FFCE}"/>
              </a:ext>
            </a:extLst>
          </p:cNvPr>
          <p:cNvSpPr/>
          <p:nvPr/>
        </p:nvSpPr>
        <p:spPr>
          <a:xfrm>
            <a:off x="8850269" y="2135275"/>
            <a:ext cx="2390629" cy="3407958"/>
          </a:xfrm>
          <a:prstGeom prst="roundRect">
            <a:avLst>
              <a:gd name="adj" fmla="val 3431"/>
            </a:avLst>
          </a:prstGeom>
          <a:no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s-UY" sz="2400">
              <a:solidFill>
                <a:prstClr val="white"/>
              </a:solidFill>
              <a:latin typeface="Segoe UI" panose="020B0502040204020203" pitchFamily="34" charset="0"/>
            </a:endParaRPr>
          </a:p>
        </p:txBody>
      </p:sp>
      <p:sp>
        <p:nvSpPr>
          <p:cNvPr id="114" name="Rectangle: Rounded Corners 113">
            <a:extLst>
              <a:ext uri="{FF2B5EF4-FFF2-40B4-BE49-F238E27FC236}">
                <a16:creationId xmlns:a16="http://schemas.microsoft.com/office/drawing/2014/main" id="{AE53F202-988B-0E80-C7C4-A11C866C722F}"/>
              </a:ext>
            </a:extLst>
          </p:cNvPr>
          <p:cNvSpPr/>
          <p:nvPr/>
        </p:nvSpPr>
        <p:spPr>
          <a:xfrm>
            <a:off x="6149656" y="2135275"/>
            <a:ext cx="2390629" cy="3407958"/>
          </a:xfrm>
          <a:prstGeom prst="roundRect">
            <a:avLst>
              <a:gd name="adj" fmla="val 3431"/>
            </a:avLst>
          </a:prstGeom>
          <a:no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s-UY" sz="2400">
              <a:solidFill>
                <a:prstClr val="white"/>
              </a:solidFill>
              <a:latin typeface="Segoe UI" panose="020B0502040204020203" pitchFamily="34" charset="0"/>
            </a:endParaRPr>
          </a:p>
        </p:txBody>
      </p:sp>
      <p:sp>
        <p:nvSpPr>
          <p:cNvPr id="115" name="Rectangle: Rounded Corners 114">
            <a:extLst>
              <a:ext uri="{FF2B5EF4-FFF2-40B4-BE49-F238E27FC236}">
                <a16:creationId xmlns:a16="http://schemas.microsoft.com/office/drawing/2014/main" id="{5E741F2D-47FB-77ED-661F-810D268E2936}"/>
              </a:ext>
            </a:extLst>
          </p:cNvPr>
          <p:cNvSpPr/>
          <p:nvPr/>
        </p:nvSpPr>
        <p:spPr>
          <a:xfrm>
            <a:off x="3471595" y="2135275"/>
            <a:ext cx="2390629" cy="3407958"/>
          </a:xfrm>
          <a:prstGeom prst="roundRect">
            <a:avLst>
              <a:gd name="adj" fmla="val 3431"/>
            </a:avLst>
          </a:prstGeom>
          <a:no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s-UY" sz="2400">
              <a:solidFill>
                <a:prstClr val="white"/>
              </a:solidFill>
              <a:latin typeface="Segoe UI" panose="020B0502040204020203" pitchFamily="34" charset="0"/>
            </a:endParaRPr>
          </a:p>
        </p:txBody>
      </p:sp>
      <p:sp>
        <p:nvSpPr>
          <p:cNvPr id="116" name="Rectangle: Rounded Corners 115">
            <a:extLst>
              <a:ext uri="{FF2B5EF4-FFF2-40B4-BE49-F238E27FC236}">
                <a16:creationId xmlns:a16="http://schemas.microsoft.com/office/drawing/2014/main" id="{E6E53968-0154-B8BF-414A-CA8E8F553DCB}"/>
              </a:ext>
            </a:extLst>
          </p:cNvPr>
          <p:cNvSpPr/>
          <p:nvPr/>
        </p:nvSpPr>
        <p:spPr>
          <a:xfrm>
            <a:off x="780847" y="2135275"/>
            <a:ext cx="2390629" cy="3407958"/>
          </a:xfrm>
          <a:prstGeom prst="roundRect">
            <a:avLst>
              <a:gd name="adj" fmla="val 3431"/>
            </a:avLst>
          </a:prstGeom>
          <a:no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endParaRPr lang="es-UY" sz="2400">
              <a:solidFill>
                <a:prstClr val="white"/>
              </a:solidFill>
              <a:latin typeface="Segoe UI" panose="020B0502040204020203" pitchFamily="34" charset="0"/>
            </a:endParaRPr>
          </a:p>
        </p:txBody>
      </p:sp>
      <p:sp>
        <p:nvSpPr>
          <p:cNvPr id="117" name="Freeform 62">
            <a:extLst>
              <a:ext uri="{FF2B5EF4-FFF2-40B4-BE49-F238E27FC236}">
                <a16:creationId xmlns:a16="http://schemas.microsoft.com/office/drawing/2014/main" id="{D1D981F0-D63A-5B2A-2E3D-E0849B285929}"/>
              </a:ext>
            </a:extLst>
          </p:cNvPr>
          <p:cNvSpPr>
            <a:spLocks noChangeArrowheads="1"/>
          </p:cNvSpPr>
          <p:nvPr/>
        </p:nvSpPr>
        <p:spPr bwMode="auto">
          <a:xfrm>
            <a:off x="547053" y="4271824"/>
            <a:ext cx="2880730" cy="963513"/>
          </a:xfrm>
          <a:custGeom>
            <a:avLst/>
            <a:gdLst>
              <a:gd name="T0" fmla="*/ 674 w 5254"/>
              <a:gd name="T1" fmla="*/ 563 h 1225"/>
              <a:gd name="T2" fmla="*/ 42 w 5254"/>
              <a:gd name="T3" fmla="*/ 92 h 1225"/>
              <a:gd name="T4" fmla="*/ 42 w 5254"/>
              <a:gd name="T5" fmla="*/ 92 h 1225"/>
              <a:gd name="T6" fmla="*/ 72 w 5254"/>
              <a:gd name="T7" fmla="*/ 0 h 1225"/>
              <a:gd name="T8" fmla="*/ 4442 w 5254"/>
              <a:gd name="T9" fmla="*/ 0 h 1225"/>
              <a:gd name="T10" fmla="*/ 4442 w 5254"/>
              <a:gd name="T11" fmla="*/ 0 h 1225"/>
              <a:gd name="T12" fmla="*/ 4472 w 5254"/>
              <a:gd name="T13" fmla="*/ 10 h 1225"/>
              <a:gd name="T14" fmla="*/ 5226 w 5254"/>
              <a:gd name="T15" fmla="*/ 563 h 1225"/>
              <a:gd name="T16" fmla="*/ 5226 w 5254"/>
              <a:gd name="T17" fmla="*/ 563 h 1225"/>
              <a:gd name="T18" fmla="*/ 5226 w 5254"/>
              <a:gd name="T19" fmla="*/ 644 h 1225"/>
              <a:gd name="T20" fmla="*/ 4472 w 5254"/>
              <a:gd name="T21" fmla="*/ 1213 h 1225"/>
              <a:gd name="T22" fmla="*/ 4472 w 5254"/>
              <a:gd name="T23" fmla="*/ 1213 h 1225"/>
              <a:gd name="T24" fmla="*/ 4441 w 5254"/>
              <a:gd name="T25" fmla="*/ 1224 h 1225"/>
              <a:gd name="T26" fmla="*/ 69 w 5254"/>
              <a:gd name="T27" fmla="*/ 1224 h 1225"/>
              <a:gd name="T28" fmla="*/ 69 w 5254"/>
              <a:gd name="T29" fmla="*/ 1224 h 1225"/>
              <a:gd name="T30" fmla="*/ 38 w 5254"/>
              <a:gd name="T31" fmla="*/ 1132 h 1225"/>
              <a:gd name="T32" fmla="*/ 674 w 5254"/>
              <a:gd name="T33" fmla="*/ 644 h 1225"/>
              <a:gd name="T34" fmla="*/ 674 w 5254"/>
              <a:gd name="T35" fmla="*/ 644 h 1225"/>
              <a:gd name="T36" fmla="*/ 674 w 5254"/>
              <a:gd name="T37" fmla="*/ 56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54" h="1225">
                <a:moveTo>
                  <a:pt x="674" y="563"/>
                </a:moveTo>
                <a:lnTo>
                  <a:pt x="42" y="92"/>
                </a:lnTo>
                <a:lnTo>
                  <a:pt x="42" y="92"/>
                </a:lnTo>
                <a:cubicBezTo>
                  <a:pt x="3" y="63"/>
                  <a:pt x="24" y="0"/>
                  <a:pt x="72" y="0"/>
                </a:cubicBezTo>
                <a:lnTo>
                  <a:pt x="4442" y="0"/>
                </a:lnTo>
                <a:lnTo>
                  <a:pt x="4442" y="0"/>
                </a:lnTo>
                <a:cubicBezTo>
                  <a:pt x="4453" y="0"/>
                  <a:pt x="4463" y="3"/>
                  <a:pt x="4472" y="10"/>
                </a:cubicBezTo>
                <a:lnTo>
                  <a:pt x="5226" y="563"/>
                </a:lnTo>
                <a:lnTo>
                  <a:pt x="5226" y="563"/>
                </a:lnTo>
                <a:cubicBezTo>
                  <a:pt x="5253" y="583"/>
                  <a:pt x="5253" y="624"/>
                  <a:pt x="5226" y="644"/>
                </a:cubicBezTo>
                <a:lnTo>
                  <a:pt x="4472" y="1213"/>
                </a:lnTo>
                <a:lnTo>
                  <a:pt x="4472" y="1213"/>
                </a:lnTo>
                <a:cubicBezTo>
                  <a:pt x="4463" y="1220"/>
                  <a:pt x="4452" y="1224"/>
                  <a:pt x="4441" y="1224"/>
                </a:cubicBezTo>
                <a:lnTo>
                  <a:pt x="69" y="1224"/>
                </a:lnTo>
                <a:lnTo>
                  <a:pt x="69" y="1224"/>
                </a:lnTo>
                <a:cubicBezTo>
                  <a:pt x="20" y="1224"/>
                  <a:pt x="0" y="1162"/>
                  <a:pt x="38" y="1132"/>
                </a:cubicBezTo>
                <a:lnTo>
                  <a:pt x="674" y="644"/>
                </a:lnTo>
                <a:lnTo>
                  <a:pt x="674" y="644"/>
                </a:lnTo>
                <a:cubicBezTo>
                  <a:pt x="701" y="624"/>
                  <a:pt x="701" y="583"/>
                  <a:pt x="674" y="563"/>
                </a:cubicBezTo>
              </a:path>
            </a:pathLst>
          </a:custGeom>
          <a:solidFill>
            <a:schemeClr val="tx2"/>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18" name="Freeform 67">
            <a:extLst>
              <a:ext uri="{FF2B5EF4-FFF2-40B4-BE49-F238E27FC236}">
                <a16:creationId xmlns:a16="http://schemas.microsoft.com/office/drawing/2014/main" id="{24EC8CF0-9F25-B942-E5C7-8AA98DF524E0}"/>
              </a:ext>
            </a:extLst>
          </p:cNvPr>
          <p:cNvSpPr>
            <a:spLocks noChangeArrowheads="1"/>
          </p:cNvSpPr>
          <p:nvPr/>
        </p:nvSpPr>
        <p:spPr bwMode="auto">
          <a:xfrm>
            <a:off x="1580060" y="1729005"/>
            <a:ext cx="814719" cy="814717"/>
          </a:xfrm>
          <a:custGeom>
            <a:avLst/>
            <a:gdLst>
              <a:gd name="T0" fmla="*/ 637 w 1274"/>
              <a:gd name="T1" fmla="*/ 0 h 1275"/>
              <a:gd name="T2" fmla="*/ 637 w 1274"/>
              <a:gd name="T3" fmla="*/ 0 h 1275"/>
              <a:gd name="T4" fmla="*/ 1273 w 1274"/>
              <a:gd name="T5" fmla="*/ 637 h 1275"/>
              <a:gd name="T6" fmla="*/ 1273 w 1274"/>
              <a:gd name="T7" fmla="*/ 637 h 1275"/>
              <a:gd name="T8" fmla="*/ 637 w 1274"/>
              <a:gd name="T9" fmla="*/ 1274 h 1275"/>
              <a:gd name="T10" fmla="*/ 637 w 1274"/>
              <a:gd name="T11" fmla="*/ 1274 h 1275"/>
              <a:gd name="T12" fmla="*/ 0 w 1274"/>
              <a:gd name="T13" fmla="*/ 637 h 1275"/>
              <a:gd name="T14" fmla="*/ 0 w 1274"/>
              <a:gd name="T15" fmla="*/ 637 h 1275"/>
              <a:gd name="T16" fmla="*/ 637 w 1274"/>
              <a:gd name="T17" fmla="*/ 0 h 1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4" h="1275">
                <a:moveTo>
                  <a:pt x="637" y="0"/>
                </a:moveTo>
                <a:lnTo>
                  <a:pt x="637" y="0"/>
                </a:lnTo>
                <a:cubicBezTo>
                  <a:pt x="988" y="0"/>
                  <a:pt x="1273" y="285"/>
                  <a:pt x="1273" y="637"/>
                </a:cubicBezTo>
                <a:lnTo>
                  <a:pt x="1273" y="637"/>
                </a:lnTo>
                <a:cubicBezTo>
                  <a:pt x="1273" y="988"/>
                  <a:pt x="988" y="1274"/>
                  <a:pt x="637" y="1274"/>
                </a:cubicBezTo>
                <a:lnTo>
                  <a:pt x="637" y="1274"/>
                </a:lnTo>
                <a:cubicBezTo>
                  <a:pt x="284" y="1274"/>
                  <a:pt x="0" y="988"/>
                  <a:pt x="0" y="637"/>
                </a:cubicBezTo>
                <a:lnTo>
                  <a:pt x="0" y="637"/>
                </a:lnTo>
                <a:cubicBezTo>
                  <a:pt x="0" y="285"/>
                  <a:pt x="284" y="0"/>
                  <a:pt x="637" y="0"/>
                </a:cubicBezTo>
              </a:path>
            </a:pathLst>
          </a:custGeom>
          <a:solidFill>
            <a:schemeClr val="bg1"/>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19" name="Freeform 68">
            <a:extLst>
              <a:ext uri="{FF2B5EF4-FFF2-40B4-BE49-F238E27FC236}">
                <a16:creationId xmlns:a16="http://schemas.microsoft.com/office/drawing/2014/main" id="{9B3E856F-5983-37C5-E931-048EFDA1D4DD}"/>
              </a:ext>
            </a:extLst>
          </p:cNvPr>
          <p:cNvSpPr>
            <a:spLocks noChangeArrowheads="1"/>
          </p:cNvSpPr>
          <p:nvPr/>
        </p:nvSpPr>
        <p:spPr bwMode="auto">
          <a:xfrm>
            <a:off x="1563144" y="1714906"/>
            <a:ext cx="848548" cy="848548"/>
          </a:xfrm>
          <a:custGeom>
            <a:avLst/>
            <a:gdLst>
              <a:gd name="T0" fmla="*/ 663 w 1326"/>
              <a:gd name="T1" fmla="*/ 51 h 1326"/>
              <a:gd name="T2" fmla="*/ 663 w 1326"/>
              <a:gd name="T3" fmla="*/ 51 h 1326"/>
              <a:gd name="T4" fmla="*/ 51 w 1326"/>
              <a:gd name="T5" fmla="*/ 663 h 1326"/>
              <a:gd name="T6" fmla="*/ 51 w 1326"/>
              <a:gd name="T7" fmla="*/ 663 h 1326"/>
              <a:gd name="T8" fmla="*/ 663 w 1326"/>
              <a:gd name="T9" fmla="*/ 1274 h 1326"/>
              <a:gd name="T10" fmla="*/ 663 w 1326"/>
              <a:gd name="T11" fmla="*/ 1274 h 1326"/>
              <a:gd name="T12" fmla="*/ 1274 w 1326"/>
              <a:gd name="T13" fmla="*/ 663 h 1326"/>
              <a:gd name="T14" fmla="*/ 1274 w 1326"/>
              <a:gd name="T15" fmla="*/ 663 h 1326"/>
              <a:gd name="T16" fmla="*/ 663 w 1326"/>
              <a:gd name="T17" fmla="*/ 51 h 1326"/>
              <a:gd name="T18" fmla="*/ 663 w 1326"/>
              <a:gd name="T19" fmla="*/ 1325 h 1326"/>
              <a:gd name="T20" fmla="*/ 663 w 1326"/>
              <a:gd name="T21" fmla="*/ 1325 h 1326"/>
              <a:gd name="T22" fmla="*/ 0 w 1326"/>
              <a:gd name="T23" fmla="*/ 663 h 1326"/>
              <a:gd name="T24" fmla="*/ 0 w 1326"/>
              <a:gd name="T25" fmla="*/ 663 h 1326"/>
              <a:gd name="T26" fmla="*/ 663 w 1326"/>
              <a:gd name="T27" fmla="*/ 0 h 1326"/>
              <a:gd name="T28" fmla="*/ 663 w 1326"/>
              <a:gd name="T29" fmla="*/ 0 h 1326"/>
              <a:gd name="T30" fmla="*/ 1325 w 1326"/>
              <a:gd name="T31" fmla="*/ 663 h 1326"/>
              <a:gd name="T32" fmla="*/ 1325 w 1326"/>
              <a:gd name="T33" fmla="*/ 663 h 1326"/>
              <a:gd name="T34" fmla="*/ 663 w 1326"/>
              <a:gd name="T35" fmla="*/ 1325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6" h="1326">
                <a:moveTo>
                  <a:pt x="663" y="51"/>
                </a:moveTo>
                <a:lnTo>
                  <a:pt x="663" y="51"/>
                </a:lnTo>
                <a:cubicBezTo>
                  <a:pt x="325" y="51"/>
                  <a:pt x="51" y="326"/>
                  <a:pt x="51" y="663"/>
                </a:cubicBezTo>
                <a:lnTo>
                  <a:pt x="51" y="663"/>
                </a:lnTo>
                <a:cubicBezTo>
                  <a:pt x="51" y="1000"/>
                  <a:pt x="325" y="1274"/>
                  <a:pt x="663" y="1274"/>
                </a:cubicBezTo>
                <a:lnTo>
                  <a:pt x="663" y="1274"/>
                </a:lnTo>
                <a:cubicBezTo>
                  <a:pt x="1000" y="1274"/>
                  <a:pt x="1274" y="1000"/>
                  <a:pt x="1274" y="663"/>
                </a:cubicBezTo>
                <a:lnTo>
                  <a:pt x="1274" y="663"/>
                </a:lnTo>
                <a:cubicBezTo>
                  <a:pt x="1274" y="326"/>
                  <a:pt x="1000" y="51"/>
                  <a:pt x="663" y="51"/>
                </a:cubicBezTo>
                <a:close/>
                <a:moveTo>
                  <a:pt x="663" y="1325"/>
                </a:moveTo>
                <a:lnTo>
                  <a:pt x="663" y="1325"/>
                </a:lnTo>
                <a:cubicBezTo>
                  <a:pt x="297" y="1325"/>
                  <a:pt x="0" y="1028"/>
                  <a:pt x="0" y="663"/>
                </a:cubicBezTo>
                <a:lnTo>
                  <a:pt x="0" y="663"/>
                </a:lnTo>
                <a:cubicBezTo>
                  <a:pt x="0" y="297"/>
                  <a:pt x="297" y="0"/>
                  <a:pt x="663" y="0"/>
                </a:cubicBezTo>
                <a:lnTo>
                  <a:pt x="663" y="0"/>
                </a:lnTo>
                <a:cubicBezTo>
                  <a:pt x="1028" y="0"/>
                  <a:pt x="1325" y="297"/>
                  <a:pt x="1325" y="663"/>
                </a:cubicBezTo>
                <a:lnTo>
                  <a:pt x="1325" y="663"/>
                </a:lnTo>
                <a:cubicBezTo>
                  <a:pt x="1325" y="1028"/>
                  <a:pt x="1028" y="1325"/>
                  <a:pt x="663" y="1325"/>
                </a:cubicBezTo>
                <a:close/>
              </a:path>
            </a:pathLst>
          </a:custGeom>
          <a:solidFill>
            <a:schemeClr val="bg1">
              <a:lumMod val="85000"/>
            </a:schemeClr>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0" name="Freeform 133">
            <a:extLst>
              <a:ext uri="{FF2B5EF4-FFF2-40B4-BE49-F238E27FC236}">
                <a16:creationId xmlns:a16="http://schemas.microsoft.com/office/drawing/2014/main" id="{C4A3864F-FEF3-440E-7525-D4E061B5DFC0}"/>
              </a:ext>
            </a:extLst>
          </p:cNvPr>
          <p:cNvSpPr>
            <a:spLocks noChangeArrowheads="1"/>
          </p:cNvSpPr>
          <p:nvPr/>
        </p:nvSpPr>
        <p:spPr bwMode="auto">
          <a:xfrm>
            <a:off x="3236391" y="4271824"/>
            <a:ext cx="2880730" cy="963513"/>
          </a:xfrm>
          <a:custGeom>
            <a:avLst/>
            <a:gdLst>
              <a:gd name="T0" fmla="*/ 674 w 5254"/>
              <a:gd name="T1" fmla="*/ 563 h 1225"/>
              <a:gd name="T2" fmla="*/ 42 w 5254"/>
              <a:gd name="T3" fmla="*/ 92 h 1225"/>
              <a:gd name="T4" fmla="*/ 42 w 5254"/>
              <a:gd name="T5" fmla="*/ 92 h 1225"/>
              <a:gd name="T6" fmla="*/ 73 w 5254"/>
              <a:gd name="T7" fmla="*/ 0 h 1225"/>
              <a:gd name="T8" fmla="*/ 4441 w 5254"/>
              <a:gd name="T9" fmla="*/ 0 h 1225"/>
              <a:gd name="T10" fmla="*/ 4441 w 5254"/>
              <a:gd name="T11" fmla="*/ 0 h 1225"/>
              <a:gd name="T12" fmla="*/ 4471 w 5254"/>
              <a:gd name="T13" fmla="*/ 10 h 1225"/>
              <a:gd name="T14" fmla="*/ 5224 w 5254"/>
              <a:gd name="T15" fmla="*/ 563 h 1225"/>
              <a:gd name="T16" fmla="*/ 5224 w 5254"/>
              <a:gd name="T17" fmla="*/ 563 h 1225"/>
              <a:gd name="T18" fmla="*/ 5225 w 5254"/>
              <a:gd name="T19" fmla="*/ 644 h 1225"/>
              <a:gd name="T20" fmla="*/ 4472 w 5254"/>
              <a:gd name="T21" fmla="*/ 1213 h 1225"/>
              <a:gd name="T22" fmla="*/ 4472 w 5254"/>
              <a:gd name="T23" fmla="*/ 1213 h 1225"/>
              <a:gd name="T24" fmla="*/ 4441 w 5254"/>
              <a:gd name="T25" fmla="*/ 1224 h 1225"/>
              <a:gd name="T26" fmla="*/ 69 w 5254"/>
              <a:gd name="T27" fmla="*/ 1224 h 1225"/>
              <a:gd name="T28" fmla="*/ 69 w 5254"/>
              <a:gd name="T29" fmla="*/ 1224 h 1225"/>
              <a:gd name="T30" fmla="*/ 39 w 5254"/>
              <a:gd name="T31" fmla="*/ 1132 h 1225"/>
              <a:gd name="T32" fmla="*/ 675 w 5254"/>
              <a:gd name="T33" fmla="*/ 644 h 1225"/>
              <a:gd name="T34" fmla="*/ 675 w 5254"/>
              <a:gd name="T35" fmla="*/ 644 h 1225"/>
              <a:gd name="T36" fmla="*/ 674 w 5254"/>
              <a:gd name="T37" fmla="*/ 56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54" h="1225">
                <a:moveTo>
                  <a:pt x="674" y="563"/>
                </a:moveTo>
                <a:lnTo>
                  <a:pt x="42" y="92"/>
                </a:lnTo>
                <a:lnTo>
                  <a:pt x="42" y="92"/>
                </a:lnTo>
                <a:cubicBezTo>
                  <a:pt x="3" y="63"/>
                  <a:pt x="24" y="0"/>
                  <a:pt x="73" y="0"/>
                </a:cubicBezTo>
                <a:lnTo>
                  <a:pt x="4441" y="0"/>
                </a:lnTo>
                <a:lnTo>
                  <a:pt x="4441" y="0"/>
                </a:lnTo>
                <a:cubicBezTo>
                  <a:pt x="4452" y="0"/>
                  <a:pt x="4463" y="3"/>
                  <a:pt x="4471" y="10"/>
                </a:cubicBezTo>
                <a:lnTo>
                  <a:pt x="5224" y="563"/>
                </a:lnTo>
                <a:lnTo>
                  <a:pt x="5224" y="563"/>
                </a:lnTo>
                <a:cubicBezTo>
                  <a:pt x="5252" y="583"/>
                  <a:pt x="5253" y="624"/>
                  <a:pt x="5225" y="644"/>
                </a:cubicBezTo>
                <a:lnTo>
                  <a:pt x="4472" y="1213"/>
                </a:lnTo>
                <a:lnTo>
                  <a:pt x="4472" y="1213"/>
                </a:lnTo>
                <a:cubicBezTo>
                  <a:pt x="4463" y="1220"/>
                  <a:pt x="4452" y="1224"/>
                  <a:pt x="4441" y="1224"/>
                </a:cubicBezTo>
                <a:lnTo>
                  <a:pt x="69" y="1224"/>
                </a:lnTo>
                <a:lnTo>
                  <a:pt x="69" y="1224"/>
                </a:lnTo>
                <a:cubicBezTo>
                  <a:pt x="21" y="1224"/>
                  <a:pt x="0" y="1162"/>
                  <a:pt x="39" y="1132"/>
                </a:cubicBezTo>
                <a:lnTo>
                  <a:pt x="675" y="644"/>
                </a:lnTo>
                <a:lnTo>
                  <a:pt x="675" y="644"/>
                </a:lnTo>
                <a:cubicBezTo>
                  <a:pt x="702" y="624"/>
                  <a:pt x="701" y="583"/>
                  <a:pt x="674" y="563"/>
                </a:cubicBezTo>
              </a:path>
            </a:pathLst>
          </a:custGeom>
          <a:solidFill>
            <a:schemeClr val="accent1"/>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1" name="Freeform 138">
            <a:extLst>
              <a:ext uri="{FF2B5EF4-FFF2-40B4-BE49-F238E27FC236}">
                <a16:creationId xmlns:a16="http://schemas.microsoft.com/office/drawing/2014/main" id="{D4ABD8B2-A209-095A-F847-521ADE89B00E}"/>
              </a:ext>
            </a:extLst>
          </p:cNvPr>
          <p:cNvSpPr>
            <a:spLocks noChangeArrowheads="1"/>
          </p:cNvSpPr>
          <p:nvPr/>
        </p:nvSpPr>
        <p:spPr bwMode="auto">
          <a:xfrm>
            <a:off x="4269398" y="1714907"/>
            <a:ext cx="814719" cy="814717"/>
          </a:xfrm>
          <a:custGeom>
            <a:avLst/>
            <a:gdLst>
              <a:gd name="T0" fmla="*/ 636 w 1275"/>
              <a:gd name="T1" fmla="*/ 0 h 1275"/>
              <a:gd name="T2" fmla="*/ 636 w 1275"/>
              <a:gd name="T3" fmla="*/ 0 h 1275"/>
              <a:gd name="T4" fmla="*/ 1274 w 1275"/>
              <a:gd name="T5" fmla="*/ 637 h 1275"/>
              <a:gd name="T6" fmla="*/ 1274 w 1275"/>
              <a:gd name="T7" fmla="*/ 637 h 1275"/>
              <a:gd name="T8" fmla="*/ 636 w 1275"/>
              <a:gd name="T9" fmla="*/ 1274 h 1275"/>
              <a:gd name="T10" fmla="*/ 636 w 1275"/>
              <a:gd name="T11" fmla="*/ 1274 h 1275"/>
              <a:gd name="T12" fmla="*/ 0 w 1275"/>
              <a:gd name="T13" fmla="*/ 637 h 1275"/>
              <a:gd name="T14" fmla="*/ 0 w 1275"/>
              <a:gd name="T15" fmla="*/ 637 h 1275"/>
              <a:gd name="T16" fmla="*/ 636 w 1275"/>
              <a:gd name="T17" fmla="*/ 0 h 1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5" h="1275">
                <a:moveTo>
                  <a:pt x="636" y="0"/>
                </a:moveTo>
                <a:lnTo>
                  <a:pt x="636" y="0"/>
                </a:lnTo>
                <a:cubicBezTo>
                  <a:pt x="989" y="0"/>
                  <a:pt x="1274" y="285"/>
                  <a:pt x="1274" y="637"/>
                </a:cubicBezTo>
                <a:lnTo>
                  <a:pt x="1274" y="637"/>
                </a:lnTo>
                <a:cubicBezTo>
                  <a:pt x="1274" y="988"/>
                  <a:pt x="989" y="1274"/>
                  <a:pt x="636" y="1274"/>
                </a:cubicBezTo>
                <a:lnTo>
                  <a:pt x="636" y="1274"/>
                </a:lnTo>
                <a:cubicBezTo>
                  <a:pt x="285" y="1274"/>
                  <a:pt x="0" y="988"/>
                  <a:pt x="0" y="637"/>
                </a:cubicBezTo>
                <a:lnTo>
                  <a:pt x="0" y="637"/>
                </a:lnTo>
                <a:cubicBezTo>
                  <a:pt x="0" y="285"/>
                  <a:pt x="285" y="0"/>
                  <a:pt x="636" y="0"/>
                </a:cubicBezTo>
              </a:path>
            </a:pathLst>
          </a:custGeom>
          <a:solidFill>
            <a:schemeClr val="bg1"/>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2" name="Freeform 139">
            <a:extLst>
              <a:ext uri="{FF2B5EF4-FFF2-40B4-BE49-F238E27FC236}">
                <a16:creationId xmlns:a16="http://schemas.microsoft.com/office/drawing/2014/main" id="{80959D7C-9F51-E802-3509-CCCBFBB5CBF6}"/>
              </a:ext>
            </a:extLst>
          </p:cNvPr>
          <p:cNvSpPr>
            <a:spLocks noChangeArrowheads="1"/>
          </p:cNvSpPr>
          <p:nvPr/>
        </p:nvSpPr>
        <p:spPr bwMode="auto">
          <a:xfrm>
            <a:off x="4253892" y="1700808"/>
            <a:ext cx="845728" cy="848548"/>
          </a:xfrm>
          <a:custGeom>
            <a:avLst/>
            <a:gdLst>
              <a:gd name="T0" fmla="*/ 661 w 1325"/>
              <a:gd name="T1" fmla="*/ 51 h 1326"/>
              <a:gd name="T2" fmla="*/ 661 w 1325"/>
              <a:gd name="T3" fmla="*/ 51 h 1326"/>
              <a:gd name="T4" fmla="*/ 50 w 1325"/>
              <a:gd name="T5" fmla="*/ 663 h 1326"/>
              <a:gd name="T6" fmla="*/ 50 w 1325"/>
              <a:gd name="T7" fmla="*/ 663 h 1326"/>
              <a:gd name="T8" fmla="*/ 661 w 1325"/>
              <a:gd name="T9" fmla="*/ 1274 h 1326"/>
              <a:gd name="T10" fmla="*/ 661 w 1325"/>
              <a:gd name="T11" fmla="*/ 1274 h 1326"/>
              <a:gd name="T12" fmla="*/ 1273 w 1325"/>
              <a:gd name="T13" fmla="*/ 663 h 1326"/>
              <a:gd name="T14" fmla="*/ 1273 w 1325"/>
              <a:gd name="T15" fmla="*/ 663 h 1326"/>
              <a:gd name="T16" fmla="*/ 661 w 1325"/>
              <a:gd name="T17" fmla="*/ 51 h 1326"/>
              <a:gd name="T18" fmla="*/ 661 w 1325"/>
              <a:gd name="T19" fmla="*/ 1325 h 1326"/>
              <a:gd name="T20" fmla="*/ 661 w 1325"/>
              <a:gd name="T21" fmla="*/ 1325 h 1326"/>
              <a:gd name="T22" fmla="*/ 0 w 1325"/>
              <a:gd name="T23" fmla="*/ 663 h 1326"/>
              <a:gd name="T24" fmla="*/ 0 w 1325"/>
              <a:gd name="T25" fmla="*/ 663 h 1326"/>
              <a:gd name="T26" fmla="*/ 661 w 1325"/>
              <a:gd name="T27" fmla="*/ 0 h 1326"/>
              <a:gd name="T28" fmla="*/ 661 w 1325"/>
              <a:gd name="T29" fmla="*/ 0 h 1326"/>
              <a:gd name="T30" fmla="*/ 1324 w 1325"/>
              <a:gd name="T31" fmla="*/ 663 h 1326"/>
              <a:gd name="T32" fmla="*/ 1324 w 1325"/>
              <a:gd name="T33" fmla="*/ 663 h 1326"/>
              <a:gd name="T34" fmla="*/ 661 w 1325"/>
              <a:gd name="T35" fmla="*/ 1325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5" h="1326">
                <a:moveTo>
                  <a:pt x="661" y="51"/>
                </a:moveTo>
                <a:lnTo>
                  <a:pt x="661" y="51"/>
                </a:lnTo>
                <a:cubicBezTo>
                  <a:pt x="325" y="51"/>
                  <a:pt x="50" y="326"/>
                  <a:pt x="50" y="663"/>
                </a:cubicBezTo>
                <a:lnTo>
                  <a:pt x="50" y="663"/>
                </a:lnTo>
                <a:cubicBezTo>
                  <a:pt x="50" y="1000"/>
                  <a:pt x="325" y="1274"/>
                  <a:pt x="661" y="1274"/>
                </a:cubicBezTo>
                <a:lnTo>
                  <a:pt x="661" y="1274"/>
                </a:lnTo>
                <a:cubicBezTo>
                  <a:pt x="999" y="1274"/>
                  <a:pt x="1273" y="1000"/>
                  <a:pt x="1273" y="663"/>
                </a:cubicBezTo>
                <a:lnTo>
                  <a:pt x="1273" y="663"/>
                </a:lnTo>
                <a:cubicBezTo>
                  <a:pt x="1273" y="326"/>
                  <a:pt x="999" y="51"/>
                  <a:pt x="661" y="51"/>
                </a:cubicBezTo>
                <a:close/>
                <a:moveTo>
                  <a:pt x="661" y="1325"/>
                </a:moveTo>
                <a:lnTo>
                  <a:pt x="661" y="1325"/>
                </a:lnTo>
                <a:cubicBezTo>
                  <a:pt x="296" y="1325"/>
                  <a:pt x="0" y="1028"/>
                  <a:pt x="0" y="663"/>
                </a:cubicBezTo>
                <a:lnTo>
                  <a:pt x="0" y="663"/>
                </a:lnTo>
                <a:cubicBezTo>
                  <a:pt x="0" y="297"/>
                  <a:pt x="296" y="0"/>
                  <a:pt x="661" y="0"/>
                </a:cubicBezTo>
                <a:lnTo>
                  <a:pt x="661" y="0"/>
                </a:lnTo>
                <a:cubicBezTo>
                  <a:pt x="1027" y="0"/>
                  <a:pt x="1324" y="297"/>
                  <a:pt x="1324" y="663"/>
                </a:cubicBezTo>
                <a:lnTo>
                  <a:pt x="1324" y="663"/>
                </a:lnTo>
                <a:cubicBezTo>
                  <a:pt x="1324" y="1028"/>
                  <a:pt x="1027" y="1325"/>
                  <a:pt x="661" y="1325"/>
                </a:cubicBezTo>
                <a:close/>
              </a:path>
            </a:pathLst>
          </a:custGeom>
          <a:solidFill>
            <a:schemeClr val="bg1">
              <a:lumMod val="85000"/>
            </a:schemeClr>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3" name="Freeform 203">
            <a:extLst>
              <a:ext uri="{FF2B5EF4-FFF2-40B4-BE49-F238E27FC236}">
                <a16:creationId xmlns:a16="http://schemas.microsoft.com/office/drawing/2014/main" id="{98F1B6DC-0271-38EF-35A0-9B231588427E}"/>
              </a:ext>
            </a:extLst>
          </p:cNvPr>
          <p:cNvSpPr>
            <a:spLocks noChangeArrowheads="1"/>
          </p:cNvSpPr>
          <p:nvPr/>
        </p:nvSpPr>
        <p:spPr bwMode="auto">
          <a:xfrm>
            <a:off x="5925730" y="4271824"/>
            <a:ext cx="2880728" cy="963513"/>
          </a:xfrm>
          <a:custGeom>
            <a:avLst/>
            <a:gdLst>
              <a:gd name="T0" fmla="*/ 673 w 5254"/>
              <a:gd name="T1" fmla="*/ 563 h 1225"/>
              <a:gd name="T2" fmla="*/ 42 w 5254"/>
              <a:gd name="T3" fmla="*/ 92 h 1225"/>
              <a:gd name="T4" fmla="*/ 42 w 5254"/>
              <a:gd name="T5" fmla="*/ 92 h 1225"/>
              <a:gd name="T6" fmla="*/ 72 w 5254"/>
              <a:gd name="T7" fmla="*/ 0 h 1225"/>
              <a:gd name="T8" fmla="*/ 4442 w 5254"/>
              <a:gd name="T9" fmla="*/ 0 h 1225"/>
              <a:gd name="T10" fmla="*/ 4442 w 5254"/>
              <a:gd name="T11" fmla="*/ 0 h 1225"/>
              <a:gd name="T12" fmla="*/ 4472 w 5254"/>
              <a:gd name="T13" fmla="*/ 10 h 1225"/>
              <a:gd name="T14" fmla="*/ 5225 w 5254"/>
              <a:gd name="T15" fmla="*/ 563 h 1225"/>
              <a:gd name="T16" fmla="*/ 5225 w 5254"/>
              <a:gd name="T17" fmla="*/ 563 h 1225"/>
              <a:gd name="T18" fmla="*/ 5225 w 5254"/>
              <a:gd name="T19" fmla="*/ 644 h 1225"/>
              <a:gd name="T20" fmla="*/ 4472 w 5254"/>
              <a:gd name="T21" fmla="*/ 1213 h 1225"/>
              <a:gd name="T22" fmla="*/ 4472 w 5254"/>
              <a:gd name="T23" fmla="*/ 1213 h 1225"/>
              <a:gd name="T24" fmla="*/ 4441 w 5254"/>
              <a:gd name="T25" fmla="*/ 1224 h 1225"/>
              <a:gd name="T26" fmla="*/ 69 w 5254"/>
              <a:gd name="T27" fmla="*/ 1224 h 1225"/>
              <a:gd name="T28" fmla="*/ 69 w 5254"/>
              <a:gd name="T29" fmla="*/ 1224 h 1225"/>
              <a:gd name="T30" fmla="*/ 38 w 5254"/>
              <a:gd name="T31" fmla="*/ 1132 h 1225"/>
              <a:gd name="T32" fmla="*/ 674 w 5254"/>
              <a:gd name="T33" fmla="*/ 644 h 1225"/>
              <a:gd name="T34" fmla="*/ 674 w 5254"/>
              <a:gd name="T35" fmla="*/ 644 h 1225"/>
              <a:gd name="T36" fmla="*/ 673 w 5254"/>
              <a:gd name="T37" fmla="*/ 56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54" h="1225">
                <a:moveTo>
                  <a:pt x="673" y="563"/>
                </a:moveTo>
                <a:lnTo>
                  <a:pt x="42" y="92"/>
                </a:lnTo>
                <a:lnTo>
                  <a:pt x="42" y="92"/>
                </a:lnTo>
                <a:cubicBezTo>
                  <a:pt x="2" y="63"/>
                  <a:pt x="23" y="0"/>
                  <a:pt x="72" y="0"/>
                </a:cubicBezTo>
                <a:lnTo>
                  <a:pt x="4442" y="0"/>
                </a:lnTo>
                <a:lnTo>
                  <a:pt x="4442" y="0"/>
                </a:lnTo>
                <a:cubicBezTo>
                  <a:pt x="4452" y="0"/>
                  <a:pt x="4463" y="3"/>
                  <a:pt x="4472" y="10"/>
                </a:cubicBezTo>
                <a:lnTo>
                  <a:pt x="5225" y="563"/>
                </a:lnTo>
                <a:lnTo>
                  <a:pt x="5225" y="563"/>
                </a:lnTo>
                <a:cubicBezTo>
                  <a:pt x="5252" y="583"/>
                  <a:pt x="5253" y="624"/>
                  <a:pt x="5225" y="644"/>
                </a:cubicBezTo>
                <a:lnTo>
                  <a:pt x="4472" y="1213"/>
                </a:lnTo>
                <a:lnTo>
                  <a:pt x="4472" y="1213"/>
                </a:lnTo>
                <a:cubicBezTo>
                  <a:pt x="4463" y="1220"/>
                  <a:pt x="4452" y="1224"/>
                  <a:pt x="4441" y="1224"/>
                </a:cubicBezTo>
                <a:lnTo>
                  <a:pt x="69" y="1224"/>
                </a:lnTo>
                <a:lnTo>
                  <a:pt x="69" y="1224"/>
                </a:lnTo>
                <a:cubicBezTo>
                  <a:pt x="20" y="1224"/>
                  <a:pt x="0" y="1162"/>
                  <a:pt x="38" y="1132"/>
                </a:cubicBezTo>
                <a:lnTo>
                  <a:pt x="674" y="644"/>
                </a:lnTo>
                <a:lnTo>
                  <a:pt x="674" y="644"/>
                </a:lnTo>
                <a:cubicBezTo>
                  <a:pt x="701" y="624"/>
                  <a:pt x="700" y="583"/>
                  <a:pt x="673" y="563"/>
                </a:cubicBezTo>
              </a:path>
            </a:pathLst>
          </a:custGeom>
          <a:solidFill>
            <a:schemeClr val="accent2"/>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4" name="Freeform 208">
            <a:extLst>
              <a:ext uri="{FF2B5EF4-FFF2-40B4-BE49-F238E27FC236}">
                <a16:creationId xmlns:a16="http://schemas.microsoft.com/office/drawing/2014/main" id="{F10BA1CE-0AB2-A3EC-E8BC-8C72F56A6E4D}"/>
              </a:ext>
            </a:extLst>
          </p:cNvPr>
          <p:cNvSpPr>
            <a:spLocks noChangeArrowheads="1"/>
          </p:cNvSpPr>
          <p:nvPr/>
        </p:nvSpPr>
        <p:spPr bwMode="auto">
          <a:xfrm>
            <a:off x="6947459" y="1714907"/>
            <a:ext cx="814719" cy="814717"/>
          </a:xfrm>
          <a:custGeom>
            <a:avLst/>
            <a:gdLst>
              <a:gd name="T0" fmla="*/ 637 w 1275"/>
              <a:gd name="T1" fmla="*/ 0 h 1275"/>
              <a:gd name="T2" fmla="*/ 637 w 1275"/>
              <a:gd name="T3" fmla="*/ 0 h 1275"/>
              <a:gd name="T4" fmla="*/ 1274 w 1275"/>
              <a:gd name="T5" fmla="*/ 637 h 1275"/>
              <a:gd name="T6" fmla="*/ 1274 w 1275"/>
              <a:gd name="T7" fmla="*/ 637 h 1275"/>
              <a:gd name="T8" fmla="*/ 637 w 1275"/>
              <a:gd name="T9" fmla="*/ 1274 h 1275"/>
              <a:gd name="T10" fmla="*/ 637 w 1275"/>
              <a:gd name="T11" fmla="*/ 1274 h 1275"/>
              <a:gd name="T12" fmla="*/ 0 w 1275"/>
              <a:gd name="T13" fmla="*/ 637 h 1275"/>
              <a:gd name="T14" fmla="*/ 0 w 1275"/>
              <a:gd name="T15" fmla="*/ 637 h 1275"/>
              <a:gd name="T16" fmla="*/ 637 w 1275"/>
              <a:gd name="T17" fmla="*/ 0 h 1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5" h="1275">
                <a:moveTo>
                  <a:pt x="637" y="0"/>
                </a:moveTo>
                <a:lnTo>
                  <a:pt x="637" y="0"/>
                </a:lnTo>
                <a:cubicBezTo>
                  <a:pt x="989" y="0"/>
                  <a:pt x="1274" y="285"/>
                  <a:pt x="1274" y="637"/>
                </a:cubicBezTo>
                <a:lnTo>
                  <a:pt x="1274" y="637"/>
                </a:lnTo>
                <a:cubicBezTo>
                  <a:pt x="1274" y="988"/>
                  <a:pt x="989" y="1274"/>
                  <a:pt x="637" y="1274"/>
                </a:cubicBezTo>
                <a:lnTo>
                  <a:pt x="637" y="1274"/>
                </a:lnTo>
                <a:cubicBezTo>
                  <a:pt x="285" y="1274"/>
                  <a:pt x="0" y="988"/>
                  <a:pt x="0" y="637"/>
                </a:cubicBezTo>
                <a:lnTo>
                  <a:pt x="0" y="637"/>
                </a:lnTo>
                <a:cubicBezTo>
                  <a:pt x="0" y="285"/>
                  <a:pt x="285" y="0"/>
                  <a:pt x="637" y="0"/>
                </a:cubicBezTo>
              </a:path>
            </a:pathLst>
          </a:custGeom>
          <a:solidFill>
            <a:schemeClr val="bg1"/>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5" name="Freeform 209">
            <a:extLst>
              <a:ext uri="{FF2B5EF4-FFF2-40B4-BE49-F238E27FC236}">
                <a16:creationId xmlns:a16="http://schemas.microsoft.com/office/drawing/2014/main" id="{65BCD563-B92E-4811-37FF-AFF5AC6DEF91}"/>
              </a:ext>
            </a:extLst>
          </p:cNvPr>
          <p:cNvSpPr>
            <a:spLocks noChangeArrowheads="1"/>
          </p:cNvSpPr>
          <p:nvPr/>
        </p:nvSpPr>
        <p:spPr bwMode="auto">
          <a:xfrm>
            <a:off x="6930543" y="1700808"/>
            <a:ext cx="848548" cy="848548"/>
          </a:xfrm>
          <a:custGeom>
            <a:avLst/>
            <a:gdLst>
              <a:gd name="T0" fmla="*/ 663 w 1327"/>
              <a:gd name="T1" fmla="*/ 51 h 1326"/>
              <a:gd name="T2" fmla="*/ 663 w 1327"/>
              <a:gd name="T3" fmla="*/ 51 h 1326"/>
              <a:gd name="T4" fmla="*/ 51 w 1327"/>
              <a:gd name="T5" fmla="*/ 663 h 1326"/>
              <a:gd name="T6" fmla="*/ 51 w 1327"/>
              <a:gd name="T7" fmla="*/ 663 h 1326"/>
              <a:gd name="T8" fmla="*/ 663 w 1327"/>
              <a:gd name="T9" fmla="*/ 1274 h 1326"/>
              <a:gd name="T10" fmla="*/ 663 w 1327"/>
              <a:gd name="T11" fmla="*/ 1274 h 1326"/>
              <a:gd name="T12" fmla="*/ 1274 w 1327"/>
              <a:gd name="T13" fmla="*/ 663 h 1326"/>
              <a:gd name="T14" fmla="*/ 1274 w 1327"/>
              <a:gd name="T15" fmla="*/ 663 h 1326"/>
              <a:gd name="T16" fmla="*/ 663 w 1327"/>
              <a:gd name="T17" fmla="*/ 51 h 1326"/>
              <a:gd name="T18" fmla="*/ 663 w 1327"/>
              <a:gd name="T19" fmla="*/ 1325 h 1326"/>
              <a:gd name="T20" fmla="*/ 663 w 1327"/>
              <a:gd name="T21" fmla="*/ 1325 h 1326"/>
              <a:gd name="T22" fmla="*/ 0 w 1327"/>
              <a:gd name="T23" fmla="*/ 663 h 1326"/>
              <a:gd name="T24" fmla="*/ 0 w 1327"/>
              <a:gd name="T25" fmla="*/ 663 h 1326"/>
              <a:gd name="T26" fmla="*/ 663 w 1327"/>
              <a:gd name="T27" fmla="*/ 0 h 1326"/>
              <a:gd name="T28" fmla="*/ 663 w 1327"/>
              <a:gd name="T29" fmla="*/ 0 h 1326"/>
              <a:gd name="T30" fmla="*/ 1326 w 1327"/>
              <a:gd name="T31" fmla="*/ 663 h 1326"/>
              <a:gd name="T32" fmla="*/ 1326 w 1327"/>
              <a:gd name="T33" fmla="*/ 663 h 1326"/>
              <a:gd name="T34" fmla="*/ 663 w 1327"/>
              <a:gd name="T35" fmla="*/ 1325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7" h="1326">
                <a:moveTo>
                  <a:pt x="663" y="51"/>
                </a:moveTo>
                <a:lnTo>
                  <a:pt x="663" y="51"/>
                </a:lnTo>
                <a:cubicBezTo>
                  <a:pt x="326" y="51"/>
                  <a:pt x="51" y="326"/>
                  <a:pt x="51" y="663"/>
                </a:cubicBezTo>
                <a:lnTo>
                  <a:pt x="51" y="663"/>
                </a:lnTo>
                <a:cubicBezTo>
                  <a:pt x="51" y="1000"/>
                  <a:pt x="326" y="1274"/>
                  <a:pt x="663" y="1274"/>
                </a:cubicBezTo>
                <a:lnTo>
                  <a:pt x="663" y="1274"/>
                </a:lnTo>
                <a:cubicBezTo>
                  <a:pt x="1000" y="1274"/>
                  <a:pt x="1274" y="1000"/>
                  <a:pt x="1274" y="663"/>
                </a:cubicBezTo>
                <a:lnTo>
                  <a:pt x="1274" y="663"/>
                </a:lnTo>
                <a:cubicBezTo>
                  <a:pt x="1274" y="326"/>
                  <a:pt x="1000" y="51"/>
                  <a:pt x="663" y="51"/>
                </a:cubicBezTo>
                <a:close/>
                <a:moveTo>
                  <a:pt x="663" y="1325"/>
                </a:moveTo>
                <a:lnTo>
                  <a:pt x="663" y="1325"/>
                </a:lnTo>
                <a:cubicBezTo>
                  <a:pt x="298" y="1325"/>
                  <a:pt x="0" y="1028"/>
                  <a:pt x="0" y="663"/>
                </a:cubicBezTo>
                <a:lnTo>
                  <a:pt x="0" y="663"/>
                </a:lnTo>
                <a:cubicBezTo>
                  <a:pt x="0" y="297"/>
                  <a:pt x="298" y="0"/>
                  <a:pt x="663" y="0"/>
                </a:cubicBezTo>
                <a:lnTo>
                  <a:pt x="663" y="0"/>
                </a:lnTo>
                <a:cubicBezTo>
                  <a:pt x="1029" y="0"/>
                  <a:pt x="1326" y="297"/>
                  <a:pt x="1326" y="663"/>
                </a:cubicBezTo>
                <a:lnTo>
                  <a:pt x="1326" y="663"/>
                </a:lnTo>
                <a:cubicBezTo>
                  <a:pt x="1326" y="1028"/>
                  <a:pt x="1029" y="1325"/>
                  <a:pt x="663" y="1325"/>
                </a:cubicBezTo>
                <a:close/>
              </a:path>
            </a:pathLst>
          </a:custGeom>
          <a:solidFill>
            <a:schemeClr val="bg1">
              <a:lumMod val="85000"/>
            </a:schemeClr>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6" name="Freeform 203">
            <a:extLst>
              <a:ext uri="{FF2B5EF4-FFF2-40B4-BE49-F238E27FC236}">
                <a16:creationId xmlns:a16="http://schemas.microsoft.com/office/drawing/2014/main" id="{E2006544-9406-B5E9-7A08-9D4447F574E2}"/>
              </a:ext>
            </a:extLst>
          </p:cNvPr>
          <p:cNvSpPr>
            <a:spLocks noChangeArrowheads="1"/>
          </p:cNvSpPr>
          <p:nvPr/>
        </p:nvSpPr>
        <p:spPr bwMode="auto">
          <a:xfrm>
            <a:off x="8615066" y="4271824"/>
            <a:ext cx="2880728" cy="963513"/>
          </a:xfrm>
          <a:custGeom>
            <a:avLst/>
            <a:gdLst>
              <a:gd name="T0" fmla="*/ 673 w 5254"/>
              <a:gd name="T1" fmla="*/ 563 h 1225"/>
              <a:gd name="T2" fmla="*/ 42 w 5254"/>
              <a:gd name="T3" fmla="*/ 92 h 1225"/>
              <a:gd name="T4" fmla="*/ 42 w 5254"/>
              <a:gd name="T5" fmla="*/ 92 h 1225"/>
              <a:gd name="T6" fmla="*/ 72 w 5254"/>
              <a:gd name="T7" fmla="*/ 0 h 1225"/>
              <a:gd name="T8" fmla="*/ 4442 w 5254"/>
              <a:gd name="T9" fmla="*/ 0 h 1225"/>
              <a:gd name="T10" fmla="*/ 4442 w 5254"/>
              <a:gd name="T11" fmla="*/ 0 h 1225"/>
              <a:gd name="T12" fmla="*/ 4472 w 5254"/>
              <a:gd name="T13" fmla="*/ 10 h 1225"/>
              <a:gd name="T14" fmla="*/ 5225 w 5254"/>
              <a:gd name="T15" fmla="*/ 563 h 1225"/>
              <a:gd name="T16" fmla="*/ 5225 w 5254"/>
              <a:gd name="T17" fmla="*/ 563 h 1225"/>
              <a:gd name="T18" fmla="*/ 5225 w 5254"/>
              <a:gd name="T19" fmla="*/ 644 h 1225"/>
              <a:gd name="T20" fmla="*/ 4472 w 5254"/>
              <a:gd name="T21" fmla="*/ 1213 h 1225"/>
              <a:gd name="T22" fmla="*/ 4472 w 5254"/>
              <a:gd name="T23" fmla="*/ 1213 h 1225"/>
              <a:gd name="T24" fmla="*/ 4441 w 5254"/>
              <a:gd name="T25" fmla="*/ 1224 h 1225"/>
              <a:gd name="T26" fmla="*/ 69 w 5254"/>
              <a:gd name="T27" fmla="*/ 1224 h 1225"/>
              <a:gd name="T28" fmla="*/ 69 w 5254"/>
              <a:gd name="T29" fmla="*/ 1224 h 1225"/>
              <a:gd name="T30" fmla="*/ 38 w 5254"/>
              <a:gd name="T31" fmla="*/ 1132 h 1225"/>
              <a:gd name="T32" fmla="*/ 674 w 5254"/>
              <a:gd name="T33" fmla="*/ 644 h 1225"/>
              <a:gd name="T34" fmla="*/ 674 w 5254"/>
              <a:gd name="T35" fmla="*/ 644 h 1225"/>
              <a:gd name="T36" fmla="*/ 673 w 5254"/>
              <a:gd name="T37" fmla="*/ 56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54" h="1225">
                <a:moveTo>
                  <a:pt x="673" y="563"/>
                </a:moveTo>
                <a:lnTo>
                  <a:pt x="42" y="92"/>
                </a:lnTo>
                <a:lnTo>
                  <a:pt x="42" y="92"/>
                </a:lnTo>
                <a:cubicBezTo>
                  <a:pt x="2" y="63"/>
                  <a:pt x="23" y="0"/>
                  <a:pt x="72" y="0"/>
                </a:cubicBezTo>
                <a:lnTo>
                  <a:pt x="4442" y="0"/>
                </a:lnTo>
                <a:lnTo>
                  <a:pt x="4442" y="0"/>
                </a:lnTo>
                <a:cubicBezTo>
                  <a:pt x="4452" y="0"/>
                  <a:pt x="4463" y="3"/>
                  <a:pt x="4472" y="10"/>
                </a:cubicBezTo>
                <a:lnTo>
                  <a:pt x="5225" y="563"/>
                </a:lnTo>
                <a:lnTo>
                  <a:pt x="5225" y="563"/>
                </a:lnTo>
                <a:cubicBezTo>
                  <a:pt x="5252" y="583"/>
                  <a:pt x="5253" y="624"/>
                  <a:pt x="5225" y="644"/>
                </a:cubicBezTo>
                <a:lnTo>
                  <a:pt x="4472" y="1213"/>
                </a:lnTo>
                <a:lnTo>
                  <a:pt x="4472" y="1213"/>
                </a:lnTo>
                <a:cubicBezTo>
                  <a:pt x="4463" y="1220"/>
                  <a:pt x="4452" y="1224"/>
                  <a:pt x="4441" y="1224"/>
                </a:cubicBezTo>
                <a:lnTo>
                  <a:pt x="69" y="1224"/>
                </a:lnTo>
                <a:lnTo>
                  <a:pt x="69" y="1224"/>
                </a:lnTo>
                <a:cubicBezTo>
                  <a:pt x="20" y="1224"/>
                  <a:pt x="0" y="1162"/>
                  <a:pt x="38" y="1132"/>
                </a:cubicBezTo>
                <a:lnTo>
                  <a:pt x="674" y="644"/>
                </a:lnTo>
                <a:lnTo>
                  <a:pt x="674" y="644"/>
                </a:lnTo>
                <a:cubicBezTo>
                  <a:pt x="701" y="624"/>
                  <a:pt x="700" y="583"/>
                  <a:pt x="673" y="563"/>
                </a:cubicBezTo>
              </a:path>
            </a:pathLst>
          </a:custGeom>
          <a:solidFill>
            <a:schemeClr val="accent3"/>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7" name="Freeform 208">
            <a:extLst>
              <a:ext uri="{FF2B5EF4-FFF2-40B4-BE49-F238E27FC236}">
                <a16:creationId xmlns:a16="http://schemas.microsoft.com/office/drawing/2014/main" id="{7A93EE90-1A75-CD82-4D12-684FBB18AF66}"/>
              </a:ext>
            </a:extLst>
          </p:cNvPr>
          <p:cNvSpPr>
            <a:spLocks noChangeArrowheads="1"/>
          </p:cNvSpPr>
          <p:nvPr/>
        </p:nvSpPr>
        <p:spPr bwMode="auto">
          <a:xfrm>
            <a:off x="9648072" y="1714907"/>
            <a:ext cx="814719" cy="814717"/>
          </a:xfrm>
          <a:custGeom>
            <a:avLst/>
            <a:gdLst>
              <a:gd name="T0" fmla="*/ 637 w 1275"/>
              <a:gd name="T1" fmla="*/ 0 h 1275"/>
              <a:gd name="T2" fmla="*/ 637 w 1275"/>
              <a:gd name="T3" fmla="*/ 0 h 1275"/>
              <a:gd name="T4" fmla="*/ 1274 w 1275"/>
              <a:gd name="T5" fmla="*/ 637 h 1275"/>
              <a:gd name="T6" fmla="*/ 1274 w 1275"/>
              <a:gd name="T7" fmla="*/ 637 h 1275"/>
              <a:gd name="T8" fmla="*/ 637 w 1275"/>
              <a:gd name="T9" fmla="*/ 1274 h 1275"/>
              <a:gd name="T10" fmla="*/ 637 w 1275"/>
              <a:gd name="T11" fmla="*/ 1274 h 1275"/>
              <a:gd name="T12" fmla="*/ 0 w 1275"/>
              <a:gd name="T13" fmla="*/ 637 h 1275"/>
              <a:gd name="T14" fmla="*/ 0 w 1275"/>
              <a:gd name="T15" fmla="*/ 637 h 1275"/>
              <a:gd name="T16" fmla="*/ 637 w 1275"/>
              <a:gd name="T17" fmla="*/ 0 h 1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5" h="1275">
                <a:moveTo>
                  <a:pt x="637" y="0"/>
                </a:moveTo>
                <a:lnTo>
                  <a:pt x="637" y="0"/>
                </a:lnTo>
                <a:cubicBezTo>
                  <a:pt x="989" y="0"/>
                  <a:pt x="1274" y="285"/>
                  <a:pt x="1274" y="637"/>
                </a:cubicBezTo>
                <a:lnTo>
                  <a:pt x="1274" y="637"/>
                </a:lnTo>
                <a:cubicBezTo>
                  <a:pt x="1274" y="988"/>
                  <a:pt x="989" y="1274"/>
                  <a:pt x="637" y="1274"/>
                </a:cubicBezTo>
                <a:lnTo>
                  <a:pt x="637" y="1274"/>
                </a:lnTo>
                <a:cubicBezTo>
                  <a:pt x="285" y="1274"/>
                  <a:pt x="0" y="988"/>
                  <a:pt x="0" y="637"/>
                </a:cubicBezTo>
                <a:lnTo>
                  <a:pt x="0" y="637"/>
                </a:lnTo>
                <a:cubicBezTo>
                  <a:pt x="0" y="285"/>
                  <a:pt x="285" y="0"/>
                  <a:pt x="637" y="0"/>
                </a:cubicBezTo>
              </a:path>
            </a:pathLst>
          </a:custGeom>
          <a:solidFill>
            <a:schemeClr val="bg1"/>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8" name="Freeform 209">
            <a:extLst>
              <a:ext uri="{FF2B5EF4-FFF2-40B4-BE49-F238E27FC236}">
                <a16:creationId xmlns:a16="http://schemas.microsoft.com/office/drawing/2014/main" id="{91DC2A0D-CE31-889E-9EE8-AC828BCBDAA4}"/>
              </a:ext>
            </a:extLst>
          </p:cNvPr>
          <p:cNvSpPr>
            <a:spLocks noChangeArrowheads="1"/>
          </p:cNvSpPr>
          <p:nvPr/>
        </p:nvSpPr>
        <p:spPr bwMode="auto">
          <a:xfrm>
            <a:off x="9631156" y="1700808"/>
            <a:ext cx="848548" cy="848548"/>
          </a:xfrm>
          <a:custGeom>
            <a:avLst/>
            <a:gdLst>
              <a:gd name="T0" fmla="*/ 663 w 1327"/>
              <a:gd name="T1" fmla="*/ 51 h 1326"/>
              <a:gd name="T2" fmla="*/ 663 w 1327"/>
              <a:gd name="T3" fmla="*/ 51 h 1326"/>
              <a:gd name="T4" fmla="*/ 51 w 1327"/>
              <a:gd name="T5" fmla="*/ 663 h 1326"/>
              <a:gd name="T6" fmla="*/ 51 w 1327"/>
              <a:gd name="T7" fmla="*/ 663 h 1326"/>
              <a:gd name="T8" fmla="*/ 663 w 1327"/>
              <a:gd name="T9" fmla="*/ 1274 h 1326"/>
              <a:gd name="T10" fmla="*/ 663 w 1327"/>
              <a:gd name="T11" fmla="*/ 1274 h 1326"/>
              <a:gd name="T12" fmla="*/ 1274 w 1327"/>
              <a:gd name="T13" fmla="*/ 663 h 1326"/>
              <a:gd name="T14" fmla="*/ 1274 w 1327"/>
              <a:gd name="T15" fmla="*/ 663 h 1326"/>
              <a:gd name="T16" fmla="*/ 663 w 1327"/>
              <a:gd name="T17" fmla="*/ 51 h 1326"/>
              <a:gd name="T18" fmla="*/ 663 w 1327"/>
              <a:gd name="T19" fmla="*/ 1325 h 1326"/>
              <a:gd name="T20" fmla="*/ 663 w 1327"/>
              <a:gd name="T21" fmla="*/ 1325 h 1326"/>
              <a:gd name="T22" fmla="*/ 0 w 1327"/>
              <a:gd name="T23" fmla="*/ 663 h 1326"/>
              <a:gd name="T24" fmla="*/ 0 w 1327"/>
              <a:gd name="T25" fmla="*/ 663 h 1326"/>
              <a:gd name="T26" fmla="*/ 663 w 1327"/>
              <a:gd name="T27" fmla="*/ 0 h 1326"/>
              <a:gd name="T28" fmla="*/ 663 w 1327"/>
              <a:gd name="T29" fmla="*/ 0 h 1326"/>
              <a:gd name="T30" fmla="*/ 1326 w 1327"/>
              <a:gd name="T31" fmla="*/ 663 h 1326"/>
              <a:gd name="T32" fmla="*/ 1326 w 1327"/>
              <a:gd name="T33" fmla="*/ 663 h 1326"/>
              <a:gd name="T34" fmla="*/ 663 w 1327"/>
              <a:gd name="T35" fmla="*/ 1325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7" h="1326">
                <a:moveTo>
                  <a:pt x="663" y="51"/>
                </a:moveTo>
                <a:lnTo>
                  <a:pt x="663" y="51"/>
                </a:lnTo>
                <a:cubicBezTo>
                  <a:pt x="326" y="51"/>
                  <a:pt x="51" y="326"/>
                  <a:pt x="51" y="663"/>
                </a:cubicBezTo>
                <a:lnTo>
                  <a:pt x="51" y="663"/>
                </a:lnTo>
                <a:cubicBezTo>
                  <a:pt x="51" y="1000"/>
                  <a:pt x="326" y="1274"/>
                  <a:pt x="663" y="1274"/>
                </a:cubicBezTo>
                <a:lnTo>
                  <a:pt x="663" y="1274"/>
                </a:lnTo>
                <a:cubicBezTo>
                  <a:pt x="1000" y="1274"/>
                  <a:pt x="1274" y="1000"/>
                  <a:pt x="1274" y="663"/>
                </a:cubicBezTo>
                <a:lnTo>
                  <a:pt x="1274" y="663"/>
                </a:lnTo>
                <a:cubicBezTo>
                  <a:pt x="1274" y="326"/>
                  <a:pt x="1000" y="51"/>
                  <a:pt x="663" y="51"/>
                </a:cubicBezTo>
                <a:close/>
                <a:moveTo>
                  <a:pt x="663" y="1325"/>
                </a:moveTo>
                <a:lnTo>
                  <a:pt x="663" y="1325"/>
                </a:lnTo>
                <a:cubicBezTo>
                  <a:pt x="298" y="1325"/>
                  <a:pt x="0" y="1028"/>
                  <a:pt x="0" y="663"/>
                </a:cubicBezTo>
                <a:lnTo>
                  <a:pt x="0" y="663"/>
                </a:lnTo>
                <a:cubicBezTo>
                  <a:pt x="0" y="297"/>
                  <a:pt x="298" y="0"/>
                  <a:pt x="663" y="0"/>
                </a:cubicBezTo>
                <a:lnTo>
                  <a:pt x="663" y="0"/>
                </a:lnTo>
                <a:cubicBezTo>
                  <a:pt x="1029" y="0"/>
                  <a:pt x="1326" y="297"/>
                  <a:pt x="1326" y="663"/>
                </a:cubicBezTo>
                <a:lnTo>
                  <a:pt x="1326" y="663"/>
                </a:lnTo>
                <a:cubicBezTo>
                  <a:pt x="1326" y="1028"/>
                  <a:pt x="1029" y="1325"/>
                  <a:pt x="663" y="1325"/>
                </a:cubicBezTo>
                <a:close/>
              </a:path>
            </a:pathLst>
          </a:custGeom>
          <a:solidFill>
            <a:schemeClr val="bg1">
              <a:lumMod val="85000"/>
            </a:schemeClr>
          </a:solidFill>
          <a:ln>
            <a:noFill/>
          </a:ln>
          <a:effectLst/>
        </p:spPr>
        <p:txBody>
          <a:bodyPr wrap="none" anchor="ctr"/>
          <a:lstStyle/>
          <a:p>
            <a:pPr defTabSz="1218987"/>
            <a:endParaRPr lang="en-US" sz="3600">
              <a:solidFill>
                <a:prstClr val="black"/>
              </a:solidFill>
              <a:latin typeface="Segoe UI" panose="020B0502040204020203" pitchFamily="34" charset="0"/>
            </a:endParaRPr>
          </a:p>
        </p:txBody>
      </p:sp>
      <p:sp>
        <p:nvSpPr>
          <p:cNvPr id="129" name="TextBox 128">
            <a:extLst>
              <a:ext uri="{FF2B5EF4-FFF2-40B4-BE49-F238E27FC236}">
                <a16:creationId xmlns:a16="http://schemas.microsoft.com/office/drawing/2014/main" id="{6E7D082F-41C5-E884-A14A-366A2A0BE608}"/>
              </a:ext>
            </a:extLst>
          </p:cNvPr>
          <p:cNvSpPr txBox="1"/>
          <p:nvPr/>
        </p:nvSpPr>
        <p:spPr>
          <a:xfrm>
            <a:off x="1481511" y="4491969"/>
            <a:ext cx="1011816" cy="523220"/>
          </a:xfrm>
          <a:prstGeom prst="rect">
            <a:avLst/>
          </a:prstGeom>
          <a:noFill/>
        </p:spPr>
        <p:txBody>
          <a:bodyPr wrap="none" rtlCol="0" anchor="ctr">
            <a:spAutoFit/>
          </a:bodyPr>
          <a:lstStyle/>
          <a:p>
            <a:pPr algn="ctr" defTabSz="1218987"/>
            <a:r>
              <a:rPr lang="en-US" sz="2800" b="1">
                <a:solidFill>
                  <a:prstClr val="white"/>
                </a:solidFill>
                <a:latin typeface="Segoe UI" panose="020B0502040204020203" pitchFamily="34" charset="0"/>
                <a:cs typeface="Segoe UI" panose="020B0502040204020203" pitchFamily="34" charset="0"/>
              </a:rPr>
              <a:t>2017</a:t>
            </a:r>
          </a:p>
        </p:txBody>
      </p:sp>
      <p:sp>
        <p:nvSpPr>
          <p:cNvPr id="130" name="TextBox 129">
            <a:extLst>
              <a:ext uri="{FF2B5EF4-FFF2-40B4-BE49-F238E27FC236}">
                <a16:creationId xmlns:a16="http://schemas.microsoft.com/office/drawing/2014/main" id="{20C19A14-8D44-F764-1FE0-B5B61C1B8BD5}"/>
              </a:ext>
            </a:extLst>
          </p:cNvPr>
          <p:cNvSpPr txBox="1"/>
          <p:nvPr/>
        </p:nvSpPr>
        <p:spPr>
          <a:xfrm>
            <a:off x="4170848" y="4491969"/>
            <a:ext cx="1011816" cy="523220"/>
          </a:xfrm>
          <a:prstGeom prst="rect">
            <a:avLst/>
          </a:prstGeom>
          <a:noFill/>
        </p:spPr>
        <p:txBody>
          <a:bodyPr wrap="none" rtlCol="0" anchor="ctr">
            <a:spAutoFit/>
          </a:bodyPr>
          <a:lstStyle/>
          <a:p>
            <a:pPr algn="ctr" defTabSz="1218987"/>
            <a:r>
              <a:rPr lang="en-US" sz="2800" b="1">
                <a:solidFill>
                  <a:prstClr val="white"/>
                </a:solidFill>
                <a:latin typeface="Segoe UI" panose="020B0502040204020203" pitchFamily="34" charset="0"/>
                <a:cs typeface="Segoe UI" panose="020B0502040204020203" pitchFamily="34" charset="0"/>
              </a:rPr>
              <a:t>2018</a:t>
            </a:r>
          </a:p>
        </p:txBody>
      </p:sp>
      <p:sp>
        <p:nvSpPr>
          <p:cNvPr id="131" name="TextBox 130">
            <a:extLst>
              <a:ext uri="{FF2B5EF4-FFF2-40B4-BE49-F238E27FC236}">
                <a16:creationId xmlns:a16="http://schemas.microsoft.com/office/drawing/2014/main" id="{30FABFED-BBB1-427D-4461-402C4287F823}"/>
              </a:ext>
            </a:extLst>
          </p:cNvPr>
          <p:cNvSpPr txBox="1"/>
          <p:nvPr/>
        </p:nvSpPr>
        <p:spPr>
          <a:xfrm>
            <a:off x="6848910" y="4491969"/>
            <a:ext cx="1011816" cy="523220"/>
          </a:xfrm>
          <a:prstGeom prst="rect">
            <a:avLst/>
          </a:prstGeom>
          <a:noFill/>
        </p:spPr>
        <p:txBody>
          <a:bodyPr wrap="none" rtlCol="0" anchor="ctr">
            <a:spAutoFit/>
          </a:bodyPr>
          <a:lstStyle/>
          <a:p>
            <a:pPr algn="ctr" defTabSz="1218987"/>
            <a:r>
              <a:rPr lang="en-US" sz="2800" b="1">
                <a:solidFill>
                  <a:prstClr val="white"/>
                </a:solidFill>
                <a:latin typeface="Segoe UI" panose="020B0502040204020203" pitchFamily="34" charset="0"/>
                <a:cs typeface="Segoe UI" panose="020B0502040204020203" pitchFamily="34" charset="0"/>
              </a:rPr>
              <a:t>2019</a:t>
            </a:r>
          </a:p>
        </p:txBody>
      </p:sp>
      <p:sp>
        <p:nvSpPr>
          <p:cNvPr id="132" name="TextBox 131">
            <a:extLst>
              <a:ext uri="{FF2B5EF4-FFF2-40B4-BE49-F238E27FC236}">
                <a16:creationId xmlns:a16="http://schemas.microsoft.com/office/drawing/2014/main" id="{63ED1F4B-1B70-5766-8810-D6B9F9B4F67A}"/>
              </a:ext>
            </a:extLst>
          </p:cNvPr>
          <p:cNvSpPr txBox="1"/>
          <p:nvPr/>
        </p:nvSpPr>
        <p:spPr>
          <a:xfrm>
            <a:off x="9549523" y="4491969"/>
            <a:ext cx="1011816" cy="523220"/>
          </a:xfrm>
          <a:prstGeom prst="rect">
            <a:avLst/>
          </a:prstGeom>
          <a:noFill/>
        </p:spPr>
        <p:txBody>
          <a:bodyPr wrap="none" rtlCol="0" anchor="ctr">
            <a:spAutoFit/>
          </a:bodyPr>
          <a:lstStyle/>
          <a:p>
            <a:pPr algn="ctr" defTabSz="1218987"/>
            <a:r>
              <a:rPr lang="en-US" sz="2800" b="1">
                <a:solidFill>
                  <a:prstClr val="white"/>
                </a:solidFill>
                <a:latin typeface="Segoe UI" panose="020B0502040204020203" pitchFamily="34" charset="0"/>
                <a:cs typeface="Segoe UI" panose="020B0502040204020203" pitchFamily="34" charset="0"/>
              </a:rPr>
              <a:t>2020</a:t>
            </a:r>
          </a:p>
        </p:txBody>
      </p:sp>
      <p:sp>
        <p:nvSpPr>
          <p:cNvPr id="133" name="TextBox 132">
            <a:extLst>
              <a:ext uri="{FF2B5EF4-FFF2-40B4-BE49-F238E27FC236}">
                <a16:creationId xmlns:a16="http://schemas.microsoft.com/office/drawing/2014/main" id="{9BC8E5F3-20B5-8878-9D61-FF5059798F8A}"/>
              </a:ext>
            </a:extLst>
          </p:cNvPr>
          <p:cNvSpPr txBox="1"/>
          <p:nvPr/>
        </p:nvSpPr>
        <p:spPr>
          <a:xfrm>
            <a:off x="1255938" y="2768016"/>
            <a:ext cx="1462966" cy="338554"/>
          </a:xfrm>
          <a:prstGeom prst="rect">
            <a:avLst/>
          </a:prstGeom>
          <a:noFill/>
        </p:spPr>
        <p:txBody>
          <a:bodyPr wrap="none" rtlCol="0" anchor="b" anchorCtr="0">
            <a:spAutoFit/>
          </a:bodyPr>
          <a:lstStyle/>
          <a:p>
            <a:pPr algn="ctr" defTabSz="1218987"/>
            <a:r>
              <a:rPr lang="en-US" sz="1600" b="1">
                <a:solidFill>
                  <a:srgbClr val="1F497D"/>
                </a:solidFill>
                <a:latin typeface="Segoe UI" panose="020B0502040204020203" pitchFamily="34" charset="0"/>
                <a:ea typeface="League Spartan" charset="0"/>
                <a:cs typeface="Segoe UI" panose="020B0502040204020203" pitchFamily="34" charset="0"/>
              </a:rPr>
              <a:t>INSERT TITLE</a:t>
            </a:r>
          </a:p>
        </p:txBody>
      </p:sp>
      <p:sp>
        <p:nvSpPr>
          <p:cNvPr id="134" name="TextBox 133">
            <a:extLst>
              <a:ext uri="{FF2B5EF4-FFF2-40B4-BE49-F238E27FC236}">
                <a16:creationId xmlns:a16="http://schemas.microsoft.com/office/drawing/2014/main" id="{ADB806C4-C926-1D1F-81B6-34716D36CED6}"/>
              </a:ext>
            </a:extLst>
          </p:cNvPr>
          <p:cNvSpPr txBox="1"/>
          <p:nvPr/>
        </p:nvSpPr>
        <p:spPr>
          <a:xfrm>
            <a:off x="3945274" y="2768016"/>
            <a:ext cx="1462966" cy="338554"/>
          </a:xfrm>
          <a:prstGeom prst="rect">
            <a:avLst/>
          </a:prstGeom>
          <a:noFill/>
        </p:spPr>
        <p:txBody>
          <a:bodyPr wrap="none" rtlCol="0" anchor="b" anchorCtr="0">
            <a:spAutoFit/>
          </a:bodyPr>
          <a:lstStyle/>
          <a:p>
            <a:pPr algn="ctr" defTabSz="1218987"/>
            <a:r>
              <a:rPr lang="en-US" sz="1600" b="1">
                <a:solidFill>
                  <a:srgbClr val="1F497D"/>
                </a:solidFill>
                <a:latin typeface="Segoe UI" panose="020B0502040204020203" pitchFamily="34" charset="0"/>
                <a:ea typeface="League Spartan" charset="0"/>
                <a:cs typeface="Segoe UI" panose="020B0502040204020203" pitchFamily="34" charset="0"/>
              </a:rPr>
              <a:t>INSERT TITLE</a:t>
            </a:r>
          </a:p>
        </p:txBody>
      </p:sp>
      <p:sp>
        <p:nvSpPr>
          <p:cNvPr id="135" name="TextBox 134">
            <a:extLst>
              <a:ext uri="{FF2B5EF4-FFF2-40B4-BE49-F238E27FC236}">
                <a16:creationId xmlns:a16="http://schemas.microsoft.com/office/drawing/2014/main" id="{E2CEB7D1-9E74-14F2-9171-04D7F370B43F}"/>
              </a:ext>
            </a:extLst>
          </p:cNvPr>
          <p:cNvSpPr txBox="1"/>
          <p:nvPr/>
        </p:nvSpPr>
        <p:spPr>
          <a:xfrm>
            <a:off x="6623334" y="2768016"/>
            <a:ext cx="1462966" cy="338554"/>
          </a:xfrm>
          <a:prstGeom prst="rect">
            <a:avLst/>
          </a:prstGeom>
          <a:noFill/>
        </p:spPr>
        <p:txBody>
          <a:bodyPr wrap="none" rtlCol="0" anchor="b" anchorCtr="0">
            <a:spAutoFit/>
          </a:bodyPr>
          <a:lstStyle/>
          <a:p>
            <a:pPr algn="ctr" defTabSz="1218987"/>
            <a:r>
              <a:rPr lang="en-US" sz="1600" b="1">
                <a:solidFill>
                  <a:srgbClr val="1F497D"/>
                </a:solidFill>
                <a:latin typeface="Segoe UI" panose="020B0502040204020203" pitchFamily="34" charset="0"/>
                <a:ea typeface="League Spartan" charset="0"/>
                <a:cs typeface="Segoe UI" panose="020B0502040204020203" pitchFamily="34" charset="0"/>
              </a:rPr>
              <a:t>INSERT TITLE</a:t>
            </a:r>
          </a:p>
        </p:txBody>
      </p:sp>
      <p:sp>
        <p:nvSpPr>
          <p:cNvPr id="136" name="TextBox 135">
            <a:extLst>
              <a:ext uri="{FF2B5EF4-FFF2-40B4-BE49-F238E27FC236}">
                <a16:creationId xmlns:a16="http://schemas.microsoft.com/office/drawing/2014/main" id="{3C9440B4-29A7-A9BD-E1D8-345741A13C9E}"/>
              </a:ext>
            </a:extLst>
          </p:cNvPr>
          <p:cNvSpPr txBox="1"/>
          <p:nvPr/>
        </p:nvSpPr>
        <p:spPr>
          <a:xfrm>
            <a:off x="9323947" y="2768016"/>
            <a:ext cx="1462966" cy="338554"/>
          </a:xfrm>
          <a:prstGeom prst="rect">
            <a:avLst/>
          </a:prstGeom>
          <a:noFill/>
        </p:spPr>
        <p:txBody>
          <a:bodyPr wrap="none" rtlCol="0" anchor="b" anchorCtr="0">
            <a:spAutoFit/>
          </a:bodyPr>
          <a:lstStyle/>
          <a:p>
            <a:pPr algn="ctr" defTabSz="1218987"/>
            <a:r>
              <a:rPr lang="en-US" sz="1600" b="1">
                <a:solidFill>
                  <a:srgbClr val="1F497D"/>
                </a:solidFill>
                <a:latin typeface="Segoe UI" panose="020B0502040204020203" pitchFamily="34" charset="0"/>
                <a:ea typeface="League Spartan" charset="0"/>
                <a:cs typeface="Segoe UI" panose="020B0502040204020203" pitchFamily="34" charset="0"/>
              </a:rPr>
              <a:t>INSERT TITLE</a:t>
            </a:r>
          </a:p>
        </p:txBody>
      </p:sp>
      <p:sp>
        <p:nvSpPr>
          <p:cNvPr id="137" name="TextBox 136">
            <a:extLst>
              <a:ext uri="{FF2B5EF4-FFF2-40B4-BE49-F238E27FC236}">
                <a16:creationId xmlns:a16="http://schemas.microsoft.com/office/drawing/2014/main" id="{415164AA-4D55-4A22-2DBF-A8119AAD5052}"/>
              </a:ext>
            </a:extLst>
          </p:cNvPr>
          <p:cNvSpPr txBox="1"/>
          <p:nvPr/>
        </p:nvSpPr>
        <p:spPr>
          <a:xfrm>
            <a:off x="907298" y="3192256"/>
            <a:ext cx="2160240" cy="954107"/>
          </a:xfrm>
          <a:prstGeom prst="rect">
            <a:avLst/>
          </a:prstGeom>
          <a:noFill/>
        </p:spPr>
        <p:txBody>
          <a:bodyPr wrap="square" rtlCol="0">
            <a:spAutoFit/>
          </a:bodyPr>
          <a:lstStyle/>
          <a:p>
            <a:pPr algn="ctr" defTabSz="1218987"/>
            <a:r>
              <a:rPr lang="en-US" sz="1400">
                <a:solidFill>
                  <a:prstClr val="black"/>
                </a:solidFill>
                <a:latin typeface="Segoe UI" panose="020B0502040204020203" pitchFamily="34" charset="0"/>
                <a:cs typeface="Segoe UI" panose="020B0502040204020203" pitchFamily="34" charset="0"/>
              </a:rPr>
              <a:t>This is a samples Text. Insert your text here. This is a sample text. Insert your text here.</a:t>
            </a:r>
            <a:endParaRPr lang="es-UY" sz="1400">
              <a:solidFill>
                <a:prstClr val="black"/>
              </a:solidFill>
              <a:latin typeface="Segoe UI" panose="020B0502040204020203" pitchFamily="34" charset="0"/>
              <a:cs typeface="Segoe UI" panose="020B0502040204020203" pitchFamily="34" charset="0"/>
            </a:endParaRPr>
          </a:p>
        </p:txBody>
      </p:sp>
      <p:sp>
        <p:nvSpPr>
          <p:cNvPr id="138" name="TextBox 137">
            <a:extLst>
              <a:ext uri="{FF2B5EF4-FFF2-40B4-BE49-F238E27FC236}">
                <a16:creationId xmlns:a16="http://schemas.microsoft.com/office/drawing/2014/main" id="{81A0F59C-A1C9-2709-15FF-C546928F084A}"/>
              </a:ext>
            </a:extLst>
          </p:cNvPr>
          <p:cNvSpPr txBox="1"/>
          <p:nvPr/>
        </p:nvSpPr>
        <p:spPr>
          <a:xfrm>
            <a:off x="3596636" y="3192256"/>
            <a:ext cx="2160240" cy="954107"/>
          </a:xfrm>
          <a:prstGeom prst="rect">
            <a:avLst/>
          </a:prstGeom>
          <a:noFill/>
        </p:spPr>
        <p:txBody>
          <a:bodyPr wrap="square" rtlCol="0">
            <a:spAutoFit/>
          </a:bodyPr>
          <a:lstStyle/>
          <a:p>
            <a:pPr algn="ctr" defTabSz="1218987"/>
            <a:r>
              <a:rPr lang="en-US" sz="1400">
                <a:solidFill>
                  <a:prstClr val="black"/>
                </a:solidFill>
                <a:latin typeface="Segoe UI" panose="020B0502040204020203" pitchFamily="34" charset="0"/>
                <a:cs typeface="Segoe UI" panose="020B0502040204020203" pitchFamily="34" charset="0"/>
              </a:rPr>
              <a:t>This is a samples Text. Insert your text here. This is a sample text. Insert your text here.</a:t>
            </a:r>
            <a:endParaRPr lang="es-UY" sz="1400">
              <a:solidFill>
                <a:prstClr val="black"/>
              </a:solidFill>
              <a:latin typeface="Segoe UI" panose="020B0502040204020203" pitchFamily="34" charset="0"/>
              <a:cs typeface="Segoe UI" panose="020B0502040204020203" pitchFamily="34" charset="0"/>
            </a:endParaRPr>
          </a:p>
        </p:txBody>
      </p:sp>
      <p:sp>
        <p:nvSpPr>
          <p:cNvPr id="139" name="TextBox 138">
            <a:extLst>
              <a:ext uri="{FF2B5EF4-FFF2-40B4-BE49-F238E27FC236}">
                <a16:creationId xmlns:a16="http://schemas.microsoft.com/office/drawing/2014/main" id="{1D4FD864-AA66-5308-D901-4E4E673C16C5}"/>
              </a:ext>
            </a:extLst>
          </p:cNvPr>
          <p:cNvSpPr txBox="1"/>
          <p:nvPr/>
        </p:nvSpPr>
        <p:spPr>
          <a:xfrm>
            <a:off x="6274697" y="3190522"/>
            <a:ext cx="2160240" cy="954107"/>
          </a:xfrm>
          <a:prstGeom prst="rect">
            <a:avLst/>
          </a:prstGeom>
          <a:noFill/>
        </p:spPr>
        <p:txBody>
          <a:bodyPr wrap="square" rtlCol="0">
            <a:spAutoFit/>
          </a:bodyPr>
          <a:lstStyle/>
          <a:p>
            <a:pPr algn="ctr" defTabSz="1218987"/>
            <a:r>
              <a:rPr lang="en-US" sz="1400">
                <a:solidFill>
                  <a:prstClr val="black"/>
                </a:solidFill>
                <a:latin typeface="Segoe UI" panose="020B0502040204020203" pitchFamily="34" charset="0"/>
                <a:cs typeface="Segoe UI" panose="020B0502040204020203" pitchFamily="34" charset="0"/>
              </a:rPr>
              <a:t>This is a samples Text. Insert your text here. This is a sample text. Insert your text here.</a:t>
            </a:r>
            <a:endParaRPr lang="es-UY" sz="1400">
              <a:solidFill>
                <a:prstClr val="black"/>
              </a:solidFill>
              <a:latin typeface="Segoe UI" panose="020B0502040204020203" pitchFamily="34" charset="0"/>
              <a:cs typeface="Segoe UI" panose="020B0502040204020203" pitchFamily="34" charset="0"/>
            </a:endParaRPr>
          </a:p>
        </p:txBody>
      </p:sp>
      <p:sp>
        <p:nvSpPr>
          <p:cNvPr id="140" name="TextBox 139">
            <a:extLst>
              <a:ext uri="{FF2B5EF4-FFF2-40B4-BE49-F238E27FC236}">
                <a16:creationId xmlns:a16="http://schemas.microsoft.com/office/drawing/2014/main" id="{8D16CF2D-CE90-2347-1491-96EDEBC7FD88}"/>
              </a:ext>
            </a:extLst>
          </p:cNvPr>
          <p:cNvSpPr txBox="1"/>
          <p:nvPr/>
        </p:nvSpPr>
        <p:spPr>
          <a:xfrm>
            <a:off x="8975310" y="3192048"/>
            <a:ext cx="2160240" cy="954107"/>
          </a:xfrm>
          <a:prstGeom prst="rect">
            <a:avLst/>
          </a:prstGeom>
          <a:noFill/>
        </p:spPr>
        <p:txBody>
          <a:bodyPr wrap="square" rtlCol="0">
            <a:spAutoFit/>
          </a:bodyPr>
          <a:lstStyle/>
          <a:p>
            <a:pPr algn="ctr" defTabSz="1218987"/>
            <a:r>
              <a:rPr lang="en-US" sz="1400">
                <a:solidFill>
                  <a:prstClr val="black"/>
                </a:solidFill>
                <a:latin typeface="Segoe UI" panose="020B0502040204020203" pitchFamily="34" charset="0"/>
                <a:cs typeface="Segoe UI" panose="020B0502040204020203" pitchFamily="34" charset="0"/>
              </a:rPr>
              <a:t>This is a samples Text. Insert your text here. This is a sample text. Insert your text here.</a:t>
            </a:r>
            <a:endParaRPr lang="es-UY" sz="1400">
              <a:solidFill>
                <a:prstClr val="black"/>
              </a:solidFill>
              <a:latin typeface="Segoe UI" panose="020B0502040204020203" pitchFamily="34" charset="0"/>
              <a:cs typeface="Segoe UI" panose="020B0502040204020203" pitchFamily="34" charset="0"/>
            </a:endParaRPr>
          </a:p>
        </p:txBody>
      </p:sp>
      <p:grpSp>
        <p:nvGrpSpPr>
          <p:cNvPr id="141" name="Graphic 121" descr="Lights On">
            <a:extLst>
              <a:ext uri="{FF2B5EF4-FFF2-40B4-BE49-F238E27FC236}">
                <a16:creationId xmlns:a16="http://schemas.microsoft.com/office/drawing/2014/main" id="{E28B6C37-BA89-FF7A-5DAB-9CBA85171C7B}"/>
              </a:ext>
            </a:extLst>
          </p:cNvPr>
          <p:cNvGrpSpPr/>
          <p:nvPr/>
        </p:nvGrpSpPr>
        <p:grpSpPr>
          <a:xfrm>
            <a:off x="9795202" y="1831560"/>
            <a:ext cx="520456" cy="566014"/>
            <a:chOff x="7730780" y="510940"/>
            <a:chExt cx="762000" cy="828702"/>
          </a:xfrm>
          <a:solidFill>
            <a:schemeClr val="accent3"/>
          </a:solidFill>
        </p:grpSpPr>
        <p:sp>
          <p:nvSpPr>
            <p:cNvPr id="142" name="Freeform: Shape 141">
              <a:extLst>
                <a:ext uri="{FF2B5EF4-FFF2-40B4-BE49-F238E27FC236}">
                  <a16:creationId xmlns:a16="http://schemas.microsoft.com/office/drawing/2014/main" id="{EFFD05B5-8DD5-15CF-A5EA-D9A3FDA90C4B}"/>
                </a:ext>
              </a:extLst>
            </p:cNvPr>
            <p:cNvSpPr/>
            <p:nvPr/>
          </p:nvSpPr>
          <p:spPr>
            <a:xfrm>
              <a:off x="7873655" y="650214"/>
              <a:ext cx="476250" cy="497062"/>
            </a:xfrm>
            <a:custGeom>
              <a:avLst/>
              <a:gdLst>
                <a:gd name="connsiteX0" fmla="*/ 362626 w 476250"/>
                <a:gd name="connsiteY0" fmla="*/ 486994 h 497062"/>
                <a:gd name="connsiteX1" fmla="*/ 418348 w 476250"/>
                <a:gd name="connsiteY1" fmla="*/ 396507 h 497062"/>
                <a:gd name="connsiteX2" fmla="*/ 459686 w 476250"/>
                <a:gd name="connsiteY2" fmla="*/ 328765 h 497062"/>
                <a:gd name="connsiteX3" fmla="*/ 476250 w 476250"/>
                <a:gd name="connsiteY3" fmla="*/ 246316 h 497062"/>
                <a:gd name="connsiteX4" fmla="*/ 476250 w 476250"/>
                <a:gd name="connsiteY4" fmla="*/ 238125 h 497062"/>
                <a:gd name="connsiteX5" fmla="*/ 238125 w 476250"/>
                <a:gd name="connsiteY5" fmla="*/ 0 h 497062"/>
                <a:gd name="connsiteX6" fmla="*/ 0 w 476250"/>
                <a:gd name="connsiteY6" fmla="*/ 238125 h 497062"/>
                <a:gd name="connsiteX7" fmla="*/ 0 w 476250"/>
                <a:gd name="connsiteY7" fmla="*/ 246316 h 497062"/>
                <a:gd name="connsiteX8" fmla="*/ 16573 w 476250"/>
                <a:gd name="connsiteY8" fmla="*/ 328736 h 497062"/>
                <a:gd name="connsiteX9" fmla="*/ 57912 w 476250"/>
                <a:gd name="connsiteY9" fmla="*/ 396478 h 497062"/>
                <a:gd name="connsiteX10" fmla="*/ 113633 w 476250"/>
                <a:gd name="connsiteY10" fmla="*/ 486966 h 497062"/>
                <a:gd name="connsiteX11" fmla="*/ 129931 w 476250"/>
                <a:gd name="connsiteY11" fmla="*/ 497062 h 497062"/>
                <a:gd name="connsiteX12" fmla="*/ 346329 w 476250"/>
                <a:gd name="connsiteY12" fmla="*/ 497062 h 497062"/>
                <a:gd name="connsiteX13" fmla="*/ 362626 w 476250"/>
                <a:gd name="connsiteY13" fmla="*/ 486994 h 497062"/>
                <a:gd name="connsiteX14" fmla="*/ 345758 w 476250"/>
                <a:gd name="connsiteY14" fmla="*/ 478041 h 497062"/>
                <a:gd name="connsiteX15" fmla="*/ 130493 w 476250"/>
                <a:gd name="connsiteY15" fmla="*/ 478041 h 497062"/>
                <a:gd name="connsiteX16" fmla="*/ 72190 w 476250"/>
                <a:gd name="connsiteY16" fmla="*/ 383829 h 497062"/>
                <a:gd name="connsiteX17" fmla="*/ 34385 w 476250"/>
                <a:gd name="connsiteY17" fmla="*/ 321916 h 497062"/>
                <a:gd name="connsiteX18" fmla="*/ 19050 w 476250"/>
                <a:gd name="connsiteY18" fmla="*/ 246021 h 497062"/>
                <a:gd name="connsiteX19" fmla="*/ 19050 w 476250"/>
                <a:gd name="connsiteY19" fmla="*/ 238477 h 497062"/>
                <a:gd name="connsiteX20" fmla="*/ 237949 w 476250"/>
                <a:gd name="connsiteY20" fmla="*/ 19226 h 497062"/>
                <a:gd name="connsiteX21" fmla="*/ 457200 w 476250"/>
                <a:gd name="connsiteY21" fmla="*/ 238125 h 497062"/>
                <a:gd name="connsiteX22" fmla="*/ 457200 w 476250"/>
                <a:gd name="connsiteY22" fmla="*/ 246021 h 497062"/>
                <a:gd name="connsiteX23" fmla="*/ 441960 w 476250"/>
                <a:gd name="connsiteY23" fmla="*/ 321850 h 497062"/>
                <a:gd name="connsiteX24" fmla="*/ 404336 w 476250"/>
                <a:gd name="connsiteY24" fmla="*/ 383610 h 497062"/>
                <a:gd name="connsiteX25" fmla="*/ 345758 w 476250"/>
                <a:gd name="connsiteY25" fmla="*/ 478041 h 4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76250" h="497062">
                  <a:moveTo>
                    <a:pt x="362626" y="486994"/>
                  </a:moveTo>
                  <a:cubicBezTo>
                    <a:pt x="372723" y="466411"/>
                    <a:pt x="396535" y="420319"/>
                    <a:pt x="418348" y="396507"/>
                  </a:cubicBezTo>
                  <a:cubicBezTo>
                    <a:pt x="436046" y="376564"/>
                    <a:pt x="450045" y="353624"/>
                    <a:pt x="459686" y="328765"/>
                  </a:cubicBezTo>
                  <a:cubicBezTo>
                    <a:pt x="469792" y="302405"/>
                    <a:pt x="475391" y="274533"/>
                    <a:pt x="476250" y="246316"/>
                  </a:cubicBezTo>
                  <a:lnTo>
                    <a:pt x="476250" y="238125"/>
                  </a:lnTo>
                  <a:cubicBezTo>
                    <a:pt x="476250" y="106612"/>
                    <a:pt x="369638" y="0"/>
                    <a:pt x="238125" y="0"/>
                  </a:cubicBezTo>
                  <a:cubicBezTo>
                    <a:pt x="106612" y="0"/>
                    <a:pt x="0" y="106612"/>
                    <a:pt x="0" y="238125"/>
                  </a:cubicBezTo>
                  <a:lnTo>
                    <a:pt x="0" y="246316"/>
                  </a:lnTo>
                  <a:cubicBezTo>
                    <a:pt x="865" y="274525"/>
                    <a:pt x="6467" y="302386"/>
                    <a:pt x="16573" y="328736"/>
                  </a:cubicBezTo>
                  <a:cubicBezTo>
                    <a:pt x="26215" y="353596"/>
                    <a:pt x="40214" y="376536"/>
                    <a:pt x="57912" y="396478"/>
                  </a:cubicBezTo>
                  <a:cubicBezTo>
                    <a:pt x="79724" y="420205"/>
                    <a:pt x="103537" y="466411"/>
                    <a:pt x="113633" y="486966"/>
                  </a:cubicBezTo>
                  <a:cubicBezTo>
                    <a:pt x="116712" y="493149"/>
                    <a:pt x="123023" y="497059"/>
                    <a:pt x="129931" y="497062"/>
                  </a:cubicBezTo>
                  <a:lnTo>
                    <a:pt x="346329" y="497062"/>
                  </a:lnTo>
                  <a:cubicBezTo>
                    <a:pt x="353230" y="497065"/>
                    <a:pt x="359540" y="493167"/>
                    <a:pt x="362626" y="486994"/>
                  </a:cubicBezTo>
                  <a:close/>
                  <a:moveTo>
                    <a:pt x="345758" y="478041"/>
                  </a:moveTo>
                  <a:lnTo>
                    <a:pt x="130493" y="478041"/>
                  </a:lnTo>
                  <a:cubicBezTo>
                    <a:pt x="118205" y="453047"/>
                    <a:pt x="94536" y="408127"/>
                    <a:pt x="72190" y="383829"/>
                  </a:cubicBezTo>
                  <a:cubicBezTo>
                    <a:pt x="55997" y="365610"/>
                    <a:pt x="43194" y="344643"/>
                    <a:pt x="34385" y="321916"/>
                  </a:cubicBezTo>
                  <a:cubicBezTo>
                    <a:pt x="25066" y="297653"/>
                    <a:pt x="19882" y="271999"/>
                    <a:pt x="19050" y="246021"/>
                  </a:cubicBezTo>
                  <a:lnTo>
                    <a:pt x="19050" y="238477"/>
                  </a:lnTo>
                  <a:cubicBezTo>
                    <a:pt x="18953" y="117486"/>
                    <a:pt x="116957" y="19323"/>
                    <a:pt x="237949" y="19226"/>
                  </a:cubicBezTo>
                  <a:cubicBezTo>
                    <a:pt x="358940" y="19129"/>
                    <a:pt x="457103" y="117134"/>
                    <a:pt x="457200" y="238125"/>
                  </a:cubicBezTo>
                  <a:lnTo>
                    <a:pt x="457200" y="246021"/>
                  </a:lnTo>
                  <a:cubicBezTo>
                    <a:pt x="456396" y="271972"/>
                    <a:pt x="451245" y="297604"/>
                    <a:pt x="441960" y="321850"/>
                  </a:cubicBezTo>
                  <a:cubicBezTo>
                    <a:pt x="433196" y="344513"/>
                    <a:pt x="420455" y="365428"/>
                    <a:pt x="404336" y="383610"/>
                  </a:cubicBezTo>
                  <a:cubicBezTo>
                    <a:pt x="381629" y="408413"/>
                    <a:pt x="357978" y="453238"/>
                    <a:pt x="345758" y="478041"/>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43" name="Freeform: Shape 142">
              <a:extLst>
                <a:ext uri="{FF2B5EF4-FFF2-40B4-BE49-F238E27FC236}">
                  <a16:creationId xmlns:a16="http://schemas.microsoft.com/office/drawing/2014/main" id="{3CF20A9B-BB58-264F-8656-F4A4CC092346}"/>
                </a:ext>
              </a:extLst>
            </p:cNvPr>
            <p:cNvSpPr/>
            <p:nvPr/>
          </p:nvSpPr>
          <p:spPr>
            <a:xfrm>
              <a:off x="7997480" y="1204998"/>
              <a:ext cx="228600" cy="19050"/>
            </a:xfrm>
            <a:custGeom>
              <a:avLst/>
              <a:gdLst>
                <a:gd name="connsiteX0" fmla="*/ 228600 w 228600"/>
                <a:gd name="connsiteY0" fmla="*/ 9525 h 19050"/>
                <a:gd name="connsiteX1" fmla="*/ 219075 w 228600"/>
                <a:gd name="connsiteY1" fmla="*/ 0 h 19050"/>
                <a:gd name="connsiteX2" fmla="*/ 9525 w 228600"/>
                <a:gd name="connsiteY2" fmla="*/ 0 h 19050"/>
                <a:gd name="connsiteX3" fmla="*/ 0 w 228600"/>
                <a:gd name="connsiteY3" fmla="*/ 9525 h 19050"/>
                <a:gd name="connsiteX4" fmla="*/ 9525 w 228600"/>
                <a:gd name="connsiteY4" fmla="*/ 19050 h 19050"/>
                <a:gd name="connsiteX5" fmla="*/ 219075 w 228600"/>
                <a:gd name="connsiteY5" fmla="*/ 19050 h 19050"/>
                <a:gd name="connsiteX6" fmla="*/ 228600 w 228600"/>
                <a:gd name="connsiteY6" fmla="*/ 952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19050">
                  <a:moveTo>
                    <a:pt x="228600" y="9525"/>
                  </a:moveTo>
                  <a:cubicBezTo>
                    <a:pt x="228600" y="4264"/>
                    <a:pt x="224336" y="0"/>
                    <a:pt x="219075" y="0"/>
                  </a:cubicBezTo>
                  <a:lnTo>
                    <a:pt x="9525" y="0"/>
                  </a:lnTo>
                  <a:cubicBezTo>
                    <a:pt x="4264" y="0"/>
                    <a:pt x="0" y="4264"/>
                    <a:pt x="0" y="9525"/>
                  </a:cubicBezTo>
                  <a:cubicBezTo>
                    <a:pt x="0" y="14786"/>
                    <a:pt x="4264" y="19050"/>
                    <a:pt x="9525" y="19050"/>
                  </a:cubicBezTo>
                  <a:lnTo>
                    <a:pt x="219075" y="19050"/>
                  </a:lnTo>
                  <a:cubicBezTo>
                    <a:pt x="224336" y="19050"/>
                    <a:pt x="228600" y="14786"/>
                    <a:pt x="228600" y="9525"/>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44" name="Freeform: Shape 143">
              <a:extLst>
                <a:ext uri="{FF2B5EF4-FFF2-40B4-BE49-F238E27FC236}">
                  <a16:creationId xmlns:a16="http://schemas.microsoft.com/office/drawing/2014/main" id="{2C47D48D-E9EA-57F1-3CC7-DF11AE99A8AC}"/>
                </a:ext>
              </a:extLst>
            </p:cNvPr>
            <p:cNvSpPr/>
            <p:nvPr/>
          </p:nvSpPr>
          <p:spPr>
            <a:xfrm>
              <a:off x="8056702" y="1278493"/>
              <a:ext cx="110096" cy="61149"/>
            </a:xfrm>
            <a:custGeom>
              <a:avLst/>
              <a:gdLst>
                <a:gd name="connsiteX0" fmla="*/ 9557 w 110096"/>
                <a:gd name="connsiteY0" fmla="*/ 0 h 61149"/>
                <a:gd name="connsiteX1" fmla="*/ 0 w 110096"/>
                <a:gd name="connsiteY1" fmla="*/ 9493 h 61149"/>
                <a:gd name="connsiteX2" fmla="*/ 32 w 110096"/>
                <a:gd name="connsiteY2" fmla="*/ 10306 h 61149"/>
                <a:gd name="connsiteX3" fmla="*/ 59396 w 110096"/>
                <a:gd name="connsiteY3" fmla="*/ 60975 h 61149"/>
                <a:gd name="connsiteX4" fmla="*/ 110065 w 110096"/>
                <a:gd name="connsiteY4" fmla="*/ 10306 h 61149"/>
                <a:gd name="connsiteX5" fmla="*/ 101333 w 110096"/>
                <a:gd name="connsiteY5" fmla="*/ 50 h 61149"/>
                <a:gd name="connsiteX6" fmla="*/ 100540 w 110096"/>
                <a:gd name="connsiteY6" fmla="*/ 19 h 61149"/>
                <a:gd name="connsiteX7" fmla="*/ 55135 w 110096"/>
                <a:gd name="connsiteY7" fmla="*/ 42072 h 61149"/>
                <a:gd name="connsiteX8" fmla="*/ 21464 w 110096"/>
                <a:gd name="connsiteY8" fmla="*/ 19050 h 61149"/>
                <a:gd name="connsiteX9" fmla="*/ 88720 w 110096"/>
                <a:gd name="connsiteY9" fmla="*/ 19050 h 61149"/>
                <a:gd name="connsiteX10" fmla="*/ 55135 w 110096"/>
                <a:gd name="connsiteY10" fmla="*/ 42072 h 6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096" h="61149">
                  <a:moveTo>
                    <a:pt x="9557" y="0"/>
                  </a:moveTo>
                  <a:cubicBezTo>
                    <a:pt x="4297" y="-18"/>
                    <a:pt x="18" y="4232"/>
                    <a:pt x="0" y="9493"/>
                  </a:cubicBezTo>
                  <a:cubicBezTo>
                    <a:pt x="-1" y="9764"/>
                    <a:pt x="11" y="10036"/>
                    <a:pt x="32" y="10306"/>
                  </a:cubicBezTo>
                  <a:cubicBezTo>
                    <a:pt x="2433" y="40691"/>
                    <a:pt x="29011" y="63377"/>
                    <a:pt x="59396" y="60975"/>
                  </a:cubicBezTo>
                  <a:cubicBezTo>
                    <a:pt x="86445" y="58839"/>
                    <a:pt x="107928" y="37355"/>
                    <a:pt x="110065" y="10306"/>
                  </a:cubicBezTo>
                  <a:cubicBezTo>
                    <a:pt x="110486" y="5063"/>
                    <a:pt x="106576" y="471"/>
                    <a:pt x="101333" y="50"/>
                  </a:cubicBezTo>
                  <a:cubicBezTo>
                    <a:pt x="101069" y="29"/>
                    <a:pt x="100805" y="18"/>
                    <a:pt x="100540" y="19"/>
                  </a:cubicBezTo>
                  <a:close/>
                  <a:moveTo>
                    <a:pt x="55135" y="42072"/>
                  </a:moveTo>
                  <a:cubicBezTo>
                    <a:pt x="40270" y="41970"/>
                    <a:pt x="26952" y="32864"/>
                    <a:pt x="21464" y="19050"/>
                  </a:cubicBezTo>
                  <a:lnTo>
                    <a:pt x="88720" y="19050"/>
                  </a:lnTo>
                  <a:cubicBezTo>
                    <a:pt x="83262" y="32851"/>
                    <a:pt x="69975" y="41959"/>
                    <a:pt x="55135" y="42072"/>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45" name="Freeform: Shape 144">
              <a:extLst>
                <a:ext uri="{FF2B5EF4-FFF2-40B4-BE49-F238E27FC236}">
                  <a16:creationId xmlns:a16="http://schemas.microsoft.com/office/drawing/2014/main" id="{51D816F0-FBAF-6533-DFB0-ACF198A84B3B}"/>
                </a:ext>
              </a:extLst>
            </p:cNvPr>
            <p:cNvSpPr/>
            <p:nvPr/>
          </p:nvSpPr>
          <p:spPr>
            <a:xfrm>
              <a:off x="8102255" y="510940"/>
              <a:ext cx="19050" cy="104775"/>
            </a:xfrm>
            <a:custGeom>
              <a:avLst/>
              <a:gdLst>
                <a:gd name="connsiteX0" fmla="*/ 0 w 19050"/>
                <a:gd name="connsiteY0" fmla="*/ 9525 h 104775"/>
                <a:gd name="connsiteX1" fmla="*/ 0 w 19050"/>
                <a:gd name="connsiteY1" fmla="*/ 95250 h 104775"/>
                <a:gd name="connsiteX2" fmla="*/ 9525 w 19050"/>
                <a:gd name="connsiteY2" fmla="*/ 104775 h 104775"/>
                <a:gd name="connsiteX3" fmla="*/ 19050 w 19050"/>
                <a:gd name="connsiteY3" fmla="*/ 95250 h 104775"/>
                <a:gd name="connsiteX4" fmla="*/ 19050 w 19050"/>
                <a:gd name="connsiteY4" fmla="*/ 9525 h 104775"/>
                <a:gd name="connsiteX5" fmla="*/ 9525 w 19050"/>
                <a:gd name="connsiteY5" fmla="*/ 0 h 104775"/>
                <a:gd name="connsiteX6" fmla="*/ 0 w 19050"/>
                <a:gd name="connsiteY6" fmla="*/ 952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104775">
                  <a:moveTo>
                    <a:pt x="0" y="9525"/>
                  </a:moveTo>
                  <a:lnTo>
                    <a:pt x="0" y="95250"/>
                  </a:lnTo>
                  <a:cubicBezTo>
                    <a:pt x="0" y="100511"/>
                    <a:pt x="4264" y="104775"/>
                    <a:pt x="9525" y="104775"/>
                  </a:cubicBezTo>
                  <a:cubicBezTo>
                    <a:pt x="14786" y="104775"/>
                    <a:pt x="19050" y="100511"/>
                    <a:pt x="19050" y="95250"/>
                  </a:cubicBezTo>
                  <a:lnTo>
                    <a:pt x="19050" y="9525"/>
                  </a:lnTo>
                  <a:cubicBezTo>
                    <a:pt x="19050" y="4265"/>
                    <a:pt x="14786" y="0"/>
                    <a:pt x="9525" y="0"/>
                  </a:cubicBezTo>
                  <a:cubicBezTo>
                    <a:pt x="4264" y="0"/>
                    <a:pt x="0" y="4265"/>
                    <a:pt x="0" y="9525"/>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46" name="Freeform: Shape 145">
              <a:extLst>
                <a:ext uri="{FF2B5EF4-FFF2-40B4-BE49-F238E27FC236}">
                  <a16:creationId xmlns:a16="http://schemas.microsoft.com/office/drawing/2014/main" id="{48B1B09D-325B-F85D-D904-7863877E3E97}"/>
                </a:ext>
              </a:extLst>
            </p:cNvPr>
            <p:cNvSpPr/>
            <p:nvPr/>
          </p:nvSpPr>
          <p:spPr>
            <a:xfrm>
              <a:off x="7730780" y="882415"/>
              <a:ext cx="104775" cy="19050"/>
            </a:xfrm>
            <a:custGeom>
              <a:avLst/>
              <a:gdLst>
                <a:gd name="connsiteX0" fmla="*/ 104775 w 104775"/>
                <a:gd name="connsiteY0" fmla="*/ 9525 h 19050"/>
                <a:gd name="connsiteX1" fmla="*/ 95250 w 104775"/>
                <a:gd name="connsiteY1" fmla="*/ 0 h 19050"/>
                <a:gd name="connsiteX2" fmla="*/ 9525 w 104775"/>
                <a:gd name="connsiteY2" fmla="*/ 0 h 19050"/>
                <a:gd name="connsiteX3" fmla="*/ 0 w 104775"/>
                <a:gd name="connsiteY3" fmla="*/ 9525 h 19050"/>
                <a:gd name="connsiteX4" fmla="*/ 9525 w 104775"/>
                <a:gd name="connsiteY4" fmla="*/ 19050 h 19050"/>
                <a:gd name="connsiteX5" fmla="*/ 95250 w 104775"/>
                <a:gd name="connsiteY5" fmla="*/ 19050 h 19050"/>
                <a:gd name="connsiteX6" fmla="*/ 104775 w 104775"/>
                <a:gd name="connsiteY6" fmla="*/ 952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9050">
                  <a:moveTo>
                    <a:pt x="104775" y="9525"/>
                  </a:moveTo>
                  <a:cubicBezTo>
                    <a:pt x="104775" y="4264"/>
                    <a:pt x="100511" y="0"/>
                    <a:pt x="95250" y="0"/>
                  </a:cubicBezTo>
                  <a:lnTo>
                    <a:pt x="9525" y="0"/>
                  </a:lnTo>
                  <a:cubicBezTo>
                    <a:pt x="4264" y="0"/>
                    <a:pt x="0" y="4264"/>
                    <a:pt x="0" y="9525"/>
                  </a:cubicBezTo>
                  <a:cubicBezTo>
                    <a:pt x="0" y="14786"/>
                    <a:pt x="4264" y="19050"/>
                    <a:pt x="9525" y="19050"/>
                  </a:cubicBezTo>
                  <a:lnTo>
                    <a:pt x="95250" y="19050"/>
                  </a:lnTo>
                  <a:cubicBezTo>
                    <a:pt x="100511" y="19050"/>
                    <a:pt x="104775" y="14786"/>
                    <a:pt x="104775" y="9525"/>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47" name="Freeform: Shape 146">
              <a:extLst>
                <a:ext uri="{FF2B5EF4-FFF2-40B4-BE49-F238E27FC236}">
                  <a16:creationId xmlns:a16="http://schemas.microsoft.com/office/drawing/2014/main" id="{488CB762-0720-E247-1006-4B0E36353D95}"/>
                </a:ext>
              </a:extLst>
            </p:cNvPr>
            <p:cNvSpPr/>
            <p:nvPr/>
          </p:nvSpPr>
          <p:spPr>
            <a:xfrm>
              <a:off x="8388005" y="882415"/>
              <a:ext cx="104775" cy="19050"/>
            </a:xfrm>
            <a:custGeom>
              <a:avLst/>
              <a:gdLst>
                <a:gd name="connsiteX0" fmla="*/ 0 w 104775"/>
                <a:gd name="connsiteY0" fmla="*/ 9525 h 19050"/>
                <a:gd name="connsiteX1" fmla="*/ 9525 w 104775"/>
                <a:gd name="connsiteY1" fmla="*/ 19050 h 19050"/>
                <a:gd name="connsiteX2" fmla="*/ 95250 w 104775"/>
                <a:gd name="connsiteY2" fmla="*/ 19050 h 19050"/>
                <a:gd name="connsiteX3" fmla="*/ 104775 w 104775"/>
                <a:gd name="connsiteY3" fmla="*/ 9525 h 19050"/>
                <a:gd name="connsiteX4" fmla="*/ 95250 w 104775"/>
                <a:gd name="connsiteY4" fmla="*/ 0 h 19050"/>
                <a:gd name="connsiteX5" fmla="*/ 9525 w 104775"/>
                <a:gd name="connsiteY5" fmla="*/ 0 h 19050"/>
                <a:gd name="connsiteX6" fmla="*/ 0 w 104775"/>
                <a:gd name="connsiteY6" fmla="*/ 952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9050">
                  <a:moveTo>
                    <a:pt x="0" y="9525"/>
                  </a:moveTo>
                  <a:cubicBezTo>
                    <a:pt x="0" y="14786"/>
                    <a:pt x="4264" y="19050"/>
                    <a:pt x="9525" y="19050"/>
                  </a:cubicBezTo>
                  <a:lnTo>
                    <a:pt x="95250" y="19050"/>
                  </a:lnTo>
                  <a:cubicBezTo>
                    <a:pt x="100511" y="19050"/>
                    <a:pt x="104775" y="14786"/>
                    <a:pt x="104775" y="9525"/>
                  </a:cubicBezTo>
                  <a:cubicBezTo>
                    <a:pt x="104775" y="4264"/>
                    <a:pt x="100511" y="0"/>
                    <a:pt x="95250" y="0"/>
                  </a:cubicBezTo>
                  <a:lnTo>
                    <a:pt x="9525" y="0"/>
                  </a:lnTo>
                  <a:cubicBezTo>
                    <a:pt x="4264" y="0"/>
                    <a:pt x="0" y="4264"/>
                    <a:pt x="0" y="9525"/>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48" name="Freeform: Shape 147">
              <a:extLst>
                <a:ext uri="{FF2B5EF4-FFF2-40B4-BE49-F238E27FC236}">
                  <a16:creationId xmlns:a16="http://schemas.microsoft.com/office/drawing/2014/main" id="{6BB1D2E4-FDEF-4642-0130-52B2CD0CF5FF}"/>
                </a:ext>
              </a:extLst>
            </p:cNvPr>
            <p:cNvSpPr/>
            <p:nvPr/>
          </p:nvSpPr>
          <p:spPr>
            <a:xfrm>
              <a:off x="7839585" y="619745"/>
              <a:ext cx="79548" cy="79548"/>
            </a:xfrm>
            <a:custGeom>
              <a:avLst/>
              <a:gdLst>
                <a:gd name="connsiteX0" fmla="*/ 2789 w 79548"/>
                <a:gd name="connsiteY0" fmla="*/ 2789 h 79548"/>
                <a:gd name="connsiteX1" fmla="*/ 2789 w 79548"/>
                <a:gd name="connsiteY1" fmla="*/ 16257 h 79548"/>
                <a:gd name="connsiteX2" fmla="*/ 63406 w 79548"/>
                <a:gd name="connsiteY2" fmla="*/ 76874 h 79548"/>
                <a:gd name="connsiteX3" fmla="*/ 76874 w 79548"/>
                <a:gd name="connsiteY3" fmla="*/ 76640 h 79548"/>
                <a:gd name="connsiteX4" fmla="*/ 76874 w 79548"/>
                <a:gd name="connsiteY4" fmla="*/ 63406 h 79548"/>
                <a:gd name="connsiteX5" fmla="*/ 16257 w 79548"/>
                <a:gd name="connsiteY5" fmla="*/ 2789 h 79548"/>
                <a:gd name="connsiteX6" fmla="*/ 2789 w 79548"/>
                <a:gd name="connsiteY6" fmla="*/ 2789 h 7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548" h="79548">
                  <a:moveTo>
                    <a:pt x="2789" y="2789"/>
                  </a:moveTo>
                  <a:cubicBezTo>
                    <a:pt x="-930" y="6508"/>
                    <a:pt x="-930" y="12538"/>
                    <a:pt x="2789" y="16257"/>
                  </a:cubicBezTo>
                  <a:lnTo>
                    <a:pt x="63406" y="76874"/>
                  </a:lnTo>
                  <a:cubicBezTo>
                    <a:pt x="67190" y="80529"/>
                    <a:pt x="73220" y="80424"/>
                    <a:pt x="76874" y="76640"/>
                  </a:cubicBezTo>
                  <a:cubicBezTo>
                    <a:pt x="80440" y="72949"/>
                    <a:pt x="80440" y="67097"/>
                    <a:pt x="76874" y="63406"/>
                  </a:cubicBezTo>
                  <a:lnTo>
                    <a:pt x="16257" y="2789"/>
                  </a:lnTo>
                  <a:cubicBezTo>
                    <a:pt x="12538" y="-930"/>
                    <a:pt x="6508" y="-930"/>
                    <a:pt x="2789" y="2789"/>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49" name="Freeform: Shape 148">
              <a:extLst>
                <a:ext uri="{FF2B5EF4-FFF2-40B4-BE49-F238E27FC236}">
                  <a16:creationId xmlns:a16="http://schemas.microsoft.com/office/drawing/2014/main" id="{93D584F2-1AD4-1DD2-FE11-A0DD39FAFC0C}"/>
                </a:ext>
              </a:extLst>
            </p:cNvPr>
            <p:cNvSpPr/>
            <p:nvPr/>
          </p:nvSpPr>
          <p:spPr>
            <a:xfrm>
              <a:off x="8304191" y="1084351"/>
              <a:ext cx="79667" cy="79667"/>
            </a:xfrm>
            <a:custGeom>
              <a:avLst/>
              <a:gdLst>
                <a:gd name="connsiteX0" fmla="*/ 63525 w 79667"/>
                <a:gd name="connsiteY0" fmla="*/ 76994 h 79667"/>
                <a:gd name="connsiteX1" fmla="*/ 76994 w 79667"/>
                <a:gd name="connsiteY1" fmla="*/ 76759 h 79667"/>
                <a:gd name="connsiteX2" fmla="*/ 76994 w 79667"/>
                <a:gd name="connsiteY2" fmla="*/ 63525 h 79667"/>
                <a:gd name="connsiteX3" fmla="*/ 16377 w 79667"/>
                <a:gd name="connsiteY3" fmla="*/ 2908 h 79667"/>
                <a:gd name="connsiteX4" fmla="*/ 2908 w 79667"/>
                <a:gd name="connsiteY4" fmla="*/ 2674 h 79667"/>
                <a:gd name="connsiteX5" fmla="*/ 2674 w 79667"/>
                <a:gd name="connsiteY5" fmla="*/ 16142 h 79667"/>
                <a:gd name="connsiteX6" fmla="*/ 2908 w 79667"/>
                <a:gd name="connsiteY6" fmla="*/ 16377 h 7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67" h="79667">
                  <a:moveTo>
                    <a:pt x="63525" y="76994"/>
                  </a:moveTo>
                  <a:cubicBezTo>
                    <a:pt x="67310" y="80648"/>
                    <a:pt x="73339" y="80544"/>
                    <a:pt x="76994" y="76759"/>
                  </a:cubicBezTo>
                  <a:cubicBezTo>
                    <a:pt x="80559" y="73068"/>
                    <a:pt x="80559" y="67216"/>
                    <a:pt x="76994" y="63525"/>
                  </a:cubicBezTo>
                  <a:lnTo>
                    <a:pt x="16377" y="2908"/>
                  </a:lnTo>
                  <a:cubicBezTo>
                    <a:pt x="12722" y="-876"/>
                    <a:pt x="6692" y="-981"/>
                    <a:pt x="2908" y="2674"/>
                  </a:cubicBezTo>
                  <a:cubicBezTo>
                    <a:pt x="-876" y="6329"/>
                    <a:pt x="-981" y="12359"/>
                    <a:pt x="2674" y="16142"/>
                  </a:cubicBezTo>
                  <a:cubicBezTo>
                    <a:pt x="2751" y="16222"/>
                    <a:pt x="2829" y="16299"/>
                    <a:pt x="2908" y="16377"/>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50" name="Freeform: Shape 149">
              <a:extLst>
                <a:ext uri="{FF2B5EF4-FFF2-40B4-BE49-F238E27FC236}">
                  <a16:creationId xmlns:a16="http://schemas.microsoft.com/office/drawing/2014/main" id="{AF347E37-27EA-03D0-BC5D-89B6ECF7FF5E}"/>
                </a:ext>
              </a:extLst>
            </p:cNvPr>
            <p:cNvSpPr/>
            <p:nvPr/>
          </p:nvSpPr>
          <p:spPr>
            <a:xfrm>
              <a:off x="8304191" y="619745"/>
              <a:ext cx="79782" cy="79782"/>
            </a:xfrm>
            <a:custGeom>
              <a:avLst/>
              <a:gdLst>
                <a:gd name="connsiteX0" fmla="*/ 76994 w 79782"/>
                <a:gd name="connsiteY0" fmla="*/ 2789 h 79782"/>
                <a:gd name="connsiteX1" fmla="*/ 63525 w 79782"/>
                <a:gd name="connsiteY1" fmla="*/ 2789 h 79782"/>
                <a:gd name="connsiteX2" fmla="*/ 2908 w 79782"/>
                <a:gd name="connsiteY2" fmla="*/ 63406 h 79782"/>
                <a:gd name="connsiteX3" fmla="*/ 2674 w 79782"/>
                <a:gd name="connsiteY3" fmla="*/ 76874 h 79782"/>
                <a:gd name="connsiteX4" fmla="*/ 16142 w 79782"/>
                <a:gd name="connsiteY4" fmla="*/ 77109 h 79782"/>
                <a:gd name="connsiteX5" fmla="*/ 16377 w 79782"/>
                <a:gd name="connsiteY5" fmla="*/ 76874 h 79782"/>
                <a:gd name="connsiteX6" fmla="*/ 76994 w 79782"/>
                <a:gd name="connsiteY6" fmla="*/ 16257 h 79782"/>
                <a:gd name="connsiteX7" fmla="*/ 76994 w 79782"/>
                <a:gd name="connsiteY7" fmla="*/ 2789 h 7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782" h="79782">
                  <a:moveTo>
                    <a:pt x="76994" y="2789"/>
                  </a:moveTo>
                  <a:cubicBezTo>
                    <a:pt x="73274" y="-930"/>
                    <a:pt x="67245" y="-930"/>
                    <a:pt x="63525" y="2789"/>
                  </a:cubicBezTo>
                  <a:lnTo>
                    <a:pt x="2908" y="63406"/>
                  </a:lnTo>
                  <a:cubicBezTo>
                    <a:pt x="-876" y="67061"/>
                    <a:pt x="-981" y="73090"/>
                    <a:pt x="2674" y="76874"/>
                  </a:cubicBezTo>
                  <a:cubicBezTo>
                    <a:pt x="6329" y="80659"/>
                    <a:pt x="12359" y="80763"/>
                    <a:pt x="16142" y="77109"/>
                  </a:cubicBezTo>
                  <a:cubicBezTo>
                    <a:pt x="16222" y="77032"/>
                    <a:pt x="16299" y="76953"/>
                    <a:pt x="16377" y="76874"/>
                  </a:cubicBezTo>
                  <a:lnTo>
                    <a:pt x="76994" y="16257"/>
                  </a:lnTo>
                  <a:cubicBezTo>
                    <a:pt x="80712" y="12538"/>
                    <a:pt x="80712" y="6508"/>
                    <a:pt x="76994" y="2789"/>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51" name="Freeform: Shape 150">
              <a:extLst>
                <a:ext uri="{FF2B5EF4-FFF2-40B4-BE49-F238E27FC236}">
                  <a16:creationId xmlns:a16="http://schemas.microsoft.com/office/drawing/2014/main" id="{9B3A7958-140A-C105-FD16-D42FDF06E9DE}"/>
                </a:ext>
              </a:extLst>
            </p:cNvPr>
            <p:cNvSpPr/>
            <p:nvPr/>
          </p:nvSpPr>
          <p:spPr>
            <a:xfrm>
              <a:off x="7839585" y="1084351"/>
              <a:ext cx="79782" cy="79784"/>
            </a:xfrm>
            <a:custGeom>
              <a:avLst/>
              <a:gdLst>
                <a:gd name="connsiteX0" fmla="*/ 9523 w 79782"/>
                <a:gd name="connsiteY0" fmla="*/ 79785 h 79784"/>
                <a:gd name="connsiteX1" fmla="*/ 16257 w 79782"/>
                <a:gd name="connsiteY1" fmla="*/ 76994 h 79784"/>
                <a:gd name="connsiteX2" fmla="*/ 76874 w 79782"/>
                <a:gd name="connsiteY2" fmla="*/ 16377 h 79784"/>
                <a:gd name="connsiteX3" fmla="*/ 77109 w 79782"/>
                <a:gd name="connsiteY3" fmla="*/ 2908 h 79784"/>
                <a:gd name="connsiteX4" fmla="*/ 63640 w 79782"/>
                <a:gd name="connsiteY4" fmla="*/ 2674 h 79784"/>
                <a:gd name="connsiteX5" fmla="*/ 63406 w 79782"/>
                <a:gd name="connsiteY5" fmla="*/ 2908 h 79784"/>
                <a:gd name="connsiteX6" fmla="*/ 2789 w 79782"/>
                <a:gd name="connsiteY6" fmla="*/ 63525 h 79784"/>
                <a:gd name="connsiteX7" fmla="*/ 2791 w 79782"/>
                <a:gd name="connsiteY7" fmla="*/ 76996 h 79784"/>
                <a:gd name="connsiteX8" fmla="*/ 9523 w 79782"/>
                <a:gd name="connsiteY8" fmla="*/ 79785 h 7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82" h="79784">
                  <a:moveTo>
                    <a:pt x="9523" y="79785"/>
                  </a:moveTo>
                  <a:cubicBezTo>
                    <a:pt x="12049" y="79785"/>
                    <a:pt x="14471" y="78780"/>
                    <a:pt x="16257" y="76994"/>
                  </a:cubicBezTo>
                  <a:lnTo>
                    <a:pt x="76874" y="16377"/>
                  </a:lnTo>
                  <a:cubicBezTo>
                    <a:pt x="80659" y="12722"/>
                    <a:pt x="80764" y="6692"/>
                    <a:pt x="77109" y="2908"/>
                  </a:cubicBezTo>
                  <a:cubicBezTo>
                    <a:pt x="73454" y="-876"/>
                    <a:pt x="67424" y="-981"/>
                    <a:pt x="63640" y="2674"/>
                  </a:cubicBezTo>
                  <a:cubicBezTo>
                    <a:pt x="63560" y="2751"/>
                    <a:pt x="63482" y="2829"/>
                    <a:pt x="63406" y="2908"/>
                  </a:cubicBezTo>
                  <a:lnTo>
                    <a:pt x="2789" y="63525"/>
                  </a:lnTo>
                  <a:cubicBezTo>
                    <a:pt x="-930" y="67246"/>
                    <a:pt x="-930" y="73277"/>
                    <a:pt x="2791" y="76996"/>
                  </a:cubicBezTo>
                  <a:cubicBezTo>
                    <a:pt x="4577" y="78781"/>
                    <a:pt x="6998" y="79785"/>
                    <a:pt x="9523" y="79785"/>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grpSp>
      <p:grpSp>
        <p:nvGrpSpPr>
          <p:cNvPr id="152" name="Graphic 123" descr="Circles with arrows">
            <a:extLst>
              <a:ext uri="{FF2B5EF4-FFF2-40B4-BE49-F238E27FC236}">
                <a16:creationId xmlns:a16="http://schemas.microsoft.com/office/drawing/2014/main" id="{0F89DE82-7558-671D-1919-4E742CBDF529}"/>
              </a:ext>
            </a:extLst>
          </p:cNvPr>
          <p:cNvGrpSpPr/>
          <p:nvPr/>
        </p:nvGrpSpPr>
        <p:grpSpPr>
          <a:xfrm>
            <a:off x="7135305" y="1866824"/>
            <a:ext cx="461579" cy="510980"/>
            <a:chOff x="7976030" y="742950"/>
            <a:chExt cx="614362" cy="680115"/>
          </a:xfrm>
          <a:solidFill>
            <a:schemeClr val="accent2"/>
          </a:solidFill>
        </p:grpSpPr>
        <p:sp>
          <p:nvSpPr>
            <p:cNvPr id="153" name="Freeform: Shape 152">
              <a:extLst>
                <a:ext uri="{FF2B5EF4-FFF2-40B4-BE49-F238E27FC236}">
                  <a16:creationId xmlns:a16="http://schemas.microsoft.com/office/drawing/2014/main" id="{36B08C0B-D97E-3DB0-B1CC-F6A8C7AB6E1C}"/>
                </a:ext>
              </a:extLst>
            </p:cNvPr>
            <p:cNvSpPr/>
            <p:nvPr/>
          </p:nvSpPr>
          <p:spPr>
            <a:xfrm>
              <a:off x="7976030" y="1171860"/>
              <a:ext cx="152400" cy="152400"/>
            </a:xfrm>
            <a:custGeom>
              <a:avLst/>
              <a:gdLst>
                <a:gd name="connsiteX0" fmla="*/ 76200 w 152400"/>
                <a:gd name="connsiteY0" fmla="*/ 19050 h 152400"/>
                <a:gd name="connsiteX1" fmla="*/ 133350 w 152400"/>
                <a:gd name="connsiteY1" fmla="*/ 76200 h 152400"/>
                <a:gd name="connsiteX2" fmla="*/ 76200 w 152400"/>
                <a:gd name="connsiteY2" fmla="*/ 133350 h 152400"/>
                <a:gd name="connsiteX3" fmla="*/ 19050 w 152400"/>
                <a:gd name="connsiteY3" fmla="*/ 76200 h 152400"/>
                <a:gd name="connsiteX4" fmla="*/ 76200 w 152400"/>
                <a:gd name="connsiteY4" fmla="*/ 19050 h 152400"/>
                <a:gd name="connsiteX5" fmla="*/ 76200 w 152400"/>
                <a:gd name="connsiteY5" fmla="*/ 0 h 152400"/>
                <a:gd name="connsiteX6" fmla="*/ 0 w 152400"/>
                <a:gd name="connsiteY6" fmla="*/ 76200 h 152400"/>
                <a:gd name="connsiteX7" fmla="*/ 76200 w 152400"/>
                <a:gd name="connsiteY7" fmla="*/ 152400 h 152400"/>
                <a:gd name="connsiteX8" fmla="*/ 152400 w 152400"/>
                <a:gd name="connsiteY8" fmla="*/ 76200 h 152400"/>
                <a:gd name="connsiteX9" fmla="*/ 76200 w 152400"/>
                <a:gd name="connsiteY9"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19050"/>
                  </a:moveTo>
                  <a:cubicBezTo>
                    <a:pt x="107763" y="19050"/>
                    <a:pt x="133350" y="44637"/>
                    <a:pt x="133350" y="76200"/>
                  </a:cubicBezTo>
                  <a:cubicBezTo>
                    <a:pt x="133350" y="107763"/>
                    <a:pt x="107763" y="133350"/>
                    <a:pt x="76200" y="133350"/>
                  </a:cubicBezTo>
                  <a:cubicBezTo>
                    <a:pt x="44637" y="133350"/>
                    <a:pt x="19050" y="107763"/>
                    <a:pt x="19050" y="76200"/>
                  </a:cubicBezTo>
                  <a:cubicBezTo>
                    <a:pt x="19087" y="44652"/>
                    <a:pt x="44652" y="19087"/>
                    <a:pt x="76200" y="19050"/>
                  </a:cubicBezTo>
                  <a:moveTo>
                    <a:pt x="76200" y="0"/>
                  </a:moveTo>
                  <a:cubicBezTo>
                    <a:pt x="34116" y="0"/>
                    <a:pt x="0" y="34116"/>
                    <a:pt x="0" y="76200"/>
                  </a:cubicBezTo>
                  <a:cubicBezTo>
                    <a:pt x="0" y="118284"/>
                    <a:pt x="34116" y="152400"/>
                    <a:pt x="76200" y="152400"/>
                  </a:cubicBezTo>
                  <a:cubicBezTo>
                    <a:pt x="118284" y="152400"/>
                    <a:pt x="152400" y="118284"/>
                    <a:pt x="152400" y="76200"/>
                  </a:cubicBezTo>
                  <a:cubicBezTo>
                    <a:pt x="152400" y="34116"/>
                    <a:pt x="118284" y="0"/>
                    <a:pt x="76200" y="0"/>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54" name="Freeform: Shape 153">
              <a:extLst>
                <a:ext uri="{FF2B5EF4-FFF2-40B4-BE49-F238E27FC236}">
                  <a16:creationId xmlns:a16="http://schemas.microsoft.com/office/drawing/2014/main" id="{E02B8222-1ECC-1BC7-030F-1E80B72F8049}"/>
                </a:ext>
              </a:extLst>
            </p:cNvPr>
            <p:cNvSpPr/>
            <p:nvPr/>
          </p:nvSpPr>
          <p:spPr>
            <a:xfrm>
              <a:off x="8437992" y="1106709"/>
              <a:ext cx="152400" cy="152400"/>
            </a:xfrm>
            <a:custGeom>
              <a:avLst/>
              <a:gdLst>
                <a:gd name="connsiteX0" fmla="*/ 76200 w 152400"/>
                <a:gd name="connsiteY0" fmla="*/ 19050 h 152400"/>
                <a:gd name="connsiteX1" fmla="*/ 133350 w 152400"/>
                <a:gd name="connsiteY1" fmla="*/ 76200 h 152400"/>
                <a:gd name="connsiteX2" fmla="*/ 76200 w 152400"/>
                <a:gd name="connsiteY2" fmla="*/ 133350 h 152400"/>
                <a:gd name="connsiteX3" fmla="*/ 19050 w 152400"/>
                <a:gd name="connsiteY3" fmla="*/ 76200 h 152400"/>
                <a:gd name="connsiteX4" fmla="*/ 76200 w 152400"/>
                <a:gd name="connsiteY4" fmla="*/ 19050 h 152400"/>
                <a:gd name="connsiteX5" fmla="*/ 76200 w 152400"/>
                <a:gd name="connsiteY5" fmla="*/ 0 h 152400"/>
                <a:gd name="connsiteX6" fmla="*/ 0 w 152400"/>
                <a:gd name="connsiteY6" fmla="*/ 76200 h 152400"/>
                <a:gd name="connsiteX7" fmla="*/ 76200 w 152400"/>
                <a:gd name="connsiteY7" fmla="*/ 152400 h 152400"/>
                <a:gd name="connsiteX8" fmla="*/ 152400 w 152400"/>
                <a:gd name="connsiteY8" fmla="*/ 76200 h 152400"/>
                <a:gd name="connsiteX9" fmla="*/ 76200 w 152400"/>
                <a:gd name="connsiteY9"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19050"/>
                  </a:moveTo>
                  <a:cubicBezTo>
                    <a:pt x="107763" y="19050"/>
                    <a:pt x="133350" y="44637"/>
                    <a:pt x="133350" y="76200"/>
                  </a:cubicBezTo>
                  <a:cubicBezTo>
                    <a:pt x="133350" y="107763"/>
                    <a:pt x="107763" y="133350"/>
                    <a:pt x="76200" y="133350"/>
                  </a:cubicBezTo>
                  <a:cubicBezTo>
                    <a:pt x="44637" y="133350"/>
                    <a:pt x="19050" y="107763"/>
                    <a:pt x="19050" y="76200"/>
                  </a:cubicBezTo>
                  <a:cubicBezTo>
                    <a:pt x="19087" y="44652"/>
                    <a:pt x="44652" y="19087"/>
                    <a:pt x="76200" y="19050"/>
                  </a:cubicBezTo>
                  <a:moveTo>
                    <a:pt x="76200" y="0"/>
                  </a:moveTo>
                  <a:cubicBezTo>
                    <a:pt x="34116" y="0"/>
                    <a:pt x="0" y="34116"/>
                    <a:pt x="0" y="76200"/>
                  </a:cubicBezTo>
                  <a:cubicBezTo>
                    <a:pt x="0" y="118284"/>
                    <a:pt x="34116" y="152400"/>
                    <a:pt x="76200" y="152400"/>
                  </a:cubicBezTo>
                  <a:cubicBezTo>
                    <a:pt x="118284" y="152400"/>
                    <a:pt x="152400" y="118284"/>
                    <a:pt x="152400" y="76200"/>
                  </a:cubicBezTo>
                  <a:cubicBezTo>
                    <a:pt x="152400" y="34116"/>
                    <a:pt x="118284" y="0"/>
                    <a:pt x="76200" y="0"/>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55" name="Freeform: Shape 154">
              <a:extLst>
                <a:ext uri="{FF2B5EF4-FFF2-40B4-BE49-F238E27FC236}">
                  <a16:creationId xmlns:a16="http://schemas.microsoft.com/office/drawing/2014/main" id="{2DA46CDD-9806-A123-2E9A-29DDBE120836}"/>
                </a:ext>
              </a:extLst>
            </p:cNvPr>
            <p:cNvSpPr/>
            <p:nvPr/>
          </p:nvSpPr>
          <p:spPr>
            <a:xfrm>
              <a:off x="8154623" y="742950"/>
              <a:ext cx="152400" cy="152400"/>
            </a:xfrm>
            <a:custGeom>
              <a:avLst/>
              <a:gdLst>
                <a:gd name="connsiteX0" fmla="*/ 76200 w 152400"/>
                <a:gd name="connsiteY0" fmla="*/ 19050 h 152400"/>
                <a:gd name="connsiteX1" fmla="*/ 133350 w 152400"/>
                <a:gd name="connsiteY1" fmla="*/ 76200 h 152400"/>
                <a:gd name="connsiteX2" fmla="*/ 76200 w 152400"/>
                <a:gd name="connsiteY2" fmla="*/ 133350 h 152400"/>
                <a:gd name="connsiteX3" fmla="*/ 19050 w 152400"/>
                <a:gd name="connsiteY3" fmla="*/ 76200 h 152400"/>
                <a:gd name="connsiteX4" fmla="*/ 76200 w 152400"/>
                <a:gd name="connsiteY4" fmla="*/ 19050 h 152400"/>
                <a:gd name="connsiteX5" fmla="*/ 76200 w 152400"/>
                <a:gd name="connsiteY5" fmla="*/ 0 h 152400"/>
                <a:gd name="connsiteX6" fmla="*/ 0 w 152400"/>
                <a:gd name="connsiteY6" fmla="*/ 76200 h 152400"/>
                <a:gd name="connsiteX7" fmla="*/ 76200 w 152400"/>
                <a:gd name="connsiteY7" fmla="*/ 152400 h 152400"/>
                <a:gd name="connsiteX8" fmla="*/ 152400 w 152400"/>
                <a:gd name="connsiteY8" fmla="*/ 76200 h 152400"/>
                <a:gd name="connsiteX9" fmla="*/ 76200 w 152400"/>
                <a:gd name="connsiteY9"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19050"/>
                  </a:moveTo>
                  <a:cubicBezTo>
                    <a:pt x="107763" y="19050"/>
                    <a:pt x="133350" y="44637"/>
                    <a:pt x="133350" y="76200"/>
                  </a:cubicBezTo>
                  <a:cubicBezTo>
                    <a:pt x="133350" y="107763"/>
                    <a:pt x="107763" y="133350"/>
                    <a:pt x="76200" y="133350"/>
                  </a:cubicBezTo>
                  <a:cubicBezTo>
                    <a:pt x="44637" y="133350"/>
                    <a:pt x="19050" y="107763"/>
                    <a:pt x="19050" y="76200"/>
                  </a:cubicBezTo>
                  <a:cubicBezTo>
                    <a:pt x="19087" y="44652"/>
                    <a:pt x="44652" y="19087"/>
                    <a:pt x="76200" y="19050"/>
                  </a:cubicBezTo>
                  <a:moveTo>
                    <a:pt x="76200" y="0"/>
                  </a:moveTo>
                  <a:cubicBezTo>
                    <a:pt x="34116" y="0"/>
                    <a:pt x="0" y="34116"/>
                    <a:pt x="0" y="76200"/>
                  </a:cubicBezTo>
                  <a:cubicBezTo>
                    <a:pt x="0" y="118284"/>
                    <a:pt x="34116" y="152400"/>
                    <a:pt x="76200" y="152400"/>
                  </a:cubicBezTo>
                  <a:cubicBezTo>
                    <a:pt x="118284" y="152400"/>
                    <a:pt x="152400" y="118284"/>
                    <a:pt x="152400" y="76200"/>
                  </a:cubicBezTo>
                  <a:cubicBezTo>
                    <a:pt x="152400" y="34116"/>
                    <a:pt x="118284" y="0"/>
                    <a:pt x="76200" y="0"/>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56" name="Freeform: Shape 155">
              <a:extLst>
                <a:ext uri="{FF2B5EF4-FFF2-40B4-BE49-F238E27FC236}">
                  <a16:creationId xmlns:a16="http://schemas.microsoft.com/office/drawing/2014/main" id="{50DCC22E-851F-EF05-2C75-9BDF8D7EE1E7}"/>
                </a:ext>
              </a:extLst>
            </p:cNvPr>
            <p:cNvSpPr/>
            <p:nvPr/>
          </p:nvSpPr>
          <p:spPr>
            <a:xfrm>
              <a:off x="8328101" y="815669"/>
              <a:ext cx="262033" cy="242843"/>
            </a:xfrm>
            <a:custGeom>
              <a:avLst/>
              <a:gdLst>
                <a:gd name="connsiteX0" fmla="*/ 257367 w 262033"/>
                <a:gd name="connsiteY0" fmla="*/ 140889 h 242843"/>
                <a:gd name="connsiteX1" fmla="*/ 244317 w 262033"/>
                <a:gd name="connsiteY1" fmla="*/ 144232 h 242843"/>
                <a:gd name="connsiteX2" fmla="*/ 244317 w 262033"/>
                <a:gd name="connsiteY2" fmla="*/ 144232 h 242843"/>
                <a:gd name="connsiteX3" fmla="*/ 207646 w 262033"/>
                <a:gd name="connsiteY3" fmla="*/ 206145 h 242843"/>
                <a:gd name="connsiteX4" fmla="*/ 207475 w 262033"/>
                <a:gd name="connsiteY4" fmla="*/ 206145 h 242843"/>
                <a:gd name="connsiteX5" fmla="*/ 20108 w 262033"/>
                <a:gd name="connsiteY5" fmla="*/ 2710 h 242843"/>
                <a:gd name="connsiteX6" fmla="*/ 12298 w 262033"/>
                <a:gd name="connsiteY6" fmla="*/ 414 h 242843"/>
                <a:gd name="connsiteX7" fmla="*/ 415 w 262033"/>
                <a:gd name="connsiteY7" fmla="*/ 6757 h 242843"/>
                <a:gd name="connsiteX8" fmla="*/ 6757 w 262033"/>
                <a:gd name="connsiteY8" fmla="*/ 18640 h 242843"/>
                <a:gd name="connsiteX9" fmla="*/ 7183 w 262033"/>
                <a:gd name="connsiteY9" fmla="*/ 18759 h 242843"/>
                <a:gd name="connsiteX10" fmla="*/ 14441 w 262033"/>
                <a:gd name="connsiteY10" fmla="*/ 20902 h 242843"/>
                <a:gd name="connsiteX11" fmla="*/ 189701 w 262033"/>
                <a:gd name="connsiteY11" fmla="*/ 214403 h 242843"/>
                <a:gd name="connsiteX12" fmla="*/ 189558 w 262033"/>
                <a:gd name="connsiteY12" fmla="*/ 214508 h 242843"/>
                <a:gd name="connsiteX13" fmla="*/ 123102 w 262033"/>
                <a:gd name="connsiteY13" fmla="*/ 175150 h 242843"/>
                <a:gd name="connsiteX14" fmla="*/ 110111 w 262033"/>
                <a:gd name="connsiteY14" fmla="*/ 178710 h 242843"/>
                <a:gd name="connsiteX15" fmla="*/ 113387 w 262033"/>
                <a:gd name="connsiteY15" fmla="*/ 191533 h 242843"/>
                <a:gd name="connsiteX16" fmla="*/ 197778 w 262033"/>
                <a:gd name="connsiteY16" fmla="*/ 241511 h 242843"/>
                <a:gd name="connsiteX17" fmla="*/ 204989 w 262033"/>
                <a:gd name="connsiteY17" fmla="*/ 242549 h 242843"/>
                <a:gd name="connsiteX18" fmla="*/ 210828 w 262033"/>
                <a:gd name="connsiteY18" fmla="*/ 238177 h 242843"/>
                <a:gd name="connsiteX19" fmla="*/ 260700 w 262033"/>
                <a:gd name="connsiteY19" fmla="*/ 153938 h 242843"/>
                <a:gd name="connsiteX20" fmla="*/ 257367 w 262033"/>
                <a:gd name="connsiteY20" fmla="*/ 140889 h 242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2033" h="242843">
                  <a:moveTo>
                    <a:pt x="257367" y="140889"/>
                  </a:moveTo>
                  <a:cubicBezTo>
                    <a:pt x="252840" y="138209"/>
                    <a:pt x="246998" y="139705"/>
                    <a:pt x="244317" y="144232"/>
                  </a:cubicBezTo>
                  <a:cubicBezTo>
                    <a:pt x="244317" y="144232"/>
                    <a:pt x="244317" y="144232"/>
                    <a:pt x="244317" y="144232"/>
                  </a:cubicBezTo>
                  <a:lnTo>
                    <a:pt x="207646" y="206145"/>
                  </a:lnTo>
                  <a:cubicBezTo>
                    <a:pt x="207579" y="206249"/>
                    <a:pt x="207503" y="206240"/>
                    <a:pt x="207475" y="206145"/>
                  </a:cubicBezTo>
                  <a:cubicBezTo>
                    <a:pt x="185572" y="109875"/>
                    <a:pt x="114255" y="32442"/>
                    <a:pt x="20108" y="2710"/>
                  </a:cubicBezTo>
                  <a:cubicBezTo>
                    <a:pt x="17527" y="1910"/>
                    <a:pt x="14917" y="1138"/>
                    <a:pt x="12298" y="414"/>
                  </a:cubicBezTo>
                  <a:cubicBezTo>
                    <a:pt x="7265" y="-1116"/>
                    <a:pt x="1944" y="1724"/>
                    <a:pt x="415" y="6757"/>
                  </a:cubicBezTo>
                  <a:cubicBezTo>
                    <a:pt x="-1116" y="11790"/>
                    <a:pt x="1724" y="17111"/>
                    <a:pt x="6757" y="18640"/>
                  </a:cubicBezTo>
                  <a:cubicBezTo>
                    <a:pt x="6898" y="18683"/>
                    <a:pt x="7040" y="18723"/>
                    <a:pt x="7183" y="18759"/>
                  </a:cubicBezTo>
                  <a:cubicBezTo>
                    <a:pt x="9621" y="19438"/>
                    <a:pt x="12041" y="20153"/>
                    <a:pt x="14441" y="20902"/>
                  </a:cubicBezTo>
                  <a:cubicBezTo>
                    <a:pt x="103508" y="49036"/>
                    <a:pt x="170496" y="122994"/>
                    <a:pt x="189701" y="214403"/>
                  </a:cubicBezTo>
                  <a:cubicBezTo>
                    <a:pt x="189701" y="214517"/>
                    <a:pt x="189701" y="214565"/>
                    <a:pt x="189558" y="214508"/>
                  </a:cubicBezTo>
                  <a:lnTo>
                    <a:pt x="123102" y="175150"/>
                  </a:lnTo>
                  <a:cubicBezTo>
                    <a:pt x="118532" y="172546"/>
                    <a:pt x="112715" y="174140"/>
                    <a:pt x="110111" y="178710"/>
                  </a:cubicBezTo>
                  <a:cubicBezTo>
                    <a:pt x="107570" y="183169"/>
                    <a:pt x="109019" y="188840"/>
                    <a:pt x="113387" y="191533"/>
                  </a:cubicBezTo>
                  <a:lnTo>
                    <a:pt x="197778" y="241511"/>
                  </a:lnTo>
                  <a:cubicBezTo>
                    <a:pt x="199949" y="242799"/>
                    <a:pt x="202543" y="243172"/>
                    <a:pt x="204989" y="242549"/>
                  </a:cubicBezTo>
                  <a:cubicBezTo>
                    <a:pt x="207438" y="241924"/>
                    <a:pt x="209539" y="240352"/>
                    <a:pt x="210828" y="238177"/>
                  </a:cubicBezTo>
                  <a:lnTo>
                    <a:pt x="260700" y="153938"/>
                  </a:lnTo>
                  <a:cubicBezTo>
                    <a:pt x="263383" y="149414"/>
                    <a:pt x="261890" y="143572"/>
                    <a:pt x="257367" y="140889"/>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57" name="Freeform: Shape 156">
              <a:extLst>
                <a:ext uri="{FF2B5EF4-FFF2-40B4-BE49-F238E27FC236}">
                  <a16:creationId xmlns:a16="http://schemas.microsoft.com/office/drawing/2014/main" id="{8D0EA85A-AFDD-56FD-466D-D3637F9833E9}"/>
                </a:ext>
              </a:extLst>
            </p:cNvPr>
            <p:cNvSpPr/>
            <p:nvPr/>
          </p:nvSpPr>
          <p:spPr>
            <a:xfrm>
              <a:off x="8153295" y="1263521"/>
              <a:ext cx="309275" cy="159544"/>
            </a:xfrm>
            <a:custGeom>
              <a:avLst/>
              <a:gdLst>
                <a:gd name="connsiteX0" fmla="*/ 306529 w 309275"/>
                <a:gd name="connsiteY0" fmla="*/ 2866 h 159544"/>
                <a:gd name="connsiteX1" fmla="*/ 293059 w 309275"/>
                <a:gd name="connsiteY1" fmla="*/ 2715 h 159544"/>
                <a:gd name="connsiteX2" fmla="*/ 293051 w 309275"/>
                <a:gd name="connsiteY2" fmla="*/ 2723 h 159544"/>
                <a:gd name="connsiteX3" fmla="*/ 287565 w 309275"/>
                <a:gd name="connsiteY3" fmla="*/ 7943 h 159544"/>
                <a:gd name="connsiteX4" fmla="*/ 32361 w 309275"/>
                <a:gd name="connsiteY4" fmla="*/ 62959 h 159544"/>
                <a:gd name="connsiteX5" fmla="*/ 32361 w 309275"/>
                <a:gd name="connsiteY5" fmla="*/ 62788 h 159544"/>
                <a:gd name="connsiteX6" fmla="*/ 99684 w 309275"/>
                <a:gd name="connsiteY6" fmla="*/ 24907 h 159544"/>
                <a:gd name="connsiteX7" fmla="*/ 103313 w 309275"/>
                <a:gd name="connsiteY7" fmla="*/ 11934 h 159544"/>
                <a:gd name="connsiteX8" fmla="*/ 90340 w 309275"/>
                <a:gd name="connsiteY8" fmla="*/ 8305 h 159544"/>
                <a:gd name="connsiteX9" fmla="*/ 4862 w 309275"/>
                <a:gd name="connsiteY9" fmla="*/ 56406 h 159544"/>
                <a:gd name="connsiteX10" fmla="*/ 1222 w 309275"/>
                <a:gd name="connsiteY10" fmla="*/ 69375 h 159544"/>
                <a:gd name="connsiteX11" fmla="*/ 1224 w 309275"/>
                <a:gd name="connsiteY11" fmla="*/ 69379 h 159544"/>
                <a:gd name="connsiteX12" fmla="*/ 49230 w 309275"/>
                <a:gd name="connsiteY12" fmla="*/ 154685 h 159544"/>
                <a:gd name="connsiteX13" fmla="*/ 62208 w 309275"/>
                <a:gd name="connsiteY13" fmla="*/ 158319 h 159544"/>
                <a:gd name="connsiteX14" fmla="*/ 65842 w 309275"/>
                <a:gd name="connsiteY14" fmla="*/ 145341 h 159544"/>
                <a:gd name="connsiteX15" fmla="*/ 30599 w 309275"/>
                <a:gd name="connsiteY15" fmla="*/ 82647 h 159544"/>
                <a:gd name="connsiteX16" fmla="*/ 30704 w 309275"/>
                <a:gd name="connsiteY16" fmla="*/ 82514 h 159544"/>
                <a:gd name="connsiteX17" fmla="*/ 112438 w 309275"/>
                <a:gd name="connsiteY17" fmla="*/ 94982 h 159544"/>
                <a:gd name="connsiteX18" fmla="*/ 300557 w 309275"/>
                <a:gd name="connsiteY18" fmla="*/ 21935 h 159544"/>
                <a:gd name="connsiteX19" fmla="*/ 306443 w 309275"/>
                <a:gd name="connsiteY19" fmla="*/ 16334 h 159544"/>
                <a:gd name="connsiteX20" fmla="*/ 306529 w 309275"/>
                <a:gd name="connsiteY20" fmla="*/ 2866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9275" h="159544">
                  <a:moveTo>
                    <a:pt x="306529" y="2866"/>
                  </a:moveTo>
                  <a:cubicBezTo>
                    <a:pt x="302851" y="-895"/>
                    <a:pt x="296821" y="-963"/>
                    <a:pt x="293059" y="2715"/>
                  </a:cubicBezTo>
                  <a:cubicBezTo>
                    <a:pt x="293057" y="2717"/>
                    <a:pt x="293054" y="2720"/>
                    <a:pt x="293051" y="2723"/>
                  </a:cubicBezTo>
                  <a:cubicBezTo>
                    <a:pt x="291241" y="4485"/>
                    <a:pt x="289422" y="6228"/>
                    <a:pt x="287565" y="7943"/>
                  </a:cubicBezTo>
                  <a:cubicBezTo>
                    <a:pt x="218664" y="71002"/>
                    <a:pt x="121124" y="92030"/>
                    <a:pt x="32361" y="62959"/>
                  </a:cubicBezTo>
                  <a:cubicBezTo>
                    <a:pt x="32247" y="62959"/>
                    <a:pt x="32237" y="62845"/>
                    <a:pt x="32361" y="62788"/>
                  </a:cubicBezTo>
                  <a:lnTo>
                    <a:pt x="99684" y="24907"/>
                  </a:lnTo>
                  <a:cubicBezTo>
                    <a:pt x="104268" y="22326"/>
                    <a:pt x="105893" y="16518"/>
                    <a:pt x="103313" y="11934"/>
                  </a:cubicBezTo>
                  <a:cubicBezTo>
                    <a:pt x="100733" y="7349"/>
                    <a:pt x="94924" y="5724"/>
                    <a:pt x="90340" y="8305"/>
                  </a:cubicBezTo>
                  <a:lnTo>
                    <a:pt x="4862" y="56406"/>
                  </a:lnTo>
                  <a:cubicBezTo>
                    <a:pt x="276" y="58982"/>
                    <a:pt x="-1354" y="64788"/>
                    <a:pt x="1222" y="69375"/>
                  </a:cubicBezTo>
                  <a:cubicBezTo>
                    <a:pt x="1222" y="69376"/>
                    <a:pt x="1223" y="69378"/>
                    <a:pt x="1224" y="69379"/>
                  </a:cubicBezTo>
                  <a:lnTo>
                    <a:pt x="49230" y="154685"/>
                  </a:lnTo>
                  <a:cubicBezTo>
                    <a:pt x="51810" y="159272"/>
                    <a:pt x="57621" y="160899"/>
                    <a:pt x="62208" y="158319"/>
                  </a:cubicBezTo>
                  <a:cubicBezTo>
                    <a:pt x="66795" y="155738"/>
                    <a:pt x="68422" y="149928"/>
                    <a:pt x="65842" y="145341"/>
                  </a:cubicBezTo>
                  <a:lnTo>
                    <a:pt x="30599" y="82647"/>
                  </a:lnTo>
                  <a:cubicBezTo>
                    <a:pt x="30542" y="82533"/>
                    <a:pt x="30599" y="82476"/>
                    <a:pt x="30704" y="82514"/>
                  </a:cubicBezTo>
                  <a:cubicBezTo>
                    <a:pt x="57161" y="90778"/>
                    <a:pt x="84719" y="94981"/>
                    <a:pt x="112438" y="94982"/>
                  </a:cubicBezTo>
                  <a:cubicBezTo>
                    <a:pt x="182083" y="95068"/>
                    <a:pt x="249220" y="68998"/>
                    <a:pt x="300557" y="21935"/>
                  </a:cubicBezTo>
                  <a:cubicBezTo>
                    <a:pt x="302547" y="20106"/>
                    <a:pt x="304500" y="18230"/>
                    <a:pt x="306443" y="16334"/>
                  </a:cubicBezTo>
                  <a:cubicBezTo>
                    <a:pt x="310185" y="12639"/>
                    <a:pt x="310224" y="6609"/>
                    <a:pt x="306529" y="2866"/>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58" name="Freeform: Shape 157">
              <a:extLst>
                <a:ext uri="{FF2B5EF4-FFF2-40B4-BE49-F238E27FC236}">
                  <a16:creationId xmlns:a16="http://schemas.microsoft.com/office/drawing/2014/main" id="{826D1753-1559-4B63-3B1F-0BAEC6522C32}"/>
                </a:ext>
              </a:extLst>
            </p:cNvPr>
            <p:cNvSpPr/>
            <p:nvPr/>
          </p:nvSpPr>
          <p:spPr>
            <a:xfrm>
              <a:off x="7990329" y="858736"/>
              <a:ext cx="124536" cy="299047"/>
            </a:xfrm>
            <a:custGeom>
              <a:avLst/>
              <a:gdLst>
                <a:gd name="connsiteX0" fmla="*/ 121794 w 124536"/>
                <a:gd name="connsiteY0" fmla="*/ 3943 h 299047"/>
                <a:gd name="connsiteX1" fmla="*/ 115126 w 124536"/>
                <a:gd name="connsiteY1" fmla="*/ 1086 h 299047"/>
                <a:gd name="connsiteX2" fmla="*/ 17238 w 124536"/>
                <a:gd name="connsiteY2" fmla="*/ 0 h 299047"/>
                <a:gd name="connsiteX3" fmla="*/ 17133 w 124536"/>
                <a:gd name="connsiteY3" fmla="*/ 0 h 299047"/>
                <a:gd name="connsiteX4" fmla="*/ 7556 w 124536"/>
                <a:gd name="connsiteY4" fmla="*/ 9473 h 299047"/>
                <a:gd name="connsiteX5" fmla="*/ 17028 w 124536"/>
                <a:gd name="connsiteY5" fmla="*/ 19050 h 299047"/>
                <a:gd name="connsiteX6" fmla="*/ 88999 w 124536"/>
                <a:gd name="connsiteY6" fmla="*/ 19850 h 299047"/>
                <a:gd name="connsiteX7" fmla="*/ 89056 w 124536"/>
                <a:gd name="connsiteY7" fmla="*/ 20012 h 299047"/>
                <a:gd name="connsiteX8" fmla="*/ 6570 w 124536"/>
                <a:gd name="connsiteY8" fmla="*/ 283979 h 299047"/>
                <a:gd name="connsiteX9" fmla="*/ 8475 w 124536"/>
                <a:gd name="connsiteY9" fmla="*/ 291903 h 299047"/>
                <a:gd name="connsiteX10" fmla="*/ 17685 w 124536"/>
                <a:gd name="connsiteY10" fmla="*/ 299047 h 299047"/>
                <a:gd name="connsiteX11" fmla="*/ 20076 w 124536"/>
                <a:gd name="connsiteY11" fmla="*/ 298742 h 299047"/>
                <a:gd name="connsiteX12" fmla="*/ 26915 w 124536"/>
                <a:gd name="connsiteY12" fmla="*/ 287141 h 299047"/>
                <a:gd name="connsiteX13" fmla="*/ 25143 w 124536"/>
                <a:gd name="connsiteY13" fmla="*/ 279797 h 299047"/>
                <a:gd name="connsiteX14" fmla="*/ 105087 w 124536"/>
                <a:gd name="connsiteY14" fmla="*/ 31271 h 299047"/>
                <a:gd name="connsiteX15" fmla="*/ 105249 w 124536"/>
                <a:gd name="connsiteY15" fmla="*/ 31347 h 299047"/>
                <a:gd name="connsiteX16" fmla="*/ 104401 w 124536"/>
                <a:gd name="connsiteY16" fmla="*/ 108585 h 299047"/>
                <a:gd name="connsiteX17" fmla="*/ 113820 w 124536"/>
                <a:gd name="connsiteY17" fmla="*/ 118215 h 299047"/>
                <a:gd name="connsiteX18" fmla="*/ 113821 w 124536"/>
                <a:gd name="connsiteY18" fmla="*/ 118215 h 299047"/>
                <a:gd name="connsiteX19" fmla="*/ 113926 w 124536"/>
                <a:gd name="connsiteY19" fmla="*/ 118215 h 299047"/>
                <a:gd name="connsiteX20" fmla="*/ 123451 w 124536"/>
                <a:gd name="connsiteY20" fmla="*/ 108795 h 299047"/>
                <a:gd name="connsiteX21" fmla="*/ 124537 w 124536"/>
                <a:gd name="connsiteY21" fmla="*/ 10687 h 299047"/>
                <a:gd name="connsiteX22" fmla="*/ 121794 w 124536"/>
                <a:gd name="connsiteY22" fmla="*/ 3943 h 299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36" h="299047">
                  <a:moveTo>
                    <a:pt x="121794" y="3943"/>
                  </a:moveTo>
                  <a:cubicBezTo>
                    <a:pt x="120035" y="2149"/>
                    <a:pt x="117639" y="1122"/>
                    <a:pt x="115126" y="1086"/>
                  </a:cubicBezTo>
                  <a:lnTo>
                    <a:pt x="17238" y="0"/>
                  </a:lnTo>
                  <a:lnTo>
                    <a:pt x="17133" y="0"/>
                  </a:lnTo>
                  <a:cubicBezTo>
                    <a:pt x="11872" y="-28"/>
                    <a:pt x="7584" y="4212"/>
                    <a:pt x="7556" y="9473"/>
                  </a:cubicBezTo>
                  <a:cubicBezTo>
                    <a:pt x="7527" y="14733"/>
                    <a:pt x="11768" y="19022"/>
                    <a:pt x="17028" y="19050"/>
                  </a:cubicBezTo>
                  <a:lnTo>
                    <a:pt x="88999" y="19850"/>
                  </a:lnTo>
                  <a:cubicBezTo>
                    <a:pt x="89123" y="19850"/>
                    <a:pt x="89151" y="19926"/>
                    <a:pt x="89056" y="20012"/>
                  </a:cubicBezTo>
                  <a:cubicBezTo>
                    <a:pt x="16640" y="87112"/>
                    <a:pt x="-14756" y="187585"/>
                    <a:pt x="6570" y="283979"/>
                  </a:cubicBezTo>
                  <a:cubicBezTo>
                    <a:pt x="7160" y="286626"/>
                    <a:pt x="7796" y="289268"/>
                    <a:pt x="8475" y="291903"/>
                  </a:cubicBezTo>
                  <a:cubicBezTo>
                    <a:pt x="9560" y="296105"/>
                    <a:pt x="13347" y="299041"/>
                    <a:pt x="17685" y="299047"/>
                  </a:cubicBezTo>
                  <a:cubicBezTo>
                    <a:pt x="18492" y="299048"/>
                    <a:pt x="19296" y="298946"/>
                    <a:pt x="20076" y="298742"/>
                  </a:cubicBezTo>
                  <a:cubicBezTo>
                    <a:pt x="25167" y="297426"/>
                    <a:pt x="28229" y="292233"/>
                    <a:pt x="26915" y="287141"/>
                  </a:cubicBezTo>
                  <a:cubicBezTo>
                    <a:pt x="26280" y="284702"/>
                    <a:pt x="25689" y="282254"/>
                    <a:pt x="25143" y="279797"/>
                  </a:cubicBezTo>
                  <a:cubicBezTo>
                    <a:pt x="4976" y="188598"/>
                    <a:pt x="35531" y="93609"/>
                    <a:pt x="105087" y="31271"/>
                  </a:cubicBezTo>
                  <a:cubicBezTo>
                    <a:pt x="105182" y="31195"/>
                    <a:pt x="105258" y="31271"/>
                    <a:pt x="105249" y="31347"/>
                  </a:cubicBezTo>
                  <a:lnTo>
                    <a:pt x="104401" y="108585"/>
                  </a:lnTo>
                  <a:cubicBezTo>
                    <a:pt x="104343" y="113846"/>
                    <a:pt x="108560" y="118157"/>
                    <a:pt x="113820" y="118215"/>
                  </a:cubicBezTo>
                  <a:cubicBezTo>
                    <a:pt x="113820" y="118215"/>
                    <a:pt x="113821" y="118215"/>
                    <a:pt x="113821" y="118215"/>
                  </a:cubicBezTo>
                  <a:lnTo>
                    <a:pt x="113926" y="118215"/>
                  </a:lnTo>
                  <a:cubicBezTo>
                    <a:pt x="119146" y="118215"/>
                    <a:pt x="123394" y="114014"/>
                    <a:pt x="123451" y="108795"/>
                  </a:cubicBezTo>
                  <a:lnTo>
                    <a:pt x="124537" y="10687"/>
                  </a:lnTo>
                  <a:cubicBezTo>
                    <a:pt x="124551" y="8165"/>
                    <a:pt x="123565" y="5740"/>
                    <a:pt x="121794" y="3943"/>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grpSp>
      <p:grpSp>
        <p:nvGrpSpPr>
          <p:cNvPr id="159" name="Graphic 125" descr="Call center">
            <a:extLst>
              <a:ext uri="{FF2B5EF4-FFF2-40B4-BE49-F238E27FC236}">
                <a16:creationId xmlns:a16="http://schemas.microsoft.com/office/drawing/2014/main" id="{2B79353C-F26D-4809-6B7C-462424167315}"/>
              </a:ext>
            </a:extLst>
          </p:cNvPr>
          <p:cNvGrpSpPr/>
          <p:nvPr/>
        </p:nvGrpSpPr>
        <p:grpSpPr>
          <a:xfrm>
            <a:off x="4364482" y="1809990"/>
            <a:ext cx="624548" cy="624548"/>
            <a:chOff x="7954580" y="772840"/>
            <a:chExt cx="914400" cy="914400"/>
          </a:xfrm>
          <a:solidFill>
            <a:schemeClr val="accent1"/>
          </a:solidFill>
        </p:grpSpPr>
        <p:sp>
          <p:nvSpPr>
            <p:cNvPr id="160" name="Freeform: Shape 159">
              <a:extLst>
                <a:ext uri="{FF2B5EF4-FFF2-40B4-BE49-F238E27FC236}">
                  <a16:creationId xmlns:a16="http://schemas.microsoft.com/office/drawing/2014/main" id="{51F3BCC5-455D-6E7B-64E0-2ACBC945F46B}"/>
                </a:ext>
              </a:extLst>
            </p:cNvPr>
            <p:cNvSpPr/>
            <p:nvPr/>
          </p:nvSpPr>
          <p:spPr>
            <a:xfrm>
              <a:off x="8254579" y="934916"/>
              <a:ext cx="314212" cy="314173"/>
            </a:xfrm>
            <a:custGeom>
              <a:avLst/>
              <a:gdLst>
                <a:gd name="connsiteX0" fmla="*/ 157200 w 314212"/>
                <a:gd name="connsiteY0" fmla="*/ 314174 h 314173"/>
                <a:gd name="connsiteX1" fmla="*/ 188138 w 314212"/>
                <a:gd name="connsiteY1" fmla="*/ 311078 h 314173"/>
                <a:gd name="connsiteX2" fmla="*/ 173793 w 314212"/>
                <a:gd name="connsiteY2" fmla="*/ 294029 h 314173"/>
                <a:gd name="connsiteX3" fmla="*/ 19195 w 314212"/>
                <a:gd name="connsiteY3" fmla="*/ 173558 h 314173"/>
                <a:gd name="connsiteX4" fmla="*/ 139666 w 314212"/>
                <a:gd name="connsiteY4" fmla="*/ 18960 h 314173"/>
                <a:gd name="connsiteX5" fmla="*/ 294263 w 314212"/>
                <a:gd name="connsiteY5" fmla="*/ 139430 h 314173"/>
                <a:gd name="connsiteX6" fmla="*/ 286331 w 314212"/>
                <a:gd name="connsiteY6" fmla="*/ 205589 h 314173"/>
                <a:gd name="connsiteX7" fmla="*/ 308724 w 314212"/>
                <a:gd name="connsiteY7" fmla="*/ 198121 h 314173"/>
                <a:gd name="connsiteX8" fmla="*/ 198121 w 314212"/>
                <a:gd name="connsiteY8" fmla="*/ 5489 h 314173"/>
                <a:gd name="connsiteX9" fmla="*/ 5489 w 314212"/>
                <a:gd name="connsiteY9" fmla="*/ 116092 h 314173"/>
                <a:gd name="connsiteX10" fmla="*/ 116091 w 314212"/>
                <a:gd name="connsiteY10" fmla="*/ 308725 h 314173"/>
                <a:gd name="connsiteX11" fmla="*/ 157200 w 314212"/>
                <a:gd name="connsiteY11" fmla="*/ 314174 h 31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212" h="314173">
                  <a:moveTo>
                    <a:pt x="157200" y="314174"/>
                  </a:moveTo>
                  <a:cubicBezTo>
                    <a:pt x="167590" y="314169"/>
                    <a:pt x="177953" y="313132"/>
                    <a:pt x="188138" y="311078"/>
                  </a:cubicBezTo>
                  <a:cubicBezTo>
                    <a:pt x="182289" y="306386"/>
                    <a:pt x="177415" y="300594"/>
                    <a:pt x="173793" y="294029"/>
                  </a:cubicBezTo>
                  <a:cubicBezTo>
                    <a:pt x="97835" y="303453"/>
                    <a:pt x="28619" y="249516"/>
                    <a:pt x="19195" y="173558"/>
                  </a:cubicBezTo>
                  <a:cubicBezTo>
                    <a:pt x="9771" y="97600"/>
                    <a:pt x="63708" y="28384"/>
                    <a:pt x="139666" y="18960"/>
                  </a:cubicBezTo>
                  <a:cubicBezTo>
                    <a:pt x="215624" y="9536"/>
                    <a:pt x="284839" y="63472"/>
                    <a:pt x="294263" y="139430"/>
                  </a:cubicBezTo>
                  <a:cubicBezTo>
                    <a:pt x="297039" y="161801"/>
                    <a:pt x="294316" y="184509"/>
                    <a:pt x="286331" y="205589"/>
                  </a:cubicBezTo>
                  <a:lnTo>
                    <a:pt x="308724" y="198121"/>
                  </a:lnTo>
                  <a:cubicBezTo>
                    <a:pt x="331376" y="114385"/>
                    <a:pt x="281857" y="28141"/>
                    <a:pt x="198121" y="5489"/>
                  </a:cubicBezTo>
                  <a:cubicBezTo>
                    <a:pt x="114385" y="-17163"/>
                    <a:pt x="28140" y="32356"/>
                    <a:pt x="5489" y="116092"/>
                  </a:cubicBezTo>
                  <a:cubicBezTo>
                    <a:pt x="-17163" y="199828"/>
                    <a:pt x="32355" y="286072"/>
                    <a:pt x="116091" y="308725"/>
                  </a:cubicBezTo>
                  <a:cubicBezTo>
                    <a:pt x="129493" y="312350"/>
                    <a:pt x="143317" y="314182"/>
                    <a:pt x="157200" y="314174"/>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61" name="Freeform: Shape 160">
              <a:extLst>
                <a:ext uri="{FF2B5EF4-FFF2-40B4-BE49-F238E27FC236}">
                  <a16:creationId xmlns:a16="http://schemas.microsoft.com/office/drawing/2014/main" id="{9A343B7C-8A75-3D12-859F-914681E9122A}"/>
                </a:ext>
              </a:extLst>
            </p:cNvPr>
            <p:cNvSpPr/>
            <p:nvPr/>
          </p:nvSpPr>
          <p:spPr>
            <a:xfrm>
              <a:off x="8107227" y="1277807"/>
              <a:ext cx="609104" cy="304657"/>
            </a:xfrm>
            <a:custGeom>
              <a:avLst/>
              <a:gdLst>
                <a:gd name="connsiteX0" fmla="*/ 576167 w 609104"/>
                <a:gd name="connsiteY0" fmla="*/ 90697 h 304657"/>
                <a:gd name="connsiteX1" fmla="*/ 429025 w 609104"/>
                <a:gd name="connsiteY1" fmla="*/ 18840 h 304657"/>
                <a:gd name="connsiteX2" fmla="*/ 304552 w 609104"/>
                <a:gd name="connsiteY2" fmla="*/ 0 h 304657"/>
                <a:gd name="connsiteX3" fmla="*/ 180223 w 609104"/>
                <a:gd name="connsiteY3" fmla="*/ 18802 h 304657"/>
                <a:gd name="connsiteX4" fmla="*/ 33090 w 609104"/>
                <a:gd name="connsiteY4" fmla="*/ 90621 h 304657"/>
                <a:gd name="connsiteX5" fmla="*/ 0 w 609104"/>
                <a:gd name="connsiteY5" fmla="*/ 157096 h 304657"/>
                <a:gd name="connsiteX6" fmla="*/ 0 w 609104"/>
                <a:gd name="connsiteY6" fmla="*/ 304657 h 304657"/>
                <a:gd name="connsiteX7" fmla="*/ 19050 w 609104"/>
                <a:gd name="connsiteY7" fmla="*/ 304657 h 304657"/>
                <a:gd name="connsiteX8" fmla="*/ 19050 w 609104"/>
                <a:gd name="connsiteY8" fmla="*/ 157096 h 304657"/>
                <a:gd name="connsiteX9" fmla="*/ 44644 w 609104"/>
                <a:gd name="connsiteY9" fmla="*/ 105766 h 304657"/>
                <a:gd name="connsiteX10" fmla="*/ 185385 w 609104"/>
                <a:gd name="connsiteY10" fmla="*/ 37186 h 304657"/>
                <a:gd name="connsiteX11" fmla="*/ 304552 w 609104"/>
                <a:gd name="connsiteY11" fmla="*/ 19050 h 304657"/>
                <a:gd name="connsiteX12" fmla="*/ 423615 w 609104"/>
                <a:gd name="connsiteY12" fmla="*/ 37148 h 304657"/>
                <a:gd name="connsiteX13" fmla="*/ 564128 w 609104"/>
                <a:gd name="connsiteY13" fmla="*/ 105528 h 304657"/>
                <a:gd name="connsiteX14" fmla="*/ 590055 w 609104"/>
                <a:gd name="connsiteY14" fmla="*/ 157115 h 304657"/>
                <a:gd name="connsiteX15" fmla="*/ 590055 w 609104"/>
                <a:gd name="connsiteY15" fmla="*/ 304657 h 304657"/>
                <a:gd name="connsiteX16" fmla="*/ 609105 w 609104"/>
                <a:gd name="connsiteY16" fmla="*/ 304657 h 304657"/>
                <a:gd name="connsiteX17" fmla="*/ 609105 w 609104"/>
                <a:gd name="connsiteY17" fmla="*/ 157096 h 304657"/>
                <a:gd name="connsiteX18" fmla="*/ 576167 w 609104"/>
                <a:gd name="connsiteY18" fmla="*/ 90697 h 304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9104" h="304657">
                  <a:moveTo>
                    <a:pt x="576167" y="90697"/>
                  </a:moveTo>
                  <a:cubicBezTo>
                    <a:pt x="532472" y="57060"/>
                    <a:pt x="482419" y="32616"/>
                    <a:pt x="429025" y="18840"/>
                  </a:cubicBezTo>
                  <a:cubicBezTo>
                    <a:pt x="388691" y="6457"/>
                    <a:pt x="346745" y="109"/>
                    <a:pt x="304552" y="0"/>
                  </a:cubicBezTo>
                  <a:cubicBezTo>
                    <a:pt x="262457" y="707"/>
                    <a:pt x="220645" y="7030"/>
                    <a:pt x="180223" y="18802"/>
                  </a:cubicBezTo>
                  <a:cubicBezTo>
                    <a:pt x="127484" y="34285"/>
                    <a:pt x="77739" y="58566"/>
                    <a:pt x="33090" y="90621"/>
                  </a:cubicBezTo>
                  <a:cubicBezTo>
                    <a:pt x="12628" y="106678"/>
                    <a:pt x="476" y="131090"/>
                    <a:pt x="0" y="157096"/>
                  </a:cubicBezTo>
                  <a:lnTo>
                    <a:pt x="0" y="304657"/>
                  </a:lnTo>
                  <a:lnTo>
                    <a:pt x="19050" y="304657"/>
                  </a:lnTo>
                  <a:lnTo>
                    <a:pt x="19050" y="157096"/>
                  </a:lnTo>
                  <a:cubicBezTo>
                    <a:pt x="19465" y="137017"/>
                    <a:pt x="28857" y="118181"/>
                    <a:pt x="44644" y="105766"/>
                  </a:cubicBezTo>
                  <a:cubicBezTo>
                    <a:pt x="87367" y="75154"/>
                    <a:pt x="134948" y="51968"/>
                    <a:pt x="185385" y="37186"/>
                  </a:cubicBezTo>
                  <a:cubicBezTo>
                    <a:pt x="224126" y="25875"/>
                    <a:pt x="264201" y="19776"/>
                    <a:pt x="304552" y="19050"/>
                  </a:cubicBezTo>
                  <a:cubicBezTo>
                    <a:pt x="344915" y="19180"/>
                    <a:pt x="385037" y="25278"/>
                    <a:pt x="423615" y="37148"/>
                  </a:cubicBezTo>
                  <a:cubicBezTo>
                    <a:pt x="474588" y="50223"/>
                    <a:pt x="522385" y="73483"/>
                    <a:pt x="564128" y="105528"/>
                  </a:cubicBezTo>
                  <a:cubicBezTo>
                    <a:pt x="580086" y="117951"/>
                    <a:pt x="589607" y="136896"/>
                    <a:pt x="590055" y="157115"/>
                  </a:cubicBezTo>
                  <a:lnTo>
                    <a:pt x="590055" y="304657"/>
                  </a:lnTo>
                  <a:lnTo>
                    <a:pt x="609105" y="304657"/>
                  </a:lnTo>
                  <a:lnTo>
                    <a:pt x="609105" y="157096"/>
                  </a:lnTo>
                  <a:cubicBezTo>
                    <a:pt x="608657" y="131139"/>
                    <a:pt x="596563" y="106758"/>
                    <a:pt x="576167" y="90697"/>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62" name="Freeform: Shape 161">
              <a:extLst>
                <a:ext uri="{FF2B5EF4-FFF2-40B4-BE49-F238E27FC236}">
                  <a16:creationId xmlns:a16="http://schemas.microsoft.com/office/drawing/2014/main" id="{B21ED608-225F-6578-52A0-E4558396B990}"/>
                </a:ext>
              </a:extLst>
            </p:cNvPr>
            <p:cNvSpPr/>
            <p:nvPr/>
          </p:nvSpPr>
          <p:spPr>
            <a:xfrm>
              <a:off x="8259284" y="887060"/>
              <a:ext cx="390620" cy="342982"/>
            </a:xfrm>
            <a:custGeom>
              <a:avLst/>
              <a:gdLst>
                <a:gd name="connsiteX0" fmla="*/ 16421 w 390620"/>
                <a:gd name="connsiteY0" fmla="*/ 76279 h 342982"/>
                <a:gd name="connsiteX1" fmla="*/ 285693 w 390620"/>
                <a:gd name="connsiteY1" fmla="*/ 73497 h 342982"/>
                <a:gd name="connsiteX2" fmla="*/ 333470 w 390620"/>
                <a:gd name="connsiteY2" fmla="*/ 150460 h 342982"/>
                <a:gd name="connsiteX3" fmla="*/ 333470 w 390620"/>
                <a:gd name="connsiteY3" fmla="*/ 266265 h 342982"/>
                <a:gd name="connsiteX4" fmla="*/ 241601 w 390620"/>
                <a:gd name="connsiteY4" fmla="*/ 296888 h 342982"/>
                <a:gd name="connsiteX5" fmla="*/ 201598 w 390620"/>
                <a:gd name="connsiteY5" fmla="*/ 292093 h 342982"/>
                <a:gd name="connsiteX6" fmla="*/ 196803 w 390620"/>
                <a:gd name="connsiteY6" fmla="*/ 332096 h 342982"/>
                <a:gd name="connsiteX7" fmla="*/ 236807 w 390620"/>
                <a:gd name="connsiteY7" fmla="*/ 336891 h 342982"/>
                <a:gd name="connsiteX8" fmla="*/ 247688 w 390620"/>
                <a:gd name="connsiteY8" fmla="*/ 314938 h 342982"/>
                <a:gd name="connsiteX9" fmla="*/ 364245 w 390620"/>
                <a:gd name="connsiteY9" fmla="*/ 276085 h 342982"/>
                <a:gd name="connsiteX10" fmla="*/ 390620 w 390620"/>
                <a:gd name="connsiteY10" fmla="*/ 247729 h 342982"/>
                <a:gd name="connsiteX11" fmla="*/ 390620 w 390620"/>
                <a:gd name="connsiteY11" fmla="*/ 171529 h 342982"/>
                <a:gd name="connsiteX12" fmla="*/ 362045 w 390620"/>
                <a:gd name="connsiteY12" fmla="*/ 142954 h 342982"/>
                <a:gd name="connsiteX13" fmla="*/ 350929 w 390620"/>
                <a:gd name="connsiteY13" fmla="*/ 142954 h 342982"/>
                <a:gd name="connsiteX14" fmla="*/ 85953 w 390620"/>
                <a:gd name="connsiteY14" fmla="*/ 10884 h 342982"/>
                <a:gd name="connsiteX15" fmla="*/ 2819 w 390620"/>
                <a:gd name="connsiteY15" fmla="*/ 62944 h 342982"/>
                <a:gd name="connsiteX16" fmla="*/ 2760 w 390620"/>
                <a:gd name="connsiteY16" fmla="*/ 76415 h 342982"/>
                <a:gd name="connsiteX17" fmla="*/ 16230 w 390620"/>
                <a:gd name="connsiteY17" fmla="*/ 76474 h 342982"/>
                <a:gd name="connsiteX18" fmla="*/ 16421 w 390620"/>
                <a:gd name="connsiteY18" fmla="*/ 76279 h 342982"/>
                <a:gd name="connsiteX19" fmla="*/ 371570 w 390620"/>
                <a:gd name="connsiteY19" fmla="*/ 171529 h 342982"/>
                <a:gd name="connsiteX20" fmla="*/ 371570 w 390620"/>
                <a:gd name="connsiteY20" fmla="*/ 247729 h 342982"/>
                <a:gd name="connsiteX21" fmla="*/ 362045 w 390620"/>
                <a:gd name="connsiteY21" fmla="*/ 257254 h 342982"/>
                <a:gd name="connsiteX22" fmla="*/ 352520 w 390620"/>
                <a:gd name="connsiteY22" fmla="*/ 257254 h 342982"/>
                <a:gd name="connsiteX23" fmla="*/ 352520 w 390620"/>
                <a:gd name="connsiteY23" fmla="*/ 162004 h 342982"/>
                <a:gd name="connsiteX24" fmla="*/ 362045 w 390620"/>
                <a:gd name="connsiteY24" fmla="*/ 162004 h 342982"/>
                <a:gd name="connsiteX25" fmla="*/ 371570 w 390620"/>
                <a:gd name="connsiteY25" fmla="*/ 171529 h 34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620" h="342982">
                  <a:moveTo>
                    <a:pt x="16421" y="76279"/>
                  </a:moveTo>
                  <a:cubicBezTo>
                    <a:pt x="90010" y="1154"/>
                    <a:pt x="210567" y="-92"/>
                    <a:pt x="285693" y="73497"/>
                  </a:cubicBezTo>
                  <a:cubicBezTo>
                    <a:pt x="307578" y="94935"/>
                    <a:pt x="323967" y="121336"/>
                    <a:pt x="333470" y="150460"/>
                  </a:cubicBezTo>
                  <a:lnTo>
                    <a:pt x="333470" y="266265"/>
                  </a:lnTo>
                  <a:lnTo>
                    <a:pt x="241601" y="296888"/>
                  </a:lnTo>
                  <a:cubicBezTo>
                    <a:pt x="231879" y="284517"/>
                    <a:pt x="213968" y="282370"/>
                    <a:pt x="201598" y="292093"/>
                  </a:cubicBezTo>
                  <a:cubicBezTo>
                    <a:pt x="189227" y="301815"/>
                    <a:pt x="187080" y="319726"/>
                    <a:pt x="196803" y="332096"/>
                  </a:cubicBezTo>
                  <a:cubicBezTo>
                    <a:pt x="206526" y="344467"/>
                    <a:pt x="224436" y="346614"/>
                    <a:pt x="236807" y="336891"/>
                  </a:cubicBezTo>
                  <a:cubicBezTo>
                    <a:pt x="243556" y="331587"/>
                    <a:pt x="247554" y="323522"/>
                    <a:pt x="247688" y="314938"/>
                  </a:cubicBezTo>
                  <a:lnTo>
                    <a:pt x="364245" y="276085"/>
                  </a:lnTo>
                  <a:cubicBezTo>
                    <a:pt x="379078" y="274940"/>
                    <a:pt x="390551" y="262606"/>
                    <a:pt x="390620" y="247729"/>
                  </a:cubicBezTo>
                  <a:lnTo>
                    <a:pt x="390620" y="171529"/>
                  </a:lnTo>
                  <a:cubicBezTo>
                    <a:pt x="390620" y="155747"/>
                    <a:pt x="377827" y="142954"/>
                    <a:pt x="362045" y="142954"/>
                  </a:cubicBezTo>
                  <a:lnTo>
                    <a:pt x="350929" y="142954"/>
                  </a:lnTo>
                  <a:cubicBezTo>
                    <a:pt x="314229" y="33313"/>
                    <a:pt x="195596" y="-25817"/>
                    <a:pt x="85953" y="10884"/>
                  </a:cubicBezTo>
                  <a:cubicBezTo>
                    <a:pt x="54510" y="21409"/>
                    <a:pt x="26016" y="39252"/>
                    <a:pt x="2819" y="62944"/>
                  </a:cubicBezTo>
                  <a:cubicBezTo>
                    <a:pt x="-916" y="66648"/>
                    <a:pt x="-943" y="72679"/>
                    <a:pt x="2760" y="76415"/>
                  </a:cubicBezTo>
                  <a:cubicBezTo>
                    <a:pt x="6463" y="80150"/>
                    <a:pt x="12495" y="80177"/>
                    <a:pt x="16230" y="76474"/>
                  </a:cubicBezTo>
                  <a:cubicBezTo>
                    <a:pt x="16295" y="76410"/>
                    <a:pt x="16358" y="76345"/>
                    <a:pt x="16421" y="76279"/>
                  </a:cubicBezTo>
                  <a:close/>
                  <a:moveTo>
                    <a:pt x="371570" y="171529"/>
                  </a:moveTo>
                  <a:lnTo>
                    <a:pt x="371570" y="247729"/>
                  </a:lnTo>
                  <a:cubicBezTo>
                    <a:pt x="371570" y="252990"/>
                    <a:pt x="367306" y="257254"/>
                    <a:pt x="362045" y="257254"/>
                  </a:cubicBezTo>
                  <a:lnTo>
                    <a:pt x="352520" y="257254"/>
                  </a:lnTo>
                  <a:lnTo>
                    <a:pt x="352520" y="162004"/>
                  </a:lnTo>
                  <a:lnTo>
                    <a:pt x="362045" y="162004"/>
                  </a:lnTo>
                  <a:cubicBezTo>
                    <a:pt x="367306" y="162004"/>
                    <a:pt x="371570" y="166269"/>
                    <a:pt x="371570" y="171529"/>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grpSp>
      <p:grpSp>
        <p:nvGrpSpPr>
          <p:cNvPr id="163" name="Graphic 127" descr="Bullseye">
            <a:extLst>
              <a:ext uri="{FF2B5EF4-FFF2-40B4-BE49-F238E27FC236}">
                <a16:creationId xmlns:a16="http://schemas.microsoft.com/office/drawing/2014/main" id="{DB1569EE-8A44-5A47-54F2-C9D9D824B5DA}"/>
              </a:ext>
            </a:extLst>
          </p:cNvPr>
          <p:cNvGrpSpPr/>
          <p:nvPr/>
        </p:nvGrpSpPr>
        <p:grpSpPr>
          <a:xfrm>
            <a:off x="1729211" y="1882342"/>
            <a:ext cx="508042" cy="508040"/>
            <a:chOff x="6611816" y="535057"/>
            <a:chExt cx="743824" cy="743821"/>
          </a:xfrm>
          <a:solidFill>
            <a:schemeClr val="tx2"/>
          </a:solidFill>
        </p:grpSpPr>
        <p:sp>
          <p:nvSpPr>
            <p:cNvPr id="164" name="Freeform: Shape 163">
              <a:extLst>
                <a:ext uri="{FF2B5EF4-FFF2-40B4-BE49-F238E27FC236}">
                  <a16:creationId xmlns:a16="http://schemas.microsoft.com/office/drawing/2014/main" id="{0E1BA62D-73A2-D157-8793-08F8F50BFE9E}"/>
                </a:ext>
              </a:extLst>
            </p:cNvPr>
            <p:cNvSpPr/>
            <p:nvPr/>
          </p:nvSpPr>
          <p:spPr>
            <a:xfrm>
              <a:off x="6611816" y="582624"/>
              <a:ext cx="696199" cy="696254"/>
            </a:xfrm>
            <a:custGeom>
              <a:avLst/>
              <a:gdLst>
                <a:gd name="connsiteX0" fmla="*/ 625714 w 696199"/>
                <a:gd name="connsiteY0" fmla="*/ 171506 h 696254"/>
                <a:gd name="connsiteX1" fmla="*/ 524749 w 696199"/>
                <a:gd name="connsiteY1" fmla="*/ 625824 h 696254"/>
                <a:gd name="connsiteX2" fmla="*/ 70431 w 696199"/>
                <a:gd name="connsiteY2" fmla="*/ 524859 h 696254"/>
                <a:gd name="connsiteX3" fmla="*/ 171396 w 696199"/>
                <a:gd name="connsiteY3" fmla="*/ 70541 h 696254"/>
                <a:gd name="connsiteX4" fmla="*/ 524749 w 696199"/>
                <a:gd name="connsiteY4" fmla="*/ 70541 h 696254"/>
                <a:gd name="connsiteX5" fmla="*/ 524749 w 696199"/>
                <a:gd name="connsiteY5" fmla="*/ 48195 h 696254"/>
                <a:gd name="connsiteX6" fmla="*/ 48196 w 696199"/>
                <a:gd name="connsiteY6" fmla="*/ 171506 h 696254"/>
                <a:gd name="connsiteX7" fmla="*/ 171506 w 696199"/>
                <a:gd name="connsiteY7" fmla="*/ 648059 h 696254"/>
                <a:gd name="connsiteX8" fmla="*/ 648059 w 696199"/>
                <a:gd name="connsiteY8" fmla="*/ 524748 h 696254"/>
                <a:gd name="connsiteX9" fmla="*/ 648059 w 696199"/>
                <a:gd name="connsiteY9" fmla="*/ 171506 h 696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6199" h="696254">
                  <a:moveTo>
                    <a:pt x="625714" y="171506"/>
                  </a:moveTo>
                  <a:cubicBezTo>
                    <a:pt x="723290" y="324843"/>
                    <a:pt x="678086" y="528249"/>
                    <a:pt x="524749" y="625824"/>
                  </a:cubicBezTo>
                  <a:cubicBezTo>
                    <a:pt x="371411" y="723400"/>
                    <a:pt x="168006" y="678196"/>
                    <a:pt x="70431" y="524859"/>
                  </a:cubicBezTo>
                  <a:cubicBezTo>
                    <a:pt x="-27145" y="371522"/>
                    <a:pt x="18059" y="168117"/>
                    <a:pt x="171396" y="70541"/>
                  </a:cubicBezTo>
                  <a:cubicBezTo>
                    <a:pt x="279192" y="1945"/>
                    <a:pt x="416951" y="1945"/>
                    <a:pt x="524749" y="70541"/>
                  </a:cubicBezTo>
                  <a:lnTo>
                    <a:pt x="524749" y="48195"/>
                  </a:lnTo>
                  <a:cubicBezTo>
                    <a:pt x="359101" y="-49350"/>
                    <a:pt x="145740" y="5859"/>
                    <a:pt x="48196" y="171506"/>
                  </a:cubicBezTo>
                  <a:cubicBezTo>
                    <a:pt x="-49350" y="337153"/>
                    <a:pt x="5858" y="550514"/>
                    <a:pt x="171506" y="648059"/>
                  </a:cubicBezTo>
                  <a:cubicBezTo>
                    <a:pt x="337154" y="745604"/>
                    <a:pt x="550514" y="690397"/>
                    <a:pt x="648059" y="524748"/>
                  </a:cubicBezTo>
                  <a:cubicBezTo>
                    <a:pt x="712246" y="415748"/>
                    <a:pt x="712246" y="280506"/>
                    <a:pt x="648059" y="171506"/>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65" name="Freeform: Shape 164">
              <a:extLst>
                <a:ext uri="{FF2B5EF4-FFF2-40B4-BE49-F238E27FC236}">
                  <a16:creationId xmlns:a16="http://schemas.microsoft.com/office/drawing/2014/main" id="{3C20C9FC-19B7-2329-D56D-6FA75A13D177}"/>
                </a:ext>
              </a:extLst>
            </p:cNvPr>
            <p:cNvSpPr/>
            <p:nvPr/>
          </p:nvSpPr>
          <p:spPr>
            <a:xfrm>
              <a:off x="6735792" y="706487"/>
              <a:ext cx="448398" cy="448416"/>
            </a:xfrm>
            <a:custGeom>
              <a:avLst/>
              <a:gdLst>
                <a:gd name="connsiteX0" fmla="*/ 353481 w 448398"/>
                <a:gd name="connsiteY0" fmla="*/ 41043 h 448416"/>
                <a:gd name="connsiteX1" fmla="*/ 41043 w 448398"/>
                <a:gd name="connsiteY1" fmla="*/ 94935 h 448416"/>
                <a:gd name="connsiteX2" fmla="*/ 94936 w 448398"/>
                <a:gd name="connsiteY2" fmla="*/ 407373 h 448416"/>
                <a:gd name="connsiteX3" fmla="*/ 407374 w 448398"/>
                <a:gd name="connsiteY3" fmla="*/ 353481 h 448416"/>
                <a:gd name="connsiteX4" fmla="*/ 407374 w 448398"/>
                <a:gd name="connsiteY4" fmla="*/ 94935 h 448416"/>
                <a:gd name="connsiteX5" fmla="*/ 393696 w 448398"/>
                <a:gd name="connsiteY5" fmla="*/ 108604 h 448416"/>
                <a:gd name="connsiteX6" fmla="*/ 339813 w 448398"/>
                <a:gd name="connsiteY6" fmla="*/ 393599 h 448416"/>
                <a:gd name="connsiteX7" fmla="*/ 54817 w 448398"/>
                <a:gd name="connsiteY7" fmla="*/ 339716 h 448416"/>
                <a:gd name="connsiteX8" fmla="*/ 108700 w 448398"/>
                <a:gd name="connsiteY8" fmla="*/ 54721 h 448416"/>
                <a:gd name="connsiteX9" fmla="*/ 339813 w 448398"/>
                <a:gd name="connsiteY9" fmla="*/ 54721 h 448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8398" h="448416">
                  <a:moveTo>
                    <a:pt x="353481" y="41043"/>
                  </a:moveTo>
                  <a:cubicBezTo>
                    <a:pt x="252322" y="-30353"/>
                    <a:pt x="112438" y="-6224"/>
                    <a:pt x="41043" y="94935"/>
                  </a:cubicBezTo>
                  <a:cubicBezTo>
                    <a:pt x="-30352" y="196095"/>
                    <a:pt x="-6225" y="335979"/>
                    <a:pt x="94936" y="407373"/>
                  </a:cubicBezTo>
                  <a:cubicBezTo>
                    <a:pt x="196095" y="478769"/>
                    <a:pt x="335978" y="454641"/>
                    <a:pt x="407374" y="353481"/>
                  </a:cubicBezTo>
                  <a:cubicBezTo>
                    <a:pt x="462073" y="275979"/>
                    <a:pt x="462073" y="172438"/>
                    <a:pt x="407374" y="94935"/>
                  </a:cubicBezTo>
                  <a:lnTo>
                    <a:pt x="393696" y="108604"/>
                  </a:lnTo>
                  <a:cubicBezTo>
                    <a:pt x="457516" y="202182"/>
                    <a:pt x="433391" y="329779"/>
                    <a:pt x="339813" y="393599"/>
                  </a:cubicBezTo>
                  <a:cubicBezTo>
                    <a:pt x="246235" y="457419"/>
                    <a:pt x="118638" y="433295"/>
                    <a:pt x="54817" y="339716"/>
                  </a:cubicBezTo>
                  <a:cubicBezTo>
                    <a:pt x="-9002" y="246137"/>
                    <a:pt x="15122" y="118541"/>
                    <a:pt x="108700" y="54721"/>
                  </a:cubicBezTo>
                  <a:cubicBezTo>
                    <a:pt x="178404" y="7183"/>
                    <a:pt x="270109" y="7183"/>
                    <a:pt x="339813" y="54721"/>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66" name="Freeform: Shape 165">
              <a:extLst>
                <a:ext uri="{FF2B5EF4-FFF2-40B4-BE49-F238E27FC236}">
                  <a16:creationId xmlns:a16="http://schemas.microsoft.com/office/drawing/2014/main" id="{6F700428-191A-68AC-30B5-BB8CEE32BB2F}"/>
                </a:ext>
              </a:extLst>
            </p:cNvPr>
            <p:cNvSpPr/>
            <p:nvPr/>
          </p:nvSpPr>
          <p:spPr>
            <a:xfrm>
              <a:off x="6860124" y="830303"/>
              <a:ext cx="200241" cy="200267"/>
            </a:xfrm>
            <a:custGeom>
              <a:avLst/>
              <a:gdLst>
                <a:gd name="connsiteX0" fmla="*/ 100228 w 200241"/>
                <a:gd name="connsiteY0" fmla="*/ 19077 h 200267"/>
                <a:gd name="connsiteX1" fmla="*/ 123783 w 200241"/>
                <a:gd name="connsiteY1" fmla="*/ 22592 h 200267"/>
                <a:gd name="connsiteX2" fmla="*/ 138652 w 200241"/>
                <a:gd name="connsiteY2" fmla="*/ 7733 h 200267"/>
                <a:gd name="connsiteX3" fmla="*/ 7733 w 200241"/>
                <a:gd name="connsiteY3" fmla="*/ 61616 h 200267"/>
                <a:gd name="connsiteX4" fmla="*/ 61616 w 200241"/>
                <a:gd name="connsiteY4" fmla="*/ 192535 h 200267"/>
                <a:gd name="connsiteX5" fmla="*/ 192535 w 200241"/>
                <a:gd name="connsiteY5" fmla="*/ 138652 h 200267"/>
                <a:gd name="connsiteX6" fmla="*/ 192535 w 200241"/>
                <a:gd name="connsiteY6" fmla="*/ 61616 h 200267"/>
                <a:gd name="connsiteX7" fmla="*/ 177676 w 200241"/>
                <a:gd name="connsiteY7" fmla="*/ 76485 h 200267"/>
                <a:gd name="connsiteX8" fmla="*/ 123771 w 200241"/>
                <a:gd name="connsiteY8" fmla="*/ 177500 h 200267"/>
                <a:gd name="connsiteX9" fmla="*/ 22755 w 200241"/>
                <a:gd name="connsiteY9" fmla="*/ 123595 h 200267"/>
                <a:gd name="connsiteX10" fmla="*/ 76660 w 200241"/>
                <a:gd name="connsiteY10" fmla="*/ 22580 h 200267"/>
                <a:gd name="connsiteX11" fmla="*/ 100228 w 200241"/>
                <a:gd name="connsiteY11" fmla="*/ 19077 h 200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241" h="200267">
                  <a:moveTo>
                    <a:pt x="100228" y="19077"/>
                  </a:moveTo>
                  <a:cubicBezTo>
                    <a:pt x="108210" y="19080"/>
                    <a:pt x="116148" y="20264"/>
                    <a:pt x="123783" y="22592"/>
                  </a:cubicBezTo>
                  <a:lnTo>
                    <a:pt x="138652" y="7733"/>
                  </a:lnTo>
                  <a:cubicBezTo>
                    <a:pt x="87620" y="-13540"/>
                    <a:pt x="29006" y="10584"/>
                    <a:pt x="7733" y="61616"/>
                  </a:cubicBezTo>
                  <a:cubicBezTo>
                    <a:pt x="-13540" y="112648"/>
                    <a:pt x="10584" y="171262"/>
                    <a:pt x="61616" y="192535"/>
                  </a:cubicBezTo>
                  <a:cubicBezTo>
                    <a:pt x="112648" y="213807"/>
                    <a:pt x="171262" y="189683"/>
                    <a:pt x="192535" y="138652"/>
                  </a:cubicBezTo>
                  <a:cubicBezTo>
                    <a:pt x="202810" y="114002"/>
                    <a:pt x="202810" y="86267"/>
                    <a:pt x="192535" y="61616"/>
                  </a:cubicBezTo>
                  <a:lnTo>
                    <a:pt x="177676" y="76485"/>
                  </a:lnTo>
                  <a:cubicBezTo>
                    <a:pt x="190685" y="119264"/>
                    <a:pt x="166551" y="164491"/>
                    <a:pt x="123771" y="177500"/>
                  </a:cubicBezTo>
                  <a:cubicBezTo>
                    <a:pt x="80991" y="190509"/>
                    <a:pt x="35765" y="166375"/>
                    <a:pt x="22755" y="123595"/>
                  </a:cubicBezTo>
                  <a:cubicBezTo>
                    <a:pt x="9746" y="80816"/>
                    <a:pt x="33881" y="35589"/>
                    <a:pt x="76660" y="22580"/>
                  </a:cubicBezTo>
                  <a:cubicBezTo>
                    <a:pt x="84300" y="20257"/>
                    <a:pt x="92242" y="19076"/>
                    <a:pt x="100228" y="19077"/>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sp>
          <p:nvSpPr>
            <p:cNvPr id="167" name="Freeform: Shape 166">
              <a:extLst>
                <a:ext uri="{FF2B5EF4-FFF2-40B4-BE49-F238E27FC236}">
                  <a16:creationId xmlns:a16="http://schemas.microsoft.com/office/drawing/2014/main" id="{86F541EE-63F7-E297-8A65-9A9DD98BB43D}"/>
                </a:ext>
              </a:extLst>
            </p:cNvPr>
            <p:cNvSpPr/>
            <p:nvPr/>
          </p:nvSpPr>
          <p:spPr>
            <a:xfrm>
              <a:off x="6950710" y="535057"/>
              <a:ext cx="404931" cy="404927"/>
            </a:xfrm>
            <a:custGeom>
              <a:avLst/>
              <a:gdLst>
                <a:gd name="connsiteX0" fmla="*/ 404206 w 404931"/>
                <a:gd name="connsiteY0" fmla="*/ 91600 h 404927"/>
                <a:gd name="connsiteX1" fmla="*/ 395405 w 404931"/>
                <a:gd name="connsiteY1" fmla="*/ 85723 h 404927"/>
                <a:gd name="connsiteX2" fmla="*/ 319205 w 404931"/>
                <a:gd name="connsiteY2" fmla="*/ 85723 h 404927"/>
                <a:gd name="connsiteX3" fmla="*/ 319205 w 404931"/>
                <a:gd name="connsiteY3" fmla="*/ 9523 h 404927"/>
                <a:gd name="connsiteX4" fmla="*/ 309678 w 404931"/>
                <a:gd name="connsiteY4" fmla="*/ 0 h 404927"/>
                <a:gd name="connsiteX5" fmla="*/ 302946 w 404931"/>
                <a:gd name="connsiteY5" fmla="*/ 2789 h 404927"/>
                <a:gd name="connsiteX6" fmla="*/ 217221 w 404931"/>
                <a:gd name="connsiteY6" fmla="*/ 88514 h 404927"/>
                <a:gd name="connsiteX7" fmla="*/ 214430 w 404931"/>
                <a:gd name="connsiteY7" fmla="*/ 95248 h 404927"/>
                <a:gd name="connsiteX8" fmla="*/ 214430 w 404931"/>
                <a:gd name="connsiteY8" fmla="*/ 177030 h 404927"/>
                <a:gd name="connsiteX9" fmla="*/ 2908 w 404931"/>
                <a:gd name="connsiteY9" fmla="*/ 388551 h 404927"/>
                <a:gd name="connsiteX10" fmla="*/ 2674 w 404931"/>
                <a:gd name="connsiteY10" fmla="*/ 402020 h 404927"/>
                <a:gd name="connsiteX11" fmla="*/ 16142 w 404931"/>
                <a:gd name="connsiteY11" fmla="*/ 402254 h 404927"/>
                <a:gd name="connsiteX12" fmla="*/ 16377 w 404931"/>
                <a:gd name="connsiteY12" fmla="*/ 402020 h 404927"/>
                <a:gd name="connsiteX13" fmla="*/ 227898 w 404931"/>
                <a:gd name="connsiteY13" fmla="*/ 190498 h 404927"/>
                <a:gd name="connsiteX14" fmla="*/ 309680 w 404931"/>
                <a:gd name="connsiteY14" fmla="*/ 190498 h 404927"/>
                <a:gd name="connsiteX15" fmla="*/ 316414 w 404931"/>
                <a:gd name="connsiteY15" fmla="*/ 187707 h 404927"/>
                <a:gd name="connsiteX16" fmla="*/ 402139 w 404931"/>
                <a:gd name="connsiteY16" fmla="*/ 101982 h 404927"/>
                <a:gd name="connsiteX17" fmla="*/ 404206 w 404931"/>
                <a:gd name="connsiteY17" fmla="*/ 91600 h 404927"/>
                <a:gd name="connsiteX18" fmla="*/ 233480 w 404931"/>
                <a:gd name="connsiteY18" fmla="*/ 99191 h 404927"/>
                <a:gd name="connsiteX19" fmla="*/ 299993 w 404931"/>
                <a:gd name="connsiteY19" fmla="*/ 32678 h 404927"/>
                <a:gd name="connsiteX20" fmla="*/ 300155 w 404931"/>
                <a:gd name="connsiteY20" fmla="*/ 32745 h 404927"/>
                <a:gd name="connsiteX21" fmla="*/ 300155 w 404931"/>
                <a:gd name="connsiteY21" fmla="*/ 91305 h 404927"/>
                <a:gd name="connsiteX22" fmla="*/ 233480 w 404931"/>
                <a:gd name="connsiteY22" fmla="*/ 157980 h 404927"/>
                <a:gd name="connsiteX23" fmla="*/ 305737 w 404931"/>
                <a:gd name="connsiteY23" fmla="*/ 171448 h 404927"/>
                <a:gd name="connsiteX24" fmla="*/ 246948 w 404931"/>
                <a:gd name="connsiteY24" fmla="*/ 171448 h 404927"/>
                <a:gd name="connsiteX25" fmla="*/ 313623 w 404931"/>
                <a:gd name="connsiteY25" fmla="*/ 104773 h 404927"/>
                <a:gd name="connsiteX26" fmla="*/ 372183 w 404931"/>
                <a:gd name="connsiteY26" fmla="*/ 104773 h 404927"/>
                <a:gd name="connsiteX27" fmla="*/ 372250 w 404931"/>
                <a:gd name="connsiteY27" fmla="*/ 104935 h 40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04931" h="404927">
                  <a:moveTo>
                    <a:pt x="404206" y="91600"/>
                  </a:moveTo>
                  <a:cubicBezTo>
                    <a:pt x="402731" y="88041"/>
                    <a:pt x="399257" y="85722"/>
                    <a:pt x="395405" y="85723"/>
                  </a:cubicBezTo>
                  <a:lnTo>
                    <a:pt x="319205" y="85723"/>
                  </a:lnTo>
                  <a:lnTo>
                    <a:pt x="319205" y="9523"/>
                  </a:lnTo>
                  <a:cubicBezTo>
                    <a:pt x="319204" y="4262"/>
                    <a:pt x="314939" y="-1"/>
                    <a:pt x="309678" y="0"/>
                  </a:cubicBezTo>
                  <a:cubicBezTo>
                    <a:pt x="307153" y="1"/>
                    <a:pt x="304732" y="1004"/>
                    <a:pt x="302946" y="2789"/>
                  </a:cubicBezTo>
                  <a:lnTo>
                    <a:pt x="217221" y="88514"/>
                  </a:lnTo>
                  <a:cubicBezTo>
                    <a:pt x="215435" y="90300"/>
                    <a:pt x="214431" y="92722"/>
                    <a:pt x="214430" y="95248"/>
                  </a:cubicBezTo>
                  <a:lnTo>
                    <a:pt x="214430" y="177030"/>
                  </a:lnTo>
                  <a:lnTo>
                    <a:pt x="2908" y="388551"/>
                  </a:lnTo>
                  <a:cubicBezTo>
                    <a:pt x="-876" y="392206"/>
                    <a:pt x="-981" y="398235"/>
                    <a:pt x="2674" y="402020"/>
                  </a:cubicBezTo>
                  <a:cubicBezTo>
                    <a:pt x="6329" y="405804"/>
                    <a:pt x="12359" y="405909"/>
                    <a:pt x="16142" y="402254"/>
                  </a:cubicBezTo>
                  <a:cubicBezTo>
                    <a:pt x="16222" y="402177"/>
                    <a:pt x="16300" y="402099"/>
                    <a:pt x="16377" y="402020"/>
                  </a:cubicBezTo>
                  <a:lnTo>
                    <a:pt x="227898" y="190498"/>
                  </a:lnTo>
                  <a:lnTo>
                    <a:pt x="309680" y="190498"/>
                  </a:lnTo>
                  <a:cubicBezTo>
                    <a:pt x="312206" y="190497"/>
                    <a:pt x="314628" y="189494"/>
                    <a:pt x="316414" y="187707"/>
                  </a:cubicBezTo>
                  <a:lnTo>
                    <a:pt x="402139" y="101982"/>
                  </a:lnTo>
                  <a:cubicBezTo>
                    <a:pt x="404865" y="99258"/>
                    <a:pt x="405680" y="95160"/>
                    <a:pt x="404206" y="91600"/>
                  </a:cubicBezTo>
                  <a:close/>
                  <a:moveTo>
                    <a:pt x="233480" y="99191"/>
                  </a:moveTo>
                  <a:lnTo>
                    <a:pt x="299993" y="32678"/>
                  </a:lnTo>
                  <a:cubicBezTo>
                    <a:pt x="300079" y="32593"/>
                    <a:pt x="300155" y="32621"/>
                    <a:pt x="300155" y="32745"/>
                  </a:cubicBezTo>
                  <a:lnTo>
                    <a:pt x="300155" y="91305"/>
                  </a:lnTo>
                  <a:lnTo>
                    <a:pt x="233480" y="157980"/>
                  </a:lnTo>
                  <a:close/>
                  <a:moveTo>
                    <a:pt x="305737" y="171448"/>
                  </a:moveTo>
                  <a:lnTo>
                    <a:pt x="246948" y="171448"/>
                  </a:lnTo>
                  <a:lnTo>
                    <a:pt x="313623" y="104773"/>
                  </a:lnTo>
                  <a:lnTo>
                    <a:pt x="372183" y="104773"/>
                  </a:lnTo>
                  <a:cubicBezTo>
                    <a:pt x="372307" y="104773"/>
                    <a:pt x="372335" y="104849"/>
                    <a:pt x="372250" y="104935"/>
                  </a:cubicBezTo>
                  <a:close/>
                </a:path>
              </a:pathLst>
            </a:custGeom>
            <a:grpFill/>
            <a:ln>
              <a:noFill/>
            </a:ln>
            <a:effectLst/>
          </p:spPr>
          <p:txBody>
            <a:bodyPr wrap="none" anchor="ctr"/>
            <a:lstStyle/>
            <a:p>
              <a:pPr defTabSz="1218987"/>
              <a:endParaRPr lang="es-UY" sz="3600">
                <a:solidFill>
                  <a:prstClr val="black"/>
                </a:solidFill>
                <a:latin typeface="Segoe UI" panose="020B0502040204020203" pitchFamily="34" charset="0"/>
              </a:endParaRPr>
            </a:p>
          </p:txBody>
        </p:sp>
      </p:grpSp>
    </p:spTree>
    <p:extLst>
      <p:ext uri="{BB962C8B-B14F-4D97-AF65-F5344CB8AC3E}">
        <p14:creationId xmlns:p14="http://schemas.microsoft.com/office/powerpoint/2010/main" val="161756210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C2BB34-F4CB-CB62-D3F3-54591904D2FE}"/>
              </a:ext>
            </a:extLst>
          </p:cNvPr>
          <p:cNvSpPr txBox="1">
            <a:spLocks/>
          </p:cNvSpPr>
          <p:nvPr/>
        </p:nvSpPr>
        <p:spPr>
          <a:xfrm>
            <a:off x="611030" y="392783"/>
            <a:ext cx="10969943" cy="711081"/>
          </a:xfrm>
          <a:prstGeom prst="rect">
            <a:avLst/>
          </a:prstGeom>
        </p:spPr>
        <p:txBody>
          <a:bodyPr vert="horz" lIns="121899" tIns="60949" rIns="121899" bIns="60949" rtlCol="0" anchor="ctr">
            <a:normAutofit/>
          </a:bodyPr>
          <a:lstStyle>
            <a:lvl1pPr algn="l" defTabSz="1218987" rtl="0" eaLnBrk="1" latinLnBrk="0" hangingPunct="1">
              <a:spcBef>
                <a:spcPct val="0"/>
              </a:spcBef>
              <a:buNone/>
              <a:defRPr sz="3600" kern="1200">
                <a:solidFill>
                  <a:schemeClr val="tx1"/>
                </a:solidFill>
                <a:latin typeface="+mj-lt"/>
                <a:ea typeface="+mj-ea"/>
                <a:cs typeface="+mj-cs"/>
              </a:defRPr>
            </a:lvl1pPr>
          </a:lstStyle>
          <a:p>
            <a:r>
              <a:rPr lang="en-US" b="1">
                <a:solidFill>
                  <a:prstClr val="black"/>
                </a:solidFill>
                <a:latin typeface="Segoe UI" panose="020B0502040204020203" pitchFamily="34" charset="0"/>
                <a:cs typeface="Segoe UI" panose="020B0502040204020203" pitchFamily="34" charset="0"/>
              </a:rPr>
              <a:t>Timeline Infographics</a:t>
            </a:r>
          </a:p>
        </p:txBody>
      </p:sp>
      <p:sp>
        <p:nvSpPr>
          <p:cNvPr id="153" name="Forma libre: forma 136">
            <a:extLst>
              <a:ext uri="{FF2B5EF4-FFF2-40B4-BE49-F238E27FC236}">
                <a16:creationId xmlns:a16="http://schemas.microsoft.com/office/drawing/2014/main" id="{99CDEBB2-2044-00BF-A9A8-E3FBD2A278FE}"/>
              </a:ext>
            </a:extLst>
          </p:cNvPr>
          <p:cNvSpPr/>
          <p:nvPr/>
        </p:nvSpPr>
        <p:spPr>
          <a:xfrm>
            <a:off x="8894939" y="4032428"/>
            <a:ext cx="1721487" cy="2038986"/>
          </a:xfrm>
          <a:custGeom>
            <a:avLst/>
            <a:gdLst>
              <a:gd name="connsiteX0" fmla="*/ 0 w 2083000"/>
              <a:gd name="connsiteY0" fmla="*/ 1336970 h 2467172"/>
              <a:gd name="connsiteX1" fmla="*/ 1041501 w 2083000"/>
              <a:gd name="connsiteY1" fmla="*/ 2467173 h 2467172"/>
              <a:gd name="connsiteX2" fmla="*/ 1041501 w 2083000"/>
              <a:gd name="connsiteY2" fmla="*/ 2467173 h 2467172"/>
              <a:gd name="connsiteX3" fmla="*/ 2083001 w 2083000"/>
              <a:gd name="connsiteY3" fmla="*/ 1336970 h 2467172"/>
              <a:gd name="connsiteX4" fmla="*/ 2083001 w 2083000"/>
              <a:gd name="connsiteY4" fmla="*/ 0 h 2467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3000" h="2467172">
                <a:moveTo>
                  <a:pt x="0" y="1336970"/>
                </a:moveTo>
                <a:cubicBezTo>
                  <a:pt x="0" y="1961014"/>
                  <a:pt x="466439" y="2467173"/>
                  <a:pt x="1041501" y="2467173"/>
                </a:cubicBezTo>
                <a:lnTo>
                  <a:pt x="1041501" y="2467173"/>
                </a:lnTo>
                <a:cubicBezTo>
                  <a:pt x="1616562" y="2467173"/>
                  <a:pt x="2083001" y="1961014"/>
                  <a:pt x="2083001" y="1336970"/>
                </a:cubicBezTo>
                <a:lnTo>
                  <a:pt x="2083001" y="0"/>
                </a:lnTo>
              </a:path>
            </a:pathLst>
          </a:custGeom>
          <a:noFill/>
          <a:ln w="200025" cap="rnd">
            <a:gradFill>
              <a:gsLst>
                <a:gs pos="0">
                  <a:schemeClr val="accent4">
                    <a:lumMod val="75000"/>
                  </a:schemeClr>
                </a:gs>
                <a:gs pos="100000">
                  <a:schemeClr val="accent3">
                    <a:lumMod val="40000"/>
                    <a:lumOff val="60000"/>
                  </a:schemeClr>
                </a:gs>
              </a:gsLst>
              <a:lin ang="5400000" scaled="1"/>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sp>
        <p:nvSpPr>
          <p:cNvPr id="154" name="Forma libre: forma 137">
            <a:extLst>
              <a:ext uri="{FF2B5EF4-FFF2-40B4-BE49-F238E27FC236}">
                <a16:creationId xmlns:a16="http://schemas.microsoft.com/office/drawing/2014/main" id="{0E6CE83D-4D3E-21D8-ABD0-D9CFF9925BA6}"/>
              </a:ext>
            </a:extLst>
          </p:cNvPr>
          <p:cNvSpPr/>
          <p:nvPr/>
        </p:nvSpPr>
        <p:spPr>
          <a:xfrm>
            <a:off x="7971581" y="1477704"/>
            <a:ext cx="923357" cy="3143147"/>
          </a:xfrm>
          <a:custGeom>
            <a:avLst/>
            <a:gdLst>
              <a:gd name="connsiteX0" fmla="*/ 0 w 1117262"/>
              <a:gd name="connsiteY0" fmla="*/ 0 h 3803207"/>
              <a:gd name="connsiteX1" fmla="*/ 75762 w 1117262"/>
              <a:gd name="connsiteY1" fmla="*/ 0 h 3803207"/>
              <a:gd name="connsiteX2" fmla="*/ 1117263 w 1117262"/>
              <a:gd name="connsiteY2" fmla="*/ 1130203 h 3803207"/>
              <a:gd name="connsiteX3" fmla="*/ 1117263 w 1117262"/>
              <a:gd name="connsiteY3" fmla="*/ 3803207 h 3803207"/>
            </a:gdLst>
            <a:ahLst/>
            <a:cxnLst>
              <a:cxn ang="0">
                <a:pos x="connsiteX0" y="connsiteY0"/>
              </a:cxn>
              <a:cxn ang="0">
                <a:pos x="connsiteX1" y="connsiteY1"/>
              </a:cxn>
              <a:cxn ang="0">
                <a:pos x="connsiteX2" y="connsiteY2"/>
              </a:cxn>
              <a:cxn ang="0">
                <a:pos x="connsiteX3" y="connsiteY3"/>
              </a:cxn>
            </a:cxnLst>
            <a:rect l="l" t="t" r="r" b="b"/>
            <a:pathLst>
              <a:path w="1117262" h="3803207">
                <a:moveTo>
                  <a:pt x="0" y="0"/>
                </a:moveTo>
                <a:lnTo>
                  <a:pt x="75762" y="0"/>
                </a:lnTo>
                <a:cubicBezTo>
                  <a:pt x="650823" y="0"/>
                  <a:pt x="1117263" y="506159"/>
                  <a:pt x="1117263" y="1130203"/>
                </a:cubicBezTo>
                <a:lnTo>
                  <a:pt x="1117263" y="3803207"/>
                </a:lnTo>
              </a:path>
            </a:pathLst>
          </a:custGeom>
          <a:noFill/>
          <a:ln w="200025" cap="rnd">
            <a:gradFill>
              <a:gsLst>
                <a:gs pos="100000">
                  <a:schemeClr val="accent3">
                    <a:lumMod val="40000"/>
                    <a:lumOff val="60000"/>
                  </a:schemeClr>
                </a:gs>
                <a:gs pos="0">
                  <a:schemeClr val="accent3">
                    <a:lumMod val="75000"/>
                  </a:schemeClr>
                </a:gs>
              </a:gsLst>
              <a:lin ang="5400000" scaled="1"/>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sp>
        <p:nvSpPr>
          <p:cNvPr id="155" name="Forma libre: forma 138">
            <a:extLst>
              <a:ext uri="{FF2B5EF4-FFF2-40B4-BE49-F238E27FC236}">
                <a16:creationId xmlns:a16="http://schemas.microsoft.com/office/drawing/2014/main" id="{5C123357-2ADA-B40A-0CA1-E84F0EB54522}"/>
              </a:ext>
            </a:extLst>
          </p:cNvPr>
          <p:cNvSpPr/>
          <p:nvPr/>
        </p:nvSpPr>
        <p:spPr>
          <a:xfrm>
            <a:off x="7110837" y="1531056"/>
            <a:ext cx="573325" cy="2043625"/>
          </a:xfrm>
          <a:custGeom>
            <a:avLst/>
            <a:gdLst>
              <a:gd name="connsiteX0" fmla="*/ 0 w 693724"/>
              <a:gd name="connsiteY0" fmla="*/ 2472786 h 2472786"/>
              <a:gd name="connsiteX1" fmla="*/ 0 w 693724"/>
              <a:gd name="connsiteY1" fmla="*/ 1065647 h 2472786"/>
              <a:gd name="connsiteX2" fmla="*/ 693725 w 693724"/>
              <a:gd name="connsiteY2" fmla="*/ 0 h 2472786"/>
            </a:gdLst>
            <a:ahLst/>
            <a:cxnLst>
              <a:cxn ang="0">
                <a:pos x="connsiteX0" y="connsiteY0"/>
              </a:cxn>
              <a:cxn ang="0">
                <a:pos x="connsiteX1" y="connsiteY1"/>
              </a:cxn>
              <a:cxn ang="0">
                <a:pos x="connsiteX2" y="connsiteY2"/>
              </a:cxn>
            </a:cxnLst>
            <a:rect l="l" t="t" r="r" b="b"/>
            <a:pathLst>
              <a:path w="693724" h="2472786">
                <a:moveTo>
                  <a:pt x="0" y="2472786"/>
                </a:moveTo>
                <a:lnTo>
                  <a:pt x="0" y="1065647"/>
                </a:lnTo>
                <a:cubicBezTo>
                  <a:pt x="0" y="573522"/>
                  <a:pt x="289356" y="155309"/>
                  <a:pt x="693725" y="0"/>
                </a:cubicBezTo>
              </a:path>
            </a:pathLst>
          </a:custGeom>
          <a:noFill/>
          <a:ln w="200025" cap="rnd">
            <a:gradFill>
              <a:gsLst>
                <a:gs pos="100000">
                  <a:schemeClr val="accent1">
                    <a:lumMod val="40000"/>
                    <a:lumOff val="60000"/>
                  </a:schemeClr>
                </a:gs>
                <a:gs pos="0">
                  <a:schemeClr val="accent3">
                    <a:lumMod val="75000"/>
                  </a:schemeClr>
                </a:gs>
              </a:gsLst>
              <a:lin ang="5400000" scaled="1"/>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sp>
        <p:nvSpPr>
          <p:cNvPr id="156" name="Forma libre: forma 139">
            <a:extLst>
              <a:ext uri="{FF2B5EF4-FFF2-40B4-BE49-F238E27FC236}">
                <a16:creationId xmlns:a16="http://schemas.microsoft.com/office/drawing/2014/main" id="{45A78EEA-774C-D5F3-4FED-A9CF5F5B7C48}"/>
              </a:ext>
            </a:extLst>
          </p:cNvPr>
          <p:cNvSpPr/>
          <p:nvPr/>
        </p:nvSpPr>
        <p:spPr>
          <a:xfrm>
            <a:off x="6475652" y="4043252"/>
            <a:ext cx="635185" cy="1995686"/>
          </a:xfrm>
          <a:custGeom>
            <a:avLst/>
            <a:gdLst>
              <a:gd name="connsiteX0" fmla="*/ 0 w 768574"/>
              <a:gd name="connsiteY0" fmla="*/ 2414780 h 2414779"/>
              <a:gd name="connsiteX1" fmla="*/ 768574 w 768574"/>
              <a:gd name="connsiteY1" fmla="*/ 1323872 h 2414779"/>
              <a:gd name="connsiteX2" fmla="*/ 768574 w 768574"/>
              <a:gd name="connsiteY2" fmla="*/ 0 h 2414779"/>
            </a:gdLst>
            <a:ahLst/>
            <a:cxnLst>
              <a:cxn ang="0">
                <a:pos x="connsiteX0" y="connsiteY0"/>
              </a:cxn>
              <a:cxn ang="0">
                <a:pos x="connsiteX1" y="connsiteY1"/>
              </a:cxn>
              <a:cxn ang="0">
                <a:pos x="connsiteX2" y="connsiteY2"/>
              </a:cxn>
            </a:cxnLst>
            <a:rect l="l" t="t" r="r" b="b"/>
            <a:pathLst>
              <a:path w="768574" h="2414779">
                <a:moveTo>
                  <a:pt x="0" y="2414780"/>
                </a:moveTo>
                <a:cubicBezTo>
                  <a:pt x="442706" y="2284731"/>
                  <a:pt x="768574" y="1845936"/>
                  <a:pt x="768574" y="1323872"/>
                </a:cubicBezTo>
                <a:lnTo>
                  <a:pt x="768574" y="0"/>
                </a:lnTo>
              </a:path>
            </a:pathLst>
          </a:custGeom>
          <a:noFill/>
          <a:ln w="200025" cap="rnd">
            <a:gradFill>
              <a:gsLst>
                <a:gs pos="100000">
                  <a:schemeClr val="accent1">
                    <a:lumMod val="75000"/>
                  </a:schemeClr>
                </a:gs>
                <a:gs pos="0">
                  <a:schemeClr val="accent1">
                    <a:lumMod val="40000"/>
                    <a:lumOff val="60000"/>
                  </a:schemeClr>
                </a:gs>
              </a:gsLst>
              <a:lin ang="5400000" scaled="1"/>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sp>
        <p:nvSpPr>
          <p:cNvPr id="157" name="Forma libre: forma 140">
            <a:extLst>
              <a:ext uri="{FF2B5EF4-FFF2-40B4-BE49-F238E27FC236}">
                <a16:creationId xmlns:a16="http://schemas.microsoft.com/office/drawing/2014/main" id="{8DA9839B-B61C-20AE-CC5C-8ADB76D99ECF}"/>
              </a:ext>
            </a:extLst>
          </p:cNvPr>
          <p:cNvSpPr/>
          <p:nvPr/>
        </p:nvSpPr>
        <p:spPr>
          <a:xfrm>
            <a:off x="3330655" y="1477703"/>
            <a:ext cx="2753475" cy="4593710"/>
          </a:xfrm>
          <a:custGeom>
            <a:avLst/>
            <a:gdLst>
              <a:gd name="connsiteX0" fmla="*/ 0 w 3331705"/>
              <a:gd name="connsiteY0" fmla="*/ 1130203 h 5558389"/>
              <a:gd name="connsiteX1" fmla="*/ 1041500 w 3331705"/>
              <a:gd name="connsiteY1" fmla="*/ 0 h 5558389"/>
              <a:gd name="connsiteX2" fmla="*/ 1248705 w 3331705"/>
              <a:gd name="connsiteY2" fmla="*/ 0 h 5558389"/>
              <a:gd name="connsiteX3" fmla="*/ 2290205 w 3331705"/>
              <a:gd name="connsiteY3" fmla="*/ 1130203 h 5558389"/>
              <a:gd name="connsiteX4" fmla="*/ 2290205 w 3331705"/>
              <a:gd name="connsiteY4" fmla="*/ 4428187 h 5558389"/>
              <a:gd name="connsiteX5" fmla="*/ 3331705 w 3331705"/>
              <a:gd name="connsiteY5" fmla="*/ 5558390 h 555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31705" h="5558389">
                <a:moveTo>
                  <a:pt x="0" y="1130203"/>
                </a:moveTo>
                <a:cubicBezTo>
                  <a:pt x="0" y="506159"/>
                  <a:pt x="466439" y="0"/>
                  <a:pt x="1041500" y="0"/>
                </a:cubicBezTo>
                <a:lnTo>
                  <a:pt x="1248705" y="0"/>
                </a:lnTo>
                <a:cubicBezTo>
                  <a:pt x="1823766" y="0"/>
                  <a:pt x="2290205" y="506159"/>
                  <a:pt x="2290205" y="1130203"/>
                </a:cubicBezTo>
                <a:lnTo>
                  <a:pt x="2290205" y="4428187"/>
                </a:lnTo>
                <a:cubicBezTo>
                  <a:pt x="2290205" y="5052231"/>
                  <a:pt x="2756644" y="5558390"/>
                  <a:pt x="3331705" y="5558390"/>
                </a:cubicBezTo>
              </a:path>
            </a:pathLst>
          </a:custGeom>
          <a:noFill/>
          <a:ln w="200025" cap="rnd">
            <a:gradFill>
              <a:gsLst>
                <a:gs pos="0">
                  <a:schemeClr val="tx2">
                    <a:lumMod val="40000"/>
                    <a:lumOff val="60000"/>
                  </a:schemeClr>
                </a:gs>
                <a:gs pos="100000">
                  <a:schemeClr val="accent1">
                    <a:lumMod val="75000"/>
                  </a:schemeClr>
                </a:gs>
              </a:gsLst>
              <a:lin ang="5400000" scaled="1"/>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sp>
        <p:nvSpPr>
          <p:cNvPr id="158" name="Forma libre: forma 141">
            <a:extLst>
              <a:ext uri="{FF2B5EF4-FFF2-40B4-BE49-F238E27FC236}">
                <a16:creationId xmlns:a16="http://schemas.microsoft.com/office/drawing/2014/main" id="{CABAC02E-3097-029B-CD52-69C73FA1C3A8}"/>
              </a:ext>
            </a:extLst>
          </p:cNvPr>
          <p:cNvSpPr/>
          <p:nvPr/>
        </p:nvSpPr>
        <p:spPr>
          <a:xfrm>
            <a:off x="3223786" y="3067250"/>
            <a:ext cx="160301" cy="2421333"/>
          </a:xfrm>
          <a:custGeom>
            <a:avLst/>
            <a:gdLst>
              <a:gd name="connsiteX0" fmla="*/ 0 w 9127"/>
              <a:gd name="connsiteY0" fmla="*/ 2523309 h 2523308"/>
              <a:gd name="connsiteX1" fmla="*/ 0 w 9127"/>
              <a:gd name="connsiteY1" fmla="*/ 0 h 2523308"/>
              <a:gd name="connsiteX0" fmla="*/ 14491 w 14491"/>
              <a:gd name="connsiteY0" fmla="*/ 10000 h 10000"/>
              <a:gd name="connsiteX1" fmla="*/ 0 w 14491"/>
              <a:gd name="connsiteY1" fmla="*/ 9181 h 10000"/>
              <a:gd name="connsiteX2" fmla="*/ 14491 w 14491"/>
              <a:gd name="connsiteY2" fmla="*/ 0 h 10000"/>
              <a:gd name="connsiteX0" fmla="*/ 0 w 212516"/>
              <a:gd name="connsiteY0" fmla="*/ 11611 h 11611"/>
              <a:gd name="connsiteX1" fmla="*/ 198025 w 212516"/>
              <a:gd name="connsiteY1" fmla="*/ 9181 h 11611"/>
              <a:gd name="connsiteX2" fmla="*/ 212516 w 212516"/>
              <a:gd name="connsiteY2" fmla="*/ 0 h 11611"/>
              <a:gd name="connsiteX0" fmla="*/ 0 w 212516"/>
              <a:gd name="connsiteY0" fmla="*/ 11611 h 11611"/>
              <a:gd name="connsiteX1" fmla="*/ 198025 w 212516"/>
              <a:gd name="connsiteY1" fmla="*/ 9181 h 11611"/>
              <a:gd name="connsiteX2" fmla="*/ 212516 w 212516"/>
              <a:gd name="connsiteY2" fmla="*/ 0 h 11611"/>
              <a:gd name="connsiteX0" fmla="*/ 0 w 212516"/>
              <a:gd name="connsiteY0" fmla="*/ 11611 h 11611"/>
              <a:gd name="connsiteX1" fmla="*/ 198025 w 212516"/>
              <a:gd name="connsiteY1" fmla="*/ 9181 h 11611"/>
              <a:gd name="connsiteX2" fmla="*/ 212516 w 212516"/>
              <a:gd name="connsiteY2" fmla="*/ 0 h 11611"/>
              <a:gd name="connsiteX0" fmla="*/ 0 w 212516"/>
              <a:gd name="connsiteY0" fmla="*/ 11611 h 11611"/>
              <a:gd name="connsiteX1" fmla="*/ 198025 w 212516"/>
              <a:gd name="connsiteY1" fmla="*/ 9181 h 11611"/>
              <a:gd name="connsiteX2" fmla="*/ 212516 w 212516"/>
              <a:gd name="connsiteY2" fmla="*/ 0 h 11611"/>
              <a:gd name="connsiteX0" fmla="*/ 0 w 212516"/>
              <a:gd name="connsiteY0" fmla="*/ 11611 h 11611"/>
              <a:gd name="connsiteX1" fmla="*/ 198025 w 212516"/>
              <a:gd name="connsiteY1" fmla="*/ 9181 h 11611"/>
              <a:gd name="connsiteX2" fmla="*/ 212516 w 212516"/>
              <a:gd name="connsiteY2" fmla="*/ 0 h 11611"/>
              <a:gd name="connsiteX0" fmla="*/ 0 w 212516"/>
              <a:gd name="connsiteY0" fmla="*/ 11611 h 11611"/>
              <a:gd name="connsiteX1" fmla="*/ 198025 w 212516"/>
              <a:gd name="connsiteY1" fmla="*/ 9181 h 11611"/>
              <a:gd name="connsiteX2" fmla="*/ 212516 w 212516"/>
              <a:gd name="connsiteY2" fmla="*/ 0 h 11611"/>
              <a:gd name="connsiteX0" fmla="*/ 0 w 212516"/>
              <a:gd name="connsiteY0" fmla="*/ 11611 h 11611"/>
              <a:gd name="connsiteX1" fmla="*/ 198025 w 212516"/>
              <a:gd name="connsiteY1" fmla="*/ 9181 h 11611"/>
              <a:gd name="connsiteX2" fmla="*/ 212516 w 212516"/>
              <a:gd name="connsiteY2" fmla="*/ 0 h 11611"/>
            </a:gdLst>
            <a:ahLst/>
            <a:cxnLst>
              <a:cxn ang="0">
                <a:pos x="connsiteX0" y="connsiteY0"/>
              </a:cxn>
              <a:cxn ang="0">
                <a:pos x="connsiteX1" y="connsiteY1"/>
              </a:cxn>
              <a:cxn ang="0">
                <a:pos x="connsiteX2" y="connsiteY2"/>
              </a:cxn>
            </a:cxnLst>
            <a:rect l="l" t="t" r="r" b="b"/>
            <a:pathLst>
              <a:path w="212516" h="11611">
                <a:moveTo>
                  <a:pt x="0" y="11611"/>
                </a:moveTo>
                <a:cubicBezTo>
                  <a:pt x="55889" y="11277"/>
                  <a:pt x="192735" y="11492"/>
                  <a:pt x="198025" y="9181"/>
                </a:cubicBezTo>
                <a:cubicBezTo>
                  <a:pt x="212516" y="6667"/>
                  <a:pt x="212516" y="3333"/>
                  <a:pt x="212516" y="0"/>
                </a:cubicBezTo>
              </a:path>
            </a:pathLst>
          </a:custGeom>
          <a:noFill/>
          <a:ln w="200025" cap="rnd">
            <a:gradFill>
              <a:gsLst>
                <a:gs pos="0">
                  <a:schemeClr val="tx2">
                    <a:lumMod val="40000"/>
                    <a:lumOff val="60000"/>
                  </a:schemeClr>
                </a:gs>
                <a:gs pos="100000">
                  <a:schemeClr val="tx2">
                    <a:lumMod val="60000"/>
                    <a:lumOff val="40000"/>
                  </a:schemeClr>
                </a:gs>
              </a:gsLst>
              <a:lin ang="5400000" scaled="1"/>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sp>
        <p:nvSpPr>
          <p:cNvPr id="159" name="Forma libre: forma 142">
            <a:extLst>
              <a:ext uri="{FF2B5EF4-FFF2-40B4-BE49-F238E27FC236}">
                <a16:creationId xmlns:a16="http://schemas.microsoft.com/office/drawing/2014/main" id="{4F7541F3-7A12-D67F-F1DA-A6493805241E}"/>
              </a:ext>
            </a:extLst>
          </p:cNvPr>
          <p:cNvSpPr/>
          <p:nvPr/>
        </p:nvSpPr>
        <p:spPr>
          <a:xfrm>
            <a:off x="1599360" y="4300737"/>
            <a:ext cx="1320159" cy="1770677"/>
          </a:xfrm>
          <a:custGeom>
            <a:avLst/>
            <a:gdLst>
              <a:gd name="connsiteX0" fmla="*/ 0 w 1597393"/>
              <a:gd name="connsiteY0" fmla="*/ 0 h 2142520"/>
              <a:gd name="connsiteX1" fmla="*/ 0 w 1597393"/>
              <a:gd name="connsiteY1" fmla="*/ 1012317 h 2142520"/>
              <a:gd name="connsiteX2" fmla="*/ 1041500 w 1597393"/>
              <a:gd name="connsiteY2" fmla="*/ 2142520 h 2142520"/>
              <a:gd name="connsiteX3" fmla="*/ 1053367 w 1597393"/>
              <a:gd name="connsiteY3" fmla="*/ 2142520 h 2142520"/>
              <a:gd name="connsiteX4" fmla="*/ 1597393 w 1597393"/>
              <a:gd name="connsiteY4" fmla="*/ 1975984 h 2142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7393" h="2142520">
                <a:moveTo>
                  <a:pt x="0" y="0"/>
                </a:moveTo>
                <a:lnTo>
                  <a:pt x="0" y="1012317"/>
                </a:lnTo>
                <a:cubicBezTo>
                  <a:pt x="0" y="1636361"/>
                  <a:pt x="466439" y="2142520"/>
                  <a:pt x="1041500" y="2142520"/>
                </a:cubicBezTo>
                <a:lnTo>
                  <a:pt x="1053367" y="2142520"/>
                </a:lnTo>
                <a:cubicBezTo>
                  <a:pt x="1253269" y="2142520"/>
                  <a:pt x="1439479" y="2081706"/>
                  <a:pt x="1597393" y="1975984"/>
                </a:cubicBezTo>
              </a:path>
            </a:pathLst>
          </a:custGeom>
          <a:noFill/>
          <a:ln w="200025" cap="rnd">
            <a:gradFill>
              <a:gsLst>
                <a:gs pos="0">
                  <a:schemeClr val="tx2">
                    <a:lumMod val="75000"/>
                  </a:schemeClr>
                </a:gs>
                <a:gs pos="100000">
                  <a:schemeClr val="tx2">
                    <a:lumMod val="60000"/>
                    <a:lumOff val="40000"/>
                  </a:schemeClr>
                </a:gs>
              </a:gsLst>
              <a:lin ang="5400000" scaled="1"/>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sp>
        <p:nvSpPr>
          <p:cNvPr id="160" name="Forma libre: forma 152">
            <a:extLst>
              <a:ext uri="{FF2B5EF4-FFF2-40B4-BE49-F238E27FC236}">
                <a16:creationId xmlns:a16="http://schemas.microsoft.com/office/drawing/2014/main" id="{9869303C-44E8-5C9A-F33E-444FBE695F40}"/>
              </a:ext>
            </a:extLst>
          </p:cNvPr>
          <p:cNvSpPr/>
          <p:nvPr/>
        </p:nvSpPr>
        <p:spPr>
          <a:xfrm>
            <a:off x="10615672" y="3774172"/>
            <a:ext cx="7543" cy="258255"/>
          </a:xfrm>
          <a:custGeom>
            <a:avLst/>
            <a:gdLst>
              <a:gd name="connsiteX0" fmla="*/ 0 w 9127"/>
              <a:gd name="connsiteY0" fmla="*/ 312490 h 312489"/>
              <a:gd name="connsiteX1" fmla="*/ 0 w 9127"/>
              <a:gd name="connsiteY1" fmla="*/ 0 h 312489"/>
            </a:gdLst>
            <a:ahLst/>
            <a:cxnLst>
              <a:cxn ang="0">
                <a:pos x="connsiteX0" y="connsiteY0"/>
              </a:cxn>
              <a:cxn ang="0">
                <a:pos x="connsiteX1" y="connsiteY1"/>
              </a:cxn>
            </a:cxnLst>
            <a:rect l="l" t="t" r="r" b="b"/>
            <a:pathLst>
              <a:path w="9127" h="312489">
                <a:moveTo>
                  <a:pt x="0" y="312490"/>
                </a:moveTo>
                <a:lnTo>
                  <a:pt x="0" y="0"/>
                </a:lnTo>
              </a:path>
            </a:pathLst>
          </a:custGeom>
          <a:ln w="129305" cap="rnd">
            <a:solidFill>
              <a:srgbClr val="A67C52"/>
            </a:soli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sp>
        <p:nvSpPr>
          <p:cNvPr id="161" name="Forma libre: forma 160">
            <a:extLst>
              <a:ext uri="{FF2B5EF4-FFF2-40B4-BE49-F238E27FC236}">
                <a16:creationId xmlns:a16="http://schemas.microsoft.com/office/drawing/2014/main" id="{9B132D82-A31E-C5C1-E00B-EB98197DDC87}"/>
              </a:ext>
            </a:extLst>
          </p:cNvPr>
          <p:cNvSpPr/>
          <p:nvPr/>
        </p:nvSpPr>
        <p:spPr>
          <a:xfrm>
            <a:off x="6082622" y="6070640"/>
            <a:ext cx="167471" cy="7732"/>
          </a:xfrm>
          <a:custGeom>
            <a:avLst/>
            <a:gdLst>
              <a:gd name="connsiteX0" fmla="*/ 0 w 202640"/>
              <a:gd name="connsiteY0" fmla="*/ 0 h 9355"/>
              <a:gd name="connsiteX1" fmla="*/ 202640 w 202640"/>
              <a:gd name="connsiteY1" fmla="*/ 0 h 9355"/>
            </a:gdLst>
            <a:ahLst/>
            <a:cxnLst>
              <a:cxn ang="0">
                <a:pos x="connsiteX0" y="connsiteY0"/>
              </a:cxn>
              <a:cxn ang="0">
                <a:pos x="connsiteX1" y="connsiteY1"/>
              </a:cxn>
            </a:cxnLst>
            <a:rect l="l" t="t" r="r" b="b"/>
            <a:pathLst>
              <a:path w="202640" h="9355">
                <a:moveTo>
                  <a:pt x="0" y="0"/>
                </a:moveTo>
                <a:lnTo>
                  <a:pt x="202640" y="0"/>
                </a:lnTo>
              </a:path>
            </a:pathLst>
          </a:custGeom>
          <a:noFill/>
          <a:ln w="129305" cap="rnd">
            <a:solidFill>
              <a:srgbClr val="A67C52"/>
            </a:soli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grpSp>
        <p:nvGrpSpPr>
          <p:cNvPr id="162" name="Grupo 41">
            <a:extLst>
              <a:ext uri="{FF2B5EF4-FFF2-40B4-BE49-F238E27FC236}">
                <a16:creationId xmlns:a16="http://schemas.microsoft.com/office/drawing/2014/main" id="{6CBCE872-820E-D681-7DEE-3F83803030F7}"/>
              </a:ext>
            </a:extLst>
          </p:cNvPr>
          <p:cNvGrpSpPr/>
          <p:nvPr/>
        </p:nvGrpSpPr>
        <p:grpSpPr>
          <a:xfrm>
            <a:off x="1223601" y="3867531"/>
            <a:ext cx="2089425" cy="720297"/>
            <a:chOff x="402672" y="3673148"/>
            <a:chExt cx="2939395" cy="1013312"/>
          </a:xfrm>
          <a:effectLst>
            <a:outerShdw blurRad="88900" dist="76200" dir="2700000" algn="tl" rotWithShape="0">
              <a:prstClr val="black">
                <a:alpha val="35000"/>
              </a:prstClr>
            </a:outerShdw>
          </a:effectLst>
        </p:grpSpPr>
        <p:sp>
          <p:nvSpPr>
            <p:cNvPr id="219" name="Gráfico 39">
              <a:extLst>
                <a:ext uri="{FF2B5EF4-FFF2-40B4-BE49-F238E27FC236}">
                  <a16:creationId xmlns:a16="http://schemas.microsoft.com/office/drawing/2014/main" id="{AACB476D-CD6D-52B6-947D-7CD2ADBE6304}"/>
                </a:ext>
              </a:extLst>
            </p:cNvPr>
            <p:cNvSpPr/>
            <p:nvPr/>
          </p:nvSpPr>
          <p:spPr>
            <a:xfrm>
              <a:off x="909327" y="3707225"/>
              <a:ext cx="2432740" cy="945158"/>
            </a:xfrm>
            <a:custGeom>
              <a:avLst/>
              <a:gdLst>
                <a:gd name="connsiteX0" fmla="*/ 0 w 2630142"/>
                <a:gd name="connsiteY0" fmla="*/ 945159 h 945158"/>
                <a:gd name="connsiteX1" fmla="*/ 2036088 w 2630142"/>
                <a:gd name="connsiteY1" fmla="*/ 945159 h 945158"/>
                <a:gd name="connsiteX2" fmla="*/ 2630143 w 2630142"/>
                <a:gd name="connsiteY2" fmla="*/ 472579 h 945158"/>
                <a:gd name="connsiteX3" fmla="*/ 2630143 w 2630142"/>
                <a:gd name="connsiteY3" fmla="*/ 472579 h 945158"/>
                <a:gd name="connsiteX4" fmla="*/ 2036088 w 2630142"/>
                <a:gd name="connsiteY4" fmla="*/ 0 h 945158"/>
                <a:gd name="connsiteX5" fmla="*/ 0 w 2630142"/>
                <a:gd name="connsiteY5" fmla="*/ 0 h 94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142" h="945158">
                  <a:moveTo>
                    <a:pt x="0" y="945159"/>
                  </a:moveTo>
                  <a:lnTo>
                    <a:pt x="2036088" y="945159"/>
                  </a:lnTo>
                  <a:cubicBezTo>
                    <a:pt x="2363680" y="945159"/>
                    <a:pt x="2630143" y="733556"/>
                    <a:pt x="2630143" y="472579"/>
                  </a:cubicBezTo>
                  <a:lnTo>
                    <a:pt x="2630143" y="472579"/>
                  </a:lnTo>
                  <a:cubicBezTo>
                    <a:pt x="2630143" y="211603"/>
                    <a:pt x="2364464" y="0"/>
                    <a:pt x="2036088" y="0"/>
                  </a:cubicBezTo>
                  <a:lnTo>
                    <a:pt x="0" y="0"/>
                  </a:lnTo>
                </a:path>
              </a:pathLst>
            </a:custGeom>
            <a:solidFill>
              <a:sysClr val="window" lastClr="FFFFFF"/>
            </a:solidFill>
            <a:ln w="44414" cap="flat">
              <a:gradFill flip="none" rotWithShape="1">
                <a:gsLst>
                  <a:gs pos="0">
                    <a:schemeClr val="tx2">
                      <a:lumMod val="60000"/>
                      <a:lumOff val="40000"/>
                    </a:schemeClr>
                  </a:gs>
                  <a:gs pos="100000">
                    <a:schemeClr val="tx2">
                      <a:lumMod val="75000"/>
                    </a:schemeClr>
                  </a:gs>
                </a:gsLst>
                <a:lin ang="10800000" scaled="1"/>
                <a:tileRect/>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grpSp>
          <p:nvGrpSpPr>
            <p:cNvPr id="220" name="Grupo 15">
              <a:extLst>
                <a:ext uri="{FF2B5EF4-FFF2-40B4-BE49-F238E27FC236}">
                  <a16:creationId xmlns:a16="http://schemas.microsoft.com/office/drawing/2014/main" id="{C78F109E-DA68-517E-E00C-FC66C5116A2E}"/>
                </a:ext>
              </a:extLst>
            </p:cNvPr>
            <p:cNvGrpSpPr/>
            <p:nvPr/>
          </p:nvGrpSpPr>
          <p:grpSpPr>
            <a:xfrm>
              <a:off x="1423126" y="3872691"/>
              <a:ext cx="1894735" cy="631681"/>
              <a:chOff x="1520545" y="3872691"/>
              <a:chExt cx="1894735" cy="631681"/>
            </a:xfrm>
          </p:grpSpPr>
          <p:sp>
            <p:nvSpPr>
              <p:cNvPr id="224" name="CuadroTexto 13">
                <a:extLst>
                  <a:ext uri="{FF2B5EF4-FFF2-40B4-BE49-F238E27FC236}">
                    <a16:creationId xmlns:a16="http://schemas.microsoft.com/office/drawing/2014/main" id="{91B25EBA-4CA1-CEDF-1698-F4CF0A99F4F7}"/>
                  </a:ext>
                </a:extLst>
              </p:cNvPr>
              <p:cNvSpPr txBox="1"/>
              <p:nvPr/>
            </p:nvSpPr>
            <p:spPr>
              <a:xfrm>
                <a:off x="1520545" y="3872691"/>
                <a:ext cx="1894735" cy="389682"/>
              </a:xfrm>
              <a:prstGeom prst="rect">
                <a:avLst/>
              </a:prstGeom>
              <a:noFill/>
            </p:spPr>
            <p:txBody>
              <a:bodyPr wrap="none" rtlCol="0">
                <a:spAutoFit/>
              </a:bodyPr>
              <a:lstStyle/>
              <a:p>
                <a:pPr>
                  <a:defRPr/>
                </a:pPr>
                <a:r>
                  <a:rPr lang="en-US" sz="1200" b="1" kern="0">
                    <a:solidFill>
                      <a:srgbClr val="1F497D"/>
                    </a:solidFill>
                    <a:latin typeface="Segoe UI" panose="020B0502040204020203" pitchFamily="34" charset="0"/>
                    <a:cs typeface="Segoe UI" panose="020B0502040204020203" pitchFamily="34" charset="0"/>
                  </a:rPr>
                  <a:t>EDIT TEXT HERE</a:t>
                </a:r>
              </a:p>
            </p:txBody>
          </p:sp>
          <p:sp>
            <p:nvSpPr>
              <p:cNvPr id="225" name="CuadroTexto 14">
                <a:extLst>
                  <a:ext uri="{FF2B5EF4-FFF2-40B4-BE49-F238E27FC236}">
                    <a16:creationId xmlns:a16="http://schemas.microsoft.com/office/drawing/2014/main" id="{C965707D-D781-C987-9C5B-2328FB4B829C}"/>
                  </a:ext>
                </a:extLst>
              </p:cNvPr>
              <p:cNvSpPr txBox="1"/>
              <p:nvPr/>
            </p:nvSpPr>
            <p:spPr>
              <a:xfrm>
                <a:off x="1520545" y="4114690"/>
                <a:ext cx="1892432" cy="389682"/>
              </a:xfrm>
              <a:prstGeom prst="rect">
                <a:avLst/>
              </a:prstGeom>
              <a:noFill/>
            </p:spPr>
            <p:txBody>
              <a:bodyPr wrap="square" rtlCol="0">
                <a:spAutoFit/>
              </a:bodyPr>
              <a:lstStyle/>
              <a:p>
                <a:pPr>
                  <a:defRPr/>
                </a:pPr>
                <a:r>
                  <a:rPr lang="en-US" sz="1200" kern="0">
                    <a:solidFill>
                      <a:prstClr val="black">
                        <a:lumMod val="75000"/>
                        <a:lumOff val="25000"/>
                      </a:prstClr>
                    </a:solidFill>
                    <a:latin typeface="Segoe UI" panose="020B0502040204020203" pitchFamily="34" charset="0"/>
                    <a:ea typeface="Open Sans" panose="020B0606030504020204" pitchFamily="34" charset="0"/>
                    <a:cs typeface="Segoe UI" panose="020B0502040204020203" pitchFamily="34" charset="0"/>
                  </a:rPr>
                  <a:t>Insert text here</a:t>
                </a:r>
                <a:endParaRPr lang="en-US" sz="1200" kern="0">
                  <a:solidFill>
                    <a:prstClr val="black">
                      <a:lumMod val="75000"/>
                      <a:lumOff val="25000"/>
                    </a:prstClr>
                  </a:solidFill>
                  <a:latin typeface="Segoe UI" panose="020B0502040204020203" pitchFamily="34" charset="0"/>
                  <a:cs typeface="Segoe UI" panose="020B0502040204020203" pitchFamily="34" charset="0"/>
                </a:endParaRPr>
              </a:p>
            </p:txBody>
          </p:sp>
        </p:grpSp>
        <p:grpSp>
          <p:nvGrpSpPr>
            <p:cNvPr id="221" name="Grupo 20">
              <a:extLst>
                <a:ext uri="{FF2B5EF4-FFF2-40B4-BE49-F238E27FC236}">
                  <a16:creationId xmlns:a16="http://schemas.microsoft.com/office/drawing/2014/main" id="{A59AC3D8-51F8-561A-635F-8A0FEF708606}"/>
                </a:ext>
              </a:extLst>
            </p:cNvPr>
            <p:cNvGrpSpPr/>
            <p:nvPr/>
          </p:nvGrpSpPr>
          <p:grpSpPr>
            <a:xfrm>
              <a:off x="402672" y="3673148"/>
              <a:ext cx="1013312" cy="1013312"/>
              <a:chOff x="312207" y="3582683"/>
              <a:chExt cx="1194241" cy="1194241"/>
            </a:xfrm>
          </p:grpSpPr>
          <p:sp>
            <p:nvSpPr>
              <p:cNvPr id="222" name="Forma libre: forma 11">
                <a:extLst>
                  <a:ext uri="{FF2B5EF4-FFF2-40B4-BE49-F238E27FC236}">
                    <a16:creationId xmlns:a16="http://schemas.microsoft.com/office/drawing/2014/main" id="{E99B5913-8180-3EEA-6785-320A633179A0}"/>
                  </a:ext>
                </a:extLst>
              </p:cNvPr>
              <p:cNvSpPr/>
              <p:nvPr/>
            </p:nvSpPr>
            <p:spPr>
              <a:xfrm>
                <a:off x="312207" y="3582683"/>
                <a:ext cx="1194241" cy="1194241"/>
              </a:xfrm>
              <a:custGeom>
                <a:avLst/>
                <a:gdLst>
                  <a:gd name="connsiteX0" fmla="*/ 2236470 w 2236470"/>
                  <a:gd name="connsiteY0" fmla="*/ 1118235 h 2236470"/>
                  <a:gd name="connsiteX1" fmla="*/ 1118235 w 2236470"/>
                  <a:gd name="connsiteY1" fmla="*/ 2236470 h 2236470"/>
                  <a:gd name="connsiteX2" fmla="*/ 0 w 2236470"/>
                  <a:gd name="connsiteY2" fmla="*/ 1118235 h 2236470"/>
                  <a:gd name="connsiteX3" fmla="*/ 1118235 w 2236470"/>
                  <a:gd name="connsiteY3" fmla="*/ 0 h 2236470"/>
                  <a:gd name="connsiteX4" fmla="*/ 2236470 w 2236470"/>
                  <a:gd name="connsiteY4" fmla="*/ 1118235 h 2236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70" h="2236470">
                    <a:moveTo>
                      <a:pt x="2236470" y="1118235"/>
                    </a:moveTo>
                    <a:cubicBezTo>
                      <a:pt x="2236470" y="1735819"/>
                      <a:pt x="1735819" y="2236470"/>
                      <a:pt x="1118235" y="2236470"/>
                    </a:cubicBezTo>
                    <a:cubicBezTo>
                      <a:pt x="500651" y="2236470"/>
                      <a:pt x="0" y="1735819"/>
                      <a:pt x="0" y="1118235"/>
                    </a:cubicBezTo>
                    <a:cubicBezTo>
                      <a:pt x="0" y="500651"/>
                      <a:pt x="500651" y="0"/>
                      <a:pt x="1118235" y="0"/>
                    </a:cubicBezTo>
                    <a:cubicBezTo>
                      <a:pt x="1735819" y="0"/>
                      <a:pt x="2236470" y="500651"/>
                      <a:pt x="2236470" y="1118235"/>
                    </a:cubicBezTo>
                    <a:close/>
                  </a:path>
                </a:pathLst>
              </a:custGeom>
              <a:solidFill>
                <a:sysClr val="window" lastClr="FFFFFF"/>
              </a:solidFill>
              <a:ln w="9525" cap="flat">
                <a:noFill/>
                <a:prstDash val="solid"/>
                <a:miter/>
              </a:ln>
              <a:effectLst>
                <a:outerShdw blurRad="63500" sx="102000" sy="102000" algn="ctr" rotWithShape="0">
                  <a:prstClr val="black">
                    <a:alpha val="40000"/>
                  </a:prstClr>
                </a:outerShdw>
              </a:effectLst>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pic>
            <p:nvPicPr>
              <p:cNvPr id="223" name="Gráfico 19" descr="Megáfono">
                <a:extLst>
                  <a:ext uri="{FF2B5EF4-FFF2-40B4-BE49-F238E27FC236}">
                    <a16:creationId xmlns:a16="http://schemas.microsoft.com/office/drawing/2014/main" id="{7674206F-C532-2D10-EA71-E23510DE180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80859" y="3711390"/>
                <a:ext cx="856935" cy="856935"/>
              </a:xfrm>
              <a:prstGeom prst="rect">
                <a:avLst/>
              </a:prstGeom>
            </p:spPr>
          </p:pic>
        </p:grpSp>
      </p:grpSp>
      <p:grpSp>
        <p:nvGrpSpPr>
          <p:cNvPr id="163" name="Grupo 79">
            <a:extLst>
              <a:ext uri="{FF2B5EF4-FFF2-40B4-BE49-F238E27FC236}">
                <a16:creationId xmlns:a16="http://schemas.microsoft.com/office/drawing/2014/main" id="{BFE4B359-A276-90FE-DFB6-289F655BE58E}"/>
              </a:ext>
            </a:extLst>
          </p:cNvPr>
          <p:cNvGrpSpPr/>
          <p:nvPr/>
        </p:nvGrpSpPr>
        <p:grpSpPr>
          <a:xfrm>
            <a:off x="2686789" y="5359392"/>
            <a:ext cx="2089425" cy="720297"/>
            <a:chOff x="402672" y="3673148"/>
            <a:chExt cx="2939395" cy="1013312"/>
          </a:xfrm>
          <a:effectLst>
            <a:outerShdw blurRad="88900" dist="76200" dir="2700000" algn="tl" rotWithShape="0">
              <a:prstClr val="black">
                <a:alpha val="35000"/>
              </a:prstClr>
            </a:outerShdw>
          </a:effectLst>
        </p:grpSpPr>
        <p:sp>
          <p:nvSpPr>
            <p:cNvPr id="212" name="Gráfico 39">
              <a:extLst>
                <a:ext uri="{FF2B5EF4-FFF2-40B4-BE49-F238E27FC236}">
                  <a16:creationId xmlns:a16="http://schemas.microsoft.com/office/drawing/2014/main" id="{AF9A9B09-BD0F-1675-1A03-341995A3852F}"/>
                </a:ext>
              </a:extLst>
            </p:cNvPr>
            <p:cNvSpPr/>
            <p:nvPr/>
          </p:nvSpPr>
          <p:spPr>
            <a:xfrm>
              <a:off x="909327" y="3707225"/>
              <a:ext cx="2432740" cy="945158"/>
            </a:xfrm>
            <a:custGeom>
              <a:avLst/>
              <a:gdLst>
                <a:gd name="connsiteX0" fmla="*/ 0 w 2630142"/>
                <a:gd name="connsiteY0" fmla="*/ 945159 h 945158"/>
                <a:gd name="connsiteX1" fmla="*/ 2036088 w 2630142"/>
                <a:gd name="connsiteY1" fmla="*/ 945159 h 945158"/>
                <a:gd name="connsiteX2" fmla="*/ 2630143 w 2630142"/>
                <a:gd name="connsiteY2" fmla="*/ 472579 h 945158"/>
                <a:gd name="connsiteX3" fmla="*/ 2630143 w 2630142"/>
                <a:gd name="connsiteY3" fmla="*/ 472579 h 945158"/>
                <a:gd name="connsiteX4" fmla="*/ 2036088 w 2630142"/>
                <a:gd name="connsiteY4" fmla="*/ 0 h 945158"/>
                <a:gd name="connsiteX5" fmla="*/ 0 w 2630142"/>
                <a:gd name="connsiteY5" fmla="*/ 0 h 94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142" h="945158">
                  <a:moveTo>
                    <a:pt x="0" y="945159"/>
                  </a:moveTo>
                  <a:lnTo>
                    <a:pt x="2036088" y="945159"/>
                  </a:lnTo>
                  <a:cubicBezTo>
                    <a:pt x="2363680" y="945159"/>
                    <a:pt x="2630143" y="733556"/>
                    <a:pt x="2630143" y="472579"/>
                  </a:cubicBezTo>
                  <a:lnTo>
                    <a:pt x="2630143" y="472579"/>
                  </a:lnTo>
                  <a:cubicBezTo>
                    <a:pt x="2630143" y="211603"/>
                    <a:pt x="2364464" y="0"/>
                    <a:pt x="2036088" y="0"/>
                  </a:cubicBezTo>
                  <a:lnTo>
                    <a:pt x="0" y="0"/>
                  </a:lnTo>
                </a:path>
              </a:pathLst>
            </a:custGeom>
            <a:solidFill>
              <a:sysClr val="window" lastClr="FFFFFF"/>
            </a:solidFill>
            <a:ln w="44414" cap="flat">
              <a:gradFill flip="none" rotWithShape="1">
                <a:gsLst>
                  <a:gs pos="0">
                    <a:schemeClr val="tx2">
                      <a:lumMod val="60000"/>
                      <a:lumOff val="40000"/>
                    </a:schemeClr>
                  </a:gs>
                  <a:gs pos="100000">
                    <a:schemeClr val="tx2">
                      <a:lumMod val="40000"/>
                      <a:lumOff val="60000"/>
                    </a:schemeClr>
                  </a:gs>
                </a:gsLst>
                <a:lin ang="10800000" scaled="1"/>
                <a:tileRect/>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grpSp>
          <p:nvGrpSpPr>
            <p:cNvPr id="213" name="Grupo 81">
              <a:extLst>
                <a:ext uri="{FF2B5EF4-FFF2-40B4-BE49-F238E27FC236}">
                  <a16:creationId xmlns:a16="http://schemas.microsoft.com/office/drawing/2014/main" id="{56CD4630-92F8-D4ED-3C76-B7F2B36B1B68}"/>
                </a:ext>
              </a:extLst>
            </p:cNvPr>
            <p:cNvGrpSpPr/>
            <p:nvPr/>
          </p:nvGrpSpPr>
          <p:grpSpPr>
            <a:xfrm>
              <a:off x="1423126" y="3872691"/>
              <a:ext cx="1894735" cy="631681"/>
              <a:chOff x="1520545" y="3872691"/>
              <a:chExt cx="1894735" cy="631681"/>
            </a:xfrm>
          </p:grpSpPr>
          <p:sp>
            <p:nvSpPr>
              <p:cNvPr id="217" name="CuadroTexto 85">
                <a:extLst>
                  <a:ext uri="{FF2B5EF4-FFF2-40B4-BE49-F238E27FC236}">
                    <a16:creationId xmlns:a16="http://schemas.microsoft.com/office/drawing/2014/main" id="{5ADE1E8C-25A4-8A85-0639-95856BEC319C}"/>
                  </a:ext>
                </a:extLst>
              </p:cNvPr>
              <p:cNvSpPr txBox="1"/>
              <p:nvPr/>
            </p:nvSpPr>
            <p:spPr>
              <a:xfrm>
                <a:off x="1520545" y="3872691"/>
                <a:ext cx="1894735" cy="389682"/>
              </a:xfrm>
              <a:prstGeom prst="rect">
                <a:avLst/>
              </a:prstGeom>
              <a:noFill/>
            </p:spPr>
            <p:txBody>
              <a:bodyPr wrap="none" rtlCol="0">
                <a:spAutoFit/>
              </a:bodyPr>
              <a:lstStyle/>
              <a:p>
                <a:pPr>
                  <a:defRPr/>
                </a:pPr>
                <a:r>
                  <a:rPr lang="en-US" sz="1200" b="1" kern="0">
                    <a:solidFill>
                      <a:srgbClr val="1F497D">
                        <a:lumMod val="60000"/>
                        <a:lumOff val="40000"/>
                      </a:srgbClr>
                    </a:solidFill>
                    <a:latin typeface="Segoe UI" panose="020B0502040204020203" pitchFamily="34" charset="0"/>
                    <a:cs typeface="Segoe UI" panose="020B0502040204020203" pitchFamily="34" charset="0"/>
                  </a:rPr>
                  <a:t>EDIT TEXT HERE</a:t>
                </a:r>
              </a:p>
            </p:txBody>
          </p:sp>
          <p:sp>
            <p:nvSpPr>
              <p:cNvPr id="218" name="CuadroTexto 86">
                <a:extLst>
                  <a:ext uri="{FF2B5EF4-FFF2-40B4-BE49-F238E27FC236}">
                    <a16:creationId xmlns:a16="http://schemas.microsoft.com/office/drawing/2014/main" id="{B5F3CF4D-22AE-77AC-A0B7-81D4E4917092}"/>
                  </a:ext>
                </a:extLst>
              </p:cNvPr>
              <p:cNvSpPr txBox="1"/>
              <p:nvPr/>
            </p:nvSpPr>
            <p:spPr>
              <a:xfrm>
                <a:off x="1520545" y="4114690"/>
                <a:ext cx="1892432" cy="389682"/>
              </a:xfrm>
              <a:prstGeom prst="rect">
                <a:avLst/>
              </a:prstGeom>
              <a:noFill/>
            </p:spPr>
            <p:txBody>
              <a:bodyPr wrap="square" rtlCol="0">
                <a:spAutoFit/>
              </a:bodyPr>
              <a:lstStyle/>
              <a:p>
                <a:pPr>
                  <a:defRPr/>
                </a:pPr>
                <a:r>
                  <a:rPr lang="en-US" sz="1200" kern="0">
                    <a:solidFill>
                      <a:prstClr val="black">
                        <a:lumMod val="75000"/>
                        <a:lumOff val="25000"/>
                      </a:prstClr>
                    </a:solidFill>
                    <a:latin typeface="Segoe UI" panose="020B0502040204020203" pitchFamily="34" charset="0"/>
                    <a:ea typeface="Open Sans" panose="020B0606030504020204" pitchFamily="34" charset="0"/>
                    <a:cs typeface="Segoe UI" panose="020B0502040204020203" pitchFamily="34" charset="0"/>
                  </a:rPr>
                  <a:t>Insert text here</a:t>
                </a:r>
                <a:endParaRPr lang="en-US" sz="1200" kern="0">
                  <a:solidFill>
                    <a:prstClr val="black">
                      <a:lumMod val="75000"/>
                      <a:lumOff val="25000"/>
                    </a:prstClr>
                  </a:solidFill>
                  <a:latin typeface="Segoe UI" panose="020B0502040204020203" pitchFamily="34" charset="0"/>
                  <a:cs typeface="Segoe UI" panose="020B0502040204020203" pitchFamily="34" charset="0"/>
                </a:endParaRPr>
              </a:p>
            </p:txBody>
          </p:sp>
        </p:grpSp>
        <p:grpSp>
          <p:nvGrpSpPr>
            <p:cNvPr id="214" name="Grupo 82">
              <a:extLst>
                <a:ext uri="{FF2B5EF4-FFF2-40B4-BE49-F238E27FC236}">
                  <a16:creationId xmlns:a16="http://schemas.microsoft.com/office/drawing/2014/main" id="{798397B8-E1B0-E605-3696-9781905C1C48}"/>
                </a:ext>
              </a:extLst>
            </p:cNvPr>
            <p:cNvGrpSpPr/>
            <p:nvPr/>
          </p:nvGrpSpPr>
          <p:grpSpPr>
            <a:xfrm>
              <a:off x="402672" y="3673148"/>
              <a:ext cx="1013312" cy="1013312"/>
              <a:chOff x="312207" y="3582683"/>
              <a:chExt cx="1194241" cy="1194241"/>
            </a:xfrm>
          </p:grpSpPr>
          <p:sp>
            <p:nvSpPr>
              <p:cNvPr id="215" name="Forma libre: forma 83">
                <a:extLst>
                  <a:ext uri="{FF2B5EF4-FFF2-40B4-BE49-F238E27FC236}">
                    <a16:creationId xmlns:a16="http://schemas.microsoft.com/office/drawing/2014/main" id="{E54F429A-14B2-9698-77BB-6F98F49B6566}"/>
                  </a:ext>
                </a:extLst>
              </p:cNvPr>
              <p:cNvSpPr/>
              <p:nvPr/>
            </p:nvSpPr>
            <p:spPr>
              <a:xfrm>
                <a:off x="312207" y="3582683"/>
                <a:ext cx="1194241" cy="1194241"/>
              </a:xfrm>
              <a:custGeom>
                <a:avLst/>
                <a:gdLst>
                  <a:gd name="connsiteX0" fmla="*/ 2236470 w 2236470"/>
                  <a:gd name="connsiteY0" fmla="*/ 1118235 h 2236470"/>
                  <a:gd name="connsiteX1" fmla="*/ 1118235 w 2236470"/>
                  <a:gd name="connsiteY1" fmla="*/ 2236470 h 2236470"/>
                  <a:gd name="connsiteX2" fmla="*/ 0 w 2236470"/>
                  <a:gd name="connsiteY2" fmla="*/ 1118235 h 2236470"/>
                  <a:gd name="connsiteX3" fmla="*/ 1118235 w 2236470"/>
                  <a:gd name="connsiteY3" fmla="*/ 0 h 2236470"/>
                  <a:gd name="connsiteX4" fmla="*/ 2236470 w 2236470"/>
                  <a:gd name="connsiteY4" fmla="*/ 1118235 h 2236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70" h="2236470">
                    <a:moveTo>
                      <a:pt x="2236470" y="1118235"/>
                    </a:moveTo>
                    <a:cubicBezTo>
                      <a:pt x="2236470" y="1735819"/>
                      <a:pt x="1735819" y="2236470"/>
                      <a:pt x="1118235" y="2236470"/>
                    </a:cubicBezTo>
                    <a:cubicBezTo>
                      <a:pt x="500651" y="2236470"/>
                      <a:pt x="0" y="1735819"/>
                      <a:pt x="0" y="1118235"/>
                    </a:cubicBezTo>
                    <a:cubicBezTo>
                      <a:pt x="0" y="500651"/>
                      <a:pt x="500651" y="0"/>
                      <a:pt x="1118235" y="0"/>
                    </a:cubicBezTo>
                    <a:cubicBezTo>
                      <a:pt x="1735819" y="0"/>
                      <a:pt x="2236470" y="500651"/>
                      <a:pt x="2236470" y="1118235"/>
                    </a:cubicBezTo>
                    <a:close/>
                  </a:path>
                </a:pathLst>
              </a:custGeom>
              <a:solidFill>
                <a:sysClr val="window" lastClr="FFFFFF"/>
              </a:solidFill>
              <a:ln w="9525" cap="flat">
                <a:noFill/>
                <a:prstDash val="solid"/>
                <a:miter/>
              </a:ln>
              <a:effectLst>
                <a:outerShdw blurRad="63500" sx="102000" sy="102000" algn="ctr" rotWithShape="0">
                  <a:prstClr val="black">
                    <a:alpha val="40000"/>
                  </a:prstClr>
                </a:outerShdw>
              </a:effectLst>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pic>
            <p:nvPicPr>
              <p:cNvPr id="216" name="Gráfico 84" descr="Teléfono">
                <a:extLst>
                  <a:ext uri="{FF2B5EF4-FFF2-40B4-BE49-F238E27FC236}">
                    <a16:creationId xmlns:a16="http://schemas.microsoft.com/office/drawing/2014/main" id="{EA4AF6F5-9266-7857-DCAA-9E043A4DE1E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480859" y="3736701"/>
                <a:ext cx="856935" cy="856935"/>
              </a:xfrm>
              <a:prstGeom prst="rect">
                <a:avLst/>
              </a:prstGeom>
            </p:spPr>
          </p:pic>
        </p:grpSp>
      </p:grpSp>
      <p:grpSp>
        <p:nvGrpSpPr>
          <p:cNvPr id="164" name="Grupo 87">
            <a:extLst>
              <a:ext uri="{FF2B5EF4-FFF2-40B4-BE49-F238E27FC236}">
                <a16:creationId xmlns:a16="http://schemas.microsoft.com/office/drawing/2014/main" id="{02FEE5D3-9EA8-4FF4-BF0B-4BE62DC881DB}"/>
              </a:ext>
            </a:extLst>
          </p:cNvPr>
          <p:cNvGrpSpPr/>
          <p:nvPr/>
        </p:nvGrpSpPr>
        <p:grpSpPr>
          <a:xfrm>
            <a:off x="3001138" y="2403979"/>
            <a:ext cx="2089425" cy="720297"/>
            <a:chOff x="402672" y="3673148"/>
            <a:chExt cx="2939395" cy="1013312"/>
          </a:xfrm>
          <a:effectLst>
            <a:outerShdw blurRad="88900" dist="63500" dir="2700000" algn="tl" rotWithShape="0">
              <a:prstClr val="black">
                <a:alpha val="35000"/>
              </a:prstClr>
            </a:outerShdw>
          </a:effectLst>
        </p:grpSpPr>
        <p:sp>
          <p:nvSpPr>
            <p:cNvPr id="205" name="Gráfico 39">
              <a:extLst>
                <a:ext uri="{FF2B5EF4-FFF2-40B4-BE49-F238E27FC236}">
                  <a16:creationId xmlns:a16="http://schemas.microsoft.com/office/drawing/2014/main" id="{E5424308-ABD0-208F-61E1-4F73325B12CF}"/>
                </a:ext>
              </a:extLst>
            </p:cNvPr>
            <p:cNvSpPr/>
            <p:nvPr/>
          </p:nvSpPr>
          <p:spPr>
            <a:xfrm>
              <a:off x="909327" y="3707225"/>
              <a:ext cx="2432740" cy="945158"/>
            </a:xfrm>
            <a:custGeom>
              <a:avLst/>
              <a:gdLst>
                <a:gd name="connsiteX0" fmla="*/ 0 w 2630142"/>
                <a:gd name="connsiteY0" fmla="*/ 945159 h 945158"/>
                <a:gd name="connsiteX1" fmla="*/ 2036088 w 2630142"/>
                <a:gd name="connsiteY1" fmla="*/ 945159 h 945158"/>
                <a:gd name="connsiteX2" fmla="*/ 2630143 w 2630142"/>
                <a:gd name="connsiteY2" fmla="*/ 472579 h 945158"/>
                <a:gd name="connsiteX3" fmla="*/ 2630143 w 2630142"/>
                <a:gd name="connsiteY3" fmla="*/ 472579 h 945158"/>
                <a:gd name="connsiteX4" fmla="*/ 2036088 w 2630142"/>
                <a:gd name="connsiteY4" fmla="*/ 0 h 945158"/>
                <a:gd name="connsiteX5" fmla="*/ 0 w 2630142"/>
                <a:gd name="connsiteY5" fmla="*/ 0 h 94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142" h="945158">
                  <a:moveTo>
                    <a:pt x="0" y="945159"/>
                  </a:moveTo>
                  <a:lnTo>
                    <a:pt x="2036088" y="945159"/>
                  </a:lnTo>
                  <a:cubicBezTo>
                    <a:pt x="2363680" y="945159"/>
                    <a:pt x="2630143" y="733556"/>
                    <a:pt x="2630143" y="472579"/>
                  </a:cubicBezTo>
                  <a:lnTo>
                    <a:pt x="2630143" y="472579"/>
                  </a:lnTo>
                  <a:cubicBezTo>
                    <a:pt x="2630143" y="211603"/>
                    <a:pt x="2364464" y="0"/>
                    <a:pt x="2036088" y="0"/>
                  </a:cubicBezTo>
                  <a:lnTo>
                    <a:pt x="0" y="0"/>
                  </a:lnTo>
                </a:path>
              </a:pathLst>
            </a:custGeom>
            <a:solidFill>
              <a:sysClr val="window" lastClr="FFFFFF"/>
            </a:solidFill>
            <a:ln w="44414" cap="flat">
              <a:gradFill flip="none" rotWithShape="1">
                <a:gsLst>
                  <a:gs pos="0">
                    <a:schemeClr val="tx2">
                      <a:lumMod val="60000"/>
                      <a:lumOff val="40000"/>
                    </a:schemeClr>
                  </a:gs>
                  <a:gs pos="100000">
                    <a:schemeClr val="tx2">
                      <a:lumMod val="40000"/>
                      <a:lumOff val="60000"/>
                    </a:schemeClr>
                  </a:gs>
                </a:gsLst>
                <a:lin ang="10800000" scaled="1"/>
                <a:tileRect/>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grpSp>
          <p:nvGrpSpPr>
            <p:cNvPr id="206" name="Grupo 89">
              <a:extLst>
                <a:ext uri="{FF2B5EF4-FFF2-40B4-BE49-F238E27FC236}">
                  <a16:creationId xmlns:a16="http://schemas.microsoft.com/office/drawing/2014/main" id="{0273A383-AD31-7916-F498-C6149CCEC809}"/>
                </a:ext>
              </a:extLst>
            </p:cNvPr>
            <p:cNvGrpSpPr/>
            <p:nvPr/>
          </p:nvGrpSpPr>
          <p:grpSpPr>
            <a:xfrm>
              <a:off x="1423126" y="3872691"/>
              <a:ext cx="1894735" cy="631681"/>
              <a:chOff x="1520545" y="3872691"/>
              <a:chExt cx="1894735" cy="631681"/>
            </a:xfrm>
          </p:grpSpPr>
          <p:sp>
            <p:nvSpPr>
              <p:cNvPr id="210" name="CuadroTexto 93">
                <a:extLst>
                  <a:ext uri="{FF2B5EF4-FFF2-40B4-BE49-F238E27FC236}">
                    <a16:creationId xmlns:a16="http://schemas.microsoft.com/office/drawing/2014/main" id="{7B3DC9B7-C4AC-2477-66B3-6A221869619F}"/>
                  </a:ext>
                </a:extLst>
              </p:cNvPr>
              <p:cNvSpPr txBox="1"/>
              <p:nvPr/>
            </p:nvSpPr>
            <p:spPr>
              <a:xfrm>
                <a:off x="1520545" y="3872691"/>
                <a:ext cx="1894735" cy="389682"/>
              </a:xfrm>
              <a:prstGeom prst="rect">
                <a:avLst/>
              </a:prstGeom>
              <a:noFill/>
            </p:spPr>
            <p:txBody>
              <a:bodyPr wrap="none" rtlCol="0">
                <a:spAutoFit/>
              </a:bodyPr>
              <a:lstStyle/>
              <a:p>
                <a:pPr>
                  <a:defRPr/>
                </a:pPr>
                <a:r>
                  <a:rPr lang="en-US" sz="1200" b="1" kern="0">
                    <a:solidFill>
                      <a:srgbClr val="1F497D">
                        <a:lumMod val="40000"/>
                        <a:lumOff val="60000"/>
                      </a:srgbClr>
                    </a:solidFill>
                    <a:latin typeface="Segoe UI" panose="020B0502040204020203" pitchFamily="34" charset="0"/>
                    <a:cs typeface="Segoe UI" panose="020B0502040204020203" pitchFamily="34" charset="0"/>
                  </a:rPr>
                  <a:t>EDIT TEXT HERE</a:t>
                </a:r>
              </a:p>
            </p:txBody>
          </p:sp>
          <p:sp>
            <p:nvSpPr>
              <p:cNvPr id="211" name="CuadroTexto 94">
                <a:extLst>
                  <a:ext uri="{FF2B5EF4-FFF2-40B4-BE49-F238E27FC236}">
                    <a16:creationId xmlns:a16="http://schemas.microsoft.com/office/drawing/2014/main" id="{D4C91ECE-75C6-2810-747D-3AC0C66B5A5F}"/>
                  </a:ext>
                </a:extLst>
              </p:cNvPr>
              <p:cNvSpPr txBox="1"/>
              <p:nvPr/>
            </p:nvSpPr>
            <p:spPr>
              <a:xfrm>
                <a:off x="1520545" y="4114690"/>
                <a:ext cx="1892432" cy="389682"/>
              </a:xfrm>
              <a:prstGeom prst="rect">
                <a:avLst/>
              </a:prstGeom>
              <a:noFill/>
            </p:spPr>
            <p:txBody>
              <a:bodyPr wrap="square" rtlCol="0">
                <a:spAutoFit/>
              </a:bodyPr>
              <a:lstStyle/>
              <a:p>
                <a:pPr>
                  <a:defRPr/>
                </a:pPr>
                <a:r>
                  <a:rPr lang="en-US" sz="1200" kern="0">
                    <a:solidFill>
                      <a:prstClr val="black">
                        <a:lumMod val="75000"/>
                        <a:lumOff val="25000"/>
                      </a:prstClr>
                    </a:solidFill>
                    <a:latin typeface="Segoe UI" panose="020B0502040204020203" pitchFamily="34" charset="0"/>
                    <a:ea typeface="Open Sans" panose="020B0606030504020204" pitchFamily="34" charset="0"/>
                    <a:cs typeface="Segoe UI" panose="020B0502040204020203" pitchFamily="34" charset="0"/>
                  </a:rPr>
                  <a:t>Insert text here</a:t>
                </a:r>
                <a:endParaRPr lang="en-US" sz="1200" kern="0">
                  <a:solidFill>
                    <a:prstClr val="black">
                      <a:lumMod val="75000"/>
                      <a:lumOff val="25000"/>
                    </a:prstClr>
                  </a:solidFill>
                  <a:latin typeface="Segoe UI" panose="020B0502040204020203" pitchFamily="34" charset="0"/>
                  <a:cs typeface="Segoe UI" panose="020B0502040204020203" pitchFamily="34" charset="0"/>
                </a:endParaRPr>
              </a:p>
            </p:txBody>
          </p:sp>
        </p:grpSp>
        <p:grpSp>
          <p:nvGrpSpPr>
            <p:cNvPr id="207" name="Grupo 90">
              <a:extLst>
                <a:ext uri="{FF2B5EF4-FFF2-40B4-BE49-F238E27FC236}">
                  <a16:creationId xmlns:a16="http://schemas.microsoft.com/office/drawing/2014/main" id="{F2EB7E25-C740-4A41-E5E3-7F5434074118}"/>
                </a:ext>
              </a:extLst>
            </p:cNvPr>
            <p:cNvGrpSpPr/>
            <p:nvPr/>
          </p:nvGrpSpPr>
          <p:grpSpPr>
            <a:xfrm>
              <a:off x="402672" y="3673148"/>
              <a:ext cx="1013312" cy="1013312"/>
              <a:chOff x="312207" y="3582683"/>
              <a:chExt cx="1194241" cy="1194241"/>
            </a:xfrm>
          </p:grpSpPr>
          <p:sp>
            <p:nvSpPr>
              <p:cNvPr id="208" name="Forma libre: forma 91">
                <a:extLst>
                  <a:ext uri="{FF2B5EF4-FFF2-40B4-BE49-F238E27FC236}">
                    <a16:creationId xmlns:a16="http://schemas.microsoft.com/office/drawing/2014/main" id="{308651E0-9041-03A9-21A1-6B12E45F9271}"/>
                  </a:ext>
                </a:extLst>
              </p:cNvPr>
              <p:cNvSpPr/>
              <p:nvPr/>
            </p:nvSpPr>
            <p:spPr>
              <a:xfrm>
                <a:off x="312207" y="3582683"/>
                <a:ext cx="1194241" cy="1194241"/>
              </a:xfrm>
              <a:custGeom>
                <a:avLst/>
                <a:gdLst>
                  <a:gd name="connsiteX0" fmla="*/ 2236470 w 2236470"/>
                  <a:gd name="connsiteY0" fmla="*/ 1118235 h 2236470"/>
                  <a:gd name="connsiteX1" fmla="*/ 1118235 w 2236470"/>
                  <a:gd name="connsiteY1" fmla="*/ 2236470 h 2236470"/>
                  <a:gd name="connsiteX2" fmla="*/ 0 w 2236470"/>
                  <a:gd name="connsiteY2" fmla="*/ 1118235 h 2236470"/>
                  <a:gd name="connsiteX3" fmla="*/ 1118235 w 2236470"/>
                  <a:gd name="connsiteY3" fmla="*/ 0 h 2236470"/>
                  <a:gd name="connsiteX4" fmla="*/ 2236470 w 2236470"/>
                  <a:gd name="connsiteY4" fmla="*/ 1118235 h 2236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70" h="2236470">
                    <a:moveTo>
                      <a:pt x="2236470" y="1118235"/>
                    </a:moveTo>
                    <a:cubicBezTo>
                      <a:pt x="2236470" y="1735819"/>
                      <a:pt x="1735819" y="2236470"/>
                      <a:pt x="1118235" y="2236470"/>
                    </a:cubicBezTo>
                    <a:cubicBezTo>
                      <a:pt x="500651" y="2236470"/>
                      <a:pt x="0" y="1735819"/>
                      <a:pt x="0" y="1118235"/>
                    </a:cubicBezTo>
                    <a:cubicBezTo>
                      <a:pt x="0" y="500651"/>
                      <a:pt x="500651" y="0"/>
                      <a:pt x="1118235" y="0"/>
                    </a:cubicBezTo>
                    <a:cubicBezTo>
                      <a:pt x="1735819" y="0"/>
                      <a:pt x="2236470" y="500651"/>
                      <a:pt x="2236470" y="1118235"/>
                    </a:cubicBezTo>
                    <a:close/>
                  </a:path>
                </a:pathLst>
              </a:custGeom>
              <a:solidFill>
                <a:sysClr val="window" lastClr="FFFFFF"/>
              </a:solidFill>
              <a:ln w="9525" cap="flat">
                <a:noFill/>
                <a:prstDash val="solid"/>
                <a:miter/>
              </a:ln>
              <a:effectLst>
                <a:outerShdw blurRad="63500" sx="102000" sy="102000" algn="ctr" rotWithShape="0">
                  <a:prstClr val="black">
                    <a:alpha val="40000"/>
                  </a:prstClr>
                </a:outerShdw>
              </a:effectLst>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pic>
            <p:nvPicPr>
              <p:cNvPr id="209" name="Gráfico 92" descr="Enviar">
                <a:extLst>
                  <a:ext uri="{FF2B5EF4-FFF2-40B4-BE49-F238E27FC236}">
                    <a16:creationId xmlns:a16="http://schemas.microsoft.com/office/drawing/2014/main" id="{3F9E6086-60D5-3EEA-405E-0039126ECA7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p:blipFill>
            <p:spPr>
              <a:xfrm>
                <a:off x="442893" y="3736701"/>
                <a:ext cx="856935" cy="856935"/>
              </a:xfrm>
              <a:prstGeom prst="rect">
                <a:avLst/>
              </a:prstGeom>
            </p:spPr>
          </p:pic>
        </p:grpSp>
      </p:grpSp>
      <p:grpSp>
        <p:nvGrpSpPr>
          <p:cNvPr id="165" name="Grupo 103">
            <a:extLst>
              <a:ext uri="{FF2B5EF4-FFF2-40B4-BE49-F238E27FC236}">
                <a16:creationId xmlns:a16="http://schemas.microsoft.com/office/drawing/2014/main" id="{82DE07CA-6338-4430-B4A6-882809F4239F}"/>
              </a:ext>
            </a:extLst>
          </p:cNvPr>
          <p:cNvGrpSpPr/>
          <p:nvPr/>
        </p:nvGrpSpPr>
        <p:grpSpPr>
          <a:xfrm>
            <a:off x="5385659" y="3344321"/>
            <a:ext cx="2089425" cy="720297"/>
            <a:chOff x="5224509" y="2950797"/>
            <a:chExt cx="2528204" cy="871560"/>
          </a:xfrm>
          <a:effectLst>
            <a:outerShdw blurRad="88900" dist="76200" dir="2700000" algn="tl" rotWithShape="0">
              <a:prstClr val="black">
                <a:alpha val="35000"/>
              </a:prstClr>
            </a:outerShdw>
          </a:effectLst>
        </p:grpSpPr>
        <p:sp>
          <p:nvSpPr>
            <p:cNvPr id="198" name="Gráfico 39">
              <a:extLst>
                <a:ext uri="{FF2B5EF4-FFF2-40B4-BE49-F238E27FC236}">
                  <a16:creationId xmlns:a16="http://schemas.microsoft.com/office/drawing/2014/main" id="{4DB8C629-431B-6C44-D5C2-7FFBD88E86F8}"/>
                </a:ext>
              </a:extLst>
            </p:cNvPr>
            <p:cNvSpPr/>
            <p:nvPr/>
          </p:nvSpPr>
          <p:spPr>
            <a:xfrm rot="10800000">
              <a:off x="5224509" y="2980107"/>
              <a:ext cx="2092425" cy="812940"/>
            </a:xfrm>
            <a:custGeom>
              <a:avLst/>
              <a:gdLst>
                <a:gd name="connsiteX0" fmla="*/ 0 w 2630142"/>
                <a:gd name="connsiteY0" fmla="*/ 945159 h 945158"/>
                <a:gd name="connsiteX1" fmla="*/ 2036088 w 2630142"/>
                <a:gd name="connsiteY1" fmla="*/ 945159 h 945158"/>
                <a:gd name="connsiteX2" fmla="*/ 2630143 w 2630142"/>
                <a:gd name="connsiteY2" fmla="*/ 472579 h 945158"/>
                <a:gd name="connsiteX3" fmla="*/ 2630143 w 2630142"/>
                <a:gd name="connsiteY3" fmla="*/ 472579 h 945158"/>
                <a:gd name="connsiteX4" fmla="*/ 2036088 w 2630142"/>
                <a:gd name="connsiteY4" fmla="*/ 0 h 945158"/>
                <a:gd name="connsiteX5" fmla="*/ 0 w 2630142"/>
                <a:gd name="connsiteY5" fmla="*/ 0 h 94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142" h="945158">
                  <a:moveTo>
                    <a:pt x="0" y="945159"/>
                  </a:moveTo>
                  <a:lnTo>
                    <a:pt x="2036088" y="945159"/>
                  </a:lnTo>
                  <a:cubicBezTo>
                    <a:pt x="2363680" y="945159"/>
                    <a:pt x="2630143" y="733556"/>
                    <a:pt x="2630143" y="472579"/>
                  </a:cubicBezTo>
                  <a:lnTo>
                    <a:pt x="2630143" y="472579"/>
                  </a:lnTo>
                  <a:cubicBezTo>
                    <a:pt x="2630143" y="211603"/>
                    <a:pt x="2364464" y="0"/>
                    <a:pt x="2036088" y="0"/>
                  </a:cubicBezTo>
                  <a:lnTo>
                    <a:pt x="0" y="0"/>
                  </a:lnTo>
                </a:path>
              </a:pathLst>
            </a:custGeom>
            <a:solidFill>
              <a:sysClr val="window" lastClr="FFFFFF"/>
            </a:solidFill>
            <a:ln w="44414" cap="flat">
              <a:gradFill flip="none" rotWithShape="1">
                <a:gsLst>
                  <a:gs pos="0">
                    <a:schemeClr val="accent1">
                      <a:lumMod val="40000"/>
                      <a:lumOff val="60000"/>
                    </a:schemeClr>
                  </a:gs>
                  <a:gs pos="100000">
                    <a:schemeClr val="accent1">
                      <a:lumMod val="60000"/>
                      <a:lumOff val="40000"/>
                    </a:schemeClr>
                  </a:gs>
                </a:gsLst>
                <a:lin ang="10800000" scaled="1"/>
                <a:tileRect/>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grpSp>
          <p:nvGrpSpPr>
            <p:cNvPr id="199" name="Grupo 97">
              <a:extLst>
                <a:ext uri="{FF2B5EF4-FFF2-40B4-BE49-F238E27FC236}">
                  <a16:creationId xmlns:a16="http://schemas.microsoft.com/office/drawing/2014/main" id="{1C2EF2E2-5AA8-1228-F8F1-C07DC3766B00}"/>
                </a:ext>
              </a:extLst>
            </p:cNvPr>
            <p:cNvGrpSpPr/>
            <p:nvPr/>
          </p:nvGrpSpPr>
          <p:grpSpPr>
            <a:xfrm>
              <a:off x="5325359" y="3122503"/>
              <a:ext cx="1629682" cy="543315"/>
              <a:chOff x="1471693" y="3872691"/>
              <a:chExt cx="1894736" cy="631680"/>
            </a:xfrm>
          </p:grpSpPr>
          <p:sp>
            <p:nvSpPr>
              <p:cNvPr id="203" name="CuadroTexto 101">
                <a:extLst>
                  <a:ext uri="{FF2B5EF4-FFF2-40B4-BE49-F238E27FC236}">
                    <a16:creationId xmlns:a16="http://schemas.microsoft.com/office/drawing/2014/main" id="{7E323E0F-FB55-F872-2E4C-37EF8B9FDFB0}"/>
                  </a:ext>
                </a:extLst>
              </p:cNvPr>
              <p:cNvSpPr txBox="1"/>
              <p:nvPr/>
            </p:nvSpPr>
            <p:spPr>
              <a:xfrm>
                <a:off x="1471694" y="3872691"/>
                <a:ext cx="1894735" cy="389681"/>
              </a:xfrm>
              <a:prstGeom prst="rect">
                <a:avLst/>
              </a:prstGeom>
              <a:noFill/>
            </p:spPr>
            <p:txBody>
              <a:bodyPr wrap="none" rtlCol="0">
                <a:spAutoFit/>
              </a:bodyPr>
              <a:lstStyle/>
              <a:p>
                <a:pPr>
                  <a:defRPr/>
                </a:pPr>
                <a:r>
                  <a:rPr lang="en-US" sz="1200" b="1" kern="0">
                    <a:solidFill>
                      <a:srgbClr val="E35A35">
                        <a:lumMod val="60000"/>
                        <a:lumOff val="40000"/>
                      </a:srgbClr>
                    </a:solidFill>
                    <a:latin typeface="Segoe UI" panose="020B0502040204020203" pitchFamily="34" charset="0"/>
                    <a:cs typeface="Segoe UI" panose="020B0502040204020203" pitchFamily="34" charset="0"/>
                  </a:rPr>
                  <a:t>EDIT TEXT HERE</a:t>
                </a:r>
              </a:p>
            </p:txBody>
          </p:sp>
          <p:sp>
            <p:nvSpPr>
              <p:cNvPr id="204" name="CuadroTexto 102">
                <a:extLst>
                  <a:ext uri="{FF2B5EF4-FFF2-40B4-BE49-F238E27FC236}">
                    <a16:creationId xmlns:a16="http://schemas.microsoft.com/office/drawing/2014/main" id="{FF6E880F-75CA-7210-D4CD-41DB6B251E4C}"/>
                  </a:ext>
                </a:extLst>
              </p:cNvPr>
              <p:cNvSpPr txBox="1"/>
              <p:nvPr/>
            </p:nvSpPr>
            <p:spPr>
              <a:xfrm>
                <a:off x="1471693" y="4114690"/>
                <a:ext cx="1892432" cy="389681"/>
              </a:xfrm>
              <a:prstGeom prst="rect">
                <a:avLst/>
              </a:prstGeom>
              <a:noFill/>
            </p:spPr>
            <p:txBody>
              <a:bodyPr wrap="square" rtlCol="0">
                <a:spAutoFit/>
              </a:bodyPr>
              <a:lstStyle/>
              <a:p>
                <a:pPr>
                  <a:defRPr/>
                </a:pPr>
                <a:r>
                  <a:rPr lang="en-US" sz="1200" kern="0">
                    <a:solidFill>
                      <a:prstClr val="black">
                        <a:lumMod val="75000"/>
                        <a:lumOff val="25000"/>
                      </a:prstClr>
                    </a:solidFill>
                    <a:latin typeface="Segoe UI" panose="020B0502040204020203" pitchFamily="34" charset="0"/>
                    <a:ea typeface="Open Sans" panose="020B0606030504020204" pitchFamily="34" charset="0"/>
                    <a:cs typeface="Segoe UI" panose="020B0502040204020203" pitchFamily="34" charset="0"/>
                  </a:rPr>
                  <a:t>Insert text here</a:t>
                </a:r>
                <a:endParaRPr lang="en-US" sz="1200" kern="0">
                  <a:solidFill>
                    <a:prstClr val="black">
                      <a:lumMod val="75000"/>
                      <a:lumOff val="25000"/>
                    </a:prstClr>
                  </a:solidFill>
                  <a:latin typeface="Segoe UI" panose="020B0502040204020203" pitchFamily="34" charset="0"/>
                  <a:cs typeface="Segoe UI" panose="020B0502040204020203" pitchFamily="34" charset="0"/>
                </a:endParaRPr>
              </a:p>
            </p:txBody>
          </p:sp>
        </p:grpSp>
        <p:grpSp>
          <p:nvGrpSpPr>
            <p:cNvPr id="200" name="Grupo 98">
              <a:extLst>
                <a:ext uri="{FF2B5EF4-FFF2-40B4-BE49-F238E27FC236}">
                  <a16:creationId xmlns:a16="http://schemas.microsoft.com/office/drawing/2014/main" id="{9F2F6AC6-2565-A84E-2BD2-663493D0D109}"/>
                </a:ext>
              </a:extLst>
            </p:cNvPr>
            <p:cNvGrpSpPr/>
            <p:nvPr/>
          </p:nvGrpSpPr>
          <p:grpSpPr>
            <a:xfrm rot="10800000">
              <a:off x="6881153" y="2950797"/>
              <a:ext cx="871560" cy="871560"/>
              <a:chOff x="312207" y="3582683"/>
              <a:chExt cx="1194241" cy="1194241"/>
            </a:xfrm>
          </p:grpSpPr>
          <p:sp>
            <p:nvSpPr>
              <p:cNvPr id="201" name="Forma libre: forma 99">
                <a:extLst>
                  <a:ext uri="{FF2B5EF4-FFF2-40B4-BE49-F238E27FC236}">
                    <a16:creationId xmlns:a16="http://schemas.microsoft.com/office/drawing/2014/main" id="{C5A1965C-1DA4-8058-21F2-A1DDD6E02FAF}"/>
                  </a:ext>
                </a:extLst>
              </p:cNvPr>
              <p:cNvSpPr/>
              <p:nvPr/>
            </p:nvSpPr>
            <p:spPr>
              <a:xfrm>
                <a:off x="312207" y="3582683"/>
                <a:ext cx="1194241" cy="1194241"/>
              </a:xfrm>
              <a:custGeom>
                <a:avLst/>
                <a:gdLst>
                  <a:gd name="connsiteX0" fmla="*/ 2236470 w 2236470"/>
                  <a:gd name="connsiteY0" fmla="*/ 1118235 h 2236470"/>
                  <a:gd name="connsiteX1" fmla="*/ 1118235 w 2236470"/>
                  <a:gd name="connsiteY1" fmla="*/ 2236470 h 2236470"/>
                  <a:gd name="connsiteX2" fmla="*/ 0 w 2236470"/>
                  <a:gd name="connsiteY2" fmla="*/ 1118235 h 2236470"/>
                  <a:gd name="connsiteX3" fmla="*/ 1118235 w 2236470"/>
                  <a:gd name="connsiteY3" fmla="*/ 0 h 2236470"/>
                  <a:gd name="connsiteX4" fmla="*/ 2236470 w 2236470"/>
                  <a:gd name="connsiteY4" fmla="*/ 1118235 h 2236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70" h="2236470">
                    <a:moveTo>
                      <a:pt x="2236470" y="1118235"/>
                    </a:moveTo>
                    <a:cubicBezTo>
                      <a:pt x="2236470" y="1735819"/>
                      <a:pt x="1735819" y="2236470"/>
                      <a:pt x="1118235" y="2236470"/>
                    </a:cubicBezTo>
                    <a:cubicBezTo>
                      <a:pt x="500651" y="2236470"/>
                      <a:pt x="0" y="1735819"/>
                      <a:pt x="0" y="1118235"/>
                    </a:cubicBezTo>
                    <a:cubicBezTo>
                      <a:pt x="0" y="500651"/>
                      <a:pt x="500651" y="0"/>
                      <a:pt x="1118235" y="0"/>
                    </a:cubicBezTo>
                    <a:cubicBezTo>
                      <a:pt x="1735819" y="0"/>
                      <a:pt x="2236470" y="500651"/>
                      <a:pt x="2236470" y="1118235"/>
                    </a:cubicBezTo>
                    <a:close/>
                  </a:path>
                </a:pathLst>
              </a:custGeom>
              <a:solidFill>
                <a:sysClr val="window" lastClr="FFFFFF"/>
              </a:solidFill>
              <a:ln w="9525" cap="flat">
                <a:noFill/>
                <a:prstDash val="solid"/>
                <a:miter/>
              </a:ln>
              <a:effectLst>
                <a:outerShdw blurRad="63500" sx="102000" sy="102000" algn="ctr" rotWithShape="0">
                  <a:prstClr val="black">
                    <a:alpha val="40000"/>
                  </a:prstClr>
                </a:outerShdw>
              </a:effectLst>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pic>
            <p:nvPicPr>
              <p:cNvPr id="202" name="Gráfico 100" descr="Chat RTL">
                <a:extLst>
                  <a:ext uri="{FF2B5EF4-FFF2-40B4-BE49-F238E27FC236}">
                    <a16:creationId xmlns:a16="http://schemas.microsoft.com/office/drawing/2014/main" id="{6B257271-FAAE-7251-45D8-EF3A62A189C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p:blipFill>
            <p:spPr>
              <a:xfrm rot="10800000">
                <a:off x="480859" y="3715302"/>
                <a:ext cx="856935" cy="856935"/>
              </a:xfrm>
              <a:prstGeom prst="rect">
                <a:avLst/>
              </a:prstGeom>
            </p:spPr>
          </p:pic>
        </p:grpSp>
      </p:grpSp>
      <p:grpSp>
        <p:nvGrpSpPr>
          <p:cNvPr id="166" name="Grupo 112">
            <a:extLst>
              <a:ext uri="{FF2B5EF4-FFF2-40B4-BE49-F238E27FC236}">
                <a16:creationId xmlns:a16="http://schemas.microsoft.com/office/drawing/2014/main" id="{91181715-0D69-4F3A-6C6D-7F24099081E1}"/>
              </a:ext>
            </a:extLst>
          </p:cNvPr>
          <p:cNvGrpSpPr/>
          <p:nvPr/>
        </p:nvGrpSpPr>
        <p:grpSpPr>
          <a:xfrm>
            <a:off x="6264931" y="1124745"/>
            <a:ext cx="2089425" cy="720297"/>
            <a:chOff x="5224509" y="2950797"/>
            <a:chExt cx="2528204" cy="871560"/>
          </a:xfrm>
          <a:effectLst>
            <a:outerShdw blurRad="88900" dist="76200" dir="2700000" algn="tl" rotWithShape="0">
              <a:prstClr val="black">
                <a:alpha val="35000"/>
              </a:prstClr>
            </a:outerShdw>
          </a:effectLst>
        </p:grpSpPr>
        <p:sp>
          <p:nvSpPr>
            <p:cNvPr id="191" name="Gráfico 39">
              <a:extLst>
                <a:ext uri="{FF2B5EF4-FFF2-40B4-BE49-F238E27FC236}">
                  <a16:creationId xmlns:a16="http://schemas.microsoft.com/office/drawing/2014/main" id="{CB46CDF3-7034-E31A-ECDD-1385A7B3F336}"/>
                </a:ext>
              </a:extLst>
            </p:cNvPr>
            <p:cNvSpPr/>
            <p:nvPr/>
          </p:nvSpPr>
          <p:spPr>
            <a:xfrm rot="10800000">
              <a:off x="5224509" y="2980107"/>
              <a:ext cx="2092425" cy="812940"/>
            </a:xfrm>
            <a:custGeom>
              <a:avLst/>
              <a:gdLst>
                <a:gd name="connsiteX0" fmla="*/ 0 w 2630142"/>
                <a:gd name="connsiteY0" fmla="*/ 945159 h 945158"/>
                <a:gd name="connsiteX1" fmla="*/ 2036088 w 2630142"/>
                <a:gd name="connsiteY1" fmla="*/ 945159 h 945158"/>
                <a:gd name="connsiteX2" fmla="*/ 2630143 w 2630142"/>
                <a:gd name="connsiteY2" fmla="*/ 472579 h 945158"/>
                <a:gd name="connsiteX3" fmla="*/ 2630143 w 2630142"/>
                <a:gd name="connsiteY3" fmla="*/ 472579 h 945158"/>
                <a:gd name="connsiteX4" fmla="*/ 2036088 w 2630142"/>
                <a:gd name="connsiteY4" fmla="*/ 0 h 945158"/>
                <a:gd name="connsiteX5" fmla="*/ 0 w 2630142"/>
                <a:gd name="connsiteY5" fmla="*/ 0 h 94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142" h="945158">
                  <a:moveTo>
                    <a:pt x="0" y="945159"/>
                  </a:moveTo>
                  <a:lnTo>
                    <a:pt x="2036088" y="945159"/>
                  </a:lnTo>
                  <a:cubicBezTo>
                    <a:pt x="2363680" y="945159"/>
                    <a:pt x="2630143" y="733556"/>
                    <a:pt x="2630143" y="472579"/>
                  </a:cubicBezTo>
                  <a:lnTo>
                    <a:pt x="2630143" y="472579"/>
                  </a:lnTo>
                  <a:cubicBezTo>
                    <a:pt x="2630143" y="211603"/>
                    <a:pt x="2364464" y="0"/>
                    <a:pt x="2036088" y="0"/>
                  </a:cubicBezTo>
                  <a:lnTo>
                    <a:pt x="0" y="0"/>
                  </a:lnTo>
                </a:path>
              </a:pathLst>
            </a:custGeom>
            <a:solidFill>
              <a:sysClr val="window" lastClr="FFFFFF"/>
            </a:solidFill>
            <a:ln w="44414" cap="flat">
              <a:gradFill flip="none" rotWithShape="1">
                <a:gsLst>
                  <a:gs pos="0">
                    <a:schemeClr val="accent3">
                      <a:lumMod val="60000"/>
                      <a:lumOff val="40000"/>
                    </a:schemeClr>
                  </a:gs>
                  <a:gs pos="100000">
                    <a:schemeClr val="accent3">
                      <a:lumMod val="75000"/>
                    </a:schemeClr>
                  </a:gs>
                </a:gsLst>
                <a:lin ang="10800000" scaled="1"/>
                <a:tileRect/>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grpSp>
          <p:nvGrpSpPr>
            <p:cNvPr id="192" name="Grupo 114">
              <a:extLst>
                <a:ext uri="{FF2B5EF4-FFF2-40B4-BE49-F238E27FC236}">
                  <a16:creationId xmlns:a16="http://schemas.microsoft.com/office/drawing/2014/main" id="{474E8119-1354-6DDA-972A-B2B01F616258}"/>
                </a:ext>
              </a:extLst>
            </p:cNvPr>
            <p:cNvGrpSpPr/>
            <p:nvPr/>
          </p:nvGrpSpPr>
          <p:grpSpPr>
            <a:xfrm>
              <a:off x="5325360" y="3122503"/>
              <a:ext cx="1629681" cy="543315"/>
              <a:chOff x="1471697" y="3872691"/>
              <a:chExt cx="1894735" cy="631680"/>
            </a:xfrm>
          </p:grpSpPr>
          <p:sp>
            <p:nvSpPr>
              <p:cNvPr id="196" name="CuadroTexto 118">
                <a:extLst>
                  <a:ext uri="{FF2B5EF4-FFF2-40B4-BE49-F238E27FC236}">
                    <a16:creationId xmlns:a16="http://schemas.microsoft.com/office/drawing/2014/main" id="{2884F609-F108-8D16-5AC2-3608D815D5FA}"/>
                  </a:ext>
                </a:extLst>
              </p:cNvPr>
              <p:cNvSpPr txBox="1"/>
              <p:nvPr/>
            </p:nvSpPr>
            <p:spPr>
              <a:xfrm>
                <a:off x="1471697" y="3872691"/>
                <a:ext cx="1894735" cy="389681"/>
              </a:xfrm>
              <a:prstGeom prst="rect">
                <a:avLst/>
              </a:prstGeom>
              <a:noFill/>
            </p:spPr>
            <p:txBody>
              <a:bodyPr wrap="none" rtlCol="0">
                <a:spAutoFit/>
              </a:bodyPr>
              <a:lstStyle/>
              <a:p>
                <a:pPr>
                  <a:defRPr/>
                </a:pPr>
                <a:r>
                  <a:rPr lang="en-US" sz="1200" b="1" kern="0">
                    <a:solidFill>
                      <a:srgbClr val="8BB74C">
                        <a:lumMod val="75000"/>
                      </a:srgbClr>
                    </a:solidFill>
                    <a:latin typeface="Segoe UI" panose="020B0502040204020203" pitchFamily="34" charset="0"/>
                    <a:cs typeface="Segoe UI" panose="020B0502040204020203" pitchFamily="34" charset="0"/>
                  </a:rPr>
                  <a:t>EDIT TEXT HERE</a:t>
                </a:r>
              </a:p>
            </p:txBody>
          </p:sp>
          <p:sp>
            <p:nvSpPr>
              <p:cNvPr id="197" name="CuadroTexto 119">
                <a:extLst>
                  <a:ext uri="{FF2B5EF4-FFF2-40B4-BE49-F238E27FC236}">
                    <a16:creationId xmlns:a16="http://schemas.microsoft.com/office/drawing/2014/main" id="{CCF8F700-5EAE-E556-C12E-67E54A0E26E5}"/>
                  </a:ext>
                </a:extLst>
              </p:cNvPr>
              <p:cNvSpPr txBox="1"/>
              <p:nvPr/>
            </p:nvSpPr>
            <p:spPr>
              <a:xfrm>
                <a:off x="1471698" y="4114690"/>
                <a:ext cx="1892431" cy="389681"/>
              </a:xfrm>
              <a:prstGeom prst="rect">
                <a:avLst/>
              </a:prstGeom>
              <a:noFill/>
            </p:spPr>
            <p:txBody>
              <a:bodyPr wrap="square" rtlCol="0">
                <a:spAutoFit/>
              </a:bodyPr>
              <a:lstStyle/>
              <a:p>
                <a:pPr>
                  <a:defRPr/>
                </a:pPr>
                <a:r>
                  <a:rPr lang="en-US" sz="1200" kern="0">
                    <a:solidFill>
                      <a:prstClr val="black">
                        <a:lumMod val="75000"/>
                        <a:lumOff val="25000"/>
                      </a:prstClr>
                    </a:solidFill>
                    <a:latin typeface="Segoe UI" panose="020B0502040204020203" pitchFamily="34" charset="0"/>
                    <a:ea typeface="Open Sans" panose="020B0606030504020204" pitchFamily="34" charset="0"/>
                    <a:cs typeface="Segoe UI" panose="020B0502040204020203" pitchFamily="34" charset="0"/>
                  </a:rPr>
                  <a:t>Insert text here</a:t>
                </a:r>
                <a:endParaRPr lang="en-US" sz="1200" kern="0">
                  <a:solidFill>
                    <a:prstClr val="black">
                      <a:lumMod val="75000"/>
                      <a:lumOff val="25000"/>
                    </a:prstClr>
                  </a:solidFill>
                  <a:latin typeface="Segoe UI" panose="020B0502040204020203" pitchFamily="34" charset="0"/>
                  <a:cs typeface="Segoe UI" panose="020B0502040204020203" pitchFamily="34" charset="0"/>
                </a:endParaRPr>
              </a:p>
            </p:txBody>
          </p:sp>
        </p:grpSp>
        <p:grpSp>
          <p:nvGrpSpPr>
            <p:cNvPr id="193" name="Grupo 115">
              <a:extLst>
                <a:ext uri="{FF2B5EF4-FFF2-40B4-BE49-F238E27FC236}">
                  <a16:creationId xmlns:a16="http://schemas.microsoft.com/office/drawing/2014/main" id="{5260F962-CE5E-4347-3619-F47BC7A76C15}"/>
                </a:ext>
              </a:extLst>
            </p:cNvPr>
            <p:cNvGrpSpPr/>
            <p:nvPr/>
          </p:nvGrpSpPr>
          <p:grpSpPr>
            <a:xfrm rot="10800000">
              <a:off x="6881153" y="2950797"/>
              <a:ext cx="871560" cy="871560"/>
              <a:chOff x="312207" y="3582683"/>
              <a:chExt cx="1194241" cy="1194241"/>
            </a:xfrm>
          </p:grpSpPr>
          <p:sp>
            <p:nvSpPr>
              <p:cNvPr id="194" name="Forma libre: forma 116">
                <a:extLst>
                  <a:ext uri="{FF2B5EF4-FFF2-40B4-BE49-F238E27FC236}">
                    <a16:creationId xmlns:a16="http://schemas.microsoft.com/office/drawing/2014/main" id="{BF005870-572D-D8CE-3676-EFED6DA30783}"/>
                  </a:ext>
                </a:extLst>
              </p:cNvPr>
              <p:cNvSpPr/>
              <p:nvPr/>
            </p:nvSpPr>
            <p:spPr>
              <a:xfrm>
                <a:off x="312207" y="3582683"/>
                <a:ext cx="1194241" cy="1194241"/>
              </a:xfrm>
              <a:custGeom>
                <a:avLst/>
                <a:gdLst>
                  <a:gd name="connsiteX0" fmla="*/ 2236470 w 2236470"/>
                  <a:gd name="connsiteY0" fmla="*/ 1118235 h 2236470"/>
                  <a:gd name="connsiteX1" fmla="*/ 1118235 w 2236470"/>
                  <a:gd name="connsiteY1" fmla="*/ 2236470 h 2236470"/>
                  <a:gd name="connsiteX2" fmla="*/ 0 w 2236470"/>
                  <a:gd name="connsiteY2" fmla="*/ 1118235 h 2236470"/>
                  <a:gd name="connsiteX3" fmla="*/ 1118235 w 2236470"/>
                  <a:gd name="connsiteY3" fmla="*/ 0 h 2236470"/>
                  <a:gd name="connsiteX4" fmla="*/ 2236470 w 2236470"/>
                  <a:gd name="connsiteY4" fmla="*/ 1118235 h 2236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70" h="2236470">
                    <a:moveTo>
                      <a:pt x="2236470" y="1118235"/>
                    </a:moveTo>
                    <a:cubicBezTo>
                      <a:pt x="2236470" y="1735819"/>
                      <a:pt x="1735819" y="2236470"/>
                      <a:pt x="1118235" y="2236470"/>
                    </a:cubicBezTo>
                    <a:cubicBezTo>
                      <a:pt x="500651" y="2236470"/>
                      <a:pt x="0" y="1735819"/>
                      <a:pt x="0" y="1118235"/>
                    </a:cubicBezTo>
                    <a:cubicBezTo>
                      <a:pt x="0" y="500651"/>
                      <a:pt x="500651" y="0"/>
                      <a:pt x="1118235" y="0"/>
                    </a:cubicBezTo>
                    <a:cubicBezTo>
                      <a:pt x="1735819" y="0"/>
                      <a:pt x="2236470" y="500651"/>
                      <a:pt x="2236470" y="1118235"/>
                    </a:cubicBezTo>
                    <a:close/>
                  </a:path>
                </a:pathLst>
              </a:custGeom>
              <a:solidFill>
                <a:sysClr val="window" lastClr="FFFFFF"/>
              </a:solidFill>
              <a:ln w="9525" cap="flat">
                <a:noFill/>
                <a:prstDash val="solid"/>
                <a:miter/>
              </a:ln>
              <a:effectLst>
                <a:outerShdw blurRad="63500" sx="102000" sy="102000" algn="ctr" rotWithShape="0">
                  <a:prstClr val="black">
                    <a:alpha val="40000"/>
                  </a:prstClr>
                </a:outerShdw>
              </a:effectLst>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pic>
            <p:nvPicPr>
              <p:cNvPr id="195" name="Gráfico 117" descr="Transmisión">
                <a:extLst>
                  <a:ext uri="{FF2B5EF4-FFF2-40B4-BE49-F238E27FC236}">
                    <a16:creationId xmlns:a16="http://schemas.microsoft.com/office/drawing/2014/main" id="{AE78FB3B-09E9-405D-402E-33996D3F183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a:stretch/>
            </p:blipFill>
            <p:spPr>
              <a:xfrm rot="10800000">
                <a:off x="480859" y="3765924"/>
                <a:ext cx="856935" cy="856935"/>
              </a:xfrm>
              <a:prstGeom prst="rect">
                <a:avLst/>
              </a:prstGeom>
            </p:spPr>
          </p:pic>
        </p:grpSp>
      </p:grpSp>
      <p:grpSp>
        <p:nvGrpSpPr>
          <p:cNvPr id="167" name="Grupo 120">
            <a:extLst>
              <a:ext uri="{FF2B5EF4-FFF2-40B4-BE49-F238E27FC236}">
                <a16:creationId xmlns:a16="http://schemas.microsoft.com/office/drawing/2014/main" id="{4F1AF4A4-1C9B-3432-8082-77B8868DF357}"/>
              </a:ext>
            </a:extLst>
          </p:cNvPr>
          <p:cNvGrpSpPr/>
          <p:nvPr/>
        </p:nvGrpSpPr>
        <p:grpSpPr>
          <a:xfrm>
            <a:off x="8878975" y="3405871"/>
            <a:ext cx="2089425" cy="720297"/>
            <a:chOff x="5224509" y="2950797"/>
            <a:chExt cx="2528204" cy="871560"/>
          </a:xfrm>
          <a:effectLst>
            <a:outerShdw blurRad="88900" dist="76200" dir="2700000" algn="tl" rotWithShape="0">
              <a:prstClr val="black">
                <a:alpha val="35000"/>
              </a:prstClr>
            </a:outerShdw>
          </a:effectLst>
        </p:grpSpPr>
        <p:sp>
          <p:nvSpPr>
            <p:cNvPr id="184" name="Gráfico 39">
              <a:extLst>
                <a:ext uri="{FF2B5EF4-FFF2-40B4-BE49-F238E27FC236}">
                  <a16:creationId xmlns:a16="http://schemas.microsoft.com/office/drawing/2014/main" id="{C781F496-0891-4589-8BD1-A27E0B1B50E4}"/>
                </a:ext>
              </a:extLst>
            </p:cNvPr>
            <p:cNvSpPr/>
            <p:nvPr/>
          </p:nvSpPr>
          <p:spPr>
            <a:xfrm rot="10800000">
              <a:off x="5224509" y="2980107"/>
              <a:ext cx="2092425" cy="812940"/>
            </a:xfrm>
            <a:custGeom>
              <a:avLst/>
              <a:gdLst>
                <a:gd name="connsiteX0" fmla="*/ 0 w 2630142"/>
                <a:gd name="connsiteY0" fmla="*/ 945159 h 945158"/>
                <a:gd name="connsiteX1" fmla="*/ 2036088 w 2630142"/>
                <a:gd name="connsiteY1" fmla="*/ 945159 h 945158"/>
                <a:gd name="connsiteX2" fmla="*/ 2630143 w 2630142"/>
                <a:gd name="connsiteY2" fmla="*/ 472579 h 945158"/>
                <a:gd name="connsiteX3" fmla="*/ 2630143 w 2630142"/>
                <a:gd name="connsiteY3" fmla="*/ 472579 h 945158"/>
                <a:gd name="connsiteX4" fmla="*/ 2036088 w 2630142"/>
                <a:gd name="connsiteY4" fmla="*/ 0 h 945158"/>
                <a:gd name="connsiteX5" fmla="*/ 0 w 2630142"/>
                <a:gd name="connsiteY5" fmla="*/ 0 h 94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142" h="945158">
                  <a:moveTo>
                    <a:pt x="0" y="945159"/>
                  </a:moveTo>
                  <a:lnTo>
                    <a:pt x="2036088" y="945159"/>
                  </a:lnTo>
                  <a:cubicBezTo>
                    <a:pt x="2363680" y="945159"/>
                    <a:pt x="2630143" y="733556"/>
                    <a:pt x="2630143" y="472579"/>
                  </a:cubicBezTo>
                  <a:lnTo>
                    <a:pt x="2630143" y="472579"/>
                  </a:lnTo>
                  <a:cubicBezTo>
                    <a:pt x="2630143" y="211603"/>
                    <a:pt x="2364464" y="0"/>
                    <a:pt x="2036088" y="0"/>
                  </a:cubicBezTo>
                  <a:lnTo>
                    <a:pt x="0" y="0"/>
                  </a:lnTo>
                </a:path>
              </a:pathLst>
            </a:custGeom>
            <a:solidFill>
              <a:sysClr val="window" lastClr="FFFFFF"/>
            </a:solidFill>
            <a:ln w="44414" cap="flat">
              <a:gradFill flip="none" rotWithShape="1">
                <a:gsLst>
                  <a:gs pos="0">
                    <a:schemeClr val="accent3">
                      <a:lumMod val="60000"/>
                      <a:lumOff val="40000"/>
                    </a:schemeClr>
                  </a:gs>
                  <a:gs pos="100000">
                    <a:schemeClr val="accent4">
                      <a:lumMod val="75000"/>
                    </a:schemeClr>
                  </a:gs>
                </a:gsLst>
                <a:lin ang="10800000" scaled="1"/>
                <a:tileRect/>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grpSp>
          <p:nvGrpSpPr>
            <p:cNvPr id="185" name="Grupo 122">
              <a:extLst>
                <a:ext uri="{FF2B5EF4-FFF2-40B4-BE49-F238E27FC236}">
                  <a16:creationId xmlns:a16="http://schemas.microsoft.com/office/drawing/2014/main" id="{F33D8EBD-C415-E1C6-7603-4B2FD82401FC}"/>
                </a:ext>
              </a:extLst>
            </p:cNvPr>
            <p:cNvGrpSpPr/>
            <p:nvPr/>
          </p:nvGrpSpPr>
          <p:grpSpPr>
            <a:xfrm>
              <a:off x="5325359" y="3122503"/>
              <a:ext cx="1629682" cy="543315"/>
              <a:chOff x="1471693" y="3872691"/>
              <a:chExt cx="1894736" cy="631680"/>
            </a:xfrm>
          </p:grpSpPr>
          <p:sp>
            <p:nvSpPr>
              <p:cNvPr id="189" name="CuadroTexto 126">
                <a:extLst>
                  <a:ext uri="{FF2B5EF4-FFF2-40B4-BE49-F238E27FC236}">
                    <a16:creationId xmlns:a16="http://schemas.microsoft.com/office/drawing/2014/main" id="{8015AEB7-8F99-68C2-9537-14CB84D17167}"/>
                  </a:ext>
                </a:extLst>
              </p:cNvPr>
              <p:cNvSpPr txBox="1"/>
              <p:nvPr/>
            </p:nvSpPr>
            <p:spPr>
              <a:xfrm>
                <a:off x="1471694" y="3872691"/>
                <a:ext cx="1894735" cy="389681"/>
              </a:xfrm>
              <a:prstGeom prst="rect">
                <a:avLst/>
              </a:prstGeom>
              <a:noFill/>
            </p:spPr>
            <p:txBody>
              <a:bodyPr wrap="none" rtlCol="0">
                <a:spAutoFit/>
              </a:bodyPr>
              <a:lstStyle/>
              <a:p>
                <a:pPr>
                  <a:defRPr/>
                </a:pPr>
                <a:r>
                  <a:rPr lang="en-US" sz="1200" b="1" kern="0">
                    <a:solidFill>
                      <a:srgbClr val="5FB7A2">
                        <a:lumMod val="75000"/>
                      </a:srgbClr>
                    </a:solidFill>
                    <a:latin typeface="Segoe UI" panose="020B0502040204020203" pitchFamily="34" charset="0"/>
                    <a:cs typeface="Segoe UI" panose="020B0502040204020203" pitchFamily="34" charset="0"/>
                  </a:rPr>
                  <a:t>EDIT TEXT HERE</a:t>
                </a:r>
              </a:p>
            </p:txBody>
          </p:sp>
          <p:sp>
            <p:nvSpPr>
              <p:cNvPr id="190" name="CuadroTexto 127">
                <a:extLst>
                  <a:ext uri="{FF2B5EF4-FFF2-40B4-BE49-F238E27FC236}">
                    <a16:creationId xmlns:a16="http://schemas.microsoft.com/office/drawing/2014/main" id="{9F63062C-C522-60F9-2313-9E6372E6D256}"/>
                  </a:ext>
                </a:extLst>
              </p:cNvPr>
              <p:cNvSpPr txBox="1"/>
              <p:nvPr/>
            </p:nvSpPr>
            <p:spPr>
              <a:xfrm>
                <a:off x="1471693" y="4114690"/>
                <a:ext cx="1892432" cy="389681"/>
              </a:xfrm>
              <a:prstGeom prst="rect">
                <a:avLst/>
              </a:prstGeom>
              <a:noFill/>
            </p:spPr>
            <p:txBody>
              <a:bodyPr wrap="square" rtlCol="0">
                <a:spAutoFit/>
              </a:bodyPr>
              <a:lstStyle/>
              <a:p>
                <a:pPr>
                  <a:defRPr/>
                </a:pPr>
                <a:r>
                  <a:rPr lang="en-US" sz="1200" kern="0">
                    <a:solidFill>
                      <a:prstClr val="black">
                        <a:lumMod val="75000"/>
                        <a:lumOff val="25000"/>
                      </a:prstClr>
                    </a:solidFill>
                    <a:latin typeface="Segoe UI" panose="020B0502040204020203" pitchFamily="34" charset="0"/>
                    <a:ea typeface="Open Sans" panose="020B0606030504020204" pitchFamily="34" charset="0"/>
                    <a:cs typeface="Segoe UI" panose="020B0502040204020203" pitchFamily="34" charset="0"/>
                  </a:rPr>
                  <a:t>Insert text here</a:t>
                </a:r>
                <a:endParaRPr lang="en-US" sz="1200" kern="0">
                  <a:solidFill>
                    <a:prstClr val="black">
                      <a:lumMod val="75000"/>
                      <a:lumOff val="25000"/>
                    </a:prstClr>
                  </a:solidFill>
                  <a:latin typeface="Segoe UI" panose="020B0502040204020203" pitchFamily="34" charset="0"/>
                  <a:cs typeface="Segoe UI" panose="020B0502040204020203" pitchFamily="34" charset="0"/>
                </a:endParaRPr>
              </a:p>
            </p:txBody>
          </p:sp>
        </p:grpSp>
        <p:grpSp>
          <p:nvGrpSpPr>
            <p:cNvPr id="186" name="Grupo 123">
              <a:extLst>
                <a:ext uri="{FF2B5EF4-FFF2-40B4-BE49-F238E27FC236}">
                  <a16:creationId xmlns:a16="http://schemas.microsoft.com/office/drawing/2014/main" id="{01A080B6-7DA4-48B9-3786-55B1D89389DB}"/>
                </a:ext>
              </a:extLst>
            </p:cNvPr>
            <p:cNvGrpSpPr/>
            <p:nvPr/>
          </p:nvGrpSpPr>
          <p:grpSpPr>
            <a:xfrm rot="10800000">
              <a:off x="6881153" y="2950797"/>
              <a:ext cx="871560" cy="871560"/>
              <a:chOff x="312207" y="3582683"/>
              <a:chExt cx="1194241" cy="1194241"/>
            </a:xfrm>
          </p:grpSpPr>
          <p:sp>
            <p:nvSpPr>
              <p:cNvPr id="187" name="Forma libre: forma 124">
                <a:extLst>
                  <a:ext uri="{FF2B5EF4-FFF2-40B4-BE49-F238E27FC236}">
                    <a16:creationId xmlns:a16="http://schemas.microsoft.com/office/drawing/2014/main" id="{95984639-2890-8E92-D7DB-FCCE25BC3806}"/>
                  </a:ext>
                </a:extLst>
              </p:cNvPr>
              <p:cNvSpPr/>
              <p:nvPr/>
            </p:nvSpPr>
            <p:spPr>
              <a:xfrm>
                <a:off x="312207" y="3582683"/>
                <a:ext cx="1194241" cy="1194241"/>
              </a:xfrm>
              <a:custGeom>
                <a:avLst/>
                <a:gdLst>
                  <a:gd name="connsiteX0" fmla="*/ 2236470 w 2236470"/>
                  <a:gd name="connsiteY0" fmla="*/ 1118235 h 2236470"/>
                  <a:gd name="connsiteX1" fmla="*/ 1118235 w 2236470"/>
                  <a:gd name="connsiteY1" fmla="*/ 2236470 h 2236470"/>
                  <a:gd name="connsiteX2" fmla="*/ 0 w 2236470"/>
                  <a:gd name="connsiteY2" fmla="*/ 1118235 h 2236470"/>
                  <a:gd name="connsiteX3" fmla="*/ 1118235 w 2236470"/>
                  <a:gd name="connsiteY3" fmla="*/ 0 h 2236470"/>
                  <a:gd name="connsiteX4" fmla="*/ 2236470 w 2236470"/>
                  <a:gd name="connsiteY4" fmla="*/ 1118235 h 2236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70" h="2236470">
                    <a:moveTo>
                      <a:pt x="2236470" y="1118235"/>
                    </a:moveTo>
                    <a:cubicBezTo>
                      <a:pt x="2236470" y="1735819"/>
                      <a:pt x="1735819" y="2236470"/>
                      <a:pt x="1118235" y="2236470"/>
                    </a:cubicBezTo>
                    <a:cubicBezTo>
                      <a:pt x="500651" y="2236470"/>
                      <a:pt x="0" y="1735819"/>
                      <a:pt x="0" y="1118235"/>
                    </a:cubicBezTo>
                    <a:cubicBezTo>
                      <a:pt x="0" y="500651"/>
                      <a:pt x="500651" y="0"/>
                      <a:pt x="1118235" y="0"/>
                    </a:cubicBezTo>
                    <a:cubicBezTo>
                      <a:pt x="1735819" y="0"/>
                      <a:pt x="2236470" y="500651"/>
                      <a:pt x="2236470" y="1118235"/>
                    </a:cubicBezTo>
                    <a:close/>
                  </a:path>
                </a:pathLst>
              </a:custGeom>
              <a:solidFill>
                <a:sysClr val="window" lastClr="FFFFFF"/>
              </a:solidFill>
              <a:ln w="9525" cap="flat">
                <a:noFill/>
                <a:prstDash val="solid"/>
                <a:miter/>
              </a:ln>
              <a:effectLst>
                <a:outerShdw blurRad="63500" sx="102000" sy="102000" algn="ctr" rotWithShape="0">
                  <a:prstClr val="black">
                    <a:alpha val="40000"/>
                  </a:prstClr>
                </a:outerShdw>
              </a:effectLst>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pic>
            <p:nvPicPr>
              <p:cNvPr id="188" name="Gráfico 125" descr="Diana">
                <a:extLst>
                  <a:ext uri="{FF2B5EF4-FFF2-40B4-BE49-F238E27FC236}">
                    <a16:creationId xmlns:a16="http://schemas.microsoft.com/office/drawing/2014/main" id="{58DB64DF-71B4-8AEC-EC10-F439427C3E8B}"/>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a:stretch/>
            </p:blipFill>
            <p:spPr>
              <a:xfrm rot="10800000">
                <a:off x="480859" y="3753269"/>
                <a:ext cx="856935" cy="856935"/>
              </a:xfrm>
              <a:prstGeom prst="rect">
                <a:avLst/>
              </a:prstGeom>
            </p:spPr>
          </p:pic>
        </p:grpSp>
      </p:grpSp>
      <p:grpSp>
        <p:nvGrpSpPr>
          <p:cNvPr id="168" name="Grupo 128">
            <a:extLst>
              <a:ext uri="{FF2B5EF4-FFF2-40B4-BE49-F238E27FC236}">
                <a16:creationId xmlns:a16="http://schemas.microsoft.com/office/drawing/2014/main" id="{2C389953-C8AF-1DD3-B244-10328B575758}"/>
              </a:ext>
            </a:extLst>
          </p:cNvPr>
          <p:cNvGrpSpPr/>
          <p:nvPr/>
        </p:nvGrpSpPr>
        <p:grpSpPr>
          <a:xfrm>
            <a:off x="5899277" y="5614802"/>
            <a:ext cx="2089425" cy="720297"/>
            <a:chOff x="402672" y="3673148"/>
            <a:chExt cx="2939395" cy="1013312"/>
          </a:xfrm>
          <a:effectLst>
            <a:outerShdw blurRad="88900" dist="76200" dir="2700000" algn="tl" rotWithShape="0">
              <a:prstClr val="black">
                <a:alpha val="35000"/>
              </a:prstClr>
            </a:outerShdw>
          </a:effectLst>
        </p:grpSpPr>
        <p:sp>
          <p:nvSpPr>
            <p:cNvPr id="177" name="Gráfico 39">
              <a:extLst>
                <a:ext uri="{FF2B5EF4-FFF2-40B4-BE49-F238E27FC236}">
                  <a16:creationId xmlns:a16="http://schemas.microsoft.com/office/drawing/2014/main" id="{6C38A362-2FAD-364F-01C2-19B87AA42FE9}"/>
                </a:ext>
              </a:extLst>
            </p:cNvPr>
            <p:cNvSpPr/>
            <p:nvPr/>
          </p:nvSpPr>
          <p:spPr>
            <a:xfrm>
              <a:off x="909327" y="3707225"/>
              <a:ext cx="2432740" cy="945158"/>
            </a:xfrm>
            <a:custGeom>
              <a:avLst/>
              <a:gdLst>
                <a:gd name="connsiteX0" fmla="*/ 0 w 2630142"/>
                <a:gd name="connsiteY0" fmla="*/ 945159 h 945158"/>
                <a:gd name="connsiteX1" fmla="*/ 2036088 w 2630142"/>
                <a:gd name="connsiteY1" fmla="*/ 945159 h 945158"/>
                <a:gd name="connsiteX2" fmla="*/ 2630143 w 2630142"/>
                <a:gd name="connsiteY2" fmla="*/ 472579 h 945158"/>
                <a:gd name="connsiteX3" fmla="*/ 2630143 w 2630142"/>
                <a:gd name="connsiteY3" fmla="*/ 472579 h 945158"/>
                <a:gd name="connsiteX4" fmla="*/ 2036088 w 2630142"/>
                <a:gd name="connsiteY4" fmla="*/ 0 h 945158"/>
                <a:gd name="connsiteX5" fmla="*/ 0 w 2630142"/>
                <a:gd name="connsiteY5" fmla="*/ 0 h 94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142" h="945158">
                  <a:moveTo>
                    <a:pt x="0" y="945159"/>
                  </a:moveTo>
                  <a:lnTo>
                    <a:pt x="2036088" y="945159"/>
                  </a:lnTo>
                  <a:cubicBezTo>
                    <a:pt x="2363680" y="945159"/>
                    <a:pt x="2630143" y="733556"/>
                    <a:pt x="2630143" y="472579"/>
                  </a:cubicBezTo>
                  <a:lnTo>
                    <a:pt x="2630143" y="472579"/>
                  </a:lnTo>
                  <a:cubicBezTo>
                    <a:pt x="2630143" y="211603"/>
                    <a:pt x="2364464" y="0"/>
                    <a:pt x="2036088" y="0"/>
                  </a:cubicBezTo>
                  <a:lnTo>
                    <a:pt x="0" y="0"/>
                  </a:lnTo>
                </a:path>
              </a:pathLst>
            </a:custGeom>
            <a:solidFill>
              <a:sysClr val="window" lastClr="FFFFFF"/>
            </a:solidFill>
            <a:ln w="44414" cap="flat">
              <a:gradFill flip="none" rotWithShape="1">
                <a:gsLst>
                  <a:gs pos="0">
                    <a:schemeClr val="accent1">
                      <a:lumMod val="75000"/>
                    </a:schemeClr>
                  </a:gs>
                  <a:gs pos="100000">
                    <a:schemeClr val="accent1">
                      <a:lumMod val="60000"/>
                      <a:lumOff val="40000"/>
                    </a:schemeClr>
                  </a:gs>
                </a:gsLst>
                <a:lin ang="10800000" scaled="1"/>
                <a:tileRect/>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grpSp>
          <p:nvGrpSpPr>
            <p:cNvPr id="178" name="Grupo 130">
              <a:extLst>
                <a:ext uri="{FF2B5EF4-FFF2-40B4-BE49-F238E27FC236}">
                  <a16:creationId xmlns:a16="http://schemas.microsoft.com/office/drawing/2014/main" id="{279756BB-8878-19CA-3E4E-52791E329B1B}"/>
                </a:ext>
              </a:extLst>
            </p:cNvPr>
            <p:cNvGrpSpPr/>
            <p:nvPr/>
          </p:nvGrpSpPr>
          <p:grpSpPr>
            <a:xfrm>
              <a:off x="1423126" y="3872691"/>
              <a:ext cx="1894735" cy="631681"/>
              <a:chOff x="1520545" y="3872691"/>
              <a:chExt cx="1894735" cy="631681"/>
            </a:xfrm>
          </p:grpSpPr>
          <p:sp>
            <p:nvSpPr>
              <p:cNvPr id="182" name="CuadroTexto 134">
                <a:extLst>
                  <a:ext uri="{FF2B5EF4-FFF2-40B4-BE49-F238E27FC236}">
                    <a16:creationId xmlns:a16="http://schemas.microsoft.com/office/drawing/2014/main" id="{B474E404-E581-0E6E-9645-E2C4F5D453E4}"/>
                  </a:ext>
                </a:extLst>
              </p:cNvPr>
              <p:cNvSpPr txBox="1"/>
              <p:nvPr/>
            </p:nvSpPr>
            <p:spPr>
              <a:xfrm>
                <a:off x="1520545" y="3872691"/>
                <a:ext cx="1894735" cy="389682"/>
              </a:xfrm>
              <a:prstGeom prst="rect">
                <a:avLst/>
              </a:prstGeom>
              <a:noFill/>
            </p:spPr>
            <p:txBody>
              <a:bodyPr wrap="none" rtlCol="0">
                <a:spAutoFit/>
              </a:bodyPr>
              <a:lstStyle/>
              <a:p>
                <a:pPr>
                  <a:defRPr/>
                </a:pPr>
                <a:r>
                  <a:rPr lang="en-US" sz="1200" b="1" kern="0">
                    <a:solidFill>
                      <a:srgbClr val="E35A35">
                        <a:lumMod val="75000"/>
                      </a:srgbClr>
                    </a:solidFill>
                    <a:latin typeface="Segoe UI" panose="020B0502040204020203" pitchFamily="34" charset="0"/>
                    <a:cs typeface="Segoe UI" panose="020B0502040204020203" pitchFamily="34" charset="0"/>
                  </a:rPr>
                  <a:t>EDIT TEXT HERE</a:t>
                </a:r>
              </a:p>
            </p:txBody>
          </p:sp>
          <p:sp>
            <p:nvSpPr>
              <p:cNvPr id="183" name="CuadroTexto 135">
                <a:extLst>
                  <a:ext uri="{FF2B5EF4-FFF2-40B4-BE49-F238E27FC236}">
                    <a16:creationId xmlns:a16="http://schemas.microsoft.com/office/drawing/2014/main" id="{C3EB9ECE-51BE-700D-6E3B-96E323275391}"/>
                  </a:ext>
                </a:extLst>
              </p:cNvPr>
              <p:cNvSpPr txBox="1"/>
              <p:nvPr/>
            </p:nvSpPr>
            <p:spPr>
              <a:xfrm>
                <a:off x="1520545" y="4114690"/>
                <a:ext cx="1892432" cy="389682"/>
              </a:xfrm>
              <a:prstGeom prst="rect">
                <a:avLst/>
              </a:prstGeom>
              <a:noFill/>
            </p:spPr>
            <p:txBody>
              <a:bodyPr wrap="square" rtlCol="0">
                <a:spAutoFit/>
              </a:bodyPr>
              <a:lstStyle/>
              <a:p>
                <a:pPr>
                  <a:defRPr/>
                </a:pPr>
                <a:r>
                  <a:rPr lang="en-US" sz="1200" kern="0">
                    <a:solidFill>
                      <a:prstClr val="black">
                        <a:lumMod val="75000"/>
                        <a:lumOff val="25000"/>
                      </a:prstClr>
                    </a:solidFill>
                    <a:latin typeface="Segoe UI" panose="020B0502040204020203" pitchFamily="34" charset="0"/>
                    <a:ea typeface="Open Sans" panose="020B0606030504020204" pitchFamily="34" charset="0"/>
                    <a:cs typeface="Segoe UI" panose="020B0502040204020203" pitchFamily="34" charset="0"/>
                  </a:rPr>
                  <a:t>Insert text here</a:t>
                </a:r>
                <a:endParaRPr lang="en-US" sz="1200" kern="0">
                  <a:solidFill>
                    <a:prstClr val="black">
                      <a:lumMod val="75000"/>
                      <a:lumOff val="25000"/>
                    </a:prstClr>
                  </a:solidFill>
                  <a:latin typeface="Segoe UI" panose="020B0502040204020203" pitchFamily="34" charset="0"/>
                  <a:cs typeface="Segoe UI" panose="020B0502040204020203" pitchFamily="34" charset="0"/>
                </a:endParaRPr>
              </a:p>
            </p:txBody>
          </p:sp>
        </p:grpSp>
        <p:grpSp>
          <p:nvGrpSpPr>
            <p:cNvPr id="179" name="Grupo 131">
              <a:extLst>
                <a:ext uri="{FF2B5EF4-FFF2-40B4-BE49-F238E27FC236}">
                  <a16:creationId xmlns:a16="http://schemas.microsoft.com/office/drawing/2014/main" id="{7D19BDB5-A9F0-9C4B-3429-8D10AE0B6079}"/>
                </a:ext>
              </a:extLst>
            </p:cNvPr>
            <p:cNvGrpSpPr/>
            <p:nvPr/>
          </p:nvGrpSpPr>
          <p:grpSpPr>
            <a:xfrm>
              <a:off x="402672" y="3673148"/>
              <a:ext cx="1013312" cy="1013312"/>
              <a:chOff x="312207" y="3582683"/>
              <a:chExt cx="1194241" cy="1194241"/>
            </a:xfrm>
          </p:grpSpPr>
          <p:sp>
            <p:nvSpPr>
              <p:cNvPr id="180" name="Forma libre: forma 132">
                <a:extLst>
                  <a:ext uri="{FF2B5EF4-FFF2-40B4-BE49-F238E27FC236}">
                    <a16:creationId xmlns:a16="http://schemas.microsoft.com/office/drawing/2014/main" id="{82963D8D-5C1F-B63B-9B0E-3D44F80152CF}"/>
                  </a:ext>
                </a:extLst>
              </p:cNvPr>
              <p:cNvSpPr/>
              <p:nvPr/>
            </p:nvSpPr>
            <p:spPr>
              <a:xfrm>
                <a:off x="312207" y="3582683"/>
                <a:ext cx="1194241" cy="1194241"/>
              </a:xfrm>
              <a:custGeom>
                <a:avLst/>
                <a:gdLst>
                  <a:gd name="connsiteX0" fmla="*/ 2236470 w 2236470"/>
                  <a:gd name="connsiteY0" fmla="*/ 1118235 h 2236470"/>
                  <a:gd name="connsiteX1" fmla="*/ 1118235 w 2236470"/>
                  <a:gd name="connsiteY1" fmla="*/ 2236470 h 2236470"/>
                  <a:gd name="connsiteX2" fmla="*/ 0 w 2236470"/>
                  <a:gd name="connsiteY2" fmla="*/ 1118235 h 2236470"/>
                  <a:gd name="connsiteX3" fmla="*/ 1118235 w 2236470"/>
                  <a:gd name="connsiteY3" fmla="*/ 0 h 2236470"/>
                  <a:gd name="connsiteX4" fmla="*/ 2236470 w 2236470"/>
                  <a:gd name="connsiteY4" fmla="*/ 1118235 h 2236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70" h="2236470">
                    <a:moveTo>
                      <a:pt x="2236470" y="1118235"/>
                    </a:moveTo>
                    <a:cubicBezTo>
                      <a:pt x="2236470" y="1735819"/>
                      <a:pt x="1735819" y="2236470"/>
                      <a:pt x="1118235" y="2236470"/>
                    </a:cubicBezTo>
                    <a:cubicBezTo>
                      <a:pt x="500651" y="2236470"/>
                      <a:pt x="0" y="1735819"/>
                      <a:pt x="0" y="1118235"/>
                    </a:cubicBezTo>
                    <a:cubicBezTo>
                      <a:pt x="0" y="500651"/>
                      <a:pt x="500651" y="0"/>
                      <a:pt x="1118235" y="0"/>
                    </a:cubicBezTo>
                    <a:cubicBezTo>
                      <a:pt x="1735819" y="0"/>
                      <a:pt x="2236470" y="500651"/>
                      <a:pt x="2236470" y="1118235"/>
                    </a:cubicBezTo>
                    <a:close/>
                  </a:path>
                </a:pathLst>
              </a:custGeom>
              <a:solidFill>
                <a:sysClr val="window" lastClr="FFFFFF"/>
              </a:solidFill>
              <a:ln w="9525" cap="flat">
                <a:noFill/>
                <a:prstDash val="solid"/>
                <a:miter/>
              </a:ln>
              <a:effectLst>
                <a:outerShdw blurRad="63500" sx="102000" sy="102000" algn="ctr" rotWithShape="0">
                  <a:prstClr val="black">
                    <a:alpha val="40000"/>
                  </a:prstClr>
                </a:outerShdw>
              </a:effectLst>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pic>
            <p:nvPicPr>
              <p:cNvPr id="181" name="Gráfico 133" descr="Antena parabólica">
                <a:extLst>
                  <a:ext uri="{FF2B5EF4-FFF2-40B4-BE49-F238E27FC236}">
                    <a16:creationId xmlns:a16="http://schemas.microsoft.com/office/drawing/2014/main" id="{6391A5E3-FEE8-1CDD-EFCF-5B41BCA245C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a:stretch/>
            </p:blipFill>
            <p:spPr>
              <a:xfrm>
                <a:off x="518826" y="3749357"/>
                <a:ext cx="856935" cy="856935"/>
              </a:xfrm>
              <a:prstGeom prst="rect">
                <a:avLst/>
              </a:prstGeom>
            </p:spPr>
          </p:pic>
        </p:grpSp>
      </p:grpSp>
      <p:grpSp>
        <p:nvGrpSpPr>
          <p:cNvPr id="169" name="Grupo 136">
            <a:extLst>
              <a:ext uri="{FF2B5EF4-FFF2-40B4-BE49-F238E27FC236}">
                <a16:creationId xmlns:a16="http://schemas.microsoft.com/office/drawing/2014/main" id="{96692580-9A0B-BA37-BE66-68D662A07179}"/>
              </a:ext>
            </a:extLst>
          </p:cNvPr>
          <p:cNvGrpSpPr/>
          <p:nvPr/>
        </p:nvGrpSpPr>
        <p:grpSpPr>
          <a:xfrm>
            <a:off x="7177389" y="4453556"/>
            <a:ext cx="2089425" cy="720297"/>
            <a:chOff x="5224509" y="2950797"/>
            <a:chExt cx="2528204" cy="871560"/>
          </a:xfrm>
          <a:effectLst>
            <a:outerShdw blurRad="88900" dist="76200" dir="2700000" algn="tl" rotWithShape="0">
              <a:prstClr val="black">
                <a:alpha val="35000"/>
              </a:prstClr>
            </a:outerShdw>
          </a:effectLst>
        </p:grpSpPr>
        <p:sp>
          <p:nvSpPr>
            <p:cNvPr id="170" name="Gráfico 39">
              <a:extLst>
                <a:ext uri="{FF2B5EF4-FFF2-40B4-BE49-F238E27FC236}">
                  <a16:creationId xmlns:a16="http://schemas.microsoft.com/office/drawing/2014/main" id="{516C7352-2FDF-4AFF-4488-7E160EB1A6D4}"/>
                </a:ext>
              </a:extLst>
            </p:cNvPr>
            <p:cNvSpPr/>
            <p:nvPr/>
          </p:nvSpPr>
          <p:spPr>
            <a:xfrm rot="10800000">
              <a:off x="5224509" y="2980107"/>
              <a:ext cx="2092425" cy="812940"/>
            </a:xfrm>
            <a:custGeom>
              <a:avLst/>
              <a:gdLst>
                <a:gd name="connsiteX0" fmla="*/ 0 w 2630142"/>
                <a:gd name="connsiteY0" fmla="*/ 945159 h 945158"/>
                <a:gd name="connsiteX1" fmla="*/ 2036088 w 2630142"/>
                <a:gd name="connsiteY1" fmla="*/ 945159 h 945158"/>
                <a:gd name="connsiteX2" fmla="*/ 2630143 w 2630142"/>
                <a:gd name="connsiteY2" fmla="*/ 472579 h 945158"/>
                <a:gd name="connsiteX3" fmla="*/ 2630143 w 2630142"/>
                <a:gd name="connsiteY3" fmla="*/ 472579 h 945158"/>
                <a:gd name="connsiteX4" fmla="*/ 2036088 w 2630142"/>
                <a:gd name="connsiteY4" fmla="*/ 0 h 945158"/>
                <a:gd name="connsiteX5" fmla="*/ 0 w 2630142"/>
                <a:gd name="connsiteY5" fmla="*/ 0 h 94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142" h="945158">
                  <a:moveTo>
                    <a:pt x="0" y="945159"/>
                  </a:moveTo>
                  <a:lnTo>
                    <a:pt x="2036088" y="945159"/>
                  </a:lnTo>
                  <a:cubicBezTo>
                    <a:pt x="2363680" y="945159"/>
                    <a:pt x="2630143" y="733556"/>
                    <a:pt x="2630143" y="472579"/>
                  </a:cubicBezTo>
                  <a:lnTo>
                    <a:pt x="2630143" y="472579"/>
                  </a:lnTo>
                  <a:cubicBezTo>
                    <a:pt x="2630143" y="211603"/>
                    <a:pt x="2364464" y="0"/>
                    <a:pt x="2036088" y="0"/>
                  </a:cubicBezTo>
                  <a:lnTo>
                    <a:pt x="0" y="0"/>
                  </a:lnTo>
                </a:path>
              </a:pathLst>
            </a:custGeom>
            <a:solidFill>
              <a:sysClr val="window" lastClr="FFFFFF"/>
            </a:solidFill>
            <a:ln w="44414" cap="flat">
              <a:gradFill flip="none" rotWithShape="1">
                <a:gsLst>
                  <a:gs pos="0">
                    <a:schemeClr val="accent3">
                      <a:lumMod val="60000"/>
                      <a:lumOff val="40000"/>
                    </a:schemeClr>
                  </a:gs>
                  <a:gs pos="100000">
                    <a:schemeClr val="accent3">
                      <a:lumMod val="40000"/>
                      <a:lumOff val="60000"/>
                    </a:schemeClr>
                  </a:gs>
                </a:gsLst>
                <a:lin ang="10800000" scaled="1"/>
                <a:tileRect/>
              </a:gradFill>
              <a:prstDash val="solid"/>
              <a:miter/>
            </a:ln>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grpSp>
          <p:nvGrpSpPr>
            <p:cNvPr id="171" name="Grupo 138">
              <a:extLst>
                <a:ext uri="{FF2B5EF4-FFF2-40B4-BE49-F238E27FC236}">
                  <a16:creationId xmlns:a16="http://schemas.microsoft.com/office/drawing/2014/main" id="{DFEB1644-5EFA-4150-7F04-8B517079DC1E}"/>
                </a:ext>
              </a:extLst>
            </p:cNvPr>
            <p:cNvGrpSpPr/>
            <p:nvPr/>
          </p:nvGrpSpPr>
          <p:grpSpPr>
            <a:xfrm>
              <a:off x="5325359" y="3122503"/>
              <a:ext cx="1629681" cy="543315"/>
              <a:chOff x="1471693" y="3872691"/>
              <a:chExt cx="1894735" cy="631680"/>
            </a:xfrm>
          </p:grpSpPr>
          <p:sp>
            <p:nvSpPr>
              <p:cNvPr id="175" name="CuadroTexto 142">
                <a:extLst>
                  <a:ext uri="{FF2B5EF4-FFF2-40B4-BE49-F238E27FC236}">
                    <a16:creationId xmlns:a16="http://schemas.microsoft.com/office/drawing/2014/main" id="{7FB6CA76-9176-0987-A253-770D9694888E}"/>
                  </a:ext>
                </a:extLst>
              </p:cNvPr>
              <p:cNvSpPr txBox="1"/>
              <p:nvPr/>
            </p:nvSpPr>
            <p:spPr>
              <a:xfrm>
                <a:off x="1471693" y="3872691"/>
                <a:ext cx="1894735" cy="389681"/>
              </a:xfrm>
              <a:prstGeom prst="rect">
                <a:avLst/>
              </a:prstGeom>
              <a:noFill/>
            </p:spPr>
            <p:txBody>
              <a:bodyPr wrap="none" rtlCol="0">
                <a:spAutoFit/>
              </a:bodyPr>
              <a:lstStyle/>
              <a:p>
                <a:pPr>
                  <a:defRPr/>
                </a:pPr>
                <a:r>
                  <a:rPr lang="en-US" sz="1200" b="1" kern="0">
                    <a:solidFill>
                      <a:srgbClr val="8BB74C">
                        <a:lumMod val="60000"/>
                        <a:lumOff val="40000"/>
                      </a:srgbClr>
                    </a:solidFill>
                    <a:latin typeface="Segoe UI" panose="020B0502040204020203" pitchFamily="34" charset="0"/>
                    <a:cs typeface="Segoe UI" panose="020B0502040204020203" pitchFamily="34" charset="0"/>
                  </a:rPr>
                  <a:t>EDIT TEXT HERE</a:t>
                </a:r>
              </a:p>
            </p:txBody>
          </p:sp>
          <p:sp>
            <p:nvSpPr>
              <p:cNvPr id="176" name="CuadroTexto 143">
                <a:extLst>
                  <a:ext uri="{FF2B5EF4-FFF2-40B4-BE49-F238E27FC236}">
                    <a16:creationId xmlns:a16="http://schemas.microsoft.com/office/drawing/2014/main" id="{46873183-493C-10A1-7B08-FA47F46B7B46}"/>
                  </a:ext>
                </a:extLst>
              </p:cNvPr>
              <p:cNvSpPr txBox="1"/>
              <p:nvPr/>
            </p:nvSpPr>
            <p:spPr>
              <a:xfrm>
                <a:off x="1471694" y="4114690"/>
                <a:ext cx="1892432" cy="389681"/>
              </a:xfrm>
              <a:prstGeom prst="rect">
                <a:avLst/>
              </a:prstGeom>
              <a:noFill/>
            </p:spPr>
            <p:txBody>
              <a:bodyPr wrap="square" rtlCol="0">
                <a:spAutoFit/>
              </a:bodyPr>
              <a:lstStyle/>
              <a:p>
                <a:pPr>
                  <a:defRPr/>
                </a:pPr>
                <a:r>
                  <a:rPr lang="en-US" sz="1200" kern="0">
                    <a:solidFill>
                      <a:prstClr val="black">
                        <a:lumMod val="75000"/>
                        <a:lumOff val="25000"/>
                      </a:prstClr>
                    </a:solidFill>
                    <a:latin typeface="Segoe UI" panose="020B0502040204020203" pitchFamily="34" charset="0"/>
                    <a:ea typeface="Open Sans" panose="020B0606030504020204" pitchFamily="34" charset="0"/>
                    <a:cs typeface="Segoe UI" panose="020B0502040204020203" pitchFamily="34" charset="0"/>
                  </a:rPr>
                  <a:t>Insert text here</a:t>
                </a:r>
                <a:endParaRPr lang="en-US" sz="1200" kern="0">
                  <a:solidFill>
                    <a:prstClr val="black">
                      <a:lumMod val="75000"/>
                      <a:lumOff val="25000"/>
                    </a:prstClr>
                  </a:solidFill>
                  <a:latin typeface="Segoe UI" panose="020B0502040204020203" pitchFamily="34" charset="0"/>
                  <a:cs typeface="Segoe UI" panose="020B0502040204020203" pitchFamily="34" charset="0"/>
                </a:endParaRPr>
              </a:p>
            </p:txBody>
          </p:sp>
        </p:grpSp>
        <p:grpSp>
          <p:nvGrpSpPr>
            <p:cNvPr id="172" name="Grupo 139">
              <a:extLst>
                <a:ext uri="{FF2B5EF4-FFF2-40B4-BE49-F238E27FC236}">
                  <a16:creationId xmlns:a16="http://schemas.microsoft.com/office/drawing/2014/main" id="{18618BC4-2121-0E4D-E069-3DA145E18D3B}"/>
                </a:ext>
              </a:extLst>
            </p:cNvPr>
            <p:cNvGrpSpPr/>
            <p:nvPr/>
          </p:nvGrpSpPr>
          <p:grpSpPr>
            <a:xfrm rot="10800000">
              <a:off x="6881153" y="2950797"/>
              <a:ext cx="871560" cy="871560"/>
              <a:chOff x="312207" y="3582683"/>
              <a:chExt cx="1194241" cy="1194241"/>
            </a:xfrm>
          </p:grpSpPr>
          <p:sp>
            <p:nvSpPr>
              <p:cNvPr id="173" name="Forma libre: forma 140">
                <a:extLst>
                  <a:ext uri="{FF2B5EF4-FFF2-40B4-BE49-F238E27FC236}">
                    <a16:creationId xmlns:a16="http://schemas.microsoft.com/office/drawing/2014/main" id="{59CA5BB2-DE19-353A-6951-4F8EB1538062}"/>
                  </a:ext>
                </a:extLst>
              </p:cNvPr>
              <p:cNvSpPr/>
              <p:nvPr/>
            </p:nvSpPr>
            <p:spPr>
              <a:xfrm>
                <a:off x="312207" y="3582683"/>
                <a:ext cx="1194241" cy="1194241"/>
              </a:xfrm>
              <a:custGeom>
                <a:avLst/>
                <a:gdLst>
                  <a:gd name="connsiteX0" fmla="*/ 2236470 w 2236470"/>
                  <a:gd name="connsiteY0" fmla="*/ 1118235 h 2236470"/>
                  <a:gd name="connsiteX1" fmla="*/ 1118235 w 2236470"/>
                  <a:gd name="connsiteY1" fmla="*/ 2236470 h 2236470"/>
                  <a:gd name="connsiteX2" fmla="*/ 0 w 2236470"/>
                  <a:gd name="connsiteY2" fmla="*/ 1118235 h 2236470"/>
                  <a:gd name="connsiteX3" fmla="*/ 1118235 w 2236470"/>
                  <a:gd name="connsiteY3" fmla="*/ 0 h 2236470"/>
                  <a:gd name="connsiteX4" fmla="*/ 2236470 w 2236470"/>
                  <a:gd name="connsiteY4" fmla="*/ 1118235 h 2236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70" h="2236470">
                    <a:moveTo>
                      <a:pt x="2236470" y="1118235"/>
                    </a:moveTo>
                    <a:cubicBezTo>
                      <a:pt x="2236470" y="1735819"/>
                      <a:pt x="1735819" y="2236470"/>
                      <a:pt x="1118235" y="2236470"/>
                    </a:cubicBezTo>
                    <a:cubicBezTo>
                      <a:pt x="500651" y="2236470"/>
                      <a:pt x="0" y="1735819"/>
                      <a:pt x="0" y="1118235"/>
                    </a:cubicBezTo>
                    <a:cubicBezTo>
                      <a:pt x="0" y="500651"/>
                      <a:pt x="500651" y="0"/>
                      <a:pt x="1118235" y="0"/>
                    </a:cubicBezTo>
                    <a:cubicBezTo>
                      <a:pt x="1735819" y="0"/>
                      <a:pt x="2236470" y="500651"/>
                      <a:pt x="2236470" y="1118235"/>
                    </a:cubicBezTo>
                    <a:close/>
                  </a:path>
                </a:pathLst>
              </a:custGeom>
              <a:solidFill>
                <a:sysClr val="window" lastClr="FFFFFF"/>
              </a:solidFill>
              <a:ln w="9525" cap="flat">
                <a:noFill/>
                <a:prstDash val="solid"/>
                <a:miter/>
              </a:ln>
              <a:effectLst>
                <a:outerShdw blurRad="63500" sx="102000" sy="102000" algn="ctr" rotWithShape="0">
                  <a:prstClr val="black">
                    <a:alpha val="40000"/>
                  </a:prstClr>
                </a:outerShdw>
              </a:effectLst>
            </p:spPr>
            <p:txBody>
              <a:bodyPr rtlCol="0" anchor="ctr"/>
              <a:lstStyle/>
              <a:p>
                <a:pPr>
                  <a:defRPr/>
                </a:pPr>
                <a:endParaRPr lang="en-US" sz="1400" kern="0">
                  <a:solidFill>
                    <a:prstClr val="black"/>
                  </a:solidFill>
                  <a:latin typeface="Segoe UI" panose="020B0502040204020203" pitchFamily="34" charset="0"/>
                  <a:cs typeface="Segoe UI" panose="020B0502040204020203" pitchFamily="34" charset="0"/>
                </a:endParaRPr>
              </a:p>
            </p:txBody>
          </p:sp>
          <p:pic>
            <p:nvPicPr>
              <p:cNvPr id="174" name="Gráfico 141" descr="Torre de telefonía">
                <a:extLst>
                  <a:ext uri="{FF2B5EF4-FFF2-40B4-BE49-F238E27FC236}">
                    <a16:creationId xmlns:a16="http://schemas.microsoft.com/office/drawing/2014/main" id="{ACAF0AB9-D2A4-0481-3A5B-F230ECEA059B}"/>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a:stretch/>
            </p:blipFill>
            <p:spPr>
              <a:xfrm rot="10800000">
                <a:off x="480859" y="3778580"/>
                <a:ext cx="856935" cy="856935"/>
              </a:xfrm>
              <a:prstGeom prst="rect">
                <a:avLst/>
              </a:prstGeom>
            </p:spPr>
          </p:pic>
        </p:grpSp>
      </p:grpSp>
    </p:spTree>
    <p:extLst>
      <p:ext uri="{BB962C8B-B14F-4D97-AF65-F5344CB8AC3E}">
        <p14:creationId xmlns:p14="http://schemas.microsoft.com/office/powerpoint/2010/main" val="243347797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A85003A0-2E08-5F68-A957-BC070C6E4FD4}"/>
              </a:ext>
            </a:extLst>
          </p:cNvPr>
          <p:cNvSpPr txBox="1">
            <a:spLocks/>
          </p:cNvSpPr>
          <p:nvPr/>
        </p:nvSpPr>
        <p:spPr>
          <a:xfrm>
            <a:off x="611030" y="392783"/>
            <a:ext cx="10969943" cy="711081"/>
          </a:xfrm>
          <a:prstGeom prst="rect">
            <a:avLst/>
          </a:prstGeom>
        </p:spPr>
        <p:txBody>
          <a:bodyPr vert="horz" lIns="121899" tIns="60949" rIns="121899" bIns="60949" rtlCol="0" anchor="ctr">
            <a:normAutofit/>
          </a:bodyPr>
          <a:lstStyle>
            <a:lvl1pPr algn="l" defTabSz="1218987" rtl="0" eaLnBrk="1" latinLnBrk="0" hangingPunct="1">
              <a:spcBef>
                <a:spcPct val="0"/>
              </a:spcBef>
              <a:buNone/>
              <a:defRPr sz="3600" kern="1200">
                <a:solidFill>
                  <a:schemeClr val="tx1"/>
                </a:solidFill>
                <a:latin typeface="+mj-lt"/>
                <a:ea typeface="+mj-ea"/>
                <a:cs typeface="+mj-cs"/>
              </a:defRPr>
            </a:lvl1pPr>
          </a:lstStyle>
          <a:p>
            <a:r>
              <a:rPr lang="en-US" b="1">
                <a:solidFill>
                  <a:prstClr val="black"/>
                </a:solidFill>
                <a:latin typeface="Segoe UI" panose="020B0502040204020203" pitchFamily="34" charset="0"/>
                <a:cs typeface="Segoe UI" panose="020B0502040204020203" pitchFamily="34" charset="0"/>
              </a:rPr>
              <a:t>Timeline Infographics</a:t>
            </a:r>
          </a:p>
        </p:txBody>
      </p:sp>
      <p:sp>
        <p:nvSpPr>
          <p:cNvPr id="52" name="Rounded Rectangle 23">
            <a:extLst>
              <a:ext uri="{FF2B5EF4-FFF2-40B4-BE49-F238E27FC236}">
                <a16:creationId xmlns:a16="http://schemas.microsoft.com/office/drawing/2014/main" id="{E8390DC7-7AB6-4214-6B26-446E0DB39AC3}"/>
              </a:ext>
            </a:extLst>
          </p:cNvPr>
          <p:cNvSpPr/>
          <p:nvPr/>
        </p:nvSpPr>
        <p:spPr>
          <a:xfrm>
            <a:off x="712791" y="3750732"/>
            <a:ext cx="2754593" cy="508000"/>
          </a:xfrm>
          <a:prstGeom prst="roundRect">
            <a:avLst>
              <a:gd name="adj" fmla="val 50000"/>
            </a:avLst>
          </a:prstGeom>
          <a:solidFill>
            <a:schemeClr val="tx2"/>
          </a:solidFill>
          <a:ln w="12700" cap="flat" cmpd="sng" algn="ctr">
            <a:noFill/>
            <a:prstDash val="solid"/>
            <a:miter lim="800000"/>
          </a:ln>
          <a:effectLst/>
        </p:spPr>
        <p:txBody>
          <a:bodyPr rtlCol="0" anchor="ctr"/>
          <a:lstStyle/>
          <a:p>
            <a:pPr marL="912239" defTabSz="457200">
              <a:defRPr/>
            </a:pPr>
            <a:r>
              <a:rPr lang="en-US" sz="1467" b="1" kern="0">
                <a:solidFill>
                  <a:prstClr val="white"/>
                </a:solidFill>
                <a:latin typeface="Arial" pitchFamily="34" charset="0"/>
                <a:cs typeface="Arial" pitchFamily="34" charset="0"/>
              </a:rPr>
              <a:t>2025</a:t>
            </a:r>
          </a:p>
        </p:txBody>
      </p:sp>
      <p:sp>
        <p:nvSpPr>
          <p:cNvPr id="53" name="Rounded Rectangle 26">
            <a:extLst>
              <a:ext uri="{FF2B5EF4-FFF2-40B4-BE49-F238E27FC236}">
                <a16:creationId xmlns:a16="http://schemas.microsoft.com/office/drawing/2014/main" id="{6D1CD8C2-9154-BB44-A663-1E1C1BF5BE42}"/>
              </a:ext>
            </a:extLst>
          </p:cNvPr>
          <p:cNvSpPr/>
          <p:nvPr/>
        </p:nvSpPr>
        <p:spPr>
          <a:xfrm>
            <a:off x="5386390" y="3750732"/>
            <a:ext cx="3484283" cy="508000"/>
          </a:xfrm>
          <a:prstGeom prst="roundRect">
            <a:avLst>
              <a:gd name="adj" fmla="val 50000"/>
            </a:avLst>
          </a:prstGeom>
          <a:solidFill>
            <a:schemeClr val="accent2"/>
          </a:solidFill>
          <a:ln w="12700" cap="flat" cmpd="sng" algn="ctr">
            <a:noFill/>
            <a:prstDash val="solid"/>
            <a:miter lim="800000"/>
          </a:ln>
          <a:effectLst/>
        </p:spPr>
        <p:txBody>
          <a:bodyPr rtlCol="0" anchor="ctr"/>
          <a:lstStyle/>
          <a:p>
            <a:pPr algn="ctr" defTabSz="457200">
              <a:defRPr/>
            </a:pPr>
            <a:r>
              <a:rPr lang="en-US" sz="1467" b="1" kern="0">
                <a:solidFill>
                  <a:prstClr val="white"/>
                </a:solidFill>
                <a:latin typeface="Arial" pitchFamily="34" charset="0"/>
                <a:cs typeface="Arial" pitchFamily="34" charset="0"/>
              </a:rPr>
              <a:t>2027</a:t>
            </a:r>
          </a:p>
        </p:txBody>
      </p:sp>
      <p:sp>
        <p:nvSpPr>
          <p:cNvPr id="54" name="Rounded Rectangle 25">
            <a:extLst>
              <a:ext uri="{FF2B5EF4-FFF2-40B4-BE49-F238E27FC236}">
                <a16:creationId xmlns:a16="http://schemas.microsoft.com/office/drawing/2014/main" id="{96BFC82D-9488-6544-4A4B-FCB7D402D45E}"/>
              </a:ext>
            </a:extLst>
          </p:cNvPr>
          <p:cNvSpPr/>
          <p:nvPr/>
        </p:nvSpPr>
        <p:spPr>
          <a:xfrm>
            <a:off x="2947990" y="3750732"/>
            <a:ext cx="2976283" cy="508000"/>
          </a:xfrm>
          <a:prstGeom prst="roundRect">
            <a:avLst>
              <a:gd name="adj" fmla="val 50000"/>
            </a:avLst>
          </a:prstGeom>
          <a:solidFill>
            <a:schemeClr val="accent1"/>
          </a:solidFill>
          <a:ln w="12700" cap="flat" cmpd="sng" algn="ctr">
            <a:noFill/>
            <a:prstDash val="solid"/>
            <a:miter lim="800000"/>
          </a:ln>
          <a:effectLst/>
        </p:spPr>
        <p:txBody>
          <a:bodyPr rtlCol="0" anchor="ctr"/>
          <a:lstStyle/>
          <a:p>
            <a:pPr algn="ctr" defTabSz="457200">
              <a:defRPr/>
            </a:pPr>
            <a:r>
              <a:rPr lang="en-US" sz="1467" b="1" kern="0">
                <a:solidFill>
                  <a:prstClr val="white"/>
                </a:solidFill>
                <a:latin typeface="Arial" pitchFamily="34" charset="0"/>
                <a:cs typeface="Arial" pitchFamily="34" charset="0"/>
              </a:rPr>
              <a:t>2026</a:t>
            </a:r>
          </a:p>
        </p:txBody>
      </p:sp>
      <p:sp>
        <p:nvSpPr>
          <p:cNvPr id="55" name="Rounded Rectangle 27">
            <a:extLst>
              <a:ext uri="{FF2B5EF4-FFF2-40B4-BE49-F238E27FC236}">
                <a16:creationId xmlns:a16="http://schemas.microsoft.com/office/drawing/2014/main" id="{7993D7C1-FA0D-1007-E69D-266368241674}"/>
              </a:ext>
            </a:extLst>
          </p:cNvPr>
          <p:cNvSpPr/>
          <p:nvPr/>
        </p:nvSpPr>
        <p:spPr>
          <a:xfrm>
            <a:off x="8243144" y="3750732"/>
            <a:ext cx="3137647" cy="508000"/>
          </a:xfrm>
          <a:prstGeom prst="roundRect">
            <a:avLst>
              <a:gd name="adj" fmla="val 50000"/>
            </a:avLst>
          </a:prstGeom>
          <a:solidFill>
            <a:schemeClr val="accent3"/>
          </a:solidFill>
          <a:ln w="12700" cap="flat" cmpd="sng" algn="ctr">
            <a:noFill/>
            <a:prstDash val="solid"/>
            <a:miter lim="800000"/>
          </a:ln>
          <a:effectLst/>
        </p:spPr>
        <p:txBody>
          <a:bodyPr rtlCol="0" anchor="ctr"/>
          <a:lstStyle/>
          <a:p>
            <a:pPr algn="ctr" defTabSz="457200">
              <a:defRPr/>
            </a:pPr>
            <a:r>
              <a:rPr lang="en-US" sz="1467" b="1" kern="0">
                <a:solidFill>
                  <a:prstClr val="white"/>
                </a:solidFill>
                <a:latin typeface="Arial" pitchFamily="34" charset="0"/>
                <a:cs typeface="Arial" pitchFamily="34" charset="0"/>
              </a:rPr>
              <a:t>2028</a:t>
            </a:r>
          </a:p>
        </p:txBody>
      </p:sp>
      <p:sp>
        <p:nvSpPr>
          <p:cNvPr id="56" name="Rectangle 55">
            <a:extLst>
              <a:ext uri="{FF2B5EF4-FFF2-40B4-BE49-F238E27FC236}">
                <a16:creationId xmlns:a16="http://schemas.microsoft.com/office/drawing/2014/main" id="{CB8DAC82-50BE-BAF5-74FD-50B947E001FC}"/>
              </a:ext>
            </a:extLst>
          </p:cNvPr>
          <p:cNvSpPr/>
          <p:nvPr/>
        </p:nvSpPr>
        <p:spPr>
          <a:xfrm>
            <a:off x="3151188" y="3090332"/>
            <a:ext cx="152400" cy="152400"/>
          </a:xfrm>
          <a:prstGeom prst="rect">
            <a:avLst/>
          </a:prstGeom>
          <a:solidFill>
            <a:schemeClr val="accent6"/>
          </a:solidFill>
          <a:ln w="12700" cap="flat" cmpd="sng" algn="ctr">
            <a:solidFill>
              <a:srgbClr val="5B9BD5">
                <a:lumMod val="75000"/>
              </a:srgbClr>
            </a:solidFill>
            <a:prstDash val="solid"/>
            <a:miter lim="800000"/>
          </a:ln>
          <a:effectLst/>
        </p:spPr>
        <p:txBody>
          <a:bodyPr rtlCol="0" anchor="ctr"/>
          <a:lstStyle/>
          <a:p>
            <a:pPr algn="ctr" defTabSz="457200">
              <a:defRPr/>
            </a:pPr>
            <a:endParaRPr lang="en-US" sz="3200" kern="0">
              <a:solidFill>
                <a:prstClr val="white"/>
              </a:solidFill>
              <a:latin typeface="Arial" pitchFamily="34" charset="0"/>
              <a:cs typeface="Arial" pitchFamily="34" charset="0"/>
            </a:endParaRPr>
          </a:p>
        </p:txBody>
      </p:sp>
      <p:cxnSp>
        <p:nvCxnSpPr>
          <p:cNvPr id="57" name="Elbow Connector 30">
            <a:extLst>
              <a:ext uri="{FF2B5EF4-FFF2-40B4-BE49-F238E27FC236}">
                <a16:creationId xmlns:a16="http://schemas.microsoft.com/office/drawing/2014/main" id="{1655D0D6-F6C4-1ABC-7AFB-B48395711E0B}"/>
              </a:ext>
            </a:extLst>
          </p:cNvPr>
          <p:cNvCxnSpPr>
            <a:cxnSpLocks/>
            <a:stCxn id="52" idx="0"/>
            <a:endCxn id="56" idx="1"/>
          </p:cNvCxnSpPr>
          <p:nvPr/>
        </p:nvCxnSpPr>
        <p:spPr>
          <a:xfrm rot="5400000" flipH="1" flipV="1">
            <a:off x="2328537" y="2928083"/>
            <a:ext cx="584200" cy="1061101"/>
          </a:xfrm>
          <a:prstGeom prst="bentConnector2">
            <a:avLst/>
          </a:prstGeom>
          <a:noFill/>
          <a:ln w="6350" cap="flat" cmpd="sng" algn="ctr">
            <a:solidFill>
              <a:schemeClr val="accent6"/>
            </a:solidFill>
            <a:prstDash val="solid"/>
            <a:miter lim="800000"/>
          </a:ln>
          <a:effectLst/>
        </p:spPr>
      </p:cxnSp>
      <p:cxnSp>
        <p:nvCxnSpPr>
          <p:cNvPr id="58" name="Elbow Connector 3072">
            <a:extLst>
              <a:ext uri="{FF2B5EF4-FFF2-40B4-BE49-F238E27FC236}">
                <a16:creationId xmlns:a16="http://schemas.microsoft.com/office/drawing/2014/main" id="{6343ECDE-C886-ED0A-6921-411CD6740B97}"/>
              </a:ext>
            </a:extLst>
          </p:cNvPr>
          <p:cNvCxnSpPr>
            <a:stCxn id="56" idx="3"/>
            <a:endCxn id="54" idx="0"/>
          </p:cNvCxnSpPr>
          <p:nvPr/>
        </p:nvCxnSpPr>
        <p:spPr>
          <a:xfrm>
            <a:off x="3303589" y="3166532"/>
            <a:ext cx="1132543" cy="584200"/>
          </a:xfrm>
          <a:prstGeom prst="bentConnector2">
            <a:avLst/>
          </a:prstGeom>
          <a:noFill/>
          <a:ln w="6350" cap="flat" cmpd="sng" algn="ctr">
            <a:solidFill>
              <a:schemeClr val="accent6"/>
            </a:solidFill>
            <a:prstDash val="solid"/>
            <a:miter lim="800000"/>
          </a:ln>
          <a:effectLst/>
        </p:spPr>
      </p:cxnSp>
      <p:sp>
        <p:nvSpPr>
          <p:cNvPr id="59" name="Rectangle 58">
            <a:extLst>
              <a:ext uri="{FF2B5EF4-FFF2-40B4-BE49-F238E27FC236}">
                <a16:creationId xmlns:a16="http://schemas.microsoft.com/office/drawing/2014/main" id="{4C5C0F1B-943A-6337-1B1F-BEB90E610761}"/>
              </a:ext>
            </a:extLst>
          </p:cNvPr>
          <p:cNvSpPr/>
          <p:nvPr/>
        </p:nvSpPr>
        <p:spPr>
          <a:xfrm>
            <a:off x="1885392" y="2304533"/>
            <a:ext cx="2683993" cy="369332"/>
          </a:xfrm>
          <a:prstGeom prst="rect">
            <a:avLst/>
          </a:prstGeom>
          <a:noFill/>
          <a:ln w="12700" cap="flat" cmpd="sng" algn="ctr">
            <a:noFill/>
            <a:prstDash val="solid"/>
            <a:miter lim="800000"/>
          </a:ln>
          <a:effectLst/>
        </p:spPr>
        <p:txBody>
          <a:bodyPr rtlCol="0" anchor="ctr">
            <a:spAutoFit/>
          </a:bodyPr>
          <a:lstStyle/>
          <a:p>
            <a:pPr algn="ctr" defTabSz="457200">
              <a:defRPr/>
            </a:pPr>
            <a:r>
              <a:rPr lang="en-US" b="1" kern="0">
                <a:solidFill>
                  <a:srgbClr val="E35A35">
                    <a:lumMod val="75000"/>
                  </a:srgbClr>
                </a:solidFill>
                <a:latin typeface="Arial" pitchFamily="34" charset="0"/>
                <a:cs typeface="Arial" pitchFamily="34" charset="0"/>
              </a:rPr>
              <a:t>Type Text Here</a:t>
            </a:r>
          </a:p>
        </p:txBody>
      </p:sp>
      <p:sp>
        <p:nvSpPr>
          <p:cNvPr id="60" name="Rectangle 59">
            <a:extLst>
              <a:ext uri="{FF2B5EF4-FFF2-40B4-BE49-F238E27FC236}">
                <a16:creationId xmlns:a16="http://schemas.microsoft.com/office/drawing/2014/main" id="{D608361C-F2A0-1243-9A7E-736ACB94B1AC}"/>
              </a:ext>
            </a:extLst>
          </p:cNvPr>
          <p:cNvSpPr/>
          <p:nvPr/>
        </p:nvSpPr>
        <p:spPr>
          <a:xfrm flipV="1">
            <a:off x="5731900" y="4868332"/>
            <a:ext cx="152400" cy="152400"/>
          </a:xfrm>
          <a:prstGeom prst="rect">
            <a:avLst/>
          </a:prstGeom>
          <a:solidFill>
            <a:schemeClr val="accent6"/>
          </a:solidFill>
          <a:ln w="12700" cap="flat" cmpd="sng" algn="ctr">
            <a:solidFill>
              <a:srgbClr val="2C3F50"/>
            </a:solidFill>
            <a:prstDash val="solid"/>
            <a:miter lim="800000"/>
          </a:ln>
          <a:effectLst/>
        </p:spPr>
        <p:txBody>
          <a:bodyPr rtlCol="0" anchor="ctr"/>
          <a:lstStyle/>
          <a:p>
            <a:pPr algn="ctr" defTabSz="457200">
              <a:defRPr/>
            </a:pPr>
            <a:endParaRPr lang="en-US" sz="3200" kern="0">
              <a:solidFill>
                <a:prstClr val="white"/>
              </a:solidFill>
              <a:latin typeface="Arial" pitchFamily="34" charset="0"/>
              <a:cs typeface="Arial" pitchFamily="34" charset="0"/>
            </a:endParaRPr>
          </a:p>
        </p:txBody>
      </p:sp>
      <p:cxnSp>
        <p:nvCxnSpPr>
          <p:cNvPr id="61" name="Elbow Connector 46">
            <a:extLst>
              <a:ext uri="{FF2B5EF4-FFF2-40B4-BE49-F238E27FC236}">
                <a16:creationId xmlns:a16="http://schemas.microsoft.com/office/drawing/2014/main" id="{DD779CEB-D5A2-CDFD-B856-0234CC07DE11}"/>
              </a:ext>
            </a:extLst>
          </p:cNvPr>
          <p:cNvCxnSpPr>
            <a:stCxn id="54" idx="2"/>
            <a:endCxn id="60" idx="1"/>
          </p:cNvCxnSpPr>
          <p:nvPr/>
        </p:nvCxnSpPr>
        <p:spPr>
          <a:xfrm rot="16200000" flipH="1">
            <a:off x="4741115" y="3953748"/>
            <a:ext cx="685800" cy="1295769"/>
          </a:xfrm>
          <a:prstGeom prst="bentConnector2">
            <a:avLst/>
          </a:prstGeom>
          <a:noFill/>
          <a:ln w="6350" cap="flat" cmpd="sng" algn="ctr">
            <a:solidFill>
              <a:schemeClr val="accent6"/>
            </a:solidFill>
            <a:prstDash val="solid"/>
            <a:miter lim="800000"/>
          </a:ln>
          <a:effectLst/>
        </p:spPr>
      </p:cxnSp>
      <p:cxnSp>
        <p:nvCxnSpPr>
          <p:cNvPr id="62" name="Elbow Connector 47">
            <a:extLst>
              <a:ext uri="{FF2B5EF4-FFF2-40B4-BE49-F238E27FC236}">
                <a16:creationId xmlns:a16="http://schemas.microsoft.com/office/drawing/2014/main" id="{E2E8581C-DA58-1385-D708-B17F92D4F448}"/>
              </a:ext>
            </a:extLst>
          </p:cNvPr>
          <p:cNvCxnSpPr>
            <a:stCxn id="60" idx="3"/>
            <a:endCxn id="53" idx="2"/>
          </p:cNvCxnSpPr>
          <p:nvPr/>
        </p:nvCxnSpPr>
        <p:spPr>
          <a:xfrm flipV="1">
            <a:off x="5884301" y="4258732"/>
            <a:ext cx="1244231" cy="685800"/>
          </a:xfrm>
          <a:prstGeom prst="bentConnector2">
            <a:avLst/>
          </a:prstGeom>
          <a:noFill/>
          <a:ln w="6350" cap="flat" cmpd="sng" algn="ctr">
            <a:solidFill>
              <a:schemeClr val="accent6"/>
            </a:solidFill>
            <a:prstDash val="solid"/>
            <a:miter lim="800000"/>
          </a:ln>
          <a:effectLst/>
        </p:spPr>
      </p:cxnSp>
      <p:sp>
        <p:nvSpPr>
          <p:cNvPr id="63" name="Rectangle 62">
            <a:extLst>
              <a:ext uri="{FF2B5EF4-FFF2-40B4-BE49-F238E27FC236}">
                <a16:creationId xmlns:a16="http://schemas.microsoft.com/office/drawing/2014/main" id="{FED1D926-0128-CF8D-A1F0-D2B2441110D4}"/>
              </a:ext>
            </a:extLst>
          </p:cNvPr>
          <p:cNvSpPr/>
          <p:nvPr/>
        </p:nvSpPr>
        <p:spPr>
          <a:xfrm>
            <a:off x="748091" y="4574846"/>
            <a:ext cx="2683993" cy="369332"/>
          </a:xfrm>
          <a:prstGeom prst="rect">
            <a:avLst/>
          </a:prstGeom>
          <a:noFill/>
          <a:ln w="12700" cap="flat" cmpd="sng" algn="ctr">
            <a:noFill/>
            <a:prstDash val="solid"/>
            <a:miter lim="800000"/>
          </a:ln>
          <a:effectLst/>
        </p:spPr>
        <p:txBody>
          <a:bodyPr rtlCol="0" anchor="ctr">
            <a:spAutoFit/>
          </a:bodyPr>
          <a:lstStyle/>
          <a:p>
            <a:pPr algn="ctr" defTabSz="457200">
              <a:defRPr/>
            </a:pPr>
            <a:r>
              <a:rPr lang="en-US" b="1" kern="0">
                <a:solidFill>
                  <a:srgbClr val="1F497D"/>
                </a:solidFill>
                <a:latin typeface="Arial" pitchFamily="34" charset="0"/>
                <a:cs typeface="Arial" pitchFamily="34" charset="0"/>
              </a:rPr>
              <a:t>Type Text Here</a:t>
            </a:r>
          </a:p>
        </p:txBody>
      </p:sp>
      <p:grpSp>
        <p:nvGrpSpPr>
          <p:cNvPr id="64" name="Group 33">
            <a:extLst>
              <a:ext uri="{FF2B5EF4-FFF2-40B4-BE49-F238E27FC236}">
                <a16:creationId xmlns:a16="http://schemas.microsoft.com/office/drawing/2014/main" id="{58908887-70BB-66F8-4808-4334119D1798}"/>
              </a:ext>
            </a:extLst>
          </p:cNvPr>
          <p:cNvGrpSpPr>
            <a:grpSpLocks noChangeAspect="1"/>
          </p:cNvGrpSpPr>
          <p:nvPr/>
        </p:nvGrpSpPr>
        <p:grpSpPr bwMode="auto">
          <a:xfrm>
            <a:off x="5575268" y="5173135"/>
            <a:ext cx="465667" cy="488951"/>
            <a:chOff x="1497" y="372"/>
            <a:chExt cx="220" cy="231"/>
          </a:xfrm>
        </p:grpSpPr>
        <p:sp>
          <p:nvSpPr>
            <p:cNvPr id="65" name="AutoShape 32">
              <a:extLst>
                <a:ext uri="{FF2B5EF4-FFF2-40B4-BE49-F238E27FC236}">
                  <a16:creationId xmlns:a16="http://schemas.microsoft.com/office/drawing/2014/main" id="{FB2644C3-02D8-95A9-49D1-DB601B2D58A4}"/>
                </a:ext>
              </a:extLst>
            </p:cNvPr>
            <p:cNvSpPr>
              <a:spLocks noChangeAspect="1" noChangeArrowheads="1" noTextEdit="1"/>
            </p:cNvSpPr>
            <p:nvPr/>
          </p:nvSpPr>
          <p:spPr bwMode="auto">
            <a:xfrm>
              <a:off x="1497" y="372"/>
              <a:ext cx="220" cy="23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457200"/>
              <a:endParaRPr lang="en-US" sz="3200">
                <a:solidFill>
                  <a:prstClr val="black"/>
                </a:solidFill>
                <a:latin typeface="Arial" pitchFamily="34" charset="0"/>
                <a:cs typeface="Arial" pitchFamily="34" charset="0"/>
              </a:endParaRPr>
            </a:p>
          </p:txBody>
        </p:sp>
        <p:sp>
          <p:nvSpPr>
            <p:cNvPr id="66" name="Rectangle 34">
              <a:extLst>
                <a:ext uri="{FF2B5EF4-FFF2-40B4-BE49-F238E27FC236}">
                  <a16:creationId xmlns:a16="http://schemas.microsoft.com/office/drawing/2014/main" id="{AE011BE1-5FAE-90B6-0888-0021E751BFC4}"/>
                </a:ext>
              </a:extLst>
            </p:cNvPr>
            <p:cNvSpPr>
              <a:spLocks noChangeArrowheads="1"/>
            </p:cNvSpPr>
            <p:nvPr/>
          </p:nvSpPr>
          <p:spPr bwMode="auto">
            <a:xfrm>
              <a:off x="1497" y="372"/>
              <a:ext cx="220" cy="231"/>
            </a:xfrm>
            <a:prstGeom prst="rect">
              <a:avLst/>
            </a:prstGeom>
            <a:noFill/>
            <a:ln w="0">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457200"/>
              <a:endParaRPr lang="en-US" sz="3200">
                <a:solidFill>
                  <a:prstClr val="black"/>
                </a:solidFill>
                <a:latin typeface="Arial" pitchFamily="34" charset="0"/>
                <a:cs typeface="Arial" pitchFamily="34" charset="0"/>
              </a:endParaRPr>
            </a:p>
          </p:txBody>
        </p:sp>
        <p:sp>
          <p:nvSpPr>
            <p:cNvPr id="67" name="Freeform 35">
              <a:extLst>
                <a:ext uri="{FF2B5EF4-FFF2-40B4-BE49-F238E27FC236}">
                  <a16:creationId xmlns:a16="http://schemas.microsoft.com/office/drawing/2014/main" id="{766ABECF-D6E4-38DA-018D-ED604184F1CB}"/>
                </a:ext>
              </a:extLst>
            </p:cNvPr>
            <p:cNvSpPr>
              <a:spLocks noEditPoints="1"/>
            </p:cNvSpPr>
            <p:nvPr/>
          </p:nvSpPr>
          <p:spPr bwMode="auto">
            <a:xfrm>
              <a:off x="1507" y="385"/>
              <a:ext cx="208" cy="208"/>
            </a:xfrm>
            <a:custGeom>
              <a:avLst/>
              <a:gdLst>
                <a:gd name="T0" fmla="*/ 1351 w 3120"/>
                <a:gd name="T1" fmla="*/ 1264 h 3120"/>
                <a:gd name="T2" fmla="*/ 1118 w 3120"/>
                <a:gd name="T3" fmla="*/ 1346 h 3120"/>
                <a:gd name="T4" fmla="*/ 1201 w 3120"/>
                <a:gd name="T5" fmla="*/ 1422 h 3120"/>
                <a:gd name="T6" fmla="*/ 1318 w 3120"/>
                <a:gd name="T7" fmla="*/ 1428 h 3120"/>
                <a:gd name="T8" fmla="*/ 1366 w 3120"/>
                <a:gd name="T9" fmla="*/ 1474 h 3120"/>
                <a:gd name="T10" fmla="*/ 1375 w 3120"/>
                <a:gd name="T11" fmla="*/ 1566 h 3120"/>
                <a:gd name="T12" fmla="*/ 1345 w 3120"/>
                <a:gd name="T13" fmla="*/ 1720 h 3120"/>
                <a:gd name="T14" fmla="*/ 1224 w 3120"/>
                <a:gd name="T15" fmla="*/ 2175 h 3120"/>
                <a:gd name="T16" fmla="*/ 1227 w 3120"/>
                <a:gd name="T17" fmla="*/ 2332 h 3120"/>
                <a:gd name="T18" fmla="*/ 1300 w 3120"/>
                <a:gd name="T19" fmla="*/ 2443 h 3120"/>
                <a:gd name="T20" fmla="*/ 1436 w 3120"/>
                <a:gd name="T21" fmla="*/ 2507 h 3120"/>
                <a:gd name="T22" fmla="*/ 1615 w 3120"/>
                <a:gd name="T23" fmla="*/ 2508 h 3120"/>
                <a:gd name="T24" fmla="*/ 1758 w 3120"/>
                <a:gd name="T25" fmla="*/ 2466 h 3120"/>
                <a:gd name="T26" fmla="*/ 1912 w 3120"/>
                <a:gd name="T27" fmla="*/ 2308 h 3120"/>
                <a:gd name="T28" fmla="*/ 1815 w 3120"/>
                <a:gd name="T29" fmla="*/ 2337 h 3120"/>
                <a:gd name="T30" fmla="*/ 1707 w 3120"/>
                <a:gd name="T31" fmla="*/ 2339 h 3120"/>
                <a:gd name="T32" fmla="*/ 1641 w 3120"/>
                <a:gd name="T33" fmla="*/ 2306 h 3120"/>
                <a:gd name="T34" fmla="*/ 1621 w 3120"/>
                <a:gd name="T35" fmla="*/ 2221 h 3120"/>
                <a:gd name="T36" fmla="*/ 1638 w 3120"/>
                <a:gd name="T37" fmla="*/ 2104 h 3120"/>
                <a:gd name="T38" fmla="*/ 1762 w 3120"/>
                <a:gd name="T39" fmla="*/ 1654 h 3120"/>
                <a:gd name="T40" fmla="*/ 1777 w 3120"/>
                <a:gd name="T41" fmla="*/ 1531 h 3120"/>
                <a:gd name="T42" fmla="*/ 1769 w 3120"/>
                <a:gd name="T43" fmla="*/ 1430 h 3120"/>
                <a:gd name="T44" fmla="*/ 1700 w 3120"/>
                <a:gd name="T45" fmla="*/ 1317 h 3120"/>
                <a:gd name="T46" fmla="*/ 1565 w 3120"/>
                <a:gd name="T47" fmla="*/ 1255 h 3120"/>
                <a:gd name="T48" fmla="*/ 1660 w 3120"/>
                <a:gd name="T49" fmla="*/ 603 h 3120"/>
                <a:gd name="T50" fmla="*/ 1530 w 3120"/>
                <a:gd name="T51" fmla="*/ 665 h 3120"/>
                <a:gd name="T52" fmla="*/ 1462 w 3120"/>
                <a:gd name="T53" fmla="*/ 787 h 3120"/>
                <a:gd name="T54" fmla="*/ 1485 w 3120"/>
                <a:gd name="T55" fmla="*/ 924 h 3120"/>
                <a:gd name="T56" fmla="*/ 1591 w 3120"/>
                <a:gd name="T57" fmla="*/ 1022 h 3120"/>
                <a:gd name="T58" fmla="*/ 1737 w 3120"/>
                <a:gd name="T59" fmla="*/ 1043 h 3120"/>
                <a:gd name="T60" fmla="*/ 1867 w 3120"/>
                <a:gd name="T61" fmla="*/ 981 h 3120"/>
                <a:gd name="T62" fmla="*/ 1934 w 3120"/>
                <a:gd name="T63" fmla="*/ 859 h 3120"/>
                <a:gd name="T64" fmla="*/ 1912 w 3120"/>
                <a:gd name="T65" fmla="*/ 722 h 3120"/>
                <a:gd name="T66" fmla="*/ 1807 w 3120"/>
                <a:gd name="T67" fmla="*/ 623 h 3120"/>
                <a:gd name="T68" fmla="*/ 1560 w 3120"/>
                <a:gd name="T69" fmla="*/ 0 h 3120"/>
                <a:gd name="T70" fmla="*/ 1958 w 3120"/>
                <a:gd name="T71" fmla="*/ 52 h 3120"/>
                <a:gd name="T72" fmla="*/ 2320 w 3120"/>
                <a:gd name="T73" fmla="*/ 196 h 3120"/>
                <a:gd name="T74" fmla="*/ 2628 w 3120"/>
                <a:gd name="T75" fmla="*/ 423 h 3120"/>
                <a:gd name="T76" fmla="*/ 2873 w 3120"/>
                <a:gd name="T77" fmla="*/ 717 h 3120"/>
                <a:gd name="T78" fmla="*/ 3040 w 3120"/>
                <a:gd name="T79" fmla="*/ 1066 h 3120"/>
                <a:gd name="T80" fmla="*/ 3117 w 3120"/>
                <a:gd name="T81" fmla="*/ 1457 h 3120"/>
                <a:gd name="T82" fmla="*/ 3090 w 3120"/>
                <a:gd name="T83" fmla="*/ 1861 h 3120"/>
                <a:gd name="T84" fmla="*/ 2968 w 3120"/>
                <a:gd name="T85" fmla="*/ 2233 h 3120"/>
                <a:gd name="T86" fmla="*/ 2760 w 3120"/>
                <a:gd name="T87" fmla="*/ 2557 h 3120"/>
                <a:gd name="T88" fmla="*/ 2481 w 3120"/>
                <a:gd name="T89" fmla="*/ 2818 h 3120"/>
                <a:gd name="T90" fmla="*/ 2144 w 3120"/>
                <a:gd name="T91" fmla="*/ 3006 h 3120"/>
                <a:gd name="T92" fmla="*/ 1763 w 3120"/>
                <a:gd name="T93" fmla="*/ 3107 h 3120"/>
                <a:gd name="T94" fmla="*/ 1356 w 3120"/>
                <a:gd name="T95" fmla="*/ 3107 h 3120"/>
                <a:gd name="T96" fmla="*/ 975 w 3120"/>
                <a:gd name="T97" fmla="*/ 3006 h 3120"/>
                <a:gd name="T98" fmla="*/ 639 w 3120"/>
                <a:gd name="T99" fmla="*/ 2818 h 3120"/>
                <a:gd name="T100" fmla="*/ 360 w 3120"/>
                <a:gd name="T101" fmla="*/ 2557 h 3120"/>
                <a:gd name="T102" fmla="*/ 153 w 3120"/>
                <a:gd name="T103" fmla="*/ 2233 h 3120"/>
                <a:gd name="T104" fmla="*/ 30 w 3120"/>
                <a:gd name="T105" fmla="*/ 1861 h 3120"/>
                <a:gd name="T106" fmla="*/ 4 w 3120"/>
                <a:gd name="T107" fmla="*/ 1457 h 3120"/>
                <a:gd name="T108" fmla="*/ 79 w 3120"/>
                <a:gd name="T109" fmla="*/ 1066 h 3120"/>
                <a:gd name="T110" fmla="*/ 246 w 3120"/>
                <a:gd name="T111" fmla="*/ 717 h 3120"/>
                <a:gd name="T112" fmla="*/ 491 w 3120"/>
                <a:gd name="T113" fmla="*/ 423 h 3120"/>
                <a:gd name="T114" fmla="*/ 801 w 3120"/>
                <a:gd name="T115" fmla="*/ 196 h 3120"/>
                <a:gd name="T116" fmla="*/ 1161 w 3120"/>
                <a:gd name="T117" fmla="*/ 52 h 3120"/>
                <a:gd name="T118" fmla="*/ 1560 w 3120"/>
                <a:gd name="T119" fmla="*/ 0 h 3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0" h="3120">
                  <a:moveTo>
                    <a:pt x="1477" y="1247"/>
                  </a:moveTo>
                  <a:lnTo>
                    <a:pt x="1436" y="1249"/>
                  </a:lnTo>
                  <a:lnTo>
                    <a:pt x="1394" y="1254"/>
                  </a:lnTo>
                  <a:lnTo>
                    <a:pt x="1351" y="1264"/>
                  </a:lnTo>
                  <a:lnTo>
                    <a:pt x="1306" y="1276"/>
                  </a:lnTo>
                  <a:lnTo>
                    <a:pt x="1245" y="1297"/>
                  </a:lnTo>
                  <a:lnTo>
                    <a:pt x="1182" y="1319"/>
                  </a:lnTo>
                  <a:lnTo>
                    <a:pt x="1118" y="1346"/>
                  </a:lnTo>
                  <a:lnTo>
                    <a:pt x="1091" y="1454"/>
                  </a:lnTo>
                  <a:lnTo>
                    <a:pt x="1123" y="1443"/>
                  </a:lnTo>
                  <a:lnTo>
                    <a:pt x="1161" y="1431"/>
                  </a:lnTo>
                  <a:lnTo>
                    <a:pt x="1201" y="1422"/>
                  </a:lnTo>
                  <a:lnTo>
                    <a:pt x="1241" y="1419"/>
                  </a:lnTo>
                  <a:lnTo>
                    <a:pt x="1270" y="1420"/>
                  </a:lnTo>
                  <a:lnTo>
                    <a:pt x="1295" y="1423"/>
                  </a:lnTo>
                  <a:lnTo>
                    <a:pt x="1318" y="1428"/>
                  </a:lnTo>
                  <a:lnTo>
                    <a:pt x="1334" y="1436"/>
                  </a:lnTo>
                  <a:lnTo>
                    <a:pt x="1348" y="1445"/>
                  </a:lnTo>
                  <a:lnTo>
                    <a:pt x="1357" y="1458"/>
                  </a:lnTo>
                  <a:lnTo>
                    <a:pt x="1366" y="1474"/>
                  </a:lnTo>
                  <a:lnTo>
                    <a:pt x="1371" y="1493"/>
                  </a:lnTo>
                  <a:lnTo>
                    <a:pt x="1375" y="1515"/>
                  </a:lnTo>
                  <a:lnTo>
                    <a:pt x="1376" y="1541"/>
                  </a:lnTo>
                  <a:lnTo>
                    <a:pt x="1375" y="1566"/>
                  </a:lnTo>
                  <a:lnTo>
                    <a:pt x="1372" y="1594"/>
                  </a:lnTo>
                  <a:lnTo>
                    <a:pt x="1367" y="1624"/>
                  </a:lnTo>
                  <a:lnTo>
                    <a:pt x="1356" y="1671"/>
                  </a:lnTo>
                  <a:lnTo>
                    <a:pt x="1345" y="1720"/>
                  </a:lnTo>
                  <a:lnTo>
                    <a:pt x="1244" y="2075"/>
                  </a:lnTo>
                  <a:lnTo>
                    <a:pt x="1236" y="2111"/>
                  </a:lnTo>
                  <a:lnTo>
                    <a:pt x="1229" y="2145"/>
                  </a:lnTo>
                  <a:lnTo>
                    <a:pt x="1224" y="2175"/>
                  </a:lnTo>
                  <a:lnTo>
                    <a:pt x="1220" y="2219"/>
                  </a:lnTo>
                  <a:lnTo>
                    <a:pt x="1219" y="2262"/>
                  </a:lnTo>
                  <a:lnTo>
                    <a:pt x="1221" y="2298"/>
                  </a:lnTo>
                  <a:lnTo>
                    <a:pt x="1227" y="2332"/>
                  </a:lnTo>
                  <a:lnTo>
                    <a:pt x="1239" y="2362"/>
                  </a:lnTo>
                  <a:lnTo>
                    <a:pt x="1255" y="2392"/>
                  </a:lnTo>
                  <a:lnTo>
                    <a:pt x="1274" y="2419"/>
                  </a:lnTo>
                  <a:lnTo>
                    <a:pt x="1300" y="2443"/>
                  </a:lnTo>
                  <a:lnTo>
                    <a:pt x="1328" y="2465"/>
                  </a:lnTo>
                  <a:lnTo>
                    <a:pt x="1361" y="2483"/>
                  </a:lnTo>
                  <a:lnTo>
                    <a:pt x="1396" y="2497"/>
                  </a:lnTo>
                  <a:lnTo>
                    <a:pt x="1436" y="2507"/>
                  </a:lnTo>
                  <a:lnTo>
                    <a:pt x="1479" y="2512"/>
                  </a:lnTo>
                  <a:lnTo>
                    <a:pt x="1527" y="2515"/>
                  </a:lnTo>
                  <a:lnTo>
                    <a:pt x="1572" y="2513"/>
                  </a:lnTo>
                  <a:lnTo>
                    <a:pt x="1615" y="2508"/>
                  </a:lnTo>
                  <a:lnTo>
                    <a:pt x="1656" y="2501"/>
                  </a:lnTo>
                  <a:lnTo>
                    <a:pt x="1693" y="2489"/>
                  </a:lnTo>
                  <a:lnTo>
                    <a:pt x="1723" y="2479"/>
                  </a:lnTo>
                  <a:lnTo>
                    <a:pt x="1758" y="2466"/>
                  </a:lnTo>
                  <a:lnTo>
                    <a:pt x="1796" y="2452"/>
                  </a:lnTo>
                  <a:lnTo>
                    <a:pt x="1838" y="2436"/>
                  </a:lnTo>
                  <a:lnTo>
                    <a:pt x="1885" y="2418"/>
                  </a:lnTo>
                  <a:lnTo>
                    <a:pt x="1912" y="2308"/>
                  </a:lnTo>
                  <a:lnTo>
                    <a:pt x="1895" y="2315"/>
                  </a:lnTo>
                  <a:lnTo>
                    <a:pt x="1872" y="2322"/>
                  </a:lnTo>
                  <a:lnTo>
                    <a:pt x="1845" y="2331"/>
                  </a:lnTo>
                  <a:lnTo>
                    <a:pt x="1815" y="2337"/>
                  </a:lnTo>
                  <a:lnTo>
                    <a:pt x="1788" y="2341"/>
                  </a:lnTo>
                  <a:lnTo>
                    <a:pt x="1762" y="2343"/>
                  </a:lnTo>
                  <a:lnTo>
                    <a:pt x="1732" y="2342"/>
                  </a:lnTo>
                  <a:lnTo>
                    <a:pt x="1707" y="2339"/>
                  </a:lnTo>
                  <a:lnTo>
                    <a:pt x="1685" y="2334"/>
                  </a:lnTo>
                  <a:lnTo>
                    <a:pt x="1667" y="2327"/>
                  </a:lnTo>
                  <a:lnTo>
                    <a:pt x="1653" y="2317"/>
                  </a:lnTo>
                  <a:lnTo>
                    <a:pt x="1641" y="2306"/>
                  </a:lnTo>
                  <a:lnTo>
                    <a:pt x="1633" y="2290"/>
                  </a:lnTo>
                  <a:lnTo>
                    <a:pt x="1626" y="2271"/>
                  </a:lnTo>
                  <a:lnTo>
                    <a:pt x="1622" y="2248"/>
                  </a:lnTo>
                  <a:lnTo>
                    <a:pt x="1621" y="2221"/>
                  </a:lnTo>
                  <a:lnTo>
                    <a:pt x="1622" y="2199"/>
                  </a:lnTo>
                  <a:lnTo>
                    <a:pt x="1625" y="2172"/>
                  </a:lnTo>
                  <a:lnTo>
                    <a:pt x="1631" y="2139"/>
                  </a:lnTo>
                  <a:lnTo>
                    <a:pt x="1638" y="2104"/>
                  </a:lnTo>
                  <a:lnTo>
                    <a:pt x="1645" y="2071"/>
                  </a:lnTo>
                  <a:lnTo>
                    <a:pt x="1654" y="2042"/>
                  </a:lnTo>
                  <a:lnTo>
                    <a:pt x="1753" y="1688"/>
                  </a:lnTo>
                  <a:lnTo>
                    <a:pt x="1762" y="1654"/>
                  </a:lnTo>
                  <a:lnTo>
                    <a:pt x="1768" y="1619"/>
                  </a:lnTo>
                  <a:lnTo>
                    <a:pt x="1773" y="1581"/>
                  </a:lnTo>
                  <a:lnTo>
                    <a:pt x="1775" y="1553"/>
                  </a:lnTo>
                  <a:lnTo>
                    <a:pt x="1777" y="1531"/>
                  </a:lnTo>
                  <a:lnTo>
                    <a:pt x="1778" y="1513"/>
                  </a:lnTo>
                  <a:lnTo>
                    <a:pt x="1779" y="1499"/>
                  </a:lnTo>
                  <a:lnTo>
                    <a:pt x="1777" y="1463"/>
                  </a:lnTo>
                  <a:lnTo>
                    <a:pt x="1769" y="1430"/>
                  </a:lnTo>
                  <a:lnTo>
                    <a:pt x="1759" y="1398"/>
                  </a:lnTo>
                  <a:lnTo>
                    <a:pt x="1743" y="1369"/>
                  </a:lnTo>
                  <a:lnTo>
                    <a:pt x="1724" y="1342"/>
                  </a:lnTo>
                  <a:lnTo>
                    <a:pt x="1700" y="1317"/>
                  </a:lnTo>
                  <a:lnTo>
                    <a:pt x="1671" y="1296"/>
                  </a:lnTo>
                  <a:lnTo>
                    <a:pt x="1640" y="1278"/>
                  </a:lnTo>
                  <a:lnTo>
                    <a:pt x="1605" y="1265"/>
                  </a:lnTo>
                  <a:lnTo>
                    <a:pt x="1565" y="1255"/>
                  </a:lnTo>
                  <a:lnTo>
                    <a:pt x="1523" y="1249"/>
                  </a:lnTo>
                  <a:lnTo>
                    <a:pt x="1477" y="1247"/>
                  </a:lnTo>
                  <a:close/>
                  <a:moveTo>
                    <a:pt x="1699" y="600"/>
                  </a:moveTo>
                  <a:lnTo>
                    <a:pt x="1660" y="603"/>
                  </a:lnTo>
                  <a:lnTo>
                    <a:pt x="1624" y="610"/>
                  </a:lnTo>
                  <a:lnTo>
                    <a:pt x="1591" y="623"/>
                  </a:lnTo>
                  <a:lnTo>
                    <a:pt x="1559" y="642"/>
                  </a:lnTo>
                  <a:lnTo>
                    <a:pt x="1530" y="665"/>
                  </a:lnTo>
                  <a:lnTo>
                    <a:pt x="1505" y="692"/>
                  </a:lnTo>
                  <a:lnTo>
                    <a:pt x="1485" y="722"/>
                  </a:lnTo>
                  <a:lnTo>
                    <a:pt x="1471" y="753"/>
                  </a:lnTo>
                  <a:lnTo>
                    <a:pt x="1462" y="787"/>
                  </a:lnTo>
                  <a:lnTo>
                    <a:pt x="1459" y="824"/>
                  </a:lnTo>
                  <a:lnTo>
                    <a:pt x="1462" y="859"/>
                  </a:lnTo>
                  <a:lnTo>
                    <a:pt x="1471" y="893"/>
                  </a:lnTo>
                  <a:lnTo>
                    <a:pt x="1485" y="924"/>
                  </a:lnTo>
                  <a:lnTo>
                    <a:pt x="1505" y="954"/>
                  </a:lnTo>
                  <a:lnTo>
                    <a:pt x="1530" y="981"/>
                  </a:lnTo>
                  <a:lnTo>
                    <a:pt x="1559" y="1004"/>
                  </a:lnTo>
                  <a:lnTo>
                    <a:pt x="1591" y="1022"/>
                  </a:lnTo>
                  <a:lnTo>
                    <a:pt x="1624" y="1036"/>
                  </a:lnTo>
                  <a:lnTo>
                    <a:pt x="1660" y="1043"/>
                  </a:lnTo>
                  <a:lnTo>
                    <a:pt x="1699" y="1046"/>
                  </a:lnTo>
                  <a:lnTo>
                    <a:pt x="1737" y="1043"/>
                  </a:lnTo>
                  <a:lnTo>
                    <a:pt x="1772" y="1036"/>
                  </a:lnTo>
                  <a:lnTo>
                    <a:pt x="1807" y="1022"/>
                  </a:lnTo>
                  <a:lnTo>
                    <a:pt x="1838" y="1004"/>
                  </a:lnTo>
                  <a:lnTo>
                    <a:pt x="1867" y="981"/>
                  </a:lnTo>
                  <a:lnTo>
                    <a:pt x="1892" y="954"/>
                  </a:lnTo>
                  <a:lnTo>
                    <a:pt x="1912" y="924"/>
                  </a:lnTo>
                  <a:lnTo>
                    <a:pt x="1926" y="893"/>
                  </a:lnTo>
                  <a:lnTo>
                    <a:pt x="1934" y="859"/>
                  </a:lnTo>
                  <a:lnTo>
                    <a:pt x="1937" y="824"/>
                  </a:lnTo>
                  <a:lnTo>
                    <a:pt x="1934" y="787"/>
                  </a:lnTo>
                  <a:lnTo>
                    <a:pt x="1926" y="753"/>
                  </a:lnTo>
                  <a:lnTo>
                    <a:pt x="1912" y="722"/>
                  </a:lnTo>
                  <a:lnTo>
                    <a:pt x="1892" y="692"/>
                  </a:lnTo>
                  <a:lnTo>
                    <a:pt x="1867" y="665"/>
                  </a:lnTo>
                  <a:lnTo>
                    <a:pt x="1838" y="642"/>
                  </a:lnTo>
                  <a:lnTo>
                    <a:pt x="1807" y="623"/>
                  </a:lnTo>
                  <a:lnTo>
                    <a:pt x="1772" y="610"/>
                  </a:lnTo>
                  <a:lnTo>
                    <a:pt x="1737" y="603"/>
                  </a:lnTo>
                  <a:lnTo>
                    <a:pt x="1699" y="600"/>
                  </a:lnTo>
                  <a:close/>
                  <a:moveTo>
                    <a:pt x="1560" y="0"/>
                  </a:moveTo>
                  <a:lnTo>
                    <a:pt x="1662" y="3"/>
                  </a:lnTo>
                  <a:lnTo>
                    <a:pt x="1763" y="13"/>
                  </a:lnTo>
                  <a:lnTo>
                    <a:pt x="1862" y="28"/>
                  </a:lnTo>
                  <a:lnTo>
                    <a:pt x="1958" y="52"/>
                  </a:lnTo>
                  <a:lnTo>
                    <a:pt x="2053" y="79"/>
                  </a:lnTo>
                  <a:lnTo>
                    <a:pt x="2144" y="112"/>
                  </a:lnTo>
                  <a:lnTo>
                    <a:pt x="2233" y="152"/>
                  </a:lnTo>
                  <a:lnTo>
                    <a:pt x="2320" y="196"/>
                  </a:lnTo>
                  <a:lnTo>
                    <a:pt x="2401" y="246"/>
                  </a:lnTo>
                  <a:lnTo>
                    <a:pt x="2481" y="300"/>
                  </a:lnTo>
                  <a:lnTo>
                    <a:pt x="2557" y="359"/>
                  </a:lnTo>
                  <a:lnTo>
                    <a:pt x="2628" y="423"/>
                  </a:lnTo>
                  <a:lnTo>
                    <a:pt x="2697" y="491"/>
                  </a:lnTo>
                  <a:lnTo>
                    <a:pt x="2760" y="563"/>
                  </a:lnTo>
                  <a:lnTo>
                    <a:pt x="2818" y="639"/>
                  </a:lnTo>
                  <a:lnTo>
                    <a:pt x="2873" y="717"/>
                  </a:lnTo>
                  <a:lnTo>
                    <a:pt x="2922" y="800"/>
                  </a:lnTo>
                  <a:lnTo>
                    <a:pt x="2968" y="885"/>
                  </a:lnTo>
                  <a:lnTo>
                    <a:pt x="3006" y="975"/>
                  </a:lnTo>
                  <a:lnTo>
                    <a:pt x="3040" y="1066"/>
                  </a:lnTo>
                  <a:lnTo>
                    <a:pt x="3068" y="1161"/>
                  </a:lnTo>
                  <a:lnTo>
                    <a:pt x="3090" y="1257"/>
                  </a:lnTo>
                  <a:lnTo>
                    <a:pt x="3107" y="1356"/>
                  </a:lnTo>
                  <a:lnTo>
                    <a:pt x="3117" y="1457"/>
                  </a:lnTo>
                  <a:lnTo>
                    <a:pt x="3120" y="1559"/>
                  </a:lnTo>
                  <a:lnTo>
                    <a:pt x="3117" y="1662"/>
                  </a:lnTo>
                  <a:lnTo>
                    <a:pt x="3107" y="1762"/>
                  </a:lnTo>
                  <a:lnTo>
                    <a:pt x="3090" y="1861"/>
                  </a:lnTo>
                  <a:lnTo>
                    <a:pt x="3068" y="1958"/>
                  </a:lnTo>
                  <a:lnTo>
                    <a:pt x="3040" y="2052"/>
                  </a:lnTo>
                  <a:lnTo>
                    <a:pt x="3006" y="2144"/>
                  </a:lnTo>
                  <a:lnTo>
                    <a:pt x="2968" y="2233"/>
                  </a:lnTo>
                  <a:lnTo>
                    <a:pt x="2922" y="2318"/>
                  </a:lnTo>
                  <a:lnTo>
                    <a:pt x="2873" y="2401"/>
                  </a:lnTo>
                  <a:lnTo>
                    <a:pt x="2818" y="2481"/>
                  </a:lnTo>
                  <a:lnTo>
                    <a:pt x="2760" y="2557"/>
                  </a:lnTo>
                  <a:lnTo>
                    <a:pt x="2697" y="2628"/>
                  </a:lnTo>
                  <a:lnTo>
                    <a:pt x="2628" y="2696"/>
                  </a:lnTo>
                  <a:lnTo>
                    <a:pt x="2557" y="2759"/>
                  </a:lnTo>
                  <a:lnTo>
                    <a:pt x="2481" y="2818"/>
                  </a:lnTo>
                  <a:lnTo>
                    <a:pt x="2401" y="2873"/>
                  </a:lnTo>
                  <a:lnTo>
                    <a:pt x="2320" y="2922"/>
                  </a:lnTo>
                  <a:lnTo>
                    <a:pt x="2233" y="2967"/>
                  </a:lnTo>
                  <a:lnTo>
                    <a:pt x="2144" y="3006"/>
                  </a:lnTo>
                  <a:lnTo>
                    <a:pt x="2053" y="3040"/>
                  </a:lnTo>
                  <a:lnTo>
                    <a:pt x="1958" y="3068"/>
                  </a:lnTo>
                  <a:lnTo>
                    <a:pt x="1862" y="3090"/>
                  </a:lnTo>
                  <a:lnTo>
                    <a:pt x="1763" y="3107"/>
                  </a:lnTo>
                  <a:lnTo>
                    <a:pt x="1662" y="3116"/>
                  </a:lnTo>
                  <a:lnTo>
                    <a:pt x="1560" y="3120"/>
                  </a:lnTo>
                  <a:lnTo>
                    <a:pt x="1457" y="3116"/>
                  </a:lnTo>
                  <a:lnTo>
                    <a:pt x="1356" y="3107"/>
                  </a:lnTo>
                  <a:lnTo>
                    <a:pt x="1258" y="3090"/>
                  </a:lnTo>
                  <a:lnTo>
                    <a:pt x="1161" y="3068"/>
                  </a:lnTo>
                  <a:lnTo>
                    <a:pt x="1067" y="3040"/>
                  </a:lnTo>
                  <a:lnTo>
                    <a:pt x="975" y="3006"/>
                  </a:lnTo>
                  <a:lnTo>
                    <a:pt x="886" y="2967"/>
                  </a:lnTo>
                  <a:lnTo>
                    <a:pt x="801" y="2922"/>
                  </a:lnTo>
                  <a:lnTo>
                    <a:pt x="718" y="2873"/>
                  </a:lnTo>
                  <a:lnTo>
                    <a:pt x="639" y="2818"/>
                  </a:lnTo>
                  <a:lnTo>
                    <a:pt x="563" y="2759"/>
                  </a:lnTo>
                  <a:lnTo>
                    <a:pt x="491" y="2696"/>
                  </a:lnTo>
                  <a:lnTo>
                    <a:pt x="424" y="2628"/>
                  </a:lnTo>
                  <a:lnTo>
                    <a:pt x="360" y="2557"/>
                  </a:lnTo>
                  <a:lnTo>
                    <a:pt x="301" y="2481"/>
                  </a:lnTo>
                  <a:lnTo>
                    <a:pt x="246" y="2401"/>
                  </a:lnTo>
                  <a:lnTo>
                    <a:pt x="197" y="2318"/>
                  </a:lnTo>
                  <a:lnTo>
                    <a:pt x="153" y="2233"/>
                  </a:lnTo>
                  <a:lnTo>
                    <a:pt x="114" y="2144"/>
                  </a:lnTo>
                  <a:lnTo>
                    <a:pt x="79" y="2052"/>
                  </a:lnTo>
                  <a:lnTo>
                    <a:pt x="52" y="1958"/>
                  </a:lnTo>
                  <a:lnTo>
                    <a:pt x="30" y="1861"/>
                  </a:lnTo>
                  <a:lnTo>
                    <a:pt x="13" y="1762"/>
                  </a:lnTo>
                  <a:lnTo>
                    <a:pt x="4" y="1662"/>
                  </a:lnTo>
                  <a:lnTo>
                    <a:pt x="0" y="1559"/>
                  </a:lnTo>
                  <a:lnTo>
                    <a:pt x="4" y="1457"/>
                  </a:lnTo>
                  <a:lnTo>
                    <a:pt x="13" y="1356"/>
                  </a:lnTo>
                  <a:lnTo>
                    <a:pt x="30" y="1257"/>
                  </a:lnTo>
                  <a:lnTo>
                    <a:pt x="52" y="1161"/>
                  </a:lnTo>
                  <a:lnTo>
                    <a:pt x="79" y="1066"/>
                  </a:lnTo>
                  <a:lnTo>
                    <a:pt x="114" y="975"/>
                  </a:lnTo>
                  <a:lnTo>
                    <a:pt x="153" y="885"/>
                  </a:lnTo>
                  <a:lnTo>
                    <a:pt x="197" y="800"/>
                  </a:lnTo>
                  <a:lnTo>
                    <a:pt x="246" y="717"/>
                  </a:lnTo>
                  <a:lnTo>
                    <a:pt x="301" y="639"/>
                  </a:lnTo>
                  <a:lnTo>
                    <a:pt x="360" y="563"/>
                  </a:lnTo>
                  <a:lnTo>
                    <a:pt x="424" y="491"/>
                  </a:lnTo>
                  <a:lnTo>
                    <a:pt x="491" y="423"/>
                  </a:lnTo>
                  <a:lnTo>
                    <a:pt x="563" y="359"/>
                  </a:lnTo>
                  <a:lnTo>
                    <a:pt x="639" y="300"/>
                  </a:lnTo>
                  <a:lnTo>
                    <a:pt x="718" y="246"/>
                  </a:lnTo>
                  <a:lnTo>
                    <a:pt x="801" y="196"/>
                  </a:lnTo>
                  <a:lnTo>
                    <a:pt x="886" y="152"/>
                  </a:lnTo>
                  <a:lnTo>
                    <a:pt x="975" y="112"/>
                  </a:lnTo>
                  <a:lnTo>
                    <a:pt x="1067" y="79"/>
                  </a:lnTo>
                  <a:lnTo>
                    <a:pt x="1161" y="52"/>
                  </a:lnTo>
                  <a:lnTo>
                    <a:pt x="1258" y="28"/>
                  </a:lnTo>
                  <a:lnTo>
                    <a:pt x="1356" y="13"/>
                  </a:lnTo>
                  <a:lnTo>
                    <a:pt x="1457" y="3"/>
                  </a:lnTo>
                  <a:lnTo>
                    <a:pt x="1560" y="0"/>
                  </a:lnTo>
                  <a:close/>
                </a:path>
              </a:pathLst>
            </a:custGeom>
            <a:solidFill>
              <a:schemeClr val="accent1"/>
            </a:solidFill>
            <a:ln w="0">
              <a:noFill/>
              <a:prstDash val="solid"/>
              <a:round/>
              <a:headEnd/>
              <a:tailEnd/>
            </a:ln>
          </p:spPr>
          <p:txBody>
            <a:bodyPr vert="horz" wrap="square" lIns="121920" tIns="60960" rIns="121920" bIns="60960" numCol="1" anchor="t" anchorCtr="0" compatLnSpc="1">
              <a:prstTxWarp prst="textNoShape">
                <a:avLst/>
              </a:prstTxWarp>
            </a:bodyPr>
            <a:lstStyle/>
            <a:p>
              <a:pPr defTabSz="457200"/>
              <a:endParaRPr lang="en-US" sz="3200">
                <a:solidFill>
                  <a:prstClr val="black"/>
                </a:solidFill>
                <a:latin typeface="Arial" pitchFamily="34" charset="0"/>
                <a:cs typeface="Arial" pitchFamily="34" charset="0"/>
              </a:endParaRPr>
            </a:p>
          </p:txBody>
        </p:sp>
      </p:grpSp>
      <p:sp>
        <p:nvSpPr>
          <p:cNvPr id="68" name="Rectangle 67">
            <a:extLst>
              <a:ext uri="{FF2B5EF4-FFF2-40B4-BE49-F238E27FC236}">
                <a16:creationId xmlns:a16="http://schemas.microsoft.com/office/drawing/2014/main" id="{6C059176-DCFB-6BB8-4100-B59BBBEE0C12}"/>
              </a:ext>
            </a:extLst>
          </p:cNvPr>
          <p:cNvSpPr/>
          <p:nvPr/>
        </p:nvSpPr>
        <p:spPr>
          <a:xfrm>
            <a:off x="4466105" y="5742001"/>
            <a:ext cx="2683993" cy="369332"/>
          </a:xfrm>
          <a:prstGeom prst="rect">
            <a:avLst/>
          </a:prstGeom>
          <a:noFill/>
          <a:ln w="12700" cap="flat" cmpd="sng" algn="ctr">
            <a:noFill/>
            <a:prstDash val="solid"/>
            <a:miter lim="800000"/>
          </a:ln>
          <a:effectLst/>
        </p:spPr>
        <p:txBody>
          <a:bodyPr rtlCol="0" anchor="ctr">
            <a:spAutoFit/>
          </a:bodyPr>
          <a:lstStyle/>
          <a:p>
            <a:pPr algn="ctr" defTabSz="457200">
              <a:defRPr/>
            </a:pPr>
            <a:r>
              <a:rPr lang="en-US" b="1" kern="0">
                <a:solidFill>
                  <a:srgbClr val="E35A35"/>
                </a:solidFill>
                <a:latin typeface="Arial" pitchFamily="34" charset="0"/>
                <a:cs typeface="Arial" pitchFamily="34" charset="0"/>
              </a:rPr>
              <a:t>Type Text Here</a:t>
            </a:r>
          </a:p>
        </p:txBody>
      </p:sp>
      <p:sp>
        <p:nvSpPr>
          <p:cNvPr id="69" name="Rectangle 68">
            <a:extLst>
              <a:ext uri="{FF2B5EF4-FFF2-40B4-BE49-F238E27FC236}">
                <a16:creationId xmlns:a16="http://schemas.microsoft.com/office/drawing/2014/main" id="{C7C6C589-8B7A-8AC8-BEB9-7D645D8CA290}"/>
              </a:ext>
            </a:extLst>
          </p:cNvPr>
          <p:cNvSpPr/>
          <p:nvPr/>
        </p:nvSpPr>
        <p:spPr>
          <a:xfrm>
            <a:off x="8417396" y="3090332"/>
            <a:ext cx="152400" cy="152400"/>
          </a:xfrm>
          <a:prstGeom prst="rect">
            <a:avLst/>
          </a:prstGeom>
          <a:solidFill>
            <a:schemeClr val="accent6"/>
          </a:solidFill>
          <a:ln w="12700" cap="flat" cmpd="sng" algn="ctr">
            <a:solidFill>
              <a:srgbClr val="5B9BD5">
                <a:lumMod val="75000"/>
              </a:srgbClr>
            </a:solidFill>
            <a:prstDash val="solid"/>
            <a:miter lim="800000"/>
          </a:ln>
          <a:effectLst/>
        </p:spPr>
        <p:txBody>
          <a:bodyPr rtlCol="0" anchor="ctr"/>
          <a:lstStyle/>
          <a:p>
            <a:pPr algn="ctr" defTabSz="457200">
              <a:defRPr/>
            </a:pPr>
            <a:endParaRPr lang="en-US" sz="3200" kern="0">
              <a:solidFill>
                <a:prstClr val="white"/>
              </a:solidFill>
              <a:latin typeface="Arial" pitchFamily="34" charset="0"/>
              <a:cs typeface="Arial" pitchFamily="34" charset="0"/>
            </a:endParaRPr>
          </a:p>
        </p:txBody>
      </p:sp>
      <p:cxnSp>
        <p:nvCxnSpPr>
          <p:cNvPr id="70" name="Elbow Connector 59">
            <a:extLst>
              <a:ext uri="{FF2B5EF4-FFF2-40B4-BE49-F238E27FC236}">
                <a16:creationId xmlns:a16="http://schemas.microsoft.com/office/drawing/2014/main" id="{4614C02D-FD6C-314B-0CA4-7A4E5B83CB05}"/>
              </a:ext>
            </a:extLst>
          </p:cNvPr>
          <p:cNvCxnSpPr>
            <a:stCxn id="53" idx="0"/>
            <a:endCxn id="69" idx="1"/>
          </p:cNvCxnSpPr>
          <p:nvPr/>
        </p:nvCxnSpPr>
        <p:spPr>
          <a:xfrm rot="5400000" flipH="1" flipV="1">
            <a:off x="7480863" y="2814201"/>
            <a:ext cx="584200" cy="1288865"/>
          </a:xfrm>
          <a:prstGeom prst="bentConnector2">
            <a:avLst/>
          </a:prstGeom>
          <a:noFill/>
          <a:ln w="6350" cap="flat" cmpd="sng" algn="ctr">
            <a:solidFill>
              <a:schemeClr val="accent6"/>
            </a:solidFill>
            <a:prstDash val="solid"/>
            <a:miter lim="800000"/>
          </a:ln>
          <a:effectLst/>
        </p:spPr>
      </p:cxnSp>
      <p:cxnSp>
        <p:nvCxnSpPr>
          <p:cNvPr id="71" name="Elbow Connector 60">
            <a:extLst>
              <a:ext uri="{FF2B5EF4-FFF2-40B4-BE49-F238E27FC236}">
                <a16:creationId xmlns:a16="http://schemas.microsoft.com/office/drawing/2014/main" id="{1FE8BED6-908B-A07C-D867-487C5A207A2D}"/>
              </a:ext>
            </a:extLst>
          </p:cNvPr>
          <p:cNvCxnSpPr>
            <a:stCxn id="69" idx="3"/>
            <a:endCxn id="55" idx="0"/>
          </p:cNvCxnSpPr>
          <p:nvPr/>
        </p:nvCxnSpPr>
        <p:spPr>
          <a:xfrm>
            <a:off x="8569797" y="3166532"/>
            <a:ext cx="1242171" cy="584200"/>
          </a:xfrm>
          <a:prstGeom prst="bentConnector2">
            <a:avLst/>
          </a:prstGeom>
          <a:noFill/>
          <a:ln w="6350" cap="flat" cmpd="sng" algn="ctr">
            <a:solidFill>
              <a:schemeClr val="accent6"/>
            </a:solidFill>
            <a:prstDash val="solid"/>
            <a:miter lim="800000"/>
          </a:ln>
          <a:effectLst/>
        </p:spPr>
      </p:cxnSp>
      <p:sp>
        <p:nvSpPr>
          <p:cNvPr id="72" name="Rectangle 71">
            <a:extLst>
              <a:ext uri="{FF2B5EF4-FFF2-40B4-BE49-F238E27FC236}">
                <a16:creationId xmlns:a16="http://schemas.microsoft.com/office/drawing/2014/main" id="{AB2D611A-7024-3FBC-D108-0F19166A4ADA}"/>
              </a:ext>
            </a:extLst>
          </p:cNvPr>
          <p:cNvSpPr/>
          <p:nvPr/>
        </p:nvSpPr>
        <p:spPr>
          <a:xfrm>
            <a:off x="8493598" y="4584358"/>
            <a:ext cx="2683993" cy="369332"/>
          </a:xfrm>
          <a:prstGeom prst="rect">
            <a:avLst/>
          </a:prstGeom>
          <a:noFill/>
          <a:ln w="12700" cap="flat" cmpd="sng" algn="ctr">
            <a:noFill/>
            <a:prstDash val="solid"/>
            <a:miter lim="800000"/>
          </a:ln>
          <a:effectLst/>
        </p:spPr>
        <p:txBody>
          <a:bodyPr rtlCol="0" anchor="ctr">
            <a:spAutoFit/>
          </a:bodyPr>
          <a:lstStyle/>
          <a:p>
            <a:pPr algn="ctr" defTabSz="457200">
              <a:defRPr/>
            </a:pPr>
            <a:r>
              <a:rPr lang="en-US" b="1" kern="0">
                <a:solidFill>
                  <a:srgbClr val="8BB74C"/>
                </a:solidFill>
                <a:latin typeface="Arial" pitchFamily="34" charset="0"/>
                <a:cs typeface="Arial" pitchFamily="34" charset="0"/>
              </a:rPr>
              <a:t>Type Text Here</a:t>
            </a:r>
          </a:p>
        </p:txBody>
      </p:sp>
      <p:sp>
        <p:nvSpPr>
          <p:cNvPr id="73" name="Freeform 41">
            <a:extLst>
              <a:ext uri="{FF2B5EF4-FFF2-40B4-BE49-F238E27FC236}">
                <a16:creationId xmlns:a16="http://schemas.microsoft.com/office/drawing/2014/main" id="{3A6A0F0B-024A-1A3C-33DC-74F35820ED1D}"/>
              </a:ext>
            </a:extLst>
          </p:cNvPr>
          <p:cNvSpPr>
            <a:spLocks noEditPoints="1"/>
          </p:cNvSpPr>
          <p:nvPr/>
        </p:nvSpPr>
        <p:spPr bwMode="auto">
          <a:xfrm>
            <a:off x="8275456" y="1811314"/>
            <a:ext cx="436283" cy="415419"/>
          </a:xfrm>
          <a:custGeom>
            <a:avLst/>
            <a:gdLst>
              <a:gd name="T0" fmla="*/ 2293 w 3790"/>
              <a:gd name="T1" fmla="*/ 1288 h 3787"/>
              <a:gd name="T2" fmla="*/ 2472 w 3790"/>
              <a:gd name="T3" fmla="*/ 1451 h 3787"/>
              <a:gd name="T4" fmla="*/ 2550 w 3790"/>
              <a:gd name="T5" fmla="*/ 1718 h 3787"/>
              <a:gd name="T6" fmla="*/ 2472 w 3790"/>
              <a:gd name="T7" fmla="*/ 1985 h 3787"/>
              <a:gd name="T8" fmla="*/ 2293 w 3790"/>
              <a:gd name="T9" fmla="*/ 2148 h 3787"/>
              <a:gd name="T10" fmla="*/ 2066 w 3790"/>
              <a:gd name="T11" fmla="*/ 2204 h 3787"/>
              <a:gd name="T12" fmla="*/ 1838 w 3790"/>
              <a:gd name="T13" fmla="*/ 2148 h 3787"/>
              <a:gd name="T14" fmla="*/ 1658 w 3790"/>
              <a:gd name="T15" fmla="*/ 1985 h 3787"/>
              <a:gd name="T16" fmla="*/ 1576 w 3790"/>
              <a:gd name="T17" fmla="*/ 1718 h 3787"/>
              <a:gd name="T18" fmla="*/ 1658 w 3790"/>
              <a:gd name="T19" fmla="*/ 1451 h 3787"/>
              <a:gd name="T20" fmla="*/ 1838 w 3790"/>
              <a:gd name="T21" fmla="*/ 1288 h 3787"/>
              <a:gd name="T22" fmla="*/ 2066 w 3790"/>
              <a:gd name="T23" fmla="*/ 849 h 3787"/>
              <a:gd name="T24" fmla="*/ 1674 w 3790"/>
              <a:gd name="T25" fmla="*/ 938 h 3787"/>
              <a:gd name="T26" fmla="*/ 1396 w 3790"/>
              <a:gd name="T27" fmla="*/ 1158 h 3787"/>
              <a:gd name="T28" fmla="*/ 1225 w 3790"/>
              <a:gd name="T29" fmla="*/ 1484 h 3787"/>
              <a:gd name="T30" fmla="*/ 1202 w 3790"/>
              <a:gd name="T31" fmla="*/ 1844 h 3787"/>
              <a:gd name="T32" fmla="*/ 1326 w 3790"/>
              <a:gd name="T33" fmla="*/ 2185 h 3787"/>
              <a:gd name="T34" fmla="*/ 882 w 3790"/>
              <a:gd name="T35" fmla="*/ 2690 h 3787"/>
              <a:gd name="T36" fmla="*/ 923 w 3790"/>
              <a:gd name="T37" fmla="*/ 2859 h 3787"/>
              <a:gd name="T38" fmla="*/ 1071 w 3790"/>
              <a:gd name="T39" fmla="*/ 2951 h 3787"/>
              <a:gd name="T40" fmla="*/ 1242 w 3790"/>
              <a:gd name="T41" fmla="*/ 2910 h 3787"/>
              <a:gd name="T42" fmla="*/ 1856 w 3790"/>
              <a:gd name="T43" fmla="*/ 2565 h 3787"/>
              <a:gd name="T44" fmla="*/ 2192 w 3790"/>
              <a:gd name="T45" fmla="*/ 2583 h 3787"/>
              <a:gd name="T46" fmla="*/ 2516 w 3790"/>
              <a:gd name="T47" fmla="*/ 2468 h 3787"/>
              <a:gd name="T48" fmla="*/ 2775 w 3790"/>
              <a:gd name="T49" fmla="*/ 2229 h 3787"/>
              <a:gd name="T50" fmla="*/ 2921 w 3790"/>
              <a:gd name="T51" fmla="*/ 1884 h 3787"/>
              <a:gd name="T52" fmla="*/ 2902 w 3790"/>
              <a:gd name="T53" fmla="*/ 1472 h 3787"/>
              <a:gd name="T54" fmla="*/ 2732 w 3790"/>
              <a:gd name="T55" fmla="*/ 1155 h 3787"/>
              <a:gd name="T56" fmla="*/ 2456 w 3790"/>
              <a:gd name="T57" fmla="*/ 938 h 3787"/>
              <a:gd name="T58" fmla="*/ 2066 w 3790"/>
              <a:gd name="T59" fmla="*/ 849 h 3787"/>
              <a:gd name="T60" fmla="*/ 2327 w 3790"/>
              <a:gd name="T61" fmla="*/ 49 h 3787"/>
              <a:gd name="T62" fmla="*/ 2822 w 3790"/>
              <a:gd name="T63" fmla="*/ 243 h 3787"/>
              <a:gd name="T64" fmla="*/ 3235 w 3790"/>
              <a:gd name="T65" fmla="*/ 555 h 3787"/>
              <a:gd name="T66" fmla="*/ 3545 w 3790"/>
              <a:gd name="T67" fmla="*/ 966 h 3787"/>
              <a:gd name="T68" fmla="*/ 3741 w 3790"/>
              <a:gd name="T69" fmla="*/ 1462 h 3787"/>
              <a:gd name="T70" fmla="*/ 3787 w 3790"/>
              <a:gd name="T71" fmla="*/ 1997 h 3787"/>
              <a:gd name="T72" fmla="*/ 3692 w 3790"/>
              <a:gd name="T73" fmla="*/ 2493 h 3787"/>
              <a:gd name="T74" fmla="*/ 3479 w 3790"/>
              <a:gd name="T75" fmla="*/ 2933 h 3787"/>
              <a:gd name="T76" fmla="*/ 3164 w 3790"/>
              <a:gd name="T77" fmla="*/ 3299 h 3787"/>
              <a:gd name="T78" fmla="*/ 2766 w 3790"/>
              <a:gd name="T79" fmla="*/ 3575 h 3787"/>
              <a:gd name="T80" fmla="*/ 2301 w 3790"/>
              <a:gd name="T81" fmla="*/ 3743 h 3787"/>
              <a:gd name="T82" fmla="*/ 1790 w 3790"/>
              <a:gd name="T83" fmla="*/ 3785 h 3787"/>
              <a:gd name="T84" fmla="*/ 1295 w 3790"/>
              <a:gd name="T85" fmla="*/ 3689 h 3787"/>
              <a:gd name="T86" fmla="*/ 855 w 3790"/>
              <a:gd name="T87" fmla="*/ 3476 h 3787"/>
              <a:gd name="T88" fmla="*/ 488 w 3790"/>
              <a:gd name="T89" fmla="*/ 3162 h 3787"/>
              <a:gd name="T90" fmla="*/ 213 w 3790"/>
              <a:gd name="T91" fmla="*/ 2765 h 3787"/>
              <a:gd name="T92" fmla="*/ 44 w 3790"/>
              <a:gd name="T93" fmla="*/ 2300 h 3787"/>
              <a:gd name="T94" fmla="*/ 3 w 3790"/>
              <a:gd name="T95" fmla="*/ 1790 h 3787"/>
              <a:gd name="T96" fmla="*/ 98 w 3790"/>
              <a:gd name="T97" fmla="*/ 1294 h 3787"/>
              <a:gd name="T98" fmla="*/ 311 w 3790"/>
              <a:gd name="T99" fmla="*/ 854 h 3787"/>
              <a:gd name="T100" fmla="*/ 626 w 3790"/>
              <a:gd name="T101" fmla="*/ 488 h 3787"/>
              <a:gd name="T102" fmla="*/ 1024 w 3790"/>
              <a:gd name="T103" fmla="*/ 212 h 3787"/>
              <a:gd name="T104" fmla="*/ 1489 w 3790"/>
              <a:gd name="T105" fmla="*/ 44 h 3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90" h="3787">
                <a:moveTo>
                  <a:pt x="2066" y="1234"/>
                </a:moveTo>
                <a:lnTo>
                  <a:pt x="2128" y="1239"/>
                </a:lnTo>
                <a:lnTo>
                  <a:pt x="2189" y="1250"/>
                </a:lnTo>
                <a:lnTo>
                  <a:pt x="2249" y="1269"/>
                </a:lnTo>
                <a:lnTo>
                  <a:pt x="2293" y="1288"/>
                </a:lnTo>
                <a:lnTo>
                  <a:pt x="2334" y="1312"/>
                </a:lnTo>
                <a:lnTo>
                  <a:pt x="2373" y="1341"/>
                </a:lnTo>
                <a:lnTo>
                  <a:pt x="2410" y="1375"/>
                </a:lnTo>
                <a:lnTo>
                  <a:pt x="2443" y="1411"/>
                </a:lnTo>
                <a:lnTo>
                  <a:pt x="2472" y="1451"/>
                </a:lnTo>
                <a:lnTo>
                  <a:pt x="2496" y="1492"/>
                </a:lnTo>
                <a:lnTo>
                  <a:pt x="2516" y="1536"/>
                </a:lnTo>
                <a:lnTo>
                  <a:pt x="2536" y="1596"/>
                </a:lnTo>
                <a:lnTo>
                  <a:pt x="2547" y="1657"/>
                </a:lnTo>
                <a:lnTo>
                  <a:pt x="2550" y="1718"/>
                </a:lnTo>
                <a:lnTo>
                  <a:pt x="2547" y="1779"/>
                </a:lnTo>
                <a:lnTo>
                  <a:pt x="2536" y="1840"/>
                </a:lnTo>
                <a:lnTo>
                  <a:pt x="2516" y="1899"/>
                </a:lnTo>
                <a:lnTo>
                  <a:pt x="2496" y="1943"/>
                </a:lnTo>
                <a:lnTo>
                  <a:pt x="2472" y="1985"/>
                </a:lnTo>
                <a:lnTo>
                  <a:pt x="2443" y="2024"/>
                </a:lnTo>
                <a:lnTo>
                  <a:pt x="2410" y="2061"/>
                </a:lnTo>
                <a:lnTo>
                  <a:pt x="2373" y="2094"/>
                </a:lnTo>
                <a:lnTo>
                  <a:pt x="2334" y="2123"/>
                </a:lnTo>
                <a:lnTo>
                  <a:pt x="2293" y="2148"/>
                </a:lnTo>
                <a:lnTo>
                  <a:pt x="2249" y="2169"/>
                </a:lnTo>
                <a:lnTo>
                  <a:pt x="2204" y="2184"/>
                </a:lnTo>
                <a:lnTo>
                  <a:pt x="2159" y="2195"/>
                </a:lnTo>
                <a:lnTo>
                  <a:pt x="2113" y="2202"/>
                </a:lnTo>
                <a:lnTo>
                  <a:pt x="2066" y="2204"/>
                </a:lnTo>
                <a:lnTo>
                  <a:pt x="2018" y="2202"/>
                </a:lnTo>
                <a:lnTo>
                  <a:pt x="1972" y="2195"/>
                </a:lnTo>
                <a:lnTo>
                  <a:pt x="1926" y="2184"/>
                </a:lnTo>
                <a:lnTo>
                  <a:pt x="1881" y="2169"/>
                </a:lnTo>
                <a:lnTo>
                  <a:pt x="1838" y="2148"/>
                </a:lnTo>
                <a:lnTo>
                  <a:pt x="1797" y="2123"/>
                </a:lnTo>
                <a:lnTo>
                  <a:pt x="1757" y="2094"/>
                </a:lnTo>
                <a:lnTo>
                  <a:pt x="1720" y="2061"/>
                </a:lnTo>
                <a:lnTo>
                  <a:pt x="1687" y="2024"/>
                </a:lnTo>
                <a:lnTo>
                  <a:pt x="1658" y="1985"/>
                </a:lnTo>
                <a:lnTo>
                  <a:pt x="1633" y="1943"/>
                </a:lnTo>
                <a:lnTo>
                  <a:pt x="1613" y="1899"/>
                </a:lnTo>
                <a:lnTo>
                  <a:pt x="1592" y="1840"/>
                </a:lnTo>
                <a:lnTo>
                  <a:pt x="1581" y="1779"/>
                </a:lnTo>
                <a:lnTo>
                  <a:pt x="1576" y="1718"/>
                </a:lnTo>
                <a:lnTo>
                  <a:pt x="1581" y="1657"/>
                </a:lnTo>
                <a:lnTo>
                  <a:pt x="1592" y="1596"/>
                </a:lnTo>
                <a:lnTo>
                  <a:pt x="1613" y="1536"/>
                </a:lnTo>
                <a:lnTo>
                  <a:pt x="1633" y="1492"/>
                </a:lnTo>
                <a:lnTo>
                  <a:pt x="1658" y="1451"/>
                </a:lnTo>
                <a:lnTo>
                  <a:pt x="1687" y="1411"/>
                </a:lnTo>
                <a:lnTo>
                  <a:pt x="1720" y="1375"/>
                </a:lnTo>
                <a:lnTo>
                  <a:pt x="1757" y="1341"/>
                </a:lnTo>
                <a:lnTo>
                  <a:pt x="1797" y="1312"/>
                </a:lnTo>
                <a:lnTo>
                  <a:pt x="1838" y="1288"/>
                </a:lnTo>
                <a:lnTo>
                  <a:pt x="1881" y="1269"/>
                </a:lnTo>
                <a:lnTo>
                  <a:pt x="1941" y="1250"/>
                </a:lnTo>
                <a:lnTo>
                  <a:pt x="2002" y="1239"/>
                </a:lnTo>
                <a:lnTo>
                  <a:pt x="2066" y="1234"/>
                </a:lnTo>
                <a:close/>
                <a:moveTo>
                  <a:pt x="2066" y="849"/>
                </a:moveTo>
                <a:lnTo>
                  <a:pt x="1983" y="852"/>
                </a:lnTo>
                <a:lnTo>
                  <a:pt x="1900" y="864"/>
                </a:lnTo>
                <a:lnTo>
                  <a:pt x="1818" y="883"/>
                </a:lnTo>
                <a:lnTo>
                  <a:pt x="1738" y="911"/>
                </a:lnTo>
                <a:lnTo>
                  <a:pt x="1674" y="938"/>
                </a:lnTo>
                <a:lnTo>
                  <a:pt x="1614" y="972"/>
                </a:lnTo>
                <a:lnTo>
                  <a:pt x="1556" y="1010"/>
                </a:lnTo>
                <a:lnTo>
                  <a:pt x="1500" y="1054"/>
                </a:lnTo>
                <a:lnTo>
                  <a:pt x="1447" y="1102"/>
                </a:lnTo>
                <a:lnTo>
                  <a:pt x="1396" y="1158"/>
                </a:lnTo>
                <a:lnTo>
                  <a:pt x="1349" y="1218"/>
                </a:lnTo>
                <a:lnTo>
                  <a:pt x="1309" y="1280"/>
                </a:lnTo>
                <a:lnTo>
                  <a:pt x="1276" y="1347"/>
                </a:lnTo>
                <a:lnTo>
                  <a:pt x="1247" y="1415"/>
                </a:lnTo>
                <a:lnTo>
                  <a:pt x="1225" y="1484"/>
                </a:lnTo>
                <a:lnTo>
                  <a:pt x="1208" y="1554"/>
                </a:lnTo>
                <a:lnTo>
                  <a:pt x="1197" y="1627"/>
                </a:lnTo>
                <a:lnTo>
                  <a:pt x="1193" y="1699"/>
                </a:lnTo>
                <a:lnTo>
                  <a:pt x="1194" y="1772"/>
                </a:lnTo>
                <a:lnTo>
                  <a:pt x="1202" y="1844"/>
                </a:lnTo>
                <a:lnTo>
                  <a:pt x="1215" y="1917"/>
                </a:lnTo>
                <a:lnTo>
                  <a:pt x="1234" y="1987"/>
                </a:lnTo>
                <a:lnTo>
                  <a:pt x="1258" y="2056"/>
                </a:lnTo>
                <a:lnTo>
                  <a:pt x="1290" y="2122"/>
                </a:lnTo>
                <a:lnTo>
                  <a:pt x="1326" y="2185"/>
                </a:lnTo>
                <a:lnTo>
                  <a:pt x="948" y="2564"/>
                </a:lnTo>
                <a:lnTo>
                  <a:pt x="923" y="2592"/>
                </a:lnTo>
                <a:lnTo>
                  <a:pt x="904" y="2622"/>
                </a:lnTo>
                <a:lnTo>
                  <a:pt x="890" y="2656"/>
                </a:lnTo>
                <a:lnTo>
                  <a:pt x="882" y="2690"/>
                </a:lnTo>
                <a:lnTo>
                  <a:pt x="880" y="2727"/>
                </a:lnTo>
                <a:lnTo>
                  <a:pt x="882" y="2764"/>
                </a:lnTo>
                <a:lnTo>
                  <a:pt x="890" y="2798"/>
                </a:lnTo>
                <a:lnTo>
                  <a:pt x="904" y="2829"/>
                </a:lnTo>
                <a:lnTo>
                  <a:pt x="923" y="2859"/>
                </a:lnTo>
                <a:lnTo>
                  <a:pt x="948" y="2886"/>
                </a:lnTo>
                <a:lnTo>
                  <a:pt x="974" y="2910"/>
                </a:lnTo>
                <a:lnTo>
                  <a:pt x="1004" y="2930"/>
                </a:lnTo>
                <a:lnTo>
                  <a:pt x="1036" y="2943"/>
                </a:lnTo>
                <a:lnTo>
                  <a:pt x="1071" y="2951"/>
                </a:lnTo>
                <a:lnTo>
                  <a:pt x="1109" y="2954"/>
                </a:lnTo>
                <a:lnTo>
                  <a:pt x="1146" y="2951"/>
                </a:lnTo>
                <a:lnTo>
                  <a:pt x="1181" y="2943"/>
                </a:lnTo>
                <a:lnTo>
                  <a:pt x="1212" y="2930"/>
                </a:lnTo>
                <a:lnTo>
                  <a:pt x="1242" y="2910"/>
                </a:lnTo>
                <a:lnTo>
                  <a:pt x="1270" y="2886"/>
                </a:lnTo>
                <a:lnTo>
                  <a:pt x="1664" y="2492"/>
                </a:lnTo>
                <a:lnTo>
                  <a:pt x="1727" y="2522"/>
                </a:lnTo>
                <a:lnTo>
                  <a:pt x="1792" y="2546"/>
                </a:lnTo>
                <a:lnTo>
                  <a:pt x="1856" y="2565"/>
                </a:lnTo>
                <a:lnTo>
                  <a:pt x="1923" y="2580"/>
                </a:lnTo>
                <a:lnTo>
                  <a:pt x="1991" y="2588"/>
                </a:lnTo>
                <a:lnTo>
                  <a:pt x="2058" y="2591"/>
                </a:lnTo>
                <a:lnTo>
                  <a:pt x="2126" y="2590"/>
                </a:lnTo>
                <a:lnTo>
                  <a:pt x="2192" y="2583"/>
                </a:lnTo>
                <a:lnTo>
                  <a:pt x="2259" y="2570"/>
                </a:lnTo>
                <a:lnTo>
                  <a:pt x="2325" y="2553"/>
                </a:lnTo>
                <a:lnTo>
                  <a:pt x="2389" y="2530"/>
                </a:lnTo>
                <a:lnTo>
                  <a:pt x="2454" y="2501"/>
                </a:lnTo>
                <a:lnTo>
                  <a:pt x="2516" y="2468"/>
                </a:lnTo>
                <a:lnTo>
                  <a:pt x="2575" y="2429"/>
                </a:lnTo>
                <a:lnTo>
                  <a:pt x="2630" y="2385"/>
                </a:lnTo>
                <a:lnTo>
                  <a:pt x="2683" y="2337"/>
                </a:lnTo>
                <a:lnTo>
                  <a:pt x="2732" y="2284"/>
                </a:lnTo>
                <a:lnTo>
                  <a:pt x="2775" y="2229"/>
                </a:lnTo>
                <a:lnTo>
                  <a:pt x="2814" y="2171"/>
                </a:lnTo>
                <a:lnTo>
                  <a:pt x="2846" y="2110"/>
                </a:lnTo>
                <a:lnTo>
                  <a:pt x="2874" y="2047"/>
                </a:lnTo>
                <a:lnTo>
                  <a:pt x="2902" y="1966"/>
                </a:lnTo>
                <a:lnTo>
                  <a:pt x="2921" y="1884"/>
                </a:lnTo>
                <a:lnTo>
                  <a:pt x="2933" y="1803"/>
                </a:lnTo>
                <a:lnTo>
                  <a:pt x="2937" y="1720"/>
                </a:lnTo>
                <a:lnTo>
                  <a:pt x="2933" y="1637"/>
                </a:lnTo>
                <a:lnTo>
                  <a:pt x="2921" y="1554"/>
                </a:lnTo>
                <a:lnTo>
                  <a:pt x="2902" y="1472"/>
                </a:lnTo>
                <a:lnTo>
                  <a:pt x="2874" y="1392"/>
                </a:lnTo>
                <a:lnTo>
                  <a:pt x="2846" y="1329"/>
                </a:lnTo>
                <a:lnTo>
                  <a:pt x="2814" y="1269"/>
                </a:lnTo>
                <a:lnTo>
                  <a:pt x="2775" y="1210"/>
                </a:lnTo>
                <a:lnTo>
                  <a:pt x="2732" y="1155"/>
                </a:lnTo>
                <a:lnTo>
                  <a:pt x="2683" y="1102"/>
                </a:lnTo>
                <a:lnTo>
                  <a:pt x="2630" y="1054"/>
                </a:lnTo>
                <a:lnTo>
                  <a:pt x="2575" y="1010"/>
                </a:lnTo>
                <a:lnTo>
                  <a:pt x="2517" y="972"/>
                </a:lnTo>
                <a:lnTo>
                  <a:pt x="2456" y="938"/>
                </a:lnTo>
                <a:lnTo>
                  <a:pt x="2393" y="911"/>
                </a:lnTo>
                <a:lnTo>
                  <a:pt x="2312" y="883"/>
                </a:lnTo>
                <a:lnTo>
                  <a:pt x="2230" y="864"/>
                </a:lnTo>
                <a:lnTo>
                  <a:pt x="2149" y="852"/>
                </a:lnTo>
                <a:lnTo>
                  <a:pt x="2066" y="849"/>
                </a:lnTo>
                <a:close/>
                <a:moveTo>
                  <a:pt x="1895" y="0"/>
                </a:moveTo>
                <a:lnTo>
                  <a:pt x="2006" y="3"/>
                </a:lnTo>
                <a:lnTo>
                  <a:pt x="2114" y="12"/>
                </a:lnTo>
                <a:lnTo>
                  <a:pt x="2221" y="28"/>
                </a:lnTo>
                <a:lnTo>
                  <a:pt x="2327" y="49"/>
                </a:lnTo>
                <a:lnTo>
                  <a:pt x="2431" y="76"/>
                </a:lnTo>
                <a:lnTo>
                  <a:pt x="2532" y="110"/>
                </a:lnTo>
                <a:lnTo>
                  <a:pt x="2632" y="150"/>
                </a:lnTo>
                <a:lnTo>
                  <a:pt x="2729" y="195"/>
                </a:lnTo>
                <a:lnTo>
                  <a:pt x="2822" y="243"/>
                </a:lnTo>
                <a:lnTo>
                  <a:pt x="2912" y="297"/>
                </a:lnTo>
                <a:lnTo>
                  <a:pt x="2998" y="355"/>
                </a:lnTo>
                <a:lnTo>
                  <a:pt x="3081" y="417"/>
                </a:lnTo>
                <a:lnTo>
                  <a:pt x="3160" y="484"/>
                </a:lnTo>
                <a:lnTo>
                  <a:pt x="3235" y="555"/>
                </a:lnTo>
                <a:lnTo>
                  <a:pt x="3305" y="630"/>
                </a:lnTo>
                <a:lnTo>
                  <a:pt x="3372" y="708"/>
                </a:lnTo>
                <a:lnTo>
                  <a:pt x="3434" y="791"/>
                </a:lnTo>
                <a:lnTo>
                  <a:pt x="3492" y="876"/>
                </a:lnTo>
                <a:lnTo>
                  <a:pt x="3545" y="966"/>
                </a:lnTo>
                <a:lnTo>
                  <a:pt x="3595" y="1060"/>
                </a:lnTo>
                <a:lnTo>
                  <a:pt x="3640" y="1157"/>
                </a:lnTo>
                <a:lnTo>
                  <a:pt x="3679" y="1257"/>
                </a:lnTo>
                <a:lnTo>
                  <a:pt x="3714" y="1359"/>
                </a:lnTo>
                <a:lnTo>
                  <a:pt x="3741" y="1462"/>
                </a:lnTo>
                <a:lnTo>
                  <a:pt x="3762" y="1567"/>
                </a:lnTo>
                <a:lnTo>
                  <a:pt x="3777" y="1674"/>
                </a:lnTo>
                <a:lnTo>
                  <a:pt x="3786" y="1783"/>
                </a:lnTo>
                <a:lnTo>
                  <a:pt x="3790" y="1894"/>
                </a:lnTo>
                <a:lnTo>
                  <a:pt x="3787" y="1997"/>
                </a:lnTo>
                <a:lnTo>
                  <a:pt x="3778" y="2100"/>
                </a:lnTo>
                <a:lnTo>
                  <a:pt x="3765" y="2201"/>
                </a:lnTo>
                <a:lnTo>
                  <a:pt x="3746" y="2300"/>
                </a:lnTo>
                <a:lnTo>
                  <a:pt x="3722" y="2398"/>
                </a:lnTo>
                <a:lnTo>
                  <a:pt x="3692" y="2493"/>
                </a:lnTo>
                <a:lnTo>
                  <a:pt x="3658" y="2587"/>
                </a:lnTo>
                <a:lnTo>
                  <a:pt x="3619" y="2676"/>
                </a:lnTo>
                <a:lnTo>
                  <a:pt x="3577" y="2765"/>
                </a:lnTo>
                <a:lnTo>
                  <a:pt x="3530" y="2850"/>
                </a:lnTo>
                <a:lnTo>
                  <a:pt x="3479" y="2933"/>
                </a:lnTo>
                <a:lnTo>
                  <a:pt x="3423" y="3012"/>
                </a:lnTo>
                <a:lnTo>
                  <a:pt x="3365" y="3088"/>
                </a:lnTo>
                <a:lnTo>
                  <a:pt x="3301" y="3162"/>
                </a:lnTo>
                <a:lnTo>
                  <a:pt x="3235" y="3232"/>
                </a:lnTo>
                <a:lnTo>
                  <a:pt x="3164" y="3299"/>
                </a:lnTo>
                <a:lnTo>
                  <a:pt x="3091" y="3362"/>
                </a:lnTo>
                <a:lnTo>
                  <a:pt x="3013" y="3421"/>
                </a:lnTo>
                <a:lnTo>
                  <a:pt x="2934" y="3476"/>
                </a:lnTo>
                <a:lnTo>
                  <a:pt x="2852" y="3528"/>
                </a:lnTo>
                <a:lnTo>
                  <a:pt x="2766" y="3575"/>
                </a:lnTo>
                <a:lnTo>
                  <a:pt x="2678" y="3618"/>
                </a:lnTo>
                <a:lnTo>
                  <a:pt x="2587" y="3656"/>
                </a:lnTo>
                <a:lnTo>
                  <a:pt x="2494" y="3689"/>
                </a:lnTo>
                <a:lnTo>
                  <a:pt x="2398" y="3719"/>
                </a:lnTo>
                <a:lnTo>
                  <a:pt x="2301" y="3743"/>
                </a:lnTo>
                <a:lnTo>
                  <a:pt x="2202" y="3763"/>
                </a:lnTo>
                <a:lnTo>
                  <a:pt x="2101" y="3777"/>
                </a:lnTo>
                <a:lnTo>
                  <a:pt x="1999" y="3785"/>
                </a:lnTo>
                <a:lnTo>
                  <a:pt x="1895" y="3787"/>
                </a:lnTo>
                <a:lnTo>
                  <a:pt x="1790" y="3785"/>
                </a:lnTo>
                <a:lnTo>
                  <a:pt x="1689" y="3777"/>
                </a:lnTo>
                <a:lnTo>
                  <a:pt x="1588" y="3763"/>
                </a:lnTo>
                <a:lnTo>
                  <a:pt x="1489" y="3743"/>
                </a:lnTo>
                <a:lnTo>
                  <a:pt x="1391" y="3719"/>
                </a:lnTo>
                <a:lnTo>
                  <a:pt x="1295" y="3689"/>
                </a:lnTo>
                <a:lnTo>
                  <a:pt x="1202" y="3656"/>
                </a:lnTo>
                <a:lnTo>
                  <a:pt x="1111" y="3618"/>
                </a:lnTo>
                <a:lnTo>
                  <a:pt x="1024" y="3575"/>
                </a:lnTo>
                <a:lnTo>
                  <a:pt x="938" y="3528"/>
                </a:lnTo>
                <a:lnTo>
                  <a:pt x="855" y="3476"/>
                </a:lnTo>
                <a:lnTo>
                  <a:pt x="776" y="3421"/>
                </a:lnTo>
                <a:lnTo>
                  <a:pt x="699" y="3362"/>
                </a:lnTo>
                <a:lnTo>
                  <a:pt x="626" y="3299"/>
                </a:lnTo>
                <a:lnTo>
                  <a:pt x="555" y="3232"/>
                </a:lnTo>
                <a:lnTo>
                  <a:pt x="488" y="3162"/>
                </a:lnTo>
                <a:lnTo>
                  <a:pt x="425" y="3088"/>
                </a:lnTo>
                <a:lnTo>
                  <a:pt x="366" y="3012"/>
                </a:lnTo>
                <a:lnTo>
                  <a:pt x="311" y="2933"/>
                </a:lnTo>
                <a:lnTo>
                  <a:pt x="260" y="2850"/>
                </a:lnTo>
                <a:lnTo>
                  <a:pt x="213" y="2765"/>
                </a:lnTo>
                <a:lnTo>
                  <a:pt x="170" y="2676"/>
                </a:lnTo>
                <a:lnTo>
                  <a:pt x="132" y="2587"/>
                </a:lnTo>
                <a:lnTo>
                  <a:pt x="98" y="2493"/>
                </a:lnTo>
                <a:lnTo>
                  <a:pt x="69" y="2398"/>
                </a:lnTo>
                <a:lnTo>
                  <a:pt x="44" y="2300"/>
                </a:lnTo>
                <a:lnTo>
                  <a:pt x="25" y="2201"/>
                </a:lnTo>
                <a:lnTo>
                  <a:pt x="11" y="2100"/>
                </a:lnTo>
                <a:lnTo>
                  <a:pt x="3" y="1997"/>
                </a:lnTo>
                <a:lnTo>
                  <a:pt x="0" y="1894"/>
                </a:lnTo>
                <a:lnTo>
                  <a:pt x="3" y="1790"/>
                </a:lnTo>
                <a:lnTo>
                  <a:pt x="11" y="1688"/>
                </a:lnTo>
                <a:lnTo>
                  <a:pt x="25" y="1586"/>
                </a:lnTo>
                <a:lnTo>
                  <a:pt x="44" y="1487"/>
                </a:lnTo>
                <a:lnTo>
                  <a:pt x="69" y="1390"/>
                </a:lnTo>
                <a:lnTo>
                  <a:pt x="98" y="1294"/>
                </a:lnTo>
                <a:lnTo>
                  <a:pt x="132" y="1201"/>
                </a:lnTo>
                <a:lnTo>
                  <a:pt x="170" y="1111"/>
                </a:lnTo>
                <a:lnTo>
                  <a:pt x="213" y="1022"/>
                </a:lnTo>
                <a:lnTo>
                  <a:pt x="260" y="937"/>
                </a:lnTo>
                <a:lnTo>
                  <a:pt x="311" y="854"/>
                </a:lnTo>
                <a:lnTo>
                  <a:pt x="366" y="775"/>
                </a:lnTo>
                <a:lnTo>
                  <a:pt x="425" y="699"/>
                </a:lnTo>
                <a:lnTo>
                  <a:pt x="488" y="625"/>
                </a:lnTo>
                <a:lnTo>
                  <a:pt x="555" y="555"/>
                </a:lnTo>
                <a:lnTo>
                  <a:pt x="626" y="488"/>
                </a:lnTo>
                <a:lnTo>
                  <a:pt x="699" y="425"/>
                </a:lnTo>
                <a:lnTo>
                  <a:pt x="776" y="365"/>
                </a:lnTo>
                <a:lnTo>
                  <a:pt x="855" y="311"/>
                </a:lnTo>
                <a:lnTo>
                  <a:pt x="938" y="259"/>
                </a:lnTo>
                <a:lnTo>
                  <a:pt x="1024" y="212"/>
                </a:lnTo>
                <a:lnTo>
                  <a:pt x="1111" y="170"/>
                </a:lnTo>
                <a:lnTo>
                  <a:pt x="1202" y="132"/>
                </a:lnTo>
                <a:lnTo>
                  <a:pt x="1295" y="98"/>
                </a:lnTo>
                <a:lnTo>
                  <a:pt x="1391" y="68"/>
                </a:lnTo>
                <a:lnTo>
                  <a:pt x="1489" y="44"/>
                </a:lnTo>
                <a:lnTo>
                  <a:pt x="1588" y="25"/>
                </a:lnTo>
                <a:lnTo>
                  <a:pt x="1689" y="11"/>
                </a:lnTo>
                <a:lnTo>
                  <a:pt x="1790" y="3"/>
                </a:lnTo>
                <a:lnTo>
                  <a:pt x="1895" y="0"/>
                </a:lnTo>
                <a:close/>
              </a:path>
            </a:pathLst>
          </a:custGeom>
          <a:solidFill>
            <a:schemeClr val="accent2"/>
          </a:solidFill>
          <a:ln w="0">
            <a:noFill/>
            <a:prstDash val="solid"/>
            <a:round/>
            <a:headEnd/>
            <a:tailEnd/>
          </a:ln>
        </p:spPr>
        <p:txBody>
          <a:bodyPr vert="horz" wrap="square" lIns="121920" tIns="60960" rIns="121920" bIns="60960" numCol="1" anchor="t" anchorCtr="0" compatLnSpc="1">
            <a:prstTxWarp prst="textNoShape">
              <a:avLst/>
            </a:prstTxWarp>
          </a:bodyPr>
          <a:lstStyle/>
          <a:p>
            <a:pPr defTabSz="457200"/>
            <a:endParaRPr lang="en-US" sz="3200">
              <a:solidFill>
                <a:prstClr val="black"/>
              </a:solidFill>
              <a:latin typeface="Arial" pitchFamily="34" charset="0"/>
              <a:cs typeface="Arial" pitchFamily="34" charset="0"/>
            </a:endParaRPr>
          </a:p>
        </p:txBody>
      </p:sp>
      <p:sp>
        <p:nvSpPr>
          <p:cNvPr id="74" name="Rectangle 73">
            <a:extLst>
              <a:ext uri="{FF2B5EF4-FFF2-40B4-BE49-F238E27FC236}">
                <a16:creationId xmlns:a16="http://schemas.microsoft.com/office/drawing/2014/main" id="{CB1AC87D-D05D-301B-1375-EE10E9014E82}"/>
              </a:ext>
            </a:extLst>
          </p:cNvPr>
          <p:cNvSpPr/>
          <p:nvPr/>
        </p:nvSpPr>
        <p:spPr>
          <a:xfrm>
            <a:off x="7151601" y="2291317"/>
            <a:ext cx="2683993" cy="369332"/>
          </a:xfrm>
          <a:prstGeom prst="rect">
            <a:avLst/>
          </a:prstGeom>
          <a:noFill/>
          <a:ln w="12700" cap="flat" cmpd="sng" algn="ctr">
            <a:noFill/>
            <a:prstDash val="solid"/>
            <a:miter lim="800000"/>
          </a:ln>
          <a:effectLst/>
        </p:spPr>
        <p:txBody>
          <a:bodyPr rtlCol="0" anchor="ctr">
            <a:spAutoFit/>
          </a:bodyPr>
          <a:lstStyle/>
          <a:p>
            <a:pPr algn="ctr" defTabSz="457200">
              <a:defRPr/>
            </a:pPr>
            <a:r>
              <a:rPr lang="en-US" b="1" kern="0">
                <a:solidFill>
                  <a:srgbClr val="ECB448"/>
                </a:solidFill>
                <a:latin typeface="Arial" pitchFamily="34" charset="0"/>
                <a:cs typeface="Arial" pitchFamily="34" charset="0"/>
              </a:rPr>
              <a:t>Type Text Here</a:t>
            </a:r>
          </a:p>
        </p:txBody>
      </p:sp>
      <p:sp>
        <p:nvSpPr>
          <p:cNvPr id="75" name="Freeform 48">
            <a:extLst>
              <a:ext uri="{FF2B5EF4-FFF2-40B4-BE49-F238E27FC236}">
                <a16:creationId xmlns:a16="http://schemas.microsoft.com/office/drawing/2014/main" id="{7B75EAC0-BDBD-4E4F-1EC9-2F0392D447F9}"/>
              </a:ext>
            </a:extLst>
          </p:cNvPr>
          <p:cNvSpPr>
            <a:spLocks noEditPoints="1"/>
          </p:cNvSpPr>
          <p:nvPr/>
        </p:nvSpPr>
        <p:spPr bwMode="auto">
          <a:xfrm>
            <a:off x="3007931" y="1811314"/>
            <a:ext cx="438912" cy="423547"/>
          </a:xfrm>
          <a:custGeom>
            <a:avLst/>
            <a:gdLst>
              <a:gd name="T0" fmla="*/ 2971 w 3963"/>
              <a:gd name="T1" fmla="*/ 2386 h 3962"/>
              <a:gd name="T2" fmla="*/ 3435 w 3963"/>
              <a:gd name="T3" fmla="*/ 1996 h 3962"/>
              <a:gd name="T4" fmla="*/ 3571 w 3963"/>
              <a:gd name="T5" fmla="*/ 2023 h 3962"/>
              <a:gd name="T6" fmla="*/ 3570 w 3963"/>
              <a:gd name="T7" fmla="*/ 1896 h 3962"/>
              <a:gd name="T8" fmla="*/ 3553 w 3963"/>
              <a:gd name="T9" fmla="*/ 1820 h 3962"/>
              <a:gd name="T10" fmla="*/ 3472 w 3963"/>
              <a:gd name="T11" fmla="*/ 1837 h 3962"/>
              <a:gd name="T12" fmla="*/ 3523 w 3963"/>
              <a:gd name="T13" fmla="*/ 1653 h 3962"/>
              <a:gd name="T14" fmla="*/ 3431 w 3963"/>
              <a:gd name="T15" fmla="*/ 1720 h 3962"/>
              <a:gd name="T16" fmla="*/ 3497 w 3963"/>
              <a:gd name="T17" fmla="*/ 1577 h 3962"/>
              <a:gd name="T18" fmla="*/ 3426 w 3963"/>
              <a:gd name="T19" fmla="*/ 1392 h 3962"/>
              <a:gd name="T20" fmla="*/ 3429 w 3963"/>
              <a:gd name="T21" fmla="*/ 1320 h 3962"/>
              <a:gd name="T22" fmla="*/ 2421 w 3963"/>
              <a:gd name="T23" fmla="*/ 1030 h 3962"/>
              <a:gd name="T24" fmla="*/ 2192 w 3963"/>
              <a:gd name="T25" fmla="*/ 997 h 3962"/>
              <a:gd name="T26" fmla="*/ 1853 w 3963"/>
              <a:gd name="T27" fmla="*/ 914 h 3962"/>
              <a:gd name="T28" fmla="*/ 1622 w 3963"/>
              <a:gd name="T29" fmla="*/ 634 h 3962"/>
              <a:gd name="T30" fmla="*/ 1743 w 3963"/>
              <a:gd name="T31" fmla="*/ 551 h 3962"/>
              <a:gd name="T32" fmla="*/ 1731 w 3963"/>
              <a:gd name="T33" fmla="*/ 658 h 3962"/>
              <a:gd name="T34" fmla="*/ 1664 w 3963"/>
              <a:gd name="T35" fmla="*/ 620 h 3962"/>
              <a:gd name="T36" fmla="*/ 1676 w 3963"/>
              <a:gd name="T37" fmla="*/ 555 h 3962"/>
              <a:gd name="T38" fmla="*/ 1358 w 3963"/>
              <a:gd name="T39" fmla="*/ 476 h 3962"/>
              <a:gd name="T40" fmla="*/ 397 w 3963"/>
              <a:gd name="T41" fmla="*/ 1646 h 3962"/>
              <a:gd name="T42" fmla="*/ 547 w 3963"/>
              <a:gd name="T43" fmla="*/ 1931 h 3962"/>
              <a:gd name="T44" fmla="*/ 652 w 3963"/>
              <a:gd name="T45" fmla="*/ 2035 h 3962"/>
              <a:gd name="T46" fmla="*/ 733 w 3963"/>
              <a:gd name="T47" fmla="*/ 2041 h 3962"/>
              <a:gd name="T48" fmla="*/ 803 w 3963"/>
              <a:gd name="T49" fmla="*/ 2089 h 3962"/>
              <a:gd name="T50" fmla="*/ 738 w 3963"/>
              <a:gd name="T51" fmla="*/ 2639 h 3962"/>
              <a:gd name="T52" fmla="*/ 745 w 3963"/>
              <a:gd name="T53" fmla="*/ 3029 h 3962"/>
              <a:gd name="T54" fmla="*/ 1052 w 3963"/>
              <a:gd name="T55" fmla="*/ 3311 h 3962"/>
              <a:gd name="T56" fmla="*/ 2516 w 3963"/>
              <a:gd name="T57" fmla="*/ 3519 h 3962"/>
              <a:gd name="T58" fmla="*/ 3496 w 3963"/>
              <a:gd name="T59" fmla="*/ 1382 h 3962"/>
              <a:gd name="T60" fmla="*/ 3068 w 3963"/>
              <a:gd name="T61" fmla="*/ 1237 h 3962"/>
              <a:gd name="T62" fmla="*/ 2997 w 3963"/>
              <a:gd name="T63" fmla="*/ 1263 h 3962"/>
              <a:gd name="T64" fmla="*/ 2912 w 3963"/>
              <a:gd name="T65" fmla="*/ 1603 h 3962"/>
              <a:gd name="T66" fmla="*/ 2489 w 3963"/>
              <a:gd name="T67" fmla="*/ 1168 h 3962"/>
              <a:gd name="T68" fmla="*/ 2743 w 3963"/>
              <a:gd name="T69" fmla="*/ 1584 h 3962"/>
              <a:gd name="T70" fmla="*/ 3051 w 3963"/>
              <a:gd name="T71" fmla="*/ 1695 h 3962"/>
              <a:gd name="T72" fmla="*/ 2700 w 3963"/>
              <a:gd name="T73" fmla="*/ 2461 h 3962"/>
              <a:gd name="T74" fmla="*/ 2423 w 3963"/>
              <a:gd name="T75" fmla="*/ 2929 h 3962"/>
              <a:gd name="T76" fmla="*/ 2119 w 3963"/>
              <a:gd name="T77" fmla="*/ 3074 h 3962"/>
              <a:gd name="T78" fmla="*/ 2046 w 3963"/>
              <a:gd name="T79" fmla="*/ 2953 h 3962"/>
              <a:gd name="T80" fmla="*/ 1954 w 3963"/>
              <a:gd name="T81" fmla="*/ 2758 h 3962"/>
              <a:gd name="T82" fmla="*/ 1848 w 3963"/>
              <a:gd name="T83" fmla="*/ 2149 h 3962"/>
              <a:gd name="T84" fmla="*/ 1674 w 3963"/>
              <a:gd name="T85" fmla="*/ 1878 h 3962"/>
              <a:gd name="T86" fmla="*/ 1335 w 3963"/>
              <a:gd name="T87" fmla="*/ 1891 h 3962"/>
              <a:gd name="T88" fmla="*/ 1031 w 3963"/>
              <a:gd name="T89" fmla="*/ 1593 h 3962"/>
              <a:gd name="T90" fmla="*/ 1365 w 3963"/>
              <a:gd name="T91" fmla="*/ 1080 h 3962"/>
              <a:gd name="T92" fmla="*/ 1973 w 3963"/>
              <a:gd name="T93" fmla="*/ 1077 h 3962"/>
              <a:gd name="T94" fmla="*/ 2123 w 3963"/>
              <a:gd name="T95" fmla="*/ 1074 h 3962"/>
              <a:gd name="T96" fmla="*/ 2398 w 3963"/>
              <a:gd name="T97" fmla="*/ 968 h 3962"/>
              <a:gd name="T98" fmla="*/ 2165 w 3963"/>
              <a:gd name="T99" fmla="*/ 970 h 3962"/>
              <a:gd name="T100" fmla="*/ 2032 w 3963"/>
              <a:gd name="T101" fmla="*/ 968 h 3962"/>
              <a:gd name="T102" fmla="*/ 1602 w 3963"/>
              <a:gd name="T103" fmla="*/ 936 h 3962"/>
              <a:gd name="T104" fmla="*/ 1602 w 3963"/>
              <a:gd name="T105" fmla="*/ 790 h 3962"/>
              <a:gd name="T106" fmla="*/ 1900 w 3963"/>
              <a:gd name="T107" fmla="*/ 568 h 3962"/>
              <a:gd name="T108" fmla="*/ 2090 w 3963"/>
              <a:gd name="T109" fmla="*/ 552 h 3962"/>
              <a:gd name="T110" fmla="*/ 2082 w 3963"/>
              <a:gd name="T111" fmla="*/ 457 h 3962"/>
              <a:gd name="T112" fmla="*/ 1905 w 3963"/>
              <a:gd name="T113" fmla="*/ 496 h 3962"/>
              <a:gd name="T114" fmla="*/ 2251 w 3963"/>
              <a:gd name="T115" fmla="*/ 381 h 3962"/>
              <a:gd name="T116" fmla="*/ 2452 w 3963"/>
              <a:gd name="T117" fmla="*/ 57 h 3962"/>
              <a:gd name="T118" fmla="*/ 3948 w 3963"/>
              <a:gd name="T119" fmla="*/ 2220 h 3962"/>
              <a:gd name="T120" fmla="*/ 1981 w 3963"/>
              <a:gd name="T121" fmla="*/ 3962 h 3962"/>
              <a:gd name="T122" fmla="*/ 14 w 3963"/>
              <a:gd name="T123" fmla="*/ 2220 h 3962"/>
              <a:gd name="T124" fmla="*/ 1510 w 3963"/>
              <a:gd name="T125" fmla="*/ 57 h 3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63" h="3962">
                <a:moveTo>
                  <a:pt x="2996" y="2359"/>
                </a:moveTo>
                <a:lnTo>
                  <a:pt x="3023" y="2361"/>
                </a:lnTo>
                <a:lnTo>
                  <a:pt x="3035" y="2389"/>
                </a:lnTo>
                <a:lnTo>
                  <a:pt x="3035" y="2394"/>
                </a:lnTo>
                <a:lnTo>
                  <a:pt x="3038" y="2389"/>
                </a:lnTo>
                <a:lnTo>
                  <a:pt x="3034" y="2414"/>
                </a:lnTo>
                <a:lnTo>
                  <a:pt x="3033" y="2412"/>
                </a:lnTo>
                <a:lnTo>
                  <a:pt x="3028" y="2426"/>
                </a:lnTo>
                <a:lnTo>
                  <a:pt x="3021" y="2441"/>
                </a:lnTo>
                <a:lnTo>
                  <a:pt x="2995" y="2561"/>
                </a:lnTo>
                <a:lnTo>
                  <a:pt x="2901" y="2754"/>
                </a:lnTo>
                <a:lnTo>
                  <a:pt x="2877" y="2827"/>
                </a:lnTo>
                <a:lnTo>
                  <a:pt x="2833" y="2859"/>
                </a:lnTo>
                <a:lnTo>
                  <a:pt x="2791" y="2852"/>
                </a:lnTo>
                <a:lnTo>
                  <a:pt x="2762" y="2819"/>
                </a:lnTo>
                <a:lnTo>
                  <a:pt x="2760" y="2806"/>
                </a:lnTo>
                <a:lnTo>
                  <a:pt x="2764" y="2772"/>
                </a:lnTo>
                <a:lnTo>
                  <a:pt x="2766" y="2757"/>
                </a:lnTo>
                <a:lnTo>
                  <a:pt x="2803" y="2664"/>
                </a:lnTo>
                <a:lnTo>
                  <a:pt x="2799" y="2564"/>
                </a:lnTo>
                <a:lnTo>
                  <a:pt x="2802" y="2549"/>
                </a:lnTo>
                <a:lnTo>
                  <a:pt x="2812" y="2533"/>
                </a:lnTo>
                <a:lnTo>
                  <a:pt x="2823" y="2520"/>
                </a:lnTo>
                <a:lnTo>
                  <a:pt x="2900" y="2477"/>
                </a:lnTo>
                <a:lnTo>
                  <a:pt x="2971" y="2386"/>
                </a:lnTo>
                <a:lnTo>
                  <a:pt x="2979" y="2370"/>
                </a:lnTo>
                <a:lnTo>
                  <a:pt x="2996" y="2359"/>
                </a:lnTo>
                <a:close/>
                <a:moveTo>
                  <a:pt x="3514" y="2030"/>
                </a:moveTo>
                <a:lnTo>
                  <a:pt x="3533" y="2030"/>
                </a:lnTo>
                <a:lnTo>
                  <a:pt x="3497" y="2076"/>
                </a:lnTo>
                <a:lnTo>
                  <a:pt x="3479" y="2106"/>
                </a:lnTo>
                <a:lnTo>
                  <a:pt x="3471" y="2112"/>
                </a:lnTo>
                <a:lnTo>
                  <a:pt x="3465" y="2099"/>
                </a:lnTo>
                <a:lnTo>
                  <a:pt x="3470" y="2076"/>
                </a:lnTo>
                <a:lnTo>
                  <a:pt x="3479" y="2060"/>
                </a:lnTo>
                <a:lnTo>
                  <a:pt x="3497" y="2040"/>
                </a:lnTo>
                <a:lnTo>
                  <a:pt x="3514" y="2030"/>
                </a:lnTo>
                <a:close/>
                <a:moveTo>
                  <a:pt x="3488" y="2016"/>
                </a:moveTo>
                <a:lnTo>
                  <a:pt x="3490" y="2026"/>
                </a:lnTo>
                <a:lnTo>
                  <a:pt x="3459" y="2054"/>
                </a:lnTo>
                <a:lnTo>
                  <a:pt x="3431" y="2062"/>
                </a:lnTo>
                <a:lnTo>
                  <a:pt x="3424" y="2053"/>
                </a:lnTo>
                <a:lnTo>
                  <a:pt x="3428" y="2036"/>
                </a:lnTo>
                <a:lnTo>
                  <a:pt x="3436" y="2027"/>
                </a:lnTo>
                <a:lnTo>
                  <a:pt x="3453" y="2030"/>
                </a:lnTo>
                <a:lnTo>
                  <a:pt x="3479" y="2016"/>
                </a:lnTo>
                <a:lnTo>
                  <a:pt x="3488" y="2016"/>
                </a:lnTo>
                <a:close/>
                <a:moveTo>
                  <a:pt x="3384" y="1994"/>
                </a:moveTo>
                <a:lnTo>
                  <a:pt x="3401" y="1997"/>
                </a:lnTo>
                <a:lnTo>
                  <a:pt x="3435" y="1996"/>
                </a:lnTo>
                <a:lnTo>
                  <a:pt x="3434" y="2005"/>
                </a:lnTo>
                <a:lnTo>
                  <a:pt x="3419" y="2026"/>
                </a:lnTo>
                <a:lnTo>
                  <a:pt x="3411" y="2029"/>
                </a:lnTo>
                <a:lnTo>
                  <a:pt x="3384" y="2027"/>
                </a:lnTo>
                <a:lnTo>
                  <a:pt x="3372" y="2008"/>
                </a:lnTo>
                <a:lnTo>
                  <a:pt x="3384" y="1994"/>
                </a:lnTo>
                <a:close/>
                <a:moveTo>
                  <a:pt x="3566" y="1762"/>
                </a:moveTo>
                <a:lnTo>
                  <a:pt x="3571" y="1772"/>
                </a:lnTo>
                <a:lnTo>
                  <a:pt x="3574" y="1792"/>
                </a:lnTo>
                <a:lnTo>
                  <a:pt x="3573" y="1792"/>
                </a:lnTo>
                <a:lnTo>
                  <a:pt x="3572" y="1821"/>
                </a:lnTo>
                <a:lnTo>
                  <a:pt x="3573" y="1845"/>
                </a:lnTo>
                <a:lnTo>
                  <a:pt x="3577" y="1855"/>
                </a:lnTo>
                <a:lnTo>
                  <a:pt x="3580" y="1844"/>
                </a:lnTo>
                <a:lnTo>
                  <a:pt x="3583" y="1820"/>
                </a:lnTo>
                <a:lnTo>
                  <a:pt x="3585" y="1799"/>
                </a:lnTo>
                <a:lnTo>
                  <a:pt x="3588" y="1797"/>
                </a:lnTo>
                <a:lnTo>
                  <a:pt x="3591" y="1832"/>
                </a:lnTo>
                <a:lnTo>
                  <a:pt x="3583" y="1944"/>
                </a:lnTo>
                <a:lnTo>
                  <a:pt x="3566" y="2056"/>
                </a:lnTo>
                <a:lnTo>
                  <a:pt x="3566" y="2058"/>
                </a:lnTo>
                <a:lnTo>
                  <a:pt x="3566" y="2054"/>
                </a:lnTo>
                <a:lnTo>
                  <a:pt x="3567" y="2047"/>
                </a:lnTo>
                <a:lnTo>
                  <a:pt x="3571" y="2028"/>
                </a:lnTo>
                <a:lnTo>
                  <a:pt x="3571" y="2023"/>
                </a:lnTo>
                <a:lnTo>
                  <a:pt x="3570" y="2022"/>
                </a:lnTo>
                <a:lnTo>
                  <a:pt x="3568" y="2027"/>
                </a:lnTo>
                <a:lnTo>
                  <a:pt x="3567" y="2036"/>
                </a:lnTo>
                <a:lnTo>
                  <a:pt x="3566" y="2038"/>
                </a:lnTo>
                <a:lnTo>
                  <a:pt x="3565" y="2030"/>
                </a:lnTo>
                <a:lnTo>
                  <a:pt x="3567" y="2012"/>
                </a:lnTo>
                <a:lnTo>
                  <a:pt x="3570" y="2003"/>
                </a:lnTo>
                <a:lnTo>
                  <a:pt x="3571" y="2000"/>
                </a:lnTo>
                <a:lnTo>
                  <a:pt x="3573" y="1997"/>
                </a:lnTo>
                <a:lnTo>
                  <a:pt x="3573" y="1993"/>
                </a:lnTo>
                <a:lnTo>
                  <a:pt x="3573" y="1991"/>
                </a:lnTo>
                <a:lnTo>
                  <a:pt x="3573" y="1986"/>
                </a:lnTo>
                <a:lnTo>
                  <a:pt x="3574" y="1981"/>
                </a:lnTo>
                <a:lnTo>
                  <a:pt x="3576" y="1970"/>
                </a:lnTo>
                <a:lnTo>
                  <a:pt x="3577" y="1951"/>
                </a:lnTo>
                <a:lnTo>
                  <a:pt x="3579" y="1920"/>
                </a:lnTo>
                <a:lnTo>
                  <a:pt x="3579" y="1917"/>
                </a:lnTo>
                <a:lnTo>
                  <a:pt x="3579" y="1913"/>
                </a:lnTo>
                <a:lnTo>
                  <a:pt x="3579" y="1913"/>
                </a:lnTo>
                <a:lnTo>
                  <a:pt x="3578" y="1910"/>
                </a:lnTo>
                <a:lnTo>
                  <a:pt x="3578" y="1908"/>
                </a:lnTo>
                <a:lnTo>
                  <a:pt x="3578" y="1905"/>
                </a:lnTo>
                <a:lnTo>
                  <a:pt x="3577" y="1904"/>
                </a:lnTo>
                <a:lnTo>
                  <a:pt x="3577" y="1898"/>
                </a:lnTo>
                <a:lnTo>
                  <a:pt x="3570" y="1896"/>
                </a:lnTo>
                <a:lnTo>
                  <a:pt x="3570" y="1891"/>
                </a:lnTo>
                <a:lnTo>
                  <a:pt x="3570" y="1880"/>
                </a:lnTo>
                <a:lnTo>
                  <a:pt x="3568" y="1873"/>
                </a:lnTo>
                <a:lnTo>
                  <a:pt x="3567" y="1870"/>
                </a:lnTo>
                <a:lnTo>
                  <a:pt x="3566" y="1872"/>
                </a:lnTo>
                <a:lnTo>
                  <a:pt x="3563" y="1874"/>
                </a:lnTo>
                <a:lnTo>
                  <a:pt x="3562" y="1879"/>
                </a:lnTo>
                <a:lnTo>
                  <a:pt x="3561" y="1893"/>
                </a:lnTo>
                <a:lnTo>
                  <a:pt x="3559" y="1896"/>
                </a:lnTo>
                <a:lnTo>
                  <a:pt x="3557" y="1894"/>
                </a:lnTo>
                <a:lnTo>
                  <a:pt x="3557" y="1888"/>
                </a:lnTo>
                <a:lnTo>
                  <a:pt x="3557" y="1873"/>
                </a:lnTo>
                <a:lnTo>
                  <a:pt x="3557" y="1869"/>
                </a:lnTo>
                <a:lnTo>
                  <a:pt x="3557" y="1866"/>
                </a:lnTo>
                <a:lnTo>
                  <a:pt x="3557" y="1862"/>
                </a:lnTo>
                <a:lnTo>
                  <a:pt x="3557" y="1851"/>
                </a:lnTo>
                <a:lnTo>
                  <a:pt x="3559" y="1848"/>
                </a:lnTo>
                <a:lnTo>
                  <a:pt x="3562" y="1848"/>
                </a:lnTo>
                <a:lnTo>
                  <a:pt x="3563" y="1840"/>
                </a:lnTo>
                <a:lnTo>
                  <a:pt x="3565" y="1832"/>
                </a:lnTo>
                <a:lnTo>
                  <a:pt x="3563" y="1830"/>
                </a:lnTo>
                <a:lnTo>
                  <a:pt x="3555" y="1831"/>
                </a:lnTo>
                <a:lnTo>
                  <a:pt x="3554" y="1827"/>
                </a:lnTo>
                <a:lnTo>
                  <a:pt x="3554" y="1822"/>
                </a:lnTo>
                <a:lnTo>
                  <a:pt x="3553" y="1820"/>
                </a:lnTo>
                <a:lnTo>
                  <a:pt x="3550" y="1819"/>
                </a:lnTo>
                <a:lnTo>
                  <a:pt x="3550" y="1818"/>
                </a:lnTo>
                <a:lnTo>
                  <a:pt x="3549" y="1815"/>
                </a:lnTo>
                <a:lnTo>
                  <a:pt x="3548" y="1814"/>
                </a:lnTo>
                <a:lnTo>
                  <a:pt x="3543" y="1791"/>
                </a:lnTo>
                <a:lnTo>
                  <a:pt x="3542" y="1780"/>
                </a:lnTo>
                <a:lnTo>
                  <a:pt x="3543" y="1771"/>
                </a:lnTo>
                <a:lnTo>
                  <a:pt x="3547" y="1768"/>
                </a:lnTo>
                <a:lnTo>
                  <a:pt x="3559" y="1769"/>
                </a:lnTo>
                <a:lnTo>
                  <a:pt x="3563" y="1762"/>
                </a:lnTo>
                <a:lnTo>
                  <a:pt x="3566" y="1762"/>
                </a:lnTo>
                <a:close/>
                <a:moveTo>
                  <a:pt x="3501" y="1726"/>
                </a:moveTo>
                <a:lnTo>
                  <a:pt x="3505" y="1731"/>
                </a:lnTo>
                <a:lnTo>
                  <a:pt x="3499" y="1749"/>
                </a:lnTo>
                <a:lnTo>
                  <a:pt x="3493" y="1762"/>
                </a:lnTo>
                <a:lnTo>
                  <a:pt x="3481" y="1766"/>
                </a:lnTo>
                <a:lnTo>
                  <a:pt x="3468" y="1763"/>
                </a:lnTo>
                <a:lnTo>
                  <a:pt x="3456" y="1766"/>
                </a:lnTo>
                <a:lnTo>
                  <a:pt x="3449" y="1789"/>
                </a:lnTo>
                <a:lnTo>
                  <a:pt x="3452" y="1812"/>
                </a:lnTo>
                <a:lnTo>
                  <a:pt x="3461" y="1819"/>
                </a:lnTo>
                <a:lnTo>
                  <a:pt x="3472" y="1807"/>
                </a:lnTo>
                <a:lnTo>
                  <a:pt x="3483" y="1801"/>
                </a:lnTo>
                <a:lnTo>
                  <a:pt x="3483" y="1814"/>
                </a:lnTo>
                <a:lnTo>
                  <a:pt x="3472" y="1837"/>
                </a:lnTo>
                <a:lnTo>
                  <a:pt x="3468" y="1849"/>
                </a:lnTo>
                <a:lnTo>
                  <a:pt x="3468" y="1858"/>
                </a:lnTo>
                <a:lnTo>
                  <a:pt x="3479" y="1890"/>
                </a:lnTo>
                <a:lnTo>
                  <a:pt x="3478" y="1917"/>
                </a:lnTo>
                <a:lnTo>
                  <a:pt x="3468" y="1929"/>
                </a:lnTo>
                <a:lnTo>
                  <a:pt x="3459" y="1919"/>
                </a:lnTo>
                <a:lnTo>
                  <a:pt x="3455" y="1901"/>
                </a:lnTo>
                <a:lnTo>
                  <a:pt x="3450" y="1886"/>
                </a:lnTo>
                <a:lnTo>
                  <a:pt x="3446" y="1899"/>
                </a:lnTo>
                <a:lnTo>
                  <a:pt x="3448" y="1947"/>
                </a:lnTo>
                <a:lnTo>
                  <a:pt x="3443" y="1971"/>
                </a:lnTo>
                <a:lnTo>
                  <a:pt x="3435" y="1970"/>
                </a:lnTo>
                <a:lnTo>
                  <a:pt x="3432" y="1952"/>
                </a:lnTo>
                <a:lnTo>
                  <a:pt x="3434" y="1927"/>
                </a:lnTo>
                <a:lnTo>
                  <a:pt x="3431" y="1902"/>
                </a:lnTo>
                <a:lnTo>
                  <a:pt x="3428" y="1880"/>
                </a:lnTo>
                <a:lnTo>
                  <a:pt x="3429" y="1857"/>
                </a:lnTo>
                <a:lnTo>
                  <a:pt x="3435" y="1831"/>
                </a:lnTo>
                <a:lnTo>
                  <a:pt x="3438" y="1804"/>
                </a:lnTo>
                <a:lnTo>
                  <a:pt x="3438" y="1778"/>
                </a:lnTo>
                <a:lnTo>
                  <a:pt x="3442" y="1756"/>
                </a:lnTo>
                <a:lnTo>
                  <a:pt x="3452" y="1742"/>
                </a:lnTo>
                <a:lnTo>
                  <a:pt x="3476" y="1735"/>
                </a:lnTo>
                <a:lnTo>
                  <a:pt x="3501" y="1726"/>
                </a:lnTo>
                <a:close/>
                <a:moveTo>
                  <a:pt x="3523" y="1653"/>
                </a:moveTo>
                <a:lnTo>
                  <a:pt x="3526" y="1667"/>
                </a:lnTo>
                <a:lnTo>
                  <a:pt x="3529" y="1686"/>
                </a:lnTo>
                <a:lnTo>
                  <a:pt x="3536" y="1710"/>
                </a:lnTo>
                <a:lnTo>
                  <a:pt x="3535" y="1726"/>
                </a:lnTo>
                <a:lnTo>
                  <a:pt x="3530" y="1732"/>
                </a:lnTo>
                <a:lnTo>
                  <a:pt x="3526" y="1743"/>
                </a:lnTo>
                <a:lnTo>
                  <a:pt x="3526" y="1761"/>
                </a:lnTo>
                <a:lnTo>
                  <a:pt x="3527" y="1771"/>
                </a:lnTo>
                <a:lnTo>
                  <a:pt x="3526" y="1780"/>
                </a:lnTo>
                <a:lnTo>
                  <a:pt x="3524" y="1781"/>
                </a:lnTo>
                <a:lnTo>
                  <a:pt x="3521" y="1777"/>
                </a:lnTo>
                <a:lnTo>
                  <a:pt x="3520" y="1759"/>
                </a:lnTo>
                <a:lnTo>
                  <a:pt x="3520" y="1738"/>
                </a:lnTo>
                <a:lnTo>
                  <a:pt x="3519" y="1700"/>
                </a:lnTo>
                <a:lnTo>
                  <a:pt x="3519" y="1679"/>
                </a:lnTo>
                <a:lnTo>
                  <a:pt x="3520" y="1660"/>
                </a:lnTo>
                <a:lnTo>
                  <a:pt x="3523" y="1653"/>
                </a:lnTo>
                <a:close/>
                <a:moveTo>
                  <a:pt x="3376" y="1558"/>
                </a:moveTo>
                <a:lnTo>
                  <a:pt x="3413" y="1588"/>
                </a:lnTo>
                <a:lnTo>
                  <a:pt x="3419" y="1609"/>
                </a:lnTo>
                <a:lnTo>
                  <a:pt x="3410" y="1635"/>
                </a:lnTo>
                <a:lnTo>
                  <a:pt x="3405" y="1664"/>
                </a:lnTo>
                <a:lnTo>
                  <a:pt x="3413" y="1680"/>
                </a:lnTo>
                <a:lnTo>
                  <a:pt x="3428" y="1706"/>
                </a:lnTo>
                <a:lnTo>
                  <a:pt x="3431" y="1720"/>
                </a:lnTo>
                <a:lnTo>
                  <a:pt x="3424" y="1738"/>
                </a:lnTo>
                <a:lnTo>
                  <a:pt x="3416" y="1754"/>
                </a:lnTo>
                <a:lnTo>
                  <a:pt x="3413" y="1781"/>
                </a:lnTo>
                <a:lnTo>
                  <a:pt x="3410" y="1795"/>
                </a:lnTo>
                <a:lnTo>
                  <a:pt x="3402" y="1815"/>
                </a:lnTo>
                <a:lnTo>
                  <a:pt x="3400" y="1826"/>
                </a:lnTo>
                <a:lnTo>
                  <a:pt x="3400" y="1850"/>
                </a:lnTo>
                <a:lnTo>
                  <a:pt x="3393" y="1881"/>
                </a:lnTo>
                <a:lnTo>
                  <a:pt x="3376" y="1893"/>
                </a:lnTo>
                <a:lnTo>
                  <a:pt x="3367" y="1890"/>
                </a:lnTo>
                <a:lnTo>
                  <a:pt x="3366" y="1755"/>
                </a:lnTo>
                <a:lnTo>
                  <a:pt x="3357" y="1620"/>
                </a:lnTo>
                <a:lnTo>
                  <a:pt x="3359" y="1615"/>
                </a:lnTo>
                <a:lnTo>
                  <a:pt x="3363" y="1572"/>
                </a:lnTo>
                <a:lnTo>
                  <a:pt x="3376" y="1558"/>
                </a:lnTo>
                <a:close/>
                <a:moveTo>
                  <a:pt x="3481" y="1451"/>
                </a:moveTo>
                <a:lnTo>
                  <a:pt x="3488" y="1457"/>
                </a:lnTo>
                <a:lnTo>
                  <a:pt x="3502" y="1505"/>
                </a:lnTo>
                <a:lnTo>
                  <a:pt x="3507" y="1529"/>
                </a:lnTo>
                <a:lnTo>
                  <a:pt x="3507" y="1538"/>
                </a:lnTo>
                <a:lnTo>
                  <a:pt x="3505" y="1540"/>
                </a:lnTo>
                <a:lnTo>
                  <a:pt x="3501" y="1536"/>
                </a:lnTo>
                <a:lnTo>
                  <a:pt x="3497" y="1536"/>
                </a:lnTo>
                <a:lnTo>
                  <a:pt x="3506" y="1578"/>
                </a:lnTo>
                <a:lnTo>
                  <a:pt x="3497" y="1577"/>
                </a:lnTo>
                <a:lnTo>
                  <a:pt x="3483" y="1551"/>
                </a:lnTo>
                <a:lnTo>
                  <a:pt x="3476" y="1528"/>
                </a:lnTo>
                <a:lnTo>
                  <a:pt x="3472" y="1520"/>
                </a:lnTo>
                <a:lnTo>
                  <a:pt x="3464" y="1523"/>
                </a:lnTo>
                <a:lnTo>
                  <a:pt x="3455" y="1529"/>
                </a:lnTo>
                <a:lnTo>
                  <a:pt x="3452" y="1528"/>
                </a:lnTo>
                <a:lnTo>
                  <a:pt x="3450" y="1518"/>
                </a:lnTo>
                <a:lnTo>
                  <a:pt x="3452" y="1494"/>
                </a:lnTo>
                <a:lnTo>
                  <a:pt x="3459" y="1482"/>
                </a:lnTo>
                <a:lnTo>
                  <a:pt x="3476" y="1488"/>
                </a:lnTo>
                <a:lnTo>
                  <a:pt x="3481" y="1487"/>
                </a:lnTo>
                <a:lnTo>
                  <a:pt x="3482" y="1480"/>
                </a:lnTo>
                <a:lnTo>
                  <a:pt x="3481" y="1465"/>
                </a:lnTo>
                <a:lnTo>
                  <a:pt x="3481" y="1451"/>
                </a:lnTo>
                <a:close/>
                <a:moveTo>
                  <a:pt x="3430" y="1387"/>
                </a:moveTo>
                <a:lnTo>
                  <a:pt x="3436" y="1389"/>
                </a:lnTo>
                <a:lnTo>
                  <a:pt x="3441" y="1399"/>
                </a:lnTo>
                <a:lnTo>
                  <a:pt x="3443" y="1407"/>
                </a:lnTo>
                <a:lnTo>
                  <a:pt x="3444" y="1413"/>
                </a:lnTo>
                <a:lnTo>
                  <a:pt x="3443" y="1418"/>
                </a:lnTo>
                <a:lnTo>
                  <a:pt x="3441" y="1419"/>
                </a:lnTo>
                <a:lnTo>
                  <a:pt x="3436" y="1422"/>
                </a:lnTo>
                <a:lnTo>
                  <a:pt x="3431" y="1419"/>
                </a:lnTo>
                <a:lnTo>
                  <a:pt x="3426" y="1399"/>
                </a:lnTo>
                <a:lnTo>
                  <a:pt x="3426" y="1392"/>
                </a:lnTo>
                <a:lnTo>
                  <a:pt x="3430" y="1387"/>
                </a:lnTo>
                <a:close/>
                <a:moveTo>
                  <a:pt x="3446" y="1367"/>
                </a:moveTo>
                <a:lnTo>
                  <a:pt x="3450" y="1368"/>
                </a:lnTo>
                <a:lnTo>
                  <a:pt x="3455" y="1370"/>
                </a:lnTo>
                <a:lnTo>
                  <a:pt x="3460" y="1380"/>
                </a:lnTo>
                <a:lnTo>
                  <a:pt x="3462" y="1386"/>
                </a:lnTo>
                <a:lnTo>
                  <a:pt x="3462" y="1393"/>
                </a:lnTo>
                <a:lnTo>
                  <a:pt x="3462" y="1403"/>
                </a:lnTo>
                <a:lnTo>
                  <a:pt x="3465" y="1415"/>
                </a:lnTo>
                <a:lnTo>
                  <a:pt x="3468" y="1427"/>
                </a:lnTo>
                <a:lnTo>
                  <a:pt x="3471" y="1437"/>
                </a:lnTo>
                <a:lnTo>
                  <a:pt x="3468" y="1441"/>
                </a:lnTo>
                <a:lnTo>
                  <a:pt x="3464" y="1436"/>
                </a:lnTo>
                <a:lnTo>
                  <a:pt x="3453" y="1388"/>
                </a:lnTo>
                <a:lnTo>
                  <a:pt x="3448" y="1382"/>
                </a:lnTo>
                <a:lnTo>
                  <a:pt x="3443" y="1374"/>
                </a:lnTo>
                <a:lnTo>
                  <a:pt x="3446" y="1367"/>
                </a:lnTo>
                <a:close/>
                <a:moveTo>
                  <a:pt x="3346" y="1186"/>
                </a:moveTo>
                <a:lnTo>
                  <a:pt x="3351" y="1187"/>
                </a:lnTo>
                <a:lnTo>
                  <a:pt x="3367" y="1207"/>
                </a:lnTo>
                <a:lnTo>
                  <a:pt x="3381" y="1235"/>
                </a:lnTo>
                <a:lnTo>
                  <a:pt x="3388" y="1275"/>
                </a:lnTo>
                <a:lnTo>
                  <a:pt x="3399" y="1308"/>
                </a:lnTo>
                <a:lnTo>
                  <a:pt x="3416" y="1320"/>
                </a:lnTo>
                <a:lnTo>
                  <a:pt x="3429" y="1320"/>
                </a:lnTo>
                <a:lnTo>
                  <a:pt x="3438" y="1342"/>
                </a:lnTo>
                <a:lnTo>
                  <a:pt x="3434" y="1358"/>
                </a:lnTo>
                <a:lnTo>
                  <a:pt x="3422" y="1348"/>
                </a:lnTo>
                <a:lnTo>
                  <a:pt x="3410" y="1347"/>
                </a:lnTo>
                <a:lnTo>
                  <a:pt x="3407" y="1358"/>
                </a:lnTo>
                <a:lnTo>
                  <a:pt x="3408" y="1386"/>
                </a:lnTo>
                <a:lnTo>
                  <a:pt x="3405" y="1387"/>
                </a:lnTo>
                <a:lnTo>
                  <a:pt x="3396" y="1375"/>
                </a:lnTo>
                <a:lnTo>
                  <a:pt x="3391" y="1359"/>
                </a:lnTo>
                <a:lnTo>
                  <a:pt x="3390" y="1332"/>
                </a:lnTo>
                <a:lnTo>
                  <a:pt x="3378" y="1303"/>
                </a:lnTo>
                <a:lnTo>
                  <a:pt x="3364" y="1275"/>
                </a:lnTo>
                <a:lnTo>
                  <a:pt x="3357" y="1247"/>
                </a:lnTo>
                <a:lnTo>
                  <a:pt x="3352" y="1220"/>
                </a:lnTo>
                <a:lnTo>
                  <a:pt x="3347" y="1207"/>
                </a:lnTo>
                <a:lnTo>
                  <a:pt x="3343" y="1193"/>
                </a:lnTo>
                <a:lnTo>
                  <a:pt x="3346" y="1186"/>
                </a:lnTo>
                <a:close/>
                <a:moveTo>
                  <a:pt x="2400" y="1010"/>
                </a:moveTo>
                <a:lnTo>
                  <a:pt x="2415" y="1010"/>
                </a:lnTo>
                <a:lnTo>
                  <a:pt x="2429" y="1013"/>
                </a:lnTo>
                <a:lnTo>
                  <a:pt x="2446" y="1014"/>
                </a:lnTo>
                <a:lnTo>
                  <a:pt x="2441" y="1024"/>
                </a:lnTo>
                <a:lnTo>
                  <a:pt x="2435" y="1030"/>
                </a:lnTo>
                <a:lnTo>
                  <a:pt x="2429" y="1031"/>
                </a:lnTo>
                <a:lnTo>
                  <a:pt x="2421" y="1030"/>
                </a:lnTo>
                <a:lnTo>
                  <a:pt x="2412" y="1030"/>
                </a:lnTo>
                <a:lnTo>
                  <a:pt x="2404" y="1030"/>
                </a:lnTo>
                <a:lnTo>
                  <a:pt x="2396" y="1032"/>
                </a:lnTo>
                <a:lnTo>
                  <a:pt x="2388" y="1031"/>
                </a:lnTo>
                <a:lnTo>
                  <a:pt x="2387" y="1030"/>
                </a:lnTo>
                <a:lnTo>
                  <a:pt x="2386" y="1027"/>
                </a:lnTo>
                <a:lnTo>
                  <a:pt x="2385" y="1024"/>
                </a:lnTo>
                <a:lnTo>
                  <a:pt x="2384" y="1020"/>
                </a:lnTo>
                <a:lnTo>
                  <a:pt x="2384" y="1017"/>
                </a:lnTo>
                <a:lnTo>
                  <a:pt x="2384" y="1015"/>
                </a:lnTo>
                <a:lnTo>
                  <a:pt x="2384" y="1014"/>
                </a:lnTo>
                <a:lnTo>
                  <a:pt x="2400" y="1010"/>
                </a:lnTo>
                <a:close/>
                <a:moveTo>
                  <a:pt x="2208" y="989"/>
                </a:moveTo>
                <a:lnTo>
                  <a:pt x="2218" y="990"/>
                </a:lnTo>
                <a:lnTo>
                  <a:pt x="2228" y="994"/>
                </a:lnTo>
                <a:lnTo>
                  <a:pt x="2238" y="998"/>
                </a:lnTo>
                <a:lnTo>
                  <a:pt x="2245" y="1006"/>
                </a:lnTo>
                <a:lnTo>
                  <a:pt x="2250" y="1014"/>
                </a:lnTo>
                <a:lnTo>
                  <a:pt x="2222" y="1014"/>
                </a:lnTo>
                <a:lnTo>
                  <a:pt x="2212" y="1014"/>
                </a:lnTo>
                <a:lnTo>
                  <a:pt x="2202" y="1013"/>
                </a:lnTo>
                <a:lnTo>
                  <a:pt x="2194" y="1012"/>
                </a:lnTo>
                <a:lnTo>
                  <a:pt x="2189" y="1010"/>
                </a:lnTo>
                <a:lnTo>
                  <a:pt x="2190" y="1006"/>
                </a:lnTo>
                <a:lnTo>
                  <a:pt x="2192" y="997"/>
                </a:lnTo>
                <a:lnTo>
                  <a:pt x="2198" y="991"/>
                </a:lnTo>
                <a:lnTo>
                  <a:pt x="2208" y="989"/>
                </a:lnTo>
                <a:close/>
                <a:moveTo>
                  <a:pt x="1904" y="914"/>
                </a:moveTo>
                <a:lnTo>
                  <a:pt x="1916" y="915"/>
                </a:lnTo>
                <a:lnTo>
                  <a:pt x="1929" y="918"/>
                </a:lnTo>
                <a:lnTo>
                  <a:pt x="1940" y="920"/>
                </a:lnTo>
                <a:lnTo>
                  <a:pt x="1951" y="924"/>
                </a:lnTo>
                <a:lnTo>
                  <a:pt x="1960" y="929"/>
                </a:lnTo>
                <a:lnTo>
                  <a:pt x="1966" y="936"/>
                </a:lnTo>
                <a:lnTo>
                  <a:pt x="1970" y="946"/>
                </a:lnTo>
                <a:lnTo>
                  <a:pt x="1970" y="958"/>
                </a:lnTo>
                <a:lnTo>
                  <a:pt x="1966" y="973"/>
                </a:lnTo>
                <a:lnTo>
                  <a:pt x="1958" y="972"/>
                </a:lnTo>
                <a:lnTo>
                  <a:pt x="1948" y="970"/>
                </a:lnTo>
                <a:lnTo>
                  <a:pt x="1943" y="962"/>
                </a:lnTo>
                <a:lnTo>
                  <a:pt x="1888" y="931"/>
                </a:lnTo>
                <a:lnTo>
                  <a:pt x="1886" y="918"/>
                </a:lnTo>
                <a:lnTo>
                  <a:pt x="1904" y="914"/>
                </a:lnTo>
                <a:close/>
                <a:moveTo>
                  <a:pt x="1848" y="855"/>
                </a:moveTo>
                <a:lnTo>
                  <a:pt x="1862" y="860"/>
                </a:lnTo>
                <a:lnTo>
                  <a:pt x="1868" y="870"/>
                </a:lnTo>
                <a:lnTo>
                  <a:pt x="1870" y="881"/>
                </a:lnTo>
                <a:lnTo>
                  <a:pt x="1868" y="893"/>
                </a:lnTo>
                <a:lnTo>
                  <a:pt x="1862" y="903"/>
                </a:lnTo>
                <a:lnTo>
                  <a:pt x="1853" y="914"/>
                </a:lnTo>
                <a:lnTo>
                  <a:pt x="1842" y="921"/>
                </a:lnTo>
                <a:lnTo>
                  <a:pt x="1829" y="926"/>
                </a:lnTo>
                <a:lnTo>
                  <a:pt x="1817" y="913"/>
                </a:lnTo>
                <a:lnTo>
                  <a:pt x="1818" y="901"/>
                </a:lnTo>
                <a:lnTo>
                  <a:pt x="1821" y="888"/>
                </a:lnTo>
                <a:lnTo>
                  <a:pt x="1823" y="877"/>
                </a:lnTo>
                <a:lnTo>
                  <a:pt x="1827" y="867"/>
                </a:lnTo>
                <a:lnTo>
                  <a:pt x="1832" y="859"/>
                </a:lnTo>
                <a:lnTo>
                  <a:pt x="1839" y="855"/>
                </a:lnTo>
                <a:lnTo>
                  <a:pt x="1848" y="855"/>
                </a:lnTo>
                <a:close/>
                <a:moveTo>
                  <a:pt x="1685" y="574"/>
                </a:moveTo>
                <a:lnTo>
                  <a:pt x="1682" y="578"/>
                </a:lnTo>
                <a:lnTo>
                  <a:pt x="1680" y="581"/>
                </a:lnTo>
                <a:lnTo>
                  <a:pt x="1682" y="576"/>
                </a:lnTo>
                <a:lnTo>
                  <a:pt x="1685" y="574"/>
                </a:lnTo>
                <a:close/>
                <a:moveTo>
                  <a:pt x="1646" y="567"/>
                </a:moveTo>
                <a:lnTo>
                  <a:pt x="1651" y="568"/>
                </a:lnTo>
                <a:lnTo>
                  <a:pt x="1655" y="573"/>
                </a:lnTo>
                <a:lnTo>
                  <a:pt x="1658" y="578"/>
                </a:lnTo>
                <a:lnTo>
                  <a:pt x="1662" y="580"/>
                </a:lnTo>
                <a:lnTo>
                  <a:pt x="1666" y="579"/>
                </a:lnTo>
                <a:lnTo>
                  <a:pt x="1672" y="573"/>
                </a:lnTo>
                <a:lnTo>
                  <a:pt x="1656" y="596"/>
                </a:lnTo>
                <a:lnTo>
                  <a:pt x="1640" y="616"/>
                </a:lnTo>
                <a:lnTo>
                  <a:pt x="1622" y="634"/>
                </a:lnTo>
                <a:lnTo>
                  <a:pt x="1603" y="648"/>
                </a:lnTo>
                <a:lnTo>
                  <a:pt x="1581" y="659"/>
                </a:lnTo>
                <a:lnTo>
                  <a:pt x="1556" y="665"/>
                </a:lnTo>
                <a:lnTo>
                  <a:pt x="1556" y="650"/>
                </a:lnTo>
                <a:lnTo>
                  <a:pt x="1560" y="635"/>
                </a:lnTo>
                <a:lnTo>
                  <a:pt x="1567" y="624"/>
                </a:lnTo>
                <a:lnTo>
                  <a:pt x="1578" y="615"/>
                </a:lnTo>
                <a:lnTo>
                  <a:pt x="1589" y="606"/>
                </a:lnTo>
                <a:lnTo>
                  <a:pt x="1602" y="598"/>
                </a:lnTo>
                <a:lnTo>
                  <a:pt x="1614" y="590"/>
                </a:lnTo>
                <a:lnTo>
                  <a:pt x="1625" y="581"/>
                </a:lnTo>
                <a:lnTo>
                  <a:pt x="1634" y="571"/>
                </a:lnTo>
                <a:lnTo>
                  <a:pt x="1642" y="568"/>
                </a:lnTo>
                <a:lnTo>
                  <a:pt x="1646" y="567"/>
                </a:lnTo>
                <a:close/>
                <a:moveTo>
                  <a:pt x="1757" y="496"/>
                </a:moveTo>
                <a:lnTo>
                  <a:pt x="1750" y="501"/>
                </a:lnTo>
                <a:lnTo>
                  <a:pt x="1741" y="505"/>
                </a:lnTo>
                <a:lnTo>
                  <a:pt x="1734" y="511"/>
                </a:lnTo>
                <a:lnTo>
                  <a:pt x="1744" y="511"/>
                </a:lnTo>
                <a:lnTo>
                  <a:pt x="1755" y="511"/>
                </a:lnTo>
                <a:lnTo>
                  <a:pt x="1763" y="511"/>
                </a:lnTo>
                <a:lnTo>
                  <a:pt x="1757" y="521"/>
                </a:lnTo>
                <a:lnTo>
                  <a:pt x="1747" y="529"/>
                </a:lnTo>
                <a:lnTo>
                  <a:pt x="1744" y="540"/>
                </a:lnTo>
                <a:lnTo>
                  <a:pt x="1743" y="551"/>
                </a:lnTo>
                <a:lnTo>
                  <a:pt x="1744" y="563"/>
                </a:lnTo>
                <a:lnTo>
                  <a:pt x="1745" y="575"/>
                </a:lnTo>
                <a:lnTo>
                  <a:pt x="1746" y="587"/>
                </a:lnTo>
                <a:lnTo>
                  <a:pt x="1745" y="599"/>
                </a:lnTo>
                <a:lnTo>
                  <a:pt x="1741" y="611"/>
                </a:lnTo>
                <a:lnTo>
                  <a:pt x="1744" y="611"/>
                </a:lnTo>
                <a:lnTo>
                  <a:pt x="1746" y="610"/>
                </a:lnTo>
                <a:lnTo>
                  <a:pt x="1749" y="609"/>
                </a:lnTo>
                <a:lnTo>
                  <a:pt x="1750" y="606"/>
                </a:lnTo>
                <a:lnTo>
                  <a:pt x="1752" y="605"/>
                </a:lnTo>
                <a:lnTo>
                  <a:pt x="1755" y="604"/>
                </a:lnTo>
                <a:lnTo>
                  <a:pt x="1757" y="604"/>
                </a:lnTo>
                <a:lnTo>
                  <a:pt x="1759" y="616"/>
                </a:lnTo>
                <a:lnTo>
                  <a:pt x="1757" y="626"/>
                </a:lnTo>
                <a:lnTo>
                  <a:pt x="1751" y="632"/>
                </a:lnTo>
                <a:lnTo>
                  <a:pt x="1743" y="638"/>
                </a:lnTo>
                <a:lnTo>
                  <a:pt x="1734" y="642"/>
                </a:lnTo>
                <a:lnTo>
                  <a:pt x="1737" y="642"/>
                </a:lnTo>
                <a:lnTo>
                  <a:pt x="1739" y="644"/>
                </a:lnTo>
                <a:lnTo>
                  <a:pt x="1740" y="646"/>
                </a:lnTo>
                <a:lnTo>
                  <a:pt x="1743" y="647"/>
                </a:lnTo>
                <a:lnTo>
                  <a:pt x="1744" y="648"/>
                </a:lnTo>
                <a:lnTo>
                  <a:pt x="1746" y="650"/>
                </a:lnTo>
                <a:lnTo>
                  <a:pt x="1749" y="650"/>
                </a:lnTo>
                <a:lnTo>
                  <a:pt x="1731" y="658"/>
                </a:lnTo>
                <a:lnTo>
                  <a:pt x="1711" y="663"/>
                </a:lnTo>
                <a:lnTo>
                  <a:pt x="1691" y="665"/>
                </a:lnTo>
                <a:lnTo>
                  <a:pt x="1669" y="669"/>
                </a:lnTo>
                <a:lnTo>
                  <a:pt x="1649" y="673"/>
                </a:lnTo>
                <a:lnTo>
                  <a:pt x="1633" y="680"/>
                </a:lnTo>
                <a:lnTo>
                  <a:pt x="1617" y="688"/>
                </a:lnTo>
                <a:lnTo>
                  <a:pt x="1616" y="679"/>
                </a:lnTo>
                <a:lnTo>
                  <a:pt x="1619" y="671"/>
                </a:lnTo>
                <a:lnTo>
                  <a:pt x="1622" y="667"/>
                </a:lnTo>
                <a:lnTo>
                  <a:pt x="1628" y="663"/>
                </a:lnTo>
                <a:lnTo>
                  <a:pt x="1636" y="659"/>
                </a:lnTo>
                <a:lnTo>
                  <a:pt x="1644" y="657"/>
                </a:lnTo>
                <a:lnTo>
                  <a:pt x="1652" y="654"/>
                </a:lnTo>
                <a:lnTo>
                  <a:pt x="1660" y="650"/>
                </a:lnTo>
                <a:lnTo>
                  <a:pt x="1664" y="642"/>
                </a:lnTo>
                <a:lnTo>
                  <a:pt x="1633" y="642"/>
                </a:lnTo>
                <a:lnTo>
                  <a:pt x="1640" y="638"/>
                </a:lnTo>
                <a:lnTo>
                  <a:pt x="1649" y="635"/>
                </a:lnTo>
                <a:lnTo>
                  <a:pt x="1657" y="632"/>
                </a:lnTo>
                <a:lnTo>
                  <a:pt x="1664" y="627"/>
                </a:lnTo>
                <a:lnTo>
                  <a:pt x="1667" y="624"/>
                </a:lnTo>
                <a:lnTo>
                  <a:pt x="1667" y="622"/>
                </a:lnTo>
                <a:lnTo>
                  <a:pt x="1667" y="621"/>
                </a:lnTo>
                <a:lnTo>
                  <a:pt x="1666" y="620"/>
                </a:lnTo>
                <a:lnTo>
                  <a:pt x="1664" y="620"/>
                </a:lnTo>
                <a:lnTo>
                  <a:pt x="1662" y="620"/>
                </a:lnTo>
                <a:lnTo>
                  <a:pt x="1660" y="620"/>
                </a:lnTo>
                <a:lnTo>
                  <a:pt x="1656" y="620"/>
                </a:lnTo>
                <a:lnTo>
                  <a:pt x="1658" y="610"/>
                </a:lnTo>
                <a:lnTo>
                  <a:pt x="1663" y="604"/>
                </a:lnTo>
                <a:lnTo>
                  <a:pt x="1670" y="602"/>
                </a:lnTo>
                <a:lnTo>
                  <a:pt x="1680" y="600"/>
                </a:lnTo>
                <a:lnTo>
                  <a:pt x="1688" y="598"/>
                </a:lnTo>
                <a:lnTo>
                  <a:pt x="1696" y="596"/>
                </a:lnTo>
                <a:lnTo>
                  <a:pt x="1700" y="590"/>
                </a:lnTo>
                <a:lnTo>
                  <a:pt x="1703" y="581"/>
                </a:lnTo>
                <a:lnTo>
                  <a:pt x="1702" y="578"/>
                </a:lnTo>
                <a:lnTo>
                  <a:pt x="1700" y="575"/>
                </a:lnTo>
                <a:lnTo>
                  <a:pt x="1697" y="573"/>
                </a:lnTo>
                <a:lnTo>
                  <a:pt x="1693" y="571"/>
                </a:lnTo>
                <a:lnTo>
                  <a:pt x="1688" y="571"/>
                </a:lnTo>
                <a:lnTo>
                  <a:pt x="1685" y="574"/>
                </a:lnTo>
                <a:lnTo>
                  <a:pt x="1690" y="565"/>
                </a:lnTo>
                <a:lnTo>
                  <a:pt x="1693" y="557"/>
                </a:lnTo>
                <a:lnTo>
                  <a:pt x="1694" y="550"/>
                </a:lnTo>
                <a:lnTo>
                  <a:pt x="1693" y="547"/>
                </a:lnTo>
                <a:lnTo>
                  <a:pt x="1691" y="550"/>
                </a:lnTo>
                <a:lnTo>
                  <a:pt x="1686" y="552"/>
                </a:lnTo>
                <a:lnTo>
                  <a:pt x="1681" y="555"/>
                </a:lnTo>
                <a:lnTo>
                  <a:pt x="1676" y="555"/>
                </a:lnTo>
                <a:lnTo>
                  <a:pt x="1672" y="550"/>
                </a:lnTo>
                <a:lnTo>
                  <a:pt x="1684" y="541"/>
                </a:lnTo>
                <a:lnTo>
                  <a:pt x="1696" y="532"/>
                </a:lnTo>
                <a:lnTo>
                  <a:pt x="1706" y="522"/>
                </a:lnTo>
                <a:lnTo>
                  <a:pt x="1717" y="511"/>
                </a:lnTo>
                <a:lnTo>
                  <a:pt x="1728" y="503"/>
                </a:lnTo>
                <a:lnTo>
                  <a:pt x="1741" y="498"/>
                </a:lnTo>
                <a:lnTo>
                  <a:pt x="1757" y="496"/>
                </a:lnTo>
                <a:close/>
                <a:moveTo>
                  <a:pt x="2195" y="387"/>
                </a:moveTo>
                <a:lnTo>
                  <a:pt x="2198" y="387"/>
                </a:lnTo>
                <a:lnTo>
                  <a:pt x="2194" y="387"/>
                </a:lnTo>
                <a:lnTo>
                  <a:pt x="2195" y="387"/>
                </a:lnTo>
                <a:close/>
                <a:moveTo>
                  <a:pt x="2214" y="379"/>
                </a:moveTo>
                <a:lnTo>
                  <a:pt x="2208" y="380"/>
                </a:lnTo>
                <a:lnTo>
                  <a:pt x="2203" y="383"/>
                </a:lnTo>
                <a:lnTo>
                  <a:pt x="2197" y="385"/>
                </a:lnTo>
                <a:lnTo>
                  <a:pt x="2206" y="383"/>
                </a:lnTo>
                <a:lnTo>
                  <a:pt x="2214" y="379"/>
                </a:lnTo>
                <a:close/>
                <a:moveTo>
                  <a:pt x="1981" y="353"/>
                </a:moveTo>
                <a:lnTo>
                  <a:pt x="1871" y="356"/>
                </a:lnTo>
                <a:lnTo>
                  <a:pt x="1764" y="367"/>
                </a:lnTo>
                <a:lnTo>
                  <a:pt x="1658" y="385"/>
                </a:lnTo>
                <a:lnTo>
                  <a:pt x="1556" y="409"/>
                </a:lnTo>
                <a:lnTo>
                  <a:pt x="1455" y="439"/>
                </a:lnTo>
                <a:lnTo>
                  <a:pt x="1358" y="476"/>
                </a:lnTo>
                <a:lnTo>
                  <a:pt x="1264" y="519"/>
                </a:lnTo>
                <a:lnTo>
                  <a:pt x="1172" y="568"/>
                </a:lnTo>
                <a:lnTo>
                  <a:pt x="1085" y="622"/>
                </a:lnTo>
                <a:lnTo>
                  <a:pt x="1000" y="681"/>
                </a:lnTo>
                <a:lnTo>
                  <a:pt x="921" y="745"/>
                </a:lnTo>
                <a:lnTo>
                  <a:pt x="845" y="814"/>
                </a:lnTo>
                <a:lnTo>
                  <a:pt x="774" y="888"/>
                </a:lnTo>
                <a:lnTo>
                  <a:pt x="708" y="966"/>
                </a:lnTo>
                <a:lnTo>
                  <a:pt x="647" y="1048"/>
                </a:lnTo>
                <a:lnTo>
                  <a:pt x="590" y="1133"/>
                </a:lnTo>
                <a:lnTo>
                  <a:pt x="540" y="1223"/>
                </a:lnTo>
                <a:lnTo>
                  <a:pt x="494" y="1316"/>
                </a:lnTo>
                <a:lnTo>
                  <a:pt x="454" y="1412"/>
                </a:lnTo>
                <a:lnTo>
                  <a:pt x="422" y="1512"/>
                </a:lnTo>
                <a:lnTo>
                  <a:pt x="394" y="1613"/>
                </a:lnTo>
                <a:lnTo>
                  <a:pt x="393" y="1620"/>
                </a:lnTo>
                <a:lnTo>
                  <a:pt x="392" y="1630"/>
                </a:lnTo>
                <a:lnTo>
                  <a:pt x="391" y="1638"/>
                </a:lnTo>
                <a:lnTo>
                  <a:pt x="391" y="1643"/>
                </a:lnTo>
                <a:lnTo>
                  <a:pt x="391" y="1647"/>
                </a:lnTo>
                <a:lnTo>
                  <a:pt x="391" y="1648"/>
                </a:lnTo>
                <a:lnTo>
                  <a:pt x="392" y="1649"/>
                </a:lnTo>
                <a:lnTo>
                  <a:pt x="393" y="1648"/>
                </a:lnTo>
                <a:lnTo>
                  <a:pt x="395" y="1647"/>
                </a:lnTo>
                <a:lnTo>
                  <a:pt x="397" y="1646"/>
                </a:lnTo>
                <a:lnTo>
                  <a:pt x="399" y="1643"/>
                </a:lnTo>
                <a:lnTo>
                  <a:pt x="403" y="1641"/>
                </a:lnTo>
                <a:lnTo>
                  <a:pt x="405" y="1640"/>
                </a:lnTo>
                <a:lnTo>
                  <a:pt x="408" y="1637"/>
                </a:lnTo>
                <a:lnTo>
                  <a:pt x="410" y="1636"/>
                </a:lnTo>
                <a:lnTo>
                  <a:pt x="412" y="1636"/>
                </a:lnTo>
                <a:lnTo>
                  <a:pt x="414" y="1637"/>
                </a:lnTo>
                <a:lnTo>
                  <a:pt x="415" y="1638"/>
                </a:lnTo>
                <a:lnTo>
                  <a:pt x="416" y="1642"/>
                </a:lnTo>
                <a:lnTo>
                  <a:pt x="418" y="1646"/>
                </a:lnTo>
                <a:lnTo>
                  <a:pt x="420" y="1650"/>
                </a:lnTo>
                <a:lnTo>
                  <a:pt x="422" y="1655"/>
                </a:lnTo>
                <a:lnTo>
                  <a:pt x="424" y="1678"/>
                </a:lnTo>
                <a:lnTo>
                  <a:pt x="430" y="1697"/>
                </a:lnTo>
                <a:lnTo>
                  <a:pt x="440" y="1714"/>
                </a:lnTo>
                <a:lnTo>
                  <a:pt x="452" y="1729"/>
                </a:lnTo>
                <a:lnTo>
                  <a:pt x="465" y="1743"/>
                </a:lnTo>
                <a:lnTo>
                  <a:pt x="478" y="1757"/>
                </a:lnTo>
                <a:lnTo>
                  <a:pt x="492" y="1772"/>
                </a:lnTo>
                <a:lnTo>
                  <a:pt x="503" y="1787"/>
                </a:lnTo>
                <a:lnTo>
                  <a:pt x="512" y="1804"/>
                </a:lnTo>
                <a:lnTo>
                  <a:pt x="530" y="1836"/>
                </a:lnTo>
                <a:lnTo>
                  <a:pt x="541" y="1867"/>
                </a:lnTo>
                <a:lnTo>
                  <a:pt x="547" y="1898"/>
                </a:lnTo>
                <a:lnTo>
                  <a:pt x="547" y="1931"/>
                </a:lnTo>
                <a:lnTo>
                  <a:pt x="541" y="1963"/>
                </a:lnTo>
                <a:lnTo>
                  <a:pt x="528" y="1998"/>
                </a:lnTo>
                <a:lnTo>
                  <a:pt x="535" y="1993"/>
                </a:lnTo>
                <a:lnTo>
                  <a:pt x="540" y="1987"/>
                </a:lnTo>
                <a:lnTo>
                  <a:pt x="543" y="1980"/>
                </a:lnTo>
                <a:lnTo>
                  <a:pt x="546" y="1973"/>
                </a:lnTo>
                <a:lnTo>
                  <a:pt x="548" y="1965"/>
                </a:lnTo>
                <a:lnTo>
                  <a:pt x="552" y="1961"/>
                </a:lnTo>
                <a:lnTo>
                  <a:pt x="559" y="1958"/>
                </a:lnTo>
                <a:lnTo>
                  <a:pt x="569" y="1958"/>
                </a:lnTo>
                <a:lnTo>
                  <a:pt x="575" y="1963"/>
                </a:lnTo>
                <a:lnTo>
                  <a:pt x="577" y="1968"/>
                </a:lnTo>
                <a:lnTo>
                  <a:pt x="576" y="1975"/>
                </a:lnTo>
                <a:lnTo>
                  <a:pt x="574" y="1982"/>
                </a:lnTo>
                <a:lnTo>
                  <a:pt x="572" y="1990"/>
                </a:lnTo>
                <a:lnTo>
                  <a:pt x="572" y="1996"/>
                </a:lnTo>
                <a:lnTo>
                  <a:pt x="576" y="2002"/>
                </a:lnTo>
                <a:lnTo>
                  <a:pt x="584" y="2005"/>
                </a:lnTo>
                <a:lnTo>
                  <a:pt x="584" y="1982"/>
                </a:lnTo>
                <a:lnTo>
                  <a:pt x="601" y="1979"/>
                </a:lnTo>
                <a:lnTo>
                  <a:pt x="617" y="1982"/>
                </a:lnTo>
                <a:lnTo>
                  <a:pt x="630" y="1991"/>
                </a:lnTo>
                <a:lnTo>
                  <a:pt x="641" y="2003"/>
                </a:lnTo>
                <a:lnTo>
                  <a:pt x="648" y="2018"/>
                </a:lnTo>
                <a:lnTo>
                  <a:pt x="652" y="2035"/>
                </a:lnTo>
                <a:lnTo>
                  <a:pt x="650" y="2052"/>
                </a:lnTo>
                <a:lnTo>
                  <a:pt x="652" y="2054"/>
                </a:lnTo>
                <a:lnTo>
                  <a:pt x="654" y="2056"/>
                </a:lnTo>
                <a:lnTo>
                  <a:pt x="656" y="2054"/>
                </a:lnTo>
                <a:lnTo>
                  <a:pt x="660" y="2053"/>
                </a:lnTo>
                <a:lnTo>
                  <a:pt x="661" y="2052"/>
                </a:lnTo>
                <a:lnTo>
                  <a:pt x="661" y="2048"/>
                </a:lnTo>
                <a:lnTo>
                  <a:pt x="663" y="2046"/>
                </a:lnTo>
                <a:lnTo>
                  <a:pt x="663" y="2042"/>
                </a:lnTo>
                <a:lnTo>
                  <a:pt x="664" y="2039"/>
                </a:lnTo>
                <a:lnTo>
                  <a:pt x="665" y="2038"/>
                </a:lnTo>
                <a:lnTo>
                  <a:pt x="670" y="2036"/>
                </a:lnTo>
                <a:lnTo>
                  <a:pt x="679" y="2036"/>
                </a:lnTo>
                <a:lnTo>
                  <a:pt x="693" y="2036"/>
                </a:lnTo>
                <a:lnTo>
                  <a:pt x="705" y="2036"/>
                </a:lnTo>
                <a:lnTo>
                  <a:pt x="714" y="2036"/>
                </a:lnTo>
                <a:lnTo>
                  <a:pt x="719" y="2036"/>
                </a:lnTo>
                <a:lnTo>
                  <a:pt x="720" y="2036"/>
                </a:lnTo>
                <a:lnTo>
                  <a:pt x="721" y="2036"/>
                </a:lnTo>
                <a:lnTo>
                  <a:pt x="723" y="2036"/>
                </a:lnTo>
                <a:lnTo>
                  <a:pt x="724" y="2038"/>
                </a:lnTo>
                <a:lnTo>
                  <a:pt x="725" y="2039"/>
                </a:lnTo>
                <a:lnTo>
                  <a:pt x="727" y="2040"/>
                </a:lnTo>
                <a:lnTo>
                  <a:pt x="730" y="2041"/>
                </a:lnTo>
                <a:lnTo>
                  <a:pt x="733" y="2041"/>
                </a:lnTo>
                <a:lnTo>
                  <a:pt x="737" y="2042"/>
                </a:lnTo>
                <a:lnTo>
                  <a:pt x="739" y="2044"/>
                </a:lnTo>
                <a:lnTo>
                  <a:pt x="742" y="2045"/>
                </a:lnTo>
                <a:lnTo>
                  <a:pt x="743" y="2046"/>
                </a:lnTo>
                <a:lnTo>
                  <a:pt x="745" y="2046"/>
                </a:lnTo>
                <a:lnTo>
                  <a:pt x="747" y="2047"/>
                </a:lnTo>
                <a:lnTo>
                  <a:pt x="748" y="2047"/>
                </a:lnTo>
                <a:lnTo>
                  <a:pt x="750" y="2047"/>
                </a:lnTo>
                <a:lnTo>
                  <a:pt x="752" y="2047"/>
                </a:lnTo>
                <a:lnTo>
                  <a:pt x="753" y="2047"/>
                </a:lnTo>
                <a:lnTo>
                  <a:pt x="754" y="2048"/>
                </a:lnTo>
                <a:lnTo>
                  <a:pt x="754" y="2051"/>
                </a:lnTo>
                <a:lnTo>
                  <a:pt x="755" y="2052"/>
                </a:lnTo>
                <a:lnTo>
                  <a:pt x="756" y="2054"/>
                </a:lnTo>
                <a:lnTo>
                  <a:pt x="758" y="2057"/>
                </a:lnTo>
                <a:lnTo>
                  <a:pt x="759" y="2058"/>
                </a:lnTo>
                <a:lnTo>
                  <a:pt x="760" y="2059"/>
                </a:lnTo>
                <a:lnTo>
                  <a:pt x="760" y="2060"/>
                </a:lnTo>
                <a:lnTo>
                  <a:pt x="760" y="2060"/>
                </a:lnTo>
                <a:lnTo>
                  <a:pt x="760" y="2062"/>
                </a:lnTo>
                <a:lnTo>
                  <a:pt x="762" y="2063"/>
                </a:lnTo>
                <a:lnTo>
                  <a:pt x="768" y="2066"/>
                </a:lnTo>
                <a:lnTo>
                  <a:pt x="778" y="2073"/>
                </a:lnTo>
                <a:lnTo>
                  <a:pt x="790" y="2080"/>
                </a:lnTo>
                <a:lnTo>
                  <a:pt x="803" y="2089"/>
                </a:lnTo>
                <a:lnTo>
                  <a:pt x="816" y="2098"/>
                </a:lnTo>
                <a:lnTo>
                  <a:pt x="830" y="2107"/>
                </a:lnTo>
                <a:lnTo>
                  <a:pt x="841" y="2115"/>
                </a:lnTo>
                <a:lnTo>
                  <a:pt x="848" y="2122"/>
                </a:lnTo>
                <a:lnTo>
                  <a:pt x="851" y="2125"/>
                </a:lnTo>
                <a:lnTo>
                  <a:pt x="857" y="2135"/>
                </a:lnTo>
                <a:lnTo>
                  <a:pt x="862" y="2145"/>
                </a:lnTo>
                <a:lnTo>
                  <a:pt x="865" y="2154"/>
                </a:lnTo>
                <a:lnTo>
                  <a:pt x="867" y="2166"/>
                </a:lnTo>
                <a:lnTo>
                  <a:pt x="868" y="2181"/>
                </a:lnTo>
                <a:lnTo>
                  <a:pt x="869" y="2196"/>
                </a:lnTo>
                <a:lnTo>
                  <a:pt x="868" y="2213"/>
                </a:lnTo>
                <a:lnTo>
                  <a:pt x="865" y="2228"/>
                </a:lnTo>
                <a:lnTo>
                  <a:pt x="861" y="2247"/>
                </a:lnTo>
                <a:lnTo>
                  <a:pt x="853" y="2266"/>
                </a:lnTo>
                <a:lnTo>
                  <a:pt x="843" y="2283"/>
                </a:lnTo>
                <a:lnTo>
                  <a:pt x="828" y="2309"/>
                </a:lnTo>
                <a:lnTo>
                  <a:pt x="818" y="2358"/>
                </a:lnTo>
                <a:lnTo>
                  <a:pt x="803" y="2404"/>
                </a:lnTo>
                <a:lnTo>
                  <a:pt x="785" y="2449"/>
                </a:lnTo>
                <a:lnTo>
                  <a:pt x="768" y="2495"/>
                </a:lnTo>
                <a:lnTo>
                  <a:pt x="752" y="2539"/>
                </a:lnTo>
                <a:lnTo>
                  <a:pt x="738" y="2585"/>
                </a:lnTo>
                <a:lnTo>
                  <a:pt x="735" y="2613"/>
                </a:lnTo>
                <a:lnTo>
                  <a:pt x="738" y="2639"/>
                </a:lnTo>
                <a:lnTo>
                  <a:pt x="747" y="2665"/>
                </a:lnTo>
                <a:lnTo>
                  <a:pt x="758" y="2693"/>
                </a:lnTo>
                <a:lnTo>
                  <a:pt x="767" y="2721"/>
                </a:lnTo>
                <a:lnTo>
                  <a:pt x="776" y="2750"/>
                </a:lnTo>
                <a:lnTo>
                  <a:pt x="779" y="2780"/>
                </a:lnTo>
                <a:lnTo>
                  <a:pt x="778" y="2816"/>
                </a:lnTo>
                <a:lnTo>
                  <a:pt x="773" y="2840"/>
                </a:lnTo>
                <a:lnTo>
                  <a:pt x="766" y="2864"/>
                </a:lnTo>
                <a:lnTo>
                  <a:pt x="754" y="2887"/>
                </a:lnTo>
                <a:lnTo>
                  <a:pt x="745" y="2880"/>
                </a:lnTo>
                <a:lnTo>
                  <a:pt x="737" y="2874"/>
                </a:lnTo>
                <a:lnTo>
                  <a:pt x="729" y="2872"/>
                </a:lnTo>
                <a:lnTo>
                  <a:pt x="738" y="2890"/>
                </a:lnTo>
                <a:lnTo>
                  <a:pt x="747" y="2908"/>
                </a:lnTo>
                <a:lnTo>
                  <a:pt x="754" y="2926"/>
                </a:lnTo>
                <a:lnTo>
                  <a:pt x="760" y="2946"/>
                </a:lnTo>
                <a:lnTo>
                  <a:pt x="762" y="2966"/>
                </a:lnTo>
                <a:lnTo>
                  <a:pt x="761" y="2988"/>
                </a:lnTo>
                <a:lnTo>
                  <a:pt x="754" y="2997"/>
                </a:lnTo>
                <a:lnTo>
                  <a:pt x="745" y="3002"/>
                </a:lnTo>
                <a:lnTo>
                  <a:pt x="737" y="3005"/>
                </a:lnTo>
                <a:lnTo>
                  <a:pt x="730" y="3006"/>
                </a:lnTo>
                <a:lnTo>
                  <a:pt x="736" y="3014"/>
                </a:lnTo>
                <a:lnTo>
                  <a:pt x="742" y="3023"/>
                </a:lnTo>
                <a:lnTo>
                  <a:pt x="745" y="3029"/>
                </a:lnTo>
                <a:lnTo>
                  <a:pt x="745" y="3031"/>
                </a:lnTo>
                <a:lnTo>
                  <a:pt x="745" y="3033"/>
                </a:lnTo>
                <a:lnTo>
                  <a:pt x="743" y="3036"/>
                </a:lnTo>
                <a:lnTo>
                  <a:pt x="741" y="3037"/>
                </a:lnTo>
                <a:lnTo>
                  <a:pt x="767" y="3066"/>
                </a:lnTo>
                <a:lnTo>
                  <a:pt x="767" y="3067"/>
                </a:lnTo>
                <a:lnTo>
                  <a:pt x="771" y="3070"/>
                </a:lnTo>
                <a:lnTo>
                  <a:pt x="773" y="3072"/>
                </a:lnTo>
                <a:lnTo>
                  <a:pt x="776" y="3076"/>
                </a:lnTo>
                <a:lnTo>
                  <a:pt x="779" y="3078"/>
                </a:lnTo>
                <a:lnTo>
                  <a:pt x="783" y="3083"/>
                </a:lnTo>
                <a:lnTo>
                  <a:pt x="838" y="3141"/>
                </a:lnTo>
                <a:lnTo>
                  <a:pt x="897" y="3196"/>
                </a:lnTo>
                <a:lnTo>
                  <a:pt x="957" y="3248"/>
                </a:lnTo>
                <a:lnTo>
                  <a:pt x="1021" y="3297"/>
                </a:lnTo>
                <a:lnTo>
                  <a:pt x="1025" y="3298"/>
                </a:lnTo>
                <a:lnTo>
                  <a:pt x="1028" y="3300"/>
                </a:lnTo>
                <a:lnTo>
                  <a:pt x="1031" y="3300"/>
                </a:lnTo>
                <a:lnTo>
                  <a:pt x="1032" y="3302"/>
                </a:lnTo>
                <a:lnTo>
                  <a:pt x="1034" y="3302"/>
                </a:lnTo>
                <a:lnTo>
                  <a:pt x="1038" y="3304"/>
                </a:lnTo>
                <a:lnTo>
                  <a:pt x="1041" y="3305"/>
                </a:lnTo>
                <a:lnTo>
                  <a:pt x="1045" y="3308"/>
                </a:lnTo>
                <a:lnTo>
                  <a:pt x="1049" y="3310"/>
                </a:lnTo>
                <a:lnTo>
                  <a:pt x="1052" y="3311"/>
                </a:lnTo>
                <a:lnTo>
                  <a:pt x="1053" y="3314"/>
                </a:lnTo>
                <a:lnTo>
                  <a:pt x="1056" y="3315"/>
                </a:lnTo>
                <a:lnTo>
                  <a:pt x="1056" y="3315"/>
                </a:lnTo>
                <a:lnTo>
                  <a:pt x="1056" y="3316"/>
                </a:lnTo>
                <a:lnTo>
                  <a:pt x="1056" y="3316"/>
                </a:lnTo>
                <a:lnTo>
                  <a:pt x="1053" y="3316"/>
                </a:lnTo>
                <a:lnTo>
                  <a:pt x="1052" y="3316"/>
                </a:lnTo>
                <a:lnTo>
                  <a:pt x="1051" y="3317"/>
                </a:lnTo>
                <a:lnTo>
                  <a:pt x="1051" y="3317"/>
                </a:lnTo>
                <a:lnTo>
                  <a:pt x="1051" y="3319"/>
                </a:lnTo>
                <a:lnTo>
                  <a:pt x="1132" y="3371"/>
                </a:lnTo>
                <a:lnTo>
                  <a:pt x="1216" y="3420"/>
                </a:lnTo>
                <a:lnTo>
                  <a:pt x="1304" y="3463"/>
                </a:lnTo>
                <a:lnTo>
                  <a:pt x="1393" y="3500"/>
                </a:lnTo>
                <a:lnTo>
                  <a:pt x="1485" y="3533"/>
                </a:lnTo>
                <a:lnTo>
                  <a:pt x="1580" y="3560"/>
                </a:lnTo>
                <a:lnTo>
                  <a:pt x="1678" y="3582"/>
                </a:lnTo>
                <a:lnTo>
                  <a:pt x="1777" y="3598"/>
                </a:lnTo>
                <a:lnTo>
                  <a:pt x="1878" y="3607"/>
                </a:lnTo>
                <a:lnTo>
                  <a:pt x="1981" y="3610"/>
                </a:lnTo>
                <a:lnTo>
                  <a:pt x="2093" y="3606"/>
                </a:lnTo>
                <a:lnTo>
                  <a:pt x="2202" y="3595"/>
                </a:lnTo>
                <a:lnTo>
                  <a:pt x="2309" y="3577"/>
                </a:lnTo>
                <a:lnTo>
                  <a:pt x="2414" y="3552"/>
                </a:lnTo>
                <a:lnTo>
                  <a:pt x="2516" y="3519"/>
                </a:lnTo>
                <a:lnTo>
                  <a:pt x="2616" y="3482"/>
                </a:lnTo>
                <a:lnTo>
                  <a:pt x="2711" y="3438"/>
                </a:lnTo>
                <a:lnTo>
                  <a:pt x="2803" y="3387"/>
                </a:lnTo>
                <a:lnTo>
                  <a:pt x="2892" y="3332"/>
                </a:lnTo>
                <a:lnTo>
                  <a:pt x="2977" y="3270"/>
                </a:lnTo>
                <a:lnTo>
                  <a:pt x="3057" y="3204"/>
                </a:lnTo>
                <a:lnTo>
                  <a:pt x="3133" y="3133"/>
                </a:lnTo>
                <a:lnTo>
                  <a:pt x="3204" y="3056"/>
                </a:lnTo>
                <a:lnTo>
                  <a:pt x="3270" y="2977"/>
                </a:lnTo>
                <a:lnTo>
                  <a:pt x="3331" y="2892"/>
                </a:lnTo>
                <a:lnTo>
                  <a:pt x="3388" y="2804"/>
                </a:lnTo>
                <a:lnTo>
                  <a:pt x="3437" y="2711"/>
                </a:lnTo>
                <a:lnTo>
                  <a:pt x="3482" y="2615"/>
                </a:lnTo>
                <a:lnTo>
                  <a:pt x="3520" y="2516"/>
                </a:lnTo>
                <a:lnTo>
                  <a:pt x="3551" y="2414"/>
                </a:lnTo>
                <a:lnTo>
                  <a:pt x="3577" y="2309"/>
                </a:lnTo>
                <a:lnTo>
                  <a:pt x="3595" y="2202"/>
                </a:lnTo>
                <a:lnTo>
                  <a:pt x="3606" y="2093"/>
                </a:lnTo>
                <a:lnTo>
                  <a:pt x="3610" y="1981"/>
                </a:lnTo>
                <a:lnTo>
                  <a:pt x="3607" y="1876"/>
                </a:lnTo>
                <a:lnTo>
                  <a:pt x="3597" y="1773"/>
                </a:lnTo>
                <a:lnTo>
                  <a:pt x="3580" y="1672"/>
                </a:lnTo>
                <a:lnTo>
                  <a:pt x="3559" y="1573"/>
                </a:lnTo>
                <a:lnTo>
                  <a:pt x="3530" y="1476"/>
                </a:lnTo>
                <a:lnTo>
                  <a:pt x="3496" y="1382"/>
                </a:lnTo>
                <a:lnTo>
                  <a:pt x="3456" y="1291"/>
                </a:lnTo>
                <a:lnTo>
                  <a:pt x="3412" y="1203"/>
                </a:lnTo>
                <a:lnTo>
                  <a:pt x="3363" y="1118"/>
                </a:lnTo>
                <a:lnTo>
                  <a:pt x="3307" y="1036"/>
                </a:lnTo>
                <a:lnTo>
                  <a:pt x="3317" y="1078"/>
                </a:lnTo>
                <a:lnTo>
                  <a:pt x="3323" y="1120"/>
                </a:lnTo>
                <a:lnTo>
                  <a:pt x="3325" y="1162"/>
                </a:lnTo>
                <a:lnTo>
                  <a:pt x="3324" y="1203"/>
                </a:lnTo>
                <a:lnTo>
                  <a:pt x="3318" y="1244"/>
                </a:lnTo>
                <a:lnTo>
                  <a:pt x="3307" y="1284"/>
                </a:lnTo>
                <a:lnTo>
                  <a:pt x="3289" y="1324"/>
                </a:lnTo>
                <a:lnTo>
                  <a:pt x="3266" y="1362"/>
                </a:lnTo>
                <a:lnTo>
                  <a:pt x="3265" y="1344"/>
                </a:lnTo>
                <a:lnTo>
                  <a:pt x="3264" y="1324"/>
                </a:lnTo>
                <a:lnTo>
                  <a:pt x="3262" y="1305"/>
                </a:lnTo>
                <a:lnTo>
                  <a:pt x="3257" y="1287"/>
                </a:lnTo>
                <a:lnTo>
                  <a:pt x="3253" y="1275"/>
                </a:lnTo>
                <a:lnTo>
                  <a:pt x="3247" y="1265"/>
                </a:lnTo>
                <a:lnTo>
                  <a:pt x="3239" y="1258"/>
                </a:lnTo>
                <a:lnTo>
                  <a:pt x="3230" y="1253"/>
                </a:lnTo>
                <a:lnTo>
                  <a:pt x="3220" y="1253"/>
                </a:lnTo>
                <a:lnTo>
                  <a:pt x="3179" y="1256"/>
                </a:lnTo>
                <a:lnTo>
                  <a:pt x="3140" y="1252"/>
                </a:lnTo>
                <a:lnTo>
                  <a:pt x="3104" y="1246"/>
                </a:lnTo>
                <a:lnTo>
                  <a:pt x="3068" y="1237"/>
                </a:lnTo>
                <a:lnTo>
                  <a:pt x="3034" y="1225"/>
                </a:lnTo>
                <a:lnTo>
                  <a:pt x="3001" y="1211"/>
                </a:lnTo>
                <a:lnTo>
                  <a:pt x="2967" y="1197"/>
                </a:lnTo>
                <a:lnTo>
                  <a:pt x="2928" y="1179"/>
                </a:lnTo>
                <a:lnTo>
                  <a:pt x="2904" y="1168"/>
                </a:lnTo>
                <a:lnTo>
                  <a:pt x="2883" y="1157"/>
                </a:lnTo>
                <a:lnTo>
                  <a:pt x="2861" y="1148"/>
                </a:lnTo>
                <a:lnTo>
                  <a:pt x="2839" y="1140"/>
                </a:lnTo>
                <a:lnTo>
                  <a:pt x="2817" y="1138"/>
                </a:lnTo>
                <a:lnTo>
                  <a:pt x="2836" y="1162"/>
                </a:lnTo>
                <a:lnTo>
                  <a:pt x="2855" y="1188"/>
                </a:lnTo>
                <a:lnTo>
                  <a:pt x="2873" y="1217"/>
                </a:lnTo>
                <a:lnTo>
                  <a:pt x="2886" y="1246"/>
                </a:lnTo>
                <a:lnTo>
                  <a:pt x="2889" y="1238"/>
                </a:lnTo>
                <a:lnTo>
                  <a:pt x="2892" y="1231"/>
                </a:lnTo>
                <a:lnTo>
                  <a:pt x="2895" y="1223"/>
                </a:lnTo>
                <a:lnTo>
                  <a:pt x="2902" y="1234"/>
                </a:lnTo>
                <a:lnTo>
                  <a:pt x="2910" y="1246"/>
                </a:lnTo>
                <a:lnTo>
                  <a:pt x="2920" y="1259"/>
                </a:lnTo>
                <a:lnTo>
                  <a:pt x="2932" y="1270"/>
                </a:lnTo>
                <a:lnTo>
                  <a:pt x="2945" y="1276"/>
                </a:lnTo>
                <a:lnTo>
                  <a:pt x="2960" y="1279"/>
                </a:lnTo>
                <a:lnTo>
                  <a:pt x="2973" y="1277"/>
                </a:lnTo>
                <a:lnTo>
                  <a:pt x="2986" y="1273"/>
                </a:lnTo>
                <a:lnTo>
                  <a:pt x="2997" y="1263"/>
                </a:lnTo>
                <a:lnTo>
                  <a:pt x="3005" y="1249"/>
                </a:lnTo>
                <a:lnTo>
                  <a:pt x="3010" y="1231"/>
                </a:lnTo>
                <a:lnTo>
                  <a:pt x="3032" y="1250"/>
                </a:lnTo>
                <a:lnTo>
                  <a:pt x="3054" y="1268"/>
                </a:lnTo>
                <a:lnTo>
                  <a:pt x="3074" y="1287"/>
                </a:lnTo>
                <a:lnTo>
                  <a:pt x="3093" y="1308"/>
                </a:lnTo>
                <a:lnTo>
                  <a:pt x="3111" y="1329"/>
                </a:lnTo>
                <a:lnTo>
                  <a:pt x="3126" y="1352"/>
                </a:lnTo>
                <a:lnTo>
                  <a:pt x="3138" y="1376"/>
                </a:lnTo>
                <a:lnTo>
                  <a:pt x="3144" y="1403"/>
                </a:lnTo>
                <a:lnTo>
                  <a:pt x="3146" y="1431"/>
                </a:lnTo>
                <a:lnTo>
                  <a:pt x="3143" y="1463"/>
                </a:lnTo>
                <a:lnTo>
                  <a:pt x="3137" y="1484"/>
                </a:lnTo>
                <a:lnTo>
                  <a:pt x="3126" y="1502"/>
                </a:lnTo>
                <a:lnTo>
                  <a:pt x="3111" y="1518"/>
                </a:lnTo>
                <a:lnTo>
                  <a:pt x="3093" y="1531"/>
                </a:lnTo>
                <a:lnTo>
                  <a:pt x="3074" y="1543"/>
                </a:lnTo>
                <a:lnTo>
                  <a:pt x="3054" y="1553"/>
                </a:lnTo>
                <a:lnTo>
                  <a:pt x="3034" y="1564"/>
                </a:lnTo>
                <a:lnTo>
                  <a:pt x="3016" y="1570"/>
                </a:lnTo>
                <a:lnTo>
                  <a:pt x="2997" y="1577"/>
                </a:lnTo>
                <a:lnTo>
                  <a:pt x="2977" y="1584"/>
                </a:lnTo>
                <a:lnTo>
                  <a:pt x="2955" y="1591"/>
                </a:lnTo>
                <a:lnTo>
                  <a:pt x="2933" y="1599"/>
                </a:lnTo>
                <a:lnTo>
                  <a:pt x="2912" y="1603"/>
                </a:lnTo>
                <a:lnTo>
                  <a:pt x="2890" y="1607"/>
                </a:lnTo>
                <a:lnTo>
                  <a:pt x="2868" y="1608"/>
                </a:lnTo>
                <a:lnTo>
                  <a:pt x="2849" y="1607"/>
                </a:lnTo>
                <a:lnTo>
                  <a:pt x="2830" y="1603"/>
                </a:lnTo>
                <a:lnTo>
                  <a:pt x="2813" y="1596"/>
                </a:lnTo>
                <a:lnTo>
                  <a:pt x="2799" y="1585"/>
                </a:lnTo>
                <a:lnTo>
                  <a:pt x="2785" y="1570"/>
                </a:lnTo>
                <a:lnTo>
                  <a:pt x="2776" y="1549"/>
                </a:lnTo>
                <a:lnTo>
                  <a:pt x="2770" y="1524"/>
                </a:lnTo>
                <a:lnTo>
                  <a:pt x="2761" y="1506"/>
                </a:lnTo>
                <a:lnTo>
                  <a:pt x="2752" y="1489"/>
                </a:lnTo>
                <a:lnTo>
                  <a:pt x="2742" y="1474"/>
                </a:lnTo>
                <a:lnTo>
                  <a:pt x="2734" y="1463"/>
                </a:lnTo>
                <a:lnTo>
                  <a:pt x="2673" y="1382"/>
                </a:lnTo>
                <a:lnTo>
                  <a:pt x="2613" y="1303"/>
                </a:lnTo>
                <a:lnTo>
                  <a:pt x="2581" y="1265"/>
                </a:lnTo>
                <a:lnTo>
                  <a:pt x="2557" y="1238"/>
                </a:lnTo>
                <a:lnTo>
                  <a:pt x="2530" y="1211"/>
                </a:lnTo>
                <a:lnTo>
                  <a:pt x="2521" y="1210"/>
                </a:lnTo>
                <a:lnTo>
                  <a:pt x="2514" y="1207"/>
                </a:lnTo>
                <a:lnTo>
                  <a:pt x="2507" y="1199"/>
                </a:lnTo>
                <a:lnTo>
                  <a:pt x="2503" y="1191"/>
                </a:lnTo>
                <a:lnTo>
                  <a:pt x="2499" y="1182"/>
                </a:lnTo>
                <a:lnTo>
                  <a:pt x="2494" y="1175"/>
                </a:lnTo>
                <a:lnTo>
                  <a:pt x="2489" y="1168"/>
                </a:lnTo>
                <a:lnTo>
                  <a:pt x="2482" y="1164"/>
                </a:lnTo>
                <a:lnTo>
                  <a:pt x="2473" y="1164"/>
                </a:lnTo>
                <a:lnTo>
                  <a:pt x="2461" y="1169"/>
                </a:lnTo>
                <a:lnTo>
                  <a:pt x="2456" y="1172"/>
                </a:lnTo>
                <a:lnTo>
                  <a:pt x="2453" y="1174"/>
                </a:lnTo>
                <a:lnTo>
                  <a:pt x="2452" y="1178"/>
                </a:lnTo>
                <a:lnTo>
                  <a:pt x="2453" y="1181"/>
                </a:lnTo>
                <a:lnTo>
                  <a:pt x="2456" y="1184"/>
                </a:lnTo>
                <a:lnTo>
                  <a:pt x="2464" y="1195"/>
                </a:lnTo>
                <a:lnTo>
                  <a:pt x="2474" y="1204"/>
                </a:lnTo>
                <a:lnTo>
                  <a:pt x="2483" y="1214"/>
                </a:lnTo>
                <a:lnTo>
                  <a:pt x="2495" y="1226"/>
                </a:lnTo>
                <a:lnTo>
                  <a:pt x="2520" y="1255"/>
                </a:lnTo>
                <a:lnTo>
                  <a:pt x="2544" y="1284"/>
                </a:lnTo>
                <a:lnTo>
                  <a:pt x="2565" y="1323"/>
                </a:lnTo>
                <a:lnTo>
                  <a:pt x="2589" y="1360"/>
                </a:lnTo>
                <a:lnTo>
                  <a:pt x="2615" y="1397"/>
                </a:lnTo>
                <a:lnTo>
                  <a:pt x="2639" y="1431"/>
                </a:lnTo>
                <a:lnTo>
                  <a:pt x="2663" y="1475"/>
                </a:lnTo>
                <a:lnTo>
                  <a:pt x="2688" y="1512"/>
                </a:lnTo>
                <a:lnTo>
                  <a:pt x="2714" y="1549"/>
                </a:lnTo>
                <a:lnTo>
                  <a:pt x="2720" y="1557"/>
                </a:lnTo>
                <a:lnTo>
                  <a:pt x="2728" y="1567"/>
                </a:lnTo>
                <a:lnTo>
                  <a:pt x="2736" y="1577"/>
                </a:lnTo>
                <a:lnTo>
                  <a:pt x="2743" y="1584"/>
                </a:lnTo>
                <a:lnTo>
                  <a:pt x="2749" y="1591"/>
                </a:lnTo>
                <a:lnTo>
                  <a:pt x="2755" y="1601"/>
                </a:lnTo>
                <a:lnTo>
                  <a:pt x="2761" y="1612"/>
                </a:lnTo>
                <a:lnTo>
                  <a:pt x="2767" y="1621"/>
                </a:lnTo>
                <a:lnTo>
                  <a:pt x="2772" y="1627"/>
                </a:lnTo>
                <a:lnTo>
                  <a:pt x="2783" y="1635"/>
                </a:lnTo>
                <a:lnTo>
                  <a:pt x="2790" y="1643"/>
                </a:lnTo>
                <a:lnTo>
                  <a:pt x="2800" y="1650"/>
                </a:lnTo>
                <a:lnTo>
                  <a:pt x="2813" y="1659"/>
                </a:lnTo>
                <a:lnTo>
                  <a:pt x="2827" y="1665"/>
                </a:lnTo>
                <a:lnTo>
                  <a:pt x="2839" y="1671"/>
                </a:lnTo>
                <a:lnTo>
                  <a:pt x="2850" y="1677"/>
                </a:lnTo>
                <a:lnTo>
                  <a:pt x="2859" y="1680"/>
                </a:lnTo>
                <a:lnTo>
                  <a:pt x="2862" y="1683"/>
                </a:lnTo>
                <a:lnTo>
                  <a:pt x="2867" y="1685"/>
                </a:lnTo>
                <a:lnTo>
                  <a:pt x="2874" y="1688"/>
                </a:lnTo>
                <a:lnTo>
                  <a:pt x="2883" y="1690"/>
                </a:lnTo>
                <a:lnTo>
                  <a:pt x="2912" y="1688"/>
                </a:lnTo>
                <a:lnTo>
                  <a:pt x="2939" y="1684"/>
                </a:lnTo>
                <a:lnTo>
                  <a:pt x="2966" y="1683"/>
                </a:lnTo>
                <a:lnTo>
                  <a:pt x="2993" y="1680"/>
                </a:lnTo>
                <a:lnTo>
                  <a:pt x="3021" y="1674"/>
                </a:lnTo>
                <a:lnTo>
                  <a:pt x="3049" y="1664"/>
                </a:lnTo>
                <a:lnTo>
                  <a:pt x="3050" y="1679"/>
                </a:lnTo>
                <a:lnTo>
                  <a:pt x="3051" y="1695"/>
                </a:lnTo>
                <a:lnTo>
                  <a:pt x="3050" y="1710"/>
                </a:lnTo>
                <a:lnTo>
                  <a:pt x="3045" y="1726"/>
                </a:lnTo>
                <a:lnTo>
                  <a:pt x="3035" y="1741"/>
                </a:lnTo>
                <a:lnTo>
                  <a:pt x="3023" y="1774"/>
                </a:lnTo>
                <a:lnTo>
                  <a:pt x="3005" y="1825"/>
                </a:lnTo>
                <a:lnTo>
                  <a:pt x="2987" y="1875"/>
                </a:lnTo>
                <a:lnTo>
                  <a:pt x="2975" y="1905"/>
                </a:lnTo>
                <a:lnTo>
                  <a:pt x="2939" y="1922"/>
                </a:lnTo>
                <a:lnTo>
                  <a:pt x="2906" y="1939"/>
                </a:lnTo>
                <a:lnTo>
                  <a:pt x="2872" y="1958"/>
                </a:lnTo>
                <a:lnTo>
                  <a:pt x="2842" y="1979"/>
                </a:lnTo>
                <a:lnTo>
                  <a:pt x="2813" y="2000"/>
                </a:lnTo>
                <a:lnTo>
                  <a:pt x="2788" y="2024"/>
                </a:lnTo>
                <a:lnTo>
                  <a:pt x="2766" y="2048"/>
                </a:lnTo>
                <a:lnTo>
                  <a:pt x="2748" y="2076"/>
                </a:lnTo>
                <a:lnTo>
                  <a:pt x="2734" y="2105"/>
                </a:lnTo>
                <a:lnTo>
                  <a:pt x="2725" y="2135"/>
                </a:lnTo>
                <a:lnTo>
                  <a:pt x="2720" y="2168"/>
                </a:lnTo>
                <a:lnTo>
                  <a:pt x="2722" y="2202"/>
                </a:lnTo>
                <a:lnTo>
                  <a:pt x="2729" y="2240"/>
                </a:lnTo>
                <a:lnTo>
                  <a:pt x="2737" y="2267"/>
                </a:lnTo>
                <a:lnTo>
                  <a:pt x="2737" y="2317"/>
                </a:lnTo>
                <a:lnTo>
                  <a:pt x="2731" y="2366"/>
                </a:lnTo>
                <a:lnTo>
                  <a:pt x="2718" y="2414"/>
                </a:lnTo>
                <a:lnTo>
                  <a:pt x="2700" y="2461"/>
                </a:lnTo>
                <a:lnTo>
                  <a:pt x="2678" y="2507"/>
                </a:lnTo>
                <a:lnTo>
                  <a:pt x="2658" y="2544"/>
                </a:lnTo>
                <a:lnTo>
                  <a:pt x="2627" y="2587"/>
                </a:lnTo>
                <a:lnTo>
                  <a:pt x="2601" y="2631"/>
                </a:lnTo>
                <a:lnTo>
                  <a:pt x="2581" y="2675"/>
                </a:lnTo>
                <a:lnTo>
                  <a:pt x="2565" y="2721"/>
                </a:lnTo>
                <a:lnTo>
                  <a:pt x="2554" y="2770"/>
                </a:lnTo>
                <a:lnTo>
                  <a:pt x="2552" y="2780"/>
                </a:lnTo>
                <a:lnTo>
                  <a:pt x="2546" y="2786"/>
                </a:lnTo>
                <a:lnTo>
                  <a:pt x="2538" y="2792"/>
                </a:lnTo>
                <a:lnTo>
                  <a:pt x="2527" y="2797"/>
                </a:lnTo>
                <a:lnTo>
                  <a:pt x="2516" y="2801"/>
                </a:lnTo>
                <a:lnTo>
                  <a:pt x="2506" y="2807"/>
                </a:lnTo>
                <a:lnTo>
                  <a:pt x="2497" y="2816"/>
                </a:lnTo>
                <a:lnTo>
                  <a:pt x="2492" y="2825"/>
                </a:lnTo>
                <a:lnTo>
                  <a:pt x="2487" y="2839"/>
                </a:lnTo>
                <a:lnTo>
                  <a:pt x="2483" y="2853"/>
                </a:lnTo>
                <a:lnTo>
                  <a:pt x="2480" y="2864"/>
                </a:lnTo>
                <a:lnTo>
                  <a:pt x="2473" y="2876"/>
                </a:lnTo>
                <a:lnTo>
                  <a:pt x="2464" y="2888"/>
                </a:lnTo>
                <a:lnTo>
                  <a:pt x="2455" y="2896"/>
                </a:lnTo>
                <a:lnTo>
                  <a:pt x="2444" y="2905"/>
                </a:lnTo>
                <a:lnTo>
                  <a:pt x="2435" y="2913"/>
                </a:lnTo>
                <a:lnTo>
                  <a:pt x="2427" y="2922"/>
                </a:lnTo>
                <a:lnTo>
                  <a:pt x="2423" y="2929"/>
                </a:lnTo>
                <a:lnTo>
                  <a:pt x="2418" y="2935"/>
                </a:lnTo>
                <a:lnTo>
                  <a:pt x="2411" y="2946"/>
                </a:lnTo>
                <a:lnTo>
                  <a:pt x="2402" y="2957"/>
                </a:lnTo>
                <a:lnTo>
                  <a:pt x="2390" y="2970"/>
                </a:lnTo>
                <a:lnTo>
                  <a:pt x="2378" y="2983"/>
                </a:lnTo>
                <a:lnTo>
                  <a:pt x="2348" y="2997"/>
                </a:lnTo>
                <a:lnTo>
                  <a:pt x="2315" y="3013"/>
                </a:lnTo>
                <a:lnTo>
                  <a:pt x="2281" y="3029"/>
                </a:lnTo>
                <a:lnTo>
                  <a:pt x="2251" y="3044"/>
                </a:lnTo>
                <a:lnTo>
                  <a:pt x="2227" y="3046"/>
                </a:lnTo>
                <a:lnTo>
                  <a:pt x="2206" y="3047"/>
                </a:lnTo>
                <a:lnTo>
                  <a:pt x="2188" y="3049"/>
                </a:lnTo>
                <a:lnTo>
                  <a:pt x="2176" y="3052"/>
                </a:lnTo>
                <a:lnTo>
                  <a:pt x="2170" y="3054"/>
                </a:lnTo>
                <a:lnTo>
                  <a:pt x="2167" y="3056"/>
                </a:lnTo>
                <a:lnTo>
                  <a:pt x="2165" y="3060"/>
                </a:lnTo>
                <a:lnTo>
                  <a:pt x="2161" y="3064"/>
                </a:lnTo>
                <a:lnTo>
                  <a:pt x="2159" y="3066"/>
                </a:lnTo>
                <a:lnTo>
                  <a:pt x="2156" y="3068"/>
                </a:lnTo>
                <a:lnTo>
                  <a:pt x="2153" y="3070"/>
                </a:lnTo>
                <a:lnTo>
                  <a:pt x="2149" y="3072"/>
                </a:lnTo>
                <a:lnTo>
                  <a:pt x="2145" y="3073"/>
                </a:lnTo>
                <a:lnTo>
                  <a:pt x="2139" y="3074"/>
                </a:lnTo>
                <a:lnTo>
                  <a:pt x="2130" y="3074"/>
                </a:lnTo>
                <a:lnTo>
                  <a:pt x="2119" y="3074"/>
                </a:lnTo>
                <a:lnTo>
                  <a:pt x="2107" y="3073"/>
                </a:lnTo>
                <a:lnTo>
                  <a:pt x="2097" y="3071"/>
                </a:lnTo>
                <a:lnTo>
                  <a:pt x="2091" y="3068"/>
                </a:lnTo>
                <a:lnTo>
                  <a:pt x="2089" y="3066"/>
                </a:lnTo>
                <a:lnTo>
                  <a:pt x="2085" y="3062"/>
                </a:lnTo>
                <a:lnTo>
                  <a:pt x="2082" y="3059"/>
                </a:lnTo>
                <a:lnTo>
                  <a:pt x="2078" y="3055"/>
                </a:lnTo>
                <a:lnTo>
                  <a:pt x="2075" y="3052"/>
                </a:lnTo>
                <a:lnTo>
                  <a:pt x="2071" y="3047"/>
                </a:lnTo>
                <a:lnTo>
                  <a:pt x="2067" y="3043"/>
                </a:lnTo>
                <a:lnTo>
                  <a:pt x="2065" y="3038"/>
                </a:lnTo>
                <a:lnTo>
                  <a:pt x="2062" y="3035"/>
                </a:lnTo>
                <a:lnTo>
                  <a:pt x="2061" y="3032"/>
                </a:lnTo>
                <a:lnTo>
                  <a:pt x="2060" y="3029"/>
                </a:lnTo>
                <a:lnTo>
                  <a:pt x="2060" y="3024"/>
                </a:lnTo>
                <a:lnTo>
                  <a:pt x="2060" y="3020"/>
                </a:lnTo>
                <a:lnTo>
                  <a:pt x="2061" y="3017"/>
                </a:lnTo>
                <a:lnTo>
                  <a:pt x="2062" y="3013"/>
                </a:lnTo>
                <a:lnTo>
                  <a:pt x="2065" y="3011"/>
                </a:lnTo>
                <a:lnTo>
                  <a:pt x="2065" y="3006"/>
                </a:lnTo>
                <a:lnTo>
                  <a:pt x="2065" y="2996"/>
                </a:lnTo>
                <a:lnTo>
                  <a:pt x="2062" y="2987"/>
                </a:lnTo>
                <a:lnTo>
                  <a:pt x="2058" y="2975"/>
                </a:lnTo>
                <a:lnTo>
                  <a:pt x="2052" y="2963"/>
                </a:lnTo>
                <a:lnTo>
                  <a:pt x="2046" y="2953"/>
                </a:lnTo>
                <a:lnTo>
                  <a:pt x="2038" y="2942"/>
                </a:lnTo>
                <a:lnTo>
                  <a:pt x="2030" y="2931"/>
                </a:lnTo>
                <a:lnTo>
                  <a:pt x="2024" y="2919"/>
                </a:lnTo>
                <a:lnTo>
                  <a:pt x="2022" y="2914"/>
                </a:lnTo>
                <a:lnTo>
                  <a:pt x="2019" y="2910"/>
                </a:lnTo>
                <a:lnTo>
                  <a:pt x="2018" y="2906"/>
                </a:lnTo>
                <a:lnTo>
                  <a:pt x="2016" y="2902"/>
                </a:lnTo>
                <a:lnTo>
                  <a:pt x="2014" y="2901"/>
                </a:lnTo>
                <a:lnTo>
                  <a:pt x="2013" y="2900"/>
                </a:lnTo>
                <a:lnTo>
                  <a:pt x="2013" y="2900"/>
                </a:lnTo>
                <a:lnTo>
                  <a:pt x="2011" y="2899"/>
                </a:lnTo>
                <a:lnTo>
                  <a:pt x="2010" y="2896"/>
                </a:lnTo>
                <a:lnTo>
                  <a:pt x="2007" y="2895"/>
                </a:lnTo>
                <a:lnTo>
                  <a:pt x="2006" y="2893"/>
                </a:lnTo>
                <a:lnTo>
                  <a:pt x="2005" y="2892"/>
                </a:lnTo>
                <a:lnTo>
                  <a:pt x="2002" y="2889"/>
                </a:lnTo>
                <a:lnTo>
                  <a:pt x="2001" y="2888"/>
                </a:lnTo>
                <a:lnTo>
                  <a:pt x="1999" y="2886"/>
                </a:lnTo>
                <a:lnTo>
                  <a:pt x="1996" y="2883"/>
                </a:lnTo>
                <a:lnTo>
                  <a:pt x="1993" y="2878"/>
                </a:lnTo>
                <a:lnTo>
                  <a:pt x="1988" y="2871"/>
                </a:lnTo>
                <a:lnTo>
                  <a:pt x="1986" y="2863"/>
                </a:lnTo>
                <a:lnTo>
                  <a:pt x="1984" y="2852"/>
                </a:lnTo>
                <a:lnTo>
                  <a:pt x="1972" y="2805"/>
                </a:lnTo>
                <a:lnTo>
                  <a:pt x="1954" y="2758"/>
                </a:lnTo>
                <a:lnTo>
                  <a:pt x="1934" y="2714"/>
                </a:lnTo>
                <a:lnTo>
                  <a:pt x="1911" y="2668"/>
                </a:lnTo>
                <a:lnTo>
                  <a:pt x="1890" y="2623"/>
                </a:lnTo>
                <a:lnTo>
                  <a:pt x="1872" y="2578"/>
                </a:lnTo>
                <a:lnTo>
                  <a:pt x="1872" y="2544"/>
                </a:lnTo>
                <a:lnTo>
                  <a:pt x="1877" y="2510"/>
                </a:lnTo>
                <a:lnTo>
                  <a:pt x="1888" y="2475"/>
                </a:lnTo>
                <a:lnTo>
                  <a:pt x="1904" y="2443"/>
                </a:lnTo>
                <a:lnTo>
                  <a:pt x="1924" y="2413"/>
                </a:lnTo>
                <a:lnTo>
                  <a:pt x="1929" y="2398"/>
                </a:lnTo>
                <a:lnTo>
                  <a:pt x="1933" y="2385"/>
                </a:lnTo>
                <a:lnTo>
                  <a:pt x="1934" y="2370"/>
                </a:lnTo>
                <a:lnTo>
                  <a:pt x="1933" y="2354"/>
                </a:lnTo>
                <a:lnTo>
                  <a:pt x="1929" y="2343"/>
                </a:lnTo>
                <a:lnTo>
                  <a:pt x="1925" y="2335"/>
                </a:lnTo>
                <a:lnTo>
                  <a:pt x="1922" y="2321"/>
                </a:lnTo>
                <a:lnTo>
                  <a:pt x="1918" y="2305"/>
                </a:lnTo>
                <a:lnTo>
                  <a:pt x="1915" y="2287"/>
                </a:lnTo>
                <a:lnTo>
                  <a:pt x="1911" y="2271"/>
                </a:lnTo>
                <a:lnTo>
                  <a:pt x="1905" y="2251"/>
                </a:lnTo>
                <a:lnTo>
                  <a:pt x="1897" y="2230"/>
                </a:lnTo>
                <a:lnTo>
                  <a:pt x="1886" y="2210"/>
                </a:lnTo>
                <a:lnTo>
                  <a:pt x="1875" y="2190"/>
                </a:lnTo>
                <a:lnTo>
                  <a:pt x="1862" y="2169"/>
                </a:lnTo>
                <a:lnTo>
                  <a:pt x="1848" y="2149"/>
                </a:lnTo>
                <a:lnTo>
                  <a:pt x="1841" y="2139"/>
                </a:lnTo>
                <a:lnTo>
                  <a:pt x="1835" y="2130"/>
                </a:lnTo>
                <a:lnTo>
                  <a:pt x="1830" y="2125"/>
                </a:lnTo>
                <a:lnTo>
                  <a:pt x="1815" y="2110"/>
                </a:lnTo>
                <a:lnTo>
                  <a:pt x="1804" y="2092"/>
                </a:lnTo>
                <a:lnTo>
                  <a:pt x="1798" y="2074"/>
                </a:lnTo>
                <a:lnTo>
                  <a:pt x="1795" y="2053"/>
                </a:lnTo>
                <a:lnTo>
                  <a:pt x="1797" y="2033"/>
                </a:lnTo>
                <a:lnTo>
                  <a:pt x="1798" y="2012"/>
                </a:lnTo>
                <a:lnTo>
                  <a:pt x="1798" y="1991"/>
                </a:lnTo>
                <a:lnTo>
                  <a:pt x="1798" y="1969"/>
                </a:lnTo>
                <a:lnTo>
                  <a:pt x="1794" y="1949"/>
                </a:lnTo>
                <a:lnTo>
                  <a:pt x="1788" y="1927"/>
                </a:lnTo>
                <a:lnTo>
                  <a:pt x="1779" y="1914"/>
                </a:lnTo>
                <a:lnTo>
                  <a:pt x="1768" y="1904"/>
                </a:lnTo>
                <a:lnTo>
                  <a:pt x="1757" y="1896"/>
                </a:lnTo>
                <a:lnTo>
                  <a:pt x="1744" y="1891"/>
                </a:lnTo>
                <a:lnTo>
                  <a:pt x="1727" y="1891"/>
                </a:lnTo>
                <a:lnTo>
                  <a:pt x="1711" y="1890"/>
                </a:lnTo>
                <a:lnTo>
                  <a:pt x="1698" y="1890"/>
                </a:lnTo>
                <a:lnTo>
                  <a:pt x="1687" y="1887"/>
                </a:lnTo>
                <a:lnTo>
                  <a:pt x="1682" y="1886"/>
                </a:lnTo>
                <a:lnTo>
                  <a:pt x="1679" y="1884"/>
                </a:lnTo>
                <a:lnTo>
                  <a:pt x="1676" y="1880"/>
                </a:lnTo>
                <a:lnTo>
                  <a:pt x="1674" y="1878"/>
                </a:lnTo>
                <a:lnTo>
                  <a:pt x="1673" y="1876"/>
                </a:lnTo>
                <a:lnTo>
                  <a:pt x="1672" y="1874"/>
                </a:lnTo>
                <a:lnTo>
                  <a:pt x="1670" y="1870"/>
                </a:lnTo>
                <a:lnTo>
                  <a:pt x="1669" y="1868"/>
                </a:lnTo>
                <a:lnTo>
                  <a:pt x="1667" y="1866"/>
                </a:lnTo>
                <a:lnTo>
                  <a:pt x="1666" y="1863"/>
                </a:lnTo>
                <a:lnTo>
                  <a:pt x="1663" y="1862"/>
                </a:lnTo>
                <a:lnTo>
                  <a:pt x="1661" y="1860"/>
                </a:lnTo>
                <a:lnTo>
                  <a:pt x="1660" y="1857"/>
                </a:lnTo>
                <a:lnTo>
                  <a:pt x="1657" y="1855"/>
                </a:lnTo>
                <a:lnTo>
                  <a:pt x="1656" y="1852"/>
                </a:lnTo>
                <a:lnTo>
                  <a:pt x="1655" y="1849"/>
                </a:lnTo>
                <a:lnTo>
                  <a:pt x="1654" y="1845"/>
                </a:lnTo>
                <a:lnTo>
                  <a:pt x="1649" y="1843"/>
                </a:lnTo>
                <a:lnTo>
                  <a:pt x="1638" y="1839"/>
                </a:lnTo>
                <a:lnTo>
                  <a:pt x="1621" y="1836"/>
                </a:lnTo>
                <a:lnTo>
                  <a:pt x="1602" y="1833"/>
                </a:lnTo>
                <a:lnTo>
                  <a:pt x="1567" y="1840"/>
                </a:lnTo>
                <a:lnTo>
                  <a:pt x="1528" y="1849"/>
                </a:lnTo>
                <a:lnTo>
                  <a:pt x="1498" y="1860"/>
                </a:lnTo>
                <a:lnTo>
                  <a:pt x="1466" y="1869"/>
                </a:lnTo>
                <a:lnTo>
                  <a:pt x="1433" y="1878"/>
                </a:lnTo>
                <a:lnTo>
                  <a:pt x="1401" y="1885"/>
                </a:lnTo>
                <a:lnTo>
                  <a:pt x="1367" y="1888"/>
                </a:lnTo>
                <a:lnTo>
                  <a:pt x="1335" y="1891"/>
                </a:lnTo>
                <a:lnTo>
                  <a:pt x="1302" y="1890"/>
                </a:lnTo>
                <a:lnTo>
                  <a:pt x="1270" y="1886"/>
                </a:lnTo>
                <a:lnTo>
                  <a:pt x="1240" y="1880"/>
                </a:lnTo>
                <a:lnTo>
                  <a:pt x="1210" y="1869"/>
                </a:lnTo>
                <a:lnTo>
                  <a:pt x="1183" y="1856"/>
                </a:lnTo>
                <a:lnTo>
                  <a:pt x="1158" y="1839"/>
                </a:lnTo>
                <a:lnTo>
                  <a:pt x="1135" y="1818"/>
                </a:lnTo>
                <a:lnTo>
                  <a:pt x="1116" y="1791"/>
                </a:lnTo>
                <a:lnTo>
                  <a:pt x="1099" y="1761"/>
                </a:lnTo>
                <a:lnTo>
                  <a:pt x="1086" y="1726"/>
                </a:lnTo>
                <a:lnTo>
                  <a:pt x="1077" y="1707"/>
                </a:lnTo>
                <a:lnTo>
                  <a:pt x="1067" y="1688"/>
                </a:lnTo>
                <a:lnTo>
                  <a:pt x="1055" y="1670"/>
                </a:lnTo>
                <a:lnTo>
                  <a:pt x="1040" y="1653"/>
                </a:lnTo>
                <a:lnTo>
                  <a:pt x="1037" y="1652"/>
                </a:lnTo>
                <a:lnTo>
                  <a:pt x="1033" y="1650"/>
                </a:lnTo>
                <a:lnTo>
                  <a:pt x="1031" y="1648"/>
                </a:lnTo>
                <a:lnTo>
                  <a:pt x="1028" y="1646"/>
                </a:lnTo>
                <a:lnTo>
                  <a:pt x="1027" y="1641"/>
                </a:lnTo>
                <a:lnTo>
                  <a:pt x="1027" y="1636"/>
                </a:lnTo>
                <a:lnTo>
                  <a:pt x="1027" y="1631"/>
                </a:lnTo>
                <a:lnTo>
                  <a:pt x="1028" y="1623"/>
                </a:lnTo>
                <a:lnTo>
                  <a:pt x="1029" y="1613"/>
                </a:lnTo>
                <a:lnTo>
                  <a:pt x="1031" y="1603"/>
                </a:lnTo>
                <a:lnTo>
                  <a:pt x="1031" y="1593"/>
                </a:lnTo>
                <a:lnTo>
                  <a:pt x="1031" y="1583"/>
                </a:lnTo>
                <a:lnTo>
                  <a:pt x="1031" y="1575"/>
                </a:lnTo>
                <a:lnTo>
                  <a:pt x="1031" y="1567"/>
                </a:lnTo>
                <a:lnTo>
                  <a:pt x="1032" y="1561"/>
                </a:lnTo>
                <a:lnTo>
                  <a:pt x="1033" y="1558"/>
                </a:lnTo>
                <a:lnTo>
                  <a:pt x="1035" y="1553"/>
                </a:lnTo>
                <a:lnTo>
                  <a:pt x="1038" y="1549"/>
                </a:lnTo>
                <a:lnTo>
                  <a:pt x="1040" y="1546"/>
                </a:lnTo>
                <a:lnTo>
                  <a:pt x="1050" y="1505"/>
                </a:lnTo>
                <a:lnTo>
                  <a:pt x="1061" y="1464"/>
                </a:lnTo>
                <a:lnTo>
                  <a:pt x="1071" y="1424"/>
                </a:lnTo>
                <a:lnTo>
                  <a:pt x="1085" y="1385"/>
                </a:lnTo>
                <a:lnTo>
                  <a:pt x="1101" y="1347"/>
                </a:lnTo>
                <a:lnTo>
                  <a:pt x="1120" y="1311"/>
                </a:lnTo>
                <a:lnTo>
                  <a:pt x="1142" y="1279"/>
                </a:lnTo>
                <a:lnTo>
                  <a:pt x="1168" y="1249"/>
                </a:lnTo>
                <a:lnTo>
                  <a:pt x="1199" y="1222"/>
                </a:lnTo>
                <a:lnTo>
                  <a:pt x="1218" y="1209"/>
                </a:lnTo>
                <a:lnTo>
                  <a:pt x="1240" y="1197"/>
                </a:lnTo>
                <a:lnTo>
                  <a:pt x="1265" y="1185"/>
                </a:lnTo>
                <a:lnTo>
                  <a:pt x="1290" y="1168"/>
                </a:lnTo>
                <a:lnTo>
                  <a:pt x="1313" y="1149"/>
                </a:lnTo>
                <a:lnTo>
                  <a:pt x="1334" y="1127"/>
                </a:lnTo>
                <a:lnTo>
                  <a:pt x="1353" y="1102"/>
                </a:lnTo>
                <a:lnTo>
                  <a:pt x="1365" y="1080"/>
                </a:lnTo>
                <a:lnTo>
                  <a:pt x="1378" y="1059"/>
                </a:lnTo>
                <a:lnTo>
                  <a:pt x="1393" y="1037"/>
                </a:lnTo>
                <a:lnTo>
                  <a:pt x="1409" y="1019"/>
                </a:lnTo>
                <a:lnTo>
                  <a:pt x="1427" y="1004"/>
                </a:lnTo>
                <a:lnTo>
                  <a:pt x="1448" y="995"/>
                </a:lnTo>
                <a:lnTo>
                  <a:pt x="1471" y="991"/>
                </a:lnTo>
                <a:lnTo>
                  <a:pt x="1516" y="990"/>
                </a:lnTo>
                <a:lnTo>
                  <a:pt x="1561" y="989"/>
                </a:lnTo>
                <a:lnTo>
                  <a:pt x="1604" y="985"/>
                </a:lnTo>
                <a:lnTo>
                  <a:pt x="1648" y="978"/>
                </a:lnTo>
                <a:lnTo>
                  <a:pt x="1691" y="966"/>
                </a:lnTo>
                <a:lnTo>
                  <a:pt x="1731" y="959"/>
                </a:lnTo>
                <a:lnTo>
                  <a:pt x="1770" y="955"/>
                </a:lnTo>
                <a:lnTo>
                  <a:pt x="1811" y="958"/>
                </a:lnTo>
                <a:lnTo>
                  <a:pt x="1850" y="964"/>
                </a:lnTo>
                <a:lnTo>
                  <a:pt x="1888" y="976"/>
                </a:lnTo>
                <a:lnTo>
                  <a:pt x="1881" y="995"/>
                </a:lnTo>
                <a:lnTo>
                  <a:pt x="1881" y="1013"/>
                </a:lnTo>
                <a:lnTo>
                  <a:pt x="1884" y="1029"/>
                </a:lnTo>
                <a:lnTo>
                  <a:pt x="1893" y="1043"/>
                </a:lnTo>
                <a:lnTo>
                  <a:pt x="1906" y="1055"/>
                </a:lnTo>
                <a:lnTo>
                  <a:pt x="1921" y="1063"/>
                </a:lnTo>
                <a:lnTo>
                  <a:pt x="1937" y="1071"/>
                </a:lnTo>
                <a:lnTo>
                  <a:pt x="1955" y="1075"/>
                </a:lnTo>
                <a:lnTo>
                  <a:pt x="1973" y="1077"/>
                </a:lnTo>
                <a:lnTo>
                  <a:pt x="1989" y="1083"/>
                </a:lnTo>
                <a:lnTo>
                  <a:pt x="2002" y="1089"/>
                </a:lnTo>
                <a:lnTo>
                  <a:pt x="2013" y="1095"/>
                </a:lnTo>
                <a:lnTo>
                  <a:pt x="2023" y="1099"/>
                </a:lnTo>
                <a:lnTo>
                  <a:pt x="2031" y="1103"/>
                </a:lnTo>
                <a:lnTo>
                  <a:pt x="2036" y="1104"/>
                </a:lnTo>
                <a:lnTo>
                  <a:pt x="2040" y="1107"/>
                </a:lnTo>
                <a:lnTo>
                  <a:pt x="2047" y="1109"/>
                </a:lnTo>
                <a:lnTo>
                  <a:pt x="2055" y="1114"/>
                </a:lnTo>
                <a:lnTo>
                  <a:pt x="2065" y="1119"/>
                </a:lnTo>
                <a:lnTo>
                  <a:pt x="2075" y="1122"/>
                </a:lnTo>
                <a:lnTo>
                  <a:pt x="2084" y="1125"/>
                </a:lnTo>
                <a:lnTo>
                  <a:pt x="2093" y="1126"/>
                </a:lnTo>
                <a:lnTo>
                  <a:pt x="2099" y="1124"/>
                </a:lnTo>
                <a:lnTo>
                  <a:pt x="2101" y="1121"/>
                </a:lnTo>
                <a:lnTo>
                  <a:pt x="2105" y="1119"/>
                </a:lnTo>
                <a:lnTo>
                  <a:pt x="2106" y="1115"/>
                </a:lnTo>
                <a:lnTo>
                  <a:pt x="2108" y="1113"/>
                </a:lnTo>
                <a:lnTo>
                  <a:pt x="2108" y="1109"/>
                </a:lnTo>
                <a:lnTo>
                  <a:pt x="2108" y="1103"/>
                </a:lnTo>
                <a:lnTo>
                  <a:pt x="2109" y="1096"/>
                </a:lnTo>
                <a:lnTo>
                  <a:pt x="2112" y="1089"/>
                </a:lnTo>
                <a:lnTo>
                  <a:pt x="2114" y="1084"/>
                </a:lnTo>
                <a:lnTo>
                  <a:pt x="2118" y="1079"/>
                </a:lnTo>
                <a:lnTo>
                  <a:pt x="2123" y="1074"/>
                </a:lnTo>
                <a:lnTo>
                  <a:pt x="2127" y="1072"/>
                </a:lnTo>
                <a:lnTo>
                  <a:pt x="2136" y="1068"/>
                </a:lnTo>
                <a:lnTo>
                  <a:pt x="2147" y="1067"/>
                </a:lnTo>
                <a:lnTo>
                  <a:pt x="2159" y="1067"/>
                </a:lnTo>
                <a:lnTo>
                  <a:pt x="2186" y="1075"/>
                </a:lnTo>
                <a:lnTo>
                  <a:pt x="2219" y="1086"/>
                </a:lnTo>
                <a:lnTo>
                  <a:pt x="2254" y="1095"/>
                </a:lnTo>
                <a:lnTo>
                  <a:pt x="2290" y="1104"/>
                </a:lnTo>
                <a:lnTo>
                  <a:pt x="2329" y="1115"/>
                </a:lnTo>
                <a:lnTo>
                  <a:pt x="2354" y="1116"/>
                </a:lnTo>
                <a:lnTo>
                  <a:pt x="2378" y="1115"/>
                </a:lnTo>
                <a:lnTo>
                  <a:pt x="2402" y="1110"/>
                </a:lnTo>
                <a:lnTo>
                  <a:pt x="2425" y="1103"/>
                </a:lnTo>
                <a:lnTo>
                  <a:pt x="2445" y="1093"/>
                </a:lnTo>
                <a:lnTo>
                  <a:pt x="2463" y="1081"/>
                </a:lnTo>
                <a:lnTo>
                  <a:pt x="2477" y="1068"/>
                </a:lnTo>
                <a:lnTo>
                  <a:pt x="2488" y="1054"/>
                </a:lnTo>
                <a:lnTo>
                  <a:pt x="2493" y="1038"/>
                </a:lnTo>
                <a:lnTo>
                  <a:pt x="2492" y="1023"/>
                </a:lnTo>
                <a:lnTo>
                  <a:pt x="2485" y="1007"/>
                </a:lnTo>
                <a:lnTo>
                  <a:pt x="2469" y="991"/>
                </a:lnTo>
                <a:lnTo>
                  <a:pt x="2455" y="982"/>
                </a:lnTo>
                <a:lnTo>
                  <a:pt x="2438" y="976"/>
                </a:lnTo>
                <a:lnTo>
                  <a:pt x="2418" y="971"/>
                </a:lnTo>
                <a:lnTo>
                  <a:pt x="2398" y="968"/>
                </a:lnTo>
                <a:lnTo>
                  <a:pt x="2376" y="967"/>
                </a:lnTo>
                <a:lnTo>
                  <a:pt x="2354" y="965"/>
                </a:lnTo>
                <a:lnTo>
                  <a:pt x="2331" y="962"/>
                </a:lnTo>
                <a:lnTo>
                  <a:pt x="2308" y="958"/>
                </a:lnTo>
                <a:lnTo>
                  <a:pt x="2286" y="952"/>
                </a:lnTo>
                <a:lnTo>
                  <a:pt x="2266" y="942"/>
                </a:lnTo>
                <a:lnTo>
                  <a:pt x="2248" y="929"/>
                </a:lnTo>
                <a:lnTo>
                  <a:pt x="2231" y="911"/>
                </a:lnTo>
                <a:lnTo>
                  <a:pt x="2218" y="888"/>
                </a:lnTo>
                <a:lnTo>
                  <a:pt x="2213" y="882"/>
                </a:lnTo>
                <a:lnTo>
                  <a:pt x="2208" y="879"/>
                </a:lnTo>
                <a:lnTo>
                  <a:pt x="2203" y="882"/>
                </a:lnTo>
                <a:lnTo>
                  <a:pt x="2198" y="890"/>
                </a:lnTo>
                <a:lnTo>
                  <a:pt x="2191" y="899"/>
                </a:lnTo>
                <a:lnTo>
                  <a:pt x="2190" y="907"/>
                </a:lnTo>
                <a:lnTo>
                  <a:pt x="2191" y="914"/>
                </a:lnTo>
                <a:lnTo>
                  <a:pt x="2195" y="921"/>
                </a:lnTo>
                <a:lnTo>
                  <a:pt x="2200" y="929"/>
                </a:lnTo>
                <a:lnTo>
                  <a:pt x="2204" y="936"/>
                </a:lnTo>
                <a:lnTo>
                  <a:pt x="2207" y="943"/>
                </a:lnTo>
                <a:lnTo>
                  <a:pt x="2206" y="950"/>
                </a:lnTo>
                <a:lnTo>
                  <a:pt x="2201" y="959"/>
                </a:lnTo>
                <a:lnTo>
                  <a:pt x="2190" y="967"/>
                </a:lnTo>
                <a:lnTo>
                  <a:pt x="2178" y="971"/>
                </a:lnTo>
                <a:lnTo>
                  <a:pt x="2165" y="970"/>
                </a:lnTo>
                <a:lnTo>
                  <a:pt x="2153" y="965"/>
                </a:lnTo>
                <a:lnTo>
                  <a:pt x="2144" y="960"/>
                </a:lnTo>
                <a:lnTo>
                  <a:pt x="2119" y="923"/>
                </a:lnTo>
                <a:lnTo>
                  <a:pt x="2093" y="891"/>
                </a:lnTo>
                <a:lnTo>
                  <a:pt x="2064" y="865"/>
                </a:lnTo>
                <a:lnTo>
                  <a:pt x="2032" y="841"/>
                </a:lnTo>
                <a:lnTo>
                  <a:pt x="2001" y="818"/>
                </a:lnTo>
                <a:lnTo>
                  <a:pt x="1967" y="796"/>
                </a:lnTo>
                <a:lnTo>
                  <a:pt x="1935" y="774"/>
                </a:lnTo>
                <a:lnTo>
                  <a:pt x="1940" y="796"/>
                </a:lnTo>
                <a:lnTo>
                  <a:pt x="1951" y="817"/>
                </a:lnTo>
                <a:lnTo>
                  <a:pt x="1965" y="837"/>
                </a:lnTo>
                <a:lnTo>
                  <a:pt x="1983" y="855"/>
                </a:lnTo>
                <a:lnTo>
                  <a:pt x="2004" y="873"/>
                </a:lnTo>
                <a:lnTo>
                  <a:pt x="2023" y="890"/>
                </a:lnTo>
                <a:lnTo>
                  <a:pt x="2043" y="907"/>
                </a:lnTo>
                <a:lnTo>
                  <a:pt x="2061" y="923"/>
                </a:lnTo>
                <a:lnTo>
                  <a:pt x="2077" y="938"/>
                </a:lnTo>
                <a:lnTo>
                  <a:pt x="2089" y="955"/>
                </a:lnTo>
                <a:lnTo>
                  <a:pt x="2076" y="946"/>
                </a:lnTo>
                <a:lnTo>
                  <a:pt x="2065" y="942"/>
                </a:lnTo>
                <a:lnTo>
                  <a:pt x="2054" y="944"/>
                </a:lnTo>
                <a:lnTo>
                  <a:pt x="2046" y="950"/>
                </a:lnTo>
                <a:lnTo>
                  <a:pt x="2037" y="959"/>
                </a:lnTo>
                <a:lnTo>
                  <a:pt x="2032" y="968"/>
                </a:lnTo>
                <a:lnTo>
                  <a:pt x="2028" y="979"/>
                </a:lnTo>
                <a:lnTo>
                  <a:pt x="2012" y="949"/>
                </a:lnTo>
                <a:lnTo>
                  <a:pt x="1990" y="921"/>
                </a:lnTo>
                <a:lnTo>
                  <a:pt x="1965" y="895"/>
                </a:lnTo>
                <a:lnTo>
                  <a:pt x="1939" y="871"/>
                </a:lnTo>
                <a:lnTo>
                  <a:pt x="1911" y="847"/>
                </a:lnTo>
                <a:lnTo>
                  <a:pt x="1884" y="825"/>
                </a:lnTo>
                <a:lnTo>
                  <a:pt x="1860" y="804"/>
                </a:lnTo>
                <a:lnTo>
                  <a:pt x="1824" y="808"/>
                </a:lnTo>
                <a:lnTo>
                  <a:pt x="1798" y="811"/>
                </a:lnTo>
                <a:lnTo>
                  <a:pt x="1774" y="814"/>
                </a:lnTo>
                <a:lnTo>
                  <a:pt x="1758" y="818"/>
                </a:lnTo>
                <a:lnTo>
                  <a:pt x="1743" y="825"/>
                </a:lnTo>
                <a:lnTo>
                  <a:pt x="1729" y="835"/>
                </a:lnTo>
                <a:lnTo>
                  <a:pt x="1722" y="847"/>
                </a:lnTo>
                <a:lnTo>
                  <a:pt x="1712" y="857"/>
                </a:lnTo>
                <a:lnTo>
                  <a:pt x="1703" y="865"/>
                </a:lnTo>
                <a:lnTo>
                  <a:pt x="1686" y="875"/>
                </a:lnTo>
                <a:lnTo>
                  <a:pt x="1669" y="883"/>
                </a:lnTo>
                <a:lnTo>
                  <a:pt x="1656" y="889"/>
                </a:lnTo>
                <a:lnTo>
                  <a:pt x="1644" y="899"/>
                </a:lnTo>
                <a:lnTo>
                  <a:pt x="1633" y="909"/>
                </a:lnTo>
                <a:lnTo>
                  <a:pt x="1623" y="920"/>
                </a:lnTo>
                <a:lnTo>
                  <a:pt x="1613" y="930"/>
                </a:lnTo>
                <a:lnTo>
                  <a:pt x="1602" y="936"/>
                </a:lnTo>
                <a:lnTo>
                  <a:pt x="1572" y="948"/>
                </a:lnTo>
                <a:lnTo>
                  <a:pt x="1539" y="955"/>
                </a:lnTo>
                <a:lnTo>
                  <a:pt x="1507" y="958"/>
                </a:lnTo>
                <a:lnTo>
                  <a:pt x="1474" y="956"/>
                </a:lnTo>
                <a:lnTo>
                  <a:pt x="1443" y="950"/>
                </a:lnTo>
                <a:lnTo>
                  <a:pt x="1413" y="938"/>
                </a:lnTo>
                <a:lnTo>
                  <a:pt x="1385" y="921"/>
                </a:lnTo>
                <a:lnTo>
                  <a:pt x="1381" y="913"/>
                </a:lnTo>
                <a:lnTo>
                  <a:pt x="1381" y="903"/>
                </a:lnTo>
                <a:lnTo>
                  <a:pt x="1383" y="894"/>
                </a:lnTo>
                <a:lnTo>
                  <a:pt x="1388" y="884"/>
                </a:lnTo>
                <a:lnTo>
                  <a:pt x="1391" y="876"/>
                </a:lnTo>
                <a:lnTo>
                  <a:pt x="1394" y="867"/>
                </a:lnTo>
                <a:lnTo>
                  <a:pt x="1399" y="841"/>
                </a:lnTo>
                <a:lnTo>
                  <a:pt x="1407" y="819"/>
                </a:lnTo>
                <a:lnTo>
                  <a:pt x="1419" y="802"/>
                </a:lnTo>
                <a:lnTo>
                  <a:pt x="1432" y="790"/>
                </a:lnTo>
                <a:lnTo>
                  <a:pt x="1449" y="781"/>
                </a:lnTo>
                <a:lnTo>
                  <a:pt x="1467" y="776"/>
                </a:lnTo>
                <a:lnTo>
                  <a:pt x="1488" y="774"/>
                </a:lnTo>
                <a:lnTo>
                  <a:pt x="1509" y="772"/>
                </a:lnTo>
                <a:lnTo>
                  <a:pt x="1531" y="775"/>
                </a:lnTo>
                <a:lnTo>
                  <a:pt x="1555" y="778"/>
                </a:lnTo>
                <a:lnTo>
                  <a:pt x="1578" y="784"/>
                </a:lnTo>
                <a:lnTo>
                  <a:pt x="1602" y="790"/>
                </a:lnTo>
                <a:lnTo>
                  <a:pt x="1626" y="798"/>
                </a:lnTo>
                <a:lnTo>
                  <a:pt x="1637" y="798"/>
                </a:lnTo>
                <a:lnTo>
                  <a:pt x="1645" y="793"/>
                </a:lnTo>
                <a:lnTo>
                  <a:pt x="1651" y="784"/>
                </a:lnTo>
                <a:lnTo>
                  <a:pt x="1654" y="774"/>
                </a:lnTo>
                <a:lnTo>
                  <a:pt x="1654" y="762"/>
                </a:lnTo>
                <a:lnTo>
                  <a:pt x="1651" y="748"/>
                </a:lnTo>
                <a:lnTo>
                  <a:pt x="1645" y="736"/>
                </a:lnTo>
                <a:lnTo>
                  <a:pt x="1637" y="727"/>
                </a:lnTo>
                <a:lnTo>
                  <a:pt x="1626" y="719"/>
                </a:lnTo>
                <a:lnTo>
                  <a:pt x="1667" y="705"/>
                </a:lnTo>
                <a:lnTo>
                  <a:pt x="1706" y="691"/>
                </a:lnTo>
                <a:lnTo>
                  <a:pt x="1744" y="675"/>
                </a:lnTo>
                <a:lnTo>
                  <a:pt x="1782" y="657"/>
                </a:lnTo>
                <a:lnTo>
                  <a:pt x="1820" y="636"/>
                </a:lnTo>
                <a:lnTo>
                  <a:pt x="1858" y="611"/>
                </a:lnTo>
                <a:lnTo>
                  <a:pt x="1864" y="612"/>
                </a:lnTo>
                <a:lnTo>
                  <a:pt x="1872" y="615"/>
                </a:lnTo>
                <a:lnTo>
                  <a:pt x="1881" y="618"/>
                </a:lnTo>
                <a:lnTo>
                  <a:pt x="1888" y="620"/>
                </a:lnTo>
                <a:lnTo>
                  <a:pt x="1888" y="609"/>
                </a:lnTo>
                <a:lnTo>
                  <a:pt x="1889" y="597"/>
                </a:lnTo>
                <a:lnTo>
                  <a:pt x="1890" y="586"/>
                </a:lnTo>
                <a:lnTo>
                  <a:pt x="1894" y="576"/>
                </a:lnTo>
                <a:lnTo>
                  <a:pt x="1900" y="568"/>
                </a:lnTo>
                <a:lnTo>
                  <a:pt x="1909" y="564"/>
                </a:lnTo>
                <a:lnTo>
                  <a:pt x="1919" y="565"/>
                </a:lnTo>
                <a:lnTo>
                  <a:pt x="1919" y="588"/>
                </a:lnTo>
                <a:lnTo>
                  <a:pt x="1930" y="584"/>
                </a:lnTo>
                <a:lnTo>
                  <a:pt x="1937" y="584"/>
                </a:lnTo>
                <a:lnTo>
                  <a:pt x="1941" y="587"/>
                </a:lnTo>
                <a:lnTo>
                  <a:pt x="1942" y="596"/>
                </a:lnTo>
                <a:lnTo>
                  <a:pt x="1937" y="603"/>
                </a:lnTo>
                <a:lnTo>
                  <a:pt x="1930" y="605"/>
                </a:lnTo>
                <a:lnTo>
                  <a:pt x="1924" y="605"/>
                </a:lnTo>
                <a:lnTo>
                  <a:pt x="1917" y="604"/>
                </a:lnTo>
                <a:lnTo>
                  <a:pt x="1912" y="604"/>
                </a:lnTo>
                <a:lnTo>
                  <a:pt x="1929" y="612"/>
                </a:lnTo>
                <a:lnTo>
                  <a:pt x="1948" y="617"/>
                </a:lnTo>
                <a:lnTo>
                  <a:pt x="1967" y="621"/>
                </a:lnTo>
                <a:lnTo>
                  <a:pt x="1988" y="621"/>
                </a:lnTo>
                <a:lnTo>
                  <a:pt x="2006" y="617"/>
                </a:lnTo>
                <a:lnTo>
                  <a:pt x="2024" y="611"/>
                </a:lnTo>
                <a:lnTo>
                  <a:pt x="2040" y="602"/>
                </a:lnTo>
                <a:lnTo>
                  <a:pt x="2053" y="588"/>
                </a:lnTo>
                <a:lnTo>
                  <a:pt x="2061" y="570"/>
                </a:lnTo>
                <a:lnTo>
                  <a:pt x="2066" y="550"/>
                </a:lnTo>
                <a:lnTo>
                  <a:pt x="2073" y="550"/>
                </a:lnTo>
                <a:lnTo>
                  <a:pt x="2082" y="551"/>
                </a:lnTo>
                <a:lnTo>
                  <a:pt x="2090" y="552"/>
                </a:lnTo>
                <a:lnTo>
                  <a:pt x="2097" y="557"/>
                </a:lnTo>
                <a:lnTo>
                  <a:pt x="2091" y="549"/>
                </a:lnTo>
                <a:lnTo>
                  <a:pt x="2089" y="538"/>
                </a:lnTo>
                <a:lnTo>
                  <a:pt x="2090" y="528"/>
                </a:lnTo>
                <a:lnTo>
                  <a:pt x="2095" y="520"/>
                </a:lnTo>
                <a:lnTo>
                  <a:pt x="2102" y="514"/>
                </a:lnTo>
                <a:lnTo>
                  <a:pt x="2113" y="511"/>
                </a:lnTo>
                <a:lnTo>
                  <a:pt x="2130" y="505"/>
                </a:lnTo>
                <a:lnTo>
                  <a:pt x="2148" y="501"/>
                </a:lnTo>
                <a:lnTo>
                  <a:pt x="2164" y="495"/>
                </a:lnTo>
                <a:lnTo>
                  <a:pt x="2174" y="487"/>
                </a:lnTo>
                <a:lnTo>
                  <a:pt x="2160" y="485"/>
                </a:lnTo>
                <a:lnTo>
                  <a:pt x="2145" y="487"/>
                </a:lnTo>
                <a:lnTo>
                  <a:pt x="2132" y="492"/>
                </a:lnTo>
                <a:lnTo>
                  <a:pt x="2118" y="498"/>
                </a:lnTo>
                <a:lnTo>
                  <a:pt x="2105" y="504"/>
                </a:lnTo>
                <a:lnTo>
                  <a:pt x="2091" y="508"/>
                </a:lnTo>
                <a:lnTo>
                  <a:pt x="2078" y="509"/>
                </a:lnTo>
                <a:lnTo>
                  <a:pt x="2066" y="503"/>
                </a:lnTo>
                <a:lnTo>
                  <a:pt x="2064" y="498"/>
                </a:lnTo>
                <a:lnTo>
                  <a:pt x="2062" y="490"/>
                </a:lnTo>
                <a:lnTo>
                  <a:pt x="2062" y="480"/>
                </a:lnTo>
                <a:lnTo>
                  <a:pt x="2066" y="470"/>
                </a:lnTo>
                <a:lnTo>
                  <a:pt x="2072" y="462"/>
                </a:lnTo>
                <a:lnTo>
                  <a:pt x="2082" y="457"/>
                </a:lnTo>
                <a:lnTo>
                  <a:pt x="2067" y="462"/>
                </a:lnTo>
                <a:lnTo>
                  <a:pt x="2055" y="470"/>
                </a:lnTo>
                <a:lnTo>
                  <a:pt x="2044" y="481"/>
                </a:lnTo>
                <a:lnTo>
                  <a:pt x="2029" y="497"/>
                </a:lnTo>
                <a:lnTo>
                  <a:pt x="2012" y="511"/>
                </a:lnTo>
                <a:lnTo>
                  <a:pt x="2023" y="526"/>
                </a:lnTo>
                <a:lnTo>
                  <a:pt x="2028" y="541"/>
                </a:lnTo>
                <a:lnTo>
                  <a:pt x="2026" y="557"/>
                </a:lnTo>
                <a:lnTo>
                  <a:pt x="2022" y="570"/>
                </a:lnTo>
                <a:lnTo>
                  <a:pt x="2011" y="582"/>
                </a:lnTo>
                <a:lnTo>
                  <a:pt x="1999" y="592"/>
                </a:lnTo>
                <a:lnTo>
                  <a:pt x="1983" y="597"/>
                </a:lnTo>
                <a:lnTo>
                  <a:pt x="1966" y="596"/>
                </a:lnTo>
                <a:lnTo>
                  <a:pt x="1954" y="585"/>
                </a:lnTo>
                <a:lnTo>
                  <a:pt x="1942" y="571"/>
                </a:lnTo>
                <a:lnTo>
                  <a:pt x="1931" y="564"/>
                </a:lnTo>
                <a:lnTo>
                  <a:pt x="1919" y="559"/>
                </a:lnTo>
                <a:lnTo>
                  <a:pt x="1904" y="553"/>
                </a:lnTo>
                <a:lnTo>
                  <a:pt x="1888" y="546"/>
                </a:lnTo>
                <a:lnTo>
                  <a:pt x="1872" y="534"/>
                </a:lnTo>
                <a:lnTo>
                  <a:pt x="1870" y="527"/>
                </a:lnTo>
                <a:lnTo>
                  <a:pt x="1872" y="520"/>
                </a:lnTo>
                <a:lnTo>
                  <a:pt x="1881" y="511"/>
                </a:lnTo>
                <a:lnTo>
                  <a:pt x="1892" y="503"/>
                </a:lnTo>
                <a:lnTo>
                  <a:pt x="1905" y="496"/>
                </a:lnTo>
                <a:lnTo>
                  <a:pt x="1919" y="487"/>
                </a:lnTo>
                <a:lnTo>
                  <a:pt x="1931" y="481"/>
                </a:lnTo>
                <a:lnTo>
                  <a:pt x="1967" y="463"/>
                </a:lnTo>
                <a:lnTo>
                  <a:pt x="1998" y="451"/>
                </a:lnTo>
                <a:lnTo>
                  <a:pt x="2048" y="439"/>
                </a:lnTo>
                <a:lnTo>
                  <a:pt x="2097" y="428"/>
                </a:lnTo>
                <a:lnTo>
                  <a:pt x="2147" y="421"/>
                </a:lnTo>
                <a:lnTo>
                  <a:pt x="2198" y="418"/>
                </a:lnTo>
                <a:lnTo>
                  <a:pt x="2190" y="424"/>
                </a:lnTo>
                <a:lnTo>
                  <a:pt x="2180" y="426"/>
                </a:lnTo>
                <a:lnTo>
                  <a:pt x="2172" y="426"/>
                </a:lnTo>
                <a:lnTo>
                  <a:pt x="2164" y="426"/>
                </a:lnTo>
                <a:lnTo>
                  <a:pt x="2156" y="428"/>
                </a:lnTo>
                <a:lnTo>
                  <a:pt x="2151" y="433"/>
                </a:lnTo>
                <a:lnTo>
                  <a:pt x="2168" y="433"/>
                </a:lnTo>
                <a:lnTo>
                  <a:pt x="2183" y="432"/>
                </a:lnTo>
                <a:lnTo>
                  <a:pt x="2197" y="431"/>
                </a:lnTo>
                <a:lnTo>
                  <a:pt x="2214" y="426"/>
                </a:lnTo>
                <a:lnTo>
                  <a:pt x="2206" y="426"/>
                </a:lnTo>
                <a:lnTo>
                  <a:pt x="2221" y="410"/>
                </a:lnTo>
                <a:lnTo>
                  <a:pt x="2198" y="410"/>
                </a:lnTo>
                <a:lnTo>
                  <a:pt x="2212" y="403"/>
                </a:lnTo>
                <a:lnTo>
                  <a:pt x="2222" y="396"/>
                </a:lnTo>
                <a:lnTo>
                  <a:pt x="2233" y="391"/>
                </a:lnTo>
                <a:lnTo>
                  <a:pt x="2251" y="381"/>
                </a:lnTo>
                <a:lnTo>
                  <a:pt x="2240" y="380"/>
                </a:lnTo>
                <a:lnTo>
                  <a:pt x="2228" y="379"/>
                </a:lnTo>
                <a:lnTo>
                  <a:pt x="2197" y="385"/>
                </a:lnTo>
                <a:lnTo>
                  <a:pt x="2196" y="386"/>
                </a:lnTo>
                <a:lnTo>
                  <a:pt x="2195" y="387"/>
                </a:lnTo>
                <a:lnTo>
                  <a:pt x="2192" y="387"/>
                </a:lnTo>
                <a:lnTo>
                  <a:pt x="2186" y="389"/>
                </a:lnTo>
                <a:lnTo>
                  <a:pt x="2190" y="387"/>
                </a:lnTo>
                <a:lnTo>
                  <a:pt x="2194" y="387"/>
                </a:lnTo>
                <a:lnTo>
                  <a:pt x="2184" y="392"/>
                </a:lnTo>
                <a:lnTo>
                  <a:pt x="2172" y="396"/>
                </a:lnTo>
                <a:lnTo>
                  <a:pt x="2160" y="395"/>
                </a:lnTo>
                <a:lnTo>
                  <a:pt x="2165" y="395"/>
                </a:lnTo>
                <a:lnTo>
                  <a:pt x="2170" y="393"/>
                </a:lnTo>
                <a:lnTo>
                  <a:pt x="2190" y="387"/>
                </a:lnTo>
                <a:lnTo>
                  <a:pt x="2210" y="378"/>
                </a:lnTo>
                <a:lnTo>
                  <a:pt x="2232" y="372"/>
                </a:lnTo>
                <a:lnTo>
                  <a:pt x="2150" y="361"/>
                </a:lnTo>
                <a:lnTo>
                  <a:pt x="2066" y="355"/>
                </a:lnTo>
                <a:lnTo>
                  <a:pt x="1981" y="353"/>
                </a:lnTo>
                <a:close/>
                <a:moveTo>
                  <a:pt x="1981" y="0"/>
                </a:moveTo>
                <a:lnTo>
                  <a:pt x="2102" y="4"/>
                </a:lnTo>
                <a:lnTo>
                  <a:pt x="2221" y="15"/>
                </a:lnTo>
                <a:lnTo>
                  <a:pt x="2338" y="31"/>
                </a:lnTo>
                <a:lnTo>
                  <a:pt x="2452" y="57"/>
                </a:lnTo>
                <a:lnTo>
                  <a:pt x="2564" y="87"/>
                </a:lnTo>
                <a:lnTo>
                  <a:pt x="2672" y="124"/>
                </a:lnTo>
                <a:lnTo>
                  <a:pt x="2779" y="167"/>
                </a:lnTo>
                <a:lnTo>
                  <a:pt x="2882" y="215"/>
                </a:lnTo>
                <a:lnTo>
                  <a:pt x="2981" y="271"/>
                </a:lnTo>
                <a:lnTo>
                  <a:pt x="3078" y="331"/>
                </a:lnTo>
                <a:lnTo>
                  <a:pt x="3169" y="396"/>
                </a:lnTo>
                <a:lnTo>
                  <a:pt x="3258" y="466"/>
                </a:lnTo>
                <a:lnTo>
                  <a:pt x="3342" y="541"/>
                </a:lnTo>
                <a:lnTo>
                  <a:pt x="3422" y="621"/>
                </a:lnTo>
                <a:lnTo>
                  <a:pt x="3496" y="705"/>
                </a:lnTo>
                <a:lnTo>
                  <a:pt x="3567" y="793"/>
                </a:lnTo>
                <a:lnTo>
                  <a:pt x="3632" y="885"/>
                </a:lnTo>
                <a:lnTo>
                  <a:pt x="3692" y="982"/>
                </a:lnTo>
                <a:lnTo>
                  <a:pt x="3746" y="1081"/>
                </a:lnTo>
                <a:lnTo>
                  <a:pt x="3796" y="1184"/>
                </a:lnTo>
                <a:lnTo>
                  <a:pt x="3839" y="1290"/>
                </a:lnTo>
                <a:lnTo>
                  <a:pt x="3875" y="1399"/>
                </a:lnTo>
                <a:lnTo>
                  <a:pt x="3906" y="1511"/>
                </a:lnTo>
                <a:lnTo>
                  <a:pt x="3930" y="1625"/>
                </a:lnTo>
                <a:lnTo>
                  <a:pt x="3948" y="1742"/>
                </a:lnTo>
                <a:lnTo>
                  <a:pt x="3959" y="1861"/>
                </a:lnTo>
                <a:lnTo>
                  <a:pt x="3963" y="1981"/>
                </a:lnTo>
                <a:lnTo>
                  <a:pt x="3959" y="2101"/>
                </a:lnTo>
                <a:lnTo>
                  <a:pt x="3948" y="2220"/>
                </a:lnTo>
                <a:lnTo>
                  <a:pt x="3930" y="2337"/>
                </a:lnTo>
                <a:lnTo>
                  <a:pt x="3906" y="2451"/>
                </a:lnTo>
                <a:lnTo>
                  <a:pt x="3875" y="2563"/>
                </a:lnTo>
                <a:lnTo>
                  <a:pt x="3839" y="2673"/>
                </a:lnTo>
                <a:lnTo>
                  <a:pt x="3796" y="2779"/>
                </a:lnTo>
                <a:lnTo>
                  <a:pt x="3746" y="2882"/>
                </a:lnTo>
                <a:lnTo>
                  <a:pt x="3692" y="2982"/>
                </a:lnTo>
                <a:lnTo>
                  <a:pt x="3632" y="3077"/>
                </a:lnTo>
                <a:lnTo>
                  <a:pt x="3567" y="3169"/>
                </a:lnTo>
                <a:lnTo>
                  <a:pt x="3496" y="3257"/>
                </a:lnTo>
                <a:lnTo>
                  <a:pt x="3422" y="3341"/>
                </a:lnTo>
                <a:lnTo>
                  <a:pt x="3342" y="3422"/>
                </a:lnTo>
                <a:lnTo>
                  <a:pt x="3258" y="3497"/>
                </a:lnTo>
                <a:lnTo>
                  <a:pt x="3169" y="3566"/>
                </a:lnTo>
                <a:lnTo>
                  <a:pt x="3078" y="3632"/>
                </a:lnTo>
                <a:lnTo>
                  <a:pt x="2981" y="3691"/>
                </a:lnTo>
                <a:lnTo>
                  <a:pt x="2882" y="3747"/>
                </a:lnTo>
                <a:lnTo>
                  <a:pt x="2779" y="3796"/>
                </a:lnTo>
                <a:lnTo>
                  <a:pt x="2672" y="3838"/>
                </a:lnTo>
                <a:lnTo>
                  <a:pt x="2564" y="3875"/>
                </a:lnTo>
                <a:lnTo>
                  <a:pt x="2452" y="3907"/>
                </a:lnTo>
                <a:lnTo>
                  <a:pt x="2338" y="3931"/>
                </a:lnTo>
                <a:lnTo>
                  <a:pt x="2221" y="3948"/>
                </a:lnTo>
                <a:lnTo>
                  <a:pt x="2102" y="3958"/>
                </a:lnTo>
                <a:lnTo>
                  <a:pt x="1981" y="3962"/>
                </a:lnTo>
                <a:lnTo>
                  <a:pt x="1860" y="3958"/>
                </a:lnTo>
                <a:lnTo>
                  <a:pt x="1741" y="3948"/>
                </a:lnTo>
                <a:lnTo>
                  <a:pt x="1625" y="3931"/>
                </a:lnTo>
                <a:lnTo>
                  <a:pt x="1510" y="3907"/>
                </a:lnTo>
                <a:lnTo>
                  <a:pt x="1399" y="3875"/>
                </a:lnTo>
                <a:lnTo>
                  <a:pt x="1290" y="3838"/>
                </a:lnTo>
                <a:lnTo>
                  <a:pt x="1184" y="3796"/>
                </a:lnTo>
                <a:lnTo>
                  <a:pt x="1081" y="3747"/>
                </a:lnTo>
                <a:lnTo>
                  <a:pt x="981" y="3691"/>
                </a:lnTo>
                <a:lnTo>
                  <a:pt x="885" y="3632"/>
                </a:lnTo>
                <a:lnTo>
                  <a:pt x="794" y="3566"/>
                </a:lnTo>
                <a:lnTo>
                  <a:pt x="705" y="3497"/>
                </a:lnTo>
                <a:lnTo>
                  <a:pt x="620" y="3422"/>
                </a:lnTo>
                <a:lnTo>
                  <a:pt x="541" y="3341"/>
                </a:lnTo>
                <a:lnTo>
                  <a:pt x="466" y="3257"/>
                </a:lnTo>
                <a:lnTo>
                  <a:pt x="395" y="3169"/>
                </a:lnTo>
                <a:lnTo>
                  <a:pt x="331" y="3077"/>
                </a:lnTo>
                <a:lnTo>
                  <a:pt x="270" y="2982"/>
                </a:lnTo>
                <a:lnTo>
                  <a:pt x="216" y="2882"/>
                </a:lnTo>
                <a:lnTo>
                  <a:pt x="167" y="2779"/>
                </a:lnTo>
                <a:lnTo>
                  <a:pt x="124" y="2673"/>
                </a:lnTo>
                <a:lnTo>
                  <a:pt x="88" y="2563"/>
                </a:lnTo>
                <a:lnTo>
                  <a:pt x="56" y="2451"/>
                </a:lnTo>
                <a:lnTo>
                  <a:pt x="32" y="2337"/>
                </a:lnTo>
                <a:lnTo>
                  <a:pt x="14" y="2220"/>
                </a:lnTo>
                <a:lnTo>
                  <a:pt x="3" y="2101"/>
                </a:lnTo>
                <a:lnTo>
                  <a:pt x="0" y="1981"/>
                </a:lnTo>
                <a:lnTo>
                  <a:pt x="3" y="1861"/>
                </a:lnTo>
                <a:lnTo>
                  <a:pt x="14" y="1742"/>
                </a:lnTo>
                <a:lnTo>
                  <a:pt x="32" y="1625"/>
                </a:lnTo>
                <a:lnTo>
                  <a:pt x="56" y="1511"/>
                </a:lnTo>
                <a:lnTo>
                  <a:pt x="88" y="1399"/>
                </a:lnTo>
                <a:lnTo>
                  <a:pt x="124" y="1290"/>
                </a:lnTo>
                <a:lnTo>
                  <a:pt x="167" y="1184"/>
                </a:lnTo>
                <a:lnTo>
                  <a:pt x="216" y="1081"/>
                </a:lnTo>
                <a:lnTo>
                  <a:pt x="270" y="982"/>
                </a:lnTo>
                <a:lnTo>
                  <a:pt x="331" y="885"/>
                </a:lnTo>
                <a:lnTo>
                  <a:pt x="395" y="793"/>
                </a:lnTo>
                <a:lnTo>
                  <a:pt x="466" y="705"/>
                </a:lnTo>
                <a:lnTo>
                  <a:pt x="541" y="621"/>
                </a:lnTo>
                <a:lnTo>
                  <a:pt x="620" y="541"/>
                </a:lnTo>
                <a:lnTo>
                  <a:pt x="705" y="466"/>
                </a:lnTo>
                <a:lnTo>
                  <a:pt x="794" y="396"/>
                </a:lnTo>
                <a:lnTo>
                  <a:pt x="885" y="331"/>
                </a:lnTo>
                <a:lnTo>
                  <a:pt x="981" y="271"/>
                </a:lnTo>
                <a:lnTo>
                  <a:pt x="1081" y="215"/>
                </a:lnTo>
                <a:lnTo>
                  <a:pt x="1184" y="167"/>
                </a:lnTo>
                <a:lnTo>
                  <a:pt x="1290" y="124"/>
                </a:lnTo>
                <a:lnTo>
                  <a:pt x="1399" y="87"/>
                </a:lnTo>
                <a:lnTo>
                  <a:pt x="1510" y="57"/>
                </a:lnTo>
                <a:lnTo>
                  <a:pt x="1625" y="31"/>
                </a:lnTo>
                <a:lnTo>
                  <a:pt x="1741" y="15"/>
                </a:lnTo>
                <a:lnTo>
                  <a:pt x="1860" y="4"/>
                </a:lnTo>
                <a:lnTo>
                  <a:pt x="1981" y="0"/>
                </a:lnTo>
                <a:close/>
              </a:path>
            </a:pathLst>
          </a:custGeom>
          <a:solidFill>
            <a:schemeClr val="accent1">
              <a:lumMod val="75000"/>
            </a:schemeClr>
          </a:solidFill>
          <a:ln w="0">
            <a:noFill/>
            <a:prstDash val="solid"/>
            <a:round/>
            <a:headEnd/>
            <a:tailEnd/>
          </a:ln>
        </p:spPr>
        <p:txBody>
          <a:bodyPr vert="horz" wrap="square" lIns="121920" tIns="60960" rIns="121920" bIns="60960" numCol="1" anchor="t" anchorCtr="0" compatLnSpc="1">
            <a:prstTxWarp prst="textNoShape">
              <a:avLst/>
            </a:prstTxWarp>
          </a:bodyPr>
          <a:lstStyle/>
          <a:p>
            <a:pPr defTabSz="457200"/>
            <a:endParaRPr lang="en-US" sz="3200">
              <a:solidFill>
                <a:prstClr val="black"/>
              </a:solidFill>
              <a:latin typeface="Arial" pitchFamily="34" charset="0"/>
              <a:cs typeface="Arial" pitchFamily="34" charset="0"/>
            </a:endParaRPr>
          </a:p>
        </p:txBody>
      </p:sp>
    </p:spTree>
    <p:extLst>
      <p:ext uri="{BB962C8B-B14F-4D97-AF65-F5344CB8AC3E}">
        <p14:creationId xmlns:p14="http://schemas.microsoft.com/office/powerpoint/2010/main" val="270655690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CADC47A-ABEB-5AE1-50D0-7ED1FCA3583A}"/>
              </a:ext>
            </a:extLst>
          </p:cNvPr>
          <p:cNvSpPr/>
          <p:nvPr/>
        </p:nvSpPr>
        <p:spPr>
          <a:xfrm>
            <a:off x="1588" y="3896725"/>
            <a:ext cx="12192000" cy="110785"/>
          </a:xfrm>
          <a:prstGeom prst="rect">
            <a:avLst/>
          </a:prstGeom>
          <a:solidFill>
            <a:schemeClr val="accent6"/>
          </a:solidFill>
          <a:ln>
            <a:noFill/>
          </a:ln>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3" name="Rectangular Callout 10">
            <a:extLst>
              <a:ext uri="{FF2B5EF4-FFF2-40B4-BE49-F238E27FC236}">
                <a16:creationId xmlns:a16="http://schemas.microsoft.com/office/drawing/2014/main" id="{CC521A8F-F1E3-E207-73A3-384F578B0273}"/>
              </a:ext>
            </a:extLst>
          </p:cNvPr>
          <p:cNvSpPr/>
          <p:nvPr/>
        </p:nvSpPr>
        <p:spPr>
          <a:xfrm>
            <a:off x="551107" y="2346018"/>
            <a:ext cx="1068266" cy="795411"/>
          </a:xfrm>
          <a:prstGeom prst="wedgeRectCallout">
            <a:avLst>
              <a:gd name="adj1" fmla="val -5664"/>
              <a:gd name="adj2" fmla="val 89817"/>
            </a:avLst>
          </a:prstGeom>
          <a:solidFill>
            <a:schemeClr val="tx2">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r>
              <a:rPr lang="en-US" sz="3200">
                <a:solidFill>
                  <a:prstClr val="white"/>
                </a:solidFill>
                <a:latin typeface="Arial" panose="020B0604020202020204" pitchFamily="34" charset="0"/>
                <a:cs typeface="Arial" panose="020B0604020202020204" pitchFamily="34" charset="0"/>
              </a:rPr>
              <a:t>01</a:t>
            </a:r>
          </a:p>
        </p:txBody>
      </p:sp>
      <p:sp>
        <p:nvSpPr>
          <p:cNvPr id="4" name="Rectangular Callout 11">
            <a:extLst>
              <a:ext uri="{FF2B5EF4-FFF2-40B4-BE49-F238E27FC236}">
                <a16:creationId xmlns:a16="http://schemas.microsoft.com/office/drawing/2014/main" id="{0693402D-B171-FC9B-3B01-ED10B0586587}"/>
              </a:ext>
            </a:extLst>
          </p:cNvPr>
          <p:cNvSpPr/>
          <p:nvPr/>
        </p:nvSpPr>
        <p:spPr>
          <a:xfrm>
            <a:off x="2959833" y="2346018"/>
            <a:ext cx="1068266" cy="795411"/>
          </a:xfrm>
          <a:prstGeom prst="wedgeRectCallout">
            <a:avLst>
              <a:gd name="adj1" fmla="val -5664"/>
              <a:gd name="adj2" fmla="val 89817"/>
            </a:avLst>
          </a:prstGeom>
          <a:solidFill>
            <a:schemeClr val="accent1">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r>
              <a:rPr lang="en-US" sz="3200">
                <a:solidFill>
                  <a:prstClr val="white"/>
                </a:solidFill>
                <a:latin typeface="Arial" panose="020B0604020202020204" pitchFamily="34" charset="0"/>
                <a:cs typeface="Arial" panose="020B0604020202020204" pitchFamily="34" charset="0"/>
              </a:rPr>
              <a:t>02</a:t>
            </a:r>
          </a:p>
        </p:txBody>
      </p:sp>
      <p:sp>
        <p:nvSpPr>
          <p:cNvPr id="5" name="Rectangular Callout 12">
            <a:extLst>
              <a:ext uri="{FF2B5EF4-FFF2-40B4-BE49-F238E27FC236}">
                <a16:creationId xmlns:a16="http://schemas.microsoft.com/office/drawing/2014/main" id="{FCDF4E44-9EC6-824C-6B4B-16F85AD4D328}"/>
              </a:ext>
            </a:extLst>
          </p:cNvPr>
          <p:cNvSpPr/>
          <p:nvPr/>
        </p:nvSpPr>
        <p:spPr>
          <a:xfrm>
            <a:off x="5368560" y="2346018"/>
            <a:ext cx="1068266" cy="795411"/>
          </a:xfrm>
          <a:prstGeom prst="wedgeRectCallout">
            <a:avLst>
              <a:gd name="adj1" fmla="val -5664"/>
              <a:gd name="adj2" fmla="val 89817"/>
            </a:avLst>
          </a:prstGeom>
          <a:solidFill>
            <a:schemeClr val="accent2">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r>
              <a:rPr lang="en-US" sz="3200">
                <a:solidFill>
                  <a:prstClr val="white"/>
                </a:solidFill>
                <a:latin typeface="Arial" panose="020B0604020202020204" pitchFamily="34" charset="0"/>
                <a:cs typeface="Arial" panose="020B0604020202020204" pitchFamily="34" charset="0"/>
              </a:rPr>
              <a:t>03</a:t>
            </a:r>
          </a:p>
        </p:txBody>
      </p:sp>
      <p:sp>
        <p:nvSpPr>
          <p:cNvPr id="6" name="Rectangular Callout 13">
            <a:extLst>
              <a:ext uri="{FF2B5EF4-FFF2-40B4-BE49-F238E27FC236}">
                <a16:creationId xmlns:a16="http://schemas.microsoft.com/office/drawing/2014/main" id="{B3346ACE-E477-2E85-2C59-1C98E32E0164}"/>
              </a:ext>
            </a:extLst>
          </p:cNvPr>
          <p:cNvSpPr/>
          <p:nvPr/>
        </p:nvSpPr>
        <p:spPr>
          <a:xfrm>
            <a:off x="7689730" y="2346018"/>
            <a:ext cx="1068266" cy="795411"/>
          </a:xfrm>
          <a:prstGeom prst="wedgeRectCallout">
            <a:avLst>
              <a:gd name="adj1" fmla="val -5664"/>
              <a:gd name="adj2" fmla="val 89817"/>
            </a:avLst>
          </a:prstGeom>
          <a:solidFill>
            <a:schemeClr val="accent3">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r>
              <a:rPr lang="en-US" sz="3200">
                <a:solidFill>
                  <a:prstClr val="white"/>
                </a:solidFill>
                <a:latin typeface="Arial" panose="020B0604020202020204" pitchFamily="34" charset="0"/>
                <a:cs typeface="Arial" panose="020B0604020202020204" pitchFamily="34" charset="0"/>
              </a:rPr>
              <a:t>04</a:t>
            </a:r>
          </a:p>
        </p:txBody>
      </p:sp>
      <p:sp>
        <p:nvSpPr>
          <p:cNvPr id="7" name="Rectangular Callout 14">
            <a:extLst>
              <a:ext uri="{FF2B5EF4-FFF2-40B4-BE49-F238E27FC236}">
                <a16:creationId xmlns:a16="http://schemas.microsoft.com/office/drawing/2014/main" id="{471114CD-A290-AB98-7BAE-F03F88B95A5B}"/>
              </a:ext>
            </a:extLst>
          </p:cNvPr>
          <p:cNvSpPr/>
          <p:nvPr/>
        </p:nvSpPr>
        <p:spPr>
          <a:xfrm>
            <a:off x="10010900" y="2346018"/>
            <a:ext cx="1068266" cy="795411"/>
          </a:xfrm>
          <a:prstGeom prst="wedgeRectCallout">
            <a:avLst>
              <a:gd name="adj1" fmla="val -5664"/>
              <a:gd name="adj2" fmla="val 89817"/>
            </a:avLst>
          </a:prstGeom>
          <a:solidFill>
            <a:schemeClr val="accent4">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87"/>
            <a:r>
              <a:rPr lang="en-US" sz="3200">
                <a:solidFill>
                  <a:prstClr val="white"/>
                </a:solidFill>
                <a:latin typeface="Arial" panose="020B0604020202020204" pitchFamily="34" charset="0"/>
                <a:cs typeface="Arial" panose="020B0604020202020204" pitchFamily="34" charset="0"/>
              </a:rPr>
              <a:t>06</a:t>
            </a:r>
          </a:p>
        </p:txBody>
      </p:sp>
      <p:sp>
        <p:nvSpPr>
          <p:cNvPr id="8" name="Oval 7">
            <a:extLst>
              <a:ext uri="{FF2B5EF4-FFF2-40B4-BE49-F238E27FC236}">
                <a16:creationId xmlns:a16="http://schemas.microsoft.com/office/drawing/2014/main" id="{1721C956-B5CB-60B4-CA6C-30633477DB6F}"/>
              </a:ext>
            </a:extLst>
          </p:cNvPr>
          <p:cNvSpPr/>
          <p:nvPr/>
        </p:nvSpPr>
        <p:spPr>
          <a:xfrm>
            <a:off x="902801" y="3540636"/>
            <a:ext cx="820615" cy="822960"/>
          </a:xfrm>
          <a:prstGeom prst="ellipse">
            <a:avLst/>
          </a:prstGeom>
          <a:solidFill>
            <a:schemeClr val="tx2"/>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9" name="Freeform 6">
            <a:extLst>
              <a:ext uri="{FF2B5EF4-FFF2-40B4-BE49-F238E27FC236}">
                <a16:creationId xmlns:a16="http://schemas.microsoft.com/office/drawing/2014/main" id="{123062F9-6ED2-C517-923F-D86E4C59C5AB}"/>
              </a:ext>
            </a:extLst>
          </p:cNvPr>
          <p:cNvSpPr>
            <a:spLocks noEditPoints="1"/>
          </p:cNvSpPr>
          <p:nvPr/>
        </p:nvSpPr>
        <p:spPr bwMode="auto">
          <a:xfrm>
            <a:off x="1182002" y="3804182"/>
            <a:ext cx="262213" cy="361905"/>
          </a:xfrm>
          <a:custGeom>
            <a:avLst/>
            <a:gdLst>
              <a:gd name="T0" fmla="*/ 908 w 2456"/>
              <a:gd name="T1" fmla="*/ 362 h 3389"/>
              <a:gd name="T2" fmla="*/ 580 w 2456"/>
              <a:gd name="T3" fmla="*/ 564 h 3389"/>
              <a:gd name="T4" fmla="*/ 368 w 2456"/>
              <a:gd name="T5" fmla="*/ 875 h 3389"/>
              <a:gd name="T6" fmla="*/ 314 w 2456"/>
              <a:gd name="T7" fmla="*/ 1251 h 3389"/>
              <a:gd name="T8" fmla="*/ 379 w 2456"/>
              <a:gd name="T9" fmla="*/ 1553 h 3389"/>
              <a:gd name="T10" fmla="*/ 501 w 2456"/>
              <a:gd name="T11" fmla="*/ 1781 h 3389"/>
              <a:gd name="T12" fmla="*/ 642 w 2456"/>
              <a:gd name="T13" fmla="*/ 1993 h 3389"/>
              <a:gd name="T14" fmla="*/ 730 w 2456"/>
              <a:gd name="T15" fmla="*/ 2231 h 3389"/>
              <a:gd name="T16" fmla="*/ 783 w 2456"/>
              <a:gd name="T17" fmla="*/ 2394 h 3389"/>
              <a:gd name="T18" fmla="*/ 1629 w 2456"/>
              <a:gd name="T19" fmla="*/ 2435 h 3389"/>
              <a:gd name="T20" fmla="*/ 1720 w 2456"/>
              <a:gd name="T21" fmla="*/ 2315 h 3389"/>
              <a:gd name="T22" fmla="*/ 1767 w 2456"/>
              <a:gd name="T23" fmla="*/ 2083 h 3389"/>
              <a:gd name="T24" fmla="*/ 1900 w 2456"/>
              <a:gd name="T25" fmla="*/ 1862 h 3389"/>
              <a:gd name="T26" fmla="*/ 2031 w 2456"/>
              <a:gd name="T27" fmla="*/ 1651 h 3389"/>
              <a:gd name="T28" fmla="*/ 2126 w 2456"/>
              <a:gd name="T29" fmla="*/ 1383 h 3389"/>
              <a:gd name="T30" fmla="*/ 2131 w 2456"/>
              <a:gd name="T31" fmla="*/ 1022 h 3389"/>
              <a:gd name="T32" fmla="*/ 1978 w 2456"/>
              <a:gd name="T33" fmla="*/ 677 h 3389"/>
              <a:gd name="T34" fmla="*/ 1691 w 2456"/>
              <a:gd name="T35" fmla="*/ 426 h 3389"/>
              <a:gd name="T36" fmla="*/ 1312 w 2456"/>
              <a:gd name="T37" fmla="*/ 312 h 3389"/>
              <a:gd name="T38" fmla="*/ 1522 w 2456"/>
              <a:gd name="T39" fmla="*/ 35 h 3389"/>
              <a:gd name="T40" fmla="*/ 1952 w 2456"/>
              <a:gd name="T41" fmla="*/ 227 h 3389"/>
              <a:gd name="T42" fmla="*/ 2272 w 2456"/>
              <a:gd name="T43" fmla="*/ 557 h 3389"/>
              <a:gd name="T44" fmla="*/ 2439 w 2456"/>
              <a:gd name="T45" fmla="*/ 987 h 3389"/>
              <a:gd name="T46" fmla="*/ 2437 w 2456"/>
              <a:gd name="T47" fmla="*/ 1411 h 3389"/>
              <a:gd name="T48" fmla="*/ 2342 w 2456"/>
              <a:gd name="T49" fmla="*/ 1723 h 3389"/>
              <a:gd name="T50" fmla="*/ 2210 w 2456"/>
              <a:gd name="T51" fmla="*/ 1957 h 3389"/>
              <a:gd name="T52" fmla="*/ 2075 w 2456"/>
              <a:gd name="T53" fmla="*/ 2160 h 3389"/>
              <a:gd name="T54" fmla="*/ 2030 w 2456"/>
              <a:gd name="T55" fmla="*/ 2341 h 3389"/>
              <a:gd name="T56" fmla="*/ 1903 w 2456"/>
              <a:gd name="T57" fmla="*/ 2602 h 3389"/>
              <a:gd name="T58" fmla="*/ 1800 w 2456"/>
              <a:gd name="T59" fmla="*/ 2777 h 3389"/>
              <a:gd name="T60" fmla="*/ 1791 w 2456"/>
              <a:gd name="T61" fmla="*/ 2941 h 3389"/>
              <a:gd name="T62" fmla="*/ 1787 w 2456"/>
              <a:gd name="T63" fmla="*/ 3016 h 3389"/>
              <a:gd name="T64" fmla="*/ 1751 w 2456"/>
              <a:gd name="T65" fmla="*/ 3117 h 3389"/>
              <a:gd name="T66" fmla="*/ 1623 w 2456"/>
              <a:gd name="T67" fmla="*/ 3228 h 3389"/>
              <a:gd name="T68" fmla="*/ 1434 w 2456"/>
              <a:gd name="T69" fmla="*/ 3364 h 3389"/>
              <a:gd name="T70" fmla="*/ 1078 w 2456"/>
              <a:gd name="T71" fmla="*/ 3386 h 3389"/>
              <a:gd name="T72" fmla="*/ 922 w 2456"/>
              <a:gd name="T73" fmla="*/ 3266 h 3389"/>
              <a:gd name="T74" fmla="*/ 735 w 2456"/>
              <a:gd name="T75" fmla="*/ 3155 h 3389"/>
              <a:gd name="T76" fmla="*/ 672 w 2456"/>
              <a:gd name="T77" fmla="*/ 3038 h 3389"/>
              <a:gd name="T78" fmla="*/ 667 w 2456"/>
              <a:gd name="T79" fmla="*/ 2985 h 3389"/>
              <a:gd name="T80" fmla="*/ 660 w 2456"/>
              <a:gd name="T81" fmla="*/ 2845 h 3389"/>
              <a:gd name="T82" fmla="*/ 651 w 2456"/>
              <a:gd name="T83" fmla="*/ 2689 h 3389"/>
              <a:gd name="T84" fmla="*/ 456 w 2456"/>
              <a:gd name="T85" fmla="*/ 2451 h 3389"/>
              <a:gd name="T86" fmla="*/ 411 w 2456"/>
              <a:gd name="T87" fmla="*/ 2226 h 3389"/>
              <a:gd name="T88" fmla="*/ 300 w 2456"/>
              <a:gd name="T89" fmla="*/ 2035 h 3389"/>
              <a:gd name="T90" fmla="*/ 166 w 2456"/>
              <a:gd name="T91" fmla="*/ 1825 h 3389"/>
              <a:gd name="T92" fmla="*/ 50 w 2456"/>
              <a:gd name="T93" fmla="*/ 1547 h 3389"/>
              <a:gd name="T94" fmla="*/ 0 w 2456"/>
              <a:gd name="T95" fmla="*/ 1178 h 3389"/>
              <a:gd name="T96" fmla="*/ 97 w 2456"/>
              <a:gd name="T97" fmla="*/ 720 h 3389"/>
              <a:gd name="T98" fmla="*/ 360 w 2456"/>
              <a:gd name="T99" fmla="*/ 346 h 3389"/>
              <a:gd name="T100" fmla="*/ 751 w 2456"/>
              <a:gd name="T101" fmla="*/ 93 h 3389"/>
              <a:gd name="T102" fmla="*/ 1228 w 2456"/>
              <a:gd name="T103" fmla="*/ 0 h 3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56" h="3389">
                <a:moveTo>
                  <a:pt x="1228" y="308"/>
                </a:moveTo>
                <a:lnTo>
                  <a:pt x="1144" y="312"/>
                </a:lnTo>
                <a:lnTo>
                  <a:pt x="1063" y="322"/>
                </a:lnTo>
                <a:lnTo>
                  <a:pt x="985" y="339"/>
                </a:lnTo>
                <a:lnTo>
                  <a:pt x="908" y="362"/>
                </a:lnTo>
                <a:lnTo>
                  <a:pt x="835" y="392"/>
                </a:lnTo>
                <a:lnTo>
                  <a:pt x="765" y="428"/>
                </a:lnTo>
                <a:lnTo>
                  <a:pt x="699" y="468"/>
                </a:lnTo>
                <a:lnTo>
                  <a:pt x="638" y="513"/>
                </a:lnTo>
                <a:lnTo>
                  <a:pt x="580" y="564"/>
                </a:lnTo>
                <a:lnTo>
                  <a:pt x="527" y="618"/>
                </a:lnTo>
                <a:lnTo>
                  <a:pt x="480" y="677"/>
                </a:lnTo>
                <a:lnTo>
                  <a:pt x="437" y="740"/>
                </a:lnTo>
                <a:lnTo>
                  <a:pt x="400" y="805"/>
                </a:lnTo>
                <a:lnTo>
                  <a:pt x="368" y="875"/>
                </a:lnTo>
                <a:lnTo>
                  <a:pt x="344" y="948"/>
                </a:lnTo>
                <a:lnTo>
                  <a:pt x="326" y="1022"/>
                </a:lnTo>
                <a:lnTo>
                  <a:pt x="315" y="1099"/>
                </a:lnTo>
                <a:lnTo>
                  <a:pt x="311" y="1178"/>
                </a:lnTo>
                <a:lnTo>
                  <a:pt x="314" y="1251"/>
                </a:lnTo>
                <a:lnTo>
                  <a:pt x="320" y="1319"/>
                </a:lnTo>
                <a:lnTo>
                  <a:pt x="330" y="1383"/>
                </a:lnTo>
                <a:lnTo>
                  <a:pt x="344" y="1444"/>
                </a:lnTo>
                <a:lnTo>
                  <a:pt x="360" y="1500"/>
                </a:lnTo>
                <a:lnTo>
                  <a:pt x="379" y="1553"/>
                </a:lnTo>
                <a:lnTo>
                  <a:pt x="401" y="1604"/>
                </a:lnTo>
                <a:lnTo>
                  <a:pt x="425" y="1651"/>
                </a:lnTo>
                <a:lnTo>
                  <a:pt x="449" y="1697"/>
                </a:lnTo>
                <a:lnTo>
                  <a:pt x="476" y="1740"/>
                </a:lnTo>
                <a:lnTo>
                  <a:pt x="501" y="1781"/>
                </a:lnTo>
                <a:lnTo>
                  <a:pt x="529" y="1821"/>
                </a:lnTo>
                <a:lnTo>
                  <a:pt x="555" y="1860"/>
                </a:lnTo>
                <a:lnTo>
                  <a:pt x="585" y="1905"/>
                </a:lnTo>
                <a:lnTo>
                  <a:pt x="614" y="1949"/>
                </a:lnTo>
                <a:lnTo>
                  <a:pt x="642" y="1993"/>
                </a:lnTo>
                <a:lnTo>
                  <a:pt x="667" y="2037"/>
                </a:lnTo>
                <a:lnTo>
                  <a:pt x="689" y="2083"/>
                </a:lnTo>
                <a:lnTo>
                  <a:pt x="707" y="2130"/>
                </a:lnTo>
                <a:lnTo>
                  <a:pt x="721" y="2179"/>
                </a:lnTo>
                <a:lnTo>
                  <a:pt x="730" y="2231"/>
                </a:lnTo>
                <a:lnTo>
                  <a:pt x="732" y="2285"/>
                </a:lnTo>
                <a:lnTo>
                  <a:pt x="736" y="2315"/>
                </a:lnTo>
                <a:lnTo>
                  <a:pt x="747" y="2344"/>
                </a:lnTo>
                <a:lnTo>
                  <a:pt x="763" y="2370"/>
                </a:lnTo>
                <a:lnTo>
                  <a:pt x="783" y="2394"/>
                </a:lnTo>
                <a:lnTo>
                  <a:pt x="804" y="2416"/>
                </a:lnTo>
                <a:lnTo>
                  <a:pt x="827" y="2435"/>
                </a:lnTo>
                <a:lnTo>
                  <a:pt x="849" y="2451"/>
                </a:lnTo>
                <a:lnTo>
                  <a:pt x="1607" y="2451"/>
                </a:lnTo>
                <a:lnTo>
                  <a:pt x="1629" y="2435"/>
                </a:lnTo>
                <a:lnTo>
                  <a:pt x="1652" y="2416"/>
                </a:lnTo>
                <a:lnTo>
                  <a:pt x="1675" y="2394"/>
                </a:lnTo>
                <a:lnTo>
                  <a:pt x="1694" y="2370"/>
                </a:lnTo>
                <a:lnTo>
                  <a:pt x="1709" y="2344"/>
                </a:lnTo>
                <a:lnTo>
                  <a:pt x="1720" y="2315"/>
                </a:lnTo>
                <a:lnTo>
                  <a:pt x="1724" y="2285"/>
                </a:lnTo>
                <a:lnTo>
                  <a:pt x="1727" y="2231"/>
                </a:lnTo>
                <a:lnTo>
                  <a:pt x="1735" y="2179"/>
                </a:lnTo>
                <a:lnTo>
                  <a:pt x="1749" y="2130"/>
                </a:lnTo>
                <a:lnTo>
                  <a:pt x="1767" y="2083"/>
                </a:lnTo>
                <a:lnTo>
                  <a:pt x="1789" y="2038"/>
                </a:lnTo>
                <a:lnTo>
                  <a:pt x="1814" y="1993"/>
                </a:lnTo>
                <a:lnTo>
                  <a:pt x="1841" y="1949"/>
                </a:lnTo>
                <a:lnTo>
                  <a:pt x="1870" y="1906"/>
                </a:lnTo>
                <a:lnTo>
                  <a:pt x="1900" y="1862"/>
                </a:lnTo>
                <a:lnTo>
                  <a:pt x="1927" y="1823"/>
                </a:lnTo>
                <a:lnTo>
                  <a:pt x="1954" y="1782"/>
                </a:lnTo>
                <a:lnTo>
                  <a:pt x="1980" y="1741"/>
                </a:lnTo>
                <a:lnTo>
                  <a:pt x="2007" y="1697"/>
                </a:lnTo>
                <a:lnTo>
                  <a:pt x="2031" y="1651"/>
                </a:lnTo>
                <a:lnTo>
                  <a:pt x="2055" y="1604"/>
                </a:lnTo>
                <a:lnTo>
                  <a:pt x="2077" y="1553"/>
                </a:lnTo>
                <a:lnTo>
                  <a:pt x="2096" y="1500"/>
                </a:lnTo>
                <a:lnTo>
                  <a:pt x="2112" y="1444"/>
                </a:lnTo>
                <a:lnTo>
                  <a:pt x="2126" y="1383"/>
                </a:lnTo>
                <a:lnTo>
                  <a:pt x="2136" y="1319"/>
                </a:lnTo>
                <a:lnTo>
                  <a:pt x="2143" y="1251"/>
                </a:lnTo>
                <a:lnTo>
                  <a:pt x="2145" y="1178"/>
                </a:lnTo>
                <a:lnTo>
                  <a:pt x="2141" y="1099"/>
                </a:lnTo>
                <a:lnTo>
                  <a:pt x="2131" y="1022"/>
                </a:lnTo>
                <a:lnTo>
                  <a:pt x="2112" y="946"/>
                </a:lnTo>
                <a:lnTo>
                  <a:pt x="2088" y="875"/>
                </a:lnTo>
                <a:lnTo>
                  <a:pt x="2058" y="805"/>
                </a:lnTo>
                <a:lnTo>
                  <a:pt x="2020" y="739"/>
                </a:lnTo>
                <a:lnTo>
                  <a:pt x="1978" y="677"/>
                </a:lnTo>
                <a:lnTo>
                  <a:pt x="1930" y="618"/>
                </a:lnTo>
                <a:lnTo>
                  <a:pt x="1876" y="564"/>
                </a:lnTo>
                <a:lnTo>
                  <a:pt x="1819" y="513"/>
                </a:lnTo>
                <a:lnTo>
                  <a:pt x="1757" y="467"/>
                </a:lnTo>
                <a:lnTo>
                  <a:pt x="1691" y="426"/>
                </a:lnTo>
                <a:lnTo>
                  <a:pt x="1621" y="392"/>
                </a:lnTo>
                <a:lnTo>
                  <a:pt x="1548" y="362"/>
                </a:lnTo>
                <a:lnTo>
                  <a:pt x="1472" y="339"/>
                </a:lnTo>
                <a:lnTo>
                  <a:pt x="1393" y="322"/>
                </a:lnTo>
                <a:lnTo>
                  <a:pt x="1312" y="312"/>
                </a:lnTo>
                <a:lnTo>
                  <a:pt x="1228" y="308"/>
                </a:lnTo>
                <a:close/>
                <a:moveTo>
                  <a:pt x="1228" y="0"/>
                </a:moveTo>
                <a:lnTo>
                  <a:pt x="1328" y="3"/>
                </a:lnTo>
                <a:lnTo>
                  <a:pt x="1427" y="16"/>
                </a:lnTo>
                <a:lnTo>
                  <a:pt x="1522" y="35"/>
                </a:lnTo>
                <a:lnTo>
                  <a:pt x="1616" y="60"/>
                </a:lnTo>
                <a:lnTo>
                  <a:pt x="1705" y="93"/>
                </a:lnTo>
                <a:lnTo>
                  <a:pt x="1791" y="132"/>
                </a:lnTo>
                <a:lnTo>
                  <a:pt x="1874" y="177"/>
                </a:lnTo>
                <a:lnTo>
                  <a:pt x="1952" y="227"/>
                </a:lnTo>
                <a:lnTo>
                  <a:pt x="2026" y="284"/>
                </a:lnTo>
                <a:lnTo>
                  <a:pt x="2096" y="346"/>
                </a:lnTo>
                <a:lnTo>
                  <a:pt x="2159" y="411"/>
                </a:lnTo>
                <a:lnTo>
                  <a:pt x="2219" y="483"/>
                </a:lnTo>
                <a:lnTo>
                  <a:pt x="2272" y="557"/>
                </a:lnTo>
                <a:lnTo>
                  <a:pt x="2319" y="637"/>
                </a:lnTo>
                <a:lnTo>
                  <a:pt x="2360" y="720"/>
                </a:lnTo>
                <a:lnTo>
                  <a:pt x="2393" y="807"/>
                </a:lnTo>
                <a:lnTo>
                  <a:pt x="2420" y="895"/>
                </a:lnTo>
                <a:lnTo>
                  <a:pt x="2439" y="987"/>
                </a:lnTo>
                <a:lnTo>
                  <a:pt x="2452" y="1081"/>
                </a:lnTo>
                <a:lnTo>
                  <a:pt x="2456" y="1178"/>
                </a:lnTo>
                <a:lnTo>
                  <a:pt x="2453" y="1260"/>
                </a:lnTo>
                <a:lnTo>
                  <a:pt x="2447" y="1338"/>
                </a:lnTo>
                <a:lnTo>
                  <a:pt x="2437" y="1411"/>
                </a:lnTo>
                <a:lnTo>
                  <a:pt x="2423" y="1481"/>
                </a:lnTo>
                <a:lnTo>
                  <a:pt x="2407" y="1547"/>
                </a:lnTo>
                <a:lnTo>
                  <a:pt x="2387" y="1609"/>
                </a:lnTo>
                <a:lnTo>
                  <a:pt x="2365" y="1668"/>
                </a:lnTo>
                <a:lnTo>
                  <a:pt x="2342" y="1723"/>
                </a:lnTo>
                <a:lnTo>
                  <a:pt x="2316" y="1775"/>
                </a:lnTo>
                <a:lnTo>
                  <a:pt x="2291" y="1824"/>
                </a:lnTo>
                <a:lnTo>
                  <a:pt x="2263" y="1872"/>
                </a:lnTo>
                <a:lnTo>
                  <a:pt x="2237" y="1916"/>
                </a:lnTo>
                <a:lnTo>
                  <a:pt x="2210" y="1957"/>
                </a:lnTo>
                <a:lnTo>
                  <a:pt x="2183" y="1996"/>
                </a:lnTo>
                <a:lnTo>
                  <a:pt x="2157" y="2034"/>
                </a:lnTo>
                <a:lnTo>
                  <a:pt x="2126" y="2081"/>
                </a:lnTo>
                <a:lnTo>
                  <a:pt x="2098" y="2122"/>
                </a:lnTo>
                <a:lnTo>
                  <a:pt x="2075" y="2160"/>
                </a:lnTo>
                <a:lnTo>
                  <a:pt x="2058" y="2194"/>
                </a:lnTo>
                <a:lnTo>
                  <a:pt x="2045" y="2226"/>
                </a:lnTo>
                <a:lnTo>
                  <a:pt x="2036" y="2256"/>
                </a:lnTo>
                <a:lnTo>
                  <a:pt x="2034" y="2285"/>
                </a:lnTo>
                <a:lnTo>
                  <a:pt x="2030" y="2341"/>
                </a:lnTo>
                <a:lnTo>
                  <a:pt x="2018" y="2397"/>
                </a:lnTo>
                <a:lnTo>
                  <a:pt x="2001" y="2451"/>
                </a:lnTo>
                <a:lnTo>
                  <a:pt x="1974" y="2504"/>
                </a:lnTo>
                <a:lnTo>
                  <a:pt x="1942" y="2554"/>
                </a:lnTo>
                <a:lnTo>
                  <a:pt x="1903" y="2602"/>
                </a:lnTo>
                <a:lnTo>
                  <a:pt x="1857" y="2647"/>
                </a:lnTo>
                <a:lnTo>
                  <a:pt x="1805" y="2689"/>
                </a:lnTo>
                <a:lnTo>
                  <a:pt x="1804" y="2714"/>
                </a:lnTo>
                <a:lnTo>
                  <a:pt x="1803" y="2744"/>
                </a:lnTo>
                <a:lnTo>
                  <a:pt x="1800" y="2777"/>
                </a:lnTo>
                <a:lnTo>
                  <a:pt x="1799" y="2811"/>
                </a:lnTo>
                <a:lnTo>
                  <a:pt x="1796" y="2845"/>
                </a:lnTo>
                <a:lnTo>
                  <a:pt x="1795" y="2879"/>
                </a:lnTo>
                <a:lnTo>
                  <a:pt x="1793" y="2912"/>
                </a:lnTo>
                <a:lnTo>
                  <a:pt x="1791" y="2941"/>
                </a:lnTo>
                <a:lnTo>
                  <a:pt x="1790" y="2965"/>
                </a:lnTo>
                <a:lnTo>
                  <a:pt x="1789" y="2985"/>
                </a:lnTo>
                <a:lnTo>
                  <a:pt x="1789" y="2997"/>
                </a:lnTo>
                <a:lnTo>
                  <a:pt x="1787" y="3001"/>
                </a:lnTo>
                <a:lnTo>
                  <a:pt x="1787" y="3016"/>
                </a:lnTo>
                <a:lnTo>
                  <a:pt x="1785" y="3034"/>
                </a:lnTo>
                <a:lnTo>
                  <a:pt x="1780" y="3053"/>
                </a:lnTo>
                <a:lnTo>
                  <a:pt x="1774" y="3073"/>
                </a:lnTo>
                <a:lnTo>
                  <a:pt x="1763" y="3096"/>
                </a:lnTo>
                <a:lnTo>
                  <a:pt x="1751" y="3117"/>
                </a:lnTo>
                <a:lnTo>
                  <a:pt x="1734" y="3140"/>
                </a:lnTo>
                <a:lnTo>
                  <a:pt x="1714" y="3164"/>
                </a:lnTo>
                <a:lnTo>
                  <a:pt x="1689" y="3185"/>
                </a:lnTo>
                <a:lnTo>
                  <a:pt x="1658" y="3208"/>
                </a:lnTo>
                <a:lnTo>
                  <a:pt x="1623" y="3228"/>
                </a:lnTo>
                <a:lnTo>
                  <a:pt x="1582" y="3248"/>
                </a:lnTo>
                <a:lnTo>
                  <a:pt x="1534" y="3266"/>
                </a:lnTo>
                <a:lnTo>
                  <a:pt x="1506" y="3301"/>
                </a:lnTo>
                <a:lnTo>
                  <a:pt x="1472" y="3334"/>
                </a:lnTo>
                <a:lnTo>
                  <a:pt x="1434" y="3364"/>
                </a:lnTo>
                <a:lnTo>
                  <a:pt x="1407" y="3378"/>
                </a:lnTo>
                <a:lnTo>
                  <a:pt x="1378" y="3386"/>
                </a:lnTo>
                <a:lnTo>
                  <a:pt x="1347" y="3389"/>
                </a:lnTo>
                <a:lnTo>
                  <a:pt x="1109" y="3389"/>
                </a:lnTo>
                <a:lnTo>
                  <a:pt x="1078" y="3386"/>
                </a:lnTo>
                <a:lnTo>
                  <a:pt x="1049" y="3378"/>
                </a:lnTo>
                <a:lnTo>
                  <a:pt x="1023" y="3364"/>
                </a:lnTo>
                <a:lnTo>
                  <a:pt x="985" y="3334"/>
                </a:lnTo>
                <a:lnTo>
                  <a:pt x="950" y="3301"/>
                </a:lnTo>
                <a:lnTo>
                  <a:pt x="922" y="3266"/>
                </a:lnTo>
                <a:lnTo>
                  <a:pt x="872" y="3245"/>
                </a:lnTo>
                <a:lnTo>
                  <a:pt x="829" y="3225"/>
                </a:lnTo>
                <a:lnTo>
                  <a:pt x="790" y="3203"/>
                </a:lnTo>
                <a:lnTo>
                  <a:pt x="760" y="3179"/>
                </a:lnTo>
                <a:lnTo>
                  <a:pt x="735" y="3155"/>
                </a:lnTo>
                <a:lnTo>
                  <a:pt x="714" y="3130"/>
                </a:lnTo>
                <a:lnTo>
                  <a:pt x="699" y="3106"/>
                </a:lnTo>
                <a:lnTo>
                  <a:pt x="686" y="3082"/>
                </a:lnTo>
                <a:lnTo>
                  <a:pt x="679" y="3059"/>
                </a:lnTo>
                <a:lnTo>
                  <a:pt x="672" y="3038"/>
                </a:lnTo>
                <a:lnTo>
                  <a:pt x="670" y="3019"/>
                </a:lnTo>
                <a:lnTo>
                  <a:pt x="669" y="3001"/>
                </a:lnTo>
                <a:lnTo>
                  <a:pt x="669" y="3001"/>
                </a:lnTo>
                <a:lnTo>
                  <a:pt x="669" y="2997"/>
                </a:lnTo>
                <a:lnTo>
                  <a:pt x="667" y="2985"/>
                </a:lnTo>
                <a:lnTo>
                  <a:pt x="666" y="2965"/>
                </a:lnTo>
                <a:lnTo>
                  <a:pt x="665" y="2941"/>
                </a:lnTo>
                <a:lnTo>
                  <a:pt x="664" y="2912"/>
                </a:lnTo>
                <a:lnTo>
                  <a:pt x="661" y="2879"/>
                </a:lnTo>
                <a:lnTo>
                  <a:pt x="660" y="2845"/>
                </a:lnTo>
                <a:lnTo>
                  <a:pt x="657" y="2811"/>
                </a:lnTo>
                <a:lnTo>
                  <a:pt x="656" y="2777"/>
                </a:lnTo>
                <a:lnTo>
                  <a:pt x="653" y="2744"/>
                </a:lnTo>
                <a:lnTo>
                  <a:pt x="652" y="2714"/>
                </a:lnTo>
                <a:lnTo>
                  <a:pt x="651" y="2689"/>
                </a:lnTo>
                <a:lnTo>
                  <a:pt x="599" y="2647"/>
                </a:lnTo>
                <a:lnTo>
                  <a:pt x="553" y="2602"/>
                </a:lnTo>
                <a:lnTo>
                  <a:pt x="514" y="2554"/>
                </a:lnTo>
                <a:lnTo>
                  <a:pt x="482" y="2504"/>
                </a:lnTo>
                <a:lnTo>
                  <a:pt x="456" y="2451"/>
                </a:lnTo>
                <a:lnTo>
                  <a:pt x="438" y="2397"/>
                </a:lnTo>
                <a:lnTo>
                  <a:pt x="426" y="2341"/>
                </a:lnTo>
                <a:lnTo>
                  <a:pt x="423" y="2285"/>
                </a:lnTo>
                <a:lnTo>
                  <a:pt x="420" y="2256"/>
                </a:lnTo>
                <a:lnTo>
                  <a:pt x="411" y="2226"/>
                </a:lnTo>
                <a:lnTo>
                  <a:pt x="398" y="2194"/>
                </a:lnTo>
                <a:lnTo>
                  <a:pt x="381" y="2160"/>
                </a:lnTo>
                <a:lnTo>
                  <a:pt x="358" y="2122"/>
                </a:lnTo>
                <a:lnTo>
                  <a:pt x="331" y="2081"/>
                </a:lnTo>
                <a:lnTo>
                  <a:pt x="300" y="2035"/>
                </a:lnTo>
                <a:lnTo>
                  <a:pt x="274" y="1998"/>
                </a:lnTo>
                <a:lnTo>
                  <a:pt x="248" y="1957"/>
                </a:lnTo>
                <a:lnTo>
                  <a:pt x="220" y="1916"/>
                </a:lnTo>
                <a:lnTo>
                  <a:pt x="193" y="1872"/>
                </a:lnTo>
                <a:lnTo>
                  <a:pt x="166" y="1825"/>
                </a:lnTo>
                <a:lnTo>
                  <a:pt x="140" y="1775"/>
                </a:lnTo>
                <a:lnTo>
                  <a:pt x="114" y="1723"/>
                </a:lnTo>
                <a:lnTo>
                  <a:pt x="92" y="1668"/>
                </a:lnTo>
                <a:lnTo>
                  <a:pt x="69" y="1609"/>
                </a:lnTo>
                <a:lnTo>
                  <a:pt x="50" y="1547"/>
                </a:lnTo>
                <a:lnTo>
                  <a:pt x="33" y="1481"/>
                </a:lnTo>
                <a:lnTo>
                  <a:pt x="19" y="1411"/>
                </a:lnTo>
                <a:lnTo>
                  <a:pt x="9" y="1338"/>
                </a:lnTo>
                <a:lnTo>
                  <a:pt x="3" y="1260"/>
                </a:lnTo>
                <a:lnTo>
                  <a:pt x="0" y="1178"/>
                </a:lnTo>
                <a:lnTo>
                  <a:pt x="4" y="1081"/>
                </a:lnTo>
                <a:lnTo>
                  <a:pt x="17" y="987"/>
                </a:lnTo>
                <a:lnTo>
                  <a:pt x="36" y="895"/>
                </a:lnTo>
                <a:lnTo>
                  <a:pt x="64" y="807"/>
                </a:lnTo>
                <a:lnTo>
                  <a:pt x="97" y="720"/>
                </a:lnTo>
                <a:lnTo>
                  <a:pt x="137" y="637"/>
                </a:lnTo>
                <a:lnTo>
                  <a:pt x="184" y="557"/>
                </a:lnTo>
                <a:lnTo>
                  <a:pt x="237" y="483"/>
                </a:lnTo>
                <a:lnTo>
                  <a:pt x="297" y="411"/>
                </a:lnTo>
                <a:lnTo>
                  <a:pt x="360" y="346"/>
                </a:lnTo>
                <a:lnTo>
                  <a:pt x="430" y="284"/>
                </a:lnTo>
                <a:lnTo>
                  <a:pt x="504" y="227"/>
                </a:lnTo>
                <a:lnTo>
                  <a:pt x="582" y="177"/>
                </a:lnTo>
                <a:lnTo>
                  <a:pt x="665" y="132"/>
                </a:lnTo>
                <a:lnTo>
                  <a:pt x="751" y="93"/>
                </a:lnTo>
                <a:lnTo>
                  <a:pt x="841" y="60"/>
                </a:lnTo>
                <a:lnTo>
                  <a:pt x="934" y="35"/>
                </a:lnTo>
                <a:lnTo>
                  <a:pt x="1029" y="16"/>
                </a:lnTo>
                <a:lnTo>
                  <a:pt x="1128" y="3"/>
                </a:lnTo>
                <a:lnTo>
                  <a:pt x="1228"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0" name="Freeform 7">
            <a:extLst>
              <a:ext uri="{FF2B5EF4-FFF2-40B4-BE49-F238E27FC236}">
                <a16:creationId xmlns:a16="http://schemas.microsoft.com/office/drawing/2014/main" id="{4A83D304-431A-35EF-6633-EC0221A4A0EC}"/>
              </a:ext>
            </a:extLst>
          </p:cNvPr>
          <p:cNvSpPr>
            <a:spLocks/>
          </p:cNvSpPr>
          <p:nvPr/>
        </p:nvSpPr>
        <p:spPr bwMode="auto">
          <a:xfrm>
            <a:off x="1304774" y="3738148"/>
            <a:ext cx="16669" cy="41031"/>
          </a:xfrm>
          <a:custGeom>
            <a:avLst/>
            <a:gdLst>
              <a:gd name="T0" fmla="*/ 77 w 154"/>
              <a:gd name="T1" fmla="*/ 0 h 384"/>
              <a:gd name="T2" fmla="*/ 77 w 154"/>
              <a:gd name="T3" fmla="*/ 0 h 384"/>
              <a:gd name="T4" fmla="*/ 97 w 154"/>
              <a:gd name="T5" fmla="*/ 2 h 384"/>
              <a:gd name="T6" fmla="*/ 116 w 154"/>
              <a:gd name="T7" fmla="*/ 10 h 384"/>
              <a:gd name="T8" fmla="*/ 132 w 154"/>
              <a:gd name="T9" fmla="*/ 22 h 384"/>
              <a:gd name="T10" fmla="*/ 144 w 154"/>
              <a:gd name="T11" fmla="*/ 38 h 384"/>
              <a:gd name="T12" fmla="*/ 152 w 154"/>
              <a:gd name="T13" fmla="*/ 56 h 384"/>
              <a:gd name="T14" fmla="*/ 154 w 154"/>
              <a:gd name="T15" fmla="*/ 77 h 384"/>
              <a:gd name="T16" fmla="*/ 154 w 154"/>
              <a:gd name="T17" fmla="*/ 307 h 384"/>
              <a:gd name="T18" fmla="*/ 152 w 154"/>
              <a:gd name="T19" fmla="*/ 328 h 384"/>
              <a:gd name="T20" fmla="*/ 144 w 154"/>
              <a:gd name="T21" fmla="*/ 346 h 384"/>
              <a:gd name="T22" fmla="*/ 132 w 154"/>
              <a:gd name="T23" fmla="*/ 362 h 384"/>
              <a:gd name="T24" fmla="*/ 116 w 154"/>
              <a:gd name="T25" fmla="*/ 374 h 384"/>
              <a:gd name="T26" fmla="*/ 97 w 154"/>
              <a:gd name="T27" fmla="*/ 381 h 384"/>
              <a:gd name="T28" fmla="*/ 77 w 154"/>
              <a:gd name="T29" fmla="*/ 384 h 384"/>
              <a:gd name="T30" fmla="*/ 57 w 154"/>
              <a:gd name="T31" fmla="*/ 381 h 384"/>
              <a:gd name="T32" fmla="*/ 38 w 154"/>
              <a:gd name="T33" fmla="*/ 374 h 384"/>
              <a:gd name="T34" fmla="*/ 23 w 154"/>
              <a:gd name="T35" fmla="*/ 362 h 384"/>
              <a:gd name="T36" fmla="*/ 10 w 154"/>
              <a:gd name="T37" fmla="*/ 346 h 384"/>
              <a:gd name="T38" fmla="*/ 2 w 154"/>
              <a:gd name="T39" fmla="*/ 328 h 384"/>
              <a:gd name="T40" fmla="*/ 0 w 154"/>
              <a:gd name="T41" fmla="*/ 307 h 384"/>
              <a:gd name="T42" fmla="*/ 0 w 154"/>
              <a:gd name="T43" fmla="*/ 77 h 384"/>
              <a:gd name="T44" fmla="*/ 2 w 154"/>
              <a:gd name="T45" fmla="*/ 56 h 384"/>
              <a:gd name="T46" fmla="*/ 10 w 154"/>
              <a:gd name="T47" fmla="*/ 38 h 384"/>
              <a:gd name="T48" fmla="*/ 23 w 154"/>
              <a:gd name="T49" fmla="*/ 22 h 384"/>
              <a:gd name="T50" fmla="*/ 38 w 154"/>
              <a:gd name="T51" fmla="*/ 10 h 384"/>
              <a:gd name="T52" fmla="*/ 57 w 154"/>
              <a:gd name="T53" fmla="*/ 2 h 384"/>
              <a:gd name="T54" fmla="*/ 77 w 154"/>
              <a:gd name="T55"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384">
                <a:moveTo>
                  <a:pt x="77" y="0"/>
                </a:moveTo>
                <a:lnTo>
                  <a:pt x="77" y="0"/>
                </a:lnTo>
                <a:lnTo>
                  <a:pt x="97" y="2"/>
                </a:lnTo>
                <a:lnTo>
                  <a:pt x="116" y="10"/>
                </a:lnTo>
                <a:lnTo>
                  <a:pt x="132" y="22"/>
                </a:lnTo>
                <a:lnTo>
                  <a:pt x="144" y="38"/>
                </a:lnTo>
                <a:lnTo>
                  <a:pt x="152" y="56"/>
                </a:lnTo>
                <a:lnTo>
                  <a:pt x="154" y="77"/>
                </a:lnTo>
                <a:lnTo>
                  <a:pt x="154" y="307"/>
                </a:lnTo>
                <a:lnTo>
                  <a:pt x="152" y="328"/>
                </a:lnTo>
                <a:lnTo>
                  <a:pt x="144" y="346"/>
                </a:lnTo>
                <a:lnTo>
                  <a:pt x="132" y="362"/>
                </a:lnTo>
                <a:lnTo>
                  <a:pt x="116" y="374"/>
                </a:lnTo>
                <a:lnTo>
                  <a:pt x="97" y="381"/>
                </a:lnTo>
                <a:lnTo>
                  <a:pt x="77" y="384"/>
                </a:lnTo>
                <a:lnTo>
                  <a:pt x="57" y="381"/>
                </a:lnTo>
                <a:lnTo>
                  <a:pt x="38" y="374"/>
                </a:lnTo>
                <a:lnTo>
                  <a:pt x="23" y="362"/>
                </a:lnTo>
                <a:lnTo>
                  <a:pt x="10" y="346"/>
                </a:lnTo>
                <a:lnTo>
                  <a:pt x="2" y="328"/>
                </a:lnTo>
                <a:lnTo>
                  <a:pt x="0" y="307"/>
                </a:lnTo>
                <a:lnTo>
                  <a:pt x="0" y="77"/>
                </a:lnTo>
                <a:lnTo>
                  <a:pt x="2" y="56"/>
                </a:lnTo>
                <a:lnTo>
                  <a:pt x="10" y="38"/>
                </a:lnTo>
                <a:lnTo>
                  <a:pt x="23" y="22"/>
                </a:lnTo>
                <a:lnTo>
                  <a:pt x="38" y="10"/>
                </a:lnTo>
                <a:lnTo>
                  <a:pt x="57" y="2"/>
                </a:lnTo>
                <a:lnTo>
                  <a:pt x="7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1" name="Freeform 8">
            <a:extLst>
              <a:ext uri="{FF2B5EF4-FFF2-40B4-BE49-F238E27FC236}">
                <a16:creationId xmlns:a16="http://schemas.microsoft.com/office/drawing/2014/main" id="{A6934D36-441A-1DE0-EA5D-1D75F65B4E3C}"/>
              </a:ext>
            </a:extLst>
          </p:cNvPr>
          <p:cNvSpPr>
            <a:spLocks/>
          </p:cNvSpPr>
          <p:nvPr/>
        </p:nvSpPr>
        <p:spPr bwMode="auto">
          <a:xfrm>
            <a:off x="1211492" y="3762830"/>
            <a:ext cx="28850" cy="38146"/>
          </a:xfrm>
          <a:custGeom>
            <a:avLst/>
            <a:gdLst>
              <a:gd name="T0" fmla="*/ 77 w 271"/>
              <a:gd name="T1" fmla="*/ 0 h 356"/>
              <a:gd name="T2" fmla="*/ 97 w 271"/>
              <a:gd name="T3" fmla="*/ 3 h 356"/>
              <a:gd name="T4" fmla="*/ 115 w 271"/>
              <a:gd name="T5" fmla="*/ 11 h 356"/>
              <a:gd name="T6" fmla="*/ 132 w 271"/>
              <a:gd name="T7" fmla="*/ 23 h 356"/>
              <a:gd name="T8" fmla="*/ 144 w 271"/>
              <a:gd name="T9" fmla="*/ 40 h 356"/>
              <a:gd name="T10" fmla="*/ 261 w 271"/>
              <a:gd name="T11" fmla="*/ 240 h 356"/>
              <a:gd name="T12" fmla="*/ 269 w 271"/>
              <a:gd name="T13" fmla="*/ 259 h 356"/>
              <a:gd name="T14" fmla="*/ 271 w 271"/>
              <a:gd name="T15" fmla="*/ 279 h 356"/>
              <a:gd name="T16" fmla="*/ 269 w 271"/>
              <a:gd name="T17" fmla="*/ 298 h 356"/>
              <a:gd name="T18" fmla="*/ 261 w 271"/>
              <a:gd name="T19" fmla="*/ 317 h 356"/>
              <a:gd name="T20" fmla="*/ 250 w 271"/>
              <a:gd name="T21" fmla="*/ 333 h 356"/>
              <a:gd name="T22" fmla="*/ 233 w 271"/>
              <a:gd name="T23" fmla="*/ 345 h 356"/>
              <a:gd name="T24" fmla="*/ 214 w 271"/>
              <a:gd name="T25" fmla="*/ 353 h 356"/>
              <a:gd name="T26" fmla="*/ 194 w 271"/>
              <a:gd name="T27" fmla="*/ 356 h 356"/>
              <a:gd name="T28" fmla="*/ 174 w 271"/>
              <a:gd name="T29" fmla="*/ 353 h 356"/>
              <a:gd name="T30" fmla="*/ 156 w 271"/>
              <a:gd name="T31" fmla="*/ 345 h 356"/>
              <a:gd name="T32" fmla="*/ 139 w 271"/>
              <a:gd name="T33" fmla="*/ 333 h 356"/>
              <a:gd name="T34" fmla="*/ 127 w 271"/>
              <a:gd name="T35" fmla="*/ 317 h 356"/>
              <a:gd name="T36" fmla="*/ 10 w 271"/>
              <a:gd name="T37" fmla="*/ 116 h 356"/>
              <a:gd name="T38" fmla="*/ 2 w 271"/>
              <a:gd name="T39" fmla="*/ 97 h 356"/>
              <a:gd name="T40" fmla="*/ 0 w 271"/>
              <a:gd name="T41" fmla="*/ 77 h 356"/>
              <a:gd name="T42" fmla="*/ 2 w 271"/>
              <a:gd name="T43" fmla="*/ 58 h 356"/>
              <a:gd name="T44" fmla="*/ 10 w 271"/>
              <a:gd name="T45" fmla="*/ 40 h 356"/>
              <a:gd name="T46" fmla="*/ 23 w 271"/>
              <a:gd name="T47" fmla="*/ 24 h 356"/>
              <a:gd name="T48" fmla="*/ 38 w 271"/>
              <a:gd name="T49" fmla="*/ 12 h 356"/>
              <a:gd name="T50" fmla="*/ 58 w 271"/>
              <a:gd name="T51" fmla="*/ 3 h 356"/>
              <a:gd name="T52" fmla="*/ 77 w 271"/>
              <a:gd name="T53"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1" h="356">
                <a:moveTo>
                  <a:pt x="77" y="0"/>
                </a:moveTo>
                <a:lnTo>
                  <a:pt x="97" y="3"/>
                </a:lnTo>
                <a:lnTo>
                  <a:pt x="115" y="11"/>
                </a:lnTo>
                <a:lnTo>
                  <a:pt x="132" y="23"/>
                </a:lnTo>
                <a:lnTo>
                  <a:pt x="144" y="40"/>
                </a:lnTo>
                <a:lnTo>
                  <a:pt x="261" y="240"/>
                </a:lnTo>
                <a:lnTo>
                  <a:pt x="269" y="259"/>
                </a:lnTo>
                <a:lnTo>
                  <a:pt x="271" y="279"/>
                </a:lnTo>
                <a:lnTo>
                  <a:pt x="269" y="298"/>
                </a:lnTo>
                <a:lnTo>
                  <a:pt x="261" y="317"/>
                </a:lnTo>
                <a:lnTo>
                  <a:pt x="250" y="333"/>
                </a:lnTo>
                <a:lnTo>
                  <a:pt x="233" y="345"/>
                </a:lnTo>
                <a:lnTo>
                  <a:pt x="214" y="353"/>
                </a:lnTo>
                <a:lnTo>
                  <a:pt x="194" y="356"/>
                </a:lnTo>
                <a:lnTo>
                  <a:pt x="174" y="353"/>
                </a:lnTo>
                <a:lnTo>
                  <a:pt x="156" y="345"/>
                </a:lnTo>
                <a:lnTo>
                  <a:pt x="139" y="333"/>
                </a:lnTo>
                <a:lnTo>
                  <a:pt x="127" y="317"/>
                </a:lnTo>
                <a:lnTo>
                  <a:pt x="10" y="116"/>
                </a:lnTo>
                <a:lnTo>
                  <a:pt x="2" y="97"/>
                </a:lnTo>
                <a:lnTo>
                  <a:pt x="0" y="77"/>
                </a:lnTo>
                <a:lnTo>
                  <a:pt x="2" y="58"/>
                </a:lnTo>
                <a:lnTo>
                  <a:pt x="10" y="40"/>
                </a:lnTo>
                <a:lnTo>
                  <a:pt x="23" y="24"/>
                </a:lnTo>
                <a:lnTo>
                  <a:pt x="38" y="12"/>
                </a:lnTo>
                <a:lnTo>
                  <a:pt x="58" y="3"/>
                </a:lnTo>
                <a:lnTo>
                  <a:pt x="7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2" name="Freeform 9">
            <a:extLst>
              <a:ext uri="{FF2B5EF4-FFF2-40B4-BE49-F238E27FC236}">
                <a16:creationId xmlns:a16="http://schemas.microsoft.com/office/drawing/2014/main" id="{78565D00-076F-9E7D-2ED4-D5BC6378CCD2}"/>
              </a:ext>
            </a:extLst>
          </p:cNvPr>
          <p:cNvSpPr>
            <a:spLocks/>
          </p:cNvSpPr>
          <p:nvPr/>
        </p:nvSpPr>
        <p:spPr bwMode="auto">
          <a:xfrm>
            <a:off x="1143214" y="3830787"/>
            <a:ext cx="38146" cy="28850"/>
          </a:xfrm>
          <a:custGeom>
            <a:avLst/>
            <a:gdLst>
              <a:gd name="T0" fmla="*/ 78 w 357"/>
              <a:gd name="T1" fmla="*/ 0 h 270"/>
              <a:gd name="T2" fmla="*/ 97 w 357"/>
              <a:gd name="T3" fmla="*/ 3 h 270"/>
              <a:gd name="T4" fmla="*/ 117 w 357"/>
              <a:gd name="T5" fmla="*/ 10 h 270"/>
              <a:gd name="T6" fmla="*/ 319 w 357"/>
              <a:gd name="T7" fmla="*/ 125 h 270"/>
              <a:gd name="T8" fmla="*/ 335 w 357"/>
              <a:gd name="T9" fmla="*/ 139 h 270"/>
              <a:gd name="T10" fmla="*/ 347 w 357"/>
              <a:gd name="T11" fmla="*/ 154 h 270"/>
              <a:gd name="T12" fmla="*/ 354 w 357"/>
              <a:gd name="T13" fmla="*/ 173 h 270"/>
              <a:gd name="T14" fmla="*/ 357 w 357"/>
              <a:gd name="T15" fmla="*/ 192 h 270"/>
              <a:gd name="T16" fmla="*/ 354 w 357"/>
              <a:gd name="T17" fmla="*/ 212 h 270"/>
              <a:gd name="T18" fmla="*/ 347 w 357"/>
              <a:gd name="T19" fmla="*/ 231 h 270"/>
              <a:gd name="T20" fmla="*/ 334 w 357"/>
              <a:gd name="T21" fmla="*/ 247 h 270"/>
              <a:gd name="T22" fmla="*/ 318 w 357"/>
              <a:gd name="T23" fmla="*/ 260 h 270"/>
              <a:gd name="T24" fmla="*/ 298 w 357"/>
              <a:gd name="T25" fmla="*/ 267 h 270"/>
              <a:gd name="T26" fmla="*/ 279 w 357"/>
              <a:gd name="T27" fmla="*/ 270 h 270"/>
              <a:gd name="T28" fmla="*/ 259 w 357"/>
              <a:gd name="T29" fmla="*/ 267 h 270"/>
              <a:gd name="T30" fmla="*/ 240 w 357"/>
              <a:gd name="T31" fmla="*/ 258 h 270"/>
              <a:gd name="T32" fmla="*/ 38 w 357"/>
              <a:gd name="T33" fmla="*/ 144 h 270"/>
              <a:gd name="T34" fmla="*/ 22 w 357"/>
              <a:gd name="T35" fmla="*/ 131 h 270"/>
              <a:gd name="T36" fmla="*/ 11 w 357"/>
              <a:gd name="T37" fmla="*/ 115 h 270"/>
              <a:gd name="T38" fmla="*/ 3 w 357"/>
              <a:gd name="T39" fmla="*/ 97 h 270"/>
              <a:gd name="T40" fmla="*/ 0 w 357"/>
              <a:gd name="T41" fmla="*/ 77 h 270"/>
              <a:gd name="T42" fmla="*/ 3 w 357"/>
              <a:gd name="T43" fmla="*/ 57 h 270"/>
              <a:gd name="T44" fmla="*/ 11 w 357"/>
              <a:gd name="T45" fmla="*/ 38 h 270"/>
              <a:gd name="T46" fmla="*/ 23 w 357"/>
              <a:gd name="T47" fmla="*/ 22 h 270"/>
              <a:gd name="T48" fmla="*/ 40 w 357"/>
              <a:gd name="T49" fmla="*/ 10 h 270"/>
              <a:gd name="T50" fmla="*/ 57 w 357"/>
              <a:gd name="T51" fmla="*/ 3 h 270"/>
              <a:gd name="T52" fmla="*/ 78 w 357"/>
              <a:gd name="T53"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7" h="270">
                <a:moveTo>
                  <a:pt x="78" y="0"/>
                </a:moveTo>
                <a:lnTo>
                  <a:pt x="97" y="3"/>
                </a:lnTo>
                <a:lnTo>
                  <a:pt x="117" y="10"/>
                </a:lnTo>
                <a:lnTo>
                  <a:pt x="319" y="125"/>
                </a:lnTo>
                <a:lnTo>
                  <a:pt x="335" y="139"/>
                </a:lnTo>
                <a:lnTo>
                  <a:pt x="347" y="154"/>
                </a:lnTo>
                <a:lnTo>
                  <a:pt x="354" y="173"/>
                </a:lnTo>
                <a:lnTo>
                  <a:pt x="357" y="192"/>
                </a:lnTo>
                <a:lnTo>
                  <a:pt x="354" y="212"/>
                </a:lnTo>
                <a:lnTo>
                  <a:pt x="347" y="231"/>
                </a:lnTo>
                <a:lnTo>
                  <a:pt x="334" y="247"/>
                </a:lnTo>
                <a:lnTo>
                  <a:pt x="318" y="260"/>
                </a:lnTo>
                <a:lnTo>
                  <a:pt x="298" y="267"/>
                </a:lnTo>
                <a:lnTo>
                  <a:pt x="279" y="270"/>
                </a:lnTo>
                <a:lnTo>
                  <a:pt x="259" y="267"/>
                </a:lnTo>
                <a:lnTo>
                  <a:pt x="240" y="258"/>
                </a:lnTo>
                <a:lnTo>
                  <a:pt x="38" y="144"/>
                </a:lnTo>
                <a:lnTo>
                  <a:pt x="22" y="131"/>
                </a:lnTo>
                <a:lnTo>
                  <a:pt x="11" y="115"/>
                </a:lnTo>
                <a:lnTo>
                  <a:pt x="3" y="97"/>
                </a:lnTo>
                <a:lnTo>
                  <a:pt x="0" y="77"/>
                </a:lnTo>
                <a:lnTo>
                  <a:pt x="3" y="57"/>
                </a:lnTo>
                <a:lnTo>
                  <a:pt x="11" y="38"/>
                </a:lnTo>
                <a:lnTo>
                  <a:pt x="23" y="22"/>
                </a:lnTo>
                <a:lnTo>
                  <a:pt x="40" y="10"/>
                </a:lnTo>
                <a:lnTo>
                  <a:pt x="57" y="3"/>
                </a:lnTo>
                <a:lnTo>
                  <a:pt x="78"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3" name="Freeform 10">
            <a:extLst>
              <a:ext uri="{FF2B5EF4-FFF2-40B4-BE49-F238E27FC236}">
                <a16:creationId xmlns:a16="http://schemas.microsoft.com/office/drawing/2014/main" id="{8E476437-2F01-B39F-C1F4-1160928CEB5D}"/>
              </a:ext>
            </a:extLst>
          </p:cNvPr>
          <p:cNvSpPr>
            <a:spLocks/>
          </p:cNvSpPr>
          <p:nvPr/>
        </p:nvSpPr>
        <p:spPr bwMode="auto">
          <a:xfrm>
            <a:off x="1118212" y="3923428"/>
            <a:ext cx="41351" cy="16669"/>
          </a:xfrm>
          <a:custGeom>
            <a:avLst/>
            <a:gdLst>
              <a:gd name="T0" fmla="*/ 77 w 388"/>
              <a:gd name="T1" fmla="*/ 0 h 154"/>
              <a:gd name="T2" fmla="*/ 311 w 388"/>
              <a:gd name="T3" fmla="*/ 0 h 154"/>
              <a:gd name="T4" fmla="*/ 331 w 388"/>
              <a:gd name="T5" fmla="*/ 3 h 154"/>
              <a:gd name="T6" fmla="*/ 350 w 388"/>
              <a:gd name="T7" fmla="*/ 11 h 154"/>
              <a:gd name="T8" fmla="*/ 365 w 388"/>
              <a:gd name="T9" fmla="*/ 22 h 154"/>
              <a:gd name="T10" fmla="*/ 378 w 388"/>
              <a:gd name="T11" fmla="*/ 39 h 154"/>
              <a:gd name="T12" fmla="*/ 385 w 388"/>
              <a:gd name="T13" fmla="*/ 56 h 154"/>
              <a:gd name="T14" fmla="*/ 388 w 388"/>
              <a:gd name="T15" fmla="*/ 78 h 154"/>
              <a:gd name="T16" fmla="*/ 385 w 388"/>
              <a:gd name="T17" fmla="*/ 98 h 154"/>
              <a:gd name="T18" fmla="*/ 378 w 388"/>
              <a:gd name="T19" fmla="*/ 115 h 154"/>
              <a:gd name="T20" fmla="*/ 365 w 388"/>
              <a:gd name="T21" fmla="*/ 132 h 154"/>
              <a:gd name="T22" fmla="*/ 350 w 388"/>
              <a:gd name="T23" fmla="*/ 143 h 154"/>
              <a:gd name="T24" fmla="*/ 331 w 388"/>
              <a:gd name="T25" fmla="*/ 152 h 154"/>
              <a:gd name="T26" fmla="*/ 311 w 388"/>
              <a:gd name="T27" fmla="*/ 154 h 154"/>
              <a:gd name="T28" fmla="*/ 77 w 388"/>
              <a:gd name="T29" fmla="*/ 154 h 154"/>
              <a:gd name="T30" fmla="*/ 57 w 388"/>
              <a:gd name="T31" fmla="*/ 152 h 154"/>
              <a:gd name="T32" fmla="*/ 39 w 388"/>
              <a:gd name="T33" fmla="*/ 143 h 154"/>
              <a:gd name="T34" fmla="*/ 23 w 388"/>
              <a:gd name="T35" fmla="*/ 132 h 154"/>
              <a:gd name="T36" fmla="*/ 11 w 388"/>
              <a:gd name="T37" fmla="*/ 115 h 154"/>
              <a:gd name="T38" fmla="*/ 2 w 388"/>
              <a:gd name="T39" fmla="*/ 98 h 154"/>
              <a:gd name="T40" fmla="*/ 0 w 388"/>
              <a:gd name="T41" fmla="*/ 78 h 154"/>
              <a:gd name="T42" fmla="*/ 2 w 388"/>
              <a:gd name="T43" fmla="*/ 56 h 154"/>
              <a:gd name="T44" fmla="*/ 11 w 388"/>
              <a:gd name="T45" fmla="*/ 39 h 154"/>
              <a:gd name="T46" fmla="*/ 23 w 388"/>
              <a:gd name="T47" fmla="*/ 22 h 154"/>
              <a:gd name="T48" fmla="*/ 39 w 388"/>
              <a:gd name="T49" fmla="*/ 11 h 154"/>
              <a:gd name="T50" fmla="*/ 57 w 388"/>
              <a:gd name="T51" fmla="*/ 3 h 154"/>
              <a:gd name="T52" fmla="*/ 77 w 388"/>
              <a:gd name="T5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8" h="154">
                <a:moveTo>
                  <a:pt x="77" y="0"/>
                </a:moveTo>
                <a:lnTo>
                  <a:pt x="311" y="0"/>
                </a:lnTo>
                <a:lnTo>
                  <a:pt x="331" y="3"/>
                </a:lnTo>
                <a:lnTo>
                  <a:pt x="350" y="11"/>
                </a:lnTo>
                <a:lnTo>
                  <a:pt x="365" y="22"/>
                </a:lnTo>
                <a:lnTo>
                  <a:pt x="378" y="39"/>
                </a:lnTo>
                <a:lnTo>
                  <a:pt x="385" y="56"/>
                </a:lnTo>
                <a:lnTo>
                  <a:pt x="388" y="78"/>
                </a:lnTo>
                <a:lnTo>
                  <a:pt x="385" y="98"/>
                </a:lnTo>
                <a:lnTo>
                  <a:pt x="378" y="115"/>
                </a:lnTo>
                <a:lnTo>
                  <a:pt x="365" y="132"/>
                </a:lnTo>
                <a:lnTo>
                  <a:pt x="350" y="143"/>
                </a:lnTo>
                <a:lnTo>
                  <a:pt x="331" y="152"/>
                </a:lnTo>
                <a:lnTo>
                  <a:pt x="311" y="154"/>
                </a:lnTo>
                <a:lnTo>
                  <a:pt x="77" y="154"/>
                </a:lnTo>
                <a:lnTo>
                  <a:pt x="57" y="152"/>
                </a:lnTo>
                <a:lnTo>
                  <a:pt x="39" y="143"/>
                </a:lnTo>
                <a:lnTo>
                  <a:pt x="23" y="132"/>
                </a:lnTo>
                <a:lnTo>
                  <a:pt x="11" y="115"/>
                </a:lnTo>
                <a:lnTo>
                  <a:pt x="2" y="98"/>
                </a:lnTo>
                <a:lnTo>
                  <a:pt x="0" y="78"/>
                </a:lnTo>
                <a:lnTo>
                  <a:pt x="2" y="56"/>
                </a:lnTo>
                <a:lnTo>
                  <a:pt x="11" y="39"/>
                </a:lnTo>
                <a:lnTo>
                  <a:pt x="23" y="22"/>
                </a:lnTo>
                <a:lnTo>
                  <a:pt x="39" y="11"/>
                </a:lnTo>
                <a:lnTo>
                  <a:pt x="57" y="3"/>
                </a:lnTo>
                <a:lnTo>
                  <a:pt x="7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4" name="Freeform 11">
            <a:extLst>
              <a:ext uri="{FF2B5EF4-FFF2-40B4-BE49-F238E27FC236}">
                <a16:creationId xmlns:a16="http://schemas.microsoft.com/office/drawing/2014/main" id="{474C8395-FC77-8ABA-1CB6-B94BFA5C7B19}"/>
              </a:ext>
            </a:extLst>
          </p:cNvPr>
          <p:cNvSpPr>
            <a:spLocks/>
          </p:cNvSpPr>
          <p:nvPr/>
        </p:nvSpPr>
        <p:spPr bwMode="auto">
          <a:xfrm>
            <a:off x="1143214" y="4003886"/>
            <a:ext cx="38146" cy="28850"/>
          </a:xfrm>
          <a:custGeom>
            <a:avLst/>
            <a:gdLst>
              <a:gd name="T0" fmla="*/ 279 w 357"/>
              <a:gd name="T1" fmla="*/ 0 h 271"/>
              <a:gd name="T2" fmla="*/ 300 w 357"/>
              <a:gd name="T3" fmla="*/ 4 h 271"/>
              <a:gd name="T4" fmla="*/ 318 w 357"/>
              <a:gd name="T5" fmla="*/ 10 h 271"/>
              <a:gd name="T6" fmla="*/ 334 w 357"/>
              <a:gd name="T7" fmla="*/ 23 h 271"/>
              <a:gd name="T8" fmla="*/ 347 w 357"/>
              <a:gd name="T9" fmla="*/ 39 h 271"/>
              <a:gd name="T10" fmla="*/ 354 w 357"/>
              <a:gd name="T11" fmla="*/ 58 h 271"/>
              <a:gd name="T12" fmla="*/ 357 w 357"/>
              <a:gd name="T13" fmla="*/ 78 h 271"/>
              <a:gd name="T14" fmla="*/ 354 w 357"/>
              <a:gd name="T15" fmla="*/ 97 h 271"/>
              <a:gd name="T16" fmla="*/ 347 w 357"/>
              <a:gd name="T17" fmla="*/ 116 h 271"/>
              <a:gd name="T18" fmla="*/ 334 w 357"/>
              <a:gd name="T19" fmla="*/ 132 h 271"/>
              <a:gd name="T20" fmla="*/ 319 w 357"/>
              <a:gd name="T21" fmla="*/ 145 h 271"/>
              <a:gd name="T22" fmla="*/ 117 w 357"/>
              <a:gd name="T23" fmla="*/ 260 h 271"/>
              <a:gd name="T24" fmla="*/ 98 w 357"/>
              <a:gd name="T25" fmla="*/ 267 h 271"/>
              <a:gd name="T26" fmla="*/ 78 w 357"/>
              <a:gd name="T27" fmla="*/ 271 h 271"/>
              <a:gd name="T28" fmla="*/ 57 w 357"/>
              <a:gd name="T29" fmla="*/ 267 h 271"/>
              <a:gd name="T30" fmla="*/ 40 w 357"/>
              <a:gd name="T31" fmla="*/ 261 h 271"/>
              <a:gd name="T32" fmla="*/ 23 w 357"/>
              <a:gd name="T33" fmla="*/ 248 h 271"/>
              <a:gd name="T34" fmla="*/ 11 w 357"/>
              <a:gd name="T35" fmla="*/ 232 h 271"/>
              <a:gd name="T36" fmla="*/ 3 w 357"/>
              <a:gd name="T37" fmla="*/ 213 h 271"/>
              <a:gd name="T38" fmla="*/ 0 w 357"/>
              <a:gd name="T39" fmla="*/ 193 h 271"/>
              <a:gd name="T40" fmla="*/ 3 w 357"/>
              <a:gd name="T41" fmla="*/ 174 h 271"/>
              <a:gd name="T42" fmla="*/ 11 w 357"/>
              <a:gd name="T43" fmla="*/ 155 h 271"/>
              <a:gd name="T44" fmla="*/ 22 w 357"/>
              <a:gd name="T45" fmla="*/ 140 h 271"/>
              <a:gd name="T46" fmla="*/ 38 w 357"/>
              <a:gd name="T47" fmla="*/ 127 h 271"/>
              <a:gd name="T48" fmla="*/ 240 w 357"/>
              <a:gd name="T49" fmla="*/ 12 h 271"/>
              <a:gd name="T50" fmla="*/ 260 w 357"/>
              <a:gd name="T51" fmla="*/ 3 h 271"/>
              <a:gd name="T52" fmla="*/ 279 w 357"/>
              <a:gd name="T53"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7" h="271">
                <a:moveTo>
                  <a:pt x="279" y="0"/>
                </a:moveTo>
                <a:lnTo>
                  <a:pt x="300" y="4"/>
                </a:lnTo>
                <a:lnTo>
                  <a:pt x="318" y="10"/>
                </a:lnTo>
                <a:lnTo>
                  <a:pt x="334" y="23"/>
                </a:lnTo>
                <a:lnTo>
                  <a:pt x="347" y="39"/>
                </a:lnTo>
                <a:lnTo>
                  <a:pt x="354" y="58"/>
                </a:lnTo>
                <a:lnTo>
                  <a:pt x="357" y="78"/>
                </a:lnTo>
                <a:lnTo>
                  <a:pt x="354" y="97"/>
                </a:lnTo>
                <a:lnTo>
                  <a:pt x="347" y="116"/>
                </a:lnTo>
                <a:lnTo>
                  <a:pt x="334" y="132"/>
                </a:lnTo>
                <a:lnTo>
                  <a:pt x="319" y="145"/>
                </a:lnTo>
                <a:lnTo>
                  <a:pt x="117" y="260"/>
                </a:lnTo>
                <a:lnTo>
                  <a:pt x="98" y="267"/>
                </a:lnTo>
                <a:lnTo>
                  <a:pt x="78" y="271"/>
                </a:lnTo>
                <a:lnTo>
                  <a:pt x="57" y="267"/>
                </a:lnTo>
                <a:lnTo>
                  <a:pt x="40" y="261"/>
                </a:lnTo>
                <a:lnTo>
                  <a:pt x="23" y="248"/>
                </a:lnTo>
                <a:lnTo>
                  <a:pt x="11" y="232"/>
                </a:lnTo>
                <a:lnTo>
                  <a:pt x="3" y="213"/>
                </a:lnTo>
                <a:lnTo>
                  <a:pt x="0" y="193"/>
                </a:lnTo>
                <a:lnTo>
                  <a:pt x="3" y="174"/>
                </a:lnTo>
                <a:lnTo>
                  <a:pt x="11" y="155"/>
                </a:lnTo>
                <a:lnTo>
                  <a:pt x="22" y="140"/>
                </a:lnTo>
                <a:lnTo>
                  <a:pt x="38" y="127"/>
                </a:lnTo>
                <a:lnTo>
                  <a:pt x="240" y="12"/>
                </a:lnTo>
                <a:lnTo>
                  <a:pt x="260" y="3"/>
                </a:lnTo>
                <a:lnTo>
                  <a:pt x="279"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5" name="Freeform 12">
            <a:extLst>
              <a:ext uri="{FF2B5EF4-FFF2-40B4-BE49-F238E27FC236}">
                <a16:creationId xmlns:a16="http://schemas.microsoft.com/office/drawing/2014/main" id="{E4EFF1A5-57EA-6CD6-3B16-D4BFF79C9B79}"/>
              </a:ext>
            </a:extLst>
          </p:cNvPr>
          <p:cNvSpPr>
            <a:spLocks/>
          </p:cNvSpPr>
          <p:nvPr/>
        </p:nvSpPr>
        <p:spPr bwMode="auto">
          <a:xfrm>
            <a:off x="1444855" y="4003886"/>
            <a:ext cx="38146" cy="28850"/>
          </a:xfrm>
          <a:custGeom>
            <a:avLst/>
            <a:gdLst>
              <a:gd name="T0" fmla="*/ 78 w 357"/>
              <a:gd name="T1" fmla="*/ 0 h 271"/>
              <a:gd name="T2" fmla="*/ 98 w 357"/>
              <a:gd name="T3" fmla="*/ 3 h 271"/>
              <a:gd name="T4" fmla="*/ 117 w 357"/>
              <a:gd name="T5" fmla="*/ 12 h 271"/>
              <a:gd name="T6" fmla="*/ 319 w 357"/>
              <a:gd name="T7" fmla="*/ 127 h 271"/>
              <a:gd name="T8" fmla="*/ 335 w 357"/>
              <a:gd name="T9" fmla="*/ 140 h 271"/>
              <a:gd name="T10" fmla="*/ 347 w 357"/>
              <a:gd name="T11" fmla="*/ 155 h 271"/>
              <a:gd name="T12" fmla="*/ 354 w 357"/>
              <a:gd name="T13" fmla="*/ 174 h 271"/>
              <a:gd name="T14" fmla="*/ 357 w 357"/>
              <a:gd name="T15" fmla="*/ 193 h 271"/>
              <a:gd name="T16" fmla="*/ 354 w 357"/>
              <a:gd name="T17" fmla="*/ 213 h 271"/>
              <a:gd name="T18" fmla="*/ 347 w 357"/>
              <a:gd name="T19" fmla="*/ 232 h 271"/>
              <a:gd name="T20" fmla="*/ 334 w 357"/>
              <a:gd name="T21" fmla="*/ 248 h 271"/>
              <a:gd name="T22" fmla="*/ 317 w 357"/>
              <a:gd name="T23" fmla="*/ 261 h 271"/>
              <a:gd name="T24" fmla="*/ 300 w 357"/>
              <a:gd name="T25" fmla="*/ 267 h 271"/>
              <a:gd name="T26" fmla="*/ 279 w 357"/>
              <a:gd name="T27" fmla="*/ 271 h 271"/>
              <a:gd name="T28" fmla="*/ 259 w 357"/>
              <a:gd name="T29" fmla="*/ 267 h 271"/>
              <a:gd name="T30" fmla="*/ 240 w 357"/>
              <a:gd name="T31" fmla="*/ 260 h 271"/>
              <a:gd name="T32" fmla="*/ 38 w 357"/>
              <a:gd name="T33" fmla="*/ 145 h 271"/>
              <a:gd name="T34" fmla="*/ 23 w 357"/>
              <a:gd name="T35" fmla="*/ 132 h 271"/>
              <a:gd name="T36" fmla="*/ 10 w 357"/>
              <a:gd name="T37" fmla="*/ 116 h 271"/>
              <a:gd name="T38" fmla="*/ 3 w 357"/>
              <a:gd name="T39" fmla="*/ 97 h 271"/>
              <a:gd name="T40" fmla="*/ 0 w 357"/>
              <a:gd name="T41" fmla="*/ 78 h 271"/>
              <a:gd name="T42" fmla="*/ 3 w 357"/>
              <a:gd name="T43" fmla="*/ 58 h 271"/>
              <a:gd name="T44" fmla="*/ 10 w 357"/>
              <a:gd name="T45" fmla="*/ 39 h 271"/>
              <a:gd name="T46" fmla="*/ 23 w 357"/>
              <a:gd name="T47" fmla="*/ 23 h 271"/>
              <a:gd name="T48" fmla="*/ 40 w 357"/>
              <a:gd name="T49" fmla="*/ 10 h 271"/>
              <a:gd name="T50" fmla="*/ 57 w 357"/>
              <a:gd name="T51" fmla="*/ 4 h 271"/>
              <a:gd name="T52" fmla="*/ 78 w 357"/>
              <a:gd name="T53"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7" h="271">
                <a:moveTo>
                  <a:pt x="78" y="0"/>
                </a:moveTo>
                <a:lnTo>
                  <a:pt x="98" y="3"/>
                </a:lnTo>
                <a:lnTo>
                  <a:pt x="117" y="12"/>
                </a:lnTo>
                <a:lnTo>
                  <a:pt x="319" y="127"/>
                </a:lnTo>
                <a:lnTo>
                  <a:pt x="335" y="140"/>
                </a:lnTo>
                <a:lnTo>
                  <a:pt x="347" y="155"/>
                </a:lnTo>
                <a:lnTo>
                  <a:pt x="354" y="174"/>
                </a:lnTo>
                <a:lnTo>
                  <a:pt x="357" y="193"/>
                </a:lnTo>
                <a:lnTo>
                  <a:pt x="354" y="213"/>
                </a:lnTo>
                <a:lnTo>
                  <a:pt x="347" y="232"/>
                </a:lnTo>
                <a:lnTo>
                  <a:pt x="334" y="248"/>
                </a:lnTo>
                <a:lnTo>
                  <a:pt x="317" y="261"/>
                </a:lnTo>
                <a:lnTo>
                  <a:pt x="300" y="267"/>
                </a:lnTo>
                <a:lnTo>
                  <a:pt x="279" y="271"/>
                </a:lnTo>
                <a:lnTo>
                  <a:pt x="259" y="267"/>
                </a:lnTo>
                <a:lnTo>
                  <a:pt x="240" y="260"/>
                </a:lnTo>
                <a:lnTo>
                  <a:pt x="38" y="145"/>
                </a:lnTo>
                <a:lnTo>
                  <a:pt x="23" y="132"/>
                </a:lnTo>
                <a:lnTo>
                  <a:pt x="10" y="116"/>
                </a:lnTo>
                <a:lnTo>
                  <a:pt x="3" y="97"/>
                </a:lnTo>
                <a:lnTo>
                  <a:pt x="0" y="78"/>
                </a:lnTo>
                <a:lnTo>
                  <a:pt x="3" y="58"/>
                </a:lnTo>
                <a:lnTo>
                  <a:pt x="10" y="39"/>
                </a:lnTo>
                <a:lnTo>
                  <a:pt x="23" y="23"/>
                </a:lnTo>
                <a:lnTo>
                  <a:pt x="40" y="10"/>
                </a:lnTo>
                <a:lnTo>
                  <a:pt x="57" y="4"/>
                </a:lnTo>
                <a:lnTo>
                  <a:pt x="78"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6" name="Freeform 13">
            <a:extLst>
              <a:ext uri="{FF2B5EF4-FFF2-40B4-BE49-F238E27FC236}">
                <a16:creationId xmlns:a16="http://schemas.microsoft.com/office/drawing/2014/main" id="{C0D46F39-C49A-0E0C-D189-A880A7651BA2}"/>
              </a:ext>
            </a:extLst>
          </p:cNvPr>
          <p:cNvSpPr>
            <a:spLocks/>
          </p:cNvSpPr>
          <p:nvPr/>
        </p:nvSpPr>
        <p:spPr bwMode="auto">
          <a:xfrm>
            <a:off x="1466654" y="3923428"/>
            <a:ext cx="41351" cy="16669"/>
          </a:xfrm>
          <a:custGeom>
            <a:avLst/>
            <a:gdLst>
              <a:gd name="T0" fmla="*/ 78 w 388"/>
              <a:gd name="T1" fmla="*/ 0 h 154"/>
              <a:gd name="T2" fmla="*/ 311 w 388"/>
              <a:gd name="T3" fmla="*/ 0 h 154"/>
              <a:gd name="T4" fmla="*/ 331 w 388"/>
              <a:gd name="T5" fmla="*/ 3 h 154"/>
              <a:gd name="T6" fmla="*/ 350 w 388"/>
              <a:gd name="T7" fmla="*/ 11 h 154"/>
              <a:gd name="T8" fmla="*/ 366 w 388"/>
              <a:gd name="T9" fmla="*/ 22 h 154"/>
              <a:gd name="T10" fmla="*/ 377 w 388"/>
              <a:gd name="T11" fmla="*/ 39 h 154"/>
              <a:gd name="T12" fmla="*/ 386 w 388"/>
              <a:gd name="T13" fmla="*/ 56 h 154"/>
              <a:gd name="T14" fmla="*/ 388 w 388"/>
              <a:gd name="T15" fmla="*/ 78 h 154"/>
              <a:gd name="T16" fmla="*/ 386 w 388"/>
              <a:gd name="T17" fmla="*/ 98 h 154"/>
              <a:gd name="T18" fmla="*/ 377 w 388"/>
              <a:gd name="T19" fmla="*/ 115 h 154"/>
              <a:gd name="T20" fmla="*/ 366 w 388"/>
              <a:gd name="T21" fmla="*/ 132 h 154"/>
              <a:gd name="T22" fmla="*/ 350 w 388"/>
              <a:gd name="T23" fmla="*/ 143 h 154"/>
              <a:gd name="T24" fmla="*/ 331 w 388"/>
              <a:gd name="T25" fmla="*/ 152 h 154"/>
              <a:gd name="T26" fmla="*/ 311 w 388"/>
              <a:gd name="T27" fmla="*/ 154 h 154"/>
              <a:gd name="T28" fmla="*/ 78 w 388"/>
              <a:gd name="T29" fmla="*/ 154 h 154"/>
              <a:gd name="T30" fmla="*/ 57 w 388"/>
              <a:gd name="T31" fmla="*/ 152 h 154"/>
              <a:gd name="T32" fmla="*/ 38 w 388"/>
              <a:gd name="T33" fmla="*/ 143 h 154"/>
              <a:gd name="T34" fmla="*/ 23 w 388"/>
              <a:gd name="T35" fmla="*/ 132 h 154"/>
              <a:gd name="T36" fmla="*/ 10 w 388"/>
              <a:gd name="T37" fmla="*/ 115 h 154"/>
              <a:gd name="T38" fmla="*/ 3 w 388"/>
              <a:gd name="T39" fmla="*/ 98 h 154"/>
              <a:gd name="T40" fmla="*/ 0 w 388"/>
              <a:gd name="T41" fmla="*/ 78 h 154"/>
              <a:gd name="T42" fmla="*/ 3 w 388"/>
              <a:gd name="T43" fmla="*/ 56 h 154"/>
              <a:gd name="T44" fmla="*/ 10 w 388"/>
              <a:gd name="T45" fmla="*/ 39 h 154"/>
              <a:gd name="T46" fmla="*/ 23 w 388"/>
              <a:gd name="T47" fmla="*/ 22 h 154"/>
              <a:gd name="T48" fmla="*/ 38 w 388"/>
              <a:gd name="T49" fmla="*/ 11 h 154"/>
              <a:gd name="T50" fmla="*/ 57 w 388"/>
              <a:gd name="T51" fmla="*/ 3 h 154"/>
              <a:gd name="T52" fmla="*/ 78 w 388"/>
              <a:gd name="T5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8" h="154">
                <a:moveTo>
                  <a:pt x="78" y="0"/>
                </a:moveTo>
                <a:lnTo>
                  <a:pt x="311" y="0"/>
                </a:lnTo>
                <a:lnTo>
                  <a:pt x="331" y="3"/>
                </a:lnTo>
                <a:lnTo>
                  <a:pt x="350" y="11"/>
                </a:lnTo>
                <a:lnTo>
                  <a:pt x="366" y="22"/>
                </a:lnTo>
                <a:lnTo>
                  <a:pt x="377" y="39"/>
                </a:lnTo>
                <a:lnTo>
                  <a:pt x="386" y="56"/>
                </a:lnTo>
                <a:lnTo>
                  <a:pt x="388" y="78"/>
                </a:lnTo>
                <a:lnTo>
                  <a:pt x="386" y="98"/>
                </a:lnTo>
                <a:lnTo>
                  <a:pt x="377" y="115"/>
                </a:lnTo>
                <a:lnTo>
                  <a:pt x="366" y="132"/>
                </a:lnTo>
                <a:lnTo>
                  <a:pt x="350" y="143"/>
                </a:lnTo>
                <a:lnTo>
                  <a:pt x="331" y="152"/>
                </a:lnTo>
                <a:lnTo>
                  <a:pt x="311" y="154"/>
                </a:lnTo>
                <a:lnTo>
                  <a:pt x="78" y="154"/>
                </a:lnTo>
                <a:lnTo>
                  <a:pt x="57" y="152"/>
                </a:lnTo>
                <a:lnTo>
                  <a:pt x="38" y="143"/>
                </a:lnTo>
                <a:lnTo>
                  <a:pt x="23" y="132"/>
                </a:lnTo>
                <a:lnTo>
                  <a:pt x="10" y="115"/>
                </a:lnTo>
                <a:lnTo>
                  <a:pt x="3" y="98"/>
                </a:lnTo>
                <a:lnTo>
                  <a:pt x="0" y="78"/>
                </a:lnTo>
                <a:lnTo>
                  <a:pt x="3" y="56"/>
                </a:lnTo>
                <a:lnTo>
                  <a:pt x="10" y="39"/>
                </a:lnTo>
                <a:lnTo>
                  <a:pt x="23" y="22"/>
                </a:lnTo>
                <a:lnTo>
                  <a:pt x="38" y="11"/>
                </a:lnTo>
                <a:lnTo>
                  <a:pt x="57" y="3"/>
                </a:lnTo>
                <a:lnTo>
                  <a:pt x="78"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7" name="Freeform 14">
            <a:extLst>
              <a:ext uri="{FF2B5EF4-FFF2-40B4-BE49-F238E27FC236}">
                <a16:creationId xmlns:a16="http://schemas.microsoft.com/office/drawing/2014/main" id="{4C31410B-CFAB-C545-E527-4EB4F9262875}"/>
              </a:ext>
            </a:extLst>
          </p:cNvPr>
          <p:cNvSpPr>
            <a:spLocks/>
          </p:cNvSpPr>
          <p:nvPr/>
        </p:nvSpPr>
        <p:spPr bwMode="auto">
          <a:xfrm>
            <a:off x="1444855" y="3830787"/>
            <a:ext cx="38146" cy="28850"/>
          </a:xfrm>
          <a:custGeom>
            <a:avLst/>
            <a:gdLst>
              <a:gd name="T0" fmla="*/ 279 w 357"/>
              <a:gd name="T1" fmla="*/ 0 h 270"/>
              <a:gd name="T2" fmla="*/ 300 w 357"/>
              <a:gd name="T3" fmla="*/ 3 h 270"/>
              <a:gd name="T4" fmla="*/ 317 w 357"/>
              <a:gd name="T5" fmla="*/ 10 h 270"/>
              <a:gd name="T6" fmla="*/ 334 w 357"/>
              <a:gd name="T7" fmla="*/ 22 h 270"/>
              <a:gd name="T8" fmla="*/ 347 w 357"/>
              <a:gd name="T9" fmla="*/ 38 h 270"/>
              <a:gd name="T10" fmla="*/ 354 w 357"/>
              <a:gd name="T11" fmla="*/ 57 h 270"/>
              <a:gd name="T12" fmla="*/ 357 w 357"/>
              <a:gd name="T13" fmla="*/ 77 h 270"/>
              <a:gd name="T14" fmla="*/ 354 w 357"/>
              <a:gd name="T15" fmla="*/ 97 h 270"/>
              <a:gd name="T16" fmla="*/ 347 w 357"/>
              <a:gd name="T17" fmla="*/ 115 h 270"/>
              <a:gd name="T18" fmla="*/ 335 w 357"/>
              <a:gd name="T19" fmla="*/ 131 h 270"/>
              <a:gd name="T20" fmla="*/ 319 w 357"/>
              <a:gd name="T21" fmla="*/ 144 h 270"/>
              <a:gd name="T22" fmla="*/ 117 w 357"/>
              <a:gd name="T23" fmla="*/ 258 h 270"/>
              <a:gd name="T24" fmla="*/ 98 w 357"/>
              <a:gd name="T25" fmla="*/ 267 h 270"/>
              <a:gd name="T26" fmla="*/ 78 w 357"/>
              <a:gd name="T27" fmla="*/ 270 h 270"/>
              <a:gd name="T28" fmla="*/ 59 w 357"/>
              <a:gd name="T29" fmla="*/ 267 h 270"/>
              <a:gd name="T30" fmla="*/ 40 w 357"/>
              <a:gd name="T31" fmla="*/ 260 h 270"/>
              <a:gd name="T32" fmla="*/ 23 w 357"/>
              <a:gd name="T33" fmla="*/ 247 h 270"/>
              <a:gd name="T34" fmla="*/ 10 w 357"/>
              <a:gd name="T35" fmla="*/ 231 h 270"/>
              <a:gd name="T36" fmla="*/ 3 w 357"/>
              <a:gd name="T37" fmla="*/ 212 h 270"/>
              <a:gd name="T38" fmla="*/ 0 w 357"/>
              <a:gd name="T39" fmla="*/ 192 h 270"/>
              <a:gd name="T40" fmla="*/ 3 w 357"/>
              <a:gd name="T41" fmla="*/ 173 h 270"/>
              <a:gd name="T42" fmla="*/ 10 w 357"/>
              <a:gd name="T43" fmla="*/ 154 h 270"/>
              <a:gd name="T44" fmla="*/ 23 w 357"/>
              <a:gd name="T45" fmla="*/ 139 h 270"/>
              <a:gd name="T46" fmla="*/ 38 w 357"/>
              <a:gd name="T47" fmla="*/ 125 h 270"/>
              <a:gd name="T48" fmla="*/ 240 w 357"/>
              <a:gd name="T49" fmla="*/ 10 h 270"/>
              <a:gd name="T50" fmla="*/ 260 w 357"/>
              <a:gd name="T51" fmla="*/ 3 h 270"/>
              <a:gd name="T52" fmla="*/ 279 w 357"/>
              <a:gd name="T53"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7" h="270">
                <a:moveTo>
                  <a:pt x="279" y="0"/>
                </a:moveTo>
                <a:lnTo>
                  <a:pt x="300" y="3"/>
                </a:lnTo>
                <a:lnTo>
                  <a:pt x="317" y="10"/>
                </a:lnTo>
                <a:lnTo>
                  <a:pt x="334" y="22"/>
                </a:lnTo>
                <a:lnTo>
                  <a:pt x="347" y="38"/>
                </a:lnTo>
                <a:lnTo>
                  <a:pt x="354" y="57"/>
                </a:lnTo>
                <a:lnTo>
                  <a:pt x="357" y="77"/>
                </a:lnTo>
                <a:lnTo>
                  <a:pt x="354" y="97"/>
                </a:lnTo>
                <a:lnTo>
                  <a:pt x="347" y="115"/>
                </a:lnTo>
                <a:lnTo>
                  <a:pt x="335" y="131"/>
                </a:lnTo>
                <a:lnTo>
                  <a:pt x="319" y="144"/>
                </a:lnTo>
                <a:lnTo>
                  <a:pt x="117" y="258"/>
                </a:lnTo>
                <a:lnTo>
                  <a:pt x="98" y="267"/>
                </a:lnTo>
                <a:lnTo>
                  <a:pt x="78" y="270"/>
                </a:lnTo>
                <a:lnTo>
                  <a:pt x="59" y="267"/>
                </a:lnTo>
                <a:lnTo>
                  <a:pt x="40" y="260"/>
                </a:lnTo>
                <a:lnTo>
                  <a:pt x="23" y="247"/>
                </a:lnTo>
                <a:lnTo>
                  <a:pt x="10" y="231"/>
                </a:lnTo>
                <a:lnTo>
                  <a:pt x="3" y="212"/>
                </a:lnTo>
                <a:lnTo>
                  <a:pt x="0" y="192"/>
                </a:lnTo>
                <a:lnTo>
                  <a:pt x="3" y="173"/>
                </a:lnTo>
                <a:lnTo>
                  <a:pt x="10" y="154"/>
                </a:lnTo>
                <a:lnTo>
                  <a:pt x="23" y="139"/>
                </a:lnTo>
                <a:lnTo>
                  <a:pt x="38" y="125"/>
                </a:lnTo>
                <a:lnTo>
                  <a:pt x="240" y="10"/>
                </a:lnTo>
                <a:lnTo>
                  <a:pt x="260" y="3"/>
                </a:lnTo>
                <a:lnTo>
                  <a:pt x="279"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8" name="Freeform 15">
            <a:extLst>
              <a:ext uri="{FF2B5EF4-FFF2-40B4-BE49-F238E27FC236}">
                <a16:creationId xmlns:a16="http://schemas.microsoft.com/office/drawing/2014/main" id="{7D898023-8295-452D-8A1A-AA4C9E95B6A3}"/>
              </a:ext>
            </a:extLst>
          </p:cNvPr>
          <p:cNvSpPr>
            <a:spLocks/>
          </p:cNvSpPr>
          <p:nvPr/>
        </p:nvSpPr>
        <p:spPr bwMode="auto">
          <a:xfrm>
            <a:off x="1385873" y="3762831"/>
            <a:ext cx="28850" cy="37825"/>
          </a:xfrm>
          <a:custGeom>
            <a:avLst/>
            <a:gdLst>
              <a:gd name="T0" fmla="*/ 193 w 271"/>
              <a:gd name="T1" fmla="*/ 0 h 354"/>
              <a:gd name="T2" fmla="*/ 213 w 271"/>
              <a:gd name="T3" fmla="*/ 3 h 354"/>
              <a:gd name="T4" fmla="*/ 232 w 271"/>
              <a:gd name="T5" fmla="*/ 12 h 354"/>
              <a:gd name="T6" fmla="*/ 249 w 271"/>
              <a:gd name="T7" fmla="*/ 24 h 354"/>
              <a:gd name="T8" fmla="*/ 261 w 271"/>
              <a:gd name="T9" fmla="*/ 40 h 354"/>
              <a:gd name="T10" fmla="*/ 269 w 271"/>
              <a:gd name="T11" fmla="*/ 58 h 354"/>
              <a:gd name="T12" fmla="*/ 271 w 271"/>
              <a:gd name="T13" fmla="*/ 77 h 354"/>
              <a:gd name="T14" fmla="*/ 269 w 271"/>
              <a:gd name="T15" fmla="*/ 97 h 354"/>
              <a:gd name="T16" fmla="*/ 261 w 271"/>
              <a:gd name="T17" fmla="*/ 116 h 354"/>
              <a:gd name="T18" fmla="*/ 145 w 271"/>
              <a:gd name="T19" fmla="*/ 317 h 354"/>
              <a:gd name="T20" fmla="*/ 132 w 271"/>
              <a:gd name="T21" fmla="*/ 333 h 354"/>
              <a:gd name="T22" fmla="*/ 115 w 271"/>
              <a:gd name="T23" fmla="*/ 345 h 354"/>
              <a:gd name="T24" fmla="*/ 98 w 271"/>
              <a:gd name="T25" fmla="*/ 352 h 354"/>
              <a:gd name="T26" fmla="*/ 77 w 271"/>
              <a:gd name="T27" fmla="*/ 354 h 354"/>
              <a:gd name="T28" fmla="*/ 58 w 271"/>
              <a:gd name="T29" fmla="*/ 352 h 354"/>
              <a:gd name="T30" fmla="*/ 39 w 271"/>
              <a:gd name="T31" fmla="*/ 344 h 354"/>
              <a:gd name="T32" fmla="*/ 22 w 271"/>
              <a:gd name="T33" fmla="*/ 332 h 354"/>
              <a:gd name="T34" fmla="*/ 10 w 271"/>
              <a:gd name="T35" fmla="*/ 317 h 354"/>
              <a:gd name="T36" fmla="*/ 3 w 271"/>
              <a:gd name="T37" fmla="*/ 298 h 354"/>
              <a:gd name="T38" fmla="*/ 0 w 271"/>
              <a:gd name="T39" fmla="*/ 279 h 354"/>
              <a:gd name="T40" fmla="*/ 3 w 271"/>
              <a:gd name="T41" fmla="*/ 259 h 354"/>
              <a:gd name="T42" fmla="*/ 10 w 271"/>
              <a:gd name="T43" fmla="*/ 240 h 354"/>
              <a:gd name="T44" fmla="*/ 127 w 271"/>
              <a:gd name="T45" fmla="*/ 40 h 354"/>
              <a:gd name="T46" fmla="*/ 140 w 271"/>
              <a:gd name="T47" fmla="*/ 23 h 354"/>
              <a:gd name="T48" fmla="*/ 156 w 271"/>
              <a:gd name="T49" fmla="*/ 11 h 354"/>
              <a:gd name="T50" fmla="*/ 174 w 271"/>
              <a:gd name="T51" fmla="*/ 3 h 354"/>
              <a:gd name="T52" fmla="*/ 193 w 271"/>
              <a:gd name="T5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1" h="354">
                <a:moveTo>
                  <a:pt x="193" y="0"/>
                </a:moveTo>
                <a:lnTo>
                  <a:pt x="213" y="3"/>
                </a:lnTo>
                <a:lnTo>
                  <a:pt x="232" y="12"/>
                </a:lnTo>
                <a:lnTo>
                  <a:pt x="249" y="24"/>
                </a:lnTo>
                <a:lnTo>
                  <a:pt x="261" y="40"/>
                </a:lnTo>
                <a:lnTo>
                  <a:pt x="269" y="58"/>
                </a:lnTo>
                <a:lnTo>
                  <a:pt x="271" y="77"/>
                </a:lnTo>
                <a:lnTo>
                  <a:pt x="269" y="97"/>
                </a:lnTo>
                <a:lnTo>
                  <a:pt x="261" y="116"/>
                </a:lnTo>
                <a:lnTo>
                  <a:pt x="145" y="317"/>
                </a:lnTo>
                <a:lnTo>
                  <a:pt x="132" y="333"/>
                </a:lnTo>
                <a:lnTo>
                  <a:pt x="115" y="345"/>
                </a:lnTo>
                <a:lnTo>
                  <a:pt x="98" y="352"/>
                </a:lnTo>
                <a:lnTo>
                  <a:pt x="77" y="354"/>
                </a:lnTo>
                <a:lnTo>
                  <a:pt x="58" y="352"/>
                </a:lnTo>
                <a:lnTo>
                  <a:pt x="39" y="344"/>
                </a:lnTo>
                <a:lnTo>
                  <a:pt x="22" y="332"/>
                </a:lnTo>
                <a:lnTo>
                  <a:pt x="10" y="317"/>
                </a:lnTo>
                <a:lnTo>
                  <a:pt x="3" y="298"/>
                </a:lnTo>
                <a:lnTo>
                  <a:pt x="0" y="279"/>
                </a:lnTo>
                <a:lnTo>
                  <a:pt x="3" y="259"/>
                </a:lnTo>
                <a:lnTo>
                  <a:pt x="10" y="240"/>
                </a:lnTo>
                <a:lnTo>
                  <a:pt x="127" y="40"/>
                </a:lnTo>
                <a:lnTo>
                  <a:pt x="140" y="23"/>
                </a:lnTo>
                <a:lnTo>
                  <a:pt x="156" y="11"/>
                </a:lnTo>
                <a:lnTo>
                  <a:pt x="174" y="3"/>
                </a:lnTo>
                <a:lnTo>
                  <a:pt x="193"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19" name="Freeform 16">
            <a:extLst>
              <a:ext uri="{FF2B5EF4-FFF2-40B4-BE49-F238E27FC236}">
                <a16:creationId xmlns:a16="http://schemas.microsoft.com/office/drawing/2014/main" id="{BE4825CE-74D0-0CEE-2D38-1D7F7C8E4B39}"/>
              </a:ext>
            </a:extLst>
          </p:cNvPr>
          <p:cNvSpPr>
            <a:spLocks/>
          </p:cNvSpPr>
          <p:nvPr/>
        </p:nvSpPr>
        <p:spPr bwMode="auto">
          <a:xfrm>
            <a:off x="1293234" y="3862523"/>
            <a:ext cx="39749" cy="128221"/>
          </a:xfrm>
          <a:custGeom>
            <a:avLst/>
            <a:gdLst>
              <a:gd name="T0" fmla="*/ 186 w 373"/>
              <a:gd name="T1" fmla="*/ 0 h 1200"/>
              <a:gd name="T2" fmla="*/ 224 w 373"/>
              <a:gd name="T3" fmla="*/ 3 h 1200"/>
              <a:gd name="T4" fmla="*/ 257 w 373"/>
              <a:gd name="T5" fmla="*/ 9 h 1200"/>
              <a:gd name="T6" fmla="*/ 288 w 373"/>
              <a:gd name="T7" fmla="*/ 20 h 1200"/>
              <a:gd name="T8" fmla="*/ 313 w 373"/>
              <a:gd name="T9" fmla="*/ 37 h 1200"/>
              <a:gd name="T10" fmla="*/ 335 w 373"/>
              <a:gd name="T11" fmla="*/ 57 h 1200"/>
              <a:gd name="T12" fmla="*/ 351 w 373"/>
              <a:gd name="T13" fmla="*/ 81 h 1200"/>
              <a:gd name="T14" fmla="*/ 364 w 373"/>
              <a:gd name="T15" fmla="*/ 110 h 1200"/>
              <a:gd name="T16" fmla="*/ 370 w 373"/>
              <a:gd name="T17" fmla="*/ 144 h 1200"/>
              <a:gd name="T18" fmla="*/ 373 w 373"/>
              <a:gd name="T19" fmla="*/ 182 h 1200"/>
              <a:gd name="T20" fmla="*/ 373 w 373"/>
              <a:gd name="T21" fmla="*/ 453 h 1200"/>
              <a:gd name="T22" fmla="*/ 371 w 373"/>
              <a:gd name="T23" fmla="*/ 490 h 1200"/>
              <a:gd name="T24" fmla="*/ 367 w 373"/>
              <a:gd name="T25" fmla="*/ 527 h 1200"/>
              <a:gd name="T26" fmla="*/ 364 w 373"/>
              <a:gd name="T27" fmla="*/ 564 h 1200"/>
              <a:gd name="T28" fmla="*/ 290 w 373"/>
              <a:gd name="T29" fmla="*/ 1113 h 1200"/>
              <a:gd name="T30" fmla="*/ 285 w 373"/>
              <a:gd name="T31" fmla="*/ 1140 h 1200"/>
              <a:gd name="T32" fmla="*/ 276 w 373"/>
              <a:gd name="T33" fmla="*/ 1161 h 1200"/>
              <a:gd name="T34" fmla="*/ 265 w 373"/>
              <a:gd name="T35" fmla="*/ 1176 h 1200"/>
              <a:gd name="T36" fmla="*/ 250 w 373"/>
              <a:gd name="T37" fmla="*/ 1188 h 1200"/>
              <a:gd name="T38" fmla="*/ 232 w 373"/>
              <a:gd name="T39" fmla="*/ 1195 h 1200"/>
              <a:gd name="T40" fmla="*/ 210 w 373"/>
              <a:gd name="T41" fmla="*/ 1199 h 1200"/>
              <a:gd name="T42" fmla="*/ 186 w 373"/>
              <a:gd name="T43" fmla="*/ 1200 h 1200"/>
              <a:gd name="T44" fmla="*/ 162 w 373"/>
              <a:gd name="T45" fmla="*/ 1199 h 1200"/>
              <a:gd name="T46" fmla="*/ 140 w 373"/>
              <a:gd name="T47" fmla="*/ 1195 h 1200"/>
              <a:gd name="T48" fmla="*/ 123 w 373"/>
              <a:gd name="T49" fmla="*/ 1188 h 1200"/>
              <a:gd name="T50" fmla="*/ 107 w 373"/>
              <a:gd name="T51" fmla="*/ 1176 h 1200"/>
              <a:gd name="T52" fmla="*/ 96 w 373"/>
              <a:gd name="T53" fmla="*/ 1161 h 1200"/>
              <a:gd name="T54" fmla="*/ 87 w 373"/>
              <a:gd name="T55" fmla="*/ 1140 h 1200"/>
              <a:gd name="T56" fmla="*/ 82 w 373"/>
              <a:gd name="T57" fmla="*/ 1113 h 1200"/>
              <a:gd name="T58" fmla="*/ 9 w 373"/>
              <a:gd name="T59" fmla="*/ 564 h 1200"/>
              <a:gd name="T60" fmla="*/ 5 w 373"/>
              <a:gd name="T61" fmla="*/ 527 h 1200"/>
              <a:gd name="T62" fmla="*/ 1 w 373"/>
              <a:gd name="T63" fmla="*/ 490 h 1200"/>
              <a:gd name="T64" fmla="*/ 0 w 373"/>
              <a:gd name="T65" fmla="*/ 453 h 1200"/>
              <a:gd name="T66" fmla="*/ 0 w 373"/>
              <a:gd name="T67" fmla="*/ 182 h 1200"/>
              <a:gd name="T68" fmla="*/ 2 w 373"/>
              <a:gd name="T69" fmla="*/ 144 h 1200"/>
              <a:gd name="T70" fmla="*/ 9 w 373"/>
              <a:gd name="T71" fmla="*/ 110 h 1200"/>
              <a:gd name="T72" fmla="*/ 21 w 373"/>
              <a:gd name="T73" fmla="*/ 81 h 1200"/>
              <a:gd name="T74" fmla="*/ 38 w 373"/>
              <a:gd name="T75" fmla="*/ 57 h 1200"/>
              <a:gd name="T76" fmla="*/ 59 w 373"/>
              <a:gd name="T77" fmla="*/ 37 h 1200"/>
              <a:gd name="T78" fmla="*/ 85 w 373"/>
              <a:gd name="T79" fmla="*/ 20 h 1200"/>
              <a:gd name="T80" fmla="*/ 115 w 373"/>
              <a:gd name="T81" fmla="*/ 9 h 1200"/>
              <a:gd name="T82" fmla="*/ 148 w 373"/>
              <a:gd name="T83" fmla="*/ 3 h 1200"/>
              <a:gd name="T84" fmla="*/ 186 w 373"/>
              <a:gd name="T85" fmla="*/ 0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3" h="1200">
                <a:moveTo>
                  <a:pt x="186" y="0"/>
                </a:moveTo>
                <a:lnTo>
                  <a:pt x="224" y="3"/>
                </a:lnTo>
                <a:lnTo>
                  <a:pt x="257" y="9"/>
                </a:lnTo>
                <a:lnTo>
                  <a:pt x="288" y="20"/>
                </a:lnTo>
                <a:lnTo>
                  <a:pt x="313" y="37"/>
                </a:lnTo>
                <a:lnTo>
                  <a:pt x="335" y="57"/>
                </a:lnTo>
                <a:lnTo>
                  <a:pt x="351" y="81"/>
                </a:lnTo>
                <a:lnTo>
                  <a:pt x="364" y="110"/>
                </a:lnTo>
                <a:lnTo>
                  <a:pt x="370" y="144"/>
                </a:lnTo>
                <a:lnTo>
                  <a:pt x="373" y="182"/>
                </a:lnTo>
                <a:lnTo>
                  <a:pt x="373" y="453"/>
                </a:lnTo>
                <a:lnTo>
                  <a:pt x="371" y="490"/>
                </a:lnTo>
                <a:lnTo>
                  <a:pt x="367" y="527"/>
                </a:lnTo>
                <a:lnTo>
                  <a:pt x="364" y="564"/>
                </a:lnTo>
                <a:lnTo>
                  <a:pt x="290" y="1113"/>
                </a:lnTo>
                <a:lnTo>
                  <a:pt x="285" y="1140"/>
                </a:lnTo>
                <a:lnTo>
                  <a:pt x="276" y="1161"/>
                </a:lnTo>
                <a:lnTo>
                  <a:pt x="265" y="1176"/>
                </a:lnTo>
                <a:lnTo>
                  <a:pt x="250" y="1188"/>
                </a:lnTo>
                <a:lnTo>
                  <a:pt x="232" y="1195"/>
                </a:lnTo>
                <a:lnTo>
                  <a:pt x="210" y="1199"/>
                </a:lnTo>
                <a:lnTo>
                  <a:pt x="186" y="1200"/>
                </a:lnTo>
                <a:lnTo>
                  <a:pt x="162" y="1199"/>
                </a:lnTo>
                <a:lnTo>
                  <a:pt x="140" y="1195"/>
                </a:lnTo>
                <a:lnTo>
                  <a:pt x="123" y="1188"/>
                </a:lnTo>
                <a:lnTo>
                  <a:pt x="107" y="1176"/>
                </a:lnTo>
                <a:lnTo>
                  <a:pt x="96" y="1161"/>
                </a:lnTo>
                <a:lnTo>
                  <a:pt x="87" y="1140"/>
                </a:lnTo>
                <a:lnTo>
                  <a:pt x="82" y="1113"/>
                </a:lnTo>
                <a:lnTo>
                  <a:pt x="9" y="564"/>
                </a:lnTo>
                <a:lnTo>
                  <a:pt x="5" y="527"/>
                </a:lnTo>
                <a:lnTo>
                  <a:pt x="1" y="490"/>
                </a:lnTo>
                <a:lnTo>
                  <a:pt x="0" y="453"/>
                </a:lnTo>
                <a:lnTo>
                  <a:pt x="0" y="182"/>
                </a:lnTo>
                <a:lnTo>
                  <a:pt x="2" y="144"/>
                </a:lnTo>
                <a:lnTo>
                  <a:pt x="9" y="110"/>
                </a:lnTo>
                <a:lnTo>
                  <a:pt x="21" y="81"/>
                </a:lnTo>
                <a:lnTo>
                  <a:pt x="38" y="57"/>
                </a:lnTo>
                <a:lnTo>
                  <a:pt x="59" y="37"/>
                </a:lnTo>
                <a:lnTo>
                  <a:pt x="85" y="20"/>
                </a:lnTo>
                <a:lnTo>
                  <a:pt x="115" y="9"/>
                </a:lnTo>
                <a:lnTo>
                  <a:pt x="148" y="3"/>
                </a:lnTo>
                <a:lnTo>
                  <a:pt x="18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0" name="Freeform 17">
            <a:extLst>
              <a:ext uri="{FF2B5EF4-FFF2-40B4-BE49-F238E27FC236}">
                <a16:creationId xmlns:a16="http://schemas.microsoft.com/office/drawing/2014/main" id="{E3358935-7B85-6BC4-B793-08A912928578}"/>
              </a:ext>
            </a:extLst>
          </p:cNvPr>
          <p:cNvSpPr>
            <a:spLocks/>
          </p:cNvSpPr>
          <p:nvPr/>
        </p:nvSpPr>
        <p:spPr bwMode="auto">
          <a:xfrm>
            <a:off x="1292272" y="4007092"/>
            <a:ext cx="41672" cy="41031"/>
          </a:xfrm>
          <a:custGeom>
            <a:avLst/>
            <a:gdLst>
              <a:gd name="T0" fmla="*/ 194 w 388"/>
              <a:gd name="T1" fmla="*/ 0 h 386"/>
              <a:gd name="T2" fmla="*/ 233 w 388"/>
              <a:gd name="T3" fmla="*/ 6 h 386"/>
              <a:gd name="T4" fmla="*/ 269 w 388"/>
              <a:gd name="T5" fmla="*/ 17 h 386"/>
              <a:gd name="T6" fmla="*/ 302 w 388"/>
              <a:gd name="T7" fmla="*/ 34 h 386"/>
              <a:gd name="T8" fmla="*/ 331 w 388"/>
              <a:gd name="T9" fmla="*/ 57 h 386"/>
              <a:gd name="T10" fmla="*/ 355 w 388"/>
              <a:gd name="T11" fmla="*/ 86 h 386"/>
              <a:gd name="T12" fmla="*/ 373 w 388"/>
              <a:gd name="T13" fmla="*/ 119 h 386"/>
              <a:gd name="T14" fmla="*/ 384 w 388"/>
              <a:gd name="T15" fmla="*/ 155 h 386"/>
              <a:gd name="T16" fmla="*/ 388 w 388"/>
              <a:gd name="T17" fmla="*/ 193 h 386"/>
              <a:gd name="T18" fmla="*/ 384 w 388"/>
              <a:gd name="T19" fmla="*/ 232 h 386"/>
              <a:gd name="T20" fmla="*/ 373 w 388"/>
              <a:gd name="T21" fmla="*/ 269 h 386"/>
              <a:gd name="T22" fmla="*/ 355 w 388"/>
              <a:gd name="T23" fmla="*/ 301 h 386"/>
              <a:gd name="T24" fmla="*/ 331 w 388"/>
              <a:gd name="T25" fmla="*/ 329 h 386"/>
              <a:gd name="T26" fmla="*/ 302 w 388"/>
              <a:gd name="T27" fmla="*/ 353 h 386"/>
              <a:gd name="T28" fmla="*/ 269 w 388"/>
              <a:gd name="T29" fmla="*/ 371 h 386"/>
              <a:gd name="T30" fmla="*/ 233 w 388"/>
              <a:gd name="T31" fmla="*/ 382 h 386"/>
              <a:gd name="T32" fmla="*/ 194 w 388"/>
              <a:gd name="T33" fmla="*/ 386 h 386"/>
              <a:gd name="T34" fmla="*/ 155 w 388"/>
              <a:gd name="T35" fmla="*/ 382 h 386"/>
              <a:gd name="T36" fmla="*/ 119 w 388"/>
              <a:gd name="T37" fmla="*/ 371 h 386"/>
              <a:gd name="T38" fmla="*/ 86 w 388"/>
              <a:gd name="T39" fmla="*/ 353 h 386"/>
              <a:gd name="T40" fmla="*/ 57 w 388"/>
              <a:gd name="T41" fmla="*/ 329 h 386"/>
              <a:gd name="T42" fmla="*/ 33 w 388"/>
              <a:gd name="T43" fmla="*/ 301 h 386"/>
              <a:gd name="T44" fmla="*/ 15 w 388"/>
              <a:gd name="T45" fmla="*/ 269 h 386"/>
              <a:gd name="T46" fmla="*/ 4 w 388"/>
              <a:gd name="T47" fmla="*/ 232 h 386"/>
              <a:gd name="T48" fmla="*/ 0 w 388"/>
              <a:gd name="T49" fmla="*/ 193 h 386"/>
              <a:gd name="T50" fmla="*/ 4 w 388"/>
              <a:gd name="T51" fmla="*/ 155 h 386"/>
              <a:gd name="T52" fmla="*/ 15 w 388"/>
              <a:gd name="T53" fmla="*/ 119 h 386"/>
              <a:gd name="T54" fmla="*/ 33 w 388"/>
              <a:gd name="T55" fmla="*/ 86 h 386"/>
              <a:gd name="T56" fmla="*/ 57 w 388"/>
              <a:gd name="T57" fmla="*/ 57 h 386"/>
              <a:gd name="T58" fmla="*/ 86 w 388"/>
              <a:gd name="T59" fmla="*/ 34 h 386"/>
              <a:gd name="T60" fmla="*/ 119 w 388"/>
              <a:gd name="T61" fmla="*/ 17 h 386"/>
              <a:gd name="T62" fmla="*/ 155 w 388"/>
              <a:gd name="T63" fmla="*/ 6 h 386"/>
              <a:gd name="T64" fmla="*/ 194 w 388"/>
              <a:gd name="T65"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8" h="386">
                <a:moveTo>
                  <a:pt x="194" y="0"/>
                </a:moveTo>
                <a:lnTo>
                  <a:pt x="233" y="6"/>
                </a:lnTo>
                <a:lnTo>
                  <a:pt x="269" y="17"/>
                </a:lnTo>
                <a:lnTo>
                  <a:pt x="302" y="34"/>
                </a:lnTo>
                <a:lnTo>
                  <a:pt x="331" y="57"/>
                </a:lnTo>
                <a:lnTo>
                  <a:pt x="355" y="86"/>
                </a:lnTo>
                <a:lnTo>
                  <a:pt x="373" y="119"/>
                </a:lnTo>
                <a:lnTo>
                  <a:pt x="384" y="155"/>
                </a:lnTo>
                <a:lnTo>
                  <a:pt x="388" y="193"/>
                </a:lnTo>
                <a:lnTo>
                  <a:pt x="384" y="232"/>
                </a:lnTo>
                <a:lnTo>
                  <a:pt x="373" y="269"/>
                </a:lnTo>
                <a:lnTo>
                  <a:pt x="355" y="301"/>
                </a:lnTo>
                <a:lnTo>
                  <a:pt x="331" y="329"/>
                </a:lnTo>
                <a:lnTo>
                  <a:pt x="302" y="353"/>
                </a:lnTo>
                <a:lnTo>
                  <a:pt x="269" y="371"/>
                </a:lnTo>
                <a:lnTo>
                  <a:pt x="233" y="382"/>
                </a:lnTo>
                <a:lnTo>
                  <a:pt x="194" y="386"/>
                </a:lnTo>
                <a:lnTo>
                  <a:pt x="155" y="382"/>
                </a:lnTo>
                <a:lnTo>
                  <a:pt x="119" y="371"/>
                </a:lnTo>
                <a:lnTo>
                  <a:pt x="86" y="353"/>
                </a:lnTo>
                <a:lnTo>
                  <a:pt x="57" y="329"/>
                </a:lnTo>
                <a:lnTo>
                  <a:pt x="33" y="301"/>
                </a:lnTo>
                <a:lnTo>
                  <a:pt x="15" y="269"/>
                </a:lnTo>
                <a:lnTo>
                  <a:pt x="4" y="232"/>
                </a:lnTo>
                <a:lnTo>
                  <a:pt x="0" y="193"/>
                </a:lnTo>
                <a:lnTo>
                  <a:pt x="4" y="155"/>
                </a:lnTo>
                <a:lnTo>
                  <a:pt x="15" y="119"/>
                </a:lnTo>
                <a:lnTo>
                  <a:pt x="33" y="86"/>
                </a:lnTo>
                <a:lnTo>
                  <a:pt x="57" y="57"/>
                </a:lnTo>
                <a:lnTo>
                  <a:pt x="86" y="34"/>
                </a:lnTo>
                <a:lnTo>
                  <a:pt x="119" y="17"/>
                </a:lnTo>
                <a:lnTo>
                  <a:pt x="155" y="6"/>
                </a:lnTo>
                <a:lnTo>
                  <a:pt x="194"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1" name="Oval 20">
            <a:extLst>
              <a:ext uri="{FF2B5EF4-FFF2-40B4-BE49-F238E27FC236}">
                <a16:creationId xmlns:a16="http://schemas.microsoft.com/office/drawing/2014/main" id="{77C2205D-84E8-615F-0B46-458BEFF58C9C}"/>
              </a:ext>
            </a:extLst>
          </p:cNvPr>
          <p:cNvSpPr/>
          <p:nvPr/>
        </p:nvSpPr>
        <p:spPr>
          <a:xfrm>
            <a:off x="3295042" y="3540636"/>
            <a:ext cx="820615" cy="822960"/>
          </a:xfrm>
          <a:prstGeom prst="ellipse">
            <a:avLst/>
          </a:prstGeom>
          <a:solidFill>
            <a:schemeClr val="accent1"/>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22" name="Freeform 22">
            <a:extLst>
              <a:ext uri="{FF2B5EF4-FFF2-40B4-BE49-F238E27FC236}">
                <a16:creationId xmlns:a16="http://schemas.microsoft.com/office/drawing/2014/main" id="{26F4E0B3-D213-E434-DADB-C23DA39EDB0D}"/>
              </a:ext>
            </a:extLst>
          </p:cNvPr>
          <p:cNvSpPr>
            <a:spLocks noEditPoints="1"/>
          </p:cNvSpPr>
          <p:nvPr/>
        </p:nvSpPr>
        <p:spPr bwMode="auto">
          <a:xfrm>
            <a:off x="3506972" y="3758829"/>
            <a:ext cx="396752" cy="386574"/>
          </a:xfrm>
          <a:custGeom>
            <a:avLst/>
            <a:gdLst>
              <a:gd name="T0" fmla="*/ 1449 w 3440"/>
              <a:gd name="T1" fmla="*/ 1218 h 3436"/>
              <a:gd name="T2" fmla="*/ 1219 w 3440"/>
              <a:gd name="T3" fmla="*/ 1449 h 3436"/>
              <a:gd name="T4" fmla="*/ 1152 w 3440"/>
              <a:gd name="T5" fmla="*/ 1780 h 3436"/>
              <a:gd name="T6" fmla="*/ 1280 w 3440"/>
              <a:gd name="T7" fmla="*/ 2086 h 3436"/>
              <a:gd name="T8" fmla="*/ 1552 w 3440"/>
              <a:gd name="T9" fmla="*/ 2269 h 3436"/>
              <a:gd name="T10" fmla="*/ 1893 w 3440"/>
              <a:gd name="T11" fmla="*/ 2269 h 3436"/>
              <a:gd name="T12" fmla="*/ 2166 w 3440"/>
              <a:gd name="T13" fmla="*/ 2086 h 3436"/>
              <a:gd name="T14" fmla="*/ 2294 w 3440"/>
              <a:gd name="T15" fmla="*/ 1780 h 3436"/>
              <a:gd name="T16" fmla="*/ 2227 w 3440"/>
              <a:gd name="T17" fmla="*/ 1449 h 3436"/>
              <a:gd name="T18" fmla="*/ 1996 w 3440"/>
              <a:gd name="T19" fmla="*/ 1218 h 3436"/>
              <a:gd name="T20" fmla="*/ 1727 w 3440"/>
              <a:gd name="T21" fmla="*/ 0 h 3436"/>
              <a:gd name="T22" fmla="*/ 1975 w 3440"/>
              <a:gd name="T23" fmla="*/ 38 h 3436"/>
              <a:gd name="T24" fmla="*/ 2010 w 3440"/>
              <a:gd name="T25" fmla="*/ 197 h 3436"/>
              <a:gd name="T26" fmla="*/ 2129 w 3440"/>
              <a:gd name="T27" fmla="*/ 416 h 3436"/>
              <a:gd name="T28" fmla="*/ 2360 w 3440"/>
              <a:gd name="T29" fmla="*/ 512 h 3436"/>
              <a:gd name="T30" fmla="*/ 2603 w 3440"/>
              <a:gd name="T31" fmla="*/ 443 h 3436"/>
              <a:gd name="T32" fmla="*/ 2739 w 3440"/>
              <a:gd name="T33" fmla="*/ 357 h 3436"/>
              <a:gd name="T34" fmla="*/ 3007 w 3440"/>
              <a:gd name="T35" fmla="*/ 578 h 3436"/>
              <a:gd name="T36" fmla="*/ 3082 w 3440"/>
              <a:gd name="T37" fmla="*/ 749 h 3436"/>
              <a:gd name="T38" fmla="*/ 2963 w 3440"/>
              <a:gd name="T39" fmla="*/ 920 h 3436"/>
              <a:gd name="T40" fmla="*/ 2949 w 3440"/>
              <a:gd name="T41" fmla="*/ 1166 h 3436"/>
              <a:gd name="T42" fmla="*/ 3103 w 3440"/>
              <a:gd name="T43" fmla="*/ 1379 h 3436"/>
              <a:gd name="T44" fmla="*/ 3340 w 3440"/>
              <a:gd name="T45" fmla="*/ 1445 h 3436"/>
              <a:gd name="T46" fmla="*/ 3430 w 3440"/>
              <a:gd name="T47" fmla="*/ 1527 h 3436"/>
              <a:gd name="T48" fmla="*/ 3415 w 3440"/>
              <a:gd name="T49" fmla="*/ 1958 h 3436"/>
              <a:gd name="T50" fmla="*/ 3307 w 3440"/>
              <a:gd name="T51" fmla="*/ 2002 h 3436"/>
              <a:gd name="T52" fmla="*/ 3060 w 3440"/>
              <a:gd name="T53" fmla="*/ 2092 h 3436"/>
              <a:gd name="T54" fmla="*/ 2931 w 3440"/>
              <a:gd name="T55" fmla="*/ 2317 h 3436"/>
              <a:gd name="T56" fmla="*/ 2972 w 3440"/>
              <a:gd name="T57" fmla="*/ 2562 h 3436"/>
              <a:gd name="T58" fmla="*/ 3081 w 3440"/>
              <a:gd name="T59" fmla="*/ 2716 h 3436"/>
              <a:gd name="T60" fmla="*/ 2931 w 3440"/>
              <a:gd name="T61" fmla="*/ 2939 h 3436"/>
              <a:gd name="T62" fmla="*/ 2707 w 3440"/>
              <a:gd name="T63" fmla="*/ 3087 h 3436"/>
              <a:gd name="T64" fmla="*/ 2554 w 3440"/>
              <a:gd name="T65" fmla="*/ 2982 h 3436"/>
              <a:gd name="T66" fmla="*/ 2308 w 3440"/>
              <a:gd name="T67" fmla="*/ 2939 h 3436"/>
              <a:gd name="T68" fmla="*/ 2079 w 3440"/>
              <a:gd name="T69" fmla="*/ 3069 h 3436"/>
              <a:gd name="T70" fmla="*/ 1992 w 3440"/>
              <a:gd name="T71" fmla="*/ 3327 h 3436"/>
              <a:gd name="T72" fmla="*/ 1907 w 3440"/>
              <a:gd name="T73" fmla="*/ 3426 h 3436"/>
              <a:gd name="T74" fmla="*/ 1481 w 3440"/>
              <a:gd name="T75" fmla="*/ 3411 h 3436"/>
              <a:gd name="T76" fmla="*/ 1435 w 3440"/>
              <a:gd name="T77" fmla="*/ 3281 h 3436"/>
              <a:gd name="T78" fmla="*/ 1341 w 3440"/>
              <a:gd name="T79" fmla="*/ 3051 h 3436"/>
              <a:gd name="T80" fmla="*/ 1122 w 3440"/>
              <a:gd name="T81" fmla="*/ 2929 h 3436"/>
              <a:gd name="T82" fmla="*/ 873 w 3440"/>
              <a:gd name="T83" fmla="*/ 2971 h 3436"/>
              <a:gd name="T84" fmla="*/ 720 w 3440"/>
              <a:gd name="T85" fmla="*/ 3078 h 3436"/>
              <a:gd name="T86" fmla="*/ 499 w 3440"/>
              <a:gd name="T87" fmla="*/ 2929 h 3436"/>
              <a:gd name="T88" fmla="*/ 351 w 3440"/>
              <a:gd name="T89" fmla="*/ 2706 h 3436"/>
              <a:gd name="T90" fmla="*/ 459 w 3440"/>
              <a:gd name="T91" fmla="*/ 2553 h 3436"/>
              <a:gd name="T92" fmla="*/ 500 w 3440"/>
              <a:gd name="T93" fmla="*/ 2311 h 3436"/>
              <a:gd name="T94" fmla="*/ 369 w 3440"/>
              <a:gd name="T95" fmla="*/ 2082 h 3436"/>
              <a:gd name="T96" fmla="*/ 123 w 3440"/>
              <a:gd name="T97" fmla="*/ 1993 h 3436"/>
              <a:gd name="T98" fmla="*/ 16 w 3440"/>
              <a:gd name="T99" fmla="*/ 1928 h 3436"/>
              <a:gd name="T100" fmla="*/ 12 w 3440"/>
              <a:gd name="T101" fmla="*/ 1518 h 3436"/>
              <a:gd name="T102" fmla="*/ 88 w 3440"/>
              <a:gd name="T103" fmla="*/ 1435 h 3436"/>
              <a:gd name="T104" fmla="*/ 339 w 3440"/>
              <a:gd name="T105" fmla="*/ 1370 h 3436"/>
              <a:gd name="T106" fmla="*/ 499 w 3440"/>
              <a:gd name="T107" fmla="*/ 1160 h 3436"/>
              <a:gd name="T108" fmla="*/ 486 w 3440"/>
              <a:gd name="T109" fmla="*/ 912 h 3436"/>
              <a:gd name="T110" fmla="*/ 365 w 3440"/>
              <a:gd name="T111" fmla="*/ 739 h 3436"/>
              <a:gd name="T112" fmla="*/ 442 w 3440"/>
              <a:gd name="T113" fmla="*/ 567 h 3436"/>
              <a:gd name="T114" fmla="*/ 714 w 3440"/>
              <a:gd name="T115" fmla="*/ 347 h 3436"/>
              <a:gd name="T116" fmla="*/ 849 w 3440"/>
              <a:gd name="T117" fmla="*/ 433 h 3436"/>
              <a:gd name="T118" fmla="*/ 1090 w 3440"/>
              <a:gd name="T119" fmla="*/ 500 h 3436"/>
              <a:gd name="T120" fmla="*/ 1329 w 3440"/>
              <a:gd name="T121" fmla="*/ 399 h 3436"/>
              <a:gd name="T122" fmla="*/ 1447 w 3440"/>
              <a:gd name="T123" fmla="*/ 156 h 3436"/>
              <a:gd name="T124" fmla="*/ 1509 w 3440"/>
              <a:gd name="T125" fmla="*/ 16 h 3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40" h="3436">
                <a:moveTo>
                  <a:pt x="1723" y="1148"/>
                </a:moveTo>
                <a:lnTo>
                  <a:pt x="1664" y="1152"/>
                </a:lnTo>
                <a:lnTo>
                  <a:pt x="1607" y="1160"/>
                </a:lnTo>
                <a:lnTo>
                  <a:pt x="1552" y="1175"/>
                </a:lnTo>
                <a:lnTo>
                  <a:pt x="1500" y="1194"/>
                </a:lnTo>
                <a:lnTo>
                  <a:pt x="1449" y="1218"/>
                </a:lnTo>
                <a:lnTo>
                  <a:pt x="1402" y="1246"/>
                </a:lnTo>
                <a:lnTo>
                  <a:pt x="1358" y="1280"/>
                </a:lnTo>
                <a:lnTo>
                  <a:pt x="1318" y="1317"/>
                </a:lnTo>
                <a:lnTo>
                  <a:pt x="1280" y="1358"/>
                </a:lnTo>
                <a:lnTo>
                  <a:pt x="1247" y="1402"/>
                </a:lnTo>
                <a:lnTo>
                  <a:pt x="1219" y="1449"/>
                </a:lnTo>
                <a:lnTo>
                  <a:pt x="1194" y="1498"/>
                </a:lnTo>
                <a:lnTo>
                  <a:pt x="1174" y="1551"/>
                </a:lnTo>
                <a:lnTo>
                  <a:pt x="1161" y="1607"/>
                </a:lnTo>
                <a:lnTo>
                  <a:pt x="1152" y="1663"/>
                </a:lnTo>
                <a:lnTo>
                  <a:pt x="1149" y="1721"/>
                </a:lnTo>
                <a:lnTo>
                  <a:pt x="1152" y="1780"/>
                </a:lnTo>
                <a:lnTo>
                  <a:pt x="1161" y="1837"/>
                </a:lnTo>
                <a:lnTo>
                  <a:pt x="1174" y="1891"/>
                </a:lnTo>
                <a:lnTo>
                  <a:pt x="1194" y="1944"/>
                </a:lnTo>
                <a:lnTo>
                  <a:pt x="1219" y="1994"/>
                </a:lnTo>
                <a:lnTo>
                  <a:pt x="1247" y="2042"/>
                </a:lnTo>
                <a:lnTo>
                  <a:pt x="1280" y="2086"/>
                </a:lnTo>
                <a:lnTo>
                  <a:pt x="1318" y="2127"/>
                </a:lnTo>
                <a:lnTo>
                  <a:pt x="1358" y="2164"/>
                </a:lnTo>
                <a:lnTo>
                  <a:pt x="1402" y="2196"/>
                </a:lnTo>
                <a:lnTo>
                  <a:pt x="1449" y="2226"/>
                </a:lnTo>
                <a:lnTo>
                  <a:pt x="1500" y="2250"/>
                </a:lnTo>
                <a:lnTo>
                  <a:pt x="1552" y="2269"/>
                </a:lnTo>
                <a:lnTo>
                  <a:pt x="1607" y="2283"/>
                </a:lnTo>
                <a:lnTo>
                  <a:pt x="1664" y="2292"/>
                </a:lnTo>
                <a:lnTo>
                  <a:pt x="1723" y="2295"/>
                </a:lnTo>
                <a:lnTo>
                  <a:pt x="1782" y="2292"/>
                </a:lnTo>
                <a:lnTo>
                  <a:pt x="1838" y="2283"/>
                </a:lnTo>
                <a:lnTo>
                  <a:pt x="1893" y="2269"/>
                </a:lnTo>
                <a:lnTo>
                  <a:pt x="1946" y="2250"/>
                </a:lnTo>
                <a:lnTo>
                  <a:pt x="1996" y="2226"/>
                </a:lnTo>
                <a:lnTo>
                  <a:pt x="2044" y="2196"/>
                </a:lnTo>
                <a:lnTo>
                  <a:pt x="2088" y="2164"/>
                </a:lnTo>
                <a:lnTo>
                  <a:pt x="2128" y="2127"/>
                </a:lnTo>
                <a:lnTo>
                  <a:pt x="2166" y="2086"/>
                </a:lnTo>
                <a:lnTo>
                  <a:pt x="2198" y="2042"/>
                </a:lnTo>
                <a:lnTo>
                  <a:pt x="2227" y="1994"/>
                </a:lnTo>
                <a:lnTo>
                  <a:pt x="2251" y="1944"/>
                </a:lnTo>
                <a:lnTo>
                  <a:pt x="2271" y="1891"/>
                </a:lnTo>
                <a:lnTo>
                  <a:pt x="2285" y="1837"/>
                </a:lnTo>
                <a:lnTo>
                  <a:pt x="2294" y="1780"/>
                </a:lnTo>
                <a:lnTo>
                  <a:pt x="2296" y="1721"/>
                </a:lnTo>
                <a:lnTo>
                  <a:pt x="2294" y="1663"/>
                </a:lnTo>
                <a:lnTo>
                  <a:pt x="2285" y="1607"/>
                </a:lnTo>
                <a:lnTo>
                  <a:pt x="2271" y="1551"/>
                </a:lnTo>
                <a:lnTo>
                  <a:pt x="2251" y="1498"/>
                </a:lnTo>
                <a:lnTo>
                  <a:pt x="2227" y="1449"/>
                </a:lnTo>
                <a:lnTo>
                  <a:pt x="2198" y="1402"/>
                </a:lnTo>
                <a:lnTo>
                  <a:pt x="2166" y="1358"/>
                </a:lnTo>
                <a:lnTo>
                  <a:pt x="2128" y="1317"/>
                </a:lnTo>
                <a:lnTo>
                  <a:pt x="2088" y="1280"/>
                </a:lnTo>
                <a:lnTo>
                  <a:pt x="2044" y="1246"/>
                </a:lnTo>
                <a:lnTo>
                  <a:pt x="1996" y="1218"/>
                </a:lnTo>
                <a:lnTo>
                  <a:pt x="1946" y="1194"/>
                </a:lnTo>
                <a:lnTo>
                  <a:pt x="1893" y="1175"/>
                </a:lnTo>
                <a:lnTo>
                  <a:pt x="1838" y="1160"/>
                </a:lnTo>
                <a:lnTo>
                  <a:pt x="1782" y="1152"/>
                </a:lnTo>
                <a:lnTo>
                  <a:pt x="1723" y="1148"/>
                </a:lnTo>
                <a:close/>
                <a:moveTo>
                  <a:pt x="1727" y="0"/>
                </a:moveTo>
                <a:lnTo>
                  <a:pt x="1727" y="0"/>
                </a:lnTo>
                <a:lnTo>
                  <a:pt x="1824" y="3"/>
                </a:lnTo>
                <a:lnTo>
                  <a:pt x="1921" y="11"/>
                </a:lnTo>
                <a:lnTo>
                  <a:pt x="1941" y="16"/>
                </a:lnTo>
                <a:lnTo>
                  <a:pt x="1960" y="25"/>
                </a:lnTo>
                <a:lnTo>
                  <a:pt x="1975" y="38"/>
                </a:lnTo>
                <a:lnTo>
                  <a:pt x="1989" y="52"/>
                </a:lnTo>
                <a:lnTo>
                  <a:pt x="1998" y="70"/>
                </a:lnTo>
                <a:lnTo>
                  <a:pt x="2004" y="90"/>
                </a:lnTo>
                <a:lnTo>
                  <a:pt x="2005" y="111"/>
                </a:lnTo>
                <a:lnTo>
                  <a:pt x="2005" y="155"/>
                </a:lnTo>
                <a:lnTo>
                  <a:pt x="2010" y="197"/>
                </a:lnTo>
                <a:lnTo>
                  <a:pt x="2020" y="239"/>
                </a:lnTo>
                <a:lnTo>
                  <a:pt x="2033" y="279"/>
                </a:lnTo>
                <a:lnTo>
                  <a:pt x="2051" y="317"/>
                </a:lnTo>
                <a:lnTo>
                  <a:pt x="2073" y="353"/>
                </a:lnTo>
                <a:lnTo>
                  <a:pt x="2099" y="385"/>
                </a:lnTo>
                <a:lnTo>
                  <a:pt x="2129" y="416"/>
                </a:lnTo>
                <a:lnTo>
                  <a:pt x="2162" y="442"/>
                </a:lnTo>
                <a:lnTo>
                  <a:pt x="2198" y="465"/>
                </a:lnTo>
                <a:lnTo>
                  <a:pt x="2237" y="484"/>
                </a:lnTo>
                <a:lnTo>
                  <a:pt x="2277" y="498"/>
                </a:lnTo>
                <a:lnTo>
                  <a:pt x="2318" y="507"/>
                </a:lnTo>
                <a:lnTo>
                  <a:pt x="2360" y="512"/>
                </a:lnTo>
                <a:lnTo>
                  <a:pt x="2403" y="511"/>
                </a:lnTo>
                <a:lnTo>
                  <a:pt x="2446" y="505"/>
                </a:lnTo>
                <a:lnTo>
                  <a:pt x="2488" y="496"/>
                </a:lnTo>
                <a:lnTo>
                  <a:pt x="2528" y="482"/>
                </a:lnTo>
                <a:lnTo>
                  <a:pt x="2567" y="464"/>
                </a:lnTo>
                <a:lnTo>
                  <a:pt x="2603" y="443"/>
                </a:lnTo>
                <a:lnTo>
                  <a:pt x="2636" y="417"/>
                </a:lnTo>
                <a:lnTo>
                  <a:pt x="2667" y="389"/>
                </a:lnTo>
                <a:lnTo>
                  <a:pt x="2683" y="374"/>
                </a:lnTo>
                <a:lnTo>
                  <a:pt x="2700" y="364"/>
                </a:lnTo>
                <a:lnTo>
                  <a:pt x="2719" y="358"/>
                </a:lnTo>
                <a:lnTo>
                  <a:pt x="2739" y="357"/>
                </a:lnTo>
                <a:lnTo>
                  <a:pt x="2760" y="359"/>
                </a:lnTo>
                <a:lnTo>
                  <a:pt x="2779" y="367"/>
                </a:lnTo>
                <a:lnTo>
                  <a:pt x="2797" y="378"/>
                </a:lnTo>
                <a:lnTo>
                  <a:pt x="2871" y="440"/>
                </a:lnTo>
                <a:lnTo>
                  <a:pt x="2940" y="507"/>
                </a:lnTo>
                <a:lnTo>
                  <a:pt x="3007" y="578"/>
                </a:lnTo>
                <a:lnTo>
                  <a:pt x="3070" y="652"/>
                </a:lnTo>
                <a:lnTo>
                  <a:pt x="3080" y="670"/>
                </a:lnTo>
                <a:lnTo>
                  <a:pt x="3088" y="689"/>
                </a:lnTo>
                <a:lnTo>
                  <a:pt x="3090" y="709"/>
                </a:lnTo>
                <a:lnTo>
                  <a:pt x="3089" y="729"/>
                </a:lnTo>
                <a:lnTo>
                  <a:pt x="3082" y="749"/>
                </a:lnTo>
                <a:lnTo>
                  <a:pt x="3073" y="767"/>
                </a:lnTo>
                <a:lnTo>
                  <a:pt x="3059" y="783"/>
                </a:lnTo>
                <a:lnTo>
                  <a:pt x="3029" y="813"/>
                </a:lnTo>
                <a:lnTo>
                  <a:pt x="3002" y="847"/>
                </a:lnTo>
                <a:lnTo>
                  <a:pt x="2981" y="883"/>
                </a:lnTo>
                <a:lnTo>
                  <a:pt x="2963" y="920"/>
                </a:lnTo>
                <a:lnTo>
                  <a:pt x="2950" y="960"/>
                </a:lnTo>
                <a:lnTo>
                  <a:pt x="2940" y="1000"/>
                </a:lnTo>
                <a:lnTo>
                  <a:pt x="2936" y="1042"/>
                </a:lnTo>
                <a:lnTo>
                  <a:pt x="2935" y="1083"/>
                </a:lnTo>
                <a:lnTo>
                  <a:pt x="2940" y="1125"/>
                </a:lnTo>
                <a:lnTo>
                  <a:pt x="2949" y="1166"/>
                </a:lnTo>
                <a:lnTo>
                  <a:pt x="2962" y="1207"/>
                </a:lnTo>
                <a:lnTo>
                  <a:pt x="2982" y="1248"/>
                </a:lnTo>
                <a:lnTo>
                  <a:pt x="3008" y="1286"/>
                </a:lnTo>
                <a:lnTo>
                  <a:pt x="3036" y="1321"/>
                </a:lnTo>
                <a:lnTo>
                  <a:pt x="3069" y="1351"/>
                </a:lnTo>
                <a:lnTo>
                  <a:pt x="3103" y="1379"/>
                </a:lnTo>
                <a:lnTo>
                  <a:pt x="3142" y="1401"/>
                </a:lnTo>
                <a:lnTo>
                  <a:pt x="3183" y="1418"/>
                </a:lnTo>
                <a:lnTo>
                  <a:pt x="3228" y="1432"/>
                </a:lnTo>
                <a:lnTo>
                  <a:pt x="3273" y="1440"/>
                </a:lnTo>
                <a:lnTo>
                  <a:pt x="3319" y="1443"/>
                </a:lnTo>
                <a:lnTo>
                  <a:pt x="3340" y="1445"/>
                </a:lnTo>
                <a:lnTo>
                  <a:pt x="3361" y="1451"/>
                </a:lnTo>
                <a:lnTo>
                  <a:pt x="3381" y="1461"/>
                </a:lnTo>
                <a:lnTo>
                  <a:pt x="3399" y="1473"/>
                </a:lnTo>
                <a:lnTo>
                  <a:pt x="3414" y="1489"/>
                </a:lnTo>
                <a:lnTo>
                  <a:pt x="3424" y="1507"/>
                </a:lnTo>
                <a:lnTo>
                  <a:pt x="3430" y="1527"/>
                </a:lnTo>
                <a:lnTo>
                  <a:pt x="3438" y="1624"/>
                </a:lnTo>
                <a:lnTo>
                  <a:pt x="3440" y="1723"/>
                </a:lnTo>
                <a:lnTo>
                  <a:pt x="3437" y="1821"/>
                </a:lnTo>
                <a:lnTo>
                  <a:pt x="3429" y="1918"/>
                </a:lnTo>
                <a:lnTo>
                  <a:pt x="3424" y="1939"/>
                </a:lnTo>
                <a:lnTo>
                  <a:pt x="3415" y="1958"/>
                </a:lnTo>
                <a:lnTo>
                  <a:pt x="3402" y="1973"/>
                </a:lnTo>
                <a:lnTo>
                  <a:pt x="3387" y="1986"/>
                </a:lnTo>
                <a:lnTo>
                  <a:pt x="3369" y="1995"/>
                </a:lnTo>
                <a:lnTo>
                  <a:pt x="3349" y="2002"/>
                </a:lnTo>
                <a:lnTo>
                  <a:pt x="3329" y="2002"/>
                </a:lnTo>
                <a:lnTo>
                  <a:pt x="3307" y="2002"/>
                </a:lnTo>
                <a:lnTo>
                  <a:pt x="3261" y="2004"/>
                </a:lnTo>
                <a:lnTo>
                  <a:pt x="3217" y="2012"/>
                </a:lnTo>
                <a:lnTo>
                  <a:pt x="3175" y="2026"/>
                </a:lnTo>
                <a:lnTo>
                  <a:pt x="3134" y="2044"/>
                </a:lnTo>
                <a:lnTo>
                  <a:pt x="3096" y="2066"/>
                </a:lnTo>
                <a:lnTo>
                  <a:pt x="3060" y="2092"/>
                </a:lnTo>
                <a:lnTo>
                  <a:pt x="3028" y="2123"/>
                </a:lnTo>
                <a:lnTo>
                  <a:pt x="2999" y="2156"/>
                </a:lnTo>
                <a:lnTo>
                  <a:pt x="2975" y="2194"/>
                </a:lnTo>
                <a:lnTo>
                  <a:pt x="2955" y="2234"/>
                </a:lnTo>
                <a:lnTo>
                  <a:pt x="2940" y="2275"/>
                </a:lnTo>
                <a:lnTo>
                  <a:pt x="2931" y="2317"/>
                </a:lnTo>
                <a:lnTo>
                  <a:pt x="2927" y="2359"/>
                </a:lnTo>
                <a:lnTo>
                  <a:pt x="2927" y="2401"/>
                </a:lnTo>
                <a:lnTo>
                  <a:pt x="2931" y="2443"/>
                </a:lnTo>
                <a:lnTo>
                  <a:pt x="2940" y="2484"/>
                </a:lnTo>
                <a:lnTo>
                  <a:pt x="2954" y="2524"/>
                </a:lnTo>
                <a:lnTo>
                  <a:pt x="2972" y="2562"/>
                </a:lnTo>
                <a:lnTo>
                  <a:pt x="2994" y="2599"/>
                </a:lnTo>
                <a:lnTo>
                  <a:pt x="3020" y="2632"/>
                </a:lnTo>
                <a:lnTo>
                  <a:pt x="3052" y="2663"/>
                </a:lnTo>
                <a:lnTo>
                  <a:pt x="3066" y="2679"/>
                </a:lnTo>
                <a:lnTo>
                  <a:pt x="3075" y="2696"/>
                </a:lnTo>
                <a:lnTo>
                  <a:pt x="3081" y="2716"/>
                </a:lnTo>
                <a:lnTo>
                  <a:pt x="3082" y="2736"/>
                </a:lnTo>
                <a:lnTo>
                  <a:pt x="3080" y="2756"/>
                </a:lnTo>
                <a:lnTo>
                  <a:pt x="3073" y="2776"/>
                </a:lnTo>
                <a:lnTo>
                  <a:pt x="3061" y="2794"/>
                </a:lnTo>
                <a:lnTo>
                  <a:pt x="2998" y="2868"/>
                </a:lnTo>
                <a:lnTo>
                  <a:pt x="2931" y="2939"/>
                </a:lnTo>
                <a:lnTo>
                  <a:pt x="2858" y="3005"/>
                </a:lnTo>
                <a:lnTo>
                  <a:pt x="2784" y="3068"/>
                </a:lnTo>
                <a:lnTo>
                  <a:pt x="2766" y="3079"/>
                </a:lnTo>
                <a:lnTo>
                  <a:pt x="2747" y="3086"/>
                </a:lnTo>
                <a:lnTo>
                  <a:pt x="2727" y="3088"/>
                </a:lnTo>
                <a:lnTo>
                  <a:pt x="2707" y="3087"/>
                </a:lnTo>
                <a:lnTo>
                  <a:pt x="2687" y="3081"/>
                </a:lnTo>
                <a:lnTo>
                  <a:pt x="2670" y="3072"/>
                </a:lnTo>
                <a:lnTo>
                  <a:pt x="2653" y="3058"/>
                </a:lnTo>
                <a:lnTo>
                  <a:pt x="2624" y="3028"/>
                </a:lnTo>
                <a:lnTo>
                  <a:pt x="2591" y="3003"/>
                </a:lnTo>
                <a:lnTo>
                  <a:pt x="2554" y="2982"/>
                </a:lnTo>
                <a:lnTo>
                  <a:pt x="2516" y="2964"/>
                </a:lnTo>
                <a:lnTo>
                  <a:pt x="2476" y="2951"/>
                </a:lnTo>
                <a:lnTo>
                  <a:pt x="2434" y="2941"/>
                </a:lnTo>
                <a:lnTo>
                  <a:pt x="2392" y="2936"/>
                </a:lnTo>
                <a:lnTo>
                  <a:pt x="2350" y="2935"/>
                </a:lnTo>
                <a:lnTo>
                  <a:pt x="2308" y="2939"/>
                </a:lnTo>
                <a:lnTo>
                  <a:pt x="2267" y="2948"/>
                </a:lnTo>
                <a:lnTo>
                  <a:pt x="2228" y="2961"/>
                </a:lnTo>
                <a:lnTo>
                  <a:pt x="2185" y="2981"/>
                </a:lnTo>
                <a:lnTo>
                  <a:pt x="2146" y="3006"/>
                </a:lnTo>
                <a:lnTo>
                  <a:pt x="2111" y="3036"/>
                </a:lnTo>
                <a:lnTo>
                  <a:pt x="2079" y="3069"/>
                </a:lnTo>
                <a:lnTo>
                  <a:pt x="2052" y="3106"/>
                </a:lnTo>
                <a:lnTo>
                  <a:pt x="2030" y="3146"/>
                </a:lnTo>
                <a:lnTo>
                  <a:pt x="2012" y="3189"/>
                </a:lnTo>
                <a:lnTo>
                  <a:pt x="2001" y="3233"/>
                </a:lnTo>
                <a:lnTo>
                  <a:pt x="1993" y="3280"/>
                </a:lnTo>
                <a:lnTo>
                  <a:pt x="1992" y="3327"/>
                </a:lnTo>
                <a:lnTo>
                  <a:pt x="1990" y="3351"/>
                </a:lnTo>
                <a:lnTo>
                  <a:pt x="1982" y="3373"/>
                </a:lnTo>
                <a:lnTo>
                  <a:pt x="1969" y="3393"/>
                </a:lnTo>
                <a:lnTo>
                  <a:pt x="1951" y="3409"/>
                </a:lnTo>
                <a:lnTo>
                  <a:pt x="1931" y="3419"/>
                </a:lnTo>
                <a:lnTo>
                  <a:pt x="1907" y="3426"/>
                </a:lnTo>
                <a:lnTo>
                  <a:pt x="1812" y="3433"/>
                </a:lnTo>
                <a:lnTo>
                  <a:pt x="1717" y="3436"/>
                </a:lnTo>
                <a:lnTo>
                  <a:pt x="1619" y="3433"/>
                </a:lnTo>
                <a:lnTo>
                  <a:pt x="1520" y="3425"/>
                </a:lnTo>
                <a:lnTo>
                  <a:pt x="1499" y="3419"/>
                </a:lnTo>
                <a:lnTo>
                  <a:pt x="1481" y="3411"/>
                </a:lnTo>
                <a:lnTo>
                  <a:pt x="1465" y="3398"/>
                </a:lnTo>
                <a:lnTo>
                  <a:pt x="1451" y="3383"/>
                </a:lnTo>
                <a:lnTo>
                  <a:pt x="1442" y="3365"/>
                </a:lnTo>
                <a:lnTo>
                  <a:pt x="1436" y="3345"/>
                </a:lnTo>
                <a:lnTo>
                  <a:pt x="1435" y="3324"/>
                </a:lnTo>
                <a:lnTo>
                  <a:pt x="1435" y="3281"/>
                </a:lnTo>
                <a:lnTo>
                  <a:pt x="1430" y="3238"/>
                </a:lnTo>
                <a:lnTo>
                  <a:pt x="1421" y="3197"/>
                </a:lnTo>
                <a:lnTo>
                  <a:pt x="1407" y="3157"/>
                </a:lnTo>
                <a:lnTo>
                  <a:pt x="1389" y="3119"/>
                </a:lnTo>
                <a:lnTo>
                  <a:pt x="1366" y="3083"/>
                </a:lnTo>
                <a:lnTo>
                  <a:pt x="1341" y="3051"/>
                </a:lnTo>
                <a:lnTo>
                  <a:pt x="1311" y="3020"/>
                </a:lnTo>
                <a:lnTo>
                  <a:pt x="1278" y="2994"/>
                </a:lnTo>
                <a:lnTo>
                  <a:pt x="1242" y="2971"/>
                </a:lnTo>
                <a:lnTo>
                  <a:pt x="1203" y="2952"/>
                </a:lnTo>
                <a:lnTo>
                  <a:pt x="1163" y="2937"/>
                </a:lnTo>
                <a:lnTo>
                  <a:pt x="1122" y="2929"/>
                </a:lnTo>
                <a:lnTo>
                  <a:pt x="1080" y="2924"/>
                </a:lnTo>
                <a:lnTo>
                  <a:pt x="1037" y="2925"/>
                </a:lnTo>
                <a:lnTo>
                  <a:pt x="994" y="2931"/>
                </a:lnTo>
                <a:lnTo>
                  <a:pt x="952" y="2940"/>
                </a:lnTo>
                <a:lnTo>
                  <a:pt x="912" y="2954"/>
                </a:lnTo>
                <a:lnTo>
                  <a:pt x="873" y="2971"/>
                </a:lnTo>
                <a:lnTo>
                  <a:pt x="837" y="2993"/>
                </a:lnTo>
                <a:lnTo>
                  <a:pt x="804" y="3018"/>
                </a:lnTo>
                <a:lnTo>
                  <a:pt x="773" y="3047"/>
                </a:lnTo>
                <a:lnTo>
                  <a:pt x="758" y="3062"/>
                </a:lnTo>
                <a:lnTo>
                  <a:pt x="740" y="3072"/>
                </a:lnTo>
                <a:lnTo>
                  <a:pt x="720" y="3078"/>
                </a:lnTo>
                <a:lnTo>
                  <a:pt x="700" y="3079"/>
                </a:lnTo>
                <a:lnTo>
                  <a:pt x="680" y="3077"/>
                </a:lnTo>
                <a:lnTo>
                  <a:pt x="661" y="3069"/>
                </a:lnTo>
                <a:lnTo>
                  <a:pt x="643" y="3058"/>
                </a:lnTo>
                <a:lnTo>
                  <a:pt x="569" y="2995"/>
                </a:lnTo>
                <a:lnTo>
                  <a:pt x="499" y="2929"/>
                </a:lnTo>
                <a:lnTo>
                  <a:pt x="433" y="2857"/>
                </a:lnTo>
                <a:lnTo>
                  <a:pt x="370" y="2783"/>
                </a:lnTo>
                <a:lnTo>
                  <a:pt x="360" y="2765"/>
                </a:lnTo>
                <a:lnTo>
                  <a:pt x="353" y="2746"/>
                </a:lnTo>
                <a:lnTo>
                  <a:pt x="350" y="2726"/>
                </a:lnTo>
                <a:lnTo>
                  <a:pt x="351" y="2706"/>
                </a:lnTo>
                <a:lnTo>
                  <a:pt x="358" y="2687"/>
                </a:lnTo>
                <a:lnTo>
                  <a:pt x="367" y="2669"/>
                </a:lnTo>
                <a:lnTo>
                  <a:pt x="381" y="2653"/>
                </a:lnTo>
                <a:lnTo>
                  <a:pt x="411" y="2623"/>
                </a:lnTo>
                <a:lnTo>
                  <a:pt x="437" y="2589"/>
                </a:lnTo>
                <a:lnTo>
                  <a:pt x="459" y="2553"/>
                </a:lnTo>
                <a:lnTo>
                  <a:pt x="477" y="2516"/>
                </a:lnTo>
                <a:lnTo>
                  <a:pt x="490" y="2476"/>
                </a:lnTo>
                <a:lnTo>
                  <a:pt x="500" y="2435"/>
                </a:lnTo>
                <a:lnTo>
                  <a:pt x="504" y="2394"/>
                </a:lnTo>
                <a:lnTo>
                  <a:pt x="505" y="2352"/>
                </a:lnTo>
                <a:lnTo>
                  <a:pt x="500" y="2311"/>
                </a:lnTo>
                <a:lnTo>
                  <a:pt x="491" y="2269"/>
                </a:lnTo>
                <a:lnTo>
                  <a:pt x="477" y="2229"/>
                </a:lnTo>
                <a:lnTo>
                  <a:pt x="457" y="2187"/>
                </a:lnTo>
                <a:lnTo>
                  <a:pt x="431" y="2148"/>
                </a:lnTo>
                <a:lnTo>
                  <a:pt x="402" y="2112"/>
                </a:lnTo>
                <a:lnTo>
                  <a:pt x="369" y="2082"/>
                </a:lnTo>
                <a:lnTo>
                  <a:pt x="334" y="2054"/>
                </a:lnTo>
                <a:lnTo>
                  <a:pt x="295" y="2032"/>
                </a:lnTo>
                <a:lnTo>
                  <a:pt x="255" y="2014"/>
                </a:lnTo>
                <a:lnTo>
                  <a:pt x="212" y="2002"/>
                </a:lnTo>
                <a:lnTo>
                  <a:pt x="168" y="1995"/>
                </a:lnTo>
                <a:lnTo>
                  <a:pt x="123" y="1993"/>
                </a:lnTo>
                <a:lnTo>
                  <a:pt x="102" y="1991"/>
                </a:lnTo>
                <a:lnTo>
                  <a:pt x="80" y="1985"/>
                </a:lnTo>
                <a:lnTo>
                  <a:pt x="60" y="1975"/>
                </a:lnTo>
                <a:lnTo>
                  <a:pt x="41" y="1963"/>
                </a:lnTo>
                <a:lnTo>
                  <a:pt x="26" y="1947"/>
                </a:lnTo>
                <a:lnTo>
                  <a:pt x="16" y="1928"/>
                </a:lnTo>
                <a:lnTo>
                  <a:pt x="11" y="1908"/>
                </a:lnTo>
                <a:lnTo>
                  <a:pt x="2" y="1810"/>
                </a:lnTo>
                <a:lnTo>
                  <a:pt x="0" y="1714"/>
                </a:lnTo>
                <a:lnTo>
                  <a:pt x="0" y="1713"/>
                </a:lnTo>
                <a:lnTo>
                  <a:pt x="2" y="1615"/>
                </a:lnTo>
                <a:lnTo>
                  <a:pt x="12" y="1518"/>
                </a:lnTo>
                <a:lnTo>
                  <a:pt x="16" y="1497"/>
                </a:lnTo>
                <a:lnTo>
                  <a:pt x="24" y="1479"/>
                </a:lnTo>
                <a:lnTo>
                  <a:pt x="36" y="1464"/>
                </a:lnTo>
                <a:lnTo>
                  <a:pt x="51" y="1450"/>
                </a:lnTo>
                <a:lnTo>
                  <a:pt x="68" y="1441"/>
                </a:lnTo>
                <a:lnTo>
                  <a:pt x="88" y="1435"/>
                </a:lnTo>
                <a:lnTo>
                  <a:pt x="110" y="1433"/>
                </a:lnTo>
                <a:lnTo>
                  <a:pt x="160" y="1431"/>
                </a:lnTo>
                <a:lnTo>
                  <a:pt x="208" y="1423"/>
                </a:lnTo>
                <a:lnTo>
                  <a:pt x="255" y="1410"/>
                </a:lnTo>
                <a:lnTo>
                  <a:pt x="298" y="1392"/>
                </a:lnTo>
                <a:lnTo>
                  <a:pt x="339" y="1370"/>
                </a:lnTo>
                <a:lnTo>
                  <a:pt x="376" y="1344"/>
                </a:lnTo>
                <a:lnTo>
                  <a:pt x="409" y="1313"/>
                </a:lnTo>
                <a:lnTo>
                  <a:pt x="439" y="1280"/>
                </a:lnTo>
                <a:lnTo>
                  <a:pt x="464" y="1242"/>
                </a:lnTo>
                <a:lnTo>
                  <a:pt x="485" y="1201"/>
                </a:lnTo>
                <a:lnTo>
                  <a:pt x="499" y="1160"/>
                </a:lnTo>
                <a:lnTo>
                  <a:pt x="509" y="1119"/>
                </a:lnTo>
                <a:lnTo>
                  <a:pt x="514" y="1077"/>
                </a:lnTo>
                <a:lnTo>
                  <a:pt x="514" y="1035"/>
                </a:lnTo>
                <a:lnTo>
                  <a:pt x="509" y="993"/>
                </a:lnTo>
                <a:lnTo>
                  <a:pt x="500" y="952"/>
                </a:lnTo>
                <a:lnTo>
                  <a:pt x="486" y="912"/>
                </a:lnTo>
                <a:lnTo>
                  <a:pt x="468" y="874"/>
                </a:lnTo>
                <a:lnTo>
                  <a:pt x="446" y="837"/>
                </a:lnTo>
                <a:lnTo>
                  <a:pt x="419" y="804"/>
                </a:lnTo>
                <a:lnTo>
                  <a:pt x="388" y="772"/>
                </a:lnTo>
                <a:lnTo>
                  <a:pt x="375" y="756"/>
                </a:lnTo>
                <a:lnTo>
                  <a:pt x="365" y="739"/>
                </a:lnTo>
                <a:lnTo>
                  <a:pt x="359" y="720"/>
                </a:lnTo>
                <a:lnTo>
                  <a:pt x="358" y="700"/>
                </a:lnTo>
                <a:lnTo>
                  <a:pt x="360" y="680"/>
                </a:lnTo>
                <a:lnTo>
                  <a:pt x="367" y="660"/>
                </a:lnTo>
                <a:lnTo>
                  <a:pt x="379" y="642"/>
                </a:lnTo>
                <a:lnTo>
                  <a:pt x="442" y="567"/>
                </a:lnTo>
                <a:lnTo>
                  <a:pt x="509" y="497"/>
                </a:lnTo>
                <a:lnTo>
                  <a:pt x="581" y="431"/>
                </a:lnTo>
                <a:lnTo>
                  <a:pt x="657" y="368"/>
                </a:lnTo>
                <a:lnTo>
                  <a:pt x="675" y="356"/>
                </a:lnTo>
                <a:lnTo>
                  <a:pt x="694" y="350"/>
                </a:lnTo>
                <a:lnTo>
                  <a:pt x="714" y="347"/>
                </a:lnTo>
                <a:lnTo>
                  <a:pt x="734" y="349"/>
                </a:lnTo>
                <a:lnTo>
                  <a:pt x="752" y="355"/>
                </a:lnTo>
                <a:lnTo>
                  <a:pt x="770" y="364"/>
                </a:lnTo>
                <a:lnTo>
                  <a:pt x="786" y="378"/>
                </a:lnTo>
                <a:lnTo>
                  <a:pt x="817" y="408"/>
                </a:lnTo>
                <a:lnTo>
                  <a:pt x="849" y="433"/>
                </a:lnTo>
                <a:lnTo>
                  <a:pt x="886" y="454"/>
                </a:lnTo>
                <a:lnTo>
                  <a:pt x="924" y="472"/>
                </a:lnTo>
                <a:lnTo>
                  <a:pt x="964" y="485"/>
                </a:lnTo>
                <a:lnTo>
                  <a:pt x="1006" y="495"/>
                </a:lnTo>
                <a:lnTo>
                  <a:pt x="1048" y="500"/>
                </a:lnTo>
                <a:lnTo>
                  <a:pt x="1090" y="500"/>
                </a:lnTo>
                <a:lnTo>
                  <a:pt x="1132" y="497"/>
                </a:lnTo>
                <a:lnTo>
                  <a:pt x="1173" y="488"/>
                </a:lnTo>
                <a:lnTo>
                  <a:pt x="1212" y="475"/>
                </a:lnTo>
                <a:lnTo>
                  <a:pt x="1254" y="455"/>
                </a:lnTo>
                <a:lnTo>
                  <a:pt x="1293" y="430"/>
                </a:lnTo>
                <a:lnTo>
                  <a:pt x="1329" y="399"/>
                </a:lnTo>
                <a:lnTo>
                  <a:pt x="1361" y="367"/>
                </a:lnTo>
                <a:lnTo>
                  <a:pt x="1387" y="329"/>
                </a:lnTo>
                <a:lnTo>
                  <a:pt x="1410" y="289"/>
                </a:lnTo>
                <a:lnTo>
                  <a:pt x="1427" y="247"/>
                </a:lnTo>
                <a:lnTo>
                  <a:pt x="1440" y="203"/>
                </a:lnTo>
                <a:lnTo>
                  <a:pt x="1447" y="156"/>
                </a:lnTo>
                <a:lnTo>
                  <a:pt x="1448" y="109"/>
                </a:lnTo>
                <a:lnTo>
                  <a:pt x="1450" y="84"/>
                </a:lnTo>
                <a:lnTo>
                  <a:pt x="1459" y="62"/>
                </a:lnTo>
                <a:lnTo>
                  <a:pt x="1471" y="43"/>
                </a:lnTo>
                <a:lnTo>
                  <a:pt x="1489" y="27"/>
                </a:lnTo>
                <a:lnTo>
                  <a:pt x="1509" y="16"/>
                </a:lnTo>
                <a:lnTo>
                  <a:pt x="1533" y="10"/>
                </a:lnTo>
                <a:lnTo>
                  <a:pt x="1630" y="2"/>
                </a:lnTo>
                <a:lnTo>
                  <a:pt x="172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3" name="Oval 22">
            <a:extLst>
              <a:ext uri="{FF2B5EF4-FFF2-40B4-BE49-F238E27FC236}">
                <a16:creationId xmlns:a16="http://schemas.microsoft.com/office/drawing/2014/main" id="{29992394-F812-D24B-781C-0546C87B16D2}"/>
              </a:ext>
            </a:extLst>
          </p:cNvPr>
          <p:cNvSpPr/>
          <p:nvPr/>
        </p:nvSpPr>
        <p:spPr>
          <a:xfrm>
            <a:off x="5687283" y="3540636"/>
            <a:ext cx="820615" cy="822960"/>
          </a:xfrm>
          <a:prstGeom prst="ellipse">
            <a:avLst/>
          </a:prstGeom>
          <a:solidFill>
            <a:schemeClr val="accent2"/>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24" name="Freeform 27">
            <a:extLst>
              <a:ext uri="{FF2B5EF4-FFF2-40B4-BE49-F238E27FC236}">
                <a16:creationId xmlns:a16="http://schemas.microsoft.com/office/drawing/2014/main" id="{63EE0661-98FB-7CC3-620F-E1F4A9504F7A}"/>
              </a:ext>
            </a:extLst>
          </p:cNvPr>
          <p:cNvSpPr>
            <a:spLocks noEditPoints="1"/>
          </p:cNvSpPr>
          <p:nvPr/>
        </p:nvSpPr>
        <p:spPr bwMode="auto">
          <a:xfrm>
            <a:off x="5920538" y="3734212"/>
            <a:ext cx="354105" cy="435808"/>
          </a:xfrm>
          <a:custGeom>
            <a:avLst/>
            <a:gdLst>
              <a:gd name="T0" fmla="*/ 313 w 3584"/>
              <a:gd name="T1" fmla="*/ 3093 h 3573"/>
              <a:gd name="T2" fmla="*/ 1026 w 3584"/>
              <a:gd name="T3" fmla="*/ 3273 h 3573"/>
              <a:gd name="T4" fmla="*/ 1796 w 3584"/>
              <a:gd name="T5" fmla="*/ 3154 h 3573"/>
              <a:gd name="T6" fmla="*/ 2215 w 3584"/>
              <a:gd name="T7" fmla="*/ 2802 h 3573"/>
              <a:gd name="T8" fmla="*/ 2152 w 3584"/>
              <a:gd name="T9" fmla="*/ 3209 h 3573"/>
              <a:gd name="T10" fmla="*/ 1635 w 3584"/>
              <a:gd name="T11" fmla="*/ 3506 h 3573"/>
              <a:gd name="T12" fmla="*/ 851 w 3584"/>
              <a:gd name="T13" fmla="*/ 3556 h 3573"/>
              <a:gd name="T14" fmla="*/ 216 w 3584"/>
              <a:gd name="T15" fmla="*/ 3329 h 3573"/>
              <a:gd name="T16" fmla="*/ 0 w 3584"/>
              <a:gd name="T17" fmla="*/ 2829 h 3573"/>
              <a:gd name="T18" fmla="*/ 202 w 3584"/>
              <a:gd name="T19" fmla="*/ 2574 h 3573"/>
              <a:gd name="T20" fmla="*/ 845 w 3584"/>
              <a:gd name="T21" fmla="*/ 2810 h 3573"/>
              <a:gd name="T22" fmla="*/ 1647 w 3584"/>
              <a:gd name="T23" fmla="*/ 2758 h 3573"/>
              <a:gd name="T24" fmla="*/ 2165 w 3584"/>
              <a:gd name="T25" fmla="*/ 2448 h 3573"/>
              <a:gd name="T26" fmla="*/ 2208 w 3584"/>
              <a:gd name="T27" fmla="*/ 2674 h 3573"/>
              <a:gd name="T28" fmla="*/ 1782 w 3584"/>
              <a:gd name="T29" fmla="*/ 3011 h 3573"/>
              <a:gd name="T30" fmla="*/ 1028 w 3584"/>
              <a:gd name="T31" fmla="*/ 3125 h 3573"/>
              <a:gd name="T32" fmla="*/ 329 w 3584"/>
              <a:gd name="T33" fmla="*/ 2952 h 3573"/>
              <a:gd name="T34" fmla="*/ 3 w 3584"/>
              <a:gd name="T35" fmla="*/ 2580 h 3573"/>
              <a:gd name="T36" fmla="*/ 3581 w 3584"/>
              <a:gd name="T37" fmla="*/ 2431 h 3573"/>
              <a:gd name="T38" fmla="*/ 3257 w 3584"/>
              <a:gd name="T39" fmla="*/ 2803 h 3573"/>
              <a:gd name="T40" fmla="*/ 2556 w 3584"/>
              <a:gd name="T41" fmla="*/ 2975 h 3573"/>
              <a:gd name="T42" fmla="*/ 2740 w 3584"/>
              <a:gd name="T43" fmla="*/ 2662 h 3573"/>
              <a:gd name="T44" fmla="*/ 3384 w 3584"/>
              <a:gd name="T45" fmla="*/ 2424 h 3573"/>
              <a:gd name="T46" fmla="*/ 3584 w 3584"/>
              <a:gd name="T47" fmla="*/ 1786 h 3573"/>
              <a:gd name="T48" fmla="*/ 3368 w 3584"/>
              <a:gd name="T49" fmla="*/ 2286 h 3573"/>
              <a:gd name="T50" fmla="*/ 2734 w 3584"/>
              <a:gd name="T51" fmla="*/ 2513 h 3573"/>
              <a:gd name="T52" fmla="*/ 2558 w 3584"/>
              <a:gd name="T53" fmla="*/ 2230 h 3573"/>
              <a:gd name="T54" fmla="*/ 3272 w 3584"/>
              <a:gd name="T55" fmla="*/ 2050 h 3573"/>
              <a:gd name="T56" fmla="*/ 1121 w 3584"/>
              <a:gd name="T57" fmla="*/ 1488 h 3573"/>
              <a:gd name="T58" fmla="*/ 1849 w 3584"/>
              <a:gd name="T59" fmla="*/ 1632 h 3573"/>
              <a:gd name="T60" fmla="*/ 2226 w 3584"/>
              <a:gd name="T61" fmla="*/ 1987 h 3573"/>
              <a:gd name="T62" fmla="*/ 2073 w 3584"/>
              <a:gd name="T63" fmla="*/ 2398 h 3573"/>
              <a:gd name="T64" fmla="*/ 1474 w 3584"/>
              <a:gd name="T65" fmla="*/ 2649 h 3573"/>
              <a:gd name="T66" fmla="*/ 684 w 3584"/>
              <a:gd name="T67" fmla="*/ 2633 h 3573"/>
              <a:gd name="T68" fmla="*/ 125 w 3584"/>
              <a:gd name="T69" fmla="*/ 2358 h 3573"/>
              <a:gd name="T70" fmla="*/ 33 w 3584"/>
              <a:gd name="T71" fmla="*/ 1941 h 3573"/>
              <a:gd name="T72" fmla="*/ 459 w 3584"/>
              <a:gd name="T73" fmla="*/ 1603 h 3573"/>
              <a:gd name="T74" fmla="*/ 3576 w 3584"/>
              <a:gd name="T75" fmla="*/ 1265 h 3573"/>
              <a:gd name="T76" fmla="*/ 3460 w 3584"/>
              <a:gd name="T77" fmla="*/ 1762 h 3573"/>
              <a:gd name="T78" fmla="*/ 2900 w 3584"/>
              <a:gd name="T79" fmla="*/ 2037 h 3573"/>
              <a:gd name="T80" fmla="*/ 2376 w 3584"/>
              <a:gd name="T81" fmla="*/ 1975 h 3573"/>
              <a:gd name="T82" fmla="*/ 2740 w 3584"/>
              <a:gd name="T83" fmla="*/ 1768 h 3573"/>
              <a:gd name="T84" fmla="*/ 3384 w 3584"/>
              <a:gd name="T85" fmla="*/ 1531 h 3573"/>
              <a:gd name="T86" fmla="*/ 3584 w 3584"/>
              <a:gd name="T87" fmla="*/ 893 h 3573"/>
              <a:gd name="T88" fmla="*/ 3368 w 3584"/>
              <a:gd name="T89" fmla="*/ 1393 h 3573"/>
              <a:gd name="T90" fmla="*/ 2734 w 3584"/>
              <a:gd name="T91" fmla="*/ 1620 h 3573"/>
              <a:gd name="T92" fmla="*/ 1964 w 3584"/>
              <a:gd name="T93" fmla="*/ 1523 h 3573"/>
              <a:gd name="T94" fmla="*/ 1398 w 3584"/>
              <a:gd name="T95" fmla="*/ 1223 h 3573"/>
              <a:gd name="T96" fmla="*/ 1391 w 3584"/>
              <a:gd name="T97" fmla="*/ 914 h 3573"/>
              <a:gd name="T98" fmla="*/ 1861 w 3584"/>
              <a:gd name="T99" fmla="*/ 1246 h 3573"/>
              <a:gd name="T100" fmla="*/ 2651 w 3584"/>
              <a:gd name="T101" fmla="*/ 1332 h 3573"/>
              <a:gd name="T102" fmla="*/ 3331 w 3584"/>
              <a:gd name="T103" fmla="*/ 1122 h 3573"/>
              <a:gd name="T104" fmla="*/ 2465 w 3584"/>
              <a:gd name="T105" fmla="*/ 0 h 3573"/>
              <a:gd name="T106" fmla="*/ 3194 w 3584"/>
              <a:gd name="T107" fmla="*/ 143 h 3573"/>
              <a:gd name="T108" fmla="*/ 3570 w 3584"/>
              <a:gd name="T109" fmla="*/ 498 h 3573"/>
              <a:gd name="T110" fmla="*/ 3417 w 3584"/>
              <a:gd name="T111" fmla="*/ 908 h 3573"/>
              <a:gd name="T112" fmla="*/ 2819 w 3584"/>
              <a:gd name="T113" fmla="*/ 1160 h 3573"/>
              <a:gd name="T114" fmla="*/ 2029 w 3584"/>
              <a:gd name="T115" fmla="*/ 1144 h 3573"/>
              <a:gd name="T116" fmla="*/ 1469 w 3584"/>
              <a:gd name="T117" fmla="*/ 869 h 3573"/>
              <a:gd name="T118" fmla="*/ 1377 w 3584"/>
              <a:gd name="T119" fmla="*/ 452 h 3573"/>
              <a:gd name="T120" fmla="*/ 1803 w 3584"/>
              <a:gd name="T121" fmla="*/ 114 h 3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4" h="3573">
                <a:moveTo>
                  <a:pt x="10" y="2754"/>
                </a:moveTo>
                <a:lnTo>
                  <a:pt x="25" y="2802"/>
                </a:lnTo>
                <a:lnTo>
                  <a:pt x="47" y="2850"/>
                </a:lnTo>
                <a:lnTo>
                  <a:pt x="76" y="2895"/>
                </a:lnTo>
                <a:lnTo>
                  <a:pt x="112" y="2939"/>
                </a:lnTo>
                <a:lnTo>
                  <a:pt x="153" y="2981"/>
                </a:lnTo>
                <a:lnTo>
                  <a:pt x="202" y="3020"/>
                </a:lnTo>
                <a:lnTo>
                  <a:pt x="255" y="3058"/>
                </a:lnTo>
                <a:lnTo>
                  <a:pt x="313" y="3093"/>
                </a:lnTo>
                <a:lnTo>
                  <a:pt x="377" y="3125"/>
                </a:lnTo>
                <a:lnTo>
                  <a:pt x="445" y="3154"/>
                </a:lnTo>
                <a:lnTo>
                  <a:pt x="517" y="3182"/>
                </a:lnTo>
                <a:lnTo>
                  <a:pt x="593" y="3205"/>
                </a:lnTo>
                <a:lnTo>
                  <a:pt x="674" y="3226"/>
                </a:lnTo>
                <a:lnTo>
                  <a:pt x="758" y="3243"/>
                </a:lnTo>
                <a:lnTo>
                  <a:pt x="845" y="3257"/>
                </a:lnTo>
                <a:lnTo>
                  <a:pt x="934" y="3268"/>
                </a:lnTo>
                <a:lnTo>
                  <a:pt x="1026" y="3273"/>
                </a:lnTo>
                <a:lnTo>
                  <a:pt x="1121" y="3275"/>
                </a:lnTo>
                <a:lnTo>
                  <a:pt x="1215" y="3273"/>
                </a:lnTo>
                <a:lnTo>
                  <a:pt x="1306" y="3268"/>
                </a:lnTo>
                <a:lnTo>
                  <a:pt x="1397" y="3257"/>
                </a:lnTo>
                <a:lnTo>
                  <a:pt x="1483" y="3243"/>
                </a:lnTo>
                <a:lnTo>
                  <a:pt x="1567" y="3226"/>
                </a:lnTo>
                <a:lnTo>
                  <a:pt x="1647" y="3205"/>
                </a:lnTo>
                <a:lnTo>
                  <a:pt x="1723" y="3182"/>
                </a:lnTo>
                <a:lnTo>
                  <a:pt x="1796" y="3154"/>
                </a:lnTo>
                <a:lnTo>
                  <a:pt x="1863" y="3125"/>
                </a:lnTo>
                <a:lnTo>
                  <a:pt x="1927" y="3093"/>
                </a:lnTo>
                <a:lnTo>
                  <a:pt x="1986" y="3058"/>
                </a:lnTo>
                <a:lnTo>
                  <a:pt x="2039" y="3020"/>
                </a:lnTo>
                <a:lnTo>
                  <a:pt x="2087" y="2981"/>
                </a:lnTo>
                <a:lnTo>
                  <a:pt x="2128" y="2939"/>
                </a:lnTo>
                <a:lnTo>
                  <a:pt x="2165" y="2895"/>
                </a:lnTo>
                <a:lnTo>
                  <a:pt x="2193" y="2850"/>
                </a:lnTo>
                <a:lnTo>
                  <a:pt x="2215" y="2802"/>
                </a:lnTo>
                <a:lnTo>
                  <a:pt x="2231" y="2754"/>
                </a:lnTo>
                <a:lnTo>
                  <a:pt x="2237" y="2791"/>
                </a:lnTo>
                <a:lnTo>
                  <a:pt x="2241" y="2829"/>
                </a:lnTo>
                <a:lnTo>
                  <a:pt x="2241" y="2977"/>
                </a:lnTo>
                <a:lnTo>
                  <a:pt x="2237" y="3027"/>
                </a:lnTo>
                <a:lnTo>
                  <a:pt x="2226" y="3074"/>
                </a:lnTo>
                <a:lnTo>
                  <a:pt x="2208" y="3120"/>
                </a:lnTo>
                <a:lnTo>
                  <a:pt x="2183" y="3165"/>
                </a:lnTo>
                <a:lnTo>
                  <a:pt x="2152" y="3209"/>
                </a:lnTo>
                <a:lnTo>
                  <a:pt x="2116" y="3251"/>
                </a:lnTo>
                <a:lnTo>
                  <a:pt x="2073" y="3291"/>
                </a:lnTo>
                <a:lnTo>
                  <a:pt x="2024" y="3329"/>
                </a:lnTo>
                <a:lnTo>
                  <a:pt x="1970" y="3366"/>
                </a:lnTo>
                <a:lnTo>
                  <a:pt x="1913" y="3399"/>
                </a:lnTo>
                <a:lnTo>
                  <a:pt x="1849" y="3429"/>
                </a:lnTo>
                <a:lnTo>
                  <a:pt x="1782" y="3458"/>
                </a:lnTo>
                <a:lnTo>
                  <a:pt x="1710" y="3484"/>
                </a:lnTo>
                <a:lnTo>
                  <a:pt x="1635" y="3506"/>
                </a:lnTo>
                <a:lnTo>
                  <a:pt x="1557" y="3526"/>
                </a:lnTo>
                <a:lnTo>
                  <a:pt x="1474" y="3543"/>
                </a:lnTo>
                <a:lnTo>
                  <a:pt x="1390" y="3556"/>
                </a:lnTo>
                <a:lnTo>
                  <a:pt x="1302" y="3566"/>
                </a:lnTo>
                <a:lnTo>
                  <a:pt x="1212" y="3571"/>
                </a:lnTo>
                <a:lnTo>
                  <a:pt x="1121" y="3573"/>
                </a:lnTo>
                <a:lnTo>
                  <a:pt x="1028" y="3571"/>
                </a:lnTo>
                <a:lnTo>
                  <a:pt x="939" y="3566"/>
                </a:lnTo>
                <a:lnTo>
                  <a:pt x="851" y="3556"/>
                </a:lnTo>
                <a:lnTo>
                  <a:pt x="767" y="3543"/>
                </a:lnTo>
                <a:lnTo>
                  <a:pt x="684" y="3526"/>
                </a:lnTo>
                <a:lnTo>
                  <a:pt x="606" y="3506"/>
                </a:lnTo>
                <a:lnTo>
                  <a:pt x="531" y="3484"/>
                </a:lnTo>
                <a:lnTo>
                  <a:pt x="459" y="3458"/>
                </a:lnTo>
                <a:lnTo>
                  <a:pt x="392" y="3429"/>
                </a:lnTo>
                <a:lnTo>
                  <a:pt x="329" y="3399"/>
                </a:lnTo>
                <a:lnTo>
                  <a:pt x="270" y="3366"/>
                </a:lnTo>
                <a:lnTo>
                  <a:pt x="216" y="3329"/>
                </a:lnTo>
                <a:lnTo>
                  <a:pt x="168" y="3291"/>
                </a:lnTo>
                <a:lnTo>
                  <a:pt x="125" y="3251"/>
                </a:lnTo>
                <a:lnTo>
                  <a:pt x="88" y="3209"/>
                </a:lnTo>
                <a:lnTo>
                  <a:pt x="57" y="3165"/>
                </a:lnTo>
                <a:lnTo>
                  <a:pt x="33" y="3120"/>
                </a:lnTo>
                <a:lnTo>
                  <a:pt x="14" y="3074"/>
                </a:lnTo>
                <a:lnTo>
                  <a:pt x="3" y="3027"/>
                </a:lnTo>
                <a:lnTo>
                  <a:pt x="0" y="2977"/>
                </a:lnTo>
                <a:lnTo>
                  <a:pt x="0" y="2829"/>
                </a:lnTo>
                <a:lnTo>
                  <a:pt x="3" y="2791"/>
                </a:lnTo>
                <a:lnTo>
                  <a:pt x="10" y="2754"/>
                </a:lnTo>
                <a:close/>
                <a:moveTo>
                  <a:pt x="10" y="2307"/>
                </a:moveTo>
                <a:lnTo>
                  <a:pt x="25" y="2356"/>
                </a:lnTo>
                <a:lnTo>
                  <a:pt x="47" y="2403"/>
                </a:lnTo>
                <a:lnTo>
                  <a:pt x="76" y="2448"/>
                </a:lnTo>
                <a:lnTo>
                  <a:pt x="112" y="2492"/>
                </a:lnTo>
                <a:lnTo>
                  <a:pt x="153" y="2533"/>
                </a:lnTo>
                <a:lnTo>
                  <a:pt x="202" y="2574"/>
                </a:lnTo>
                <a:lnTo>
                  <a:pt x="255" y="2611"/>
                </a:lnTo>
                <a:lnTo>
                  <a:pt x="313" y="2646"/>
                </a:lnTo>
                <a:lnTo>
                  <a:pt x="377" y="2678"/>
                </a:lnTo>
                <a:lnTo>
                  <a:pt x="445" y="2708"/>
                </a:lnTo>
                <a:lnTo>
                  <a:pt x="517" y="2735"/>
                </a:lnTo>
                <a:lnTo>
                  <a:pt x="593" y="2758"/>
                </a:lnTo>
                <a:lnTo>
                  <a:pt x="674" y="2779"/>
                </a:lnTo>
                <a:lnTo>
                  <a:pt x="758" y="2797"/>
                </a:lnTo>
                <a:lnTo>
                  <a:pt x="845" y="2810"/>
                </a:lnTo>
                <a:lnTo>
                  <a:pt x="934" y="2820"/>
                </a:lnTo>
                <a:lnTo>
                  <a:pt x="1026" y="2827"/>
                </a:lnTo>
                <a:lnTo>
                  <a:pt x="1121" y="2829"/>
                </a:lnTo>
                <a:lnTo>
                  <a:pt x="1215" y="2827"/>
                </a:lnTo>
                <a:lnTo>
                  <a:pt x="1306" y="2820"/>
                </a:lnTo>
                <a:lnTo>
                  <a:pt x="1397" y="2810"/>
                </a:lnTo>
                <a:lnTo>
                  <a:pt x="1483" y="2797"/>
                </a:lnTo>
                <a:lnTo>
                  <a:pt x="1567" y="2779"/>
                </a:lnTo>
                <a:lnTo>
                  <a:pt x="1647" y="2758"/>
                </a:lnTo>
                <a:lnTo>
                  <a:pt x="1723" y="2735"/>
                </a:lnTo>
                <a:lnTo>
                  <a:pt x="1796" y="2708"/>
                </a:lnTo>
                <a:lnTo>
                  <a:pt x="1863" y="2678"/>
                </a:lnTo>
                <a:lnTo>
                  <a:pt x="1927" y="2646"/>
                </a:lnTo>
                <a:lnTo>
                  <a:pt x="1986" y="2611"/>
                </a:lnTo>
                <a:lnTo>
                  <a:pt x="2039" y="2574"/>
                </a:lnTo>
                <a:lnTo>
                  <a:pt x="2087" y="2533"/>
                </a:lnTo>
                <a:lnTo>
                  <a:pt x="2128" y="2492"/>
                </a:lnTo>
                <a:lnTo>
                  <a:pt x="2165" y="2448"/>
                </a:lnTo>
                <a:lnTo>
                  <a:pt x="2193" y="2403"/>
                </a:lnTo>
                <a:lnTo>
                  <a:pt x="2215" y="2356"/>
                </a:lnTo>
                <a:lnTo>
                  <a:pt x="2231" y="2307"/>
                </a:lnTo>
                <a:lnTo>
                  <a:pt x="2237" y="2345"/>
                </a:lnTo>
                <a:lnTo>
                  <a:pt x="2241" y="2382"/>
                </a:lnTo>
                <a:lnTo>
                  <a:pt x="2241" y="2531"/>
                </a:lnTo>
                <a:lnTo>
                  <a:pt x="2237" y="2580"/>
                </a:lnTo>
                <a:lnTo>
                  <a:pt x="2226" y="2627"/>
                </a:lnTo>
                <a:lnTo>
                  <a:pt x="2208" y="2674"/>
                </a:lnTo>
                <a:lnTo>
                  <a:pt x="2183" y="2719"/>
                </a:lnTo>
                <a:lnTo>
                  <a:pt x="2152" y="2763"/>
                </a:lnTo>
                <a:lnTo>
                  <a:pt x="2116" y="2805"/>
                </a:lnTo>
                <a:lnTo>
                  <a:pt x="2073" y="2844"/>
                </a:lnTo>
                <a:lnTo>
                  <a:pt x="2024" y="2883"/>
                </a:lnTo>
                <a:lnTo>
                  <a:pt x="1970" y="2918"/>
                </a:lnTo>
                <a:lnTo>
                  <a:pt x="1913" y="2952"/>
                </a:lnTo>
                <a:lnTo>
                  <a:pt x="1849" y="2983"/>
                </a:lnTo>
                <a:lnTo>
                  <a:pt x="1782" y="3011"/>
                </a:lnTo>
                <a:lnTo>
                  <a:pt x="1710" y="3037"/>
                </a:lnTo>
                <a:lnTo>
                  <a:pt x="1635" y="3060"/>
                </a:lnTo>
                <a:lnTo>
                  <a:pt x="1557" y="3080"/>
                </a:lnTo>
                <a:lnTo>
                  <a:pt x="1474" y="3096"/>
                </a:lnTo>
                <a:lnTo>
                  <a:pt x="1390" y="3109"/>
                </a:lnTo>
                <a:lnTo>
                  <a:pt x="1302" y="3118"/>
                </a:lnTo>
                <a:lnTo>
                  <a:pt x="1212" y="3125"/>
                </a:lnTo>
                <a:lnTo>
                  <a:pt x="1121" y="3127"/>
                </a:lnTo>
                <a:lnTo>
                  <a:pt x="1028" y="3125"/>
                </a:lnTo>
                <a:lnTo>
                  <a:pt x="939" y="3118"/>
                </a:lnTo>
                <a:lnTo>
                  <a:pt x="851" y="3109"/>
                </a:lnTo>
                <a:lnTo>
                  <a:pt x="767" y="3096"/>
                </a:lnTo>
                <a:lnTo>
                  <a:pt x="684" y="3080"/>
                </a:lnTo>
                <a:lnTo>
                  <a:pt x="606" y="3060"/>
                </a:lnTo>
                <a:lnTo>
                  <a:pt x="531" y="3037"/>
                </a:lnTo>
                <a:lnTo>
                  <a:pt x="459" y="3011"/>
                </a:lnTo>
                <a:lnTo>
                  <a:pt x="392" y="2983"/>
                </a:lnTo>
                <a:lnTo>
                  <a:pt x="329" y="2952"/>
                </a:lnTo>
                <a:lnTo>
                  <a:pt x="270" y="2918"/>
                </a:lnTo>
                <a:lnTo>
                  <a:pt x="216" y="2883"/>
                </a:lnTo>
                <a:lnTo>
                  <a:pt x="168" y="2844"/>
                </a:lnTo>
                <a:lnTo>
                  <a:pt x="125" y="2805"/>
                </a:lnTo>
                <a:lnTo>
                  <a:pt x="88" y="2763"/>
                </a:lnTo>
                <a:lnTo>
                  <a:pt x="57" y="2719"/>
                </a:lnTo>
                <a:lnTo>
                  <a:pt x="33" y="2674"/>
                </a:lnTo>
                <a:lnTo>
                  <a:pt x="14" y="2627"/>
                </a:lnTo>
                <a:lnTo>
                  <a:pt x="3" y="2580"/>
                </a:lnTo>
                <a:lnTo>
                  <a:pt x="0" y="2531"/>
                </a:lnTo>
                <a:lnTo>
                  <a:pt x="0" y="2382"/>
                </a:lnTo>
                <a:lnTo>
                  <a:pt x="3" y="2345"/>
                </a:lnTo>
                <a:lnTo>
                  <a:pt x="10" y="2307"/>
                </a:lnTo>
                <a:close/>
                <a:moveTo>
                  <a:pt x="3576" y="2159"/>
                </a:moveTo>
                <a:lnTo>
                  <a:pt x="3582" y="2195"/>
                </a:lnTo>
                <a:lnTo>
                  <a:pt x="3584" y="2233"/>
                </a:lnTo>
                <a:lnTo>
                  <a:pt x="3584" y="2382"/>
                </a:lnTo>
                <a:lnTo>
                  <a:pt x="3581" y="2431"/>
                </a:lnTo>
                <a:lnTo>
                  <a:pt x="3570" y="2478"/>
                </a:lnTo>
                <a:lnTo>
                  <a:pt x="3552" y="2525"/>
                </a:lnTo>
                <a:lnTo>
                  <a:pt x="3528" y="2570"/>
                </a:lnTo>
                <a:lnTo>
                  <a:pt x="3497" y="2613"/>
                </a:lnTo>
                <a:lnTo>
                  <a:pt x="3460" y="2655"/>
                </a:lnTo>
                <a:lnTo>
                  <a:pt x="3417" y="2696"/>
                </a:lnTo>
                <a:lnTo>
                  <a:pt x="3368" y="2733"/>
                </a:lnTo>
                <a:lnTo>
                  <a:pt x="3315" y="2769"/>
                </a:lnTo>
                <a:lnTo>
                  <a:pt x="3257" y="2803"/>
                </a:lnTo>
                <a:lnTo>
                  <a:pt x="3194" y="2834"/>
                </a:lnTo>
                <a:lnTo>
                  <a:pt x="3127" y="2863"/>
                </a:lnTo>
                <a:lnTo>
                  <a:pt x="3055" y="2888"/>
                </a:lnTo>
                <a:lnTo>
                  <a:pt x="2980" y="2911"/>
                </a:lnTo>
                <a:lnTo>
                  <a:pt x="2900" y="2931"/>
                </a:lnTo>
                <a:lnTo>
                  <a:pt x="2819" y="2948"/>
                </a:lnTo>
                <a:lnTo>
                  <a:pt x="2734" y="2961"/>
                </a:lnTo>
                <a:lnTo>
                  <a:pt x="2647" y="2970"/>
                </a:lnTo>
                <a:lnTo>
                  <a:pt x="2556" y="2975"/>
                </a:lnTo>
                <a:lnTo>
                  <a:pt x="2465" y="2977"/>
                </a:lnTo>
                <a:lnTo>
                  <a:pt x="2427" y="2977"/>
                </a:lnTo>
                <a:lnTo>
                  <a:pt x="2390" y="2975"/>
                </a:lnTo>
                <a:lnTo>
                  <a:pt x="2390" y="2678"/>
                </a:lnTo>
                <a:lnTo>
                  <a:pt x="2427" y="2679"/>
                </a:lnTo>
                <a:lnTo>
                  <a:pt x="2465" y="2679"/>
                </a:lnTo>
                <a:lnTo>
                  <a:pt x="2558" y="2678"/>
                </a:lnTo>
                <a:lnTo>
                  <a:pt x="2651" y="2671"/>
                </a:lnTo>
                <a:lnTo>
                  <a:pt x="2740" y="2662"/>
                </a:lnTo>
                <a:lnTo>
                  <a:pt x="2828" y="2647"/>
                </a:lnTo>
                <a:lnTo>
                  <a:pt x="2910" y="2631"/>
                </a:lnTo>
                <a:lnTo>
                  <a:pt x="2991" y="2610"/>
                </a:lnTo>
                <a:lnTo>
                  <a:pt x="3067" y="2586"/>
                </a:lnTo>
                <a:lnTo>
                  <a:pt x="3140" y="2559"/>
                </a:lnTo>
                <a:lnTo>
                  <a:pt x="3208" y="2530"/>
                </a:lnTo>
                <a:lnTo>
                  <a:pt x="3272" y="2497"/>
                </a:lnTo>
                <a:lnTo>
                  <a:pt x="3331" y="2461"/>
                </a:lnTo>
                <a:lnTo>
                  <a:pt x="3384" y="2424"/>
                </a:lnTo>
                <a:lnTo>
                  <a:pt x="3431" y="2384"/>
                </a:lnTo>
                <a:lnTo>
                  <a:pt x="3473" y="2343"/>
                </a:lnTo>
                <a:lnTo>
                  <a:pt x="3508" y="2299"/>
                </a:lnTo>
                <a:lnTo>
                  <a:pt x="3538" y="2253"/>
                </a:lnTo>
                <a:lnTo>
                  <a:pt x="3560" y="2207"/>
                </a:lnTo>
                <a:lnTo>
                  <a:pt x="3576" y="2159"/>
                </a:lnTo>
                <a:close/>
                <a:moveTo>
                  <a:pt x="3576" y="1711"/>
                </a:moveTo>
                <a:lnTo>
                  <a:pt x="3582" y="1749"/>
                </a:lnTo>
                <a:lnTo>
                  <a:pt x="3584" y="1786"/>
                </a:lnTo>
                <a:lnTo>
                  <a:pt x="3584" y="1934"/>
                </a:lnTo>
                <a:lnTo>
                  <a:pt x="3581" y="1984"/>
                </a:lnTo>
                <a:lnTo>
                  <a:pt x="3570" y="2031"/>
                </a:lnTo>
                <a:lnTo>
                  <a:pt x="3552" y="2079"/>
                </a:lnTo>
                <a:lnTo>
                  <a:pt x="3528" y="2124"/>
                </a:lnTo>
                <a:lnTo>
                  <a:pt x="3497" y="2167"/>
                </a:lnTo>
                <a:lnTo>
                  <a:pt x="3460" y="2208"/>
                </a:lnTo>
                <a:lnTo>
                  <a:pt x="3417" y="2249"/>
                </a:lnTo>
                <a:lnTo>
                  <a:pt x="3368" y="2286"/>
                </a:lnTo>
                <a:lnTo>
                  <a:pt x="3315" y="2323"/>
                </a:lnTo>
                <a:lnTo>
                  <a:pt x="3257" y="2356"/>
                </a:lnTo>
                <a:lnTo>
                  <a:pt x="3194" y="2388"/>
                </a:lnTo>
                <a:lnTo>
                  <a:pt x="3127" y="2416"/>
                </a:lnTo>
                <a:lnTo>
                  <a:pt x="3055" y="2442"/>
                </a:lnTo>
                <a:lnTo>
                  <a:pt x="2980" y="2465"/>
                </a:lnTo>
                <a:lnTo>
                  <a:pt x="2900" y="2483"/>
                </a:lnTo>
                <a:lnTo>
                  <a:pt x="2819" y="2500"/>
                </a:lnTo>
                <a:lnTo>
                  <a:pt x="2734" y="2513"/>
                </a:lnTo>
                <a:lnTo>
                  <a:pt x="2647" y="2523"/>
                </a:lnTo>
                <a:lnTo>
                  <a:pt x="2556" y="2528"/>
                </a:lnTo>
                <a:lnTo>
                  <a:pt x="2465" y="2531"/>
                </a:lnTo>
                <a:lnTo>
                  <a:pt x="2427" y="2530"/>
                </a:lnTo>
                <a:lnTo>
                  <a:pt x="2390" y="2528"/>
                </a:lnTo>
                <a:lnTo>
                  <a:pt x="2390" y="2231"/>
                </a:lnTo>
                <a:lnTo>
                  <a:pt x="2427" y="2233"/>
                </a:lnTo>
                <a:lnTo>
                  <a:pt x="2465" y="2233"/>
                </a:lnTo>
                <a:lnTo>
                  <a:pt x="2558" y="2230"/>
                </a:lnTo>
                <a:lnTo>
                  <a:pt x="2651" y="2225"/>
                </a:lnTo>
                <a:lnTo>
                  <a:pt x="2740" y="2215"/>
                </a:lnTo>
                <a:lnTo>
                  <a:pt x="2828" y="2201"/>
                </a:lnTo>
                <a:lnTo>
                  <a:pt x="2910" y="2184"/>
                </a:lnTo>
                <a:lnTo>
                  <a:pt x="2991" y="2163"/>
                </a:lnTo>
                <a:lnTo>
                  <a:pt x="3067" y="2139"/>
                </a:lnTo>
                <a:lnTo>
                  <a:pt x="3140" y="2113"/>
                </a:lnTo>
                <a:lnTo>
                  <a:pt x="3208" y="2083"/>
                </a:lnTo>
                <a:lnTo>
                  <a:pt x="3272" y="2050"/>
                </a:lnTo>
                <a:lnTo>
                  <a:pt x="3331" y="2015"/>
                </a:lnTo>
                <a:lnTo>
                  <a:pt x="3384" y="1977"/>
                </a:lnTo>
                <a:lnTo>
                  <a:pt x="3431" y="1938"/>
                </a:lnTo>
                <a:lnTo>
                  <a:pt x="3473" y="1896"/>
                </a:lnTo>
                <a:lnTo>
                  <a:pt x="3508" y="1852"/>
                </a:lnTo>
                <a:lnTo>
                  <a:pt x="3538" y="1807"/>
                </a:lnTo>
                <a:lnTo>
                  <a:pt x="3560" y="1760"/>
                </a:lnTo>
                <a:lnTo>
                  <a:pt x="3576" y="1711"/>
                </a:lnTo>
                <a:close/>
                <a:moveTo>
                  <a:pt x="1121" y="1488"/>
                </a:moveTo>
                <a:lnTo>
                  <a:pt x="1212" y="1490"/>
                </a:lnTo>
                <a:lnTo>
                  <a:pt x="1302" y="1496"/>
                </a:lnTo>
                <a:lnTo>
                  <a:pt x="1390" y="1505"/>
                </a:lnTo>
                <a:lnTo>
                  <a:pt x="1474" y="1519"/>
                </a:lnTo>
                <a:lnTo>
                  <a:pt x="1557" y="1535"/>
                </a:lnTo>
                <a:lnTo>
                  <a:pt x="1635" y="1555"/>
                </a:lnTo>
                <a:lnTo>
                  <a:pt x="1710" y="1577"/>
                </a:lnTo>
                <a:lnTo>
                  <a:pt x="1782" y="1603"/>
                </a:lnTo>
                <a:lnTo>
                  <a:pt x="1849" y="1632"/>
                </a:lnTo>
                <a:lnTo>
                  <a:pt x="1913" y="1663"/>
                </a:lnTo>
                <a:lnTo>
                  <a:pt x="1970" y="1696"/>
                </a:lnTo>
                <a:lnTo>
                  <a:pt x="2024" y="1732"/>
                </a:lnTo>
                <a:lnTo>
                  <a:pt x="2073" y="1771"/>
                </a:lnTo>
                <a:lnTo>
                  <a:pt x="2116" y="1810"/>
                </a:lnTo>
                <a:lnTo>
                  <a:pt x="2152" y="1852"/>
                </a:lnTo>
                <a:lnTo>
                  <a:pt x="2183" y="1896"/>
                </a:lnTo>
                <a:lnTo>
                  <a:pt x="2208" y="1941"/>
                </a:lnTo>
                <a:lnTo>
                  <a:pt x="2226" y="1987"/>
                </a:lnTo>
                <a:lnTo>
                  <a:pt x="2237" y="2035"/>
                </a:lnTo>
                <a:lnTo>
                  <a:pt x="2241" y="2084"/>
                </a:lnTo>
                <a:lnTo>
                  <a:pt x="2237" y="2132"/>
                </a:lnTo>
                <a:lnTo>
                  <a:pt x="2226" y="2181"/>
                </a:lnTo>
                <a:lnTo>
                  <a:pt x="2208" y="2227"/>
                </a:lnTo>
                <a:lnTo>
                  <a:pt x="2183" y="2272"/>
                </a:lnTo>
                <a:lnTo>
                  <a:pt x="2152" y="2316"/>
                </a:lnTo>
                <a:lnTo>
                  <a:pt x="2116" y="2358"/>
                </a:lnTo>
                <a:lnTo>
                  <a:pt x="2073" y="2398"/>
                </a:lnTo>
                <a:lnTo>
                  <a:pt x="2024" y="2436"/>
                </a:lnTo>
                <a:lnTo>
                  <a:pt x="1970" y="2471"/>
                </a:lnTo>
                <a:lnTo>
                  <a:pt x="1913" y="2505"/>
                </a:lnTo>
                <a:lnTo>
                  <a:pt x="1849" y="2536"/>
                </a:lnTo>
                <a:lnTo>
                  <a:pt x="1782" y="2565"/>
                </a:lnTo>
                <a:lnTo>
                  <a:pt x="1710" y="2590"/>
                </a:lnTo>
                <a:lnTo>
                  <a:pt x="1635" y="2613"/>
                </a:lnTo>
                <a:lnTo>
                  <a:pt x="1557" y="2633"/>
                </a:lnTo>
                <a:lnTo>
                  <a:pt x="1474" y="2649"/>
                </a:lnTo>
                <a:lnTo>
                  <a:pt x="1390" y="2663"/>
                </a:lnTo>
                <a:lnTo>
                  <a:pt x="1302" y="2671"/>
                </a:lnTo>
                <a:lnTo>
                  <a:pt x="1212" y="2678"/>
                </a:lnTo>
                <a:lnTo>
                  <a:pt x="1121" y="2679"/>
                </a:lnTo>
                <a:lnTo>
                  <a:pt x="1028" y="2678"/>
                </a:lnTo>
                <a:lnTo>
                  <a:pt x="939" y="2671"/>
                </a:lnTo>
                <a:lnTo>
                  <a:pt x="851" y="2663"/>
                </a:lnTo>
                <a:lnTo>
                  <a:pt x="767" y="2649"/>
                </a:lnTo>
                <a:lnTo>
                  <a:pt x="684" y="2633"/>
                </a:lnTo>
                <a:lnTo>
                  <a:pt x="606" y="2613"/>
                </a:lnTo>
                <a:lnTo>
                  <a:pt x="531" y="2590"/>
                </a:lnTo>
                <a:lnTo>
                  <a:pt x="459" y="2565"/>
                </a:lnTo>
                <a:lnTo>
                  <a:pt x="392" y="2536"/>
                </a:lnTo>
                <a:lnTo>
                  <a:pt x="329" y="2505"/>
                </a:lnTo>
                <a:lnTo>
                  <a:pt x="270" y="2471"/>
                </a:lnTo>
                <a:lnTo>
                  <a:pt x="216" y="2436"/>
                </a:lnTo>
                <a:lnTo>
                  <a:pt x="168" y="2398"/>
                </a:lnTo>
                <a:lnTo>
                  <a:pt x="125" y="2358"/>
                </a:lnTo>
                <a:lnTo>
                  <a:pt x="88" y="2316"/>
                </a:lnTo>
                <a:lnTo>
                  <a:pt x="57" y="2272"/>
                </a:lnTo>
                <a:lnTo>
                  <a:pt x="33" y="2227"/>
                </a:lnTo>
                <a:lnTo>
                  <a:pt x="14" y="2181"/>
                </a:lnTo>
                <a:lnTo>
                  <a:pt x="3" y="2132"/>
                </a:lnTo>
                <a:lnTo>
                  <a:pt x="0" y="2084"/>
                </a:lnTo>
                <a:lnTo>
                  <a:pt x="3" y="2035"/>
                </a:lnTo>
                <a:lnTo>
                  <a:pt x="14" y="1987"/>
                </a:lnTo>
                <a:lnTo>
                  <a:pt x="33" y="1941"/>
                </a:lnTo>
                <a:lnTo>
                  <a:pt x="57" y="1896"/>
                </a:lnTo>
                <a:lnTo>
                  <a:pt x="88" y="1852"/>
                </a:lnTo>
                <a:lnTo>
                  <a:pt x="125" y="1810"/>
                </a:lnTo>
                <a:lnTo>
                  <a:pt x="168" y="1771"/>
                </a:lnTo>
                <a:lnTo>
                  <a:pt x="216" y="1732"/>
                </a:lnTo>
                <a:lnTo>
                  <a:pt x="270" y="1696"/>
                </a:lnTo>
                <a:lnTo>
                  <a:pt x="329" y="1663"/>
                </a:lnTo>
                <a:lnTo>
                  <a:pt x="392" y="1632"/>
                </a:lnTo>
                <a:lnTo>
                  <a:pt x="459" y="1603"/>
                </a:lnTo>
                <a:lnTo>
                  <a:pt x="531" y="1577"/>
                </a:lnTo>
                <a:lnTo>
                  <a:pt x="606" y="1555"/>
                </a:lnTo>
                <a:lnTo>
                  <a:pt x="684" y="1535"/>
                </a:lnTo>
                <a:lnTo>
                  <a:pt x="767" y="1519"/>
                </a:lnTo>
                <a:lnTo>
                  <a:pt x="851" y="1505"/>
                </a:lnTo>
                <a:lnTo>
                  <a:pt x="939" y="1496"/>
                </a:lnTo>
                <a:lnTo>
                  <a:pt x="1028" y="1490"/>
                </a:lnTo>
                <a:lnTo>
                  <a:pt x="1121" y="1488"/>
                </a:lnTo>
                <a:close/>
                <a:moveTo>
                  <a:pt x="3576" y="1265"/>
                </a:moveTo>
                <a:lnTo>
                  <a:pt x="3582" y="1302"/>
                </a:lnTo>
                <a:lnTo>
                  <a:pt x="3584" y="1339"/>
                </a:lnTo>
                <a:lnTo>
                  <a:pt x="3584" y="1488"/>
                </a:lnTo>
                <a:lnTo>
                  <a:pt x="3581" y="1537"/>
                </a:lnTo>
                <a:lnTo>
                  <a:pt x="3570" y="1585"/>
                </a:lnTo>
                <a:lnTo>
                  <a:pt x="3552" y="1632"/>
                </a:lnTo>
                <a:lnTo>
                  <a:pt x="3528" y="1677"/>
                </a:lnTo>
                <a:lnTo>
                  <a:pt x="3497" y="1720"/>
                </a:lnTo>
                <a:lnTo>
                  <a:pt x="3460" y="1762"/>
                </a:lnTo>
                <a:lnTo>
                  <a:pt x="3417" y="1802"/>
                </a:lnTo>
                <a:lnTo>
                  <a:pt x="3368" y="1840"/>
                </a:lnTo>
                <a:lnTo>
                  <a:pt x="3315" y="1876"/>
                </a:lnTo>
                <a:lnTo>
                  <a:pt x="3257" y="1909"/>
                </a:lnTo>
                <a:lnTo>
                  <a:pt x="3194" y="1941"/>
                </a:lnTo>
                <a:lnTo>
                  <a:pt x="3127" y="1970"/>
                </a:lnTo>
                <a:lnTo>
                  <a:pt x="3055" y="1995"/>
                </a:lnTo>
                <a:lnTo>
                  <a:pt x="2980" y="2018"/>
                </a:lnTo>
                <a:lnTo>
                  <a:pt x="2900" y="2037"/>
                </a:lnTo>
                <a:lnTo>
                  <a:pt x="2819" y="2053"/>
                </a:lnTo>
                <a:lnTo>
                  <a:pt x="2734" y="2066"/>
                </a:lnTo>
                <a:lnTo>
                  <a:pt x="2647" y="2076"/>
                </a:lnTo>
                <a:lnTo>
                  <a:pt x="2556" y="2082"/>
                </a:lnTo>
                <a:lnTo>
                  <a:pt x="2465" y="2084"/>
                </a:lnTo>
                <a:lnTo>
                  <a:pt x="2427" y="2083"/>
                </a:lnTo>
                <a:lnTo>
                  <a:pt x="2390" y="2082"/>
                </a:lnTo>
                <a:lnTo>
                  <a:pt x="2386" y="2028"/>
                </a:lnTo>
                <a:lnTo>
                  <a:pt x="2376" y="1975"/>
                </a:lnTo>
                <a:lnTo>
                  <a:pt x="2361" y="1923"/>
                </a:lnTo>
                <a:lnTo>
                  <a:pt x="2340" y="1873"/>
                </a:lnTo>
                <a:lnTo>
                  <a:pt x="2312" y="1824"/>
                </a:lnTo>
                <a:lnTo>
                  <a:pt x="2280" y="1777"/>
                </a:lnTo>
                <a:lnTo>
                  <a:pt x="2372" y="1784"/>
                </a:lnTo>
                <a:lnTo>
                  <a:pt x="2465" y="1786"/>
                </a:lnTo>
                <a:lnTo>
                  <a:pt x="2558" y="1784"/>
                </a:lnTo>
                <a:lnTo>
                  <a:pt x="2651" y="1778"/>
                </a:lnTo>
                <a:lnTo>
                  <a:pt x="2740" y="1768"/>
                </a:lnTo>
                <a:lnTo>
                  <a:pt x="2828" y="1754"/>
                </a:lnTo>
                <a:lnTo>
                  <a:pt x="2910" y="1736"/>
                </a:lnTo>
                <a:lnTo>
                  <a:pt x="2991" y="1717"/>
                </a:lnTo>
                <a:lnTo>
                  <a:pt x="3067" y="1692"/>
                </a:lnTo>
                <a:lnTo>
                  <a:pt x="3140" y="1665"/>
                </a:lnTo>
                <a:lnTo>
                  <a:pt x="3208" y="1635"/>
                </a:lnTo>
                <a:lnTo>
                  <a:pt x="3272" y="1603"/>
                </a:lnTo>
                <a:lnTo>
                  <a:pt x="3331" y="1568"/>
                </a:lnTo>
                <a:lnTo>
                  <a:pt x="3384" y="1531"/>
                </a:lnTo>
                <a:lnTo>
                  <a:pt x="3431" y="1491"/>
                </a:lnTo>
                <a:lnTo>
                  <a:pt x="3473" y="1449"/>
                </a:lnTo>
                <a:lnTo>
                  <a:pt x="3508" y="1405"/>
                </a:lnTo>
                <a:lnTo>
                  <a:pt x="3538" y="1360"/>
                </a:lnTo>
                <a:lnTo>
                  <a:pt x="3560" y="1313"/>
                </a:lnTo>
                <a:lnTo>
                  <a:pt x="3576" y="1265"/>
                </a:lnTo>
                <a:close/>
                <a:moveTo>
                  <a:pt x="3576" y="818"/>
                </a:moveTo>
                <a:lnTo>
                  <a:pt x="3582" y="855"/>
                </a:lnTo>
                <a:lnTo>
                  <a:pt x="3584" y="893"/>
                </a:lnTo>
                <a:lnTo>
                  <a:pt x="3584" y="1041"/>
                </a:lnTo>
                <a:lnTo>
                  <a:pt x="3581" y="1091"/>
                </a:lnTo>
                <a:lnTo>
                  <a:pt x="3570" y="1138"/>
                </a:lnTo>
                <a:lnTo>
                  <a:pt x="3552" y="1184"/>
                </a:lnTo>
                <a:lnTo>
                  <a:pt x="3528" y="1229"/>
                </a:lnTo>
                <a:lnTo>
                  <a:pt x="3497" y="1273"/>
                </a:lnTo>
                <a:lnTo>
                  <a:pt x="3460" y="1315"/>
                </a:lnTo>
                <a:lnTo>
                  <a:pt x="3417" y="1355"/>
                </a:lnTo>
                <a:lnTo>
                  <a:pt x="3368" y="1393"/>
                </a:lnTo>
                <a:lnTo>
                  <a:pt x="3315" y="1430"/>
                </a:lnTo>
                <a:lnTo>
                  <a:pt x="3257" y="1463"/>
                </a:lnTo>
                <a:lnTo>
                  <a:pt x="3194" y="1493"/>
                </a:lnTo>
                <a:lnTo>
                  <a:pt x="3127" y="1522"/>
                </a:lnTo>
                <a:lnTo>
                  <a:pt x="3055" y="1548"/>
                </a:lnTo>
                <a:lnTo>
                  <a:pt x="2980" y="1570"/>
                </a:lnTo>
                <a:lnTo>
                  <a:pt x="2900" y="1590"/>
                </a:lnTo>
                <a:lnTo>
                  <a:pt x="2819" y="1607"/>
                </a:lnTo>
                <a:lnTo>
                  <a:pt x="2734" y="1620"/>
                </a:lnTo>
                <a:lnTo>
                  <a:pt x="2647" y="1630"/>
                </a:lnTo>
                <a:lnTo>
                  <a:pt x="2556" y="1635"/>
                </a:lnTo>
                <a:lnTo>
                  <a:pt x="2465" y="1637"/>
                </a:lnTo>
                <a:lnTo>
                  <a:pt x="2369" y="1635"/>
                </a:lnTo>
                <a:lnTo>
                  <a:pt x="2276" y="1629"/>
                </a:lnTo>
                <a:lnTo>
                  <a:pt x="2185" y="1618"/>
                </a:lnTo>
                <a:lnTo>
                  <a:pt x="2097" y="1603"/>
                </a:lnTo>
                <a:lnTo>
                  <a:pt x="2033" y="1562"/>
                </a:lnTo>
                <a:lnTo>
                  <a:pt x="1964" y="1523"/>
                </a:lnTo>
                <a:lnTo>
                  <a:pt x="1889" y="1488"/>
                </a:lnTo>
                <a:lnTo>
                  <a:pt x="1809" y="1456"/>
                </a:lnTo>
                <a:lnTo>
                  <a:pt x="1725" y="1427"/>
                </a:lnTo>
                <a:lnTo>
                  <a:pt x="1637" y="1402"/>
                </a:lnTo>
                <a:lnTo>
                  <a:pt x="1546" y="1381"/>
                </a:lnTo>
                <a:lnTo>
                  <a:pt x="1500" y="1345"/>
                </a:lnTo>
                <a:lnTo>
                  <a:pt x="1461" y="1305"/>
                </a:lnTo>
                <a:lnTo>
                  <a:pt x="1426" y="1265"/>
                </a:lnTo>
                <a:lnTo>
                  <a:pt x="1398" y="1223"/>
                </a:lnTo>
                <a:lnTo>
                  <a:pt x="1375" y="1179"/>
                </a:lnTo>
                <a:lnTo>
                  <a:pt x="1358" y="1135"/>
                </a:lnTo>
                <a:lnTo>
                  <a:pt x="1348" y="1089"/>
                </a:lnTo>
                <a:lnTo>
                  <a:pt x="1345" y="1041"/>
                </a:lnTo>
                <a:lnTo>
                  <a:pt x="1345" y="893"/>
                </a:lnTo>
                <a:lnTo>
                  <a:pt x="1347" y="855"/>
                </a:lnTo>
                <a:lnTo>
                  <a:pt x="1354" y="818"/>
                </a:lnTo>
                <a:lnTo>
                  <a:pt x="1369" y="866"/>
                </a:lnTo>
                <a:lnTo>
                  <a:pt x="1391" y="914"/>
                </a:lnTo>
                <a:lnTo>
                  <a:pt x="1421" y="959"/>
                </a:lnTo>
                <a:lnTo>
                  <a:pt x="1456" y="1003"/>
                </a:lnTo>
                <a:lnTo>
                  <a:pt x="1498" y="1045"/>
                </a:lnTo>
                <a:lnTo>
                  <a:pt x="1546" y="1084"/>
                </a:lnTo>
                <a:lnTo>
                  <a:pt x="1599" y="1122"/>
                </a:lnTo>
                <a:lnTo>
                  <a:pt x="1657" y="1157"/>
                </a:lnTo>
                <a:lnTo>
                  <a:pt x="1721" y="1189"/>
                </a:lnTo>
                <a:lnTo>
                  <a:pt x="1789" y="1218"/>
                </a:lnTo>
                <a:lnTo>
                  <a:pt x="1861" y="1246"/>
                </a:lnTo>
                <a:lnTo>
                  <a:pt x="1938" y="1270"/>
                </a:lnTo>
                <a:lnTo>
                  <a:pt x="2019" y="1290"/>
                </a:lnTo>
                <a:lnTo>
                  <a:pt x="2102" y="1307"/>
                </a:lnTo>
                <a:lnTo>
                  <a:pt x="2189" y="1321"/>
                </a:lnTo>
                <a:lnTo>
                  <a:pt x="2278" y="1332"/>
                </a:lnTo>
                <a:lnTo>
                  <a:pt x="2371" y="1337"/>
                </a:lnTo>
                <a:lnTo>
                  <a:pt x="2465" y="1339"/>
                </a:lnTo>
                <a:lnTo>
                  <a:pt x="2558" y="1337"/>
                </a:lnTo>
                <a:lnTo>
                  <a:pt x="2651" y="1332"/>
                </a:lnTo>
                <a:lnTo>
                  <a:pt x="2740" y="1321"/>
                </a:lnTo>
                <a:lnTo>
                  <a:pt x="2828" y="1307"/>
                </a:lnTo>
                <a:lnTo>
                  <a:pt x="2910" y="1290"/>
                </a:lnTo>
                <a:lnTo>
                  <a:pt x="2991" y="1270"/>
                </a:lnTo>
                <a:lnTo>
                  <a:pt x="3067" y="1246"/>
                </a:lnTo>
                <a:lnTo>
                  <a:pt x="3140" y="1218"/>
                </a:lnTo>
                <a:lnTo>
                  <a:pt x="3208" y="1189"/>
                </a:lnTo>
                <a:lnTo>
                  <a:pt x="3272" y="1157"/>
                </a:lnTo>
                <a:lnTo>
                  <a:pt x="3331" y="1122"/>
                </a:lnTo>
                <a:lnTo>
                  <a:pt x="3384" y="1084"/>
                </a:lnTo>
                <a:lnTo>
                  <a:pt x="3431" y="1045"/>
                </a:lnTo>
                <a:lnTo>
                  <a:pt x="3473" y="1003"/>
                </a:lnTo>
                <a:lnTo>
                  <a:pt x="3508" y="959"/>
                </a:lnTo>
                <a:lnTo>
                  <a:pt x="3538" y="914"/>
                </a:lnTo>
                <a:lnTo>
                  <a:pt x="3560" y="866"/>
                </a:lnTo>
                <a:lnTo>
                  <a:pt x="3576" y="818"/>
                </a:lnTo>
                <a:close/>
                <a:moveTo>
                  <a:pt x="2465" y="0"/>
                </a:moveTo>
                <a:lnTo>
                  <a:pt x="2465" y="0"/>
                </a:lnTo>
                <a:lnTo>
                  <a:pt x="2556" y="1"/>
                </a:lnTo>
                <a:lnTo>
                  <a:pt x="2647" y="7"/>
                </a:lnTo>
                <a:lnTo>
                  <a:pt x="2734" y="16"/>
                </a:lnTo>
                <a:lnTo>
                  <a:pt x="2819" y="29"/>
                </a:lnTo>
                <a:lnTo>
                  <a:pt x="2900" y="46"/>
                </a:lnTo>
                <a:lnTo>
                  <a:pt x="2980" y="66"/>
                </a:lnTo>
                <a:lnTo>
                  <a:pt x="3055" y="89"/>
                </a:lnTo>
                <a:lnTo>
                  <a:pt x="3127" y="114"/>
                </a:lnTo>
                <a:lnTo>
                  <a:pt x="3194" y="143"/>
                </a:lnTo>
                <a:lnTo>
                  <a:pt x="3257" y="173"/>
                </a:lnTo>
                <a:lnTo>
                  <a:pt x="3315" y="207"/>
                </a:lnTo>
                <a:lnTo>
                  <a:pt x="3368" y="243"/>
                </a:lnTo>
                <a:lnTo>
                  <a:pt x="3417" y="281"/>
                </a:lnTo>
                <a:lnTo>
                  <a:pt x="3460" y="321"/>
                </a:lnTo>
                <a:lnTo>
                  <a:pt x="3497" y="363"/>
                </a:lnTo>
                <a:lnTo>
                  <a:pt x="3528" y="407"/>
                </a:lnTo>
                <a:lnTo>
                  <a:pt x="3552" y="452"/>
                </a:lnTo>
                <a:lnTo>
                  <a:pt x="3570" y="498"/>
                </a:lnTo>
                <a:lnTo>
                  <a:pt x="3581" y="546"/>
                </a:lnTo>
                <a:lnTo>
                  <a:pt x="3584" y="595"/>
                </a:lnTo>
                <a:lnTo>
                  <a:pt x="3581" y="643"/>
                </a:lnTo>
                <a:lnTo>
                  <a:pt x="3570" y="691"/>
                </a:lnTo>
                <a:lnTo>
                  <a:pt x="3552" y="738"/>
                </a:lnTo>
                <a:lnTo>
                  <a:pt x="3528" y="783"/>
                </a:lnTo>
                <a:lnTo>
                  <a:pt x="3497" y="827"/>
                </a:lnTo>
                <a:lnTo>
                  <a:pt x="3460" y="869"/>
                </a:lnTo>
                <a:lnTo>
                  <a:pt x="3417" y="908"/>
                </a:lnTo>
                <a:lnTo>
                  <a:pt x="3368" y="947"/>
                </a:lnTo>
                <a:lnTo>
                  <a:pt x="3315" y="982"/>
                </a:lnTo>
                <a:lnTo>
                  <a:pt x="3257" y="1016"/>
                </a:lnTo>
                <a:lnTo>
                  <a:pt x="3194" y="1047"/>
                </a:lnTo>
                <a:lnTo>
                  <a:pt x="3127" y="1075"/>
                </a:lnTo>
                <a:lnTo>
                  <a:pt x="3055" y="1101"/>
                </a:lnTo>
                <a:lnTo>
                  <a:pt x="2980" y="1124"/>
                </a:lnTo>
                <a:lnTo>
                  <a:pt x="2900" y="1144"/>
                </a:lnTo>
                <a:lnTo>
                  <a:pt x="2819" y="1160"/>
                </a:lnTo>
                <a:lnTo>
                  <a:pt x="2734" y="1173"/>
                </a:lnTo>
                <a:lnTo>
                  <a:pt x="2647" y="1183"/>
                </a:lnTo>
                <a:lnTo>
                  <a:pt x="2556" y="1189"/>
                </a:lnTo>
                <a:lnTo>
                  <a:pt x="2465" y="1191"/>
                </a:lnTo>
                <a:lnTo>
                  <a:pt x="2373" y="1189"/>
                </a:lnTo>
                <a:lnTo>
                  <a:pt x="2283" y="1183"/>
                </a:lnTo>
                <a:lnTo>
                  <a:pt x="2195" y="1173"/>
                </a:lnTo>
                <a:lnTo>
                  <a:pt x="2110" y="1160"/>
                </a:lnTo>
                <a:lnTo>
                  <a:pt x="2029" y="1144"/>
                </a:lnTo>
                <a:lnTo>
                  <a:pt x="1949" y="1124"/>
                </a:lnTo>
                <a:lnTo>
                  <a:pt x="1874" y="1101"/>
                </a:lnTo>
                <a:lnTo>
                  <a:pt x="1803" y="1075"/>
                </a:lnTo>
                <a:lnTo>
                  <a:pt x="1735" y="1047"/>
                </a:lnTo>
                <a:lnTo>
                  <a:pt x="1672" y="1016"/>
                </a:lnTo>
                <a:lnTo>
                  <a:pt x="1614" y="982"/>
                </a:lnTo>
                <a:lnTo>
                  <a:pt x="1561" y="947"/>
                </a:lnTo>
                <a:lnTo>
                  <a:pt x="1512" y="908"/>
                </a:lnTo>
                <a:lnTo>
                  <a:pt x="1469" y="869"/>
                </a:lnTo>
                <a:lnTo>
                  <a:pt x="1432" y="827"/>
                </a:lnTo>
                <a:lnTo>
                  <a:pt x="1401" y="783"/>
                </a:lnTo>
                <a:lnTo>
                  <a:pt x="1377" y="738"/>
                </a:lnTo>
                <a:lnTo>
                  <a:pt x="1359" y="691"/>
                </a:lnTo>
                <a:lnTo>
                  <a:pt x="1348" y="643"/>
                </a:lnTo>
                <a:lnTo>
                  <a:pt x="1345" y="595"/>
                </a:lnTo>
                <a:lnTo>
                  <a:pt x="1348" y="546"/>
                </a:lnTo>
                <a:lnTo>
                  <a:pt x="1359" y="498"/>
                </a:lnTo>
                <a:lnTo>
                  <a:pt x="1377" y="452"/>
                </a:lnTo>
                <a:lnTo>
                  <a:pt x="1401" y="407"/>
                </a:lnTo>
                <a:lnTo>
                  <a:pt x="1432" y="363"/>
                </a:lnTo>
                <a:lnTo>
                  <a:pt x="1469" y="321"/>
                </a:lnTo>
                <a:lnTo>
                  <a:pt x="1512" y="281"/>
                </a:lnTo>
                <a:lnTo>
                  <a:pt x="1561" y="243"/>
                </a:lnTo>
                <a:lnTo>
                  <a:pt x="1614" y="207"/>
                </a:lnTo>
                <a:lnTo>
                  <a:pt x="1672" y="173"/>
                </a:lnTo>
                <a:lnTo>
                  <a:pt x="1735" y="143"/>
                </a:lnTo>
                <a:lnTo>
                  <a:pt x="1803" y="114"/>
                </a:lnTo>
                <a:lnTo>
                  <a:pt x="1874" y="89"/>
                </a:lnTo>
                <a:lnTo>
                  <a:pt x="1949" y="66"/>
                </a:lnTo>
                <a:lnTo>
                  <a:pt x="2029" y="46"/>
                </a:lnTo>
                <a:lnTo>
                  <a:pt x="2110" y="29"/>
                </a:lnTo>
                <a:lnTo>
                  <a:pt x="2195" y="16"/>
                </a:lnTo>
                <a:lnTo>
                  <a:pt x="2283" y="7"/>
                </a:lnTo>
                <a:lnTo>
                  <a:pt x="2373" y="1"/>
                </a:lnTo>
                <a:lnTo>
                  <a:pt x="246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5" name="Oval 24">
            <a:extLst>
              <a:ext uri="{FF2B5EF4-FFF2-40B4-BE49-F238E27FC236}">
                <a16:creationId xmlns:a16="http://schemas.microsoft.com/office/drawing/2014/main" id="{64C56B34-4142-25C4-FD1D-14447F48D9BA}"/>
              </a:ext>
            </a:extLst>
          </p:cNvPr>
          <p:cNvSpPr/>
          <p:nvPr/>
        </p:nvSpPr>
        <p:spPr>
          <a:xfrm>
            <a:off x="8079524" y="3540636"/>
            <a:ext cx="820615" cy="822960"/>
          </a:xfrm>
          <a:prstGeom prst="ellipse">
            <a:avLst/>
          </a:prstGeom>
          <a:solidFill>
            <a:schemeClr val="accent3"/>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26" name="Freeform 32">
            <a:extLst>
              <a:ext uri="{FF2B5EF4-FFF2-40B4-BE49-F238E27FC236}">
                <a16:creationId xmlns:a16="http://schemas.microsoft.com/office/drawing/2014/main" id="{66BD57E5-6C30-4A4C-693A-FDE14C2662A3}"/>
              </a:ext>
            </a:extLst>
          </p:cNvPr>
          <p:cNvSpPr>
            <a:spLocks/>
          </p:cNvSpPr>
          <p:nvPr/>
        </p:nvSpPr>
        <p:spPr bwMode="auto">
          <a:xfrm>
            <a:off x="8350092" y="3932039"/>
            <a:ext cx="281105" cy="115047"/>
          </a:xfrm>
          <a:custGeom>
            <a:avLst/>
            <a:gdLst>
              <a:gd name="T0" fmla="*/ 1093 w 2072"/>
              <a:gd name="T1" fmla="*/ 1 h 848"/>
              <a:gd name="T2" fmla="*/ 1222 w 2072"/>
              <a:gd name="T3" fmla="*/ 12 h 848"/>
              <a:gd name="T4" fmla="*/ 1349 w 2072"/>
              <a:gd name="T5" fmla="*/ 31 h 848"/>
              <a:gd name="T6" fmla="*/ 1471 w 2072"/>
              <a:gd name="T7" fmla="*/ 56 h 848"/>
              <a:gd name="T8" fmla="*/ 1587 w 2072"/>
              <a:gd name="T9" fmla="*/ 86 h 848"/>
              <a:gd name="T10" fmla="*/ 1695 w 2072"/>
              <a:gd name="T11" fmla="*/ 120 h 848"/>
              <a:gd name="T12" fmla="*/ 1793 w 2072"/>
              <a:gd name="T13" fmla="*/ 154 h 848"/>
              <a:gd name="T14" fmla="*/ 1879 w 2072"/>
              <a:gd name="T15" fmla="*/ 187 h 848"/>
              <a:gd name="T16" fmla="*/ 1952 w 2072"/>
              <a:gd name="T17" fmla="*/ 218 h 848"/>
              <a:gd name="T18" fmla="*/ 2008 w 2072"/>
              <a:gd name="T19" fmla="*/ 243 h 848"/>
              <a:gd name="T20" fmla="*/ 2048 w 2072"/>
              <a:gd name="T21" fmla="*/ 262 h 848"/>
              <a:gd name="T22" fmla="*/ 2069 w 2072"/>
              <a:gd name="T23" fmla="*/ 272 h 848"/>
              <a:gd name="T24" fmla="*/ 2072 w 2072"/>
              <a:gd name="T25" fmla="*/ 848 h 848"/>
              <a:gd name="T26" fmla="*/ 2060 w 2072"/>
              <a:gd name="T27" fmla="*/ 844 h 848"/>
              <a:gd name="T28" fmla="*/ 2025 w 2072"/>
              <a:gd name="T29" fmla="*/ 830 h 848"/>
              <a:gd name="T30" fmla="*/ 1971 w 2072"/>
              <a:gd name="T31" fmla="*/ 810 h 848"/>
              <a:gd name="T32" fmla="*/ 1899 w 2072"/>
              <a:gd name="T33" fmla="*/ 786 h 848"/>
              <a:gd name="T34" fmla="*/ 1811 w 2072"/>
              <a:gd name="T35" fmla="*/ 758 h 848"/>
              <a:gd name="T36" fmla="*/ 1711 w 2072"/>
              <a:gd name="T37" fmla="*/ 728 h 848"/>
              <a:gd name="T38" fmla="*/ 1600 w 2072"/>
              <a:gd name="T39" fmla="*/ 699 h 848"/>
              <a:gd name="T40" fmla="*/ 1480 w 2072"/>
              <a:gd name="T41" fmla="*/ 672 h 848"/>
              <a:gd name="T42" fmla="*/ 1357 w 2072"/>
              <a:gd name="T43" fmla="*/ 650 h 848"/>
              <a:gd name="T44" fmla="*/ 1228 w 2072"/>
              <a:gd name="T45" fmla="*/ 633 h 848"/>
              <a:gd name="T46" fmla="*/ 1100 w 2072"/>
              <a:gd name="T47" fmla="*/ 623 h 848"/>
              <a:gd name="T48" fmla="*/ 972 w 2072"/>
              <a:gd name="T49" fmla="*/ 623 h 848"/>
              <a:gd name="T50" fmla="*/ 844 w 2072"/>
              <a:gd name="T51" fmla="*/ 633 h 848"/>
              <a:gd name="T52" fmla="*/ 716 w 2072"/>
              <a:gd name="T53" fmla="*/ 650 h 848"/>
              <a:gd name="T54" fmla="*/ 592 w 2072"/>
              <a:gd name="T55" fmla="*/ 672 h 848"/>
              <a:gd name="T56" fmla="*/ 473 w 2072"/>
              <a:gd name="T57" fmla="*/ 699 h 848"/>
              <a:gd name="T58" fmla="*/ 361 w 2072"/>
              <a:gd name="T59" fmla="*/ 728 h 848"/>
              <a:gd name="T60" fmla="*/ 261 w 2072"/>
              <a:gd name="T61" fmla="*/ 758 h 848"/>
              <a:gd name="T62" fmla="*/ 173 w 2072"/>
              <a:gd name="T63" fmla="*/ 786 h 848"/>
              <a:gd name="T64" fmla="*/ 101 w 2072"/>
              <a:gd name="T65" fmla="*/ 810 h 848"/>
              <a:gd name="T66" fmla="*/ 46 w 2072"/>
              <a:gd name="T67" fmla="*/ 830 h 848"/>
              <a:gd name="T68" fmla="*/ 13 w 2072"/>
              <a:gd name="T69" fmla="*/ 844 h 848"/>
              <a:gd name="T70" fmla="*/ 0 w 2072"/>
              <a:gd name="T71" fmla="*/ 848 h 848"/>
              <a:gd name="T72" fmla="*/ 2 w 2072"/>
              <a:gd name="T73" fmla="*/ 280 h 848"/>
              <a:gd name="T74" fmla="*/ 25 w 2072"/>
              <a:gd name="T75" fmla="*/ 269 h 848"/>
              <a:gd name="T76" fmla="*/ 67 w 2072"/>
              <a:gd name="T77" fmla="*/ 248 h 848"/>
              <a:gd name="T78" fmla="*/ 127 w 2072"/>
              <a:gd name="T79" fmla="*/ 220 h 848"/>
              <a:gd name="T80" fmla="*/ 204 w 2072"/>
              <a:gd name="T81" fmla="*/ 187 h 848"/>
              <a:gd name="T82" fmla="*/ 294 w 2072"/>
              <a:gd name="T83" fmla="*/ 150 h 848"/>
              <a:gd name="T84" fmla="*/ 397 w 2072"/>
              <a:gd name="T85" fmla="*/ 113 h 848"/>
              <a:gd name="T86" fmla="*/ 511 w 2072"/>
              <a:gd name="T87" fmla="*/ 79 h 848"/>
              <a:gd name="T88" fmla="*/ 632 w 2072"/>
              <a:gd name="T89" fmla="*/ 47 h 848"/>
              <a:gd name="T90" fmla="*/ 761 w 2072"/>
              <a:gd name="T91" fmla="*/ 22 h 848"/>
              <a:gd name="T92" fmla="*/ 893 w 2072"/>
              <a:gd name="T93" fmla="*/ 5 h 848"/>
              <a:gd name="T94" fmla="*/ 1028 w 2072"/>
              <a:gd name="T95" fmla="*/ 0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72" h="848">
                <a:moveTo>
                  <a:pt x="1028" y="0"/>
                </a:moveTo>
                <a:lnTo>
                  <a:pt x="1093" y="1"/>
                </a:lnTo>
                <a:lnTo>
                  <a:pt x="1158" y="5"/>
                </a:lnTo>
                <a:lnTo>
                  <a:pt x="1222" y="12"/>
                </a:lnTo>
                <a:lnTo>
                  <a:pt x="1286" y="20"/>
                </a:lnTo>
                <a:lnTo>
                  <a:pt x="1349" y="31"/>
                </a:lnTo>
                <a:lnTo>
                  <a:pt x="1411" y="42"/>
                </a:lnTo>
                <a:lnTo>
                  <a:pt x="1471" y="56"/>
                </a:lnTo>
                <a:lnTo>
                  <a:pt x="1530" y="71"/>
                </a:lnTo>
                <a:lnTo>
                  <a:pt x="1587" y="86"/>
                </a:lnTo>
                <a:lnTo>
                  <a:pt x="1642" y="103"/>
                </a:lnTo>
                <a:lnTo>
                  <a:pt x="1695" y="120"/>
                </a:lnTo>
                <a:lnTo>
                  <a:pt x="1745" y="137"/>
                </a:lnTo>
                <a:lnTo>
                  <a:pt x="1793" y="154"/>
                </a:lnTo>
                <a:lnTo>
                  <a:pt x="1837" y="171"/>
                </a:lnTo>
                <a:lnTo>
                  <a:pt x="1879" y="187"/>
                </a:lnTo>
                <a:lnTo>
                  <a:pt x="1917" y="203"/>
                </a:lnTo>
                <a:lnTo>
                  <a:pt x="1952" y="218"/>
                </a:lnTo>
                <a:lnTo>
                  <a:pt x="1982" y="231"/>
                </a:lnTo>
                <a:lnTo>
                  <a:pt x="2008" y="243"/>
                </a:lnTo>
                <a:lnTo>
                  <a:pt x="2030" y="253"/>
                </a:lnTo>
                <a:lnTo>
                  <a:pt x="2048" y="262"/>
                </a:lnTo>
                <a:lnTo>
                  <a:pt x="2061" y="269"/>
                </a:lnTo>
                <a:lnTo>
                  <a:pt x="2069" y="272"/>
                </a:lnTo>
                <a:lnTo>
                  <a:pt x="2072" y="274"/>
                </a:lnTo>
                <a:lnTo>
                  <a:pt x="2072" y="848"/>
                </a:lnTo>
                <a:lnTo>
                  <a:pt x="2069" y="847"/>
                </a:lnTo>
                <a:lnTo>
                  <a:pt x="2060" y="844"/>
                </a:lnTo>
                <a:lnTo>
                  <a:pt x="2045" y="838"/>
                </a:lnTo>
                <a:lnTo>
                  <a:pt x="2025" y="830"/>
                </a:lnTo>
                <a:lnTo>
                  <a:pt x="2000" y="822"/>
                </a:lnTo>
                <a:lnTo>
                  <a:pt x="1971" y="810"/>
                </a:lnTo>
                <a:lnTo>
                  <a:pt x="1937" y="798"/>
                </a:lnTo>
                <a:lnTo>
                  <a:pt x="1899" y="786"/>
                </a:lnTo>
                <a:lnTo>
                  <a:pt x="1856" y="771"/>
                </a:lnTo>
                <a:lnTo>
                  <a:pt x="1811" y="758"/>
                </a:lnTo>
                <a:lnTo>
                  <a:pt x="1762" y="744"/>
                </a:lnTo>
                <a:lnTo>
                  <a:pt x="1711" y="728"/>
                </a:lnTo>
                <a:lnTo>
                  <a:pt x="1656" y="713"/>
                </a:lnTo>
                <a:lnTo>
                  <a:pt x="1600" y="699"/>
                </a:lnTo>
                <a:lnTo>
                  <a:pt x="1541" y="686"/>
                </a:lnTo>
                <a:lnTo>
                  <a:pt x="1480" y="672"/>
                </a:lnTo>
                <a:lnTo>
                  <a:pt x="1419" y="661"/>
                </a:lnTo>
                <a:lnTo>
                  <a:pt x="1357" y="650"/>
                </a:lnTo>
                <a:lnTo>
                  <a:pt x="1293" y="641"/>
                </a:lnTo>
                <a:lnTo>
                  <a:pt x="1228" y="633"/>
                </a:lnTo>
                <a:lnTo>
                  <a:pt x="1164" y="628"/>
                </a:lnTo>
                <a:lnTo>
                  <a:pt x="1100" y="623"/>
                </a:lnTo>
                <a:lnTo>
                  <a:pt x="1036" y="622"/>
                </a:lnTo>
                <a:lnTo>
                  <a:pt x="972" y="623"/>
                </a:lnTo>
                <a:lnTo>
                  <a:pt x="908" y="628"/>
                </a:lnTo>
                <a:lnTo>
                  <a:pt x="844" y="633"/>
                </a:lnTo>
                <a:lnTo>
                  <a:pt x="780" y="641"/>
                </a:lnTo>
                <a:lnTo>
                  <a:pt x="716" y="650"/>
                </a:lnTo>
                <a:lnTo>
                  <a:pt x="654" y="661"/>
                </a:lnTo>
                <a:lnTo>
                  <a:pt x="592" y="672"/>
                </a:lnTo>
                <a:lnTo>
                  <a:pt x="531" y="686"/>
                </a:lnTo>
                <a:lnTo>
                  <a:pt x="473" y="699"/>
                </a:lnTo>
                <a:lnTo>
                  <a:pt x="416" y="713"/>
                </a:lnTo>
                <a:lnTo>
                  <a:pt x="361" y="728"/>
                </a:lnTo>
                <a:lnTo>
                  <a:pt x="309" y="744"/>
                </a:lnTo>
                <a:lnTo>
                  <a:pt x="261" y="758"/>
                </a:lnTo>
                <a:lnTo>
                  <a:pt x="216" y="771"/>
                </a:lnTo>
                <a:lnTo>
                  <a:pt x="173" y="786"/>
                </a:lnTo>
                <a:lnTo>
                  <a:pt x="135" y="798"/>
                </a:lnTo>
                <a:lnTo>
                  <a:pt x="101" y="810"/>
                </a:lnTo>
                <a:lnTo>
                  <a:pt x="72" y="822"/>
                </a:lnTo>
                <a:lnTo>
                  <a:pt x="46" y="830"/>
                </a:lnTo>
                <a:lnTo>
                  <a:pt x="27" y="838"/>
                </a:lnTo>
                <a:lnTo>
                  <a:pt x="13" y="844"/>
                </a:lnTo>
                <a:lnTo>
                  <a:pt x="4" y="847"/>
                </a:lnTo>
                <a:lnTo>
                  <a:pt x="0" y="848"/>
                </a:lnTo>
                <a:lnTo>
                  <a:pt x="0" y="282"/>
                </a:lnTo>
                <a:lnTo>
                  <a:pt x="2" y="280"/>
                </a:lnTo>
                <a:lnTo>
                  <a:pt x="11" y="276"/>
                </a:lnTo>
                <a:lnTo>
                  <a:pt x="25" y="269"/>
                </a:lnTo>
                <a:lnTo>
                  <a:pt x="44" y="259"/>
                </a:lnTo>
                <a:lnTo>
                  <a:pt x="67" y="248"/>
                </a:lnTo>
                <a:lnTo>
                  <a:pt x="95" y="235"/>
                </a:lnTo>
                <a:lnTo>
                  <a:pt x="127" y="220"/>
                </a:lnTo>
                <a:lnTo>
                  <a:pt x="163" y="203"/>
                </a:lnTo>
                <a:lnTo>
                  <a:pt x="204" y="187"/>
                </a:lnTo>
                <a:lnTo>
                  <a:pt x="248" y="169"/>
                </a:lnTo>
                <a:lnTo>
                  <a:pt x="294" y="150"/>
                </a:lnTo>
                <a:lnTo>
                  <a:pt x="344" y="132"/>
                </a:lnTo>
                <a:lnTo>
                  <a:pt x="397" y="113"/>
                </a:lnTo>
                <a:lnTo>
                  <a:pt x="452" y="95"/>
                </a:lnTo>
                <a:lnTo>
                  <a:pt x="511" y="79"/>
                </a:lnTo>
                <a:lnTo>
                  <a:pt x="570" y="62"/>
                </a:lnTo>
                <a:lnTo>
                  <a:pt x="632" y="47"/>
                </a:lnTo>
                <a:lnTo>
                  <a:pt x="695" y="34"/>
                </a:lnTo>
                <a:lnTo>
                  <a:pt x="761" y="22"/>
                </a:lnTo>
                <a:lnTo>
                  <a:pt x="826" y="13"/>
                </a:lnTo>
                <a:lnTo>
                  <a:pt x="893" y="5"/>
                </a:lnTo>
                <a:lnTo>
                  <a:pt x="961" y="1"/>
                </a:lnTo>
                <a:lnTo>
                  <a:pt x="1028"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7" name="Freeform 33">
            <a:extLst>
              <a:ext uri="{FF2B5EF4-FFF2-40B4-BE49-F238E27FC236}">
                <a16:creationId xmlns:a16="http://schemas.microsoft.com/office/drawing/2014/main" id="{2C61B56A-856C-725B-9BC0-E03AFDE0F793}"/>
              </a:ext>
            </a:extLst>
          </p:cNvPr>
          <p:cNvSpPr>
            <a:spLocks noEditPoints="1"/>
          </p:cNvSpPr>
          <p:nvPr/>
        </p:nvSpPr>
        <p:spPr bwMode="auto">
          <a:xfrm>
            <a:off x="8242099" y="3797998"/>
            <a:ext cx="495462" cy="308239"/>
          </a:xfrm>
          <a:custGeom>
            <a:avLst/>
            <a:gdLst>
              <a:gd name="T0" fmla="*/ 3277 w 3654"/>
              <a:gd name="T1" fmla="*/ 962 h 2269"/>
              <a:gd name="T2" fmla="*/ 3237 w 3654"/>
              <a:gd name="T3" fmla="*/ 1014 h 2269"/>
              <a:gd name="T4" fmla="*/ 3246 w 3654"/>
              <a:gd name="T5" fmla="*/ 1080 h 2269"/>
              <a:gd name="T6" fmla="*/ 3298 w 3654"/>
              <a:gd name="T7" fmla="*/ 1120 h 2269"/>
              <a:gd name="T8" fmla="*/ 3366 w 3654"/>
              <a:gd name="T9" fmla="*/ 1111 h 2269"/>
              <a:gd name="T10" fmla="*/ 3405 w 3654"/>
              <a:gd name="T11" fmla="*/ 1060 h 2269"/>
              <a:gd name="T12" fmla="*/ 3396 w 3654"/>
              <a:gd name="T13" fmla="*/ 993 h 2269"/>
              <a:gd name="T14" fmla="*/ 3344 w 3654"/>
              <a:gd name="T15" fmla="*/ 953 h 2269"/>
              <a:gd name="T16" fmla="*/ 3313 w 3654"/>
              <a:gd name="T17" fmla="*/ 772 h 2269"/>
              <a:gd name="T18" fmla="*/ 3273 w 3654"/>
              <a:gd name="T19" fmla="*/ 787 h 2269"/>
              <a:gd name="T20" fmla="*/ 3358 w 3654"/>
              <a:gd name="T21" fmla="*/ 862 h 2269"/>
              <a:gd name="T22" fmla="*/ 3352 w 3654"/>
              <a:gd name="T23" fmla="*/ 780 h 2269"/>
              <a:gd name="T24" fmla="*/ 3324 w 3654"/>
              <a:gd name="T25" fmla="*/ 769 h 2269"/>
              <a:gd name="T26" fmla="*/ 3152 w 3654"/>
              <a:gd name="T27" fmla="*/ 737 h 2269"/>
              <a:gd name="T28" fmla="*/ 3215 w 3654"/>
              <a:gd name="T29" fmla="*/ 701 h 2269"/>
              <a:gd name="T30" fmla="*/ 3310 w 3654"/>
              <a:gd name="T31" fmla="*/ 676 h 2269"/>
              <a:gd name="T32" fmla="*/ 3377 w 3654"/>
              <a:gd name="T33" fmla="*/ 680 h 2269"/>
              <a:gd name="T34" fmla="*/ 3418 w 3654"/>
              <a:gd name="T35" fmla="*/ 706 h 2269"/>
              <a:gd name="T36" fmla="*/ 3441 w 3654"/>
              <a:gd name="T37" fmla="*/ 745 h 2269"/>
              <a:gd name="T38" fmla="*/ 3450 w 3654"/>
              <a:gd name="T39" fmla="*/ 788 h 2269"/>
              <a:gd name="T40" fmla="*/ 3451 w 3654"/>
              <a:gd name="T41" fmla="*/ 826 h 2269"/>
              <a:gd name="T42" fmla="*/ 3449 w 3654"/>
              <a:gd name="T43" fmla="*/ 852 h 2269"/>
              <a:gd name="T44" fmla="*/ 3448 w 3654"/>
              <a:gd name="T45" fmla="*/ 912 h 2269"/>
              <a:gd name="T46" fmla="*/ 3448 w 3654"/>
              <a:gd name="T47" fmla="*/ 1134 h 2269"/>
              <a:gd name="T48" fmla="*/ 3583 w 3654"/>
              <a:gd name="T49" fmla="*/ 2269 h 2269"/>
              <a:gd name="T50" fmla="*/ 3234 w 3654"/>
              <a:gd name="T51" fmla="*/ 1983 h 2269"/>
              <a:gd name="T52" fmla="*/ 2985 w 3654"/>
              <a:gd name="T53" fmla="*/ 1380 h 2269"/>
              <a:gd name="T54" fmla="*/ 2974 w 3654"/>
              <a:gd name="T55" fmla="*/ 1203 h 2269"/>
              <a:gd name="T56" fmla="*/ 2920 w 3654"/>
              <a:gd name="T57" fmla="*/ 1176 h 2269"/>
              <a:gd name="T58" fmla="*/ 2826 w 3654"/>
              <a:gd name="T59" fmla="*/ 1134 h 2269"/>
              <a:gd name="T60" fmla="*/ 2696 w 3654"/>
              <a:gd name="T61" fmla="*/ 1082 h 2269"/>
              <a:gd name="T62" fmla="*/ 2539 w 3654"/>
              <a:gd name="T63" fmla="*/ 1028 h 2269"/>
              <a:gd name="T64" fmla="*/ 2360 w 3654"/>
              <a:gd name="T65" fmla="*/ 976 h 2269"/>
              <a:gd name="T66" fmla="*/ 2165 w 3654"/>
              <a:gd name="T67" fmla="*/ 934 h 2269"/>
              <a:gd name="T68" fmla="*/ 1961 w 3654"/>
              <a:gd name="T69" fmla="*/ 907 h 2269"/>
              <a:gd name="T70" fmla="*/ 1751 w 3654"/>
              <a:gd name="T71" fmla="*/ 903 h 2269"/>
              <a:gd name="T72" fmla="*/ 1547 w 3654"/>
              <a:gd name="T73" fmla="*/ 924 h 2269"/>
              <a:gd name="T74" fmla="*/ 1350 w 3654"/>
              <a:gd name="T75" fmla="*/ 962 h 2269"/>
              <a:gd name="T76" fmla="*/ 1166 w 3654"/>
              <a:gd name="T77" fmla="*/ 1013 h 2269"/>
              <a:gd name="T78" fmla="*/ 1006 w 3654"/>
              <a:gd name="T79" fmla="*/ 1069 h 2269"/>
              <a:gd name="T80" fmla="*/ 870 w 3654"/>
              <a:gd name="T81" fmla="*/ 1124 h 2269"/>
              <a:gd name="T82" fmla="*/ 765 w 3654"/>
              <a:gd name="T83" fmla="*/ 1171 h 2269"/>
              <a:gd name="T84" fmla="*/ 699 w 3654"/>
              <a:gd name="T85" fmla="*/ 1204 h 2269"/>
              <a:gd name="T86" fmla="*/ 675 w 3654"/>
              <a:gd name="T87" fmla="*/ 1217 h 2269"/>
              <a:gd name="T88" fmla="*/ 1787 w 3654"/>
              <a:gd name="T89" fmla="*/ 0 h 2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54" h="2269">
                <a:moveTo>
                  <a:pt x="3321" y="951"/>
                </a:moveTo>
                <a:lnTo>
                  <a:pt x="3298" y="953"/>
                </a:lnTo>
                <a:lnTo>
                  <a:pt x="3277" y="962"/>
                </a:lnTo>
                <a:lnTo>
                  <a:pt x="3260" y="975"/>
                </a:lnTo>
                <a:lnTo>
                  <a:pt x="3246" y="993"/>
                </a:lnTo>
                <a:lnTo>
                  <a:pt x="3237" y="1014"/>
                </a:lnTo>
                <a:lnTo>
                  <a:pt x="3234" y="1037"/>
                </a:lnTo>
                <a:lnTo>
                  <a:pt x="3237" y="1060"/>
                </a:lnTo>
                <a:lnTo>
                  <a:pt x="3246" y="1080"/>
                </a:lnTo>
                <a:lnTo>
                  <a:pt x="3260" y="1098"/>
                </a:lnTo>
                <a:lnTo>
                  <a:pt x="3277" y="1111"/>
                </a:lnTo>
                <a:lnTo>
                  <a:pt x="3298" y="1120"/>
                </a:lnTo>
                <a:lnTo>
                  <a:pt x="3321" y="1122"/>
                </a:lnTo>
                <a:lnTo>
                  <a:pt x="3344" y="1120"/>
                </a:lnTo>
                <a:lnTo>
                  <a:pt x="3366" y="1111"/>
                </a:lnTo>
                <a:lnTo>
                  <a:pt x="3382" y="1098"/>
                </a:lnTo>
                <a:lnTo>
                  <a:pt x="3396" y="1080"/>
                </a:lnTo>
                <a:lnTo>
                  <a:pt x="3405" y="1060"/>
                </a:lnTo>
                <a:lnTo>
                  <a:pt x="3408" y="1037"/>
                </a:lnTo>
                <a:lnTo>
                  <a:pt x="3405" y="1014"/>
                </a:lnTo>
                <a:lnTo>
                  <a:pt x="3396" y="993"/>
                </a:lnTo>
                <a:lnTo>
                  <a:pt x="3382" y="975"/>
                </a:lnTo>
                <a:lnTo>
                  <a:pt x="3366" y="962"/>
                </a:lnTo>
                <a:lnTo>
                  <a:pt x="3344" y="953"/>
                </a:lnTo>
                <a:lnTo>
                  <a:pt x="3321" y="951"/>
                </a:lnTo>
                <a:close/>
                <a:moveTo>
                  <a:pt x="3324" y="769"/>
                </a:moveTo>
                <a:lnTo>
                  <a:pt x="3313" y="772"/>
                </a:lnTo>
                <a:lnTo>
                  <a:pt x="3299" y="775"/>
                </a:lnTo>
                <a:lnTo>
                  <a:pt x="3286" y="780"/>
                </a:lnTo>
                <a:lnTo>
                  <a:pt x="3273" y="787"/>
                </a:lnTo>
                <a:lnTo>
                  <a:pt x="3261" y="795"/>
                </a:lnTo>
                <a:lnTo>
                  <a:pt x="3250" y="802"/>
                </a:lnTo>
                <a:lnTo>
                  <a:pt x="3358" y="862"/>
                </a:lnTo>
                <a:lnTo>
                  <a:pt x="3358" y="808"/>
                </a:lnTo>
                <a:lnTo>
                  <a:pt x="3357" y="792"/>
                </a:lnTo>
                <a:lnTo>
                  <a:pt x="3352" y="780"/>
                </a:lnTo>
                <a:lnTo>
                  <a:pt x="3344" y="774"/>
                </a:lnTo>
                <a:lnTo>
                  <a:pt x="3335" y="769"/>
                </a:lnTo>
                <a:lnTo>
                  <a:pt x="3324" y="769"/>
                </a:lnTo>
                <a:close/>
                <a:moveTo>
                  <a:pt x="1787" y="0"/>
                </a:moveTo>
                <a:lnTo>
                  <a:pt x="3146" y="746"/>
                </a:lnTo>
                <a:lnTo>
                  <a:pt x="3152" y="737"/>
                </a:lnTo>
                <a:lnTo>
                  <a:pt x="3162" y="728"/>
                </a:lnTo>
                <a:lnTo>
                  <a:pt x="3177" y="719"/>
                </a:lnTo>
                <a:lnTo>
                  <a:pt x="3215" y="701"/>
                </a:lnTo>
                <a:lnTo>
                  <a:pt x="3251" y="689"/>
                </a:lnTo>
                <a:lnTo>
                  <a:pt x="3282" y="681"/>
                </a:lnTo>
                <a:lnTo>
                  <a:pt x="3310" y="676"/>
                </a:lnTo>
                <a:lnTo>
                  <a:pt x="3335" y="675"/>
                </a:lnTo>
                <a:lnTo>
                  <a:pt x="3358" y="676"/>
                </a:lnTo>
                <a:lnTo>
                  <a:pt x="3377" y="680"/>
                </a:lnTo>
                <a:lnTo>
                  <a:pt x="3393" y="687"/>
                </a:lnTo>
                <a:lnTo>
                  <a:pt x="3407" y="696"/>
                </a:lnTo>
                <a:lnTo>
                  <a:pt x="3418" y="706"/>
                </a:lnTo>
                <a:lnTo>
                  <a:pt x="3427" y="718"/>
                </a:lnTo>
                <a:lnTo>
                  <a:pt x="3435" y="731"/>
                </a:lnTo>
                <a:lnTo>
                  <a:pt x="3441" y="745"/>
                </a:lnTo>
                <a:lnTo>
                  <a:pt x="3445" y="759"/>
                </a:lnTo>
                <a:lnTo>
                  <a:pt x="3449" y="774"/>
                </a:lnTo>
                <a:lnTo>
                  <a:pt x="3450" y="788"/>
                </a:lnTo>
                <a:lnTo>
                  <a:pt x="3451" y="802"/>
                </a:lnTo>
                <a:lnTo>
                  <a:pt x="3451" y="815"/>
                </a:lnTo>
                <a:lnTo>
                  <a:pt x="3451" y="826"/>
                </a:lnTo>
                <a:lnTo>
                  <a:pt x="3450" y="837"/>
                </a:lnTo>
                <a:lnTo>
                  <a:pt x="3450" y="845"/>
                </a:lnTo>
                <a:lnTo>
                  <a:pt x="3449" y="852"/>
                </a:lnTo>
                <a:lnTo>
                  <a:pt x="3448" y="856"/>
                </a:lnTo>
                <a:lnTo>
                  <a:pt x="3448" y="857"/>
                </a:lnTo>
                <a:lnTo>
                  <a:pt x="3448" y="912"/>
                </a:lnTo>
                <a:lnTo>
                  <a:pt x="3654" y="1024"/>
                </a:lnTo>
                <a:lnTo>
                  <a:pt x="3448" y="1134"/>
                </a:lnTo>
                <a:lnTo>
                  <a:pt x="3448" y="1134"/>
                </a:lnTo>
                <a:lnTo>
                  <a:pt x="3448" y="1983"/>
                </a:lnTo>
                <a:lnTo>
                  <a:pt x="3583" y="1983"/>
                </a:lnTo>
                <a:lnTo>
                  <a:pt x="3583" y="2269"/>
                </a:lnTo>
                <a:lnTo>
                  <a:pt x="3399" y="2156"/>
                </a:lnTo>
                <a:lnTo>
                  <a:pt x="3234" y="2269"/>
                </a:lnTo>
                <a:lnTo>
                  <a:pt x="3234" y="1983"/>
                </a:lnTo>
                <a:lnTo>
                  <a:pt x="3358" y="1983"/>
                </a:lnTo>
                <a:lnTo>
                  <a:pt x="3358" y="1181"/>
                </a:lnTo>
                <a:lnTo>
                  <a:pt x="2985" y="1380"/>
                </a:lnTo>
                <a:lnTo>
                  <a:pt x="2985" y="1208"/>
                </a:lnTo>
                <a:lnTo>
                  <a:pt x="2983" y="1207"/>
                </a:lnTo>
                <a:lnTo>
                  <a:pt x="2974" y="1203"/>
                </a:lnTo>
                <a:lnTo>
                  <a:pt x="2961" y="1196"/>
                </a:lnTo>
                <a:lnTo>
                  <a:pt x="2943" y="1187"/>
                </a:lnTo>
                <a:lnTo>
                  <a:pt x="2920" y="1176"/>
                </a:lnTo>
                <a:lnTo>
                  <a:pt x="2892" y="1164"/>
                </a:lnTo>
                <a:lnTo>
                  <a:pt x="2860" y="1149"/>
                </a:lnTo>
                <a:lnTo>
                  <a:pt x="2826" y="1134"/>
                </a:lnTo>
                <a:lnTo>
                  <a:pt x="2786" y="1118"/>
                </a:lnTo>
                <a:lnTo>
                  <a:pt x="2742" y="1100"/>
                </a:lnTo>
                <a:lnTo>
                  <a:pt x="2696" y="1082"/>
                </a:lnTo>
                <a:lnTo>
                  <a:pt x="2647" y="1064"/>
                </a:lnTo>
                <a:lnTo>
                  <a:pt x="2594" y="1046"/>
                </a:lnTo>
                <a:lnTo>
                  <a:pt x="2539" y="1028"/>
                </a:lnTo>
                <a:lnTo>
                  <a:pt x="2481" y="1010"/>
                </a:lnTo>
                <a:lnTo>
                  <a:pt x="2422" y="992"/>
                </a:lnTo>
                <a:lnTo>
                  <a:pt x="2360" y="976"/>
                </a:lnTo>
                <a:lnTo>
                  <a:pt x="2297" y="961"/>
                </a:lnTo>
                <a:lnTo>
                  <a:pt x="2232" y="946"/>
                </a:lnTo>
                <a:lnTo>
                  <a:pt x="2165" y="934"/>
                </a:lnTo>
                <a:lnTo>
                  <a:pt x="2098" y="923"/>
                </a:lnTo>
                <a:lnTo>
                  <a:pt x="2029" y="914"/>
                </a:lnTo>
                <a:lnTo>
                  <a:pt x="1961" y="907"/>
                </a:lnTo>
                <a:lnTo>
                  <a:pt x="1891" y="903"/>
                </a:lnTo>
                <a:lnTo>
                  <a:pt x="1821" y="902"/>
                </a:lnTo>
                <a:lnTo>
                  <a:pt x="1751" y="903"/>
                </a:lnTo>
                <a:lnTo>
                  <a:pt x="1683" y="907"/>
                </a:lnTo>
                <a:lnTo>
                  <a:pt x="1614" y="914"/>
                </a:lnTo>
                <a:lnTo>
                  <a:pt x="1547" y="924"/>
                </a:lnTo>
                <a:lnTo>
                  <a:pt x="1479" y="935"/>
                </a:lnTo>
                <a:lnTo>
                  <a:pt x="1414" y="948"/>
                </a:lnTo>
                <a:lnTo>
                  <a:pt x="1350" y="962"/>
                </a:lnTo>
                <a:lnTo>
                  <a:pt x="1287" y="978"/>
                </a:lnTo>
                <a:lnTo>
                  <a:pt x="1226" y="995"/>
                </a:lnTo>
                <a:lnTo>
                  <a:pt x="1166" y="1013"/>
                </a:lnTo>
                <a:lnTo>
                  <a:pt x="1110" y="1031"/>
                </a:lnTo>
                <a:lnTo>
                  <a:pt x="1056" y="1050"/>
                </a:lnTo>
                <a:lnTo>
                  <a:pt x="1006" y="1069"/>
                </a:lnTo>
                <a:lnTo>
                  <a:pt x="956" y="1088"/>
                </a:lnTo>
                <a:lnTo>
                  <a:pt x="911" y="1106"/>
                </a:lnTo>
                <a:lnTo>
                  <a:pt x="870" y="1124"/>
                </a:lnTo>
                <a:lnTo>
                  <a:pt x="830" y="1140"/>
                </a:lnTo>
                <a:lnTo>
                  <a:pt x="796" y="1157"/>
                </a:lnTo>
                <a:lnTo>
                  <a:pt x="765" y="1171"/>
                </a:lnTo>
                <a:lnTo>
                  <a:pt x="738" y="1184"/>
                </a:lnTo>
                <a:lnTo>
                  <a:pt x="717" y="1195"/>
                </a:lnTo>
                <a:lnTo>
                  <a:pt x="699" y="1204"/>
                </a:lnTo>
                <a:lnTo>
                  <a:pt x="685" y="1212"/>
                </a:lnTo>
                <a:lnTo>
                  <a:pt x="677" y="1215"/>
                </a:lnTo>
                <a:lnTo>
                  <a:pt x="675" y="1217"/>
                </a:lnTo>
                <a:lnTo>
                  <a:pt x="675" y="1315"/>
                </a:lnTo>
                <a:lnTo>
                  <a:pt x="0" y="1012"/>
                </a:lnTo>
                <a:lnTo>
                  <a:pt x="178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8" name="Oval 27">
            <a:extLst>
              <a:ext uri="{FF2B5EF4-FFF2-40B4-BE49-F238E27FC236}">
                <a16:creationId xmlns:a16="http://schemas.microsoft.com/office/drawing/2014/main" id="{3C3E20C3-CCBE-5DCE-4504-F9DA9BF713CE}"/>
              </a:ext>
            </a:extLst>
          </p:cNvPr>
          <p:cNvSpPr/>
          <p:nvPr/>
        </p:nvSpPr>
        <p:spPr>
          <a:xfrm>
            <a:off x="10471763" y="3540636"/>
            <a:ext cx="820615" cy="822960"/>
          </a:xfrm>
          <a:prstGeom prst="ellipse">
            <a:avLst/>
          </a:prstGeom>
          <a:solidFill>
            <a:schemeClr val="accent4"/>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defTabSz="1218987"/>
            <a:endParaRPr lang="en-US" sz="2400">
              <a:solidFill>
                <a:prstClr val="white"/>
              </a:solidFill>
              <a:latin typeface="Segoe UI" panose="020B0502040204020203" pitchFamily="34" charset="0"/>
            </a:endParaRPr>
          </a:p>
        </p:txBody>
      </p:sp>
      <p:sp>
        <p:nvSpPr>
          <p:cNvPr id="29" name="Freeform 38">
            <a:extLst>
              <a:ext uri="{FF2B5EF4-FFF2-40B4-BE49-F238E27FC236}">
                <a16:creationId xmlns:a16="http://schemas.microsoft.com/office/drawing/2014/main" id="{A520836C-39B9-D5B5-62EF-3E79FF7A428E}"/>
              </a:ext>
            </a:extLst>
          </p:cNvPr>
          <p:cNvSpPr>
            <a:spLocks/>
          </p:cNvSpPr>
          <p:nvPr/>
        </p:nvSpPr>
        <p:spPr bwMode="auto">
          <a:xfrm>
            <a:off x="10716360" y="4025330"/>
            <a:ext cx="144036" cy="141305"/>
          </a:xfrm>
          <a:custGeom>
            <a:avLst/>
            <a:gdLst>
              <a:gd name="T0" fmla="*/ 328 w 1266"/>
              <a:gd name="T1" fmla="*/ 0 h 1244"/>
              <a:gd name="T2" fmla="*/ 949 w 1266"/>
              <a:gd name="T3" fmla="*/ 43 h 1244"/>
              <a:gd name="T4" fmla="*/ 1266 w 1266"/>
              <a:gd name="T5" fmla="*/ 314 h 1244"/>
              <a:gd name="T6" fmla="*/ 933 w 1266"/>
              <a:gd name="T7" fmla="*/ 1244 h 1244"/>
              <a:gd name="T8" fmla="*/ 594 w 1266"/>
              <a:gd name="T9" fmla="*/ 722 h 1244"/>
              <a:gd name="T10" fmla="*/ 0 w 1266"/>
              <a:gd name="T11" fmla="*/ 918 h 1244"/>
              <a:gd name="T12" fmla="*/ 328 w 1266"/>
              <a:gd name="T13" fmla="*/ 0 h 1244"/>
            </a:gdLst>
            <a:ahLst/>
            <a:cxnLst>
              <a:cxn ang="0">
                <a:pos x="T0" y="T1"/>
              </a:cxn>
              <a:cxn ang="0">
                <a:pos x="T2" y="T3"/>
              </a:cxn>
              <a:cxn ang="0">
                <a:pos x="T4" y="T5"/>
              </a:cxn>
              <a:cxn ang="0">
                <a:pos x="T6" y="T7"/>
              </a:cxn>
              <a:cxn ang="0">
                <a:pos x="T8" y="T9"/>
              </a:cxn>
              <a:cxn ang="0">
                <a:pos x="T10" y="T11"/>
              </a:cxn>
              <a:cxn ang="0">
                <a:pos x="T12" y="T13"/>
              </a:cxn>
            </a:cxnLst>
            <a:rect l="0" t="0" r="r" b="b"/>
            <a:pathLst>
              <a:path w="1266" h="1244">
                <a:moveTo>
                  <a:pt x="328" y="0"/>
                </a:moveTo>
                <a:lnTo>
                  <a:pt x="949" y="43"/>
                </a:lnTo>
                <a:lnTo>
                  <a:pt x="1266" y="314"/>
                </a:lnTo>
                <a:lnTo>
                  <a:pt x="933" y="1244"/>
                </a:lnTo>
                <a:lnTo>
                  <a:pt x="594" y="722"/>
                </a:lnTo>
                <a:lnTo>
                  <a:pt x="0" y="918"/>
                </a:lnTo>
                <a:lnTo>
                  <a:pt x="328"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30" name="Freeform 39">
            <a:extLst>
              <a:ext uri="{FF2B5EF4-FFF2-40B4-BE49-F238E27FC236}">
                <a16:creationId xmlns:a16="http://schemas.microsoft.com/office/drawing/2014/main" id="{F4F04FBC-2E4D-3415-17F7-8F37F040B938}"/>
              </a:ext>
            </a:extLst>
          </p:cNvPr>
          <p:cNvSpPr>
            <a:spLocks/>
          </p:cNvSpPr>
          <p:nvPr/>
        </p:nvSpPr>
        <p:spPr bwMode="auto">
          <a:xfrm>
            <a:off x="10903743" y="4025330"/>
            <a:ext cx="144036" cy="141305"/>
          </a:xfrm>
          <a:custGeom>
            <a:avLst/>
            <a:gdLst>
              <a:gd name="T0" fmla="*/ 937 w 1266"/>
              <a:gd name="T1" fmla="*/ 0 h 1244"/>
              <a:gd name="T2" fmla="*/ 1266 w 1266"/>
              <a:gd name="T3" fmla="*/ 918 h 1244"/>
              <a:gd name="T4" fmla="*/ 671 w 1266"/>
              <a:gd name="T5" fmla="*/ 722 h 1244"/>
              <a:gd name="T6" fmla="*/ 332 w 1266"/>
              <a:gd name="T7" fmla="*/ 1244 h 1244"/>
              <a:gd name="T8" fmla="*/ 0 w 1266"/>
              <a:gd name="T9" fmla="*/ 314 h 1244"/>
              <a:gd name="T10" fmla="*/ 316 w 1266"/>
              <a:gd name="T11" fmla="*/ 43 h 1244"/>
              <a:gd name="T12" fmla="*/ 937 w 1266"/>
              <a:gd name="T13" fmla="*/ 0 h 1244"/>
            </a:gdLst>
            <a:ahLst/>
            <a:cxnLst>
              <a:cxn ang="0">
                <a:pos x="T0" y="T1"/>
              </a:cxn>
              <a:cxn ang="0">
                <a:pos x="T2" y="T3"/>
              </a:cxn>
              <a:cxn ang="0">
                <a:pos x="T4" y="T5"/>
              </a:cxn>
              <a:cxn ang="0">
                <a:pos x="T6" y="T7"/>
              </a:cxn>
              <a:cxn ang="0">
                <a:pos x="T8" y="T9"/>
              </a:cxn>
              <a:cxn ang="0">
                <a:pos x="T10" y="T11"/>
              </a:cxn>
              <a:cxn ang="0">
                <a:pos x="T12" y="T13"/>
              </a:cxn>
            </a:cxnLst>
            <a:rect l="0" t="0" r="r" b="b"/>
            <a:pathLst>
              <a:path w="1266" h="1244">
                <a:moveTo>
                  <a:pt x="937" y="0"/>
                </a:moveTo>
                <a:lnTo>
                  <a:pt x="1266" y="918"/>
                </a:lnTo>
                <a:lnTo>
                  <a:pt x="671" y="722"/>
                </a:lnTo>
                <a:lnTo>
                  <a:pt x="332" y="1244"/>
                </a:lnTo>
                <a:lnTo>
                  <a:pt x="0" y="314"/>
                </a:lnTo>
                <a:lnTo>
                  <a:pt x="316" y="43"/>
                </a:lnTo>
                <a:lnTo>
                  <a:pt x="93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31" name="Freeform 40">
            <a:extLst>
              <a:ext uri="{FF2B5EF4-FFF2-40B4-BE49-F238E27FC236}">
                <a16:creationId xmlns:a16="http://schemas.microsoft.com/office/drawing/2014/main" id="{CD22BCAD-31DF-F244-9929-6300EF467500}"/>
              </a:ext>
            </a:extLst>
          </p:cNvPr>
          <p:cNvSpPr>
            <a:spLocks noEditPoints="1"/>
          </p:cNvSpPr>
          <p:nvPr/>
        </p:nvSpPr>
        <p:spPr bwMode="auto">
          <a:xfrm>
            <a:off x="10724894" y="3737598"/>
            <a:ext cx="314353" cy="310258"/>
          </a:xfrm>
          <a:custGeom>
            <a:avLst/>
            <a:gdLst>
              <a:gd name="T0" fmla="*/ 1300 w 2763"/>
              <a:gd name="T1" fmla="*/ 596 h 2729"/>
              <a:gd name="T2" fmla="*/ 1157 w 2763"/>
              <a:gd name="T3" fmla="*/ 624 h 2729"/>
              <a:gd name="T4" fmla="*/ 1025 w 2763"/>
              <a:gd name="T5" fmla="*/ 676 h 2729"/>
              <a:gd name="T6" fmla="*/ 906 w 2763"/>
              <a:gd name="T7" fmla="*/ 750 h 2729"/>
              <a:gd name="T8" fmla="*/ 803 w 2763"/>
              <a:gd name="T9" fmla="*/ 842 h 2729"/>
              <a:gd name="T10" fmla="*/ 718 w 2763"/>
              <a:gd name="T11" fmla="*/ 952 h 2729"/>
              <a:gd name="T12" fmla="*/ 654 w 2763"/>
              <a:gd name="T13" fmla="*/ 1076 h 2729"/>
              <a:gd name="T14" fmla="*/ 615 w 2763"/>
              <a:gd name="T15" fmla="*/ 1212 h 2729"/>
              <a:gd name="T16" fmla="*/ 600 w 2763"/>
              <a:gd name="T17" fmla="*/ 1357 h 2729"/>
              <a:gd name="T18" fmla="*/ 615 w 2763"/>
              <a:gd name="T19" fmla="*/ 1503 h 2729"/>
              <a:gd name="T20" fmla="*/ 654 w 2763"/>
              <a:gd name="T21" fmla="*/ 1638 h 2729"/>
              <a:gd name="T22" fmla="*/ 718 w 2763"/>
              <a:gd name="T23" fmla="*/ 1763 h 2729"/>
              <a:gd name="T24" fmla="*/ 803 w 2763"/>
              <a:gd name="T25" fmla="*/ 1873 h 2729"/>
              <a:gd name="T26" fmla="*/ 906 w 2763"/>
              <a:gd name="T27" fmla="*/ 1966 h 2729"/>
              <a:gd name="T28" fmla="*/ 1025 w 2763"/>
              <a:gd name="T29" fmla="*/ 2040 h 2729"/>
              <a:gd name="T30" fmla="*/ 1157 w 2763"/>
              <a:gd name="T31" fmla="*/ 2091 h 2729"/>
              <a:gd name="T32" fmla="*/ 1300 w 2763"/>
              <a:gd name="T33" fmla="*/ 2118 h 2729"/>
              <a:gd name="T34" fmla="*/ 1449 w 2763"/>
              <a:gd name="T35" fmla="*/ 2118 h 2729"/>
              <a:gd name="T36" fmla="*/ 1592 w 2763"/>
              <a:gd name="T37" fmla="*/ 2091 h 2729"/>
              <a:gd name="T38" fmla="*/ 1724 w 2763"/>
              <a:gd name="T39" fmla="*/ 2040 h 2729"/>
              <a:gd name="T40" fmla="*/ 1842 w 2763"/>
              <a:gd name="T41" fmla="*/ 1966 h 2729"/>
              <a:gd name="T42" fmla="*/ 1946 w 2763"/>
              <a:gd name="T43" fmla="*/ 1873 h 2729"/>
              <a:gd name="T44" fmla="*/ 2031 w 2763"/>
              <a:gd name="T45" fmla="*/ 1763 h 2729"/>
              <a:gd name="T46" fmla="*/ 2095 w 2763"/>
              <a:gd name="T47" fmla="*/ 1638 h 2729"/>
              <a:gd name="T48" fmla="*/ 2134 w 2763"/>
              <a:gd name="T49" fmla="*/ 1503 h 2729"/>
              <a:gd name="T50" fmla="*/ 2149 w 2763"/>
              <a:gd name="T51" fmla="*/ 1357 h 2729"/>
              <a:gd name="T52" fmla="*/ 2134 w 2763"/>
              <a:gd name="T53" fmla="*/ 1212 h 2729"/>
              <a:gd name="T54" fmla="*/ 2095 w 2763"/>
              <a:gd name="T55" fmla="*/ 1076 h 2729"/>
              <a:gd name="T56" fmla="*/ 2031 w 2763"/>
              <a:gd name="T57" fmla="*/ 952 h 2729"/>
              <a:gd name="T58" fmla="*/ 1946 w 2763"/>
              <a:gd name="T59" fmla="*/ 842 h 2729"/>
              <a:gd name="T60" fmla="*/ 1842 w 2763"/>
              <a:gd name="T61" fmla="*/ 750 h 2729"/>
              <a:gd name="T62" fmla="*/ 1724 w 2763"/>
              <a:gd name="T63" fmla="*/ 676 h 2729"/>
              <a:gd name="T64" fmla="*/ 1592 w 2763"/>
              <a:gd name="T65" fmla="*/ 624 h 2729"/>
              <a:gd name="T66" fmla="*/ 1449 w 2763"/>
              <a:gd name="T67" fmla="*/ 596 h 2729"/>
              <a:gd name="T68" fmla="*/ 1381 w 2763"/>
              <a:gd name="T69" fmla="*/ 0 h 2729"/>
              <a:gd name="T70" fmla="*/ 2359 w 2763"/>
              <a:gd name="T71" fmla="*/ 400 h 2729"/>
              <a:gd name="T72" fmla="*/ 2763 w 2763"/>
              <a:gd name="T73" fmla="*/ 1365 h 2729"/>
              <a:gd name="T74" fmla="*/ 2359 w 2763"/>
              <a:gd name="T75" fmla="*/ 2330 h 2729"/>
              <a:gd name="T76" fmla="*/ 1381 w 2763"/>
              <a:gd name="T77" fmla="*/ 2729 h 2729"/>
              <a:gd name="T78" fmla="*/ 404 w 2763"/>
              <a:gd name="T79" fmla="*/ 2330 h 2729"/>
              <a:gd name="T80" fmla="*/ 0 w 2763"/>
              <a:gd name="T81" fmla="*/ 1365 h 2729"/>
              <a:gd name="T82" fmla="*/ 404 w 2763"/>
              <a:gd name="T83" fmla="*/ 400 h 2729"/>
              <a:gd name="T84" fmla="*/ 1381 w 2763"/>
              <a:gd name="T85" fmla="*/ 0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3" h="2729">
                <a:moveTo>
                  <a:pt x="1374" y="594"/>
                </a:moveTo>
                <a:lnTo>
                  <a:pt x="1300" y="596"/>
                </a:lnTo>
                <a:lnTo>
                  <a:pt x="1227" y="607"/>
                </a:lnTo>
                <a:lnTo>
                  <a:pt x="1157" y="624"/>
                </a:lnTo>
                <a:lnTo>
                  <a:pt x="1089" y="646"/>
                </a:lnTo>
                <a:lnTo>
                  <a:pt x="1025" y="676"/>
                </a:lnTo>
                <a:lnTo>
                  <a:pt x="964" y="710"/>
                </a:lnTo>
                <a:lnTo>
                  <a:pt x="906" y="750"/>
                </a:lnTo>
                <a:lnTo>
                  <a:pt x="853" y="794"/>
                </a:lnTo>
                <a:lnTo>
                  <a:pt x="803" y="842"/>
                </a:lnTo>
                <a:lnTo>
                  <a:pt x="758" y="896"/>
                </a:lnTo>
                <a:lnTo>
                  <a:pt x="718" y="952"/>
                </a:lnTo>
                <a:lnTo>
                  <a:pt x="684" y="1013"/>
                </a:lnTo>
                <a:lnTo>
                  <a:pt x="654" y="1076"/>
                </a:lnTo>
                <a:lnTo>
                  <a:pt x="631" y="1143"/>
                </a:lnTo>
                <a:lnTo>
                  <a:pt x="615" y="1212"/>
                </a:lnTo>
                <a:lnTo>
                  <a:pt x="604" y="1284"/>
                </a:lnTo>
                <a:lnTo>
                  <a:pt x="600" y="1357"/>
                </a:lnTo>
                <a:lnTo>
                  <a:pt x="604" y="1431"/>
                </a:lnTo>
                <a:lnTo>
                  <a:pt x="615" y="1503"/>
                </a:lnTo>
                <a:lnTo>
                  <a:pt x="631" y="1573"/>
                </a:lnTo>
                <a:lnTo>
                  <a:pt x="654" y="1638"/>
                </a:lnTo>
                <a:lnTo>
                  <a:pt x="684" y="1703"/>
                </a:lnTo>
                <a:lnTo>
                  <a:pt x="718" y="1763"/>
                </a:lnTo>
                <a:lnTo>
                  <a:pt x="758" y="1820"/>
                </a:lnTo>
                <a:lnTo>
                  <a:pt x="803" y="1873"/>
                </a:lnTo>
                <a:lnTo>
                  <a:pt x="853" y="1922"/>
                </a:lnTo>
                <a:lnTo>
                  <a:pt x="906" y="1966"/>
                </a:lnTo>
                <a:lnTo>
                  <a:pt x="964" y="2006"/>
                </a:lnTo>
                <a:lnTo>
                  <a:pt x="1025" y="2040"/>
                </a:lnTo>
                <a:lnTo>
                  <a:pt x="1089" y="2068"/>
                </a:lnTo>
                <a:lnTo>
                  <a:pt x="1157" y="2091"/>
                </a:lnTo>
                <a:lnTo>
                  <a:pt x="1227" y="2108"/>
                </a:lnTo>
                <a:lnTo>
                  <a:pt x="1300" y="2118"/>
                </a:lnTo>
                <a:lnTo>
                  <a:pt x="1374" y="2122"/>
                </a:lnTo>
                <a:lnTo>
                  <a:pt x="1449" y="2118"/>
                </a:lnTo>
                <a:lnTo>
                  <a:pt x="1522" y="2108"/>
                </a:lnTo>
                <a:lnTo>
                  <a:pt x="1592" y="2091"/>
                </a:lnTo>
                <a:lnTo>
                  <a:pt x="1659" y="2068"/>
                </a:lnTo>
                <a:lnTo>
                  <a:pt x="1724" y="2040"/>
                </a:lnTo>
                <a:lnTo>
                  <a:pt x="1786" y="2006"/>
                </a:lnTo>
                <a:lnTo>
                  <a:pt x="1842" y="1966"/>
                </a:lnTo>
                <a:lnTo>
                  <a:pt x="1897" y="1922"/>
                </a:lnTo>
                <a:lnTo>
                  <a:pt x="1946" y="1873"/>
                </a:lnTo>
                <a:lnTo>
                  <a:pt x="1992" y="1820"/>
                </a:lnTo>
                <a:lnTo>
                  <a:pt x="2031" y="1763"/>
                </a:lnTo>
                <a:lnTo>
                  <a:pt x="2065" y="1703"/>
                </a:lnTo>
                <a:lnTo>
                  <a:pt x="2095" y="1638"/>
                </a:lnTo>
                <a:lnTo>
                  <a:pt x="2117" y="1573"/>
                </a:lnTo>
                <a:lnTo>
                  <a:pt x="2134" y="1503"/>
                </a:lnTo>
                <a:lnTo>
                  <a:pt x="2146" y="1431"/>
                </a:lnTo>
                <a:lnTo>
                  <a:pt x="2149" y="1357"/>
                </a:lnTo>
                <a:lnTo>
                  <a:pt x="2146" y="1284"/>
                </a:lnTo>
                <a:lnTo>
                  <a:pt x="2134" y="1212"/>
                </a:lnTo>
                <a:lnTo>
                  <a:pt x="2117" y="1143"/>
                </a:lnTo>
                <a:lnTo>
                  <a:pt x="2095" y="1076"/>
                </a:lnTo>
                <a:lnTo>
                  <a:pt x="2065" y="1013"/>
                </a:lnTo>
                <a:lnTo>
                  <a:pt x="2031" y="952"/>
                </a:lnTo>
                <a:lnTo>
                  <a:pt x="1992" y="896"/>
                </a:lnTo>
                <a:lnTo>
                  <a:pt x="1946" y="842"/>
                </a:lnTo>
                <a:lnTo>
                  <a:pt x="1897" y="794"/>
                </a:lnTo>
                <a:lnTo>
                  <a:pt x="1842" y="750"/>
                </a:lnTo>
                <a:lnTo>
                  <a:pt x="1786" y="710"/>
                </a:lnTo>
                <a:lnTo>
                  <a:pt x="1724" y="676"/>
                </a:lnTo>
                <a:lnTo>
                  <a:pt x="1659" y="646"/>
                </a:lnTo>
                <a:lnTo>
                  <a:pt x="1592" y="624"/>
                </a:lnTo>
                <a:lnTo>
                  <a:pt x="1522" y="607"/>
                </a:lnTo>
                <a:lnTo>
                  <a:pt x="1449" y="596"/>
                </a:lnTo>
                <a:lnTo>
                  <a:pt x="1374" y="594"/>
                </a:lnTo>
                <a:close/>
                <a:moveTo>
                  <a:pt x="1381" y="0"/>
                </a:moveTo>
                <a:lnTo>
                  <a:pt x="1803" y="361"/>
                </a:lnTo>
                <a:lnTo>
                  <a:pt x="2359" y="400"/>
                </a:lnTo>
                <a:lnTo>
                  <a:pt x="2397" y="949"/>
                </a:lnTo>
                <a:lnTo>
                  <a:pt x="2763" y="1365"/>
                </a:lnTo>
                <a:lnTo>
                  <a:pt x="2397" y="1780"/>
                </a:lnTo>
                <a:lnTo>
                  <a:pt x="2359" y="2330"/>
                </a:lnTo>
                <a:lnTo>
                  <a:pt x="1803" y="2368"/>
                </a:lnTo>
                <a:lnTo>
                  <a:pt x="1381" y="2729"/>
                </a:lnTo>
                <a:lnTo>
                  <a:pt x="961" y="2368"/>
                </a:lnTo>
                <a:lnTo>
                  <a:pt x="404" y="2330"/>
                </a:lnTo>
                <a:lnTo>
                  <a:pt x="366" y="1780"/>
                </a:lnTo>
                <a:lnTo>
                  <a:pt x="0" y="1365"/>
                </a:lnTo>
                <a:lnTo>
                  <a:pt x="366" y="949"/>
                </a:lnTo>
                <a:lnTo>
                  <a:pt x="404" y="400"/>
                </a:lnTo>
                <a:lnTo>
                  <a:pt x="961" y="361"/>
                </a:lnTo>
                <a:lnTo>
                  <a:pt x="1381"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32" name="Freeform 41">
            <a:extLst>
              <a:ext uri="{FF2B5EF4-FFF2-40B4-BE49-F238E27FC236}">
                <a16:creationId xmlns:a16="http://schemas.microsoft.com/office/drawing/2014/main" id="{D5B29026-9EEC-40F7-ADF5-6EFCED91F32F}"/>
              </a:ext>
            </a:extLst>
          </p:cNvPr>
          <p:cNvSpPr>
            <a:spLocks/>
          </p:cNvSpPr>
          <p:nvPr/>
        </p:nvSpPr>
        <p:spPr bwMode="auto">
          <a:xfrm>
            <a:off x="10852204" y="3843065"/>
            <a:ext cx="45054" cy="96934"/>
          </a:xfrm>
          <a:custGeom>
            <a:avLst/>
            <a:gdLst>
              <a:gd name="T0" fmla="*/ 228 w 396"/>
              <a:gd name="T1" fmla="*/ 0 h 852"/>
              <a:gd name="T2" fmla="*/ 396 w 396"/>
              <a:gd name="T3" fmla="*/ 0 h 852"/>
              <a:gd name="T4" fmla="*/ 396 w 396"/>
              <a:gd name="T5" fmla="*/ 852 h 852"/>
              <a:gd name="T6" fmla="*/ 200 w 396"/>
              <a:gd name="T7" fmla="*/ 852 h 852"/>
              <a:gd name="T8" fmla="*/ 200 w 396"/>
              <a:gd name="T9" fmla="*/ 180 h 852"/>
              <a:gd name="T10" fmla="*/ 197 w 396"/>
              <a:gd name="T11" fmla="*/ 180 h 852"/>
              <a:gd name="T12" fmla="*/ 33 w 396"/>
              <a:gd name="T13" fmla="*/ 257 h 852"/>
              <a:gd name="T14" fmla="*/ 0 w 396"/>
              <a:gd name="T15" fmla="*/ 106 h 852"/>
              <a:gd name="T16" fmla="*/ 228 w 396"/>
              <a:gd name="T17" fmla="*/ 0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852">
                <a:moveTo>
                  <a:pt x="228" y="0"/>
                </a:moveTo>
                <a:lnTo>
                  <a:pt x="396" y="0"/>
                </a:lnTo>
                <a:lnTo>
                  <a:pt x="396" y="852"/>
                </a:lnTo>
                <a:lnTo>
                  <a:pt x="200" y="852"/>
                </a:lnTo>
                <a:lnTo>
                  <a:pt x="200" y="180"/>
                </a:lnTo>
                <a:lnTo>
                  <a:pt x="197" y="180"/>
                </a:lnTo>
                <a:lnTo>
                  <a:pt x="33" y="257"/>
                </a:lnTo>
                <a:lnTo>
                  <a:pt x="0" y="106"/>
                </a:lnTo>
                <a:lnTo>
                  <a:pt x="228"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33" name="Rectangle 32">
            <a:extLst>
              <a:ext uri="{FF2B5EF4-FFF2-40B4-BE49-F238E27FC236}">
                <a16:creationId xmlns:a16="http://schemas.microsoft.com/office/drawing/2014/main" id="{6A3E4C03-DD47-CE97-81E5-6FA98886CBF2}"/>
              </a:ext>
            </a:extLst>
          </p:cNvPr>
          <p:cNvSpPr/>
          <p:nvPr/>
        </p:nvSpPr>
        <p:spPr>
          <a:xfrm>
            <a:off x="302909" y="4638448"/>
            <a:ext cx="2003729" cy="1323439"/>
          </a:xfrm>
          <a:prstGeom prst="rect">
            <a:avLst/>
          </a:prstGeom>
        </p:spPr>
        <p:txBody>
          <a:bodyPr wrap="square">
            <a:spAutoFit/>
          </a:bodyPr>
          <a:lstStyle/>
          <a:p>
            <a:pPr defTabSz="1218987"/>
            <a:r>
              <a:rPr lang="en-US" sz="2000" kern="0">
                <a:solidFill>
                  <a:prstClr val="black">
                    <a:lumMod val="50000"/>
                    <a:lumOff val="50000"/>
                  </a:prstClr>
                </a:solidFill>
                <a:latin typeface="Segoe UI" panose="020B0502040204020203" pitchFamily="34" charset="0"/>
                <a:cs typeface="Segoe UI" panose="020B0502040204020203" pitchFamily="34" charset="0"/>
              </a:rPr>
              <a:t>This is a sample text. Insert your desired text here. </a:t>
            </a:r>
            <a:endParaRPr lang="en-US" sz="2000">
              <a:solidFill>
                <a:prstClr val="black">
                  <a:lumMod val="50000"/>
                  <a:lumOff val="50000"/>
                </a:prstClr>
              </a:solidFill>
              <a:latin typeface="Segoe UI" panose="020B0502040204020203" pitchFamily="34" charset="0"/>
              <a:cs typeface="Segoe UI" panose="020B0502040204020203" pitchFamily="34" charset="0"/>
            </a:endParaRPr>
          </a:p>
        </p:txBody>
      </p:sp>
      <p:sp>
        <p:nvSpPr>
          <p:cNvPr id="34" name="Rectangle 33">
            <a:extLst>
              <a:ext uri="{FF2B5EF4-FFF2-40B4-BE49-F238E27FC236}">
                <a16:creationId xmlns:a16="http://schemas.microsoft.com/office/drawing/2014/main" id="{07DB10DD-6D91-267D-7853-A518B03F8200}"/>
              </a:ext>
            </a:extLst>
          </p:cNvPr>
          <p:cNvSpPr/>
          <p:nvPr/>
        </p:nvSpPr>
        <p:spPr>
          <a:xfrm>
            <a:off x="2694440" y="4668110"/>
            <a:ext cx="2003729" cy="1323439"/>
          </a:xfrm>
          <a:prstGeom prst="rect">
            <a:avLst/>
          </a:prstGeom>
        </p:spPr>
        <p:txBody>
          <a:bodyPr wrap="square">
            <a:spAutoFit/>
          </a:bodyPr>
          <a:lstStyle/>
          <a:p>
            <a:pPr defTabSz="1218987"/>
            <a:r>
              <a:rPr lang="en-US" sz="2000" kern="0">
                <a:solidFill>
                  <a:prstClr val="black">
                    <a:lumMod val="50000"/>
                    <a:lumOff val="50000"/>
                  </a:prstClr>
                </a:solidFill>
                <a:latin typeface="Segoe UI" panose="020B0502040204020203" pitchFamily="34" charset="0"/>
                <a:cs typeface="Segoe UI" panose="020B0502040204020203" pitchFamily="34" charset="0"/>
              </a:rPr>
              <a:t>This is a sample text. Insert your desired text here. </a:t>
            </a:r>
            <a:endParaRPr lang="en-US" sz="2000">
              <a:solidFill>
                <a:prstClr val="black">
                  <a:lumMod val="50000"/>
                  <a:lumOff val="50000"/>
                </a:prstClr>
              </a:solidFill>
              <a:latin typeface="Segoe UI" panose="020B0502040204020203" pitchFamily="34" charset="0"/>
              <a:cs typeface="Segoe UI" panose="020B0502040204020203" pitchFamily="34" charset="0"/>
            </a:endParaRPr>
          </a:p>
        </p:txBody>
      </p:sp>
      <p:sp>
        <p:nvSpPr>
          <p:cNvPr id="35" name="Rectangle 34">
            <a:extLst>
              <a:ext uri="{FF2B5EF4-FFF2-40B4-BE49-F238E27FC236}">
                <a16:creationId xmlns:a16="http://schemas.microsoft.com/office/drawing/2014/main" id="{B7E017A6-1EC2-0EDE-13AB-6B07725B2C49}"/>
              </a:ext>
            </a:extLst>
          </p:cNvPr>
          <p:cNvSpPr/>
          <p:nvPr/>
        </p:nvSpPr>
        <p:spPr>
          <a:xfrm>
            <a:off x="5085971" y="4683780"/>
            <a:ext cx="2003729" cy="1323439"/>
          </a:xfrm>
          <a:prstGeom prst="rect">
            <a:avLst/>
          </a:prstGeom>
        </p:spPr>
        <p:txBody>
          <a:bodyPr wrap="square">
            <a:spAutoFit/>
          </a:bodyPr>
          <a:lstStyle/>
          <a:p>
            <a:pPr defTabSz="1218987"/>
            <a:r>
              <a:rPr lang="en-US" sz="2000" kern="0">
                <a:solidFill>
                  <a:prstClr val="black">
                    <a:lumMod val="50000"/>
                    <a:lumOff val="50000"/>
                  </a:prstClr>
                </a:solidFill>
                <a:latin typeface="Segoe UI" panose="020B0502040204020203" pitchFamily="34" charset="0"/>
                <a:cs typeface="Segoe UI" panose="020B0502040204020203" pitchFamily="34" charset="0"/>
              </a:rPr>
              <a:t>This is a sample text. Insert your desired text here. </a:t>
            </a:r>
            <a:endParaRPr lang="en-US" sz="2000">
              <a:solidFill>
                <a:prstClr val="black">
                  <a:lumMod val="50000"/>
                  <a:lumOff val="50000"/>
                </a:prstClr>
              </a:solidFill>
              <a:latin typeface="Segoe UI" panose="020B0502040204020203" pitchFamily="34" charset="0"/>
              <a:cs typeface="Segoe UI" panose="020B0502040204020203" pitchFamily="34" charset="0"/>
            </a:endParaRPr>
          </a:p>
        </p:txBody>
      </p:sp>
      <p:sp>
        <p:nvSpPr>
          <p:cNvPr id="36" name="Rectangle 35">
            <a:extLst>
              <a:ext uri="{FF2B5EF4-FFF2-40B4-BE49-F238E27FC236}">
                <a16:creationId xmlns:a16="http://schemas.microsoft.com/office/drawing/2014/main" id="{F3D44E2F-1168-2393-4875-2B37F2D94F1B}"/>
              </a:ext>
            </a:extLst>
          </p:cNvPr>
          <p:cNvSpPr/>
          <p:nvPr/>
        </p:nvSpPr>
        <p:spPr>
          <a:xfrm>
            <a:off x="7477502" y="4697772"/>
            <a:ext cx="2003729" cy="1323439"/>
          </a:xfrm>
          <a:prstGeom prst="rect">
            <a:avLst/>
          </a:prstGeom>
        </p:spPr>
        <p:txBody>
          <a:bodyPr wrap="square">
            <a:spAutoFit/>
          </a:bodyPr>
          <a:lstStyle/>
          <a:p>
            <a:pPr defTabSz="1218987"/>
            <a:r>
              <a:rPr lang="en-US" sz="2000" kern="0">
                <a:solidFill>
                  <a:prstClr val="black">
                    <a:lumMod val="50000"/>
                    <a:lumOff val="50000"/>
                  </a:prstClr>
                </a:solidFill>
                <a:latin typeface="Segoe UI" panose="020B0502040204020203" pitchFamily="34" charset="0"/>
                <a:cs typeface="Segoe UI" panose="020B0502040204020203" pitchFamily="34" charset="0"/>
              </a:rPr>
              <a:t>This is a sample text. Insert your desired text here. </a:t>
            </a:r>
            <a:endParaRPr lang="en-US" sz="2000">
              <a:solidFill>
                <a:prstClr val="black">
                  <a:lumMod val="50000"/>
                  <a:lumOff val="50000"/>
                </a:prstClr>
              </a:solidFill>
              <a:latin typeface="Segoe UI" panose="020B0502040204020203" pitchFamily="34" charset="0"/>
              <a:cs typeface="Segoe UI" panose="020B0502040204020203" pitchFamily="34" charset="0"/>
            </a:endParaRPr>
          </a:p>
        </p:txBody>
      </p:sp>
      <p:sp>
        <p:nvSpPr>
          <p:cNvPr id="37" name="Rectangle 36">
            <a:extLst>
              <a:ext uri="{FF2B5EF4-FFF2-40B4-BE49-F238E27FC236}">
                <a16:creationId xmlns:a16="http://schemas.microsoft.com/office/drawing/2014/main" id="{E3309D29-89C7-17F9-AAE4-B4EE05051CEC}"/>
              </a:ext>
            </a:extLst>
          </p:cNvPr>
          <p:cNvSpPr/>
          <p:nvPr/>
        </p:nvSpPr>
        <p:spPr>
          <a:xfrm>
            <a:off x="9869034" y="4727433"/>
            <a:ext cx="2003729" cy="1323439"/>
          </a:xfrm>
          <a:prstGeom prst="rect">
            <a:avLst/>
          </a:prstGeom>
        </p:spPr>
        <p:txBody>
          <a:bodyPr wrap="square">
            <a:spAutoFit/>
          </a:bodyPr>
          <a:lstStyle/>
          <a:p>
            <a:pPr defTabSz="1218987"/>
            <a:r>
              <a:rPr lang="en-US" sz="2000" kern="0">
                <a:solidFill>
                  <a:prstClr val="black">
                    <a:lumMod val="50000"/>
                    <a:lumOff val="50000"/>
                  </a:prstClr>
                </a:solidFill>
                <a:latin typeface="Segoe UI" panose="020B0502040204020203" pitchFamily="34" charset="0"/>
                <a:cs typeface="Segoe UI" panose="020B0502040204020203" pitchFamily="34" charset="0"/>
              </a:rPr>
              <a:t>This is a sample text. Insert your desired text here. </a:t>
            </a:r>
            <a:endParaRPr lang="en-US" sz="2000">
              <a:solidFill>
                <a:prstClr val="black">
                  <a:lumMod val="50000"/>
                  <a:lumOff val="50000"/>
                </a:prstClr>
              </a:solidFill>
              <a:latin typeface="Segoe UI" panose="020B0502040204020203" pitchFamily="34" charset="0"/>
              <a:cs typeface="Segoe UI" panose="020B0502040204020203" pitchFamily="34" charset="0"/>
            </a:endParaRPr>
          </a:p>
        </p:txBody>
      </p:sp>
      <p:sp>
        <p:nvSpPr>
          <p:cNvPr id="38" name="Title 1">
            <a:extLst>
              <a:ext uri="{FF2B5EF4-FFF2-40B4-BE49-F238E27FC236}">
                <a16:creationId xmlns:a16="http://schemas.microsoft.com/office/drawing/2014/main" id="{B9EF994C-CAC6-2534-E7D7-E95919835E69}"/>
              </a:ext>
            </a:extLst>
          </p:cNvPr>
          <p:cNvSpPr txBox="1">
            <a:spLocks/>
          </p:cNvSpPr>
          <p:nvPr/>
        </p:nvSpPr>
        <p:spPr>
          <a:xfrm>
            <a:off x="611030" y="392783"/>
            <a:ext cx="10969943" cy="711081"/>
          </a:xfrm>
          <a:prstGeom prst="rect">
            <a:avLst/>
          </a:prstGeom>
        </p:spPr>
        <p:txBody>
          <a:bodyPr vert="horz" lIns="121899" tIns="60949" rIns="121899" bIns="60949" rtlCol="0" anchor="ctr">
            <a:normAutofit/>
          </a:bodyPr>
          <a:lstStyle>
            <a:lvl1pPr algn="l" defTabSz="1218987" rtl="0" eaLnBrk="1" latinLnBrk="0" hangingPunct="1">
              <a:spcBef>
                <a:spcPct val="0"/>
              </a:spcBef>
              <a:buNone/>
              <a:defRPr sz="3600" kern="1200">
                <a:solidFill>
                  <a:schemeClr val="tx1"/>
                </a:solidFill>
                <a:latin typeface="+mj-lt"/>
                <a:ea typeface="+mj-ea"/>
                <a:cs typeface="+mj-cs"/>
              </a:defRPr>
            </a:lvl1pPr>
          </a:lstStyle>
          <a:p>
            <a:r>
              <a:rPr lang="en-US" b="1">
                <a:solidFill>
                  <a:prstClr val="black"/>
                </a:solidFill>
                <a:latin typeface="Segoe UI" panose="020B0502040204020203" pitchFamily="34" charset="0"/>
                <a:cs typeface="Segoe UI" panose="020B0502040204020203" pitchFamily="34" charset="0"/>
              </a:rPr>
              <a:t>Timeline Infographics</a:t>
            </a:r>
          </a:p>
        </p:txBody>
      </p:sp>
    </p:spTree>
    <p:extLst>
      <p:ext uri="{BB962C8B-B14F-4D97-AF65-F5344CB8AC3E}">
        <p14:creationId xmlns:p14="http://schemas.microsoft.com/office/powerpoint/2010/main" val="375881708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C5A3C-5360-1C35-C168-702614EAD9CB}"/>
              </a:ext>
            </a:extLst>
          </p:cNvPr>
          <p:cNvSpPr txBox="1">
            <a:spLocks/>
          </p:cNvSpPr>
          <p:nvPr/>
        </p:nvSpPr>
        <p:spPr>
          <a:xfrm>
            <a:off x="611030" y="392783"/>
            <a:ext cx="10969943" cy="711081"/>
          </a:xfrm>
          <a:prstGeom prst="rect">
            <a:avLst/>
          </a:prstGeom>
        </p:spPr>
        <p:txBody>
          <a:bodyPr vert="horz" lIns="121899" tIns="60949" rIns="121899" bIns="60949" rtlCol="0" anchor="ctr">
            <a:normAutofit/>
          </a:bodyPr>
          <a:lstStyle>
            <a:lvl1pPr algn="l" defTabSz="1218987" rtl="0" eaLnBrk="1" latinLnBrk="0" hangingPunct="1">
              <a:spcBef>
                <a:spcPct val="0"/>
              </a:spcBef>
              <a:buNone/>
              <a:defRPr sz="3600" kern="1200">
                <a:solidFill>
                  <a:schemeClr val="tx1"/>
                </a:solidFill>
                <a:latin typeface="+mj-lt"/>
                <a:ea typeface="+mj-ea"/>
                <a:cs typeface="+mj-cs"/>
              </a:defRPr>
            </a:lvl1pPr>
          </a:lstStyle>
          <a:p>
            <a:r>
              <a:rPr lang="en-US" b="1">
                <a:solidFill>
                  <a:prstClr val="black"/>
                </a:solidFill>
                <a:latin typeface="Segoe UI" panose="020B0502040204020203" pitchFamily="34" charset="0"/>
                <a:cs typeface="Segoe UI" panose="020B0502040204020203" pitchFamily="34" charset="0"/>
              </a:rPr>
              <a:t>Timeline Infographics</a:t>
            </a:r>
          </a:p>
        </p:txBody>
      </p:sp>
      <p:sp>
        <p:nvSpPr>
          <p:cNvPr id="6" name="Freeform: Shape 5">
            <a:extLst>
              <a:ext uri="{FF2B5EF4-FFF2-40B4-BE49-F238E27FC236}">
                <a16:creationId xmlns:a16="http://schemas.microsoft.com/office/drawing/2014/main" id="{475D1B35-2761-EA39-F0F2-94269ED19997}"/>
              </a:ext>
            </a:extLst>
          </p:cNvPr>
          <p:cNvSpPr/>
          <p:nvPr/>
        </p:nvSpPr>
        <p:spPr>
          <a:xfrm>
            <a:off x="717244" y="2925386"/>
            <a:ext cx="1828800" cy="1828800"/>
          </a:xfrm>
          <a:custGeom>
            <a:avLst/>
            <a:gdLst>
              <a:gd name="connsiteX0" fmla="*/ 1023690 w 2047380"/>
              <a:gd name="connsiteY0" fmla="*/ 1547906 h 1547905"/>
              <a:gd name="connsiteX1" fmla="*/ 0 w 2047380"/>
              <a:gd name="connsiteY1" fmla="*/ 773953 h 1547905"/>
              <a:gd name="connsiteX2" fmla="*/ 1023690 w 2047380"/>
              <a:gd name="connsiteY2" fmla="*/ 0 h 1547905"/>
              <a:gd name="connsiteX3" fmla="*/ 2047381 w 2047380"/>
              <a:gd name="connsiteY3" fmla="*/ 773953 h 1547905"/>
              <a:gd name="connsiteX4" fmla="*/ 1023690 w 2047380"/>
              <a:gd name="connsiteY4" fmla="*/ 1547906 h 1547905"/>
              <a:gd name="connsiteX5" fmla="*/ 1023690 w 2047380"/>
              <a:gd name="connsiteY5" fmla="*/ 16471 h 1547905"/>
              <a:gd name="connsiteX6" fmla="*/ 21786 w 2047380"/>
              <a:gd name="connsiteY6" fmla="*/ 773953 h 1547905"/>
              <a:gd name="connsiteX7" fmla="*/ 1023690 w 2047380"/>
              <a:gd name="connsiteY7" fmla="*/ 1531435 h 1547905"/>
              <a:gd name="connsiteX8" fmla="*/ 2025595 w 2047380"/>
              <a:gd name="connsiteY8" fmla="*/ 773953 h 1547905"/>
              <a:gd name="connsiteX9" fmla="*/ 1023690 w 2047380"/>
              <a:gd name="connsiteY9" fmla="*/ 16471 h 154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7380" h="1547905">
                <a:moveTo>
                  <a:pt x="1023690" y="1547906"/>
                </a:moveTo>
                <a:cubicBezTo>
                  <a:pt x="459302" y="1547906"/>
                  <a:pt x="0" y="1200654"/>
                  <a:pt x="0" y="773953"/>
                </a:cubicBezTo>
                <a:cubicBezTo>
                  <a:pt x="0" y="347252"/>
                  <a:pt x="459302" y="0"/>
                  <a:pt x="1023690" y="0"/>
                </a:cubicBezTo>
                <a:cubicBezTo>
                  <a:pt x="1588079" y="0"/>
                  <a:pt x="2047381" y="347252"/>
                  <a:pt x="2047381" y="773953"/>
                </a:cubicBezTo>
                <a:cubicBezTo>
                  <a:pt x="2047381" y="1200654"/>
                  <a:pt x="1588335" y="1547906"/>
                  <a:pt x="1023690" y="1547906"/>
                </a:cubicBezTo>
                <a:close/>
                <a:moveTo>
                  <a:pt x="1023690" y="16471"/>
                </a:moveTo>
                <a:cubicBezTo>
                  <a:pt x="471349" y="16471"/>
                  <a:pt x="21786" y="356166"/>
                  <a:pt x="21786" y="773953"/>
                </a:cubicBezTo>
                <a:cubicBezTo>
                  <a:pt x="21786" y="1191740"/>
                  <a:pt x="471349" y="1531435"/>
                  <a:pt x="1023690" y="1531435"/>
                </a:cubicBezTo>
                <a:cubicBezTo>
                  <a:pt x="1576032" y="1531435"/>
                  <a:pt x="2025595" y="1191740"/>
                  <a:pt x="2025595" y="773953"/>
                </a:cubicBezTo>
                <a:cubicBezTo>
                  <a:pt x="2025595" y="356166"/>
                  <a:pt x="1576288" y="16471"/>
                  <a:pt x="1023690" y="16471"/>
                </a:cubicBezTo>
                <a:close/>
              </a:path>
            </a:pathLst>
          </a:custGeom>
          <a:solidFill>
            <a:schemeClr val="accent6"/>
          </a:solidFill>
          <a:ln w="25615" cap="flat">
            <a:noFill/>
            <a:prstDash val="solid"/>
            <a:miter/>
          </a:ln>
        </p:spPr>
        <p:txBody>
          <a:bodyPr rtlCol="0" anchor="ctr"/>
          <a:lstStyle/>
          <a:p>
            <a:pPr defTabSz="1218987"/>
            <a:endParaRPr lang="en-US" sz="2400">
              <a:solidFill>
                <a:prstClr val="black"/>
              </a:solidFill>
              <a:latin typeface="Calibri"/>
            </a:endParaRPr>
          </a:p>
        </p:txBody>
      </p:sp>
      <p:sp>
        <p:nvSpPr>
          <p:cNvPr id="7" name="Freeform: Shape 6">
            <a:extLst>
              <a:ext uri="{FF2B5EF4-FFF2-40B4-BE49-F238E27FC236}">
                <a16:creationId xmlns:a16="http://schemas.microsoft.com/office/drawing/2014/main" id="{1BD061F4-BD38-066E-BC04-5E956625873E}"/>
              </a:ext>
            </a:extLst>
          </p:cNvPr>
          <p:cNvSpPr/>
          <p:nvPr/>
        </p:nvSpPr>
        <p:spPr>
          <a:xfrm rot="16758357">
            <a:off x="900124" y="3108266"/>
            <a:ext cx="1463040" cy="1463040"/>
          </a:xfrm>
          <a:custGeom>
            <a:avLst/>
            <a:gdLst>
              <a:gd name="connsiteX0" fmla="*/ 1524967 w 1524966"/>
              <a:gd name="connsiteY0" fmla="*/ 576470 h 1152939"/>
              <a:gd name="connsiteX1" fmla="*/ 762484 w 1524966"/>
              <a:gd name="connsiteY1" fmla="*/ 1152939 h 1152939"/>
              <a:gd name="connsiteX2" fmla="*/ 0 w 1524966"/>
              <a:gd name="connsiteY2" fmla="*/ 576470 h 1152939"/>
              <a:gd name="connsiteX3" fmla="*/ 762484 w 1524966"/>
              <a:gd name="connsiteY3" fmla="*/ 0 h 1152939"/>
              <a:gd name="connsiteX4" fmla="*/ 1524967 w 1524966"/>
              <a:gd name="connsiteY4" fmla="*/ 576470 h 1152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966" h="1152939">
                <a:moveTo>
                  <a:pt x="1524967" y="576470"/>
                </a:moveTo>
                <a:cubicBezTo>
                  <a:pt x="1524967" y="894845"/>
                  <a:pt x="1183591" y="1152939"/>
                  <a:pt x="762484" y="1152939"/>
                </a:cubicBezTo>
                <a:cubicBezTo>
                  <a:pt x="341376" y="1152939"/>
                  <a:pt x="0" y="894845"/>
                  <a:pt x="0" y="576470"/>
                </a:cubicBezTo>
                <a:cubicBezTo>
                  <a:pt x="0" y="258094"/>
                  <a:pt x="341376" y="0"/>
                  <a:pt x="762484" y="0"/>
                </a:cubicBezTo>
                <a:cubicBezTo>
                  <a:pt x="1183591" y="0"/>
                  <a:pt x="1524967" y="258094"/>
                  <a:pt x="1524967" y="576470"/>
                </a:cubicBezTo>
                <a:close/>
              </a:path>
            </a:pathLst>
          </a:custGeom>
          <a:solidFill>
            <a:schemeClr val="tx2"/>
          </a:solidFill>
          <a:ln w="25614" cap="flat">
            <a:noFill/>
            <a:prstDash val="solid"/>
            <a:miter/>
          </a:ln>
        </p:spPr>
        <p:txBody>
          <a:bodyPr rtlCol="0" anchor="ctr"/>
          <a:lstStyle/>
          <a:p>
            <a:pPr defTabSz="1218987"/>
            <a:endParaRPr lang="en-US" sz="2400">
              <a:solidFill>
                <a:prstClr val="black"/>
              </a:solidFill>
              <a:latin typeface="Calibri"/>
            </a:endParaRPr>
          </a:p>
        </p:txBody>
      </p:sp>
      <p:sp>
        <p:nvSpPr>
          <p:cNvPr id="8" name="Freeform: Shape 7">
            <a:extLst>
              <a:ext uri="{FF2B5EF4-FFF2-40B4-BE49-F238E27FC236}">
                <a16:creationId xmlns:a16="http://schemas.microsoft.com/office/drawing/2014/main" id="{B92C1421-7942-AF84-184A-9A9FCCDE2855}"/>
              </a:ext>
            </a:extLst>
          </p:cNvPr>
          <p:cNvSpPr/>
          <p:nvPr/>
        </p:nvSpPr>
        <p:spPr>
          <a:xfrm>
            <a:off x="5166153" y="2925386"/>
            <a:ext cx="1828800" cy="1828800"/>
          </a:xfrm>
          <a:custGeom>
            <a:avLst/>
            <a:gdLst>
              <a:gd name="connsiteX0" fmla="*/ 1023690 w 2047380"/>
              <a:gd name="connsiteY0" fmla="*/ 1547906 h 1547905"/>
              <a:gd name="connsiteX1" fmla="*/ 0 w 2047380"/>
              <a:gd name="connsiteY1" fmla="*/ 773953 h 1547905"/>
              <a:gd name="connsiteX2" fmla="*/ 1023690 w 2047380"/>
              <a:gd name="connsiteY2" fmla="*/ 0 h 1547905"/>
              <a:gd name="connsiteX3" fmla="*/ 2047381 w 2047380"/>
              <a:gd name="connsiteY3" fmla="*/ 773953 h 1547905"/>
              <a:gd name="connsiteX4" fmla="*/ 1023690 w 2047380"/>
              <a:gd name="connsiteY4" fmla="*/ 1547906 h 1547905"/>
              <a:gd name="connsiteX5" fmla="*/ 1023690 w 2047380"/>
              <a:gd name="connsiteY5" fmla="*/ 16471 h 1547905"/>
              <a:gd name="connsiteX6" fmla="*/ 21786 w 2047380"/>
              <a:gd name="connsiteY6" fmla="*/ 773953 h 1547905"/>
              <a:gd name="connsiteX7" fmla="*/ 1023690 w 2047380"/>
              <a:gd name="connsiteY7" fmla="*/ 1531435 h 1547905"/>
              <a:gd name="connsiteX8" fmla="*/ 2025595 w 2047380"/>
              <a:gd name="connsiteY8" fmla="*/ 773953 h 1547905"/>
              <a:gd name="connsiteX9" fmla="*/ 1023690 w 2047380"/>
              <a:gd name="connsiteY9" fmla="*/ 16471 h 154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7380" h="1547905">
                <a:moveTo>
                  <a:pt x="1023690" y="1547906"/>
                </a:moveTo>
                <a:cubicBezTo>
                  <a:pt x="459303" y="1547906"/>
                  <a:pt x="0" y="1200654"/>
                  <a:pt x="0" y="773953"/>
                </a:cubicBezTo>
                <a:cubicBezTo>
                  <a:pt x="0" y="347252"/>
                  <a:pt x="459303" y="0"/>
                  <a:pt x="1023690" y="0"/>
                </a:cubicBezTo>
                <a:cubicBezTo>
                  <a:pt x="1588079" y="0"/>
                  <a:pt x="2047381" y="347252"/>
                  <a:pt x="2047381" y="773953"/>
                </a:cubicBezTo>
                <a:cubicBezTo>
                  <a:pt x="2047381" y="1200654"/>
                  <a:pt x="1588079" y="1547906"/>
                  <a:pt x="1023690" y="1547906"/>
                </a:cubicBezTo>
                <a:close/>
                <a:moveTo>
                  <a:pt x="1023690" y="16471"/>
                </a:moveTo>
                <a:cubicBezTo>
                  <a:pt x="471349" y="16471"/>
                  <a:pt x="21786" y="356166"/>
                  <a:pt x="21786" y="773953"/>
                </a:cubicBezTo>
                <a:cubicBezTo>
                  <a:pt x="21786" y="1191740"/>
                  <a:pt x="471349" y="1531435"/>
                  <a:pt x="1023690" y="1531435"/>
                </a:cubicBezTo>
                <a:cubicBezTo>
                  <a:pt x="1576032" y="1531435"/>
                  <a:pt x="2025595" y="1191740"/>
                  <a:pt x="2025595" y="773953"/>
                </a:cubicBezTo>
                <a:cubicBezTo>
                  <a:pt x="2025595" y="356166"/>
                  <a:pt x="1576032" y="16471"/>
                  <a:pt x="1023690" y="16471"/>
                </a:cubicBezTo>
                <a:close/>
              </a:path>
            </a:pathLst>
          </a:custGeom>
          <a:solidFill>
            <a:schemeClr val="accent6"/>
          </a:solidFill>
          <a:ln w="25615" cap="flat">
            <a:noFill/>
            <a:prstDash val="solid"/>
            <a:miter/>
          </a:ln>
        </p:spPr>
        <p:txBody>
          <a:bodyPr rtlCol="0" anchor="ctr"/>
          <a:lstStyle/>
          <a:p>
            <a:pPr defTabSz="1218987"/>
            <a:endParaRPr lang="en-US" sz="2400">
              <a:solidFill>
                <a:prstClr val="black"/>
              </a:solidFill>
              <a:latin typeface="Calibri"/>
            </a:endParaRPr>
          </a:p>
        </p:txBody>
      </p:sp>
      <p:sp>
        <p:nvSpPr>
          <p:cNvPr id="9" name="Freeform: Shape 8">
            <a:extLst>
              <a:ext uri="{FF2B5EF4-FFF2-40B4-BE49-F238E27FC236}">
                <a16:creationId xmlns:a16="http://schemas.microsoft.com/office/drawing/2014/main" id="{1F4F56C7-7BE1-7E5C-2520-D67E3B1C0FF4}"/>
              </a:ext>
            </a:extLst>
          </p:cNvPr>
          <p:cNvSpPr/>
          <p:nvPr/>
        </p:nvSpPr>
        <p:spPr>
          <a:xfrm rot="18900000">
            <a:off x="5349033" y="3108266"/>
            <a:ext cx="1463040" cy="1463040"/>
          </a:xfrm>
          <a:custGeom>
            <a:avLst/>
            <a:gdLst>
              <a:gd name="connsiteX0" fmla="*/ 1525012 w 1525012"/>
              <a:gd name="connsiteY0" fmla="*/ 576487 h 1152973"/>
              <a:gd name="connsiteX1" fmla="*/ 762506 w 1525012"/>
              <a:gd name="connsiteY1" fmla="*/ 1152974 h 1152973"/>
              <a:gd name="connsiteX2" fmla="*/ 0 w 1525012"/>
              <a:gd name="connsiteY2" fmla="*/ 576487 h 1152973"/>
              <a:gd name="connsiteX3" fmla="*/ 762506 w 1525012"/>
              <a:gd name="connsiteY3" fmla="*/ 0 h 1152973"/>
              <a:gd name="connsiteX4" fmla="*/ 1525012 w 1525012"/>
              <a:gd name="connsiteY4" fmla="*/ 576487 h 1152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5012" h="1152973">
                <a:moveTo>
                  <a:pt x="1525012" y="576487"/>
                </a:moveTo>
                <a:cubicBezTo>
                  <a:pt x="1525012" y="894872"/>
                  <a:pt x="1183627" y="1152974"/>
                  <a:pt x="762506" y="1152974"/>
                </a:cubicBezTo>
                <a:cubicBezTo>
                  <a:pt x="341386" y="1152974"/>
                  <a:pt x="0" y="894872"/>
                  <a:pt x="0" y="576487"/>
                </a:cubicBezTo>
                <a:cubicBezTo>
                  <a:pt x="0" y="258102"/>
                  <a:pt x="341386" y="0"/>
                  <a:pt x="762506" y="0"/>
                </a:cubicBezTo>
                <a:cubicBezTo>
                  <a:pt x="1183627" y="0"/>
                  <a:pt x="1525012" y="258102"/>
                  <a:pt x="1525012" y="576487"/>
                </a:cubicBezTo>
                <a:close/>
              </a:path>
            </a:pathLst>
          </a:custGeom>
          <a:solidFill>
            <a:schemeClr val="accent2"/>
          </a:solidFill>
          <a:ln w="25615" cap="flat">
            <a:noFill/>
            <a:prstDash val="solid"/>
            <a:miter/>
          </a:ln>
        </p:spPr>
        <p:txBody>
          <a:bodyPr rtlCol="0" anchor="ctr"/>
          <a:lstStyle/>
          <a:p>
            <a:pPr defTabSz="1218987"/>
            <a:endParaRPr lang="en-US" sz="2400">
              <a:solidFill>
                <a:prstClr val="black"/>
              </a:solidFill>
              <a:latin typeface="Calibri"/>
            </a:endParaRPr>
          </a:p>
        </p:txBody>
      </p:sp>
      <p:sp>
        <p:nvSpPr>
          <p:cNvPr id="10" name="Freeform: Shape 9">
            <a:extLst>
              <a:ext uri="{FF2B5EF4-FFF2-40B4-BE49-F238E27FC236}">
                <a16:creationId xmlns:a16="http://schemas.microsoft.com/office/drawing/2014/main" id="{904B5CDB-B108-A9D5-0B67-F6E7CE857994}"/>
              </a:ext>
            </a:extLst>
          </p:cNvPr>
          <p:cNvSpPr/>
          <p:nvPr/>
        </p:nvSpPr>
        <p:spPr>
          <a:xfrm>
            <a:off x="2933947" y="1683557"/>
            <a:ext cx="1828800" cy="1828800"/>
          </a:xfrm>
          <a:custGeom>
            <a:avLst/>
            <a:gdLst>
              <a:gd name="connsiteX0" fmla="*/ 1023690 w 2047380"/>
              <a:gd name="connsiteY0" fmla="*/ 1547906 h 1547905"/>
              <a:gd name="connsiteX1" fmla="*/ 0 w 2047380"/>
              <a:gd name="connsiteY1" fmla="*/ 773953 h 1547905"/>
              <a:gd name="connsiteX2" fmla="*/ 1023690 w 2047380"/>
              <a:gd name="connsiteY2" fmla="*/ 0 h 1547905"/>
              <a:gd name="connsiteX3" fmla="*/ 2047381 w 2047380"/>
              <a:gd name="connsiteY3" fmla="*/ 773953 h 1547905"/>
              <a:gd name="connsiteX4" fmla="*/ 1023690 w 2047380"/>
              <a:gd name="connsiteY4" fmla="*/ 1547906 h 1547905"/>
              <a:gd name="connsiteX5" fmla="*/ 1023690 w 2047380"/>
              <a:gd name="connsiteY5" fmla="*/ 16471 h 1547905"/>
              <a:gd name="connsiteX6" fmla="*/ 21786 w 2047380"/>
              <a:gd name="connsiteY6" fmla="*/ 773953 h 1547905"/>
              <a:gd name="connsiteX7" fmla="*/ 1023690 w 2047380"/>
              <a:gd name="connsiteY7" fmla="*/ 1531435 h 1547905"/>
              <a:gd name="connsiteX8" fmla="*/ 2025595 w 2047380"/>
              <a:gd name="connsiteY8" fmla="*/ 773953 h 1547905"/>
              <a:gd name="connsiteX9" fmla="*/ 1023690 w 2047380"/>
              <a:gd name="connsiteY9" fmla="*/ 16471 h 154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7380" h="1547905">
                <a:moveTo>
                  <a:pt x="1023690" y="1547906"/>
                </a:moveTo>
                <a:cubicBezTo>
                  <a:pt x="459302" y="1547906"/>
                  <a:pt x="0" y="1200654"/>
                  <a:pt x="0" y="773953"/>
                </a:cubicBezTo>
                <a:cubicBezTo>
                  <a:pt x="0" y="347252"/>
                  <a:pt x="459302" y="0"/>
                  <a:pt x="1023690" y="0"/>
                </a:cubicBezTo>
                <a:cubicBezTo>
                  <a:pt x="1588079" y="0"/>
                  <a:pt x="2047381" y="347252"/>
                  <a:pt x="2047381" y="773953"/>
                </a:cubicBezTo>
                <a:cubicBezTo>
                  <a:pt x="2047381" y="1200848"/>
                  <a:pt x="1588079" y="1547906"/>
                  <a:pt x="1023690" y="1547906"/>
                </a:cubicBezTo>
                <a:close/>
                <a:moveTo>
                  <a:pt x="1023690" y="16471"/>
                </a:moveTo>
                <a:cubicBezTo>
                  <a:pt x="471349" y="16471"/>
                  <a:pt x="21786" y="356166"/>
                  <a:pt x="21786" y="773953"/>
                </a:cubicBezTo>
                <a:cubicBezTo>
                  <a:pt x="21786" y="1191740"/>
                  <a:pt x="471349" y="1531435"/>
                  <a:pt x="1023690" y="1531435"/>
                </a:cubicBezTo>
                <a:cubicBezTo>
                  <a:pt x="1576032" y="1531435"/>
                  <a:pt x="2025595" y="1191547"/>
                  <a:pt x="2025595" y="773953"/>
                </a:cubicBezTo>
                <a:cubicBezTo>
                  <a:pt x="2025595" y="356359"/>
                  <a:pt x="1576032" y="16471"/>
                  <a:pt x="1023690" y="16471"/>
                </a:cubicBezTo>
                <a:close/>
              </a:path>
            </a:pathLst>
          </a:custGeom>
          <a:solidFill>
            <a:schemeClr val="accent6"/>
          </a:solidFill>
          <a:ln w="25615" cap="flat">
            <a:noFill/>
            <a:prstDash val="solid"/>
            <a:miter/>
          </a:ln>
        </p:spPr>
        <p:txBody>
          <a:bodyPr rtlCol="0" anchor="ctr"/>
          <a:lstStyle/>
          <a:p>
            <a:pPr defTabSz="1218987"/>
            <a:endParaRPr lang="en-US" sz="2400">
              <a:solidFill>
                <a:prstClr val="black"/>
              </a:solidFill>
              <a:latin typeface="Calibri"/>
            </a:endParaRPr>
          </a:p>
        </p:txBody>
      </p:sp>
      <p:sp>
        <p:nvSpPr>
          <p:cNvPr id="11" name="Freeform: Shape 10">
            <a:extLst>
              <a:ext uri="{FF2B5EF4-FFF2-40B4-BE49-F238E27FC236}">
                <a16:creationId xmlns:a16="http://schemas.microsoft.com/office/drawing/2014/main" id="{F1F1974B-D17A-E131-01E7-CAB9026395E6}"/>
              </a:ext>
            </a:extLst>
          </p:cNvPr>
          <p:cNvSpPr/>
          <p:nvPr/>
        </p:nvSpPr>
        <p:spPr>
          <a:xfrm rot="18900000">
            <a:off x="3116827" y="1866437"/>
            <a:ext cx="1463040" cy="1463040"/>
          </a:xfrm>
          <a:custGeom>
            <a:avLst/>
            <a:gdLst>
              <a:gd name="connsiteX0" fmla="*/ 1525012 w 1525012"/>
              <a:gd name="connsiteY0" fmla="*/ 576487 h 1152973"/>
              <a:gd name="connsiteX1" fmla="*/ 762506 w 1525012"/>
              <a:gd name="connsiteY1" fmla="*/ 1152974 h 1152973"/>
              <a:gd name="connsiteX2" fmla="*/ 0 w 1525012"/>
              <a:gd name="connsiteY2" fmla="*/ 576487 h 1152973"/>
              <a:gd name="connsiteX3" fmla="*/ 762506 w 1525012"/>
              <a:gd name="connsiteY3" fmla="*/ 0 h 1152973"/>
              <a:gd name="connsiteX4" fmla="*/ 1525012 w 1525012"/>
              <a:gd name="connsiteY4" fmla="*/ 576487 h 1152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5012" h="1152973">
                <a:moveTo>
                  <a:pt x="1525012" y="576487"/>
                </a:moveTo>
                <a:cubicBezTo>
                  <a:pt x="1525012" y="894872"/>
                  <a:pt x="1183627" y="1152974"/>
                  <a:pt x="762506" y="1152974"/>
                </a:cubicBezTo>
                <a:cubicBezTo>
                  <a:pt x="341386" y="1152974"/>
                  <a:pt x="0" y="894872"/>
                  <a:pt x="0" y="576487"/>
                </a:cubicBezTo>
                <a:cubicBezTo>
                  <a:pt x="0" y="258102"/>
                  <a:pt x="341386" y="0"/>
                  <a:pt x="762506" y="0"/>
                </a:cubicBezTo>
                <a:cubicBezTo>
                  <a:pt x="1183627" y="0"/>
                  <a:pt x="1525012" y="258102"/>
                  <a:pt x="1525012" y="576487"/>
                </a:cubicBezTo>
                <a:close/>
              </a:path>
            </a:pathLst>
          </a:custGeom>
          <a:solidFill>
            <a:schemeClr val="accent1"/>
          </a:solidFill>
          <a:ln w="25615" cap="flat">
            <a:noFill/>
            <a:prstDash val="solid"/>
            <a:miter/>
          </a:ln>
        </p:spPr>
        <p:txBody>
          <a:bodyPr rtlCol="0" anchor="ctr"/>
          <a:lstStyle/>
          <a:p>
            <a:pPr defTabSz="1218987"/>
            <a:endParaRPr lang="en-US" sz="2400">
              <a:solidFill>
                <a:prstClr val="black"/>
              </a:solidFill>
              <a:latin typeface="Calibri"/>
            </a:endParaRPr>
          </a:p>
        </p:txBody>
      </p:sp>
      <p:sp>
        <p:nvSpPr>
          <p:cNvPr id="12" name="Freeform: Shape 11">
            <a:extLst>
              <a:ext uri="{FF2B5EF4-FFF2-40B4-BE49-F238E27FC236}">
                <a16:creationId xmlns:a16="http://schemas.microsoft.com/office/drawing/2014/main" id="{B0816B2C-AFD9-8FE2-9CAE-40CFC5EA0203}"/>
              </a:ext>
            </a:extLst>
          </p:cNvPr>
          <p:cNvSpPr/>
          <p:nvPr/>
        </p:nvSpPr>
        <p:spPr>
          <a:xfrm>
            <a:off x="9645956" y="2925386"/>
            <a:ext cx="1828800" cy="1828800"/>
          </a:xfrm>
          <a:custGeom>
            <a:avLst/>
            <a:gdLst>
              <a:gd name="connsiteX0" fmla="*/ 1023690 w 2047380"/>
              <a:gd name="connsiteY0" fmla="*/ 1547906 h 1547905"/>
              <a:gd name="connsiteX1" fmla="*/ 0 w 2047380"/>
              <a:gd name="connsiteY1" fmla="*/ 773953 h 1547905"/>
              <a:gd name="connsiteX2" fmla="*/ 1023690 w 2047380"/>
              <a:gd name="connsiteY2" fmla="*/ 0 h 1547905"/>
              <a:gd name="connsiteX3" fmla="*/ 2047381 w 2047380"/>
              <a:gd name="connsiteY3" fmla="*/ 773953 h 1547905"/>
              <a:gd name="connsiteX4" fmla="*/ 1023690 w 2047380"/>
              <a:gd name="connsiteY4" fmla="*/ 1547906 h 1547905"/>
              <a:gd name="connsiteX5" fmla="*/ 1023690 w 2047380"/>
              <a:gd name="connsiteY5" fmla="*/ 16471 h 1547905"/>
              <a:gd name="connsiteX6" fmla="*/ 21786 w 2047380"/>
              <a:gd name="connsiteY6" fmla="*/ 773953 h 1547905"/>
              <a:gd name="connsiteX7" fmla="*/ 1023690 w 2047380"/>
              <a:gd name="connsiteY7" fmla="*/ 1531435 h 1547905"/>
              <a:gd name="connsiteX8" fmla="*/ 2025595 w 2047380"/>
              <a:gd name="connsiteY8" fmla="*/ 773953 h 1547905"/>
              <a:gd name="connsiteX9" fmla="*/ 1023690 w 2047380"/>
              <a:gd name="connsiteY9" fmla="*/ 16471 h 154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7380" h="1547905">
                <a:moveTo>
                  <a:pt x="1023690" y="1547906"/>
                </a:moveTo>
                <a:cubicBezTo>
                  <a:pt x="459303" y="1547906"/>
                  <a:pt x="0" y="1200654"/>
                  <a:pt x="0" y="773953"/>
                </a:cubicBezTo>
                <a:cubicBezTo>
                  <a:pt x="0" y="347252"/>
                  <a:pt x="459303" y="0"/>
                  <a:pt x="1023690" y="0"/>
                </a:cubicBezTo>
                <a:cubicBezTo>
                  <a:pt x="1588079" y="0"/>
                  <a:pt x="2047381" y="347252"/>
                  <a:pt x="2047381" y="773953"/>
                </a:cubicBezTo>
                <a:cubicBezTo>
                  <a:pt x="2047381" y="1200654"/>
                  <a:pt x="1588079" y="1547906"/>
                  <a:pt x="1023690" y="1547906"/>
                </a:cubicBezTo>
                <a:close/>
                <a:moveTo>
                  <a:pt x="1023690" y="16471"/>
                </a:moveTo>
                <a:cubicBezTo>
                  <a:pt x="471349" y="16471"/>
                  <a:pt x="21786" y="356166"/>
                  <a:pt x="21786" y="773953"/>
                </a:cubicBezTo>
                <a:cubicBezTo>
                  <a:pt x="21786" y="1191740"/>
                  <a:pt x="471093" y="1531435"/>
                  <a:pt x="1023690" y="1531435"/>
                </a:cubicBezTo>
                <a:cubicBezTo>
                  <a:pt x="1576033" y="1531435"/>
                  <a:pt x="2025595" y="1191740"/>
                  <a:pt x="2025595" y="773953"/>
                </a:cubicBezTo>
                <a:cubicBezTo>
                  <a:pt x="2025595" y="356166"/>
                  <a:pt x="1576033" y="16471"/>
                  <a:pt x="1023690" y="16471"/>
                </a:cubicBezTo>
                <a:close/>
              </a:path>
            </a:pathLst>
          </a:custGeom>
          <a:solidFill>
            <a:schemeClr val="accent6"/>
          </a:solidFill>
          <a:ln w="25615" cap="flat">
            <a:noFill/>
            <a:prstDash val="solid"/>
            <a:miter/>
          </a:ln>
        </p:spPr>
        <p:txBody>
          <a:bodyPr rtlCol="0" anchor="ctr"/>
          <a:lstStyle/>
          <a:p>
            <a:pPr defTabSz="1218987"/>
            <a:endParaRPr lang="en-US" sz="2400">
              <a:solidFill>
                <a:prstClr val="black"/>
              </a:solidFill>
              <a:latin typeface="Calibri"/>
            </a:endParaRPr>
          </a:p>
        </p:txBody>
      </p:sp>
      <p:sp>
        <p:nvSpPr>
          <p:cNvPr id="13" name="Freeform: Shape 12">
            <a:extLst>
              <a:ext uri="{FF2B5EF4-FFF2-40B4-BE49-F238E27FC236}">
                <a16:creationId xmlns:a16="http://schemas.microsoft.com/office/drawing/2014/main" id="{0E9A1179-1889-23D0-27B0-B23321BD8F9C}"/>
              </a:ext>
            </a:extLst>
          </p:cNvPr>
          <p:cNvSpPr/>
          <p:nvPr/>
        </p:nvSpPr>
        <p:spPr>
          <a:xfrm rot="16758357">
            <a:off x="9828836" y="3108266"/>
            <a:ext cx="1463040" cy="1463040"/>
          </a:xfrm>
          <a:custGeom>
            <a:avLst/>
            <a:gdLst>
              <a:gd name="connsiteX0" fmla="*/ 1524967 w 1524966"/>
              <a:gd name="connsiteY0" fmla="*/ 576470 h 1152939"/>
              <a:gd name="connsiteX1" fmla="*/ 762483 w 1524966"/>
              <a:gd name="connsiteY1" fmla="*/ 1152939 h 1152939"/>
              <a:gd name="connsiteX2" fmla="*/ 0 w 1524966"/>
              <a:gd name="connsiteY2" fmla="*/ 576470 h 1152939"/>
              <a:gd name="connsiteX3" fmla="*/ 762483 w 1524966"/>
              <a:gd name="connsiteY3" fmla="*/ 0 h 1152939"/>
              <a:gd name="connsiteX4" fmla="*/ 1524967 w 1524966"/>
              <a:gd name="connsiteY4" fmla="*/ 576470 h 1152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966" h="1152939">
                <a:moveTo>
                  <a:pt x="1524967" y="576470"/>
                </a:moveTo>
                <a:cubicBezTo>
                  <a:pt x="1524967" y="894845"/>
                  <a:pt x="1183591" y="1152939"/>
                  <a:pt x="762483" y="1152939"/>
                </a:cubicBezTo>
                <a:cubicBezTo>
                  <a:pt x="341375" y="1152939"/>
                  <a:pt x="0" y="894845"/>
                  <a:pt x="0" y="576470"/>
                </a:cubicBezTo>
                <a:cubicBezTo>
                  <a:pt x="0" y="258094"/>
                  <a:pt x="341375" y="0"/>
                  <a:pt x="762483" y="0"/>
                </a:cubicBezTo>
                <a:cubicBezTo>
                  <a:pt x="1183591" y="0"/>
                  <a:pt x="1524967" y="258094"/>
                  <a:pt x="1524967" y="576470"/>
                </a:cubicBezTo>
                <a:close/>
              </a:path>
            </a:pathLst>
          </a:custGeom>
          <a:solidFill>
            <a:schemeClr val="accent4"/>
          </a:solidFill>
          <a:ln w="25614" cap="flat">
            <a:noFill/>
            <a:prstDash val="solid"/>
            <a:miter/>
          </a:ln>
        </p:spPr>
        <p:txBody>
          <a:bodyPr rtlCol="0" anchor="ctr"/>
          <a:lstStyle/>
          <a:p>
            <a:pPr defTabSz="1218987"/>
            <a:endParaRPr lang="en-US" sz="2400">
              <a:solidFill>
                <a:prstClr val="black"/>
              </a:solidFill>
              <a:latin typeface="Calibri"/>
            </a:endParaRPr>
          </a:p>
        </p:txBody>
      </p:sp>
      <p:sp>
        <p:nvSpPr>
          <p:cNvPr id="14" name="Freeform: Shape 13">
            <a:extLst>
              <a:ext uri="{FF2B5EF4-FFF2-40B4-BE49-F238E27FC236}">
                <a16:creationId xmlns:a16="http://schemas.microsoft.com/office/drawing/2014/main" id="{CEFC5FAD-0C23-238A-F9E2-DD5010588710}"/>
              </a:ext>
            </a:extLst>
          </p:cNvPr>
          <p:cNvSpPr/>
          <p:nvPr/>
        </p:nvSpPr>
        <p:spPr>
          <a:xfrm>
            <a:off x="7416302" y="1636175"/>
            <a:ext cx="1828800" cy="1828800"/>
          </a:xfrm>
          <a:custGeom>
            <a:avLst/>
            <a:gdLst>
              <a:gd name="connsiteX0" fmla="*/ 1023690 w 2047380"/>
              <a:gd name="connsiteY0" fmla="*/ 1547906 h 1547905"/>
              <a:gd name="connsiteX1" fmla="*/ 0 w 2047380"/>
              <a:gd name="connsiteY1" fmla="*/ 773953 h 1547905"/>
              <a:gd name="connsiteX2" fmla="*/ 1023690 w 2047380"/>
              <a:gd name="connsiteY2" fmla="*/ 0 h 1547905"/>
              <a:gd name="connsiteX3" fmla="*/ 2047381 w 2047380"/>
              <a:gd name="connsiteY3" fmla="*/ 773953 h 1547905"/>
              <a:gd name="connsiteX4" fmla="*/ 1023690 w 2047380"/>
              <a:gd name="connsiteY4" fmla="*/ 1547906 h 1547905"/>
              <a:gd name="connsiteX5" fmla="*/ 1023690 w 2047380"/>
              <a:gd name="connsiteY5" fmla="*/ 16471 h 1547905"/>
              <a:gd name="connsiteX6" fmla="*/ 21786 w 2047380"/>
              <a:gd name="connsiteY6" fmla="*/ 773953 h 1547905"/>
              <a:gd name="connsiteX7" fmla="*/ 1023690 w 2047380"/>
              <a:gd name="connsiteY7" fmla="*/ 1531435 h 1547905"/>
              <a:gd name="connsiteX8" fmla="*/ 2025595 w 2047380"/>
              <a:gd name="connsiteY8" fmla="*/ 773953 h 1547905"/>
              <a:gd name="connsiteX9" fmla="*/ 1023690 w 2047380"/>
              <a:gd name="connsiteY9" fmla="*/ 16471 h 154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7380" h="1547905">
                <a:moveTo>
                  <a:pt x="1023690" y="1547906"/>
                </a:moveTo>
                <a:cubicBezTo>
                  <a:pt x="459303" y="1547906"/>
                  <a:pt x="0" y="1200654"/>
                  <a:pt x="0" y="773953"/>
                </a:cubicBezTo>
                <a:cubicBezTo>
                  <a:pt x="0" y="347252"/>
                  <a:pt x="459303" y="0"/>
                  <a:pt x="1023690" y="0"/>
                </a:cubicBezTo>
                <a:cubicBezTo>
                  <a:pt x="1588079" y="0"/>
                  <a:pt x="2047381" y="347252"/>
                  <a:pt x="2047381" y="773953"/>
                </a:cubicBezTo>
                <a:cubicBezTo>
                  <a:pt x="2047381" y="1200848"/>
                  <a:pt x="1588079" y="1547906"/>
                  <a:pt x="1023690" y="1547906"/>
                </a:cubicBezTo>
                <a:close/>
                <a:moveTo>
                  <a:pt x="1023690" y="16471"/>
                </a:moveTo>
                <a:cubicBezTo>
                  <a:pt x="471349" y="16471"/>
                  <a:pt x="21786" y="356166"/>
                  <a:pt x="21786" y="773953"/>
                </a:cubicBezTo>
                <a:cubicBezTo>
                  <a:pt x="21786" y="1191740"/>
                  <a:pt x="471093" y="1531435"/>
                  <a:pt x="1023690" y="1531435"/>
                </a:cubicBezTo>
                <a:cubicBezTo>
                  <a:pt x="1576288" y="1531435"/>
                  <a:pt x="2025595" y="1191547"/>
                  <a:pt x="2025595" y="773953"/>
                </a:cubicBezTo>
                <a:cubicBezTo>
                  <a:pt x="2025595" y="356359"/>
                  <a:pt x="1576033" y="16471"/>
                  <a:pt x="1023690" y="16471"/>
                </a:cubicBezTo>
                <a:close/>
              </a:path>
            </a:pathLst>
          </a:custGeom>
          <a:solidFill>
            <a:schemeClr val="accent6"/>
          </a:solidFill>
          <a:ln w="25615" cap="flat">
            <a:noFill/>
            <a:prstDash val="solid"/>
            <a:miter/>
          </a:ln>
        </p:spPr>
        <p:txBody>
          <a:bodyPr rtlCol="0" anchor="ctr"/>
          <a:lstStyle/>
          <a:p>
            <a:pPr defTabSz="1218987"/>
            <a:endParaRPr lang="en-US" sz="2400">
              <a:solidFill>
                <a:prstClr val="black"/>
              </a:solidFill>
              <a:latin typeface="Calibri"/>
            </a:endParaRPr>
          </a:p>
        </p:txBody>
      </p:sp>
      <p:sp>
        <p:nvSpPr>
          <p:cNvPr id="15" name="Freeform: Shape 14">
            <a:extLst>
              <a:ext uri="{FF2B5EF4-FFF2-40B4-BE49-F238E27FC236}">
                <a16:creationId xmlns:a16="http://schemas.microsoft.com/office/drawing/2014/main" id="{0B61AC78-8E1C-3E05-F7C0-EAB0805A3EC8}"/>
              </a:ext>
            </a:extLst>
          </p:cNvPr>
          <p:cNvSpPr/>
          <p:nvPr/>
        </p:nvSpPr>
        <p:spPr>
          <a:xfrm rot="16986892">
            <a:off x="7599182" y="1819055"/>
            <a:ext cx="1463040" cy="1463040"/>
          </a:xfrm>
          <a:custGeom>
            <a:avLst/>
            <a:gdLst>
              <a:gd name="connsiteX0" fmla="*/ 1525000 w 1525000"/>
              <a:gd name="connsiteY0" fmla="*/ 576482 h 1152964"/>
              <a:gd name="connsiteX1" fmla="*/ 762500 w 1525000"/>
              <a:gd name="connsiteY1" fmla="*/ 1152964 h 1152964"/>
              <a:gd name="connsiteX2" fmla="*/ 0 w 1525000"/>
              <a:gd name="connsiteY2" fmla="*/ 576482 h 1152964"/>
              <a:gd name="connsiteX3" fmla="*/ 762500 w 1525000"/>
              <a:gd name="connsiteY3" fmla="*/ 0 h 1152964"/>
              <a:gd name="connsiteX4" fmla="*/ 1525000 w 1525000"/>
              <a:gd name="connsiteY4" fmla="*/ 576482 h 115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5000" h="1152964">
                <a:moveTo>
                  <a:pt x="1525000" y="576482"/>
                </a:moveTo>
                <a:cubicBezTo>
                  <a:pt x="1525000" y="894864"/>
                  <a:pt x="1183617" y="1152964"/>
                  <a:pt x="762500" y="1152964"/>
                </a:cubicBezTo>
                <a:cubicBezTo>
                  <a:pt x="341382" y="1152964"/>
                  <a:pt x="0" y="894864"/>
                  <a:pt x="0" y="576482"/>
                </a:cubicBezTo>
                <a:cubicBezTo>
                  <a:pt x="0" y="258100"/>
                  <a:pt x="341382" y="0"/>
                  <a:pt x="762500" y="0"/>
                </a:cubicBezTo>
                <a:cubicBezTo>
                  <a:pt x="1183617" y="0"/>
                  <a:pt x="1525000" y="258100"/>
                  <a:pt x="1525000" y="576482"/>
                </a:cubicBezTo>
                <a:close/>
              </a:path>
            </a:pathLst>
          </a:custGeom>
          <a:solidFill>
            <a:schemeClr val="accent3"/>
          </a:solidFill>
          <a:ln w="25615" cap="flat">
            <a:noFill/>
            <a:prstDash val="solid"/>
            <a:miter/>
          </a:ln>
        </p:spPr>
        <p:txBody>
          <a:bodyPr rtlCol="0" anchor="ctr"/>
          <a:lstStyle/>
          <a:p>
            <a:pPr defTabSz="1218987"/>
            <a:endParaRPr lang="en-US" sz="2400">
              <a:solidFill>
                <a:prstClr val="black"/>
              </a:solidFill>
              <a:latin typeface="Calibri"/>
            </a:endParaRPr>
          </a:p>
        </p:txBody>
      </p:sp>
      <p:sp>
        <p:nvSpPr>
          <p:cNvPr id="16" name="Freeform: Shape 15">
            <a:extLst>
              <a:ext uri="{FF2B5EF4-FFF2-40B4-BE49-F238E27FC236}">
                <a16:creationId xmlns:a16="http://schemas.microsoft.com/office/drawing/2014/main" id="{DAE414CF-1F36-5393-6D98-C46BFAAADC6C}"/>
              </a:ext>
            </a:extLst>
          </p:cNvPr>
          <p:cNvSpPr/>
          <p:nvPr/>
        </p:nvSpPr>
        <p:spPr>
          <a:xfrm rot="19230856">
            <a:off x="2557116" y="3115131"/>
            <a:ext cx="365760" cy="16471"/>
          </a:xfrm>
          <a:custGeom>
            <a:avLst/>
            <a:gdLst>
              <a:gd name="connsiteX0" fmla="*/ 0 w 393696"/>
              <a:gd name="connsiteY0" fmla="*/ 0 h 16471"/>
              <a:gd name="connsiteX1" fmla="*/ 393696 w 393696"/>
              <a:gd name="connsiteY1" fmla="*/ 0 h 16471"/>
              <a:gd name="connsiteX2" fmla="*/ 393696 w 393696"/>
              <a:gd name="connsiteY2" fmla="*/ 16472 h 16471"/>
              <a:gd name="connsiteX3" fmla="*/ 0 w 393696"/>
              <a:gd name="connsiteY3" fmla="*/ 16472 h 16471"/>
            </a:gdLst>
            <a:ahLst/>
            <a:cxnLst>
              <a:cxn ang="0">
                <a:pos x="connsiteX0" y="connsiteY0"/>
              </a:cxn>
              <a:cxn ang="0">
                <a:pos x="connsiteX1" y="connsiteY1"/>
              </a:cxn>
              <a:cxn ang="0">
                <a:pos x="connsiteX2" y="connsiteY2"/>
              </a:cxn>
              <a:cxn ang="0">
                <a:pos x="connsiteX3" y="connsiteY3"/>
              </a:cxn>
            </a:cxnLst>
            <a:rect l="l" t="t" r="r" b="b"/>
            <a:pathLst>
              <a:path w="393696" h="16471">
                <a:moveTo>
                  <a:pt x="0" y="0"/>
                </a:moveTo>
                <a:lnTo>
                  <a:pt x="393696" y="0"/>
                </a:lnTo>
                <a:lnTo>
                  <a:pt x="393696" y="16472"/>
                </a:lnTo>
                <a:lnTo>
                  <a:pt x="0" y="16472"/>
                </a:lnTo>
                <a:close/>
              </a:path>
            </a:pathLst>
          </a:custGeom>
          <a:solidFill>
            <a:schemeClr val="accent6"/>
          </a:solidFill>
          <a:ln w="25616" cap="flat">
            <a:noFill/>
            <a:prstDash val="solid"/>
            <a:miter/>
          </a:ln>
        </p:spPr>
        <p:txBody>
          <a:bodyPr rtlCol="0" anchor="ctr"/>
          <a:lstStyle/>
          <a:p>
            <a:pPr defTabSz="1218987"/>
            <a:endParaRPr lang="en-US" sz="2400">
              <a:solidFill>
                <a:prstClr val="black"/>
              </a:solidFill>
              <a:latin typeface="Calibri"/>
            </a:endParaRPr>
          </a:p>
        </p:txBody>
      </p:sp>
      <p:sp>
        <p:nvSpPr>
          <p:cNvPr id="17" name="Freeform: Shape 16">
            <a:extLst>
              <a:ext uri="{FF2B5EF4-FFF2-40B4-BE49-F238E27FC236}">
                <a16:creationId xmlns:a16="http://schemas.microsoft.com/office/drawing/2014/main" id="{9607E219-182A-EFD8-F224-99229D70C7D6}"/>
              </a:ext>
            </a:extLst>
          </p:cNvPr>
          <p:cNvSpPr/>
          <p:nvPr/>
        </p:nvSpPr>
        <p:spPr>
          <a:xfrm rot="18569362">
            <a:off x="4953558" y="2940485"/>
            <a:ext cx="21784" cy="365760"/>
          </a:xfrm>
          <a:custGeom>
            <a:avLst/>
            <a:gdLst>
              <a:gd name="connsiteX0" fmla="*/ 0 w 21784"/>
              <a:gd name="connsiteY0" fmla="*/ 0 h 297627"/>
              <a:gd name="connsiteX1" fmla="*/ 21785 w 21784"/>
              <a:gd name="connsiteY1" fmla="*/ 0 h 297627"/>
              <a:gd name="connsiteX2" fmla="*/ 21785 w 21784"/>
              <a:gd name="connsiteY2" fmla="*/ 297628 h 297627"/>
              <a:gd name="connsiteX3" fmla="*/ 0 w 21784"/>
              <a:gd name="connsiteY3" fmla="*/ 297628 h 297627"/>
            </a:gdLst>
            <a:ahLst/>
            <a:cxnLst>
              <a:cxn ang="0">
                <a:pos x="connsiteX0" y="connsiteY0"/>
              </a:cxn>
              <a:cxn ang="0">
                <a:pos x="connsiteX1" y="connsiteY1"/>
              </a:cxn>
              <a:cxn ang="0">
                <a:pos x="connsiteX2" y="connsiteY2"/>
              </a:cxn>
              <a:cxn ang="0">
                <a:pos x="connsiteX3" y="connsiteY3"/>
              </a:cxn>
            </a:cxnLst>
            <a:rect l="l" t="t" r="r" b="b"/>
            <a:pathLst>
              <a:path w="21784" h="297627">
                <a:moveTo>
                  <a:pt x="0" y="0"/>
                </a:moveTo>
                <a:lnTo>
                  <a:pt x="21785" y="0"/>
                </a:lnTo>
                <a:lnTo>
                  <a:pt x="21785" y="297628"/>
                </a:lnTo>
                <a:lnTo>
                  <a:pt x="0" y="297628"/>
                </a:lnTo>
                <a:close/>
              </a:path>
            </a:pathLst>
          </a:custGeom>
          <a:solidFill>
            <a:schemeClr val="accent6"/>
          </a:solidFill>
          <a:ln w="25614" cap="flat">
            <a:noFill/>
            <a:prstDash val="solid"/>
            <a:miter/>
          </a:ln>
        </p:spPr>
        <p:txBody>
          <a:bodyPr rtlCol="0" anchor="ctr"/>
          <a:lstStyle/>
          <a:p>
            <a:pPr defTabSz="1218987"/>
            <a:endParaRPr lang="en-US" sz="2400">
              <a:solidFill>
                <a:prstClr val="black"/>
              </a:solidFill>
              <a:latin typeface="Calibri"/>
            </a:endParaRPr>
          </a:p>
        </p:txBody>
      </p:sp>
      <p:sp>
        <p:nvSpPr>
          <p:cNvPr id="18" name="Freeform: Shape 17">
            <a:extLst>
              <a:ext uri="{FF2B5EF4-FFF2-40B4-BE49-F238E27FC236}">
                <a16:creationId xmlns:a16="http://schemas.microsoft.com/office/drawing/2014/main" id="{027D6FAF-7E25-749A-EA4F-84263BB79B7B}"/>
              </a:ext>
            </a:extLst>
          </p:cNvPr>
          <p:cNvSpPr/>
          <p:nvPr/>
        </p:nvSpPr>
        <p:spPr>
          <a:xfrm rot="19228171">
            <a:off x="7022748" y="3115131"/>
            <a:ext cx="365760" cy="16471"/>
          </a:xfrm>
          <a:custGeom>
            <a:avLst/>
            <a:gdLst>
              <a:gd name="connsiteX0" fmla="*/ 0 w 393694"/>
              <a:gd name="connsiteY0" fmla="*/ 0 h 16471"/>
              <a:gd name="connsiteX1" fmla="*/ 393694 w 393694"/>
              <a:gd name="connsiteY1" fmla="*/ 0 h 16471"/>
              <a:gd name="connsiteX2" fmla="*/ 393694 w 393694"/>
              <a:gd name="connsiteY2" fmla="*/ 16472 h 16471"/>
              <a:gd name="connsiteX3" fmla="*/ 0 w 393694"/>
              <a:gd name="connsiteY3" fmla="*/ 16472 h 16471"/>
            </a:gdLst>
            <a:ahLst/>
            <a:cxnLst>
              <a:cxn ang="0">
                <a:pos x="connsiteX0" y="connsiteY0"/>
              </a:cxn>
              <a:cxn ang="0">
                <a:pos x="connsiteX1" y="connsiteY1"/>
              </a:cxn>
              <a:cxn ang="0">
                <a:pos x="connsiteX2" y="connsiteY2"/>
              </a:cxn>
              <a:cxn ang="0">
                <a:pos x="connsiteX3" y="connsiteY3"/>
              </a:cxn>
            </a:cxnLst>
            <a:rect l="l" t="t" r="r" b="b"/>
            <a:pathLst>
              <a:path w="393694" h="16471">
                <a:moveTo>
                  <a:pt x="0" y="0"/>
                </a:moveTo>
                <a:lnTo>
                  <a:pt x="393694" y="0"/>
                </a:lnTo>
                <a:lnTo>
                  <a:pt x="393694" y="16472"/>
                </a:lnTo>
                <a:lnTo>
                  <a:pt x="0" y="16472"/>
                </a:lnTo>
                <a:close/>
              </a:path>
            </a:pathLst>
          </a:custGeom>
          <a:solidFill>
            <a:schemeClr val="accent6"/>
          </a:solidFill>
          <a:ln w="25615" cap="flat">
            <a:noFill/>
            <a:prstDash val="solid"/>
            <a:miter/>
          </a:ln>
        </p:spPr>
        <p:txBody>
          <a:bodyPr rtlCol="0" anchor="ctr"/>
          <a:lstStyle/>
          <a:p>
            <a:pPr defTabSz="1218987"/>
            <a:endParaRPr lang="en-US" sz="2400">
              <a:solidFill>
                <a:prstClr val="black"/>
              </a:solidFill>
              <a:latin typeface="Calibri"/>
            </a:endParaRPr>
          </a:p>
        </p:txBody>
      </p:sp>
      <p:sp>
        <p:nvSpPr>
          <p:cNvPr id="19" name="Freeform: Shape 18">
            <a:extLst>
              <a:ext uri="{FF2B5EF4-FFF2-40B4-BE49-F238E27FC236}">
                <a16:creationId xmlns:a16="http://schemas.microsoft.com/office/drawing/2014/main" id="{7C07F421-2247-312D-D1D5-5D4668F898F6}"/>
              </a:ext>
            </a:extLst>
          </p:cNvPr>
          <p:cNvSpPr/>
          <p:nvPr/>
        </p:nvSpPr>
        <p:spPr>
          <a:xfrm rot="18569362">
            <a:off x="9434637" y="2940485"/>
            <a:ext cx="21784" cy="365760"/>
          </a:xfrm>
          <a:custGeom>
            <a:avLst/>
            <a:gdLst>
              <a:gd name="connsiteX0" fmla="*/ 0 w 21784"/>
              <a:gd name="connsiteY0" fmla="*/ 0 h 297627"/>
              <a:gd name="connsiteX1" fmla="*/ 21785 w 21784"/>
              <a:gd name="connsiteY1" fmla="*/ 0 h 297627"/>
              <a:gd name="connsiteX2" fmla="*/ 21785 w 21784"/>
              <a:gd name="connsiteY2" fmla="*/ 297628 h 297627"/>
              <a:gd name="connsiteX3" fmla="*/ 0 w 21784"/>
              <a:gd name="connsiteY3" fmla="*/ 297628 h 297627"/>
            </a:gdLst>
            <a:ahLst/>
            <a:cxnLst>
              <a:cxn ang="0">
                <a:pos x="connsiteX0" y="connsiteY0"/>
              </a:cxn>
              <a:cxn ang="0">
                <a:pos x="connsiteX1" y="connsiteY1"/>
              </a:cxn>
              <a:cxn ang="0">
                <a:pos x="connsiteX2" y="connsiteY2"/>
              </a:cxn>
              <a:cxn ang="0">
                <a:pos x="connsiteX3" y="connsiteY3"/>
              </a:cxn>
            </a:cxnLst>
            <a:rect l="l" t="t" r="r" b="b"/>
            <a:pathLst>
              <a:path w="21784" h="297627">
                <a:moveTo>
                  <a:pt x="0" y="0"/>
                </a:moveTo>
                <a:lnTo>
                  <a:pt x="21785" y="0"/>
                </a:lnTo>
                <a:lnTo>
                  <a:pt x="21785" y="297628"/>
                </a:lnTo>
                <a:lnTo>
                  <a:pt x="0" y="297628"/>
                </a:lnTo>
                <a:close/>
              </a:path>
            </a:pathLst>
          </a:custGeom>
          <a:solidFill>
            <a:schemeClr val="accent6"/>
          </a:solidFill>
          <a:ln w="25614" cap="flat">
            <a:noFill/>
            <a:prstDash val="solid"/>
            <a:miter/>
          </a:ln>
        </p:spPr>
        <p:txBody>
          <a:bodyPr rtlCol="0" anchor="ctr"/>
          <a:lstStyle/>
          <a:p>
            <a:pPr defTabSz="1218987"/>
            <a:endParaRPr lang="en-US" sz="2400">
              <a:solidFill>
                <a:prstClr val="black"/>
              </a:solidFill>
              <a:latin typeface="Calibri"/>
            </a:endParaRPr>
          </a:p>
        </p:txBody>
      </p:sp>
      <p:grpSp>
        <p:nvGrpSpPr>
          <p:cNvPr id="20" name="Group 19">
            <a:extLst>
              <a:ext uri="{FF2B5EF4-FFF2-40B4-BE49-F238E27FC236}">
                <a16:creationId xmlns:a16="http://schemas.microsoft.com/office/drawing/2014/main" id="{FE579985-5D34-7720-218B-F356514511B4}"/>
              </a:ext>
            </a:extLst>
          </p:cNvPr>
          <p:cNvGrpSpPr/>
          <p:nvPr/>
        </p:nvGrpSpPr>
        <p:grpSpPr>
          <a:xfrm>
            <a:off x="1317819" y="3495250"/>
            <a:ext cx="627650" cy="689072"/>
            <a:chOff x="1693089" y="2362643"/>
            <a:chExt cx="389792" cy="427941"/>
          </a:xfrm>
          <a:solidFill>
            <a:schemeClr val="bg1"/>
          </a:solidFill>
        </p:grpSpPr>
        <p:sp>
          <p:nvSpPr>
            <p:cNvPr id="21" name="Freeform 6">
              <a:extLst>
                <a:ext uri="{FF2B5EF4-FFF2-40B4-BE49-F238E27FC236}">
                  <a16:creationId xmlns:a16="http://schemas.microsoft.com/office/drawing/2014/main" id="{47B41FCE-3790-4212-B6C5-7EFB5CA19595}"/>
                </a:ext>
              </a:extLst>
            </p:cNvPr>
            <p:cNvSpPr>
              <a:spLocks noEditPoints="1"/>
            </p:cNvSpPr>
            <p:nvPr/>
          </p:nvSpPr>
          <p:spPr bwMode="auto">
            <a:xfrm>
              <a:off x="1756881" y="2428678"/>
              <a:ext cx="262211" cy="361906"/>
            </a:xfrm>
            <a:custGeom>
              <a:avLst/>
              <a:gdLst>
                <a:gd name="T0" fmla="*/ 908 w 2456"/>
                <a:gd name="T1" fmla="*/ 362 h 3389"/>
                <a:gd name="T2" fmla="*/ 580 w 2456"/>
                <a:gd name="T3" fmla="*/ 564 h 3389"/>
                <a:gd name="T4" fmla="*/ 368 w 2456"/>
                <a:gd name="T5" fmla="*/ 875 h 3389"/>
                <a:gd name="T6" fmla="*/ 314 w 2456"/>
                <a:gd name="T7" fmla="*/ 1251 h 3389"/>
                <a:gd name="T8" fmla="*/ 379 w 2456"/>
                <a:gd name="T9" fmla="*/ 1553 h 3389"/>
                <a:gd name="T10" fmla="*/ 501 w 2456"/>
                <a:gd name="T11" fmla="*/ 1781 h 3389"/>
                <a:gd name="T12" fmla="*/ 642 w 2456"/>
                <a:gd name="T13" fmla="*/ 1993 h 3389"/>
                <a:gd name="T14" fmla="*/ 730 w 2456"/>
                <a:gd name="T15" fmla="*/ 2231 h 3389"/>
                <a:gd name="T16" fmla="*/ 783 w 2456"/>
                <a:gd name="T17" fmla="*/ 2394 h 3389"/>
                <a:gd name="T18" fmla="*/ 1629 w 2456"/>
                <a:gd name="T19" fmla="*/ 2435 h 3389"/>
                <a:gd name="T20" fmla="*/ 1720 w 2456"/>
                <a:gd name="T21" fmla="*/ 2315 h 3389"/>
                <a:gd name="T22" fmla="*/ 1767 w 2456"/>
                <a:gd name="T23" fmla="*/ 2083 h 3389"/>
                <a:gd name="T24" fmla="*/ 1900 w 2456"/>
                <a:gd name="T25" fmla="*/ 1862 h 3389"/>
                <a:gd name="T26" fmla="*/ 2031 w 2456"/>
                <a:gd name="T27" fmla="*/ 1651 h 3389"/>
                <a:gd name="T28" fmla="*/ 2126 w 2456"/>
                <a:gd name="T29" fmla="*/ 1383 h 3389"/>
                <a:gd name="T30" fmla="*/ 2131 w 2456"/>
                <a:gd name="T31" fmla="*/ 1022 h 3389"/>
                <a:gd name="T32" fmla="*/ 1978 w 2456"/>
                <a:gd name="T33" fmla="*/ 677 h 3389"/>
                <a:gd name="T34" fmla="*/ 1691 w 2456"/>
                <a:gd name="T35" fmla="*/ 426 h 3389"/>
                <a:gd name="T36" fmla="*/ 1312 w 2456"/>
                <a:gd name="T37" fmla="*/ 312 h 3389"/>
                <a:gd name="T38" fmla="*/ 1522 w 2456"/>
                <a:gd name="T39" fmla="*/ 35 h 3389"/>
                <a:gd name="T40" fmla="*/ 1952 w 2456"/>
                <a:gd name="T41" fmla="*/ 227 h 3389"/>
                <a:gd name="T42" fmla="*/ 2272 w 2456"/>
                <a:gd name="T43" fmla="*/ 557 h 3389"/>
                <a:gd name="T44" fmla="*/ 2439 w 2456"/>
                <a:gd name="T45" fmla="*/ 987 h 3389"/>
                <a:gd name="T46" fmla="*/ 2437 w 2456"/>
                <a:gd name="T47" fmla="*/ 1411 h 3389"/>
                <a:gd name="T48" fmla="*/ 2342 w 2456"/>
                <a:gd name="T49" fmla="*/ 1723 h 3389"/>
                <a:gd name="T50" fmla="*/ 2210 w 2456"/>
                <a:gd name="T51" fmla="*/ 1957 h 3389"/>
                <a:gd name="T52" fmla="*/ 2075 w 2456"/>
                <a:gd name="T53" fmla="*/ 2160 h 3389"/>
                <a:gd name="T54" fmla="*/ 2030 w 2456"/>
                <a:gd name="T55" fmla="*/ 2341 h 3389"/>
                <a:gd name="T56" fmla="*/ 1903 w 2456"/>
                <a:gd name="T57" fmla="*/ 2602 h 3389"/>
                <a:gd name="T58" fmla="*/ 1800 w 2456"/>
                <a:gd name="T59" fmla="*/ 2777 h 3389"/>
                <a:gd name="T60" fmla="*/ 1791 w 2456"/>
                <a:gd name="T61" fmla="*/ 2941 h 3389"/>
                <a:gd name="T62" fmla="*/ 1787 w 2456"/>
                <a:gd name="T63" fmla="*/ 3016 h 3389"/>
                <a:gd name="T64" fmla="*/ 1751 w 2456"/>
                <a:gd name="T65" fmla="*/ 3117 h 3389"/>
                <a:gd name="T66" fmla="*/ 1623 w 2456"/>
                <a:gd name="T67" fmla="*/ 3228 h 3389"/>
                <a:gd name="T68" fmla="*/ 1434 w 2456"/>
                <a:gd name="T69" fmla="*/ 3364 h 3389"/>
                <a:gd name="T70" fmla="*/ 1078 w 2456"/>
                <a:gd name="T71" fmla="*/ 3386 h 3389"/>
                <a:gd name="T72" fmla="*/ 922 w 2456"/>
                <a:gd name="T73" fmla="*/ 3266 h 3389"/>
                <a:gd name="T74" fmla="*/ 735 w 2456"/>
                <a:gd name="T75" fmla="*/ 3155 h 3389"/>
                <a:gd name="T76" fmla="*/ 672 w 2456"/>
                <a:gd name="T77" fmla="*/ 3038 h 3389"/>
                <a:gd name="T78" fmla="*/ 667 w 2456"/>
                <a:gd name="T79" fmla="*/ 2985 h 3389"/>
                <a:gd name="T80" fmla="*/ 660 w 2456"/>
                <a:gd name="T81" fmla="*/ 2845 h 3389"/>
                <a:gd name="T82" fmla="*/ 651 w 2456"/>
                <a:gd name="T83" fmla="*/ 2689 h 3389"/>
                <a:gd name="T84" fmla="*/ 456 w 2456"/>
                <a:gd name="T85" fmla="*/ 2451 h 3389"/>
                <a:gd name="T86" fmla="*/ 411 w 2456"/>
                <a:gd name="T87" fmla="*/ 2226 h 3389"/>
                <a:gd name="T88" fmla="*/ 300 w 2456"/>
                <a:gd name="T89" fmla="*/ 2035 h 3389"/>
                <a:gd name="T90" fmla="*/ 166 w 2456"/>
                <a:gd name="T91" fmla="*/ 1825 h 3389"/>
                <a:gd name="T92" fmla="*/ 50 w 2456"/>
                <a:gd name="T93" fmla="*/ 1547 h 3389"/>
                <a:gd name="T94" fmla="*/ 0 w 2456"/>
                <a:gd name="T95" fmla="*/ 1178 h 3389"/>
                <a:gd name="T96" fmla="*/ 97 w 2456"/>
                <a:gd name="T97" fmla="*/ 720 h 3389"/>
                <a:gd name="T98" fmla="*/ 360 w 2456"/>
                <a:gd name="T99" fmla="*/ 346 h 3389"/>
                <a:gd name="T100" fmla="*/ 751 w 2456"/>
                <a:gd name="T101" fmla="*/ 93 h 3389"/>
                <a:gd name="T102" fmla="*/ 1228 w 2456"/>
                <a:gd name="T103" fmla="*/ 0 h 3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56" h="3389">
                  <a:moveTo>
                    <a:pt x="1228" y="308"/>
                  </a:moveTo>
                  <a:lnTo>
                    <a:pt x="1144" y="312"/>
                  </a:lnTo>
                  <a:lnTo>
                    <a:pt x="1063" y="322"/>
                  </a:lnTo>
                  <a:lnTo>
                    <a:pt x="985" y="339"/>
                  </a:lnTo>
                  <a:lnTo>
                    <a:pt x="908" y="362"/>
                  </a:lnTo>
                  <a:lnTo>
                    <a:pt x="835" y="392"/>
                  </a:lnTo>
                  <a:lnTo>
                    <a:pt x="765" y="428"/>
                  </a:lnTo>
                  <a:lnTo>
                    <a:pt x="699" y="468"/>
                  </a:lnTo>
                  <a:lnTo>
                    <a:pt x="638" y="513"/>
                  </a:lnTo>
                  <a:lnTo>
                    <a:pt x="580" y="564"/>
                  </a:lnTo>
                  <a:lnTo>
                    <a:pt x="527" y="618"/>
                  </a:lnTo>
                  <a:lnTo>
                    <a:pt x="480" y="677"/>
                  </a:lnTo>
                  <a:lnTo>
                    <a:pt x="437" y="740"/>
                  </a:lnTo>
                  <a:lnTo>
                    <a:pt x="400" y="805"/>
                  </a:lnTo>
                  <a:lnTo>
                    <a:pt x="368" y="875"/>
                  </a:lnTo>
                  <a:lnTo>
                    <a:pt x="344" y="948"/>
                  </a:lnTo>
                  <a:lnTo>
                    <a:pt x="326" y="1022"/>
                  </a:lnTo>
                  <a:lnTo>
                    <a:pt x="315" y="1099"/>
                  </a:lnTo>
                  <a:lnTo>
                    <a:pt x="311" y="1178"/>
                  </a:lnTo>
                  <a:lnTo>
                    <a:pt x="314" y="1251"/>
                  </a:lnTo>
                  <a:lnTo>
                    <a:pt x="320" y="1319"/>
                  </a:lnTo>
                  <a:lnTo>
                    <a:pt x="330" y="1383"/>
                  </a:lnTo>
                  <a:lnTo>
                    <a:pt x="344" y="1444"/>
                  </a:lnTo>
                  <a:lnTo>
                    <a:pt x="360" y="1500"/>
                  </a:lnTo>
                  <a:lnTo>
                    <a:pt x="379" y="1553"/>
                  </a:lnTo>
                  <a:lnTo>
                    <a:pt x="401" y="1604"/>
                  </a:lnTo>
                  <a:lnTo>
                    <a:pt x="425" y="1651"/>
                  </a:lnTo>
                  <a:lnTo>
                    <a:pt x="449" y="1697"/>
                  </a:lnTo>
                  <a:lnTo>
                    <a:pt x="476" y="1740"/>
                  </a:lnTo>
                  <a:lnTo>
                    <a:pt x="501" y="1781"/>
                  </a:lnTo>
                  <a:lnTo>
                    <a:pt x="529" y="1821"/>
                  </a:lnTo>
                  <a:lnTo>
                    <a:pt x="555" y="1860"/>
                  </a:lnTo>
                  <a:lnTo>
                    <a:pt x="585" y="1905"/>
                  </a:lnTo>
                  <a:lnTo>
                    <a:pt x="614" y="1949"/>
                  </a:lnTo>
                  <a:lnTo>
                    <a:pt x="642" y="1993"/>
                  </a:lnTo>
                  <a:lnTo>
                    <a:pt x="667" y="2037"/>
                  </a:lnTo>
                  <a:lnTo>
                    <a:pt x="689" y="2083"/>
                  </a:lnTo>
                  <a:lnTo>
                    <a:pt x="707" y="2130"/>
                  </a:lnTo>
                  <a:lnTo>
                    <a:pt x="721" y="2179"/>
                  </a:lnTo>
                  <a:lnTo>
                    <a:pt x="730" y="2231"/>
                  </a:lnTo>
                  <a:lnTo>
                    <a:pt x="732" y="2285"/>
                  </a:lnTo>
                  <a:lnTo>
                    <a:pt x="736" y="2315"/>
                  </a:lnTo>
                  <a:lnTo>
                    <a:pt x="747" y="2344"/>
                  </a:lnTo>
                  <a:lnTo>
                    <a:pt x="763" y="2370"/>
                  </a:lnTo>
                  <a:lnTo>
                    <a:pt x="783" y="2394"/>
                  </a:lnTo>
                  <a:lnTo>
                    <a:pt x="804" y="2416"/>
                  </a:lnTo>
                  <a:lnTo>
                    <a:pt x="827" y="2435"/>
                  </a:lnTo>
                  <a:lnTo>
                    <a:pt x="849" y="2451"/>
                  </a:lnTo>
                  <a:lnTo>
                    <a:pt x="1607" y="2451"/>
                  </a:lnTo>
                  <a:lnTo>
                    <a:pt x="1629" y="2435"/>
                  </a:lnTo>
                  <a:lnTo>
                    <a:pt x="1652" y="2416"/>
                  </a:lnTo>
                  <a:lnTo>
                    <a:pt x="1675" y="2394"/>
                  </a:lnTo>
                  <a:lnTo>
                    <a:pt x="1694" y="2370"/>
                  </a:lnTo>
                  <a:lnTo>
                    <a:pt x="1709" y="2344"/>
                  </a:lnTo>
                  <a:lnTo>
                    <a:pt x="1720" y="2315"/>
                  </a:lnTo>
                  <a:lnTo>
                    <a:pt x="1724" y="2285"/>
                  </a:lnTo>
                  <a:lnTo>
                    <a:pt x="1727" y="2231"/>
                  </a:lnTo>
                  <a:lnTo>
                    <a:pt x="1735" y="2179"/>
                  </a:lnTo>
                  <a:lnTo>
                    <a:pt x="1749" y="2130"/>
                  </a:lnTo>
                  <a:lnTo>
                    <a:pt x="1767" y="2083"/>
                  </a:lnTo>
                  <a:lnTo>
                    <a:pt x="1789" y="2038"/>
                  </a:lnTo>
                  <a:lnTo>
                    <a:pt x="1814" y="1993"/>
                  </a:lnTo>
                  <a:lnTo>
                    <a:pt x="1841" y="1949"/>
                  </a:lnTo>
                  <a:lnTo>
                    <a:pt x="1870" y="1906"/>
                  </a:lnTo>
                  <a:lnTo>
                    <a:pt x="1900" y="1862"/>
                  </a:lnTo>
                  <a:lnTo>
                    <a:pt x="1927" y="1823"/>
                  </a:lnTo>
                  <a:lnTo>
                    <a:pt x="1954" y="1782"/>
                  </a:lnTo>
                  <a:lnTo>
                    <a:pt x="1980" y="1741"/>
                  </a:lnTo>
                  <a:lnTo>
                    <a:pt x="2007" y="1697"/>
                  </a:lnTo>
                  <a:lnTo>
                    <a:pt x="2031" y="1651"/>
                  </a:lnTo>
                  <a:lnTo>
                    <a:pt x="2055" y="1604"/>
                  </a:lnTo>
                  <a:lnTo>
                    <a:pt x="2077" y="1553"/>
                  </a:lnTo>
                  <a:lnTo>
                    <a:pt x="2096" y="1500"/>
                  </a:lnTo>
                  <a:lnTo>
                    <a:pt x="2112" y="1444"/>
                  </a:lnTo>
                  <a:lnTo>
                    <a:pt x="2126" y="1383"/>
                  </a:lnTo>
                  <a:lnTo>
                    <a:pt x="2136" y="1319"/>
                  </a:lnTo>
                  <a:lnTo>
                    <a:pt x="2143" y="1251"/>
                  </a:lnTo>
                  <a:lnTo>
                    <a:pt x="2145" y="1178"/>
                  </a:lnTo>
                  <a:lnTo>
                    <a:pt x="2141" y="1099"/>
                  </a:lnTo>
                  <a:lnTo>
                    <a:pt x="2131" y="1022"/>
                  </a:lnTo>
                  <a:lnTo>
                    <a:pt x="2112" y="946"/>
                  </a:lnTo>
                  <a:lnTo>
                    <a:pt x="2088" y="875"/>
                  </a:lnTo>
                  <a:lnTo>
                    <a:pt x="2058" y="805"/>
                  </a:lnTo>
                  <a:lnTo>
                    <a:pt x="2020" y="739"/>
                  </a:lnTo>
                  <a:lnTo>
                    <a:pt x="1978" y="677"/>
                  </a:lnTo>
                  <a:lnTo>
                    <a:pt x="1930" y="618"/>
                  </a:lnTo>
                  <a:lnTo>
                    <a:pt x="1876" y="564"/>
                  </a:lnTo>
                  <a:lnTo>
                    <a:pt x="1819" y="513"/>
                  </a:lnTo>
                  <a:lnTo>
                    <a:pt x="1757" y="467"/>
                  </a:lnTo>
                  <a:lnTo>
                    <a:pt x="1691" y="426"/>
                  </a:lnTo>
                  <a:lnTo>
                    <a:pt x="1621" y="392"/>
                  </a:lnTo>
                  <a:lnTo>
                    <a:pt x="1548" y="362"/>
                  </a:lnTo>
                  <a:lnTo>
                    <a:pt x="1472" y="339"/>
                  </a:lnTo>
                  <a:lnTo>
                    <a:pt x="1393" y="322"/>
                  </a:lnTo>
                  <a:lnTo>
                    <a:pt x="1312" y="312"/>
                  </a:lnTo>
                  <a:lnTo>
                    <a:pt x="1228" y="308"/>
                  </a:lnTo>
                  <a:close/>
                  <a:moveTo>
                    <a:pt x="1228" y="0"/>
                  </a:moveTo>
                  <a:lnTo>
                    <a:pt x="1328" y="3"/>
                  </a:lnTo>
                  <a:lnTo>
                    <a:pt x="1427" y="16"/>
                  </a:lnTo>
                  <a:lnTo>
                    <a:pt x="1522" y="35"/>
                  </a:lnTo>
                  <a:lnTo>
                    <a:pt x="1616" y="60"/>
                  </a:lnTo>
                  <a:lnTo>
                    <a:pt x="1705" y="93"/>
                  </a:lnTo>
                  <a:lnTo>
                    <a:pt x="1791" y="132"/>
                  </a:lnTo>
                  <a:lnTo>
                    <a:pt x="1874" y="177"/>
                  </a:lnTo>
                  <a:lnTo>
                    <a:pt x="1952" y="227"/>
                  </a:lnTo>
                  <a:lnTo>
                    <a:pt x="2026" y="284"/>
                  </a:lnTo>
                  <a:lnTo>
                    <a:pt x="2096" y="346"/>
                  </a:lnTo>
                  <a:lnTo>
                    <a:pt x="2159" y="411"/>
                  </a:lnTo>
                  <a:lnTo>
                    <a:pt x="2219" y="483"/>
                  </a:lnTo>
                  <a:lnTo>
                    <a:pt x="2272" y="557"/>
                  </a:lnTo>
                  <a:lnTo>
                    <a:pt x="2319" y="637"/>
                  </a:lnTo>
                  <a:lnTo>
                    <a:pt x="2360" y="720"/>
                  </a:lnTo>
                  <a:lnTo>
                    <a:pt x="2393" y="807"/>
                  </a:lnTo>
                  <a:lnTo>
                    <a:pt x="2420" y="895"/>
                  </a:lnTo>
                  <a:lnTo>
                    <a:pt x="2439" y="987"/>
                  </a:lnTo>
                  <a:lnTo>
                    <a:pt x="2452" y="1081"/>
                  </a:lnTo>
                  <a:lnTo>
                    <a:pt x="2456" y="1178"/>
                  </a:lnTo>
                  <a:lnTo>
                    <a:pt x="2453" y="1260"/>
                  </a:lnTo>
                  <a:lnTo>
                    <a:pt x="2447" y="1338"/>
                  </a:lnTo>
                  <a:lnTo>
                    <a:pt x="2437" y="1411"/>
                  </a:lnTo>
                  <a:lnTo>
                    <a:pt x="2423" y="1481"/>
                  </a:lnTo>
                  <a:lnTo>
                    <a:pt x="2407" y="1547"/>
                  </a:lnTo>
                  <a:lnTo>
                    <a:pt x="2387" y="1609"/>
                  </a:lnTo>
                  <a:lnTo>
                    <a:pt x="2365" y="1668"/>
                  </a:lnTo>
                  <a:lnTo>
                    <a:pt x="2342" y="1723"/>
                  </a:lnTo>
                  <a:lnTo>
                    <a:pt x="2316" y="1775"/>
                  </a:lnTo>
                  <a:lnTo>
                    <a:pt x="2291" y="1824"/>
                  </a:lnTo>
                  <a:lnTo>
                    <a:pt x="2263" y="1872"/>
                  </a:lnTo>
                  <a:lnTo>
                    <a:pt x="2237" y="1916"/>
                  </a:lnTo>
                  <a:lnTo>
                    <a:pt x="2210" y="1957"/>
                  </a:lnTo>
                  <a:lnTo>
                    <a:pt x="2183" y="1996"/>
                  </a:lnTo>
                  <a:lnTo>
                    <a:pt x="2157" y="2034"/>
                  </a:lnTo>
                  <a:lnTo>
                    <a:pt x="2126" y="2081"/>
                  </a:lnTo>
                  <a:lnTo>
                    <a:pt x="2098" y="2122"/>
                  </a:lnTo>
                  <a:lnTo>
                    <a:pt x="2075" y="2160"/>
                  </a:lnTo>
                  <a:lnTo>
                    <a:pt x="2058" y="2194"/>
                  </a:lnTo>
                  <a:lnTo>
                    <a:pt x="2045" y="2226"/>
                  </a:lnTo>
                  <a:lnTo>
                    <a:pt x="2036" y="2256"/>
                  </a:lnTo>
                  <a:lnTo>
                    <a:pt x="2034" y="2285"/>
                  </a:lnTo>
                  <a:lnTo>
                    <a:pt x="2030" y="2341"/>
                  </a:lnTo>
                  <a:lnTo>
                    <a:pt x="2018" y="2397"/>
                  </a:lnTo>
                  <a:lnTo>
                    <a:pt x="2001" y="2451"/>
                  </a:lnTo>
                  <a:lnTo>
                    <a:pt x="1974" y="2504"/>
                  </a:lnTo>
                  <a:lnTo>
                    <a:pt x="1942" y="2554"/>
                  </a:lnTo>
                  <a:lnTo>
                    <a:pt x="1903" y="2602"/>
                  </a:lnTo>
                  <a:lnTo>
                    <a:pt x="1857" y="2647"/>
                  </a:lnTo>
                  <a:lnTo>
                    <a:pt x="1805" y="2689"/>
                  </a:lnTo>
                  <a:lnTo>
                    <a:pt x="1804" y="2714"/>
                  </a:lnTo>
                  <a:lnTo>
                    <a:pt x="1803" y="2744"/>
                  </a:lnTo>
                  <a:lnTo>
                    <a:pt x="1800" y="2777"/>
                  </a:lnTo>
                  <a:lnTo>
                    <a:pt x="1799" y="2811"/>
                  </a:lnTo>
                  <a:lnTo>
                    <a:pt x="1796" y="2845"/>
                  </a:lnTo>
                  <a:lnTo>
                    <a:pt x="1795" y="2879"/>
                  </a:lnTo>
                  <a:lnTo>
                    <a:pt x="1793" y="2912"/>
                  </a:lnTo>
                  <a:lnTo>
                    <a:pt x="1791" y="2941"/>
                  </a:lnTo>
                  <a:lnTo>
                    <a:pt x="1790" y="2965"/>
                  </a:lnTo>
                  <a:lnTo>
                    <a:pt x="1789" y="2985"/>
                  </a:lnTo>
                  <a:lnTo>
                    <a:pt x="1789" y="2997"/>
                  </a:lnTo>
                  <a:lnTo>
                    <a:pt x="1787" y="3001"/>
                  </a:lnTo>
                  <a:lnTo>
                    <a:pt x="1787" y="3016"/>
                  </a:lnTo>
                  <a:lnTo>
                    <a:pt x="1785" y="3034"/>
                  </a:lnTo>
                  <a:lnTo>
                    <a:pt x="1780" y="3053"/>
                  </a:lnTo>
                  <a:lnTo>
                    <a:pt x="1774" y="3073"/>
                  </a:lnTo>
                  <a:lnTo>
                    <a:pt x="1763" y="3096"/>
                  </a:lnTo>
                  <a:lnTo>
                    <a:pt x="1751" y="3117"/>
                  </a:lnTo>
                  <a:lnTo>
                    <a:pt x="1734" y="3140"/>
                  </a:lnTo>
                  <a:lnTo>
                    <a:pt x="1714" y="3164"/>
                  </a:lnTo>
                  <a:lnTo>
                    <a:pt x="1689" y="3185"/>
                  </a:lnTo>
                  <a:lnTo>
                    <a:pt x="1658" y="3208"/>
                  </a:lnTo>
                  <a:lnTo>
                    <a:pt x="1623" y="3228"/>
                  </a:lnTo>
                  <a:lnTo>
                    <a:pt x="1582" y="3248"/>
                  </a:lnTo>
                  <a:lnTo>
                    <a:pt x="1534" y="3266"/>
                  </a:lnTo>
                  <a:lnTo>
                    <a:pt x="1506" y="3301"/>
                  </a:lnTo>
                  <a:lnTo>
                    <a:pt x="1472" y="3334"/>
                  </a:lnTo>
                  <a:lnTo>
                    <a:pt x="1434" y="3364"/>
                  </a:lnTo>
                  <a:lnTo>
                    <a:pt x="1407" y="3378"/>
                  </a:lnTo>
                  <a:lnTo>
                    <a:pt x="1378" y="3386"/>
                  </a:lnTo>
                  <a:lnTo>
                    <a:pt x="1347" y="3389"/>
                  </a:lnTo>
                  <a:lnTo>
                    <a:pt x="1109" y="3389"/>
                  </a:lnTo>
                  <a:lnTo>
                    <a:pt x="1078" y="3386"/>
                  </a:lnTo>
                  <a:lnTo>
                    <a:pt x="1049" y="3378"/>
                  </a:lnTo>
                  <a:lnTo>
                    <a:pt x="1023" y="3364"/>
                  </a:lnTo>
                  <a:lnTo>
                    <a:pt x="985" y="3334"/>
                  </a:lnTo>
                  <a:lnTo>
                    <a:pt x="950" y="3301"/>
                  </a:lnTo>
                  <a:lnTo>
                    <a:pt x="922" y="3266"/>
                  </a:lnTo>
                  <a:lnTo>
                    <a:pt x="872" y="3245"/>
                  </a:lnTo>
                  <a:lnTo>
                    <a:pt x="829" y="3225"/>
                  </a:lnTo>
                  <a:lnTo>
                    <a:pt x="790" y="3203"/>
                  </a:lnTo>
                  <a:lnTo>
                    <a:pt x="760" y="3179"/>
                  </a:lnTo>
                  <a:lnTo>
                    <a:pt x="735" y="3155"/>
                  </a:lnTo>
                  <a:lnTo>
                    <a:pt x="714" y="3130"/>
                  </a:lnTo>
                  <a:lnTo>
                    <a:pt x="699" y="3106"/>
                  </a:lnTo>
                  <a:lnTo>
                    <a:pt x="686" y="3082"/>
                  </a:lnTo>
                  <a:lnTo>
                    <a:pt x="679" y="3059"/>
                  </a:lnTo>
                  <a:lnTo>
                    <a:pt x="672" y="3038"/>
                  </a:lnTo>
                  <a:lnTo>
                    <a:pt x="670" y="3019"/>
                  </a:lnTo>
                  <a:lnTo>
                    <a:pt x="669" y="3001"/>
                  </a:lnTo>
                  <a:lnTo>
                    <a:pt x="669" y="3001"/>
                  </a:lnTo>
                  <a:lnTo>
                    <a:pt x="669" y="2997"/>
                  </a:lnTo>
                  <a:lnTo>
                    <a:pt x="667" y="2985"/>
                  </a:lnTo>
                  <a:lnTo>
                    <a:pt x="666" y="2965"/>
                  </a:lnTo>
                  <a:lnTo>
                    <a:pt x="665" y="2941"/>
                  </a:lnTo>
                  <a:lnTo>
                    <a:pt x="664" y="2912"/>
                  </a:lnTo>
                  <a:lnTo>
                    <a:pt x="661" y="2879"/>
                  </a:lnTo>
                  <a:lnTo>
                    <a:pt x="660" y="2845"/>
                  </a:lnTo>
                  <a:lnTo>
                    <a:pt x="657" y="2811"/>
                  </a:lnTo>
                  <a:lnTo>
                    <a:pt x="656" y="2777"/>
                  </a:lnTo>
                  <a:lnTo>
                    <a:pt x="653" y="2744"/>
                  </a:lnTo>
                  <a:lnTo>
                    <a:pt x="652" y="2714"/>
                  </a:lnTo>
                  <a:lnTo>
                    <a:pt x="651" y="2689"/>
                  </a:lnTo>
                  <a:lnTo>
                    <a:pt x="599" y="2647"/>
                  </a:lnTo>
                  <a:lnTo>
                    <a:pt x="553" y="2602"/>
                  </a:lnTo>
                  <a:lnTo>
                    <a:pt x="514" y="2554"/>
                  </a:lnTo>
                  <a:lnTo>
                    <a:pt x="482" y="2504"/>
                  </a:lnTo>
                  <a:lnTo>
                    <a:pt x="456" y="2451"/>
                  </a:lnTo>
                  <a:lnTo>
                    <a:pt x="438" y="2397"/>
                  </a:lnTo>
                  <a:lnTo>
                    <a:pt x="426" y="2341"/>
                  </a:lnTo>
                  <a:lnTo>
                    <a:pt x="423" y="2285"/>
                  </a:lnTo>
                  <a:lnTo>
                    <a:pt x="420" y="2256"/>
                  </a:lnTo>
                  <a:lnTo>
                    <a:pt x="411" y="2226"/>
                  </a:lnTo>
                  <a:lnTo>
                    <a:pt x="398" y="2194"/>
                  </a:lnTo>
                  <a:lnTo>
                    <a:pt x="381" y="2160"/>
                  </a:lnTo>
                  <a:lnTo>
                    <a:pt x="358" y="2122"/>
                  </a:lnTo>
                  <a:lnTo>
                    <a:pt x="331" y="2081"/>
                  </a:lnTo>
                  <a:lnTo>
                    <a:pt x="300" y="2035"/>
                  </a:lnTo>
                  <a:lnTo>
                    <a:pt x="274" y="1998"/>
                  </a:lnTo>
                  <a:lnTo>
                    <a:pt x="248" y="1957"/>
                  </a:lnTo>
                  <a:lnTo>
                    <a:pt x="220" y="1916"/>
                  </a:lnTo>
                  <a:lnTo>
                    <a:pt x="193" y="1872"/>
                  </a:lnTo>
                  <a:lnTo>
                    <a:pt x="166" y="1825"/>
                  </a:lnTo>
                  <a:lnTo>
                    <a:pt x="140" y="1775"/>
                  </a:lnTo>
                  <a:lnTo>
                    <a:pt x="114" y="1723"/>
                  </a:lnTo>
                  <a:lnTo>
                    <a:pt x="92" y="1668"/>
                  </a:lnTo>
                  <a:lnTo>
                    <a:pt x="69" y="1609"/>
                  </a:lnTo>
                  <a:lnTo>
                    <a:pt x="50" y="1547"/>
                  </a:lnTo>
                  <a:lnTo>
                    <a:pt x="33" y="1481"/>
                  </a:lnTo>
                  <a:lnTo>
                    <a:pt x="19" y="1411"/>
                  </a:lnTo>
                  <a:lnTo>
                    <a:pt x="9" y="1338"/>
                  </a:lnTo>
                  <a:lnTo>
                    <a:pt x="3" y="1260"/>
                  </a:lnTo>
                  <a:lnTo>
                    <a:pt x="0" y="1178"/>
                  </a:lnTo>
                  <a:lnTo>
                    <a:pt x="4" y="1081"/>
                  </a:lnTo>
                  <a:lnTo>
                    <a:pt x="17" y="987"/>
                  </a:lnTo>
                  <a:lnTo>
                    <a:pt x="36" y="895"/>
                  </a:lnTo>
                  <a:lnTo>
                    <a:pt x="64" y="807"/>
                  </a:lnTo>
                  <a:lnTo>
                    <a:pt x="97" y="720"/>
                  </a:lnTo>
                  <a:lnTo>
                    <a:pt x="137" y="637"/>
                  </a:lnTo>
                  <a:lnTo>
                    <a:pt x="184" y="557"/>
                  </a:lnTo>
                  <a:lnTo>
                    <a:pt x="237" y="483"/>
                  </a:lnTo>
                  <a:lnTo>
                    <a:pt x="297" y="411"/>
                  </a:lnTo>
                  <a:lnTo>
                    <a:pt x="360" y="346"/>
                  </a:lnTo>
                  <a:lnTo>
                    <a:pt x="430" y="284"/>
                  </a:lnTo>
                  <a:lnTo>
                    <a:pt x="504" y="227"/>
                  </a:lnTo>
                  <a:lnTo>
                    <a:pt x="582" y="177"/>
                  </a:lnTo>
                  <a:lnTo>
                    <a:pt x="665" y="132"/>
                  </a:lnTo>
                  <a:lnTo>
                    <a:pt x="751" y="93"/>
                  </a:lnTo>
                  <a:lnTo>
                    <a:pt x="841" y="60"/>
                  </a:lnTo>
                  <a:lnTo>
                    <a:pt x="934" y="35"/>
                  </a:lnTo>
                  <a:lnTo>
                    <a:pt x="1029" y="16"/>
                  </a:lnTo>
                  <a:lnTo>
                    <a:pt x="1128" y="3"/>
                  </a:lnTo>
                  <a:lnTo>
                    <a:pt x="12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2" name="Freeform 7">
              <a:extLst>
                <a:ext uri="{FF2B5EF4-FFF2-40B4-BE49-F238E27FC236}">
                  <a16:creationId xmlns:a16="http://schemas.microsoft.com/office/drawing/2014/main" id="{594AC5BC-9C51-3BD3-9DD7-F23317EDFC24}"/>
                </a:ext>
              </a:extLst>
            </p:cNvPr>
            <p:cNvSpPr>
              <a:spLocks/>
            </p:cNvSpPr>
            <p:nvPr/>
          </p:nvSpPr>
          <p:spPr bwMode="auto">
            <a:xfrm>
              <a:off x="1879652" y="2362643"/>
              <a:ext cx="16669" cy="41031"/>
            </a:xfrm>
            <a:custGeom>
              <a:avLst/>
              <a:gdLst>
                <a:gd name="T0" fmla="*/ 77 w 154"/>
                <a:gd name="T1" fmla="*/ 0 h 384"/>
                <a:gd name="T2" fmla="*/ 77 w 154"/>
                <a:gd name="T3" fmla="*/ 0 h 384"/>
                <a:gd name="T4" fmla="*/ 97 w 154"/>
                <a:gd name="T5" fmla="*/ 2 h 384"/>
                <a:gd name="T6" fmla="*/ 116 w 154"/>
                <a:gd name="T7" fmla="*/ 10 h 384"/>
                <a:gd name="T8" fmla="*/ 132 w 154"/>
                <a:gd name="T9" fmla="*/ 22 h 384"/>
                <a:gd name="T10" fmla="*/ 144 w 154"/>
                <a:gd name="T11" fmla="*/ 38 h 384"/>
                <a:gd name="T12" fmla="*/ 152 w 154"/>
                <a:gd name="T13" fmla="*/ 56 h 384"/>
                <a:gd name="T14" fmla="*/ 154 w 154"/>
                <a:gd name="T15" fmla="*/ 77 h 384"/>
                <a:gd name="T16" fmla="*/ 154 w 154"/>
                <a:gd name="T17" fmla="*/ 307 h 384"/>
                <a:gd name="T18" fmla="*/ 152 w 154"/>
                <a:gd name="T19" fmla="*/ 328 h 384"/>
                <a:gd name="T20" fmla="*/ 144 w 154"/>
                <a:gd name="T21" fmla="*/ 346 h 384"/>
                <a:gd name="T22" fmla="*/ 132 w 154"/>
                <a:gd name="T23" fmla="*/ 362 h 384"/>
                <a:gd name="T24" fmla="*/ 116 w 154"/>
                <a:gd name="T25" fmla="*/ 374 h 384"/>
                <a:gd name="T26" fmla="*/ 97 w 154"/>
                <a:gd name="T27" fmla="*/ 381 h 384"/>
                <a:gd name="T28" fmla="*/ 77 w 154"/>
                <a:gd name="T29" fmla="*/ 384 h 384"/>
                <a:gd name="T30" fmla="*/ 57 w 154"/>
                <a:gd name="T31" fmla="*/ 381 h 384"/>
                <a:gd name="T32" fmla="*/ 38 w 154"/>
                <a:gd name="T33" fmla="*/ 374 h 384"/>
                <a:gd name="T34" fmla="*/ 23 w 154"/>
                <a:gd name="T35" fmla="*/ 362 h 384"/>
                <a:gd name="T36" fmla="*/ 10 w 154"/>
                <a:gd name="T37" fmla="*/ 346 h 384"/>
                <a:gd name="T38" fmla="*/ 2 w 154"/>
                <a:gd name="T39" fmla="*/ 328 h 384"/>
                <a:gd name="T40" fmla="*/ 0 w 154"/>
                <a:gd name="T41" fmla="*/ 307 h 384"/>
                <a:gd name="T42" fmla="*/ 0 w 154"/>
                <a:gd name="T43" fmla="*/ 77 h 384"/>
                <a:gd name="T44" fmla="*/ 2 w 154"/>
                <a:gd name="T45" fmla="*/ 56 h 384"/>
                <a:gd name="T46" fmla="*/ 10 w 154"/>
                <a:gd name="T47" fmla="*/ 38 h 384"/>
                <a:gd name="T48" fmla="*/ 23 w 154"/>
                <a:gd name="T49" fmla="*/ 22 h 384"/>
                <a:gd name="T50" fmla="*/ 38 w 154"/>
                <a:gd name="T51" fmla="*/ 10 h 384"/>
                <a:gd name="T52" fmla="*/ 57 w 154"/>
                <a:gd name="T53" fmla="*/ 2 h 384"/>
                <a:gd name="T54" fmla="*/ 77 w 154"/>
                <a:gd name="T55"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384">
                  <a:moveTo>
                    <a:pt x="77" y="0"/>
                  </a:moveTo>
                  <a:lnTo>
                    <a:pt x="77" y="0"/>
                  </a:lnTo>
                  <a:lnTo>
                    <a:pt x="97" y="2"/>
                  </a:lnTo>
                  <a:lnTo>
                    <a:pt x="116" y="10"/>
                  </a:lnTo>
                  <a:lnTo>
                    <a:pt x="132" y="22"/>
                  </a:lnTo>
                  <a:lnTo>
                    <a:pt x="144" y="38"/>
                  </a:lnTo>
                  <a:lnTo>
                    <a:pt x="152" y="56"/>
                  </a:lnTo>
                  <a:lnTo>
                    <a:pt x="154" y="77"/>
                  </a:lnTo>
                  <a:lnTo>
                    <a:pt x="154" y="307"/>
                  </a:lnTo>
                  <a:lnTo>
                    <a:pt x="152" y="328"/>
                  </a:lnTo>
                  <a:lnTo>
                    <a:pt x="144" y="346"/>
                  </a:lnTo>
                  <a:lnTo>
                    <a:pt x="132" y="362"/>
                  </a:lnTo>
                  <a:lnTo>
                    <a:pt x="116" y="374"/>
                  </a:lnTo>
                  <a:lnTo>
                    <a:pt x="97" y="381"/>
                  </a:lnTo>
                  <a:lnTo>
                    <a:pt x="77" y="384"/>
                  </a:lnTo>
                  <a:lnTo>
                    <a:pt x="57" y="381"/>
                  </a:lnTo>
                  <a:lnTo>
                    <a:pt x="38" y="374"/>
                  </a:lnTo>
                  <a:lnTo>
                    <a:pt x="23" y="362"/>
                  </a:lnTo>
                  <a:lnTo>
                    <a:pt x="10" y="346"/>
                  </a:lnTo>
                  <a:lnTo>
                    <a:pt x="2" y="328"/>
                  </a:lnTo>
                  <a:lnTo>
                    <a:pt x="0" y="307"/>
                  </a:lnTo>
                  <a:lnTo>
                    <a:pt x="0" y="77"/>
                  </a:lnTo>
                  <a:lnTo>
                    <a:pt x="2" y="56"/>
                  </a:lnTo>
                  <a:lnTo>
                    <a:pt x="10" y="38"/>
                  </a:lnTo>
                  <a:lnTo>
                    <a:pt x="23" y="22"/>
                  </a:lnTo>
                  <a:lnTo>
                    <a:pt x="38" y="10"/>
                  </a:lnTo>
                  <a:lnTo>
                    <a:pt x="57" y="2"/>
                  </a:lnTo>
                  <a:lnTo>
                    <a:pt x="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3" name="Freeform 8">
              <a:extLst>
                <a:ext uri="{FF2B5EF4-FFF2-40B4-BE49-F238E27FC236}">
                  <a16:creationId xmlns:a16="http://schemas.microsoft.com/office/drawing/2014/main" id="{F08900B3-8665-0726-9EFC-F89F1F418632}"/>
                </a:ext>
              </a:extLst>
            </p:cNvPr>
            <p:cNvSpPr>
              <a:spLocks/>
            </p:cNvSpPr>
            <p:nvPr/>
          </p:nvSpPr>
          <p:spPr bwMode="auto">
            <a:xfrm>
              <a:off x="1786371" y="2387325"/>
              <a:ext cx="28850" cy="38146"/>
            </a:xfrm>
            <a:custGeom>
              <a:avLst/>
              <a:gdLst>
                <a:gd name="T0" fmla="*/ 77 w 271"/>
                <a:gd name="T1" fmla="*/ 0 h 356"/>
                <a:gd name="T2" fmla="*/ 97 w 271"/>
                <a:gd name="T3" fmla="*/ 3 h 356"/>
                <a:gd name="T4" fmla="*/ 115 w 271"/>
                <a:gd name="T5" fmla="*/ 11 h 356"/>
                <a:gd name="T6" fmla="*/ 132 w 271"/>
                <a:gd name="T7" fmla="*/ 23 h 356"/>
                <a:gd name="T8" fmla="*/ 144 w 271"/>
                <a:gd name="T9" fmla="*/ 40 h 356"/>
                <a:gd name="T10" fmla="*/ 261 w 271"/>
                <a:gd name="T11" fmla="*/ 240 h 356"/>
                <a:gd name="T12" fmla="*/ 269 w 271"/>
                <a:gd name="T13" fmla="*/ 259 h 356"/>
                <a:gd name="T14" fmla="*/ 271 w 271"/>
                <a:gd name="T15" fmla="*/ 279 h 356"/>
                <a:gd name="T16" fmla="*/ 269 w 271"/>
                <a:gd name="T17" fmla="*/ 298 h 356"/>
                <a:gd name="T18" fmla="*/ 261 w 271"/>
                <a:gd name="T19" fmla="*/ 317 h 356"/>
                <a:gd name="T20" fmla="*/ 250 w 271"/>
                <a:gd name="T21" fmla="*/ 333 h 356"/>
                <a:gd name="T22" fmla="*/ 233 w 271"/>
                <a:gd name="T23" fmla="*/ 345 h 356"/>
                <a:gd name="T24" fmla="*/ 214 w 271"/>
                <a:gd name="T25" fmla="*/ 353 h 356"/>
                <a:gd name="T26" fmla="*/ 194 w 271"/>
                <a:gd name="T27" fmla="*/ 356 h 356"/>
                <a:gd name="T28" fmla="*/ 174 w 271"/>
                <a:gd name="T29" fmla="*/ 353 h 356"/>
                <a:gd name="T30" fmla="*/ 156 w 271"/>
                <a:gd name="T31" fmla="*/ 345 h 356"/>
                <a:gd name="T32" fmla="*/ 139 w 271"/>
                <a:gd name="T33" fmla="*/ 333 h 356"/>
                <a:gd name="T34" fmla="*/ 127 w 271"/>
                <a:gd name="T35" fmla="*/ 317 h 356"/>
                <a:gd name="T36" fmla="*/ 10 w 271"/>
                <a:gd name="T37" fmla="*/ 116 h 356"/>
                <a:gd name="T38" fmla="*/ 2 w 271"/>
                <a:gd name="T39" fmla="*/ 97 h 356"/>
                <a:gd name="T40" fmla="*/ 0 w 271"/>
                <a:gd name="T41" fmla="*/ 77 h 356"/>
                <a:gd name="T42" fmla="*/ 2 w 271"/>
                <a:gd name="T43" fmla="*/ 58 h 356"/>
                <a:gd name="T44" fmla="*/ 10 w 271"/>
                <a:gd name="T45" fmla="*/ 40 h 356"/>
                <a:gd name="T46" fmla="*/ 23 w 271"/>
                <a:gd name="T47" fmla="*/ 24 h 356"/>
                <a:gd name="T48" fmla="*/ 38 w 271"/>
                <a:gd name="T49" fmla="*/ 12 h 356"/>
                <a:gd name="T50" fmla="*/ 58 w 271"/>
                <a:gd name="T51" fmla="*/ 3 h 356"/>
                <a:gd name="T52" fmla="*/ 77 w 271"/>
                <a:gd name="T53"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1" h="356">
                  <a:moveTo>
                    <a:pt x="77" y="0"/>
                  </a:moveTo>
                  <a:lnTo>
                    <a:pt x="97" y="3"/>
                  </a:lnTo>
                  <a:lnTo>
                    <a:pt x="115" y="11"/>
                  </a:lnTo>
                  <a:lnTo>
                    <a:pt x="132" y="23"/>
                  </a:lnTo>
                  <a:lnTo>
                    <a:pt x="144" y="40"/>
                  </a:lnTo>
                  <a:lnTo>
                    <a:pt x="261" y="240"/>
                  </a:lnTo>
                  <a:lnTo>
                    <a:pt x="269" y="259"/>
                  </a:lnTo>
                  <a:lnTo>
                    <a:pt x="271" y="279"/>
                  </a:lnTo>
                  <a:lnTo>
                    <a:pt x="269" y="298"/>
                  </a:lnTo>
                  <a:lnTo>
                    <a:pt x="261" y="317"/>
                  </a:lnTo>
                  <a:lnTo>
                    <a:pt x="250" y="333"/>
                  </a:lnTo>
                  <a:lnTo>
                    <a:pt x="233" y="345"/>
                  </a:lnTo>
                  <a:lnTo>
                    <a:pt x="214" y="353"/>
                  </a:lnTo>
                  <a:lnTo>
                    <a:pt x="194" y="356"/>
                  </a:lnTo>
                  <a:lnTo>
                    <a:pt x="174" y="353"/>
                  </a:lnTo>
                  <a:lnTo>
                    <a:pt x="156" y="345"/>
                  </a:lnTo>
                  <a:lnTo>
                    <a:pt x="139" y="333"/>
                  </a:lnTo>
                  <a:lnTo>
                    <a:pt x="127" y="317"/>
                  </a:lnTo>
                  <a:lnTo>
                    <a:pt x="10" y="116"/>
                  </a:lnTo>
                  <a:lnTo>
                    <a:pt x="2" y="97"/>
                  </a:lnTo>
                  <a:lnTo>
                    <a:pt x="0" y="77"/>
                  </a:lnTo>
                  <a:lnTo>
                    <a:pt x="2" y="58"/>
                  </a:lnTo>
                  <a:lnTo>
                    <a:pt x="10" y="40"/>
                  </a:lnTo>
                  <a:lnTo>
                    <a:pt x="23" y="24"/>
                  </a:lnTo>
                  <a:lnTo>
                    <a:pt x="38" y="12"/>
                  </a:lnTo>
                  <a:lnTo>
                    <a:pt x="58" y="3"/>
                  </a:lnTo>
                  <a:lnTo>
                    <a:pt x="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4" name="Freeform 9">
              <a:extLst>
                <a:ext uri="{FF2B5EF4-FFF2-40B4-BE49-F238E27FC236}">
                  <a16:creationId xmlns:a16="http://schemas.microsoft.com/office/drawing/2014/main" id="{54DC5570-A41C-BBAE-1C27-ED1AD8D53146}"/>
                </a:ext>
              </a:extLst>
            </p:cNvPr>
            <p:cNvSpPr>
              <a:spLocks/>
            </p:cNvSpPr>
            <p:nvPr/>
          </p:nvSpPr>
          <p:spPr bwMode="auto">
            <a:xfrm>
              <a:off x="1718094" y="2455282"/>
              <a:ext cx="38146" cy="28850"/>
            </a:xfrm>
            <a:custGeom>
              <a:avLst/>
              <a:gdLst>
                <a:gd name="T0" fmla="*/ 78 w 357"/>
                <a:gd name="T1" fmla="*/ 0 h 270"/>
                <a:gd name="T2" fmla="*/ 97 w 357"/>
                <a:gd name="T3" fmla="*/ 3 h 270"/>
                <a:gd name="T4" fmla="*/ 117 w 357"/>
                <a:gd name="T5" fmla="*/ 10 h 270"/>
                <a:gd name="T6" fmla="*/ 319 w 357"/>
                <a:gd name="T7" fmla="*/ 125 h 270"/>
                <a:gd name="T8" fmla="*/ 335 w 357"/>
                <a:gd name="T9" fmla="*/ 139 h 270"/>
                <a:gd name="T10" fmla="*/ 347 w 357"/>
                <a:gd name="T11" fmla="*/ 154 h 270"/>
                <a:gd name="T12" fmla="*/ 354 w 357"/>
                <a:gd name="T13" fmla="*/ 173 h 270"/>
                <a:gd name="T14" fmla="*/ 357 w 357"/>
                <a:gd name="T15" fmla="*/ 192 h 270"/>
                <a:gd name="T16" fmla="*/ 354 w 357"/>
                <a:gd name="T17" fmla="*/ 212 h 270"/>
                <a:gd name="T18" fmla="*/ 347 w 357"/>
                <a:gd name="T19" fmla="*/ 231 h 270"/>
                <a:gd name="T20" fmla="*/ 334 w 357"/>
                <a:gd name="T21" fmla="*/ 247 h 270"/>
                <a:gd name="T22" fmla="*/ 318 w 357"/>
                <a:gd name="T23" fmla="*/ 260 h 270"/>
                <a:gd name="T24" fmla="*/ 298 w 357"/>
                <a:gd name="T25" fmla="*/ 267 h 270"/>
                <a:gd name="T26" fmla="*/ 279 w 357"/>
                <a:gd name="T27" fmla="*/ 270 h 270"/>
                <a:gd name="T28" fmla="*/ 259 w 357"/>
                <a:gd name="T29" fmla="*/ 267 h 270"/>
                <a:gd name="T30" fmla="*/ 240 w 357"/>
                <a:gd name="T31" fmla="*/ 258 h 270"/>
                <a:gd name="T32" fmla="*/ 38 w 357"/>
                <a:gd name="T33" fmla="*/ 144 h 270"/>
                <a:gd name="T34" fmla="*/ 22 w 357"/>
                <a:gd name="T35" fmla="*/ 131 h 270"/>
                <a:gd name="T36" fmla="*/ 11 w 357"/>
                <a:gd name="T37" fmla="*/ 115 h 270"/>
                <a:gd name="T38" fmla="*/ 3 w 357"/>
                <a:gd name="T39" fmla="*/ 97 h 270"/>
                <a:gd name="T40" fmla="*/ 0 w 357"/>
                <a:gd name="T41" fmla="*/ 77 h 270"/>
                <a:gd name="T42" fmla="*/ 3 w 357"/>
                <a:gd name="T43" fmla="*/ 57 h 270"/>
                <a:gd name="T44" fmla="*/ 11 w 357"/>
                <a:gd name="T45" fmla="*/ 38 h 270"/>
                <a:gd name="T46" fmla="*/ 23 w 357"/>
                <a:gd name="T47" fmla="*/ 22 h 270"/>
                <a:gd name="T48" fmla="*/ 40 w 357"/>
                <a:gd name="T49" fmla="*/ 10 h 270"/>
                <a:gd name="T50" fmla="*/ 57 w 357"/>
                <a:gd name="T51" fmla="*/ 3 h 270"/>
                <a:gd name="T52" fmla="*/ 78 w 357"/>
                <a:gd name="T53"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7" h="270">
                  <a:moveTo>
                    <a:pt x="78" y="0"/>
                  </a:moveTo>
                  <a:lnTo>
                    <a:pt x="97" y="3"/>
                  </a:lnTo>
                  <a:lnTo>
                    <a:pt x="117" y="10"/>
                  </a:lnTo>
                  <a:lnTo>
                    <a:pt x="319" y="125"/>
                  </a:lnTo>
                  <a:lnTo>
                    <a:pt x="335" y="139"/>
                  </a:lnTo>
                  <a:lnTo>
                    <a:pt x="347" y="154"/>
                  </a:lnTo>
                  <a:lnTo>
                    <a:pt x="354" y="173"/>
                  </a:lnTo>
                  <a:lnTo>
                    <a:pt x="357" y="192"/>
                  </a:lnTo>
                  <a:lnTo>
                    <a:pt x="354" y="212"/>
                  </a:lnTo>
                  <a:lnTo>
                    <a:pt x="347" y="231"/>
                  </a:lnTo>
                  <a:lnTo>
                    <a:pt x="334" y="247"/>
                  </a:lnTo>
                  <a:lnTo>
                    <a:pt x="318" y="260"/>
                  </a:lnTo>
                  <a:lnTo>
                    <a:pt x="298" y="267"/>
                  </a:lnTo>
                  <a:lnTo>
                    <a:pt x="279" y="270"/>
                  </a:lnTo>
                  <a:lnTo>
                    <a:pt x="259" y="267"/>
                  </a:lnTo>
                  <a:lnTo>
                    <a:pt x="240" y="258"/>
                  </a:lnTo>
                  <a:lnTo>
                    <a:pt x="38" y="144"/>
                  </a:lnTo>
                  <a:lnTo>
                    <a:pt x="22" y="131"/>
                  </a:lnTo>
                  <a:lnTo>
                    <a:pt x="11" y="115"/>
                  </a:lnTo>
                  <a:lnTo>
                    <a:pt x="3" y="97"/>
                  </a:lnTo>
                  <a:lnTo>
                    <a:pt x="0" y="77"/>
                  </a:lnTo>
                  <a:lnTo>
                    <a:pt x="3" y="57"/>
                  </a:lnTo>
                  <a:lnTo>
                    <a:pt x="11" y="38"/>
                  </a:lnTo>
                  <a:lnTo>
                    <a:pt x="23" y="22"/>
                  </a:lnTo>
                  <a:lnTo>
                    <a:pt x="40" y="10"/>
                  </a:lnTo>
                  <a:lnTo>
                    <a:pt x="57" y="3"/>
                  </a:lnTo>
                  <a:lnTo>
                    <a:pt x="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5" name="Freeform 10">
              <a:extLst>
                <a:ext uri="{FF2B5EF4-FFF2-40B4-BE49-F238E27FC236}">
                  <a16:creationId xmlns:a16="http://schemas.microsoft.com/office/drawing/2014/main" id="{B5DEC618-B1F2-AB75-2963-E96851B15768}"/>
                </a:ext>
              </a:extLst>
            </p:cNvPr>
            <p:cNvSpPr>
              <a:spLocks/>
            </p:cNvSpPr>
            <p:nvPr/>
          </p:nvSpPr>
          <p:spPr bwMode="auto">
            <a:xfrm>
              <a:off x="1693089" y="2547922"/>
              <a:ext cx="41351" cy="16669"/>
            </a:xfrm>
            <a:custGeom>
              <a:avLst/>
              <a:gdLst>
                <a:gd name="T0" fmla="*/ 77 w 388"/>
                <a:gd name="T1" fmla="*/ 0 h 154"/>
                <a:gd name="T2" fmla="*/ 311 w 388"/>
                <a:gd name="T3" fmla="*/ 0 h 154"/>
                <a:gd name="T4" fmla="*/ 331 w 388"/>
                <a:gd name="T5" fmla="*/ 3 h 154"/>
                <a:gd name="T6" fmla="*/ 350 w 388"/>
                <a:gd name="T7" fmla="*/ 11 h 154"/>
                <a:gd name="T8" fmla="*/ 365 w 388"/>
                <a:gd name="T9" fmla="*/ 22 h 154"/>
                <a:gd name="T10" fmla="*/ 378 w 388"/>
                <a:gd name="T11" fmla="*/ 39 h 154"/>
                <a:gd name="T12" fmla="*/ 385 w 388"/>
                <a:gd name="T13" fmla="*/ 56 h 154"/>
                <a:gd name="T14" fmla="*/ 388 w 388"/>
                <a:gd name="T15" fmla="*/ 78 h 154"/>
                <a:gd name="T16" fmla="*/ 385 w 388"/>
                <a:gd name="T17" fmla="*/ 98 h 154"/>
                <a:gd name="T18" fmla="*/ 378 w 388"/>
                <a:gd name="T19" fmla="*/ 115 h 154"/>
                <a:gd name="T20" fmla="*/ 365 w 388"/>
                <a:gd name="T21" fmla="*/ 132 h 154"/>
                <a:gd name="T22" fmla="*/ 350 w 388"/>
                <a:gd name="T23" fmla="*/ 143 h 154"/>
                <a:gd name="T24" fmla="*/ 331 w 388"/>
                <a:gd name="T25" fmla="*/ 152 h 154"/>
                <a:gd name="T26" fmla="*/ 311 w 388"/>
                <a:gd name="T27" fmla="*/ 154 h 154"/>
                <a:gd name="T28" fmla="*/ 77 w 388"/>
                <a:gd name="T29" fmla="*/ 154 h 154"/>
                <a:gd name="T30" fmla="*/ 57 w 388"/>
                <a:gd name="T31" fmla="*/ 152 h 154"/>
                <a:gd name="T32" fmla="*/ 39 w 388"/>
                <a:gd name="T33" fmla="*/ 143 h 154"/>
                <a:gd name="T34" fmla="*/ 23 w 388"/>
                <a:gd name="T35" fmla="*/ 132 h 154"/>
                <a:gd name="T36" fmla="*/ 11 w 388"/>
                <a:gd name="T37" fmla="*/ 115 h 154"/>
                <a:gd name="T38" fmla="*/ 2 w 388"/>
                <a:gd name="T39" fmla="*/ 98 h 154"/>
                <a:gd name="T40" fmla="*/ 0 w 388"/>
                <a:gd name="T41" fmla="*/ 78 h 154"/>
                <a:gd name="T42" fmla="*/ 2 w 388"/>
                <a:gd name="T43" fmla="*/ 56 h 154"/>
                <a:gd name="T44" fmla="*/ 11 w 388"/>
                <a:gd name="T45" fmla="*/ 39 h 154"/>
                <a:gd name="T46" fmla="*/ 23 w 388"/>
                <a:gd name="T47" fmla="*/ 22 h 154"/>
                <a:gd name="T48" fmla="*/ 39 w 388"/>
                <a:gd name="T49" fmla="*/ 11 h 154"/>
                <a:gd name="T50" fmla="*/ 57 w 388"/>
                <a:gd name="T51" fmla="*/ 3 h 154"/>
                <a:gd name="T52" fmla="*/ 77 w 388"/>
                <a:gd name="T5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8" h="154">
                  <a:moveTo>
                    <a:pt x="77" y="0"/>
                  </a:moveTo>
                  <a:lnTo>
                    <a:pt x="311" y="0"/>
                  </a:lnTo>
                  <a:lnTo>
                    <a:pt x="331" y="3"/>
                  </a:lnTo>
                  <a:lnTo>
                    <a:pt x="350" y="11"/>
                  </a:lnTo>
                  <a:lnTo>
                    <a:pt x="365" y="22"/>
                  </a:lnTo>
                  <a:lnTo>
                    <a:pt x="378" y="39"/>
                  </a:lnTo>
                  <a:lnTo>
                    <a:pt x="385" y="56"/>
                  </a:lnTo>
                  <a:lnTo>
                    <a:pt x="388" y="78"/>
                  </a:lnTo>
                  <a:lnTo>
                    <a:pt x="385" y="98"/>
                  </a:lnTo>
                  <a:lnTo>
                    <a:pt x="378" y="115"/>
                  </a:lnTo>
                  <a:lnTo>
                    <a:pt x="365" y="132"/>
                  </a:lnTo>
                  <a:lnTo>
                    <a:pt x="350" y="143"/>
                  </a:lnTo>
                  <a:lnTo>
                    <a:pt x="331" y="152"/>
                  </a:lnTo>
                  <a:lnTo>
                    <a:pt x="311" y="154"/>
                  </a:lnTo>
                  <a:lnTo>
                    <a:pt x="77" y="154"/>
                  </a:lnTo>
                  <a:lnTo>
                    <a:pt x="57" y="152"/>
                  </a:lnTo>
                  <a:lnTo>
                    <a:pt x="39" y="143"/>
                  </a:lnTo>
                  <a:lnTo>
                    <a:pt x="23" y="132"/>
                  </a:lnTo>
                  <a:lnTo>
                    <a:pt x="11" y="115"/>
                  </a:lnTo>
                  <a:lnTo>
                    <a:pt x="2" y="98"/>
                  </a:lnTo>
                  <a:lnTo>
                    <a:pt x="0" y="78"/>
                  </a:lnTo>
                  <a:lnTo>
                    <a:pt x="2" y="56"/>
                  </a:lnTo>
                  <a:lnTo>
                    <a:pt x="11" y="39"/>
                  </a:lnTo>
                  <a:lnTo>
                    <a:pt x="23" y="22"/>
                  </a:lnTo>
                  <a:lnTo>
                    <a:pt x="39" y="11"/>
                  </a:lnTo>
                  <a:lnTo>
                    <a:pt x="57" y="3"/>
                  </a:lnTo>
                  <a:lnTo>
                    <a:pt x="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6" name="Freeform 11">
              <a:extLst>
                <a:ext uri="{FF2B5EF4-FFF2-40B4-BE49-F238E27FC236}">
                  <a16:creationId xmlns:a16="http://schemas.microsoft.com/office/drawing/2014/main" id="{C06D012C-B449-C642-3E0A-AE458FD32BB6}"/>
                </a:ext>
              </a:extLst>
            </p:cNvPr>
            <p:cNvSpPr>
              <a:spLocks/>
            </p:cNvSpPr>
            <p:nvPr/>
          </p:nvSpPr>
          <p:spPr bwMode="auto">
            <a:xfrm>
              <a:off x="1718092" y="2628380"/>
              <a:ext cx="38146" cy="28850"/>
            </a:xfrm>
            <a:custGeom>
              <a:avLst/>
              <a:gdLst>
                <a:gd name="T0" fmla="*/ 279 w 357"/>
                <a:gd name="T1" fmla="*/ 0 h 271"/>
                <a:gd name="T2" fmla="*/ 300 w 357"/>
                <a:gd name="T3" fmla="*/ 4 h 271"/>
                <a:gd name="T4" fmla="*/ 318 w 357"/>
                <a:gd name="T5" fmla="*/ 10 h 271"/>
                <a:gd name="T6" fmla="*/ 334 w 357"/>
                <a:gd name="T7" fmla="*/ 23 h 271"/>
                <a:gd name="T8" fmla="*/ 347 w 357"/>
                <a:gd name="T9" fmla="*/ 39 h 271"/>
                <a:gd name="T10" fmla="*/ 354 w 357"/>
                <a:gd name="T11" fmla="*/ 58 h 271"/>
                <a:gd name="T12" fmla="*/ 357 w 357"/>
                <a:gd name="T13" fmla="*/ 78 h 271"/>
                <a:gd name="T14" fmla="*/ 354 w 357"/>
                <a:gd name="T15" fmla="*/ 97 h 271"/>
                <a:gd name="T16" fmla="*/ 347 w 357"/>
                <a:gd name="T17" fmla="*/ 116 h 271"/>
                <a:gd name="T18" fmla="*/ 334 w 357"/>
                <a:gd name="T19" fmla="*/ 132 h 271"/>
                <a:gd name="T20" fmla="*/ 319 w 357"/>
                <a:gd name="T21" fmla="*/ 145 h 271"/>
                <a:gd name="T22" fmla="*/ 117 w 357"/>
                <a:gd name="T23" fmla="*/ 260 h 271"/>
                <a:gd name="T24" fmla="*/ 98 w 357"/>
                <a:gd name="T25" fmla="*/ 267 h 271"/>
                <a:gd name="T26" fmla="*/ 78 w 357"/>
                <a:gd name="T27" fmla="*/ 271 h 271"/>
                <a:gd name="T28" fmla="*/ 57 w 357"/>
                <a:gd name="T29" fmla="*/ 267 h 271"/>
                <a:gd name="T30" fmla="*/ 40 w 357"/>
                <a:gd name="T31" fmla="*/ 261 h 271"/>
                <a:gd name="T32" fmla="*/ 23 w 357"/>
                <a:gd name="T33" fmla="*/ 248 h 271"/>
                <a:gd name="T34" fmla="*/ 11 w 357"/>
                <a:gd name="T35" fmla="*/ 232 h 271"/>
                <a:gd name="T36" fmla="*/ 3 w 357"/>
                <a:gd name="T37" fmla="*/ 213 h 271"/>
                <a:gd name="T38" fmla="*/ 0 w 357"/>
                <a:gd name="T39" fmla="*/ 193 h 271"/>
                <a:gd name="T40" fmla="*/ 3 w 357"/>
                <a:gd name="T41" fmla="*/ 174 h 271"/>
                <a:gd name="T42" fmla="*/ 11 w 357"/>
                <a:gd name="T43" fmla="*/ 155 h 271"/>
                <a:gd name="T44" fmla="*/ 22 w 357"/>
                <a:gd name="T45" fmla="*/ 140 h 271"/>
                <a:gd name="T46" fmla="*/ 38 w 357"/>
                <a:gd name="T47" fmla="*/ 127 h 271"/>
                <a:gd name="T48" fmla="*/ 240 w 357"/>
                <a:gd name="T49" fmla="*/ 12 h 271"/>
                <a:gd name="T50" fmla="*/ 260 w 357"/>
                <a:gd name="T51" fmla="*/ 3 h 271"/>
                <a:gd name="T52" fmla="*/ 279 w 357"/>
                <a:gd name="T53"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7" h="271">
                  <a:moveTo>
                    <a:pt x="279" y="0"/>
                  </a:moveTo>
                  <a:lnTo>
                    <a:pt x="300" y="4"/>
                  </a:lnTo>
                  <a:lnTo>
                    <a:pt x="318" y="10"/>
                  </a:lnTo>
                  <a:lnTo>
                    <a:pt x="334" y="23"/>
                  </a:lnTo>
                  <a:lnTo>
                    <a:pt x="347" y="39"/>
                  </a:lnTo>
                  <a:lnTo>
                    <a:pt x="354" y="58"/>
                  </a:lnTo>
                  <a:lnTo>
                    <a:pt x="357" y="78"/>
                  </a:lnTo>
                  <a:lnTo>
                    <a:pt x="354" y="97"/>
                  </a:lnTo>
                  <a:lnTo>
                    <a:pt x="347" y="116"/>
                  </a:lnTo>
                  <a:lnTo>
                    <a:pt x="334" y="132"/>
                  </a:lnTo>
                  <a:lnTo>
                    <a:pt x="319" y="145"/>
                  </a:lnTo>
                  <a:lnTo>
                    <a:pt x="117" y="260"/>
                  </a:lnTo>
                  <a:lnTo>
                    <a:pt x="98" y="267"/>
                  </a:lnTo>
                  <a:lnTo>
                    <a:pt x="78" y="271"/>
                  </a:lnTo>
                  <a:lnTo>
                    <a:pt x="57" y="267"/>
                  </a:lnTo>
                  <a:lnTo>
                    <a:pt x="40" y="261"/>
                  </a:lnTo>
                  <a:lnTo>
                    <a:pt x="23" y="248"/>
                  </a:lnTo>
                  <a:lnTo>
                    <a:pt x="11" y="232"/>
                  </a:lnTo>
                  <a:lnTo>
                    <a:pt x="3" y="213"/>
                  </a:lnTo>
                  <a:lnTo>
                    <a:pt x="0" y="193"/>
                  </a:lnTo>
                  <a:lnTo>
                    <a:pt x="3" y="174"/>
                  </a:lnTo>
                  <a:lnTo>
                    <a:pt x="11" y="155"/>
                  </a:lnTo>
                  <a:lnTo>
                    <a:pt x="22" y="140"/>
                  </a:lnTo>
                  <a:lnTo>
                    <a:pt x="38" y="127"/>
                  </a:lnTo>
                  <a:lnTo>
                    <a:pt x="240" y="12"/>
                  </a:lnTo>
                  <a:lnTo>
                    <a:pt x="260" y="3"/>
                  </a:lnTo>
                  <a:lnTo>
                    <a:pt x="2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7" name="Freeform 12">
              <a:extLst>
                <a:ext uri="{FF2B5EF4-FFF2-40B4-BE49-F238E27FC236}">
                  <a16:creationId xmlns:a16="http://schemas.microsoft.com/office/drawing/2014/main" id="{D1B1D598-4768-BABF-3893-6383DCB4E19E}"/>
                </a:ext>
              </a:extLst>
            </p:cNvPr>
            <p:cNvSpPr>
              <a:spLocks/>
            </p:cNvSpPr>
            <p:nvPr/>
          </p:nvSpPr>
          <p:spPr bwMode="auto">
            <a:xfrm>
              <a:off x="2019731" y="2628380"/>
              <a:ext cx="38146" cy="28850"/>
            </a:xfrm>
            <a:custGeom>
              <a:avLst/>
              <a:gdLst>
                <a:gd name="T0" fmla="*/ 78 w 357"/>
                <a:gd name="T1" fmla="*/ 0 h 271"/>
                <a:gd name="T2" fmla="*/ 98 w 357"/>
                <a:gd name="T3" fmla="*/ 3 h 271"/>
                <a:gd name="T4" fmla="*/ 117 w 357"/>
                <a:gd name="T5" fmla="*/ 12 h 271"/>
                <a:gd name="T6" fmla="*/ 319 w 357"/>
                <a:gd name="T7" fmla="*/ 127 h 271"/>
                <a:gd name="T8" fmla="*/ 335 w 357"/>
                <a:gd name="T9" fmla="*/ 140 h 271"/>
                <a:gd name="T10" fmla="*/ 347 w 357"/>
                <a:gd name="T11" fmla="*/ 155 h 271"/>
                <a:gd name="T12" fmla="*/ 354 w 357"/>
                <a:gd name="T13" fmla="*/ 174 h 271"/>
                <a:gd name="T14" fmla="*/ 357 w 357"/>
                <a:gd name="T15" fmla="*/ 193 h 271"/>
                <a:gd name="T16" fmla="*/ 354 w 357"/>
                <a:gd name="T17" fmla="*/ 213 h 271"/>
                <a:gd name="T18" fmla="*/ 347 w 357"/>
                <a:gd name="T19" fmla="*/ 232 h 271"/>
                <a:gd name="T20" fmla="*/ 334 w 357"/>
                <a:gd name="T21" fmla="*/ 248 h 271"/>
                <a:gd name="T22" fmla="*/ 317 w 357"/>
                <a:gd name="T23" fmla="*/ 261 h 271"/>
                <a:gd name="T24" fmla="*/ 300 w 357"/>
                <a:gd name="T25" fmla="*/ 267 h 271"/>
                <a:gd name="T26" fmla="*/ 279 w 357"/>
                <a:gd name="T27" fmla="*/ 271 h 271"/>
                <a:gd name="T28" fmla="*/ 259 w 357"/>
                <a:gd name="T29" fmla="*/ 267 h 271"/>
                <a:gd name="T30" fmla="*/ 240 w 357"/>
                <a:gd name="T31" fmla="*/ 260 h 271"/>
                <a:gd name="T32" fmla="*/ 38 w 357"/>
                <a:gd name="T33" fmla="*/ 145 h 271"/>
                <a:gd name="T34" fmla="*/ 23 w 357"/>
                <a:gd name="T35" fmla="*/ 132 h 271"/>
                <a:gd name="T36" fmla="*/ 10 w 357"/>
                <a:gd name="T37" fmla="*/ 116 h 271"/>
                <a:gd name="T38" fmla="*/ 3 w 357"/>
                <a:gd name="T39" fmla="*/ 97 h 271"/>
                <a:gd name="T40" fmla="*/ 0 w 357"/>
                <a:gd name="T41" fmla="*/ 78 h 271"/>
                <a:gd name="T42" fmla="*/ 3 w 357"/>
                <a:gd name="T43" fmla="*/ 58 h 271"/>
                <a:gd name="T44" fmla="*/ 10 w 357"/>
                <a:gd name="T45" fmla="*/ 39 h 271"/>
                <a:gd name="T46" fmla="*/ 23 w 357"/>
                <a:gd name="T47" fmla="*/ 23 h 271"/>
                <a:gd name="T48" fmla="*/ 40 w 357"/>
                <a:gd name="T49" fmla="*/ 10 h 271"/>
                <a:gd name="T50" fmla="*/ 57 w 357"/>
                <a:gd name="T51" fmla="*/ 4 h 271"/>
                <a:gd name="T52" fmla="*/ 78 w 357"/>
                <a:gd name="T53"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7" h="271">
                  <a:moveTo>
                    <a:pt x="78" y="0"/>
                  </a:moveTo>
                  <a:lnTo>
                    <a:pt x="98" y="3"/>
                  </a:lnTo>
                  <a:lnTo>
                    <a:pt x="117" y="12"/>
                  </a:lnTo>
                  <a:lnTo>
                    <a:pt x="319" y="127"/>
                  </a:lnTo>
                  <a:lnTo>
                    <a:pt x="335" y="140"/>
                  </a:lnTo>
                  <a:lnTo>
                    <a:pt x="347" y="155"/>
                  </a:lnTo>
                  <a:lnTo>
                    <a:pt x="354" y="174"/>
                  </a:lnTo>
                  <a:lnTo>
                    <a:pt x="357" y="193"/>
                  </a:lnTo>
                  <a:lnTo>
                    <a:pt x="354" y="213"/>
                  </a:lnTo>
                  <a:lnTo>
                    <a:pt x="347" y="232"/>
                  </a:lnTo>
                  <a:lnTo>
                    <a:pt x="334" y="248"/>
                  </a:lnTo>
                  <a:lnTo>
                    <a:pt x="317" y="261"/>
                  </a:lnTo>
                  <a:lnTo>
                    <a:pt x="300" y="267"/>
                  </a:lnTo>
                  <a:lnTo>
                    <a:pt x="279" y="271"/>
                  </a:lnTo>
                  <a:lnTo>
                    <a:pt x="259" y="267"/>
                  </a:lnTo>
                  <a:lnTo>
                    <a:pt x="240" y="260"/>
                  </a:lnTo>
                  <a:lnTo>
                    <a:pt x="38" y="145"/>
                  </a:lnTo>
                  <a:lnTo>
                    <a:pt x="23" y="132"/>
                  </a:lnTo>
                  <a:lnTo>
                    <a:pt x="10" y="116"/>
                  </a:lnTo>
                  <a:lnTo>
                    <a:pt x="3" y="97"/>
                  </a:lnTo>
                  <a:lnTo>
                    <a:pt x="0" y="78"/>
                  </a:lnTo>
                  <a:lnTo>
                    <a:pt x="3" y="58"/>
                  </a:lnTo>
                  <a:lnTo>
                    <a:pt x="10" y="39"/>
                  </a:lnTo>
                  <a:lnTo>
                    <a:pt x="23" y="23"/>
                  </a:lnTo>
                  <a:lnTo>
                    <a:pt x="40" y="10"/>
                  </a:lnTo>
                  <a:lnTo>
                    <a:pt x="57" y="4"/>
                  </a:lnTo>
                  <a:lnTo>
                    <a:pt x="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8" name="Freeform 13">
              <a:extLst>
                <a:ext uri="{FF2B5EF4-FFF2-40B4-BE49-F238E27FC236}">
                  <a16:creationId xmlns:a16="http://schemas.microsoft.com/office/drawing/2014/main" id="{28B97444-3ED6-1BE0-5DE4-DC9F14542FCC}"/>
                </a:ext>
              </a:extLst>
            </p:cNvPr>
            <p:cNvSpPr>
              <a:spLocks/>
            </p:cNvSpPr>
            <p:nvPr/>
          </p:nvSpPr>
          <p:spPr bwMode="auto">
            <a:xfrm>
              <a:off x="2041530" y="2547922"/>
              <a:ext cx="41351" cy="16669"/>
            </a:xfrm>
            <a:custGeom>
              <a:avLst/>
              <a:gdLst>
                <a:gd name="T0" fmla="*/ 78 w 388"/>
                <a:gd name="T1" fmla="*/ 0 h 154"/>
                <a:gd name="T2" fmla="*/ 311 w 388"/>
                <a:gd name="T3" fmla="*/ 0 h 154"/>
                <a:gd name="T4" fmla="*/ 331 w 388"/>
                <a:gd name="T5" fmla="*/ 3 h 154"/>
                <a:gd name="T6" fmla="*/ 350 w 388"/>
                <a:gd name="T7" fmla="*/ 11 h 154"/>
                <a:gd name="T8" fmla="*/ 366 w 388"/>
                <a:gd name="T9" fmla="*/ 22 h 154"/>
                <a:gd name="T10" fmla="*/ 377 w 388"/>
                <a:gd name="T11" fmla="*/ 39 h 154"/>
                <a:gd name="T12" fmla="*/ 386 w 388"/>
                <a:gd name="T13" fmla="*/ 56 h 154"/>
                <a:gd name="T14" fmla="*/ 388 w 388"/>
                <a:gd name="T15" fmla="*/ 78 h 154"/>
                <a:gd name="T16" fmla="*/ 386 w 388"/>
                <a:gd name="T17" fmla="*/ 98 h 154"/>
                <a:gd name="T18" fmla="*/ 377 w 388"/>
                <a:gd name="T19" fmla="*/ 115 h 154"/>
                <a:gd name="T20" fmla="*/ 366 w 388"/>
                <a:gd name="T21" fmla="*/ 132 h 154"/>
                <a:gd name="T22" fmla="*/ 350 w 388"/>
                <a:gd name="T23" fmla="*/ 143 h 154"/>
                <a:gd name="T24" fmla="*/ 331 w 388"/>
                <a:gd name="T25" fmla="*/ 152 h 154"/>
                <a:gd name="T26" fmla="*/ 311 w 388"/>
                <a:gd name="T27" fmla="*/ 154 h 154"/>
                <a:gd name="T28" fmla="*/ 78 w 388"/>
                <a:gd name="T29" fmla="*/ 154 h 154"/>
                <a:gd name="T30" fmla="*/ 57 w 388"/>
                <a:gd name="T31" fmla="*/ 152 h 154"/>
                <a:gd name="T32" fmla="*/ 38 w 388"/>
                <a:gd name="T33" fmla="*/ 143 h 154"/>
                <a:gd name="T34" fmla="*/ 23 w 388"/>
                <a:gd name="T35" fmla="*/ 132 h 154"/>
                <a:gd name="T36" fmla="*/ 10 w 388"/>
                <a:gd name="T37" fmla="*/ 115 h 154"/>
                <a:gd name="T38" fmla="*/ 3 w 388"/>
                <a:gd name="T39" fmla="*/ 98 h 154"/>
                <a:gd name="T40" fmla="*/ 0 w 388"/>
                <a:gd name="T41" fmla="*/ 78 h 154"/>
                <a:gd name="T42" fmla="*/ 3 w 388"/>
                <a:gd name="T43" fmla="*/ 56 h 154"/>
                <a:gd name="T44" fmla="*/ 10 w 388"/>
                <a:gd name="T45" fmla="*/ 39 h 154"/>
                <a:gd name="T46" fmla="*/ 23 w 388"/>
                <a:gd name="T47" fmla="*/ 22 h 154"/>
                <a:gd name="T48" fmla="*/ 38 w 388"/>
                <a:gd name="T49" fmla="*/ 11 h 154"/>
                <a:gd name="T50" fmla="*/ 57 w 388"/>
                <a:gd name="T51" fmla="*/ 3 h 154"/>
                <a:gd name="T52" fmla="*/ 78 w 388"/>
                <a:gd name="T5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8" h="154">
                  <a:moveTo>
                    <a:pt x="78" y="0"/>
                  </a:moveTo>
                  <a:lnTo>
                    <a:pt x="311" y="0"/>
                  </a:lnTo>
                  <a:lnTo>
                    <a:pt x="331" y="3"/>
                  </a:lnTo>
                  <a:lnTo>
                    <a:pt x="350" y="11"/>
                  </a:lnTo>
                  <a:lnTo>
                    <a:pt x="366" y="22"/>
                  </a:lnTo>
                  <a:lnTo>
                    <a:pt x="377" y="39"/>
                  </a:lnTo>
                  <a:lnTo>
                    <a:pt x="386" y="56"/>
                  </a:lnTo>
                  <a:lnTo>
                    <a:pt x="388" y="78"/>
                  </a:lnTo>
                  <a:lnTo>
                    <a:pt x="386" y="98"/>
                  </a:lnTo>
                  <a:lnTo>
                    <a:pt x="377" y="115"/>
                  </a:lnTo>
                  <a:lnTo>
                    <a:pt x="366" y="132"/>
                  </a:lnTo>
                  <a:lnTo>
                    <a:pt x="350" y="143"/>
                  </a:lnTo>
                  <a:lnTo>
                    <a:pt x="331" y="152"/>
                  </a:lnTo>
                  <a:lnTo>
                    <a:pt x="311" y="154"/>
                  </a:lnTo>
                  <a:lnTo>
                    <a:pt x="78" y="154"/>
                  </a:lnTo>
                  <a:lnTo>
                    <a:pt x="57" y="152"/>
                  </a:lnTo>
                  <a:lnTo>
                    <a:pt x="38" y="143"/>
                  </a:lnTo>
                  <a:lnTo>
                    <a:pt x="23" y="132"/>
                  </a:lnTo>
                  <a:lnTo>
                    <a:pt x="10" y="115"/>
                  </a:lnTo>
                  <a:lnTo>
                    <a:pt x="3" y="98"/>
                  </a:lnTo>
                  <a:lnTo>
                    <a:pt x="0" y="78"/>
                  </a:lnTo>
                  <a:lnTo>
                    <a:pt x="3" y="56"/>
                  </a:lnTo>
                  <a:lnTo>
                    <a:pt x="10" y="39"/>
                  </a:lnTo>
                  <a:lnTo>
                    <a:pt x="23" y="22"/>
                  </a:lnTo>
                  <a:lnTo>
                    <a:pt x="38" y="11"/>
                  </a:lnTo>
                  <a:lnTo>
                    <a:pt x="57" y="3"/>
                  </a:lnTo>
                  <a:lnTo>
                    <a:pt x="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29" name="Freeform 14">
              <a:extLst>
                <a:ext uri="{FF2B5EF4-FFF2-40B4-BE49-F238E27FC236}">
                  <a16:creationId xmlns:a16="http://schemas.microsoft.com/office/drawing/2014/main" id="{52DBB70F-EC7F-F7E1-7B83-60C697A0692F}"/>
                </a:ext>
              </a:extLst>
            </p:cNvPr>
            <p:cNvSpPr>
              <a:spLocks/>
            </p:cNvSpPr>
            <p:nvPr/>
          </p:nvSpPr>
          <p:spPr bwMode="auto">
            <a:xfrm>
              <a:off x="2019734" y="2455282"/>
              <a:ext cx="38146" cy="28850"/>
            </a:xfrm>
            <a:custGeom>
              <a:avLst/>
              <a:gdLst>
                <a:gd name="T0" fmla="*/ 279 w 357"/>
                <a:gd name="T1" fmla="*/ 0 h 270"/>
                <a:gd name="T2" fmla="*/ 300 w 357"/>
                <a:gd name="T3" fmla="*/ 3 h 270"/>
                <a:gd name="T4" fmla="*/ 317 w 357"/>
                <a:gd name="T5" fmla="*/ 10 h 270"/>
                <a:gd name="T6" fmla="*/ 334 w 357"/>
                <a:gd name="T7" fmla="*/ 22 h 270"/>
                <a:gd name="T8" fmla="*/ 347 w 357"/>
                <a:gd name="T9" fmla="*/ 38 h 270"/>
                <a:gd name="T10" fmla="*/ 354 w 357"/>
                <a:gd name="T11" fmla="*/ 57 h 270"/>
                <a:gd name="T12" fmla="*/ 357 w 357"/>
                <a:gd name="T13" fmla="*/ 77 h 270"/>
                <a:gd name="T14" fmla="*/ 354 w 357"/>
                <a:gd name="T15" fmla="*/ 97 h 270"/>
                <a:gd name="T16" fmla="*/ 347 w 357"/>
                <a:gd name="T17" fmla="*/ 115 h 270"/>
                <a:gd name="T18" fmla="*/ 335 w 357"/>
                <a:gd name="T19" fmla="*/ 131 h 270"/>
                <a:gd name="T20" fmla="*/ 319 w 357"/>
                <a:gd name="T21" fmla="*/ 144 h 270"/>
                <a:gd name="T22" fmla="*/ 117 w 357"/>
                <a:gd name="T23" fmla="*/ 258 h 270"/>
                <a:gd name="T24" fmla="*/ 98 w 357"/>
                <a:gd name="T25" fmla="*/ 267 h 270"/>
                <a:gd name="T26" fmla="*/ 78 w 357"/>
                <a:gd name="T27" fmla="*/ 270 h 270"/>
                <a:gd name="T28" fmla="*/ 59 w 357"/>
                <a:gd name="T29" fmla="*/ 267 h 270"/>
                <a:gd name="T30" fmla="*/ 40 w 357"/>
                <a:gd name="T31" fmla="*/ 260 h 270"/>
                <a:gd name="T32" fmla="*/ 23 w 357"/>
                <a:gd name="T33" fmla="*/ 247 h 270"/>
                <a:gd name="T34" fmla="*/ 10 w 357"/>
                <a:gd name="T35" fmla="*/ 231 h 270"/>
                <a:gd name="T36" fmla="*/ 3 w 357"/>
                <a:gd name="T37" fmla="*/ 212 h 270"/>
                <a:gd name="T38" fmla="*/ 0 w 357"/>
                <a:gd name="T39" fmla="*/ 192 h 270"/>
                <a:gd name="T40" fmla="*/ 3 w 357"/>
                <a:gd name="T41" fmla="*/ 173 h 270"/>
                <a:gd name="T42" fmla="*/ 10 w 357"/>
                <a:gd name="T43" fmla="*/ 154 h 270"/>
                <a:gd name="T44" fmla="*/ 23 w 357"/>
                <a:gd name="T45" fmla="*/ 139 h 270"/>
                <a:gd name="T46" fmla="*/ 38 w 357"/>
                <a:gd name="T47" fmla="*/ 125 h 270"/>
                <a:gd name="T48" fmla="*/ 240 w 357"/>
                <a:gd name="T49" fmla="*/ 10 h 270"/>
                <a:gd name="T50" fmla="*/ 260 w 357"/>
                <a:gd name="T51" fmla="*/ 3 h 270"/>
                <a:gd name="T52" fmla="*/ 279 w 357"/>
                <a:gd name="T53"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7" h="270">
                  <a:moveTo>
                    <a:pt x="279" y="0"/>
                  </a:moveTo>
                  <a:lnTo>
                    <a:pt x="300" y="3"/>
                  </a:lnTo>
                  <a:lnTo>
                    <a:pt x="317" y="10"/>
                  </a:lnTo>
                  <a:lnTo>
                    <a:pt x="334" y="22"/>
                  </a:lnTo>
                  <a:lnTo>
                    <a:pt x="347" y="38"/>
                  </a:lnTo>
                  <a:lnTo>
                    <a:pt x="354" y="57"/>
                  </a:lnTo>
                  <a:lnTo>
                    <a:pt x="357" y="77"/>
                  </a:lnTo>
                  <a:lnTo>
                    <a:pt x="354" y="97"/>
                  </a:lnTo>
                  <a:lnTo>
                    <a:pt x="347" y="115"/>
                  </a:lnTo>
                  <a:lnTo>
                    <a:pt x="335" y="131"/>
                  </a:lnTo>
                  <a:lnTo>
                    <a:pt x="319" y="144"/>
                  </a:lnTo>
                  <a:lnTo>
                    <a:pt x="117" y="258"/>
                  </a:lnTo>
                  <a:lnTo>
                    <a:pt x="98" y="267"/>
                  </a:lnTo>
                  <a:lnTo>
                    <a:pt x="78" y="270"/>
                  </a:lnTo>
                  <a:lnTo>
                    <a:pt x="59" y="267"/>
                  </a:lnTo>
                  <a:lnTo>
                    <a:pt x="40" y="260"/>
                  </a:lnTo>
                  <a:lnTo>
                    <a:pt x="23" y="247"/>
                  </a:lnTo>
                  <a:lnTo>
                    <a:pt x="10" y="231"/>
                  </a:lnTo>
                  <a:lnTo>
                    <a:pt x="3" y="212"/>
                  </a:lnTo>
                  <a:lnTo>
                    <a:pt x="0" y="192"/>
                  </a:lnTo>
                  <a:lnTo>
                    <a:pt x="3" y="173"/>
                  </a:lnTo>
                  <a:lnTo>
                    <a:pt x="10" y="154"/>
                  </a:lnTo>
                  <a:lnTo>
                    <a:pt x="23" y="139"/>
                  </a:lnTo>
                  <a:lnTo>
                    <a:pt x="38" y="125"/>
                  </a:lnTo>
                  <a:lnTo>
                    <a:pt x="240" y="10"/>
                  </a:lnTo>
                  <a:lnTo>
                    <a:pt x="260" y="3"/>
                  </a:lnTo>
                  <a:lnTo>
                    <a:pt x="2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30" name="Freeform 15">
              <a:extLst>
                <a:ext uri="{FF2B5EF4-FFF2-40B4-BE49-F238E27FC236}">
                  <a16:creationId xmlns:a16="http://schemas.microsoft.com/office/drawing/2014/main" id="{CCF4F05A-1D44-9FC4-83F0-95767CB25669}"/>
                </a:ext>
              </a:extLst>
            </p:cNvPr>
            <p:cNvSpPr>
              <a:spLocks/>
            </p:cNvSpPr>
            <p:nvPr/>
          </p:nvSpPr>
          <p:spPr bwMode="auto">
            <a:xfrm>
              <a:off x="1960758" y="2387329"/>
              <a:ext cx="28850" cy="37825"/>
            </a:xfrm>
            <a:custGeom>
              <a:avLst/>
              <a:gdLst>
                <a:gd name="T0" fmla="*/ 193 w 271"/>
                <a:gd name="T1" fmla="*/ 0 h 354"/>
                <a:gd name="T2" fmla="*/ 213 w 271"/>
                <a:gd name="T3" fmla="*/ 3 h 354"/>
                <a:gd name="T4" fmla="*/ 232 w 271"/>
                <a:gd name="T5" fmla="*/ 12 h 354"/>
                <a:gd name="T6" fmla="*/ 249 w 271"/>
                <a:gd name="T7" fmla="*/ 24 h 354"/>
                <a:gd name="T8" fmla="*/ 261 w 271"/>
                <a:gd name="T9" fmla="*/ 40 h 354"/>
                <a:gd name="T10" fmla="*/ 269 w 271"/>
                <a:gd name="T11" fmla="*/ 58 h 354"/>
                <a:gd name="T12" fmla="*/ 271 w 271"/>
                <a:gd name="T13" fmla="*/ 77 h 354"/>
                <a:gd name="T14" fmla="*/ 269 w 271"/>
                <a:gd name="T15" fmla="*/ 97 h 354"/>
                <a:gd name="T16" fmla="*/ 261 w 271"/>
                <a:gd name="T17" fmla="*/ 116 h 354"/>
                <a:gd name="T18" fmla="*/ 145 w 271"/>
                <a:gd name="T19" fmla="*/ 317 h 354"/>
                <a:gd name="T20" fmla="*/ 132 w 271"/>
                <a:gd name="T21" fmla="*/ 333 h 354"/>
                <a:gd name="T22" fmla="*/ 115 w 271"/>
                <a:gd name="T23" fmla="*/ 345 h 354"/>
                <a:gd name="T24" fmla="*/ 98 w 271"/>
                <a:gd name="T25" fmla="*/ 352 h 354"/>
                <a:gd name="T26" fmla="*/ 77 w 271"/>
                <a:gd name="T27" fmla="*/ 354 h 354"/>
                <a:gd name="T28" fmla="*/ 58 w 271"/>
                <a:gd name="T29" fmla="*/ 352 h 354"/>
                <a:gd name="T30" fmla="*/ 39 w 271"/>
                <a:gd name="T31" fmla="*/ 344 h 354"/>
                <a:gd name="T32" fmla="*/ 22 w 271"/>
                <a:gd name="T33" fmla="*/ 332 h 354"/>
                <a:gd name="T34" fmla="*/ 10 w 271"/>
                <a:gd name="T35" fmla="*/ 317 h 354"/>
                <a:gd name="T36" fmla="*/ 3 w 271"/>
                <a:gd name="T37" fmla="*/ 298 h 354"/>
                <a:gd name="T38" fmla="*/ 0 w 271"/>
                <a:gd name="T39" fmla="*/ 279 h 354"/>
                <a:gd name="T40" fmla="*/ 3 w 271"/>
                <a:gd name="T41" fmla="*/ 259 h 354"/>
                <a:gd name="T42" fmla="*/ 10 w 271"/>
                <a:gd name="T43" fmla="*/ 240 h 354"/>
                <a:gd name="T44" fmla="*/ 127 w 271"/>
                <a:gd name="T45" fmla="*/ 40 h 354"/>
                <a:gd name="T46" fmla="*/ 140 w 271"/>
                <a:gd name="T47" fmla="*/ 23 h 354"/>
                <a:gd name="T48" fmla="*/ 156 w 271"/>
                <a:gd name="T49" fmla="*/ 11 h 354"/>
                <a:gd name="T50" fmla="*/ 174 w 271"/>
                <a:gd name="T51" fmla="*/ 3 h 354"/>
                <a:gd name="T52" fmla="*/ 193 w 271"/>
                <a:gd name="T5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1" h="354">
                  <a:moveTo>
                    <a:pt x="193" y="0"/>
                  </a:moveTo>
                  <a:lnTo>
                    <a:pt x="213" y="3"/>
                  </a:lnTo>
                  <a:lnTo>
                    <a:pt x="232" y="12"/>
                  </a:lnTo>
                  <a:lnTo>
                    <a:pt x="249" y="24"/>
                  </a:lnTo>
                  <a:lnTo>
                    <a:pt x="261" y="40"/>
                  </a:lnTo>
                  <a:lnTo>
                    <a:pt x="269" y="58"/>
                  </a:lnTo>
                  <a:lnTo>
                    <a:pt x="271" y="77"/>
                  </a:lnTo>
                  <a:lnTo>
                    <a:pt x="269" y="97"/>
                  </a:lnTo>
                  <a:lnTo>
                    <a:pt x="261" y="116"/>
                  </a:lnTo>
                  <a:lnTo>
                    <a:pt x="145" y="317"/>
                  </a:lnTo>
                  <a:lnTo>
                    <a:pt x="132" y="333"/>
                  </a:lnTo>
                  <a:lnTo>
                    <a:pt x="115" y="345"/>
                  </a:lnTo>
                  <a:lnTo>
                    <a:pt x="98" y="352"/>
                  </a:lnTo>
                  <a:lnTo>
                    <a:pt x="77" y="354"/>
                  </a:lnTo>
                  <a:lnTo>
                    <a:pt x="58" y="352"/>
                  </a:lnTo>
                  <a:lnTo>
                    <a:pt x="39" y="344"/>
                  </a:lnTo>
                  <a:lnTo>
                    <a:pt x="22" y="332"/>
                  </a:lnTo>
                  <a:lnTo>
                    <a:pt x="10" y="317"/>
                  </a:lnTo>
                  <a:lnTo>
                    <a:pt x="3" y="298"/>
                  </a:lnTo>
                  <a:lnTo>
                    <a:pt x="0" y="279"/>
                  </a:lnTo>
                  <a:lnTo>
                    <a:pt x="3" y="259"/>
                  </a:lnTo>
                  <a:lnTo>
                    <a:pt x="10" y="240"/>
                  </a:lnTo>
                  <a:lnTo>
                    <a:pt x="127" y="40"/>
                  </a:lnTo>
                  <a:lnTo>
                    <a:pt x="140" y="23"/>
                  </a:lnTo>
                  <a:lnTo>
                    <a:pt x="156" y="11"/>
                  </a:lnTo>
                  <a:lnTo>
                    <a:pt x="174" y="3"/>
                  </a:lnTo>
                  <a:lnTo>
                    <a:pt x="19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31" name="Freeform 16">
              <a:extLst>
                <a:ext uri="{FF2B5EF4-FFF2-40B4-BE49-F238E27FC236}">
                  <a16:creationId xmlns:a16="http://schemas.microsoft.com/office/drawing/2014/main" id="{9532ACAD-1B2B-7D3E-50A9-0D126D9472BD}"/>
                </a:ext>
              </a:extLst>
            </p:cNvPr>
            <p:cNvSpPr>
              <a:spLocks/>
            </p:cNvSpPr>
            <p:nvPr/>
          </p:nvSpPr>
          <p:spPr bwMode="auto">
            <a:xfrm>
              <a:off x="1868118" y="2487026"/>
              <a:ext cx="39749" cy="128221"/>
            </a:xfrm>
            <a:custGeom>
              <a:avLst/>
              <a:gdLst>
                <a:gd name="T0" fmla="*/ 186 w 373"/>
                <a:gd name="T1" fmla="*/ 0 h 1200"/>
                <a:gd name="T2" fmla="*/ 224 w 373"/>
                <a:gd name="T3" fmla="*/ 3 h 1200"/>
                <a:gd name="T4" fmla="*/ 257 w 373"/>
                <a:gd name="T5" fmla="*/ 9 h 1200"/>
                <a:gd name="T6" fmla="*/ 288 w 373"/>
                <a:gd name="T7" fmla="*/ 20 h 1200"/>
                <a:gd name="T8" fmla="*/ 313 w 373"/>
                <a:gd name="T9" fmla="*/ 37 h 1200"/>
                <a:gd name="T10" fmla="*/ 335 w 373"/>
                <a:gd name="T11" fmla="*/ 57 h 1200"/>
                <a:gd name="T12" fmla="*/ 351 w 373"/>
                <a:gd name="T13" fmla="*/ 81 h 1200"/>
                <a:gd name="T14" fmla="*/ 364 w 373"/>
                <a:gd name="T15" fmla="*/ 110 h 1200"/>
                <a:gd name="T16" fmla="*/ 370 w 373"/>
                <a:gd name="T17" fmla="*/ 144 h 1200"/>
                <a:gd name="T18" fmla="*/ 373 w 373"/>
                <a:gd name="T19" fmla="*/ 182 h 1200"/>
                <a:gd name="T20" fmla="*/ 373 w 373"/>
                <a:gd name="T21" fmla="*/ 453 h 1200"/>
                <a:gd name="T22" fmla="*/ 371 w 373"/>
                <a:gd name="T23" fmla="*/ 490 h 1200"/>
                <a:gd name="T24" fmla="*/ 367 w 373"/>
                <a:gd name="T25" fmla="*/ 527 h 1200"/>
                <a:gd name="T26" fmla="*/ 364 w 373"/>
                <a:gd name="T27" fmla="*/ 564 h 1200"/>
                <a:gd name="T28" fmla="*/ 290 w 373"/>
                <a:gd name="T29" fmla="*/ 1113 h 1200"/>
                <a:gd name="T30" fmla="*/ 285 w 373"/>
                <a:gd name="T31" fmla="*/ 1140 h 1200"/>
                <a:gd name="T32" fmla="*/ 276 w 373"/>
                <a:gd name="T33" fmla="*/ 1161 h 1200"/>
                <a:gd name="T34" fmla="*/ 265 w 373"/>
                <a:gd name="T35" fmla="*/ 1176 h 1200"/>
                <a:gd name="T36" fmla="*/ 250 w 373"/>
                <a:gd name="T37" fmla="*/ 1188 h 1200"/>
                <a:gd name="T38" fmla="*/ 232 w 373"/>
                <a:gd name="T39" fmla="*/ 1195 h 1200"/>
                <a:gd name="T40" fmla="*/ 210 w 373"/>
                <a:gd name="T41" fmla="*/ 1199 h 1200"/>
                <a:gd name="T42" fmla="*/ 186 w 373"/>
                <a:gd name="T43" fmla="*/ 1200 h 1200"/>
                <a:gd name="T44" fmla="*/ 162 w 373"/>
                <a:gd name="T45" fmla="*/ 1199 h 1200"/>
                <a:gd name="T46" fmla="*/ 140 w 373"/>
                <a:gd name="T47" fmla="*/ 1195 h 1200"/>
                <a:gd name="T48" fmla="*/ 123 w 373"/>
                <a:gd name="T49" fmla="*/ 1188 h 1200"/>
                <a:gd name="T50" fmla="*/ 107 w 373"/>
                <a:gd name="T51" fmla="*/ 1176 h 1200"/>
                <a:gd name="T52" fmla="*/ 96 w 373"/>
                <a:gd name="T53" fmla="*/ 1161 h 1200"/>
                <a:gd name="T54" fmla="*/ 87 w 373"/>
                <a:gd name="T55" fmla="*/ 1140 h 1200"/>
                <a:gd name="T56" fmla="*/ 82 w 373"/>
                <a:gd name="T57" fmla="*/ 1113 h 1200"/>
                <a:gd name="T58" fmla="*/ 9 w 373"/>
                <a:gd name="T59" fmla="*/ 564 h 1200"/>
                <a:gd name="T60" fmla="*/ 5 w 373"/>
                <a:gd name="T61" fmla="*/ 527 h 1200"/>
                <a:gd name="T62" fmla="*/ 1 w 373"/>
                <a:gd name="T63" fmla="*/ 490 h 1200"/>
                <a:gd name="T64" fmla="*/ 0 w 373"/>
                <a:gd name="T65" fmla="*/ 453 h 1200"/>
                <a:gd name="T66" fmla="*/ 0 w 373"/>
                <a:gd name="T67" fmla="*/ 182 h 1200"/>
                <a:gd name="T68" fmla="*/ 2 w 373"/>
                <a:gd name="T69" fmla="*/ 144 h 1200"/>
                <a:gd name="T70" fmla="*/ 9 w 373"/>
                <a:gd name="T71" fmla="*/ 110 h 1200"/>
                <a:gd name="T72" fmla="*/ 21 w 373"/>
                <a:gd name="T73" fmla="*/ 81 h 1200"/>
                <a:gd name="T74" fmla="*/ 38 w 373"/>
                <a:gd name="T75" fmla="*/ 57 h 1200"/>
                <a:gd name="T76" fmla="*/ 59 w 373"/>
                <a:gd name="T77" fmla="*/ 37 h 1200"/>
                <a:gd name="T78" fmla="*/ 85 w 373"/>
                <a:gd name="T79" fmla="*/ 20 h 1200"/>
                <a:gd name="T80" fmla="*/ 115 w 373"/>
                <a:gd name="T81" fmla="*/ 9 h 1200"/>
                <a:gd name="T82" fmla="*/ 148 w 373"/>
                <a:gd name="T83" fmla="*/ 3 h 1200"/>
                <a:gd name="T84" fmla="*/ 186 w 373"/>
                <a:gd name="T85" fmla="*/ 0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3" h="1200">
                  <a:moveTo>
                    <a:pt x="186" y="0"/>
                  </a:moveTo>
                  <a:lnTo>
                    <a:pt x="224" y="3"/>
                  </a:lnTo>
                  <a:lnTo>
                    <a:pt x="257" y="9"/>
                  </a:lnTo>
                  <a:lnTo>
                    <a:pt x="288" y="20"/>
                  </a:lnTo>
                  <a:lnTo>
                    <a:pt x="313" y="37"/>
                  </a:lnTo>
                  <a:lnTo>
                    <a:pt x="335" y="57"/>
                  </a:lnTo>
                  <a:lnTo>
                    <a:pt x="351" y="81"/>
                  </a:lnTo>
                  <a:lnTo>
                    <a:pt x="364" y="110"/>
                  </a:lnTo>
                  <a:lnTo>
                    <a:pt x="370" y="144"/>
                  </a:lnTo>
                  <a:lnTo>
                    <a:pt x="373" y="182"/>
                  </a:lnTo>
                  <a:lnTo>
                    <a:pt x="373" y="453"/>
                  </a:lnTo>
                  <a:lnTo>
                    <a:pt x="371" y="490"/>
                  </a:lnTo>
                  <a:lnTo>
                    <a:pt x="367" y="527"/>
                  </a:lnTo>
                  <a:lnTo>
                    <a:pt x="364" y="564"/>
                  </a:lnTo>
                  <a:lnTo>
                    <a:pt x="290" y="1113"/>
                  </a:lnTo>
                  <a:lnTo>
                    <a:pt x="285" y="1140"/>
                  </a:lnTo>
                  <a:lnTo>
                    <a:pt x="276" y="1161"/>
                  </a:lnTo>
                  <a:lnTo>
                    <a:pt x="265" y="1176"/>
                  </a:lnTo>
                  <a:lnTo>
                    <a:pt x="250" y="1188"/>
                  </a:lnTo>
                  <a:lnTo>
                    <a:pt x="232" y="1195"/>
                  </a:lnTo>
                  <a:lnTo>
                    <a:pt x="210" y="1199"/>
                  </a:lnTo>
                  <a:lnTo>
                    <a:pt x="186" y="1200"/>
                  </a:lnTo>
                  <a:lnTo>
                    <a:pt x="162" y="1199"/>
                  </a:lnTo>
                  <a:lnTo>
                    <a:pt x="140" y="1195"/>
                  </a:lnTo>
                  <a:lnTo>
                    <a:pt x="123" y="1188"/>
                  </a:lnTo>
                  <a:lnTo>
                    <a:pt x="107" y="1176"/>
                  </a:lnTo>
                  <a:lnTo>
                    <a:pt x="96" y="1161"/>
                  </a:lnTo>
                  <a:lnTo>
                    <a:pt x="87" y="1140"/>
                  </a:lnTo>
                  <a:lnTo>
                    <a:pt x="82" y="1113"/>
                  </a:lnTo>
                  <a:lnTo>
                    <a:pt x="9" y="564"/>
                  </a:lnTo>
                  <a:lnTo>
                    <a:pt x="5" y="527"/>
                  </a:lnTo>
                  <a:lnTo>
                    <a:pt x="1" y="490"/>
                  </a:lnTo>
                  <a:lnTo>
                    <a:pt x="0" y="453"/>
                  </a:lnTo>
                  <a:lnTo>
                    <a:pt x="0" y="182"/>
                  </a:lnTo>
                  <a:lnTo>
                    <a:pt x="2" y="144"/>
                  </a:lnTo>
                  <a:lnTo>
                    <a:pt x="9" y="110"/>
                  </a:lnTo>
                  <a:lnTo>
                    <a:pt x="21" y="81"/>
                  </a:lnTo>
                  <a:lnTo>
                    <a:pt x="38" y="57"/>
                  </a:lnTo>
                  <a:lnTo>
                    <a:pt x="59" y="37"/>
                  </a:lnTo>
                  <a:lnTo>
                    <a:pt x="85" y="20"/>
                  </a:lnTo>
                  <a:lnTo>
                    <a:pt x="115" y="9"/>
                  </a:lnTo>
                  <a:lnTo>
                    <a:pt x="148" y="3"/>
                  </a:lnTo>
                  <a:lnTo>
                    <a:pt x="18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32" name="Freeform 17">
              <a:extLst>
                <a:ext uri="{FF2B5EF4-FFF2-40B4-BE49-F238E27FC236}">
                  <a16:creationId xmlns:a16="http://schemas.microsoft.com/office/drawing/2014/main" id="{1AD6F580-80F1-3599-B3D6-90BFF0F4674B}"/>
                </a:ext>
              </a:extLst>
            </p:cNvPr>
            <p:cNvSpPr>
              <a:spLocks/>
            </p:cNvSpPr>
            <p:nvPr/>
          </p:nvSpPr>
          <p:spPr bwMode="auto">
            <a:xfrm>
              <a:off x="1867163" y="2631587"/>
              <a:ext cx="41672" cy="41031"/>
            </a:xfrm>
            <a:custGeom>
              <a:avLst/>
              <a:gdLst>
                <a:gd name="T0" fmla="*/ 194 w 388"/>
                <a:gd name="T1" fmla="*/ 0 h 386"/>
                <a:gd name="T2" fmla="*/ 233 w 388"/>
                <a:gd name="T3" fmla="*/ 6 h 386"/>
                <a:gd name="T4" fmla="*/ 269 w 388"/>
                <a:gd name="T5" fmla="*/ 17 h 386"/>
                <a:gd name="T6" fmla="*/ 302 w 388"/>
                <a:gd name="T7" fmla="*/ 34 h 386"/>
                <a:gd name="T8" fmla="*/ 331 w 388"/>
                <a:gd name="T9" fmla="*/ 57 h 386"/>
                <a:gd name="T10" fmla="*/ 355 w 388"/>
                <a:gd name="T11" fmla="*/ 86 h 386"/>
                <a:gd name="T12" fmla="*/ 373 w 388"/>
                <a:gd name="T13" fmla="*/ 119 h 386"/>
                <a:gd name="T14" fmla="*/ 384 w 388"/>
                <a:gd name="T15" fmla="*/ 155 h 386"/>
                <a:gd name="T16" fmla="*/ 388 w 388"/>
                <a:gd name="T17" fmla="*/ 193 h 386"/>
                <a:gd name="T18" fmla="*/ 384 w 388"/>
                <a:gd name="T19" fmla="*/ 232 h 386"/>
                <a:gd name="T20" fmla="*/ 373 w 388"/>
                <a:gd name="T21" fmla="*/ 269 h 386"/>
                <a:gd name="T22" fmla="*/ 355 w 388"/>
                <a:gd name="T23" fmla="*/ 301 h 386"/>
                <a:gd name="T24" fmla="*/ 331 w 388"/>
                <a:gd name="T25" fmla="*/ 329 h 386"/>
                <a:gd name="T26" fmla="*/ 302 w 388"/>
                <a:gd name="T27" fmla="*/ 353 h 386"/>
                <a:gd name="T28" fmla="*/ 269 w 388"/>
                <a:gd name="T29" fmla="*/ 371 h 386"/>
                <a:gd name="T30" fmla="*/ 233 w 388"/>
                <a:gd name="T31" fmla="*/ 382 h 386"/>
                <a:gd name="T32" fmla="*/ 194 w 388"/>
                <a:gd name="T33" fmla="*/ 386 h 386"/>
                <a:gd name="T34" fmla="*/ 155 w 388"/>
                <a:gd name="T35" fmla="*/ 382 h 386"/>
                <a:gd name="T36" fmla="*/ 119 w 388"/>
                <a:gd name="T37" fmla="*/ 371 h 386"/>
                <a:gd name="T38" fmla="*/ 86 w 388"/>
                <a:gd name="T39" fmla="*/ 353 h 386"/>
                <a:gd name="T40" fmla="*/ 57 w 388"/>
                <a:gd name="T41" fmla="*/ 329 h 386"/>
                <a:gd name="T42" fmla="*/ 33 w 388"/>
                <a:gd name="T43" fmla="*/ 301 h 386"/>
                <a:gd name="T44" fmla="*/ 15 w 388"/>
                <a:gd name="T45" fmla="*/ 269 h 386"/>
                <a:gd name="T46" fmla="*/ 4 w 388"/>
                <a:gd name="T47" fmla="*/ 232 h 386"/>
                <a:gd name="T48" fmla="*/ 0 w 388"/>
                <a:gd name="T49" fmla="*/ 193 h 386"/>
                <a:gd name="T50" fmla="*/ 4 w 388"/>
                <a:gd name="T51" fmla="*/ 155 h 386"/>
                <a:gd name="T52" fmla="*/ 15 w 388"/>
                <a:gd name="T53" fmla="*/ 119 h 386"/>
                <a:gd name="T54" fmla="*/ 33 w 388"/>
                <a:gd name="T55" fmla="*/ 86 h 386"/>
                <a:gd name="T56" fmla="*/ 57 w 388"/>
                <a:gd name="T57" fmla="*/ 57 h 386"/>
                <a:gd name="T58" fmla="*/ 86 w 388"/>
                <a:gd name="T59" fmla="*/ 34 h 386"/>
                <a:gd name="T60" fmla="*/ 119 w 388"/>
                <a:gd name="T61" fmla="*/ 17 h 386"/>
                <a:gd name="T62" fmla="*/ 155 w 388"/>
                <a:gd name="T63" fmla="*/ 6 h 386"/>
                <a:gd name="T64" fmla="*/ 194 w 388"/>
                <a:gd name="T65"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8" h="386">
                  <a:moveTo>
                    <a:pt x="194" y="0"/>
                  </a:moveTo>
                  <a:lnTo>
                    <a:pt x="233" y="6"/>
                  </a:lnTo>
                  <a:lnTo>
                    <a:pt x="269" y="17"/>
                  </a:lnTo>
                  <a:lnTo>
                    <a:pt x="302" y="34"/>
                  </a:lnTo>
                  <a:lnTo>
                    <a:pt x="331" y="57"/>
                  </a:lnTo>
                  <a:lnTo>
                    <a:pt x="355" y="86"/>
                  </a:lnTo>
                  <a:lnTo>
                    <a:pt x="373" y="119"/>
                  </a:lnTo>
                  <a:lnTo>
                    <a:pt x="384" y="155"/>
                  </a:lnTo>
                  <a:lnTo>
                    <a:pt x="388" y="193"/>
                  </a:lnTo>
                  <a:lnTo>
                    <a:pt x="384" y="232"/>
                  </a:lnTo>
                  <a:lnTo>
                    <a:pt x="373" y="269"/>
                  </a:lnTo>
                  <a:lnTo>
                    <a:pt x="355" y="301"/>
                  </a:lnTo>
                  <a:lnTo>
                    <a:pt x="331" y="329"/>
                  </a:lnTo>
                  <a:lnTo>
                    <a:pt x="302" y="353"/>
                  </a:lnTo>
                  <a:lnTo>
                    <a:pt x="269" y="371"/>
                  </a:lnTo>
                  <a:lnTo>
                    <a:pt x="233" y="382"/>
                  </a:lnTo>
                  <a:lnTo>
                    <a:pt x="194" y="386"/>
                  </a:lnTo>
                  <a:lnTo>
                    <a:pt x="155" y="382"/>
                  </a:lnTo>
                  <a:lnTo>
                    <a:pt x="119" y="371"/>
                  </a:lnTo>
                  <a:lnTo>
                    <a:pt x="86" y="353"/>
                  </a:lnTo>
                  <a:lnTo>
                    <a:pt x="57" y="329"/>
                  </a:lnTo>
                  <a:lnTo>
                    <a:pt x="33" y="301"/>
                  </a:lnTo>
                  <a:lnTo>
                    <a:pt x="15" y="269"/>
                  </a:lnTo>
                  <a:lnTo>
                    <a:pt x="4" y="232"/>
                  </a:lnTo>
                  <a:lnTo>
                    <a:pt x="0" y="193"/>
                  </a:lnTo>
                  <a:lnTo>
                    <a:pt x="4" y="155"/>
                  </a:lnTo>
                  <a:lnTo>
                    <a:pt x="15" y="119"/>
                  </a:lnTo>
                  <a:lnTo>
                    <a:pt x="33" y="86"/>
                  </a:lnTo>
                  <a:lnTo>
                    <a:pt x="57" y="57"/>
                  </a:lnTo>
                  <a:lnTo>
                    <a:pt x="86" y="34"/>
                  </a:lnTo>
                  <a:lnTo>
                    <a:pt x="119" y="17"/>
                  </a:lnTo>
                  <a:lnTo>
                    <a:pt x="155" y="6"/>
                  </a:lnTo>
                  <a:lnTo>
                    <a:pt x="19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grpSp>
      <p:sp>
        <p:nvSpPr>
          <p:cNvPr id="33" name="Freeform 22">
            <a:extLst>
              <a:ext uri="{FF2B5EF4-FFF2-40B4-BE49-F238E27FC236}">
                <a16:creationId xmlns:a16="http://schemas.microsoft.com/office/drawing/2014/main" id="{5FE0AAEC-1E63-FAA4-7D91-39804714A821}"/>
              </a:ext>
            </a:extLst>
          </p:cNvPr>
          <p:cNvSpPr>
            <a:spLocks noEditPoints="1"/>
          </p:cNvSpPr>
          <p:nvPr/>
        </p:nvSpPr>
        <p:spPr bwMode="auto">
          <a:xfrm>
            <a:off x="3528922" y="2286726"/>
            <a:ext cx="638850" cy="622462"/>
          </a:xfrm>
          <a:custGeom>
            <a:avLst/>
            <a:gdLst>
              <a:gd name="T0" fmla="*/ 1449 w 3440"/>
              <a:gd name="T1" fmla="*/ 1218 h 3436"/>
              <a:gd name="T2" fmla="*/ 1219 w 3440"/>
              <a:gd name="T3" fmla="*/ 1449 h 3436"/>
              <a:gd name="T4" fmla="*/ 1152 w 3440"/>
              <a:gd name="T5" fmla="*/ 1780 h 3436"/>
              <a:gd name="T6" fmla="*/ 1280 w 3440"/>
              <a:gd name="T7" fmla="*/ 2086 h 3436"/>
              <a:gd name="T8" fmla="*/ 1552 w 3440"/>
              <a:gd name="T9" fmla="*/ 2269 h 3436"/>
              <a:gd name="T10" fmla="*/ 1893 w 3440"/>
              <a:gd name="T11" fmla="*/ 2269 h 3436"/>
              <a:gd name="T12" fmla="*/ 2166 w 3440"/>
              <a:gd name="T13" fmla="*/ 2086 h 3436"/>
              <a:gd name="T14" fmla="*/ 2294 w 3440"/>
              <a:gd name="T15" fmla="*/ 1780 h 3436"/>
              <a:gd name="T16" fmla="*/ 2227 w 3440"/>
              <a:gd name="T17" fmla="*/ 1449 h 3436"/>
              <a:gd name="T18" fmla="*/ 1996 w 3440"/>
              <a:gd name="T19" fmla="*/ 1218 h 3436"/>
              <a:gd name="T20" fmla="*/ 1727 w 3440"/>
              <a:gd name="T21" fmla="*/ 0 h 3436"/>
              <a:gd name="T22" fmla="*/ 1975 w 3440"/>
              <a:gd name="T23" fmla="*/ 38 h 3436"/>
              <a:gd name="T24" fmla="*/ 2010 w 3440"/>
              <a:gd name="T25" fmla="*/ 197 h 3436"/>
              <a:gd name="T26" fmla="*/ 2129 w 3440"/>
              <a:gd name="T27" fmla="*/ 416 h 3436"/>
              <a:gd name="T28" fmla="*/ 2360 w 3440"/>
              <a:gd name="T29" fmla="*/ 512 h 3436"/>
              <a:gd name="T30" fmla="*/ 2603 w 3440"/>
              <a:gd name="T31" fmla="*/ 443 h 3436"/>
              <a:gd name="T32" fmla="*/ 2739 w 3440"/>
              <a:gd name="T33" fmla="*/ 357 h 3436"/>
              <a:gd name="T34" fmla="*/ 3007 w 3440"/>
              <a:gd name="T35" fmla="*/ 578 h 3436"/>
              <a:gd name="T36" fmla="*/ 3082 w 3440"/>
              <a:gd name="T37" fmla="*/ 749 h 3436"/>
              <a:gd name="T38" fmla="*/ 2963 w 3440"/>
              <a:gd name="T39" fmla="*/ 920 h 3436"/>
              <a:gd name="T40" fmla="*/ 2949 w 3440"/>
              <a:gd name="T41" fmla="*/ 1166 h 3436"/>
              <a:gd name="T42" fmla="*/ 3103 w 3440"/>
              <a:gd name="T43" fmla="*/ 1379 h 3436"/>
              <a:gd name="T44" fmla="*/ 3340 w 3440"/>
              <a:gd name="T45" fmla="*/ 1445 h 3436"/>
              <a:gd name="T46" fmla="*/ 3430 w 3440"/>
              <a:gd name="T47" fmla="*/ 1527 h 3436"/>
              <a:gd name="T48" fmla="*/ 3415 w 3440"/>
              <a:gd name="T49" fmla="*/ 1958 h 3436"/>
              <a:gd name="T50" fmla="*/ 3307 w 3440"/>
              <a:gd name="T51" fmla="*/ 2002 h 3436"/>
              <a:gd name="T52" fmla="*/ 3060 w 3440"/>
              <a:gd name="T53" fmla="*/ 2092 h 3436"/>
              <a:gd name="T54" fmla="*/ 2931 w 3440"/>
              <a:gd name="T55" fmla="*/ 2317 h 3436"/>
              <a:gd name="T56" fmla="*/ 2972 w 3440"/>
              <a:gd name="T57" fmla="*/ 2562 h 3436"/>
              <a:gd name="T58" fmla="*/ 3081 w 3440"/>
              <a:gd name="T59" fmla="*/ 2716 h 3436"/>
              <a:gd name="T60" fmla="*/ 2931 w 3440"/>
              <a:gd name="T61" fmla="*/ 2939 h 3436"/>
              <a:gd name="T62" fmla="*/ 2707 w 3440"/>
              <a:gd name="T63" fmla="*/ 3087 h 3436"/>
              <a:gd name="T64" fmla="*/ 2554 w 3440"/>
              <a:gd name="T65" fmla="*/ 2982 h 3436"/>
              <a:gd name="T66" fmla="*/ 2308 w 3440"/>
              <a:gd name="T67" fmla="*/ 2939 h 3436"/>
              <a:gd name="T68" fmla="*/ 2079 w 3440"/>
              <a:gd name="T69" fmla="*/ 3069 h 3436"/>
              <a:gd name="T70" fmla="*/ 1992 w 3440"/>
              <a:gd name="T71" fmla="*/ 3327 h 3436"/>
              <a:gd name="T72" fmla="*/ 1907 w 3440"/>
              <a:gd name="T73" fmla="*/ 3426 h 3436"/>
              <a:gd name="T74" fmla="*/ 1481 w 3440"/>
              <a:gd name="T75" fmla="*/ 3411 h 3436"/>
              <a:gd name="T76" fmla="*/ 1435 w 3440"/>
              <a:gd name="T77" fmla="*/ 3281 h 3436"/>
              <a:gd name="T78" fmla="*/ 1341 w 3440"/>
              <a:gd name="T79" fmla="*/ 3051 h 3436"/>
              <a:gd name="T80" fmla="*/ 1122 w 3440"/>
              <a:gd name="T81" fmla="*/ 2929 h 3436"/>
              <a:gd name="T82" fmla="*/ 873 w 3440"/>
              <a:gd name="T83" fmla="*/ 2971 h 3436"/>
              <a:gd name="T84" fmla="*/ 720 w 3440"/>
              <a:gd name="T85" fmla="*/ 3078 h 3436"/>
              <a:gd name="T86" fmla="*/ 499 w 3440"/>
              <a:gd name="T87" fmla="*/ 2929 h 3436"/>
              <a:gd name="T88" fmla="*/ 351 w 3440"/>
              <a:gd name="T89" fmla="*/ 2706 h 3436"/>
              <a:gd name="T90" fmla="*/ 459 w 3440"/>
              <a:gd name="T91" fmla="*/ 2553 h 3436"/>
              <a:gd name="T92" fmla="*/ 500 w 3440"/>
              <a:gd name="T93" fmla="*/ 2311 h 3436"/>
              <a:gd name="T94" fmla="*/ 369 w 3440"/>
              <a:gd name="T95" fmla="*/ 2082 h 3436"/>
              <a:gd name="T96" fmla="*/ 123 w 3440"/>
              <a:gd name="T97" fmla="*/ 1993 h 3436"/>
              <a:gd name="T98" fmla="*/ 16 w 3440"/>
              <a:gd name="T99" fmla="*/ 1928 h 3436"/>
              <a:gd name="T100" fmla="*/ 12 w 3440"/>
              <a:gd name="T101" fmla="*/ 1518 h 3436"/>
              <a:gd name="T102" fmla="*/ 88 w 3440"/>
              <a:gd name="T103" fmla="*/ 1435 h 3436"/>
              <a:gd name="T104" fmla="*/ 339 w 3440"/>
              <a:gd name="T105" fmla="*/ 1370 h 3436"/>
              <a:gd name="T106" fmla="*/ 499 w 3440"/>
              <a:gd name="T107" fmla="*/ 1160 h 3436"/>
              <a:gd name="T108" fmla="*/ 486 w 3440"/>
              <a:gd name="T109" fmla="*/ 912 h 3436"/>
              <a:gd name="T110" fmla="*/ 365 w 3440"/>
              <a:gd name="T111" fmla="*/ 739 h 3436"/>
              <a:gd name="T112" fmla="*/ 442 w 3440"/>
              <a:gd name="T113" fmla="*/ 567 h 3436"/>
              <a:gd name="T114" fmla="*/ 714 w 3440"/>
              <a:gd name="T115" fmla="*/ 347 h 3436"/>
              <a:gd name="T116" fmla="*/ 849 w 3440"/>
              <a:gd name="T117" fmla="*/ 433 h 3436"/>
              <a:gd name="T118" fmla="*/ 1090 w 3440"/>
              <a:gd name="T119" fmla="*/ 500 h 3436"/>
              <a:gd name="T120" fmla="*/ 1329 w 3440"/>
              <a:gd name="T121" fmla="*/ 399 h 3436"/>
              <a:gd name="T122" fmla="*/ 1447 w 3440"/>
              <a:gd name="T123" fmla="*/ 156 h 3436"/>
              <a:gd name="T124" fmla="*/ 1509 w 3440"/>
              <a:gd name="T125" fmla="*/ 16 h 3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40" h="3436">
                <a:moveTo>
                  <a:pt x="1723" y="1148"/>
                </a:moveTo>
                <a:lnTo>
                  <a:pt x="1664" y="1152"/>
                </a:lnTo>
                <a:lnTo>
                  <a:pt x="1607" y="1160"/>
                </a:lnTo>
                <a:lnTo>
                  <a:pt x="1552" y="1175"/>
                </a:lnTo>
                <a:lnTo>
                  <a:pt x="1500" y="1194"/>
                </a:lnTo>
                <a:lnTo>
                  <a:pt x="1449" y="1218"/>
                </a:lnTo>
                <a:lnTo>
                  <a:pt x="1402" y="1246"/>
                </a:lnTo>
                <a:lnTo>
                  <a:pt x="1358" y="1280"/>
                </a:lnTo>
                <a:lnTo>
                  <a:pt x="1318" y="1317"/>
                </a:lnTo>
                <a:lnTo>
                  <a:pt x="1280" y="1358"/>
                </a:lnTo>
                <a:lnTo>
                  <a:pt x="1247" y="1402"/>
                </a:lnTo>
                <a:lnTo>
                  <a:pt x="1219" y="1449"/>
                </a:lnTo>
                <a:lnTo>
                  <a:pt x="1194" y="1498"/>
                </a:lnTo>
                <a:lnTo>
                  <a:pt x="1174" y="1551"/>
                </a:lnTo>
                <a:lnTo>
                  <a:pt x="1161" y="1607"/>
                </a:lnTo>
                <a:lnTo>
                  <a:pt x="1152" y="1663"/>
                </a:lnTo>
                <a:lnTo>
                  <a:pt x="1149" y="1721"/>
                </a:lnTo>
                <a:lnTo>
                  <a:pt x="1152" y="1780"/>
                </a:lnTo>
                <a:lnTo>
                  <a:pt x="1161" y="1837"/>
                </a:lnTo>
                <a:lnTo>
                  <a:pt x="1174" y="1891"/>
                </a:lnTo>
                <a:lnTo>
                  <a:pt x="1194" y="1944"/>
                </a:lnTo>
                <a:lnTo>
                  <a:pt x="1219" y="1994"/>
                </a:lnTo>
                <a:lnTo>
                  <a:pt x="1247" y="2042"/>
                </a:lnTo>
                <a:lnTo>
                  <a:pt x="1280" y="2086"/>
                </a:lnTo>
                <a:lnTo>
                  <a:pt x="1318" y="2127"/>
                </a:lnTo>
                <a:lnTo>
                  <a:pt x="1358" y="2164"/>
                </a:lnTo>
                <a:lnTo>
                  <a:pt x="1402" y="2196"/>
                </a:lnTo>
                <a:lnTo>
                  <a:pt x="1449" y="2226"/>
                </a:lnTo>
                <a:lnTo>
                  <a:pt x="1500" y="2250"/>
                </a:lnTo>
                <a:lnTo>
                  <a:pt x="1552" y="2269"/>
                </a:lnTo>
                <a:lnTo>
                  <a:pt x="1607" y="2283"/>
                </a:lnTo>
                <a:lnTo>
                  <a:pt x="1664" y="2292"/>
                </a:lnTo>
                <a:lnTo>
                  <a:pt x="1723" y="2295"/>
                </a:lnTo>
                <a:lnTo>
                  <a:pt x="1782" y="2292"/>
                </a:lnTo>
                <a:lnTo>
                  <a:pt x="1838" y="2283"/>
                </a:lnTo>
                <a:lnTo>
                  <a:pt x="1893" y="2269"/>
                </a:lnTo>
                <a:lnTo>
                  <a:pt x="1946" y="2250"/>
                </a:lnTo>
                <a:lnTo>
                  <a:pt x="1996" y="2226"/>
                </a:lnTo>
                <a:lnTo>
                  <a:pt x="2044" y="2196"/>
                </a:lnTo>
                <a:lnTo>
                  <a:pt x="2088" y="2164"/>
                </a:lnTo>
                <a:lnTo>
                  <a:pt x="2128" y="2127"/>
                </a:lnTo>
                <a:lnTo>
                  <a:pt x="2166" y="2086"/>
                </a:lnTo>
                <a:lnTo>
                  <a:pt x="2198" y="2042"/>
                </a:lnTo>
                <a:lnTo>
                  <a:pt x="2227" y="1994"/>
                </a:lnTo>
                <a:lnTo>
                  <a:pt x="2251" y="1944"/>
                </a:lnTo>
                <a:lnTo>
                  <a:pt x="2271" y="1891"/>
                </a:lnTo>
                <a:lnTo>
                  <a:pt x="2285" y="1837"/>
                </a:lnTo>
                <a:lnTo>
                  <a:pt x="2294" y="1780"/>
                </a:lnTo>
                <a:lnTo>
                  <a:pt x="2296" y="1721"/>
                </a:lnTo>
                <a:lnTo>
                  <a:pt x="2294" y="1663"/>
                </a:lnTo>
                <a:lnTo>
                  <a:pt x="2285" y="1607"/>
                </a:lnTo>
                <a:lnTo>
                  <a:pt x="2271" y="1551"/>
                </a:lnTo>
                <a:lnTo>
                  <a:pt x="2251" y="1498"/>
                </a:lnTo>
                <a:lnTo>
                  <a:pt x="2227" y="1449"/>
                </a:lnTo>
                <a:lnTo>
                  <a:pt x="2198" y="1402"/>
                </a:lnTo>
                <a:lnTo>
                  <a:pt x="2166" y="1358"/>
                </a:lnTo>
                <a:lnTo>
                  <a:pt x="2128" y="1317"/>
                </a:lnTo>
                <a:lnTo>
                  <a:pt x="2088" y="1280"/>
                </a:lnTo>
                <a:lnTo>
                  <a:pt x="2044" y="1246"/>
                </a:lnTo>
                <a:lnTo>
                  <a:pt x="1996" y="1218"/>
                </a:lnTo>
                <a:lnTo>
                  <a:pt x="1946" y="1194"/>
                </a:lnTo>
                <a:lnTo>
                  <a:pt x="1893" y="1175"/>
                </a:lnTo>
                <a:lnTo>
                  <a:pt x="1838" y="1160"/>
                </a:lnTo>
                <a:lnTo>
                  <a:pt x="1782" y="1152"/>
                </a:lnTo>
                <a:lnTo>
                  <a:pt x="1723" y="1148"/>
                </a:lnTo>
                <a:close/>
                <a:moveTo>
                  <a:pt x="1727" y="0"/>
                </a:moveTo>
                <a:lnTo>
                  <a:pt x="1727" y="0"/>
                </a:lnTo>
                <a:lnTo>
                  <a:pt x="1824" y="3"/>
                </a:lnTo>
                <a:lnTo>
                  <a:pt x="1921" y="11"/>
                </a:lnTo>
                <a:lnTo>
                  <a:pt x="1941" y="16"/>
                </a:lnTo>
                <a:lnTo>
                  <a:pt x="1960" y="25"/>
                </a:lnTo>
                <a:lnTo>
                  <a:pt x="1975" y="38"/>
                </a:lnTo>
                <a:lnTo>
                  <a:pt x="1989" y="52"/>
                </a:lnTo>
                <a:lnTo>
                  <a:pt x="1998" y="70"/>
                </a:lnTo>
                <a:lnTo>
                  <a:pt x="2004" y="90"/>
                </a:lnTo>
                <a:lnTo>
                  <a:pt x="2005" y="111"/>
                </a:lnTo>
                <a:lnTo>
                  <a:pt x="2005" y="155"/>
                </a:lnTo>
                <a:lnTo>
                  <a:pt x="2010" y="197"/>
                </a:lnTo>
                <a:lnTo>
                  <a:pt x="2020" y="239"/>
                </a:lnTo>
                <a:lnTo>
                  <a:pt x="2033" y="279"/>
                </a:lnTo>
                <a:lnTo>
                  <a:pt x="2051" y="317"/>
                </a:lnTo>
                <a:lnTo>
                  <a:pt x="2073" y="353"/>
                </a:lnTo>
                <a:lnTo>
                  <a:pt x="2099" y="385"/>
                </a:lnTo>
                <a:lnTo>
                  <a:pt x="2129" y="416"/>
                </a:lnTo>
                <a:lnTo>
                  <a:pt x="2162" y="442"/>
                </a:lnTo>
                <a:lnTo>
                  <a:pt x="2198" y="465"/>
                </a:lnTo>
                <a:lnTo>
                  <a:pt x="2237" y="484"/>
                </a:lnTo>
                <a:lnTo>
                  <a:pt x="2277" y="498"/>
                </a:lnTo>
                <a:lnTo>
                  <a:pt x="2318" y="507"/>
                </a:lnTo>
                <a:lnTo>
                  <a:pt x="2360" y="512"/>
                </a:lnTo>
                <a:lnTo>
                  <a:pt x="2403" y="511"/>
                </a:lnTo>
                <a:lnTo>
                  <a:pt x="2446" y="505"/>
                </a:lnTo>
                <a:lnTo>
                  <a:pt x="2488" y="496"/>
                </a:lnTo>
                <a:lnTo>
                  <a:pt x="2528" y="482"/>
                </a:lnTo>
                <a:lnTo>
                  <a:pt x="2567" y="464"/>
                </a:lnTo>
                <a:lnTo>
                  <a:pt x="2603" y="443"/>
                </a:lnTo>
                <a:lnTo>
                  <a:pt x="2636" y="417"/>
                </a:lnTo>
                <a:lnTo>
                  <a:pt x="2667" y="389"/>
                </a:lnTo>
                <a:lnTo>
                  <a:pt x="2683" y="374"/>
                </a:lnTo>
                <a:lnTo>
                  <a:pt x="2700" y="364"/>
                </a:lnTo>
                <a:lnTo>
                  <a:pt x="2719" y="358"/>
                </a:lnTo>
                <a:lnTo>
                  <a:pt x="2739" y="357"/>
                </a:lnTo>
                <a:lnTo>
                  <a:pt x="2760" y="359"/>
                </a:lnTo>
                <a:lnTo>
                  <a:pt x="2779" y="367"/>
                </a:lnTo>
                <a:lnTo>
                  <a:pt x="2797" y="378"/>
                </a:lnTo>
                <a:lnTo>
                  <a:pt x="2871" y="440"/>
                </a:lnTo>
                <a:lnTo>
                  <a:pt x="2940" y="507"/>
                </a:lnTo>
                <a:lnTo>
                  <a:pt x="3007" y="578"/>
                </a:lnTo>
                <a:lnTo>
                  <a:pt x="3070" y="652"/>
                </a:lnTo>
                <a:lnTo>
                  <a:pt x="3080" y="670"/>
                </a:lnTo>
                <a:lnTo>
                  <a:pt x="3088" y="689"/>
                </a:lnTo>
                <a:lnTo>
                  <a:pt x="3090" y="709"/>
                </a:lnTo>
                <a:lnTo>
                  <a:pt x="3089" y="729"/>
                </a:lnTo>
                <a:lnTo>
                  <a:pt x="3082" y="749"/>
                </a:lnTo>
                <a:lnTo>
                  <a:pt x="3073" y="767"/>
                </a:lnTo>
                <a:lnTo>
                  <a:pt x="3059" y="783"/>
                </a:lnTo>
                <a:lnTo>
                  <a:pt x="3029" y="813"/>
                </a:lnTo>
                <a:lnTo>
                  <a:pt x="3002" y="847"/>
                </a:lnTo>
                <a:lnTo>
                  <a:pt x="2981" y="883"/>
                </a:lnTo>
                <a:lnTo>
                  <a:pt x="2963" y="920"/>
                </a:lnTo>
                <a:lnTo>
                  <a:pt x="2950" y="960"/>
                </a:lnTo>
                <a:lnTo>
                  <a:pt x="2940" y="1000"/>
                </a:lnTo>
                <a:lnTo>
                  <a:pt x="2936" y="1042"/>
                </a:lnTo>
                <a:lnTo>
                  <a:pt x="2935" y="1083"/>
                </a:lnTo>
                <a:lnTo>
                  <a:pt x="2940" y="1125"/>
                </a:lnTo>
                <a:lnTo>
                  <a:pt x="2949" y="1166"/>
                </a:lnTo>
                <a:lnTo>
                  <a:pt x="2962" y="1207"/>
                </a:lnTo>
                <a:lnTo>
                  <a:pt x="2982" y="1248"/>
                </a:lnTo>
                <a:lnTo>
                  <a:pt x="3008" y="1286"/>
                </a:lnTo>
                <a:lnTo>
                  <a:pt x="3036" y="1321"/>
                </a:lnTo>
                <a:lnTo>
                  <a:pt x="3069" y="1351"/>
                </a:lnTo>
                <a:lnTo>
                  <a:pt x="3103" y="1379"/>
                </a:lnTo>
                <a:lnTo>
                  <a:pt x="3142" y="1401"/>
                </a:lnTo>
                <a:lnTo>
                  <a:pt x="3183" y="1418"/>
                </a:lnTo>
                <a:lnTo>
                  <a:pt x="3228" y="1432"/>
                </a:lnTo>
                <a:lnTo>
                  <a:pt x="3273" y="1440"/>
                </a:lnTo>
                <a:lnTo>
                  <a:pt x="3319" y="1443"/>
                </a:lnTo>
                <a:lnTo>
                  <a:pt x="3340" y="1445"/>
                </a:lnTo>
                <a:lnTo>
                  <a:pt x="3361" y="1451"/>
                </a:lnTo>
                <a:lnTo>
                  <a:pt x="3381" y="1461"/>
                </a:lnTo>
                <a:lnTo>
                  <a:pt x="3399" y="1473"/>
                </a:lnTo>
                <a:lnTo>
                  <a:pt x="3414" y="1489"/>
                </a:lnTo>
                <a:lnTo>
                  <a:pt x="3424" y="1507"/>
                </a:lnTo>
                <a:lnTo>
                  <a:pt x="3430" y="1527"/>
                </a:lnTo>
                <a:lnTo>
                  <a:pt x="3438" y="1624"/>
                </a:lnTo>
                <a:lnTo>
                  <a:pt x="3440" y="1723"/>
                </a:lnTo>
                <a:lnTo>
                  <a:pt x="3437" y="1821"/>
                </a:lnTo>
                <a:lnTo>
                  <a:pt x="3429" y="1918"/>
                </a:lnTo>
                <a:lnTo>
                  <a:pt x="3424" y="1939"/>
                </a:lnTo>
                <a:lnTo>
                  <a:pt x="3415" y="1958"/>
                </a:lnTo>
                <a:lnTo>
                  <a:pt x="3402" y="1973"/>
                </a:lnTo>
                <a:lnTo>
                  <a:pt x="3387" y="1986"/>
                </a:lnTo>
                <a:lnTo>
                  <a:pt x="3369" y="1995"/>
                </a:lnTo>
                <a:lnTo>
                  <a:pt x="3349" y="2002"/>
                </a:lnTo>
                <a:lnTo>
                  <a:pt x="3329" y="2002"/>
                </a:lnTo>
                <a:lnTo>
                  <a:pt x="3307" y="2002"/>
                </a:lnTo>
                <a:lnTo>
                  <a:pt x="3261" y="2004"/>
                </a:lnTo>
                <a:lnTo>
                  <a:pt x="3217" y="2012"/>
                </a:lnTo>
                <a:lnTo>
                  <a:pt x="3175" y="2026"/>
                </a:lnTo>
                <a:lnTo>
                  <a:pt x="3134" y="2044"/>
                </a:lnTo>
                <a:lnTo>
                  <a:pt x="3096" y="2066"/>
                </a:lnTo>
                <a:lnTo>
                  <a:pt x="3060" y="2092"/>
                </a:lnTo>
                <a:lnTo>
                  <a:pt x="3028" y="2123"/>
                </a:lnTo>
                <a:lnTo>
                  <a:pt x="2999" y="2156"/>
                </a:lnTo>
                <a:lnTo>
                  <a:pt x="2975" y="2194"/>
                </a:lnTo>
                <a:lnTo>
                  <a:pt x="2955" y="2234"/>
                </a:lnTo>
                <a:lnTo>
                  <a:pt x="2940" y="2275"/>
                </a:lnTo>
                <a:lnTo>
                  <a:pt x="2931" y="2317"/>
                </a:lnTo>
                <a:lnTo>
                  <a:pt x="2927" y="2359"/>
                </a:lnTo>
                <a:lnTo>
                  <a:pt x="2927" y="2401"/>
                </a:lnTo>
                <a:lnTo>
                  <a:pt x="2931" y="2443"/>
                </a:lnTo>
                <a:lnTo>
                  <a:pt x="2940" y="2484"/>
                </a:lnTo>
                <a:lnTo>
                  <a:pt x="2954" y="2524"/>
                </a:lnTo>
                <a:lnTo>
                  <a:pt x="2972" y="2562"/>
                </a:lnTo>
                <a:lnTo>
                  <a:pt x="2994" y="2599"/>
                </a:lnTo>
                <a:lnTo>
                  <a:pt x="3020" y="2632"/>
                </a:lnTo>
                <a:lnTo>
                  <a:pt x="3052" y="2663"/>
                </a:lnTo>
                <a:lnTo>
                  <a:pt x="3066" y="2679"/>
                </a:lnTo>
                <a:lnTo>
                  <a:pt x="3075" y="2696"/>
                </a:lnTo>
                <a:lnTo>
                  <a:pt x="3081" y="2716"/>
                </a:lnTo>
                <a:lnTo>
                  <a:pt x="3082" y="2736"/>
                </a:lnTo>
                <a:lnTo>
                  <a:pt x="3080" y="2756"/>
                </a:lnTo>
                <a:lnTo>
                  <a:pt x="3073" y="2776"/>
                </a:lnTo>
                <a:lnTo>
                  <a:pt x="3061" y="2794"/>
                </a:lnTo>
                <a:lnTo>
                  <a:pt x="2998" y="2868"/>
                </a:lnTo>
                <a:lnTo>
                  <a:pt x="2931" y="2939"/>
                </a:lnTo>
                <a:lnTo>
                  <a:pt x="2858" y="3005"/>
                </a:lnTo>
                <a:lnTo>
                  <a:pt x="2784" y="3068"/>
                </a:lnTo>
                <a:lnTo>
                  <a:pt x="2766" y="3079"/>
                </a:lnTo>
                <a:lnTo>
                  <a:pt x="2747" y="3086"/>
                </a:lnTo>
                <a:lnTo>
                  <a:pt x="2727" y="3088"/>
                </a:lnTo>
                <a:lnTo>
                  <a:pt x="2707" y="3087"/>
                </a:lnTo>
                <a:lnTo>
                  <a:pt x="2687" y="3081"/>
                </a:lnTo>
                <a:lnTo>
                  <a:pt x="2670" y="3072"/>
                </a:lnTo>
                <a:lnTo>
                  <a:pt x="2653" y="3058"/>
                </a:lnTo>
                <a:lnTo>
                  <a:pt x="2624" y="3028"/>
                </a:lnTo>
                <a:lnTo>
                  <a:pt x="2591" y="3003"/>
                </a:lnTo>
                <a:lnTo>
                  <a:pt x="2554" y="2982"/>
                </a:lnTo>
                <a:lnTo>
                  <a:pt x="2516" y="2964"/>
                </a:lnTo>
                <a:lnTo>
                  <a:pt x="2476" y="2951"/>
                </a:lnTo>
                <a:lnTo>
                  <a:pt x="2434" y="2941"/>
                </a:lnTo>
                <a:lnTo>
                  <a:pt x="2392" y="2936"/>
                </a:lnTo>
                <a:lnTo>
                  <a:pt x="2350" y="2935"/>
                </a:lnTo>
                <a:lnTo>
                  <a:pt x="2308" y="2939"/>
                </a:lnTo>
                <a:lnTo>
                  <a:pt x="2267" y="2948"/>
                </a:lnTo>
                <a:lnTo>
                  <a:pt x="2228" y="2961"/>
                </a:lnTo>
                <a:lnTo>
                  <a:pt x="2185" y="2981"/>
                </a:lnTo>
                <a:lnTo>
                  <a:pt x="2146" y="3006"/>
                </a:lnTo>
                <a:lnTo>
                  <a:pt x="2111" y="3036"/>
                </a:lnTo>
                <a:lnTo>
                  <a:pt x="2079" y="3069"/>
                </a:lnTo>
                <a:lnTo>
                  <a:pt x="2052" y="3106"/>
                </a:lnTo>
                <a:lnTo>
                  <a:pt x="2030" y="3146"/>
                </a:lnTo>
                <a:lnTo>
                  <a:pt x="2012" y="3189"/>
                </a:lnTo>
                <a:lnTo>
                  <a:pt x="2001" y="3233"/>
                </a:lnTo>
                <a:lnTo>
                  <a:pt x="1993" y="3280"/>
                </a:lnTo>
                <a:lnTo>
                  <a:pt x="1992" y="3327"/>
                </a:lnTo>
                <a:lnTo>
                  <a:pt x="1990" y="3351"/>
                </a:lnTo>
                <a:lnTo>
                  <a:pt x="1982" y="3373"/>
                </a:lnTo>
                <a:lnTo>
                  <a:pt x="1969" y="3393"/>
                </a:lnTo>
                <a:lnTo>
                  <a:pt x="1951" y="3409"/>
                </a:lnTo>
                <a:lnTo>
                  <a:pt x="1931" y="3419"/>
                </a:lnTo>
                <a:lnTo>
                  <a:pt x="1907" y="3426"/>
                </a:lnTo>
                <a:lnTo>
                  <a:pt x="1812" y="3433"/>
                </a:lnTo>
                <a:lnTo>
                  <a:pt x="1717" y="3436"/>
                </a:lnTo>
                <a:lnTo>
                  <a:pt x="1619" y="3433"/>
                </a:lnTo>
                <a:lnTo>
                  <a:pt x="1520" y="3425"/>
                </a:lnTo>
                <a:lnTo>
                  <a:pt x="1499" y="3419"/>
                </a:lnTo>
                <a:lnTo>
                  <a:pt x="1481" y="3411"/>
                </a:lnTo>
                <a:lnTo>
                  <a:pt x="1465" y="3398"/>
                </a:lnTo>
                <a:lnTo>
                  <a:pt x="1451" y="3383"/>
                </a:lnTo>
                <a:lnTo>
                  <a:pt x="1442" y="3365"/>
                </a:lnTo>
                <a:lnTo>
                  <a:pt x="1436" y="3345"/>
                </a:lnTo>
                <a:lnTo>
                  <a:pt x="1435" y="3324"/>
                </a:lnTo>
                <a:lnTo>
                  <a:pt x="1435" y="3281"/>
                </a:lnTo>
                <a:lnTo>
                  <a:pt x="1430" y="3238"/>
                </a:lnTo>
                <a:lnTo>
                  <a:pt x="1421" y="3197"/>
                </a:lnTo>
                <a:lnTo>
                  <a:pt x="1407" y="3157"/>
                </a:lnTo>
                <a:lnTo>
                  <a:pt x="1389" y="3119"/>
                </a:lnTo>
                <a:lnTo>
                  <a:pt x="1366" y="3083"/>
                </a:lnTo>
                <a:lnTo>
                  <a:pt x="1341" y="3051"/>
                </a:lnTo>
                <a:lnTo>
                  <a:pt x="1311" y="3020"/>
                </a:lnTo>
                <a:lnTo>
                  <a:pt x="1278" y="2994"/>
                </a:lnTo>
                <a:lnTo>
                  <a:pt x="1242" y="2971"/>
                </a:lnTo>
                <a:lnTo>
                  <a:pt x="1203" y="2952"/>
                </a:lnTo>
                <a:lnTo>
                  <a:pt x="1163" y="2937"/>
                </a:lnTo>
                <a:lnTo>
                  <a:pt x="1122" y="2929"/>
                </a:lnTo>
                <a:lnTo>
                  <a:pt x="1080" y="2924"/>
                </a:lnTo>
                <a:lnTo>
                  <a:pt x="1037" y="2925"/>
                </a:lnTo>
                <a:lnTo>
                  <a:pt x="994" y="2931"/>
                </a:lnTo>
                <a:lnTo>
                  <a:pt x="952" y="2940"/>
                </a:lnTo>
                <a:lnTo>
                  <a:pt x="912" y="2954"/>
                </a:lnTo>
                <a:lnTo>
                  <a:pt x="873" y="2971"/>
                </a:lnTo>
                <a:lnTo>
                  <a:pt x="837" y="2993"/>
                </a:lnTo>
                <a:lnTo>
                  <a:pt x="804" y="3018"/>
                </a:lnTo>
                <a:lnTo>
                  <a:pt x="773" y="3047"/>
                </a:lnTo>
                <a:lnTo>
                  <a:pt x="758" y="3062"/>
                </a:lnTo>
                <a:lnTo>
                  <a:pt x="740" y="3072"/>
                </a:lnTo>
                <a:lnTo>
                  <a:pt x="720" y="3078"/>
                </a:lnTo>
                <a:lnTo>
                  <a:pt x="700" y="3079"/>
                </a:lnTo>
                <a:lnTo>
                  <a:pt x="680" y="3077"/>
                </a:lnTo>
                <a:lnTo>
                  <a:pt x="661" y="3069"/>
                </a:lnTo>
                <a:lnTo>
                  <a:pt x="643" y="3058"/>
                </a:lnTo>
                <a:lnTo>
                  <a:pt x="569" y="2995"/>
                </a:lnTo>
                <a:lnTo>
                  <a:pt x="499" y="2929"/>
                </a:lnTo>
                <a:lnTo>
                  <a:pt x="433" y="2857"/>
                </a:lnTo>
                <a:lnTo>
                  <a:pt x="370" y="2783"/>
                </a:lnTo>
                <a:lnTo>
                  <a:pt x="360" y="2765"/>
                </a:lnTo>
                <a:lnTo>
                  <a:pt x="353" y="2746"/>
                </a:lnTo>
                <a:lnTo>
                  <a:pt x="350" y="2726"/>
                </a:lnTo>
                <a:lnTo>
                  <a:pt x="351" y="2706"/>
                </a:lnTo>
                <a:lnTo>
                  <a:pt x="358" y="2687"/>
                </a:lnTo>
                <a:lnTo>
                  <a:pt x="367" y="2669"/>
                </a:lnTo>
                <a:lnTo>
                  <a:pt x="381" y="2653"/>
                </a:lnTo>
                <a:lnTo>
                  <a:pt x="411" y="2623"/>
                </a:lnTo>
                <a:lnTo>
                  <a:pt x="437" y="2589"/>
                </a:lnTo>
                <a:lnTo>
                  <a:pt x="459" y="2553"/>
                </a:lnTo>
                <a:lnTo>
                  <a:pt x="477" y="2516"/>
                </a:lnTo>
                <a:lnTo>
                  <a:pt x="490" y="2476"/>
                </a:lnTo>
                <a:lnTo>
                  <a:pt x="500" y="2435"/>
                </a:lnTo>
                <a:lnTo>
                  <a:pt x="504" y="2394"/>
                </a:lnTo>
                <a:lnTo>
                  <a:pt x="505" y="2352"/>
                </a:lnTo>
                <a:lnTo>
                  <a:pt x="500" y="2311"/>
                </a:lnTo>
                <a:lnTo>
                  <a:pt x="491" y="2269"/>
                </a:lnTo>
                <a:lnTo>
                  <a:pt x="477" y="2229"/>
                </a:lnTo>
                <a:lnTo>
                  <a:pt x="457" y="2187"/>
                </a:lnTo>
                <a:lnTo>
                  <a:pt x="431" y="2148"/>
                </a:lnTo>
                <a:lnTo>
                  <a:pt x="402" y="2112"/>
                </a:lnTo>
                <a:lnTo>
                  <a:pt x="369" y="2082"/>
                </a:lnTo>
                <a:lnTo>
                  <a:pt x="334" y="2054"/>
                </a:lnTo>
                <a:lnTo>
                  <a:pt x="295" y="2032"/>
                </a:lnTo>
                <a:lnTo>
                  <a:pt x="255" y="2014"/>
                </a:lnTo>
                <a:lnTo>
                  <a:pt x="212" y="2002"/>
                </a:lnTo>
                <a:lnTo>
                  <a:pt x="168" y="1995"/>
                </a:lnTo>
                <a:lnTo>
                  <a:pt x="123" y="1993"/>
                </a:lnTo>
                <a:lnTo>
                  <a:pt x="102" y="1991"/>
                </a:lnTo>
                <a:lnTo>
                  <a:pt x="80" y="1985"/>
                </a:lnTo>
                <a:lnTo>
                  <a:pt x="60" y="1975"/>
                </a:lnTo>
                <a:lnTo>
                  <a:pt x="41" y="1963"/>
                </a:lnTo>
                <a:lnTo>
                  <a:pt x="26" y="1947"/>
                </a:lnTo>
                <a:lnTo>
                  <a:pt x="16" y="1928"/>
                </a:lnTo>
                <a:lnTo>
                  <a:pt x="11" y="1908"/>
                </a:lnTo>
                <a:lnTo>
                  <a:pt x="2" y="1810"/>
                </a:lnTo>
                <a:lnTo>
                  <a:pt x="0" y="1714"/>
                </a:lnTo>
                <a:lnTo>
                  <a:pt x="0" y="1713"/>
                </a:lnTo>
                <a:lnTo>
                  <a:pt x="2" y="1615"/>
                </a:lnTo>
                <a:lnTo>
                  <a:pt x="12" y="1518"/>
                </a:lnTo>
                <a:lnTo>
                  <a:pt x="16" y="1497"/>
                </a:lnTo>
                <a:lnTo>
                  <a:pt x="24" y="1479"/>
                </a:lnTo>
                <a:lnTo>
                  <a:pt x="36" y="1464"/>
                </a:lnTo>
                <a:lnTo>
                  <a:pt x="51" y="1450"/>
                </a:lnTo>
                <a:lnTo>
                  <a:pt x="68" y="1441"/>
                </a:lnTo>
                <a:lnTo>
                  <a:pt x="88" y="1435"/>
                </a:lnTo>
                <a:lnTo>
                  <a:pt x="110" y="1433"/>
                </a:lnTo>
                <a:lnTo>
                  <a:pt x="160" y="1431"/>
                </a:lnTo>
                <a:lnTo>
                  <a:pt x="208" y="1423"/>
                </a:lnTo>
                <a:lnTo>
                  <a:pt x="255" y="1410"/>
                </a:lnTo>
                <a:lnTo>
                  <a:pt x="298" y="1392"/>
                </a:lnTo>
                <a:lnTo>
                  <a:pt x="339" y="1370"/>
                </a:lnTo>
                <a:lnTo>
                  <a:pt x="376" y="1344"/>
                </a:lnTo>
                <a:lnTo>
                  <a:pt x="409" y="1313"/>
                </a:lnTo>
                <a:lnTo>
                  <a:pt x="439" y="1280"/>
                </a:lnTo>
                <a:lnTo>
                  <a:pt x="464" y="1242"/>
                </a:lnTo>
                <a:lnTo>
                  <a:pt x="485" y="1201"/>
                </a:lnTo>
                <a:lnTo>
                  <a:pt x="499" y="1160"/>
                </a:lnTo>
                <a:lnTo>
                  <a:pt x="509" y="1119"/>
                </a:lnTo>
                <a:lnTo>
                  <a:pt x="514" y="1077"/>
                </a:lnTo>
                <a:lnTo>
                  <a:pt x="514" y="1035"/>
                </a:lnTo>
                <a:lnTo>
                  <a:pt x="509" y="993"/>
                </a:lnTo>
                <a:lnTo>
                  <a:pt x="500" y="952"/>
                </a:lnTo>
                <a:lnTo>
                  <a:pt x="486" y="912"/>
                </a:lnTo>
                <a:lnTo>
                  <a:pt x="468" y="874"/>
                </a:lnTo>
                <a:lnTo>
                  <a:pt x="446" y="837"/>
                </a:lnTo>
                <a:lnTo>
                  <a:pt x="419" y="804"/>
                </a:lnTo>
                <a:lnTo>
                  <a:pt x="388" y="772"/>
                </a:lnTo>
                <a:lnTo>
                  <a:pt x="375" y="756"/>
                </a:lnTo>
                <a:lnTo>
                  <a:pt x="365" y="739"/>
                </a:lnTo>
                <a:lnTo>
                  <a:pt x="359" y="720"/>
                </a:lnTo>
                <a:lnTo>
                  <a:pt x="358" y="700"/>
                </a:lnTo>
                <a:lnTo>
                  <a:pt x="360" y="680"/>
                </a:lnTo>
                <a:lnTo>
                  <a:pt x="367" y="660"/>
                </a:lnTo>
                <a:lnTo>
                  <a:pt x="379" y="642"/>
                </a:lnTo>
                <a:lnTo>
                  <a:pt x="442" y="567"/>
                </a:lnTo>
                <a:lnTo>
                  <a:pt x="509" y="497"/>
                </a:lnTo>
                <a:lnTo>
                  <a:pt x="581" y="431"/>
                </a:lnTo>
                <a:lnTo>
                  <a:pt x="657" y="368"/>
                </a:lnTo>
                <a:lnTo>
                  <a:pt x="675" y="356"/>
                </a:lnTo>
                <a:lnTo>
                  <a:pt x="694" y="350"/>
                </a:lnTo>
                <a:lnTo>
                  <a:pt x="714" y="347"/>
                </a:lnTo>
                <a:lnTo>
                  <a:pt x="734" y="349"/>
                </a:lnTo>
                <a:lnTo>
                  <a:pt x="752" y="355"/>
                </a:lnTo>
                <a:lnTo>
                  <a:pt x="770" y="364"/>
                </a:lnTo>
                <a:lnTo>
                  <a:pt x="786" y="378"/>
                </a:lnTo>
                <a:lnTo>
                  <a:pt x="817" y="408"/>
                </a:lnTo>
                <a:lnTo>
                  <a:pt x="849" y="433"/>
                </a:lnTo>
                <a:lnTo>
                  <a:pt x="886" y="454"/>
                </a:lnTo>
                <a:lnTo>
                  <a:pt x="924" y="472"/>
                </a:lnTo>
                <a:lnTo>
                  <a:pt x="964" y="485"/>
                </a:lnTo>
                <a:lnTo>
                  <a:pt x="1006" y="495"/>
                </a:lnTo>
                <a:lnTo>
                  <a:pt x="1048" y="500"/>
                </a:lnTo>
                <a:lnTo>
                  <a:pt x="1090" y="500"/>
                </a:lnTo>
                <a:lnTo>
                  <a:pt x="1132" y="497"/>
                </a:lnTo>
                <a:lnTo>
                  <a:pt x="1173" y="488"/>
                </a:lnTo>
                <a:lnTo>
                  <a:pt x="1212" y="475"/>
                </a:lnTo>
                <a:lnTo>
                  <a:pt x="1254" y="455"/>
                </a:lnTo>
                <a:lnTo>
                  <a:pt x="1293" y="430"/>
                </a:lnTo>
                <a:lnTo>
                  <a:pt x="1329" y="399"/>
                </a:lnTo>
                <a:lnTo>
                  <a:pt x="1361" y="367"/>
                </a:lnTo>
                <a:lnTo>
                  <a:pt x="1387" y="329"/>
                </a:lnTo>
                <a:lnTo>
                  <a:pt x="1410" y="289"/>
                </a:lnTo>
                <a:lnTo>
                  <a:pt x="1427" y="247"/>
                </a:lnTo>
                <a:lnTo>
                  <a:pt x="1440" y="203"/>
                </a:lnTo>
                <a:lnTo>
                  <a:pt x="1447" y="156"/>
                </a:lnTo>
                <a:lnTo>
                  <a:pt x="1448" y="109"/>
                </a:lnTo>
                <a:lnTo>
                  <a:pt x="1450" y="84"/>
                </a:lnTo>
                <a:lnTo>
                  <a:pt x="1459" y="62"/>
                </a:lnTo>
                <a:lnTo>
                  <a:pt x="1471" y="43"/>
                </a:lnTo>
                <a:lnTo>
                  <a:pt x="1489" y="27"/>
                </a:lnTo>
                <a:lnTo>
                  <a:pt x="1509" y="16"/>
                </a:lnTo>
                <a:lnTo>
                  <a:pt x="1533" y="10"/>
                </a:lnTo>
                <a:lnTo>
                  <a:pt x="1630" y="2"/>
                </a:lnTo>
                <a:lnTo>
                  <a:pt x="172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34" name="Freeform 27">
            <a:extLst>
              <a:ext uri="{FF2B5EF4-FFF2-40B4-BE49-F238E27FC236}">
                <a16:creationId xmlns:a16="http://schemas.microsoft.com/office/drawing/2014/main" id="{5006C566-3A1B-71D4-DB83-565BD3FE1FEB}"/>
              </a:ext>
            </a:extLst>
          </p:cNvPr>
          <p:cNvSpPr>
            <a:spLocks noEditPoints="1"/>
          </p:cNvSpPr>
          <p:nvPr/>
        </p:nvSpPr>
        <p:spPr bwMode="auto">
          <a:xfrm>
            <a:off x="5795462" y="3488916"/>
            <a:ext cx="570182" cy="701740"/>
          </a:xfrm>
          <a:custGeom>
            <a:avLst/>
            <a:gdLst>
              <a:gd name="T0" fmla="*/ 313 w 3584"/>
              <a:gd name="T1" fmla="*/ 3093 h 3573"/>
              <a:gd name="T2" fmla="*/ 1026 w 3584"/>
              <a:gd name="T3" fmla="*/ 3273 h 3573"/>
              <a:gd name="T4" fmla="*/ 1796 w 3584"/>
              <a:gd name="T5" fmla="*/ 3154 h 3573"/>
              <a:gd name="T6" fmla="*/ 2215 w 3584"/>
              <a:gd name="T7" fmla="*/ 2802 h 3573"/>
              <a:gd name="T8" fmla="*/ 2152 w 3584"/>
              <a:gd name="T9" fmla="*/ 3209 h 3573"/>
              <a:gd name="T10" fmla="*/ 1635 w 3584"/>
              <a:gd name="T11" fmla="*/ 3506 h 3573"/>
              <a:gd name="T12" fmla="*/ 851 w 3584"/>
              <a:gd name="T13" fmla="*/ 3556 h 3573"/>
              <a:gd name="T14" fmla="*/ 216 w 3584"/>
              <a:gd name="T15" fmla="*/ 3329 h 3573"/>
              <a:gd name="T16" fmla="*/ 0 w 3584"/>
              <a:gd name="T17" fmla="*/ 2829 h 3573"/>
              <a:gd name="T18" fmla="*/ 202 w 3584"/>
              <a:gd name="T19" fmla="*/ 2574 h 3573"/>
              <a:gd name="T20" fmla="*/ 845 w 3584"/>
              <a:gd name="T21" fmla="*/ 2810 h 3573"/>
              <a:gd name="T22" fmla="*/ 1647 w 3584"/>
              <a:gd name="T23" fmla="*/ 2758 h 3573"/>
              <a:gd name="T24" fmla="*/ 2165 w 3584"/>
              <a:gd name="T25" fmla="*/ 2448 h 3573"/>
              <a:gd name="T26" fmla="*/ 2208 w 3584"/>
              <a:gd name="T27" fmla="*/ 2674 h 3573"/>
              <a:gd name="T28" fmla="*/ 1782 w 3584"/>
              <a:gd name="T29" fmla="*/ 3011 h 3573"/>
              <a:gd name="T30" fmla="*/ 1028 w 3584"/>
              <a:gd name="T31" fmla="*/ 3125 h 3573"/>
              <a:gd name="T32" fmla="*/ 329 w 3584"/>
              <a:gd name="T33" fmla="*/ 2952 h 3573"/>
              <a:gd name="T34" fmla="*/ 3 w 3584"/>
              <a:gd name="T35" fmla="*/ 2580 h 3573"/>
              <a:gd name="T36" fmla="*/ 3581 w 3584"/>
              <a:gd name="T37" fmla="*/ 2431 h 3573"/>
              <a:gd name="T38" fmla="*/ 3257 w 3584"/>
              <a:gd name="T39" fmla="*/ 2803 h 3573"/>
              <a:gd name="T40" fmla="*/ 2556 w 3584"/>
              <a:gd name="T41" fmla="*/ 2975 h 3573"/>
              <a:gd name="T42" fmla="*/ 2740 w 3584"/>
              <a:gd name="T43" fmla="*/ 2662 h 3573"/>
              <a:gd name="T44" fmla="*/ 3384 w 3584"/>
              <a:gd name="T45" fmla="*/ 2424 h 3573"/>
              <a:gd name="T46" fmla="*/ 3584 w 3584"/>
              <a:gd name="T47" fmla="*/ 1786 h 3573"/>
              <a:gd name="T48" fmla="*/ 3368 w 3584"/>
              <a:gd name="T49" fmla="*/ 2286 h 3573"/>
              <a:gd name="T50" fmla="*/ 2734 w 3584"/>
              <a:gd name="T51" fmla="*/ 2513 h 3573"/>
              <a:gd name="T52" fmla="*/ 2558 w 3584"/>
              <a:gd name="T53" fmla="*/ 2230 h 3573"/>
              <a:gd name="T54" fmla="*/ 3272 w 3584"/>
              <a:gd name="T55" fmla="*/ 2050 h 3573"/>
              <a:gd name="T56" fmla="*/ 1121 w 3584"/>
              <a:gd name="T57" fmla="*/ 1488 h 3573"/>
              <a:gd name="T58" fmla="*/ 1849 w 3584"/>
              <a:gd name="T59" fmla="*/ 1632 h 3573"/>
              <a:gd name="T60" fmla="*/ 2226 w 3584"/>
              <a:gd name="T61" fmla="*/ 1987 h 3573"/>
              <a:gd name="T62" fmla="*/ 2073 w 3584"/>
              <a:gd name="T63" fmla="*/ 2398 h 3573"/>
              <a:gd name="T64" fmla="*/ 1474 w 3584"/>
              <a:gd name="T65" fmla="*/ 2649 h 3573"/>
              <a:gd name="T66" fmla="*/ 684 w 3584"/>
              <a:gd name="T67" fmla="*/ 2633 h 3573"/>
              <a:gd name="T68" fmla="*/ 125 w 3584"/>
              <a:gd name="T69" fmla="*/ 2358 h 3573"/>
              <a:gd name="T70" fmla="*/ 33 w 3584"/>
              <a:gd name="T71" fmla="*/ 1941 h 3573"/>
              <a:gd name="T72" fmla="*/ 459 w 3584"/>
              <a:gd name="T73" fmla="*/ 1603 h 3573"/>
              <a:gd name="T74" fmla="*/ 3576 w 3584"/>
              <a:gd name="T75" fmla="*/ 1265 h 3573"/>
              <a:gd name="T76" fmla="*/ 3460 w 3584"/>
              <a:gd name="T77" fmla="*/ 1762 h 3573"/>
              <a:gd name="T78" fmla="*/ 2900 w 3584"/>
              <a:gd name="T79" fmla="*/ 2037 h 3573"/>
              <a:gd name="T80" fmla="*/ 2376 w 3584"/>
              <a:gd name="T81" fmla="*/ 1975 h 3573"/>
              <a:gd name="T82" fmla="*/ 2740 w 3584"/>
              <a:gd name="T83" fmla="*/ 1768 h 3573"/>
              <a:gd name="T84" fmla="*/ 3384 w 3584"/>
              <a:gd name="T85" fmla="*/ 1531 h 3573"/>
              <a:gd name="T86" fmla="*/ 3584 w 3584"/>
              <a:gd name="T87" fmla="*/ 893 h 3573"/>
              <a:gd name="T88" fmla="*/ 3368 w 3584"/>
              <a:gd name="T89" fmla="*/ 1393 h 3573"/>
              <a:gd name="T90" fmla="*/ 2734 w 3584"/>
              <a:gd name="T91" fmla="*/ 1620 h 3573"/>
              <a:gd name="T92" fmla="*/ 1964 w 3584"/>
              <a:gd name="T93" fmla="*/ 1523 h 3573"/>
              <a:gd name="T94" fmla="*/ 1398 w 3584"/>
              <a:gd name="T95" fmla="*/ 1223 h 3573"/>
              <a:gd name="T96" fmla="*/ 1391 w 3584"/>
              <a:gd name="T97" fmla="*/ 914 h 3573"/>
              <a:gd name="T98" fmla="*/ 1861 w 3584"/>
              <a:gd name="T99" fmla="*/ 1246 h 3573"/>
              <a:gd name="T100" fmla="*/ 2651 w 3584"/>
              <a:gd name="T101" fmla="*/ 1332 h 3573"/>
              <a:gd name="T102" fmla="*/ 3331 w 3584"/>
              <a:gd name="T103" fmla="*/ 1122 h 3573"/>
              <a:gd name="T104" fmla="*/ 2465 w 3584"/>
              <a:gd name="T105" fmla="*/ 0 h 3573"/>
              <a:gd name="T106" fmla="*/ 3194 w 3584"/>
              <a:gd name="T107" fmla="*/ 143 h 3573"/>
              <a:gd name="T108" fmla="*/ 3570 w 3584"/>
              <a:gd name="T109" fmla="*/ 498 h 3573"/>
              <a:gd name="T110" fmla="*/ 3417 w 3584"/>
              <a:gd name="T111" fmla="*/ 908 h 3573"/>
              <a:gd name="T112" fmla="*/ 2819 w 3584"/>
              <a:gd name="T113" fmla="*/ 1160 h 3573"/>
              <a:gd name="T114" fmla="*/ 2029 w 3584"/>
              <a:gd name="T115" fmla="*/ 1144 h 3573"/>
              <a:gd name="T116" fmla="*/ 1469 w 3584"/>
              <a:gd name="T117" fmla="*/ 869 h 3573"/>
              <a:gd name="T118" fmla="*/ 1377 w 3584"/>
              <a:gd name="T119" fmla="*/ 452 h 3573"/>
              <a:gd name="T120" fmla="*/ 1803 w 3584"/>
              <a:gd name="T121" fmla="*/ 114 h 3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4" h="3573">
                <a:moveTo>
                  <a:pt x="10" y="2754"/>
                </a:moveTo>
                <a:lnTo>
                  <a:pt x="25" y="2802"/>
                </a:lnTo>
                <a:lnTo>
                  <a:pt x="47" y="2850"/>
                </a:lnTo>
                <a:lnTo>
                  <a:pt x="76" y="2895"/>
                </a:lnTo>
                <a:lnTo>
                  <a:pt x="112" y="2939"/>
                </a:lnTo>
                <a:lnTo>
                  <a:pt x="153" y="2981"/>
                </a:lnTo>
                <a:lnTo>
                  <a:pt x="202" y="3020"/>
                </a:lnTo>
                <a:lnTo>
                  <a:pt x="255" y="3058"/>
                </a:lnTo>
                <a:lnTo>
                  <a:pt x="313" y="3093"/>
                </a:lnTo>
                <a:lnTo>
                  <a:pt x="377" y="3125"/>
                </a:lnTo>
                <a:lnTo>
                  <a:pt x="445" y="3154"/>
                </a:lnTo>
                <a:lnTo>
                  <a:pt x="517" y="3182"/>
                </a:lnTo>
                <a:lnTo>
                  <a:pt x="593" y="3205"/>
                </a:lnTo>
                <a:lnTo>
                  <a:pt x="674" y="3226"/>
                </a:lnTo>
                <a:lnTo>
                  <a:pt x="758" y="3243"/>
                </a:lnTo>
                <a:lnTo>
                  <a:pt x="845" y="3257"/>
                </a:lnTo>
                <a:lnTo>
                  <a:pt x="934" y="3268"/>
                </a:lnTo>
                <a:lnTo>
                  <a:pt x="1026" y="3273"/>
                </a:lnTo>
                <a:lnTo>
                  <a:pt x="1121" y="3275"/>
                </a:lnTo>
                <a:lnTo>
                  <a:pt x="1215" y="3273"/>
                </a:lnTo>
                <a:lnTo>
                  <a:pt x="1306" y="3268"/>
                </a:lnTo>
                <a:lnTo>
                  <a:pt x="1397" y="3257"/>
                </a:lnTo>
                <a:lnTo>
                  <a:pt x="1483" y="3243"/>
                </a:lnTo>
                <a:lnTo>
                  <a:pt x="1567" y="3226"/>
                </a:lnTo>
                <a:lnTo>
                  <a:pt x="1647" y="3205"/>
                </a:lnTo>
                <a:lnTo>
                  <a:pt x="1723" y="3182"/>
                </a:lnTo>
                <a:lnTo>
                  <a:pt x="1796" y="3154"/>
                </a:lnTo>
                <a:lnTo>
                  <a:pt x="1863" y="3125"/>
                </a:lnTo>
                <a:lnTo>
                  <a:pt x="1927" y="3093"/>
                </a:lnTo>
                <a:lnTo>
                  <a:pt x="1986" y="3058"/>
                </a:lnTo>
                <a:lnTo>
                  <a:pt x="2039" y="3020"/>
                </a:lnTo>
                <a:lnTo>
                  <a:pt x="2087" y="2981"/>
                </a:lnTo>
                <a:lnTo>
                  <a:pt x="2128" y="2939"/>
                </a:lnTo>
                <a:lnTo>
                  <a:pt x="2165" y="2895"/>
                </a:lnTo>
                <a:lnTo>
                  <a:pt x="2193" y="2850"/>
                </a:lnTo>
                <a:lnTo>
                  <a:pt x="2215" y="2802"/>
                </a:lnTo>
                <a:lnTo>
                  <a:pt x="2231" y="2754"/>
                </a:lnTo>
                <a:lnTo>
                  <a:pt x="2237" y="2791"/>
                </a:lnTo>
                <a:lnTo>
                  <a:pt x="2241" y="2829"/>
                </a:lnTo>
                <a:lnTo>
                  <a:pt x="2241" y="2977"/>
                </a:lnTo>
                <a:lnTo>
                  <a:pt x="2237" y="3027"/>
                </a:lnTo>
                <a:lnTo>
                  <a:pt x="2226" y="3074"/>
                </a:lnTo>
                <a:lnTo>
                  <a:pt x="2208" y="3120"/>
                </a:lnTo>
                <a:lnTo>
                  <a:pt x="2183" y="3165"/>
                </a:lnTo>
                <a:lnTo>
                  <a:pt x="2152" y="3209"/>
                </a:lnTo>
                <a:lnTo>
                  <a:pt x="2116" y="3251"/>
                </a:lnTo>
                <a:lnTo>
                  <a:pt x="2073" y="3291"/>
                </a:lnTo>
                <a:lnTo>
                  <a:pt x="2024" y="3329"/>
                </a:lnTo>
                <a:lnTo>
                  <a:pt x="1970" y="3366"/>
                </a:lnTo>
                <a:lnTo>
                  <a:pt x="1913" y="3399"/>
                </a:lnTo>
                <a:lnTo>
                  <a:pt x="1849" y="3429"/>
                </a:lnTo>
                <a:lnTo>
                  <a:pt x="1782" y="3458"/>
                </a:lnTo>
                <a:lnTo>
                  <a:pt x="1710" y="3484"/>
                </a:lnTo>
                <a:lnTo>
                  <a:pt x="1635" y="3506"/>
                </a:lnTo>
                <a:lnTo>
                  <a:pt x="1557" y="3526"/>
                </a:lnTo>
                <a:lnTo>
                  <a:pt x="1474" y="3543"/>
                </a:lnTo>
                <a:lnTo>
                  <a:pt x="1390" y="3556"/>
                </a:lnTo>
                <a:lnTo>
                  <a:pt x="1302" y="3566"/>
                </a:lnTo>
                <a:lnTo>
                  <a:pt x="1212" y="3571"/>
                </a:lnTo>
                <a:lnTo>
                  <a:pt x="1121" y="3573"/>
                </a:lnTo>
                <a:lnTo>
                  <a:pt x="1028" y="3571"/>
                </a:lnTo>
                <a:lnTo>
                  <a:pt x="939" y="3566"/>
                </a:lnTo>
                <a:lnTo>
                  <a:pt x="851" y="3556"/>
                </a:lnTo>
                <a:lnTo>
                  <a:pt x="767" y="3543"/>
                </a:lnTo>
                <a:lnTo>
                  <a:pt x="684" y="3526"/>
                </a:lnTo>
                <a:lnTo>
                  <a:pt x="606" y="3506"/>
                </a:lnTo>
                <a:lnTo>
                  <a:pt x="531" y="3484"/>
                </a:lnTo>
                <a:lnTo>
                  <a:pt x="459" y="3458"/>
                </a:lnTo>
                <a:lnTo>
                  <a:pt x="392" y="3429"/>
                </a:lnTo>
                <a:lnTo>
                  <a:pt x="329" y="3399"/>
                </a:lnTo>
                <a:lnTo>
                  <a:pt x="270" y="3366"/>
                </a:lnTo>
                <a:lnTo>
                  <a:pt x="216" y="3329"/>
                </a:lnTo>
                <a:lnTo>
                  <a:pt x="168" y="3291"/>
                </a:lnTo>
                <a:lnTo>
                  <a:pt x="125" y="3251"/>
                </a:lnTo>
                <a:lnTo>
                  <a:pt x="88" y="3209"/>
                </a:lnTo>
                <a:lnTo>
                  <a:pt x="57" y="3165"/>
                </a:lnTo>
                <a:lnTo>
                  <a:pt x="33" y="3120"/>
                </a:lnTo>
                <a:lnTo>
                  <a:pt x="14" y="3074"/>
                </a:lnTo>
                <a:lnTo>
                  <a:pt x="3" y="3027"/>
                </a:lnTo>
                <a:lnTo>
                  <a:pt x="0" y="2977"/>
                </a:lnTo>
                <a:lnTo>
                  <a:pt x="0" y="2829"/>
                </a:lnTo>
                <a:lnTo>
                  <a:pt x="3" y="2791"/>
                </a:lnTo>
                <a:lnTo>
                  <a:pt x="10" y="2754"/>
                </a:lnTo>
                <a:close/>
                <a:moveTo>
                  <a:pt x="10" y="2307"/>
                </a:moveTo>
                <a:lnTo>
                  <a:pt x="25" y="2356"/>
                </a:lnTo>
                <a:lnTo>
                  <a:pt x="47" y="2403"/>
                </a:lnTo>
                <a:lnTo>
                  <a:pt x="76" y="2448"/>
                </a:lnTo>
                <a:lnTo>
                  <a:pt x="112" y="2492"/>
                </a:lnTo>
                <a:lnTo>
                  <a:pt x="153" y="2533"/>
                </a:lnTo>
                <a:lnTo>
                  <a:pt x="202" y="2574"/>
                </a:lnTo>
                <a:lnTo>
                  <a:pt x="255" y="2611"/>
                </a:lnTo>
                <a:lnTo>
                  <a:pt x="313" y="2646"/>
                </a:lnTo>
                <a:lnTo>
                  <a:pt x="377" y="2678"/>
                </a:lnTo>
                <a:lnTo>
                  <a:pt x="445" y="2708"/>
                </a:lnTo>
                <a:lnTo>
                  <a:pt x="517" y="2735"/>
                </a:lnTo>
                <a:lnTo>
                  <a:pt x="593" y="2758"/>
                </a:lnTo>
                <a:lnTo>
                  <a:pt x="674" y="2779"/>
                </a:lnTo>
                <a:lnTo>
                  <a:pt x="758" y="2797"/>
                </a:lnTo>
                <a:lnTo>
                  <a:pt x="845" y="2810"/>
                </a:lnTo>
                <a:lnTo>
                  <a:pt x="934" y="2820"/>
                </a:lnTo>
                <a:lnTo>
                  <a:pt x="1026" y="2827"/>
                </a:lnTo>
                <a:lnTo>
                  <a:pt x="1121" y="2829"/>
                </a:lnTo>
                <a:lnTo>
                  <a:pt x="1215" y="2827"/>
                </a:lnTo>
                <a:lnTo>
                  <a:pt x="1306" y="2820"/>
                </a:lnTo>
                <a:lnTo>
                  <a:pt x="1397" y="2810"/>
                </a:lnTo>
                <a:lnTo>
                  <a:pt x="1483" y="2797"/>
                </a:lnTo>
                <a:lnTo>
                  <a:pt x="1567" y="2779"/>
                </a:lnTo>
                <a:lnTo>
                  <a:pt x="1647" y="2758"/>
                </a:lnTo>
                <a:lnTo>
                  <a:pt x="1723" y="2735"/>
                </a:lnTo>
                <a:lnTo>
                  <a:pt x="1796" y="2708"/>
                </a:lnTo>
                <a:lnTo>
                  <a:pt x="1863" y="2678"/>
                </a:lnTo>
                <a:lnTo>
                  <a:pt x="1927" y="2646"/>
                </a:lnTo>
                <a:lnTo>
                  <a:pt x="1986" y="2611"/>
                </a:lnTo>
                <a:lnTo>
                  <a:pt x="2039" y="2574"/>
                </a:lnTo>
                <a:lnTo>
                  <a:pt x="2087" y="2533"/>
                </a:lnTo>
                <a:lnTo>
                  <a:pt x="2128" y="2492"/>
                </a:lnTo>
                <a:lnTo>
                  <a:pt x="2165" y="2448"/>
                </a:lnTo>
                <a:lnTo>
                  <a:pt x="2193" y="2403"/>
                </a:lnTo>
                <a:lnTo>
                  <a:pt x="2215" y="2356"/>
                </a:lnTo>
                <a:lnTo>
                  <a:pt x="2231" y="2307"/>
                </a:lnTo>
                <a:lnTo>
                  <a:pt x="2237" y="2345"/>
                </a:lnTo>
                <a:lnTo>
                  <a:pt x="2241" y="2382"/>
                </a:lnTo>
                <a:lnTo>
                  <a:pt x="2241" y="2531"/>
                </a:lnTo>
                <a:lnTo>
                  <a:pt x="2237" y="2580"/>
                </a:lnTo>
                <a:lnTo>
                  <a:pt x="2226" y="2627"/>
                </a:lnTo>
                <a:lnTo>
                  <a:pt x="2208" y="2674"/>
                </a:lnTo>
                <a:lnTo>
                  <a:pt x="2183" y="2719"/>
                </a:lnTo>
                <a:lnTo>
                  <a:pt x="2152" y="2763"/>
                </a:lnTo>
                <a:lnTo>
                  <a:pt x="2116" y="2805"/>
                </a:lnTo>
                <a:lnTo>
                  <a:pt x="2073" y="2844"/>
                </a:lnTo>
                <a:lnTo>
                  <a:pt x="2024" y="2883"/>
                </a:lnTo>
                <a:lnTo>
                  <a:pt x="1970" y="2918"/>
                </a:lnTo>
                <a:lnTo>
                  <a:pt x="1913" y="2952"/>
                </a:lnTo>
                <a:lnTo>
                  <a:pt x="1849" y="2983"/>
                </a:lnTo>
                <a:lnTo>
                  <a:pt x="1782" y="3011"/>
                </a:lnTo>
                <a:lnTo>
                  <a:pt x="1710" y="3037"/>
                </a:lnTo>
                <a:lnTo>
                  <a:pt x="1635" y="3060"/>
                </a:lnTo>
                <a:lnTo>
                  <a:pt x="1557" y="3080"/>
                </a:lnTo>
                <a:lnTo>
                  <a:pt x="1474" y="3096"/>
                </a:lnTo>
                <a:lnTo>
                  <a:pt x="1390" y="3109"/>
                </a:lnTo>
                <a:lnTo>
                  <a:pt x="1302" y="3118"/>
                </a:lnTo>
                <a:lnTo>
                  <a:pt x="1212" y="3125"/>
                </a:lnTo>
                <a:lnTo>
                  <a:pt x="1121" y="3127"/>
                </a:lnTo>
                <a:lnTo>
                  <a:pt x="1028" y="3125"/>
                </a:lnTo>
                <a:lnTo>
                  <a:pt x="939" y="3118"/>
                </a:lnTo>
                <a:lnTo>
                  <a:pt x="851" y="3109"/>
                </a:lnTo>
                <a:lnTo>
                  <a:pt x="767" y="3096"/>
                </a:lnTo>
                <a:lnTo>
                  <a:pt x="684" y="3080"/>
                </a:lnTo>
                <a:lnTo>
                  <a:pt x="606" y="3060"/>
                </a:lnTo>
                <a:lnTo>
                  <a:pt x="531" y="3037"/>
                </a:lnTo>
                <a:lnTo>
                  <a:pt x="459" y="3011"/>
                </a:lnTo>
                <a:lnTo>
                  <a:pt x="392" y="2983"/>
                </a:lnTo>
                <a:lnTo>
                  <a:pt x="329" y="2952"/>
                </a:lnTo>
                <a:lnTo>
                  <a:pt x="270" y="2918"/>
                </a:lnTo>
                <a:lnTo>
                  <a:pt x="216" y="2883"/>
                </a:lnTo>
                <a:lnTo>
                  <a:pt x="168" y="2844"/>
                </a:lnTo>
                <a:lnTo>
                  <a:pt x="125" y="2805"/>
                </a:lnTo>
                <a:lnTo>
                  <a:pt x="88" y="2763"/>
                </a:lnTo>
                <a:lnTo>
                  <a:pt x="57" y="2719"/>
                </a:lnTo>
                <a:lnTo>
                  <a:pt x="33" y="2674"/>
                </a:lnTo>
                <a:lnTo>
                  <a:pt x="14" y="2627"/>
                </a:lnTo>
                <a:lnTo>
                  <a:pt x="3" y="2580"/>
                </a:lnTo>
                <a:lnTo>
                  <a:pt x="0" y="2531"/>
                </a:lnTo>
                <a:lnTo>
                  <a:pt x="0" y="2382"/>
                </a:lnTo>
                <a:lnTo>
                  <a:pt x="3" y="2345"/>
                </a:lnTo>
                <a:lnTo>
                  <a:pt x="10" y="2307"/>
                </a:lnTo>
                <a:close/>
                <a:moveTo>
                  <a:pt x="3576" y="2159"/>
                </a:moveTo>
                <a:lnTo>
                  <a:pt x="3582" y="2195"/>
                </a:lnTo>
                <a:lnTo>
                  <a:pt x="3584" y="2233"/>
                </a:lnTo>
                <a:lnTo>
                  <a:pt x="3584" y="2382"/>
                </a:lnTo>
                <a:lnTo>
                  <a:pt x="3581" y="2431"/>
                </a:lnTo>
                <a:lnTo>
                  <a:pt x="3570" y="2478"/>
                </a:lnTo>
                <a:lnTo>
                  <a:pt x="3552" y="2525"/>
                </a:lnTo>
                <a:lnTo>
                  <a:pt x="3528" y="2570"/>
                </a:lnTo>
                <a:lnTo>
                  <a:pt x="3497" y="2613"/>
                </a:lnTo>
                <a:lnTo>
                  <a:pt x="3460" y="2655"/>
                </a:lnTo>
                <a:lnTo>
                  <a:pt x="3417" y="2696"/>
                </a:lnTo>
                <a:lnTo>
                  <a:pt x="3368" y="2733"/>
                </a:lnTo>
                <a:lnTo>
                  <a:pt x="3315" y="2769"/>
                </a:lnTo>
                <a:lnTo>
                  <a:pt x="3257" y="2803"/>
                </a:lnTo>
                <a:lnTo>
                  <a:pt x="3194" y="2834"/>
                </a:lnTo>
                <a:lnTo>
                  <a:pt x="3127" y="2863"/>
                </a:lnTo>
                <a:lnTo>
                  <a:pt x="3055" y="2888"/>
                </a:lnTo>
                <a:lnTo>
                  <a:pt x="2980" y="2911"/>
                </a:lnTo>
                <a:lnTo>
                  <a:pt x="2900" y="2931"/>
                </a:lnTo>
                <a:lnTo>
                  <a:pt x="2819" y="2948"/>
                </a:lnTo>
                <a:lnTo>
                  <a:pt x="2734" y="2961"/>
                </a:lnTo>
                <a:lnTo>
                  <a:pt x="2647" y="2970"/>
                </a:lnTo>
                <a:lnTo>
                  <a:pt x="2556" y="2975"/>
                </a:lnTo>
                <a:lnTo>
                  <a:pt x="2465" y="2977"/>
                </a:lnTo>
                <a:lnTo>
                  <a:pt x="2427" y="2977"/>
                </a:lnTo>
                <a:lnTo>
                  <a:pt x="2390" y="2975"/>
                </a:lnTo>
                <a:lnTo>
                  <a:pt x="2390" y="2678"/>
                </a:lnTo>
                <a:lnTo>
                  <a:pt x="2427" y="2679"/>
                </a:lnTo>
                <a:lnTo>
                  <a:pt x="2465" y="2679"/>
                </a:lnTo>
                <a:lnTo>
                  <a:pt x="2558" y="2678"/>
                </a:lnTo>
                <a:lnTo>
                  <a:pt x="2651" y="2671"/>
                </a:lnTo>
                <a:lnTo>
                  <a:pt x="2740" y="2662"/>
                </a:lnTo>
                <a:lnTo>
                  <a:pt x="2828" y="2647"/>
                </a:lnTo>
                <a:lnTo>
                  <a:pt x="2910" y="2631"/>
                </a:lnTo>
                <a:lnTo>
                  <a:pt x="2991" y="2610"/>
                </a:lnTo>
                <a:lnTo>
                  <a:pt x="3067" y="2586"/>
                </a:lnTo>
                <a:lnTo>
                  <a:pt x="3140" y="2559"/>
                </a:lnTo>
                <a:lnTo>
                  <a:pt x="3208" y="2530"/>
                </a:lnTo>
                <a:lnTo>
                  <a:pt x="3272" y="2497"/>
                </a:lnTo>
                <a:lnTo>
                  <a:pt x="3331" y="2461"/>
                </a:lnTo>
                <a:lnTo>
                  <a:pt x="3384" y="2424"/>
                </a:lnTo>
                <a:lnTo>
                  <a:pt x="3431" y="2384"/>
                </a:lnTo>
                <a:lnTo>
                  <a:pt x="3473" y="2343"/>
                </a:lnTo>
                <a:lnTo>
                  <a:pt x="3508" y="2299"/>
                </a:lnTo>
                <a:lnTo>
                  <a:pt x="3538" y="2253"/>
                </a:lnTo>
                <a:lnTo>
                  <a:pt x="3560" y="2207"/>
                </a:lnTo>
                <a:lnTo>
                  <a:pt x="3576" y="2159"/>
                </a:lnTo>
                <a:close/>
                <a:moveTo>
                  <a:pt x="3576" y="1711"/>
                </a:moveTo>
                <a:lnTo>
                  <a:pt x="3582" y="1749"/>
                </a:lnTo>
                <a:lnTo>
                  <a:pt x="3584" y="1786"/>
                </a:lnTo>
                <a:lnTo>
                  <a:pt x="3584" y="1934"/>
                </a:lnTo>
                <a:lnTo>
                  <a:pt x="3581" y="1984"/>
                </a:lnTo>
                <a:lnTo>
                  <a:pt x="3570" y="2031"/>
                </a:lnTo>
                <a:lnTo>
                  <a:pt x="3552" y="2079"/>
                </a:lnTo>
                <a:lnTo>
                  <a:pt x="3528" y="2124"/>
                </a:lnTo>
                <a:lnTo>
                  <a:pt x="3497" y="2167"/>
                </a:lnTo>
                <a:lnTo>
                  <a:pt x="3460" y="2208"/>
                </a:lnTo>
                <a:lnTo>
                  <a:pt x="3417" y="2249"/>
                </a:lnTo>
                <a:lnTo>
                  <a:pt x="3368" y="2286"/>
                </a:lnTo>
                <a:lnTo>
                  <a:pt x="3315" y="2323"/>
                </a:lnTo>
                <a:lnTo>
                  <a:pt x="3257" y="2356"/>
                </a:lnTo>
                <a:lnTo>
                  <a:pt x="3194" y="2388"/>
                </a:lnTo>
                <a:lnTo>
                  <a:pt x="3127" y="2416"/>
                </a:lnTo>
                <a:lnTo>
                  <a:pt x="3055" y="2442"/>
                </a:lnTo>
                <a:lnTo>
                  <a:pt x="2980" y="2465"/>
                </a:lnTo>
                <a:lnTo>
                  <a:pt x="2900" y="2483"/>
                </a:lnTo>
                <a:lnTo>
                  <a:pt x="2819" y="2500"/>
                </a:lnTo>
                <a:lnTo>
                  <a:pt x="2734" y="2513"/>
                </a:lnTo>
                <a:lnTo>
                  <a:pt x="2647" y="2523"/>
                </a:lnTo>
                <a:lnTo>
                  <a:pt x="2556" y="2528"/>
                </a:lnTo>
                <a:lnTo>
                  <a:pt x="2465" y="2531"/>
                </a:lnTo>
                <a:lnTo>
                  <a:pt x="2427" y="2530"/>
                </a:lnTo>
                <a:lnTo>
                  <a:pt x="2390" y="2528"/>
                </a:lnTo>
                <a:lnTo>
                  <a:pt x="2390" y="2231"/>
                </a:lnTo>
                <a:lnTo>
                  <a:pt x="2427" y="2233"/>
                </a:lnTo>
                <a:lnTo>
                  <a:pt x="2465" y="2233"/>
                </a:lnTo>
                <a:lnTo>
                  <a:pt x="2558" y="2230"/>
                </a:lnTo>
                <a:lnTo>
                  <a:pt x="2651" y="2225"/>
                </a:lnTo>
                <a:lnTo>
                  <a:pt x="2740" y="2215"/>
                </a:lnTo>
                <a:lnTo>
                  <a:pt x="2828" y="2201"/>
                </a:lnTo>
                <a:lnTo>
                  <a:pt x="2910" y="2184"/>
                </a:lnTo>
                <a:lnTo>
                  <a:pt x="2991" y="2163"/>
                </a:lnTo>
                <a:lnTo>
                  <a:pt x="3067" y="2139"/>
                </a:lnTo>
                <a:lnTo>
                  <a:pt x="3140" y="2113"/>
                </a:lnTo>
                <a:lnTo>
                  <a:pt x="3208" y="2083"/>
                </a:lnTo>
                <a:lnTo>
                  <a:pt x="3272" y="2050"/>
                </a:lnTo>
                <a:lnTo>
                  <a:pt x="3331" y="2015"/>
                </a:lnTo>
                <a:lnTo>
                  <a:pt x="3384" y="1977"/>
                </a:lnTo>
                <a:lnTo>
                  <a:pt x="3431" y="1938"/>
                </a:lnTo>
                <a:lnTo>
                  <a:pt x="3473" y="1896"/>
                </a:lnTo>
                <a:lnTo>
                  <a:pt x="3508" y="1852"/>
                </a:lnTo>
                <a:lnTo>
                  <a:pt x="3538" y="1807"/>
                </a:lnTo>
                <a:lnTo>
                  <a:pt x="3560" y="1760"/>
                </a:lnTo>
                <a:lnTo>
                  <a:pt x="3576" y="1711"/>
                </a:lnTo>
                <a:close/>
                <a:moveTo>
                  <a:pt x="1121" y="1488"/>
                </a:moveTo>
                <a:lnTo>
                  <a:pt x="1212" y="1490"/>
                </a:lnTo>
                <a:lnTo>
                  <a:pt x="1302" y="1496"/>
                </a:lnTo>
                <a:lnTo>
                  <a:pt x="1390" y="1505"/>
                </a:lnTo>
                <a:lnTo>
                  <a:pt x="1474" y="1519"/>
                </a:lnTo>
                <a:lnTo>
                  <a:pt x="1557" y="1535"/>
                </a:lnTo>
                <a:lnTo>
                  <a:pt x="1635" y="1555"/>
                </a:lnTo>
                <a:lnTo>
                  <a:pt x="1710" y="1577"/>
                </a:lnTo>
                <a:lnTo>
                  <a:pt x="1782" y="1603"/>
                </a:lnTo>
                <a:lnTo>
                  <a:pt x="1849" y="1632"/>
                </a:lnTo>
                <a:lnTo>
                  <a:pt x="1913" y="1663"/>
                </a:lnTo>
                <a:lnTo>
                  <a:pt x="1970" y="1696"/>
                </a:lnTo>
                <a:lnTo>
                  <a:pt x="2024" y="1732"/>
                </a:lnTo>
                <a:lnTo>
                  <a:pt x="2073" y="1771"/>
                </a:lnTo>
                <a:lnTo>
                  <a:pt x="2116" y="1810"/>
                </a:lnTo>
                <a:lnTo>
                  <a:pt x="2152" y="1852"/>
                </a:lnTo>
                <a:lnTo>
                  <a:pt x="2183" y="1896"/>
                </a:lnTo>
                <a:lnTo>
                  <a:pt x="2208" y="1941"/>
                </a:lnTo>
                <a:lnTo>
                  <a:pt x="2226" y="1987"/>
                </a:lnTo>
                <a:lnTo>
                  <a:pt x="2237" y="2035"/>
                </a:lnTo>
                <a:lnTo>
                  <a:pt x="2241" y="2084"/>
                </a:lnTo>
                <a:lnTo>
                  <a:pt x="2237" y="2132"/>
                </a:lnTo>
                <a:lnTo>
                  <a:pt x="2226" y="2181"/>
                </a:lnTo>
                <a:lnTo>
                  <a:pt x="2208" y="2227"/>
                </a:lnTo>
                <a:lnTo>
                  <a:pt x="2183" y="2272"/>
                </a:lnTo>
                <a:lnTo>
                  <a:pt x="2152" y="2316"/>
                </a:lnTo>
                <a:lnTo>
                  <a:pt x="2116" y="2358"/>
                </a:lnTo>
                <a:lnTo>
                  <a:pt x="2073" y="2398"/>
                </a:lnTo>
                <a:lnTo>
                  <a:pt x="2024" y="2436"/>
                </a:lnTo>
                <a:lnTo>
                  <a:pt x="1970" y="2471"/>
                </a:lnTo>
                <a:lnTo>
                  <a:pt x="1913" y="2505"/>
                </a:lnTo>
                <a:lnTo>
                  <a:pt x="1849" y="2536"/>
                </a:lnTo>
                <a:lnTo>
                  <a:pt x="1782" y="2565"/>
                </a:lnTo>
                <a:lnTo>
                  <a:pt x="1710" y="2590"/>
                </a:lnTo>
                <a:lnTo>
                  <a:pt x="1635" y="2613"/>
                </a:lnTo>
                <a:lnTo>
                  <a:pt x="1557" y="2633"/>
                </a:lnTo>
                <a:lnTo>
                  <a:pt x="1474" y="2649"/>
                </a:lnTo>
                <a:lnTo>
                  <a:pt x="1390" y="2663"/>
                </a:lnTo>
                <a:lnTo>
                  <a:pt x="1302" y="2671"/>
                </a:lnTo>
                <a:lnTo>
                  <a:pt x="1212" y="2678"/>
                </a:lnTo>
                <a:lnTo>
                  <a:pt x="1121" y="2679"/>
                </a:lnTo>
                <a:lnTo>
                  <a:pt x="1028" y="2678"/>
                </a:lnTo>
                <a:lnTo>
                  <a:pt x="939" y="2671"/>
                </a:lnTo>
                <a:lnTo>
                  <a:pt x="851" y="2663"/>
                </a:lnTo>
                <a:lnTo>
                  <a:pt x="767" y="2649"/>
                </a:lnTo>
                <a:lnTo>
                  <a:pt x="684" y="2633"/>
                </a:lnTo>
                <a:lnTo>
                  <a:pt x="606" y="2613"/>
                </a:lnTo>
                <a:lnTo>
                  <a:pt x="531" y="2590"/>
                </a:lnTo>
                <a:lnTo>
                  <a:pt x="459" y="2565"/>
                </a:lnTo>
                <a:lnTo>
                  <a:pt x="392" y="2536"/>
                </a:lnTo>
                <a:lnTo>
                  <a:pt x="329" y="2505"/>
                </a:lnTo>
                <a:lnTo>
                  <a:pt x="270" y="2471"/>
                </a:lnTo>
                <a:lnTo>
                  <a:pt x="216" y="2436"/>
                </a:lnTo>
                <a:lnTo>
                  <a:pt x="168" y="2398"/>
                </a:lnTo>
                <a:lnTo>
                  <a:pt x="125" y="2358"/>
                </a:lnTo>
                <a:lnTo>
                  <a:pt x="88" y="2316"/>
                </a:lnTo>
                <a:lnTo>
                  <a:pt x="57" y="2272"/>
                </a:lnTo>
                <a:lnTo>
                  <a:pt x="33" y="2227"/>
                </a:lnTo>
                <a:lnTo>
                  <a:pt x="14" y="2181"/>
                </a:lnTo>
                <a:lnTo>
                  <a:pt x="3" y="2132"/>
                </a:lnTo>
                <a:lnTo>
                  <a:pt x="0" y="2084"/>
                </a:lnTo>
                <a:lnTo>
                  <a:pt x="3" y="2035"/>
                </a:lnTo>
                <a:lnTo>
                  <a:pt x="14" y="1987"/>
                </a:lnTo>
                <a:lnTo>
                  <a:pt x="33" y="1941"/>
                </a:lnTo>
                <a:lnTo>
                  <a:pt x="57" y="1896"/>
                </a:lnTo>
                <a:lnTo>
                  <a:pt x="88" y="1852"/>
                </a:lnTo>
                <a:lnTo>
                  <a:pt x="125" y="1810"/>
                </a:lnTo>
                <a:lnTo>
                  <a:pt x="168" y="1771"/>
                </a:lnTo>
                <a:lnTo>
                  <a:pt x="216" y="1732"/>
                </a:lnTo>
                <a:lnTo>
                  <a:pt x="270" y="1696"/>
                </a:lnTo>
                <a:lnTo>
                  <a:pt x="329" y="1663"/>
                </a:lnTo>
                <a:lnTo>
                  <a:pt x="392" y="1632"/>
                </a:lnTo>
                <a:lnTo>
                  <a:pt x="459" y="1603"/>
                </a:lnTo>
                <a:lnTo>
                  <a:pt x="531" y="1577"/>
                </a:lnTo>
                <a:lnTo>
                  <a:pt x="606" y="1555"/>
                </a:lnTo>
                <a:lnTo>
                  <a:pt x="684" y="1535"/>
                </a:lnTo>
                <a:lnTo>
                  <a:pt x="767" y="1519"/>
                </a:lnTo>
                <a:lnTo>
                  <a:pt x="851" y="1505"/>
                </a:lnTo>
                <a:lnTo>
                  <a:pt x="939" y="1496"/>
                </a:lnTo>
                <a:lnTo>
                  <a:pt x="1028" y="1490"/>
                </a:lnTo>
                <a:lnTo>
                  <a:pt x="1121" y="1488"/>
                </a:lnTo>
                <a:close/>
                <a:moveTo>
                  <a:pt x="3576" y="1265"/>
                </a:moveTo>
                <a:lnTo>
                  <a:pt x="3582" y="1302"/>
                </a:lnTo>
                <a:lnTo>
                  <a:pt x="3584" y="1339"/>
                </a:lnTo>
                <a:lnTo>
                  <a:pt x="3584" y="1488"/>
                </a:lnTo>
                <a:lnTo>
                  <a:pt x="3581" y="1537"/>
                </a:lnTo>
                <a:lnTo>
                  <a:pt x="3570" y="1585"/>
                </a:lnTo>
                <a:lnTo>
                  <a:pt x="3552" y="1632"/>
                </a:lnTo>
                <a:lnTo>
                  <a:pt x="3528" y="1677"/>
                </a:lnTo>
                <a:lnTo>
                  <a:pt x="3497" y="1720"/>
                </a:lnTo>
                <a:lnTo>
                  <a:pt x="3460" y="1762"/>
                </a:lnTo>
                <a:lnTo>
                  <a:pt x="3417" y="1802"/>
                </a:lnTo>
                <a:lnTo>
                  <a:pt x="3368" y="1840"/>
                </a:lnTo>
                <a:lnTo>
                  <a:pt x="3315" y="1876"/>
                </a:lnTo>
                <a:lnTo>
                  <a:pt x="3257" y="1909"/>
                </a:lnTo>
                <a:lnTo>
                  <a:pt x="3194" y="1941"/>
                </a:lnTo>
                <a:lnTo>
                  <a:pt x="3127" y="1970"/>
                </a:lnTo>
                <a:lnTo>
                  <a:pt x="3055" y="1995"/>
                </a:lnTo>
                <a:lnTo>
                  <a:pt x="2980" y="2018"/>
                </a:lnTo>
                <a:lnTo>
                  <a:pt x="2900" y="2037"/>
                </a:lnTo>
                <a:lnTo>
                  <a:pt x="2819" y="2053"/>
                </a:lnTo>
                <a:lnTo>
                  <a:pt x="2734" y="2066"/>
                </a:lnTo>
                <a:lnTo>
                  <a:pt x="2647" y="2076"/>
                </a:lnTo>
                <a:lnTo>
                  <a:pt x="2556" y="2082"/>
                </a:lnTo>
                <a:lnTo>
                  <a:pt x="2465" y="2084"/>
                </a:lnTo>
                <a:lnTo>
                  <a:pt x="2427" y="2083"/>
                </a:lnTo>
                <a:lnTo>
                  <a:pt x="2390" y="2082"/>
                </a:lnTo>
                <a:lnTo>
                  <a:pt x="2386" y="2028"/>
                </a:lnTo>
                <a:lnTo>
                  <a:pt x="2376" y="1975"/>
                </a:lnTo>
                <a:lnTo>
                  <a:pt x="2361" y="1923"/>
                </a:lnTo>
                <a:lnTo>
                  <a:pt x="2340" y="1873"/>
                </a:lnTo>
                <a:lnTo>
                  <a:pt x="2312" y="1824"/>
                </a:lnTo>
                <a:lnTo>
                  <a:pt x="2280" y="1777"/>
                </a:lnTo>
                <a:lnTo>
                  <a:pt x="2372" y="1784"/>
                </a:lnTo>
                <a:lnTo>
                  <a:pt x="2465" y="1786"/>
                </a:lnTo>
                <a:lnTo>
                  <a:pt x="2558" y="1784"/>
                </a:lnTo>
                <a:lnTo>
                  <a:pt x="2651" y="1778"/>
                </a:lnTo>
                <a:lnTo>
                  <a:pt x="2740" y="1768"/>
                </a:lnTo>
                <a:lnTo>
                  <a:pt x="2828" y="1754"/>
                </a:lnTo>
                <a:lnTo>
                  <a:pt x="2910" y="1736"/>
                </a:lnTo>
                <a:lnTo>
                  <a:pt x="2991" y="1717"/>
                </a:lnTo>
                <a:lnTo>
                  <a:pt x="3067" y="1692"/>
                </a:lnTo>
                <a:lnTo>
                  <a:pt x="3140" y="1665"/>
                </a:lnTo>
                <a:lnTo>
                  <a:pt x="3208" y="1635"/>
                </a:lnTo>
                <a:lnTo>
                  <a:pt x="3272" y="1603"/>
                </a:lnTo>
                <a:lnTo>
                  <a:pt x="3331" y="1568"/>
                </a:lnTo>
                <a:lnTo>
                  <a:pt x="3384" y="1531"/>
                </a:lnTo>
                <a:lnTo>
                  <a:pt x="3431" y="1491"/>
                </a:lnTo>
                <a:lnTo>
                  <a:pt x="3473" y="1449"/>
                </a:lnTo>
                <a:lnTo>
                  <a:pt x="3508" y="1405"/>
                </a:lnTo>
                <a:lnTo>
                  <a:pt x="3538" y="1360"/>
                </a:lnTo>
                <a:lnTo>
                  <a:pt x="3560" y="1313"/>
                </a:lnTo>
                <a:lnTo>
                  <a:pt x="3576" y="1265"/>
                </a:lnTo>
                <a:close/>
                <a:moveTo>
                  <a:pt x="3576" y="818"/>
                </a:moveTo>
                <a:lnTo>
                  <a:pt x="3582" y="855"/>
                </a:lnTo>
                <a:lnTo>
                  <a:pt x="3584" y="893"/>
                </a:lnTo>
                <a:lnTo>
                  <a:pt x="3584" y="1041"/>
                </a:lnTo>
                <a:lnTo>
                  <a:pt x="3581" y="1091"/>
                </a:lnTo>
                <a:lnTo>
                  <a:pt x="3570" y="1138"/>
                </a:lnTo>
                <a:lnTo>
                  <a:pt x="3552" y="1184"/>
                </a:lnTo>
                <a:lnTo>
                  <a:pt x="3528" y="1229"/>
                </a:lnTo>
                <a:lnTo>
                  <a:pt x="3497" y="1273"/>
                </a:lnTo>
                <a:lnTo>
                  <a:pt x="3460" y="1315"/>
                </a:lnTo>
                <a:lnTo>
                  <a:pt x="3417" y="1355"/>
                </a:lnTo>
                <a:lnTo>
                  <a:pt x="3368" y="1393"/>
                </a:lnTo>
                <a:lnTo>
                  <a:pt x="3315" y="1430"/>
                </a:lnTo>
                <a:lnTo>
                  <a:pt x="3257" y="1463"/>
                </a:lnTo>
                <a:lnTo>
                  <a:pt x="3194" y="1493"/>
                </a:lnTo>
                <a:lnTo>
                  <a:pt x="3127" y="1522"/>
                </a:lnTo>
                <a:lnTo>
                  <a:pt x="3055" y="1548"/>
                </a:lnTo>
                <a:lnTo>
                  <a:pt x="2980" y="1570"/>
                </a:lnTo>
                <a:lnTo>
                  <a:pt x="2900" y="1590"/>
                </a:lnTo>
                <a:lnTo>
                  <a:pt x="2819" y="1607"/>
                </a:lnTo>
                <a:lnTo>
                  <a:pt x="2734" y="1620"/>
                </a:lnTo>
                <a:lnTo>
                  <a:pt x="2647" y="1630"/>
                </a:lnTo>
                <a:lnTo>
                  <a:pt x="2556" y="1635"/>
                </a:lnTo>
                <a:lnTo>
                  <a:pt x="2465" y="1637"/>
                </a:lnTo>
                <a:lnTo>
                  <a:pt x="2369" y="1635"/>
                </a:lnTo>
                <a:lnTo>
                  <a:pt x="2276" y="1629"/>
                </a:lnTo>
                <a:lnTo>
                  <a:pt x="2185" y="1618"/>
                </a:lnTo>
                <a:lnTo>
                  <a:pt x="2097" y="1603"/>
                </a:lnTo>
                <a:lnTo>
                  <a:pt x="2033" y="1562"/>
                </a:lnTo>
                <a:lnTo>
                  <a:pt x="1964" y="1523"/>
                </a:lnTo>
                <a:lnTo>
                  <a:pt x="1889" y="1488"/>
                </a:lnTo>
                <a:lnTo>
                  <a:pt x="1809" y="1456"/>
                </a:lnTo>
                <a:lnTo>
                  <a:pt x="1725" y="1427"/>
                </a:lnTo>
                <a:lnTo>
                  <a:pt x="1637" y="1402"/>
                </a:lnTo>
                <a:lnTo>
                  <a:pt x="1546" y="1381"/>
                </a:lnTo>
                <a:lnTo>
                  <a:pt x="1500" y="1345"/>
                </a:lnTo>
                <a:lnTo>
                  <a:pt x="1461" y="1305"/>
                </a:lnTo>
                <a:lnTo>
                  <a:pt x="1426" y="1265"/>
                </a:lnTo>
                <a:lnTo>
                  <a:pt x="1398" y="1223"/>
                </a:lnTo>
                <a:lnTo>
                  <a:pt x="1375" y="1179"/>
                </a:lnTo>
                <a:lnTo>
                  <a:pt x="1358" y="1135"/>
                </a:lnTo>
                <a:lnTo>
                  <a:pt x="1348" y="1089"/>
                </a:lnTo>
                <a:lnTo>
                  <a:pt x="1345" y="1041"/>
                </a:lnTo>
                <a:lnTo>
                  <a:pt x="1345" y="893"/>
                </a:lnTo>
                <a:lnTo>
                  <a:pt x="1347" y="855"/>
                </a:lnTo>
                <a:lnTo>
                  <a:pt x="1354" y="818"/>
                </a:lnTo>
                <a:lnTo>
                  <a:pt x="1369" y="866"/>
                </a:lnTo>
                <a:lnTo>
                  <a:pt x="1391" y="914"/>
                </a:lnTo>
                <a:lnTo>
                  <a:pt x="1421" y="959"/>
                </a:lnTo>
                <a:lnTo>
                  <a:pt x="1456" y="1003"/>
                </a:lnTo>
                <a:lnTo>
                  <a:pt x="1498" y="1045"/>
                </a:lnTo>
                <a:lnTo>
                  <a:pt x="1546" y="1084"/>
                </a:lnTo>
                <a:lnTo>
                  <a:pt x="1599" y="1122"/>
                </a:lnTo>
                <a:lnTo>
                  <a:pt x="1657" y="1157"/>
                </a:lnTo>
                <a:lnTo>
                  <a:pt x="1721" y="1189"/>
                </a:lnTo>
                <a:lnTo>
                  <a:pt x="1789" y="1218"/>
                </a:lnTo>
                <a:lnTo>
                  <a:pt x="1861" y="1246"/>
                </a:lnTo>
                <a:lnTo>
                  <a:pt x="1938" y="1270"/>
                </a:lnTo>
                <a:lnTo>
                  <a:pt x="2019" y="1290"/>
                </a:lnTo>
                <a:lnTo>
                  <a:pt x="2102" y="1307"/>
                </a:lnTo>
                <a:lnTo>
                  <a:pt x="2189" y="1321"/>
                </a:lnTo>
                <a:lnTo>
                  <a:pt x="2278" y="1332"/>
                </a:lnTo>
                <a:lnTo>
                  <a:pt x="2371" y="1337"/>
                </a:lnTo>
                <a:lnTo>
                  <a:pt x="2465" y="1339"/>
                </a:lnTo>
                <a:lnTo>
                  <a:pt x="2558" y="1337"/>
                </a:lnTo>
                <a:lnTo>
                  <a:pt x="2651" y="1332"/>
                </a:lnTo>
                <a:lnTo>
                  <a:pt x="2740" y="1321"/>
                </a:lnTo>
                <a:lnTo>
                  <a:pt x="2828" y="1307"/>
                </a:lnTo>
                <a:lnTo>
                  <a:pt x="2910" y="1290"/>
                </a:lnTo>
                <a:lnTo>
                  <a:pt x="2991" y="1270"/>
                </a:lnTo>
                <a:lnTo>
                  <a:pt x="3067" y="1246"/>
                </a:lnTo>
                <a:lnTo>
                  <a:pt x="3140" y="1218"/>
                </a:lnTo>
                <a:lnTo>
                  <a:pt x="3208" y="1189"/>
                </a:lnTo>
                <a:lnTo>
                  <a:pt x="3272" y="1157"/>
                </a:lnTo>
                <a:lnTo>
                  <a:pt x="3331" y="1122"/>
                </a:lnTo>
                <a:lnTo>
                  <a:pt x="3384" y="1084"/>
                </a:lnTo>
                <a:lnTo>
                  <a:pt x="3431" y="1045"/>
                </a:lnTo>
                <a:lnTo>
                  <a:pt x="3473" y="1003"/>
                </a:lnTo>
                <a:lnTo>
                  <a:pt x="3508" y="959"/>
                </a:lnTo>
                <a:lnTo>
                  <a:pt x="3538" y="914"/>
                </a:lnTo>
                <a:lnTo>
                  <a:pt x="3560" y="866"/>
                </a:lnTo>
                <a:lnTo>
                  <a:pt x="3576" y="818"/>
                </a:lnTo>
                <a:close/>
                <a:moveTo>
                  <a:pt x="2465" y="0"/>
                </a:moveTo>
                <a:lnTo>
                  <a:pt x="2465" y="0"/>
                </a:lnTo>
                <a:lnTo>
                  <a:pt x="2556" y="1"/>
                </a:lnTo>
                <a:lnTo>
                  <a:pt x="2647" y="7"/>
                </a:lnTo>
                <a:lnTo>
                  <a:pt x="2734" y="16"/>
                </a:lnTo>
                <a:lnTo>
                  <a:pt x="2819" y="29"/>
                </a:lnTo>
                <a:lnTo>
                  <a:pt x="2900" y="46"/>
                </a:lnTo>
                <a:lnTo>
                  <a:pt x="2980" y="66"/>
                </a:lnTo>
                <a:lnTo>
                  <a:pt x="3055" y="89"/>
                </a:lnTo>
                <a:lnTo>
                  <a:pt x="3127" y="114"/>
                </a:lnTo>
                <a:lnTo>
                  <a:pt x="3194" y="143"/>
                </a:lnTo>
                <a:lnTo>
                  <a:pt x="3257" y="173"/>
                </a:lnTo>
                <a:lnTo>
                  <a:pt x="3315" y="207"/>
                </a:lnTo>
                <a:lnTo>
                  <a:pt x="3368" y="243"/>
                </a:lnTo>
                <a:lnTo>
                  <a:pt x="3417" y="281"/>
                </a:lnTo>
                <a:lnTo>
                  <a:pt x="3460" y="321"/>
                </a:lnTo>
                <a:lnTo>
                  <a:pt x="3497" y="363"/>
                </a:lnTo>
                <a:lnTo>
                  <a:pt x="3528" y="407"/>
                </a:lnTo>
                <a:lnTo>
                  <a:pt x="3552" y="452"/>
                </a:lnTo>
                <a:lnTo>
                  <a:pt x="3570" y="498"/>
                </a:lnTo>
                <a:lnTo>
                  <a:pt x="3581" y="546"/>
                </a:lnTo>
                <a:lnTo>
                  <a:pt x="3584" y="595"/>
                </a:lnTo>
                <a:lnTo>
                  <a:pt x="3581" y="643"/>
                </a:lnTo>
                <a:lnTo>
                  <a:pt x="3570" y="691"/>
                </a:lnTo>
                <a:lnTo>
                  <a:pt x="3552" y="738"/>
                </a:lnTo>
                <a:lnTo>
                  <a:pt x="3528" y="783"/>
                </a:lnTo>
                <a:lnTo>
                  <a:pt x="3497" y="827"/>
                </a:lnTo>
                <a:lnTo>
                  <a:pt x="3460" y="869"/>
                </a:lnTo>
                <a:lnTo>
                  <a:pt x="3417" y="908"/>
                </a:lnTo>
                <a:lnTo>
                  <a:pt x="3368" y="947"/>
                </a:lnTo>
                <a:lnTo>
                  <a:pt x="3315" y="982"/>
                </a:lnTo>
                <a:lnTo>
                  <a:pt x="3257" y="1016"/>
                </a:lnTo>
                <a:lnTo>
                  <a:pt x="3194" y="1047"/>
                </a:lnTo>
                <a:lnTo>
                  <a:pt x="3127" y="1075"/>
                </a:lnTo>
                <a:lnTo>
                  <a:pt x="3055" y="1101"/>
                </a:lnTo>
                <a:lnTo>
                  <a:pt x="2980" y="1124"/>
                </a:lnTo>
                <a:lnTo>
                  <a:pt x="2900" y="1144"/>
                </a:lnTo>
                <a:lnTo>
                  <a:pt x="2819" y="1160"/>
                </a:lnTo>
                <a:lnTo>
                  <a:pt x="2734" y="1173"/>
                </a:lnTo>
                <a:lnTo>
                  <a:pt x="2647" y="1183"/>
                </a:lnTo>
                <a:lnTo>
                  <a:pt x="2556" y="1189"/>
                </a:lnTo>
                <a:lnTo>
                  <a:pt x="2465" y="1191"/>
                </a:lnTo>
                <a:lnTo>
                  <a:pt x="2373" y="1189"/>
                </a:lnTo>
                <a:lnTo>
                  <a:pt x="2283" y="1183"/>
                </a:lnTo>
                <a:lnTo>
                  <a:pt x="2195" y="1173"/>
                </a:lnTo>
                <a:lnTo>
                  <a:pt x="2110" y="1160"/>
                </a:lnTo>
                <a:lnTo>
                  <a:pt x="2029" y="1144"/>
                </a:lnTo>
                <a:lnTo>
                  <a:pt x="1949" y="1124"/>
                </a:lnTo>
                <a:lnTo>
                  <a:pt x="1874" y="1101"/>
                </a:lnTo>
                <a:lnTo>
                  <a:pt x="1803" y="1075"/>
                </a:lnTo>
                <a:lnTo>
                  <a:pt x="1735" y="1047"/>
                </a:lnTo>
                <a:lnTo>
                  <a:pt x="1672" y="1016"/>
                </a:lnTo>
                <a:lnTo>
                  <a:pt x="1614" y="982"/>
                </a:lnTo>
                <a:lnTo>
                  <a:pt x="1561" y="947"/>
                </a:lnTo>
                <a:lnTo>
                  <a:pt x="1512" y="908"/>
                </a:lnTo>
                <a:lnTo>
                  <a:pt x="1469" y="869"/>
                </a:lnTo>
                <a:lnTo>
                  <a:pt x="1432" y="827"/>
                </a:lnTo>
                <a:lnTo>
                  <a:pt x="1401" y="783"/>
                </a:lnTo>
                <a:lnTo>
                  <a:pt x="1377" y="738"/>
                </a:lnTo>
                <a:lnTo>
                  <a:pt x="1359" y="691"/>
                </a:lnTo>
                <a:lnTo>
                  <a:pt x="1348" y="643"/>
                </a:lnTo>
                <a:lnTo>
                  <a:pt x="1345" y="595"/>
                </a:lnTo>
                <a:lnTo>
                  <a:pt x="1348" y="546"/>
                </a:lnTo>
                <a:lnTo>
                  <a:pt x="1359" y="498"/>
                </a:lnTo>
                <a:lnTo>
                  <a:pt x="1377" y="452"/>
                </a:lnTo>
                <a:lnTo>
                  <a:pt x="1401" y="407"/>
                </a:lnTo>
                <a:lnTo>
                  <a:pt x="1432" y="363"/>
                </a:lnTo>
                <a:lnTo>
                  <a:pt x="1469" y="321"/>
                </a:lnTo>
                <a:lnTo>
                  <a:pt x="1512" y="281"/>
                </a:lnTo>
                <a:lnTo>
                  <a:pt x="1561" y="243"/>
                </a:lnTo>
                <a:lnTo>
                  <a:pt x="1614" y="207"/>
                </a:lnTo>
                <a:lnTo>
                  <a:pt x="1672" y="173"/>
                </a:lnTo>
                <a:lnTo>
                  <a:pt x="1735" y="143"/>
                </a:lnTo>
                <a:lnTo>
                  <a:pt x="1803" y="114"/>
                </a:lnTo>
                <a:lnTo>
                  <a:pt x="1874" y="89"/>
                </a:lnTo>
                <a:lnTo>
                  <a:pt x="1949" y="66"/>
                </a:lnTo>
                <a:lnTo>
                  <a:pt x="2029" y="46"/>
                </a:lnTo>
                <a:lnTo>
                  <a:pt x="2110" y="29"/>
                </a:lnTo>
                <a:lnTo>
                  <a:pt x="2195" y="16"/>
                </a:lnTo>
                <a:lnTo>
                  <a:pt x="2283" y="7"/>
                </a:lnTo>
                <a:lnTo>
                  <a:pt x="2373" y="1"/>
                </a:lnTo>
                <a:lnTo>
                  <a:pt x="246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grpSp>
        <p:nvGrpSpPr>
          <p:cNvPr id="35" name="Group 34">
            <a:extLst>
              <a:ext uri="{FF2B5EF4-FFF2-40B4-BE49-F238E27FC236}">
                <a16:creationId xmlns:a16="http://schemas.microsoft.com/office/drawing/2014/main" id="{33E42132-D684-725D-596E-CC387810D95D}"/>
              </a:ext>
            </a:extLst>
          </p:cNvPr>
          <p:cNvGrpSpPr/>
          <p:nvPr/>
        </p:nvGrpSpPr>
        <p:grpSpPr>
          <a:xfrm>
            <a:off x="7931805" y="2302411"/>
            <a:ext cx="797794" cy="496328"/>
            <a:chOff x="8816990" y="2422493"/>
            <a:chExt cx="495462" cy="308239"/>
          </a:xfrm>
          <a:solidFill>
            <a:schemeClr val="bg1"/>
          </a:solidFill>
        </p:grpSpPr>
        <p:sp>
          <p:nvSpPr>
            <p:cNvPr id="36" name="Freeform 32">
              <a:extLst>
                <a:ext uri="{FF2B5EF4-FFF2-40B4-BE49-F238E27FC236}">
                  <a16:creationId xmlns:a16="http://schemas.microsoft.com/office/drawing/2014/main" id="{0A78A787-C76F-6EFC-6F07-7752EE9CEDFD}"/>
                </a:ext>
              </a:extLst>
            </p:cNvPr>
            <p:cNvSpPr>
              <a:spLocks/>
            </p:cNvSpPr>
            <p:nvPr/>
          </p:nvSpPr>
          <p:spPr bwMode="auto">
            <a:xfrm>
              <a:off x="8924982" y="2556534"/>
              <a:ext cx="281105" cy="115047"/>
            </a:xfrm>
            <a:custGeom>
              <a:avLst/>
              <a:gdLst>
                <a:gd name="T0" fmla="*/ 1093 w 2072"/>
                <a:gd name="T1" fmla="*/ 1 h 848"/>
                <a:gd name="T2" fmla="*/ 1222 w 2072"/>
                <a:gd name="T3" fmla="*/ 12 h 848"/>
                <a:gd name="T4" fmla="*/ 1349 w 2072"/>
                <a:gd name="T5" fmla="*/ 31 h 848"/>
                <a:gd name="T6" fmla="*/ 1471 w 2072"/>
                <a:gd name="T7" fmla="*/ 56 h 848"/>
                <a:gd name="T8" fmla="*/ 1587 w 2072"/>
                <a:gd name="T9" fmla="*/ 86 h 848"/>
                <a:gd name="T10" fmla="*/ 1695 w 2072"/>
                <a:gd name="T11" fmla="*/ 120 h 848"/>
                <a:gd name="T12" fmla="*/ 1793 w 2072"/>
                <a:gd name="T13" fmla="*/ 154 h 848"/>
                <a:gd name="T14" fmla="*/ 1879 w 2072"/>
                <a:gd name="T15" fmla="*/ 187 h 848"/>
                <a:gd name="T16" fmla="*/ 1952 w 2072"/>
                <a:gd name="T17" fmla="*/ 218 h 848"/>
                <a:gd name="T18" fmla="*/ 2008 w 2072"/>
                <a:gd name="T19" fmla="*/ 243 h 848"/>
                <a:gd name="T20" fmla="*/ 2048 w 2072"/>
                <a:gd name="T21" fmla="*/ 262 h 848"/>
                <a:gd name="T22" fmla="*/ 2069 w 2072"/>
                <a:gd name="T23" fmla="*/ 272 h 848"/>
                <a:gd name="T24" fmla="*/ 2072 w 2072"/>
                <a:gd name="T25" fmla="*/ 848 h 848"/>
                <a:gd name="T26" fmla="*/ 2060 w 2072"/>
                <a:gd name="T27" fmla="*/ 844 h 848"/>
                <a:gd name="T28" fmla="*/ 2025 w 2072"/>
                <a:gd name="T29" fmla="*/ 830 h 848"/>
                <a:gd name="T30" fmla="*/ 1971 w 2072"/>
                <a:gd name="T31" fmla="*/ 810 h 848"/>
                <a:gd name="T32" fmla="*/ 1899 w 2072"/>
                <a:gd name="T33" fmla="*/ 786 h 848"/>
                <a:gd name="T34" fmla="*/ 1811 w 2072"/>
                <a:gd name="T35" fmla="*/ 758 h 848"/>
                <a:gd name="T36" fmla="*/ 1711 w 2072"/>
                <a:gd name="T37" fmla="*/ 728 h 848"/>
                <a:gd name="T38" fmla="*/ 1600 w 2072"/>
                <a:gd name="T39" fmla="*/ 699 h 848"/>
                <a:gd name="T40" fmla="*/ 1480 w 2072"/>
                <a:gd name="T41" fmla="*/ 672 h 848"/>
                <a:gd name="T42" fmla="*/ 1357 w 2072"/>
                <a:gd name="T43" fmla="*/ 650 h 848"/>
                <a:gd name="T44" fmla="*/ 1228 w 2072"/>
                <a:gd name="T45" fmla="*/ 633 h 848"/>
                <a:gd name="T46" fmla="*/ 1100 w 2072"/>
                <a:gd name="T47" fmla="*/ 623 h 848"/>
                <a:gd name="T48" fmla="*/ 972 w 2072"/>
                <a:gd name="T49" fmla="*/ 623 h 848"/>
                <a:gd name="T50" fmla="*/ 844 w 2072"/>
                <a:gd name="T51" fmla="*/ 633 h 848"/>
                <a:gd name="T52" fmla="*/ 716 w 2072"/>
                <a:gd name="T53" fmla="*/ 650 h 848"/>
                <a:gd name="T54" fmla="*/ 592 w 2072"/>
                <a:gd name="T55" fmla="*/ 672 h 848"/>
                <a:gd name="T56" fmla="*/ 473 w 2072"/>
                <a:gd name="T57" fmla="*/ 699 h 848"/>
                <a:gd name="T58" fmla="*/ 361 w 2072"/>
                <a:gd name="T59" fmla="*/ 728 h 848"/>
                <a:gd name="T60" fmla="*/ 261 w 2072"/>
                <a:gd name="T61" fmla="*/ 758 h 848"/>
                <a:gd name="T62" fmla="*/ 173 w 2072"/>
                <a:gd name="T63" fmla="*/ 786 h 848"/>
                <a:gd name="T64" fmla="*/ 101 w 2072"/>
                <a:gd name="T65" fmla="*/ 810 h 848"/>
                <a:gd name="T66" fmla="*/ 46 w 2072"/>
                <a:gd name="T67" fmla="*/ 830 h 848"/>
                <a:gd name="T68" fmla="*/ 13 w 2072"/>
                <a:gd name="T69" fmla="*/ 844 h 848"/>
                <a:gd name="T70" fmla="*/ 0 w 2072"/>
                <a:gd name="T71" fmla="*/ 848 h 848"/>
                <a:gd name="T72" fmla="*/ 2 w 2072"/>
                <a:gd name="T73" fmla="*/ 280 h 848"/>
                <a:gd name="T74" fmla="*/ 25 w 2072"/>
                <a:gd name="T75" fmla="*/ 269 h 848"/>
                <a:gd name="T76" fmla="*/ 67 w 2072"/>
                <a:gd name="T77" fmla="*/ 248 h 848"/>
                <a:gd name="T78" fmla="*/ 127 w 2072"/>
                <a:gd name="T79" fmla="*/ 220 h 848"/>
                <a:gd name="T80" fmla="*/ 204 w 2072"/>
                <a:gd name="T81" fmla="*/ 187 h 848"/>
                <a:gd name="T82" fmla="*/ 294 w 2072"/>
                <a:gd name="T83" fmla="*/ 150 h 848"/>
                <a:gd name="T84" fmla="*/ 397 w 2072"/>
                <a:gd name="T85" fmla="*/ 113 h 848"/>
                <a:gd name="T86" fmla="*/ 511 w 2072"/>
                <a:gd name="T87" fmla="*/ 79 h 848"/>
                <a:gd name="T88" fmla="*/ 632 w 2072"/>
                <a:gd name="T89" fmla="*/ 47 h 848"/>
                <a:gd name="T90" fmla="*/ 761 w 2072"/>
                <a:gd name="T91" fmla="*/ 22 h 848"/>
                <a:gd name="T92" fmla="*/ 893 w 2072"/>
                <a:gd name="T93" fmla="*/ 5 h 848"/>
                <a:gd name="T94" fmla="*/ 1028 w 2072"/>
                <a:gd name="T95" fmla="*/ 0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72" h="848">
                  <a:moveTo>
                    <a:pt x="1028" y="0"/>
                  </a:moveTo>
                  <a:lnTo>
                    <a:pt x="1093" y="1"/>
                  </a:lnTo>
                  <a:lnTo>
                    <a:pt x="1158" y="5"/>
                  </a:lnTo>
                  <a:lnTo>
                    <a:pt x="1222" y="12"/>
                  </a:lnTo>
                  <a:lnTo>
                    <a:pt x="1286" y="20"/>
                  </a:lnTo>
                  <a:lnTo>
                    <a:pt x="1349" y="31"/>
                  </a:lnTo>
                  <a:lnTo>
                    <a:pt x="1411" y="42"/>
                  </a:lnTo>
                  <a:lnTo>
                    <a:pt x="1471" y="56"/>
                  </a:lnTo>
                  <a:lnTo>
                    <a:pt x="1530" y="71"/>
                  </a:lnTo>
                  <a:lnTo>
                    <a:pt x="1587" y="86"/>
                  </a:lnTo>
                  <a:lnTo>
                    <a:pt x="1642" y="103"/>
                  </a:lnTo>
                  <a:lnTo>
                    <a:pt x="1695" y="120"/>
                  </a:lnTo>
                  <a:lnTo>
                    <a:pt x="1745" y="137"/>
                  </a:lnTo>
                  <a:lnTo>
                    <a:pt x="1793" y="154"/>
                  </a:lnTo>
                  <a:lnTo>
                    <a:pt x="1837" y="171"/>
                  </a:lnTo>
                  <a:lnTo>
                    <a:pt x="1879" y="187"/>
                  </a:lnTo>
                  <a:lnTo>
                    <a:pt x="1917" y="203"/>
                  </a:lnTo>
                  <a:lnTo>
                    <a:pt x="1952" y="218"/>
                  </a:lnTo>
                  <a:lnTo>
                    <a:pt x="1982" y="231"/>
                  </a:lnTo>
                  <a:lnTo>
                    <a:pt x="2008" y="243"/>
                  </a:lnTo>
                  <a:lnTo>
                    <a:pt x="2030" y="253"/>
                  </a:lnTo>
                  <a:lnTo>
                    <a:pt x="2048" y="262"/>
                  </a:lnTo>
                  <a:lnTo>
                    <a:pt x="2061" y="269"/>
                  </a:lnTo>
                  <a:lnTo>
                    <a:pt x="2069" y="272"/>
                  </a:lnTo>
                  <a:lnTo>
                    <a:pt x="2072" y="274"/>
                  </a:lnTo>
                  <a:lnTo>
                    <a:pt x="2072" y="848"/>
                  </a:lnTo>
                  <a:lnTo>
                    <a:pt x="2069" y="847"/>
                  </a:lnTo>
                  <a:lnTo>
                    <a:pt x="2060" y="844"/>
                  </a:lnTo>
                  <a:lnTo>
                    <a:pt x="2045" y="838"/>
                  </a:lnTo>
                  <a:lnTo>
                    <a:pt x="2025" y="830"/>
                  </a:lnTo>
                  <a:lnTo>
                    <a:pt x="2000" y="822"/>
                  </a:lnTo>
                  <a:lnTo>
                    <a:pt x="1971" y="810"/>
                  </a:lnTo>
                  <a:lnTo>
                    <a:pt x="1937" y="798"/>
                  </a:lnTo>
                  <a:lnTo>
                    <a:pt x="1899" y="786"/>
                  </a:lnTo>
                  <a:lnTo>
                    <a:pt x="1856" y="771"/>
                  </a:lnTo>
                  <a:lnTo>
                    <a:pt x="1811" y="758"/>
                  </a:lnTo>
                  <a:lnTo>
                    <a:pt x="1762" y="744"/>
                  </a:lnTo>
                  <a:lnTo>
                    <a:pt x="1711" y="728"/>
                  </a:lnTo>
                  <a:lnTo>
                    <a:pt x="1656" y="713"/>
                  </a:lnTo>
                  <a:lnTo>
                    <a:pt x="1600" y="699"/>
                  </a:lnTo>
                  <a:lnTo>
                    <a:pt x="1541" y="686"/>
                  </a:lnTo>
                  <a:lnTo>
                    <a:pt x="1480" y="672"/>
                  </a:lnTo>
                  <a:lnTo>
                    <a:pt x="1419" y="661"/>
                  </a:lnTo>
                  <a:lnTo>
                    <a:pt x="1357" y="650"/>
                  </a:lnTo>
                  <a:lnTo>
                    <a:pt x="1293" y="641"/>
                  </a:lnTo>
                  <a:lnTo>
                    <a:pt x="1228" y="633"/>
                  </a:lnTo>
                  <a:lnTo>
                    <a:pt x="1164" y="628"/>
                  </a:lnTo>
                  <a:lnTo>
                    <a:pt x="1100" y="623"/>
                  </a:lnTo>
                  <a:lnTo>
                    <a:pt x="1036" y="622"/>
                  </a:lnTo>
                  <a:lnTo>
                    <a:pt x="972" y="623"/>
                  </a:lnTo>
                  <a:lnTo>
                    <a:pt x="908" y="628"/>
                  </a:lnTo>
                  <a:lnTo>
                    <a:pt x="844" y="633"/>
                  </a:lnTo>
                  <a:lnTo>
                    <a:pt x="780" y="641"/>
                  </a:lnTo>
                  <a:lnTo>
                    <a:pt x="716" y="650"/>
                  </a:lnTo>
                  <a:lnTo>
                    <a:pt x="654" y="661"/>
                  </a:lnTo>
                  <a:lnTo>
                    <a:pt x="592" y="672"/>
                  </a:lnTo>
                  <a:lnTo>
                    <a:pt x="531" y="686"/>
                  </a:lnTo>
                  <a:lnTo>
                    <a:pt x="473" y="699"/>
                  </a:lnTo>
                  <a:lnTo>
                    <a:pt x="416" y="713"/>
                  </a:lnTo>
                  <a:lnTo>
                    <a:pt x="361" y="728"/>
                  </a:lnTo>
                  <a:lnTo>
                    <a:pt x="309" y="744"/>
                  </a:lnTo>
                  <a:lnTo>
                    <a:pt x="261" y="758"/>
                  </a:lnTo>
                  <a:lnTo>
                    <a:pt x="216" y="771"/>
                  </a:lnTo>
                  <a:lnTo>
                    <a:pt x="173" y="786"/>
                  </a:lnTo>
                  <a:lnTo>
                    <a:pt x="135" y="798"/>
                  </a:lnTo>
                  <a:lnTo>
                    <a:pt x="101" y="810"/>
                  </a:lnTo>
                  <a:lnTo>
                    <a:pt x="72" y="822"/>
                  </a:lnTo>
                  <a:lnTo>
                    <a:pt x="46" y="830"/>
                  </a:lnTo>
                  <a:lnTo>
                    <a:pt x="27" y="838"/>
                  </a:lnTo>
                  <a:lnTo>
                    <a:pt x="13" y="844"/>
                  </a:lnTo>
                  <a:lnTo>
                    <a:pt x="4" y="847"/>
                  </a:lnTo>
                  <a:lnTo>
                    <a:pt x="0" y="848"/>
                  </a:lnTo>
                  <a:lnTo>
                    <a:pt x="0" y="282"/>
                  </a:lnTo>
                  <a:lnTo>
                    <a:pt x="2" y="280"/>
                  </a:lnTo>
                  <a:lnTo>
                    <a:pt x="11" y="276"/>
                  </a:lnTo>
                  <a:lnTo>
                    <a:pt x="25" y="269"/>
                  </a:lnTo>
                  <a:lnTo>
                    <a:pt x="44" y="259"/>
                  </a:lnTo>
                  <a:lnTo>
                    <a:pt x="67" y="248"/>
                  </a:lnTo>
                  <a:lnTo>
                    <a:pt x="95" y="235"/>
                  </a:lnTo>
                  <a:lnTo>
                    <a:pt x="127" y="220"/>
                  </a:lnTo>
                  <a:lnTo>
                    <a:pt x="163" y="203"/>
                  </a:lnTo>
                  <a:lnTo>
                    <a:pt x="204" y="187"/>
                  </a:lnTo>
                  <a:lnTo>
                    <a:pt x="248" y="169"/>
                  </a:lnTo>
                  <a:lnTo>
                    <a:pt x="294" y="150"/>
                  </a:lnTo>
                  <a:lnTo>
                    <a:pt x="344" y="132"/>
                  </a:lnTo>
                  <a:lnTo>
                    <a:pt x="397" y="113"/>
                  </a:lnTo>
                  <a:lnTo>
                    <a:pt x="452" y="95"/>
                  </a:lnTo>
                  <a:lnTo>
                    <a:pt x="511" y="79"/>
                  </a:lnTo>
                  <a:lnTo>
                    <a:pt x="570" y="62"/>
                  </a:lnTo>
                  <a:lnTo>
                    <a:pt x="632" y="47"/>
                  </a:lnTo>
                  <a:lnTo>
                    <a:pt x="695" y="34"/>
                  </a:lnTo>
                  <a:lnTo>
                    <a:pt x="761" y="22"/>
                  </a:lnTo>
                  <a:lnTo>
                    <a:pt x="826" y="13"/>
                  </a:lnTo>
                  <a:lnTo>
                    <a:pt x="893" y="5"/>
                  </a:lnTo>
                  <a:lnTo>
                    <a:pt x="961" y="1"/>
                  </a:lnTo>
                  <a:lnTo>
                    <a:pt x="10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37" name="Freeform 33">
              <a:extLst>
                <a:ext uri="{FF2B5EF4-FFF2-40B4-BE49-F238E27FC236}">
                  <a16:creationId xmlns:a16="http://schemas.microsoft.com/office/drawing/2014/main" id="{2E81419A-DD72-09B1-937D-DBC4CE26233F}"/>
                </a:ext>
              </a:extLst>
            </p:cNvPr>
            <p:cNvSpPr>
              <a:spLocks noEditPoints="1"/>
            </p:cNvSpPr>
            <p:nvPr/>
          </p:nvSpPr>
          <p:spPr bwMode="auto">
            <a:xfrm>
              <a:off x="8816990" y="2422493"/>
              <a:ext cx="495462" cy="308239"/>
            </a:xfrm>
            <a:custGeom>
              <a:avLst/>
              <a:gdLst>
                <a:gd name="T0" fmla="*/ 3277 w 3654"/>
                <a:gd name="T1" fmla="*/ 962 h 2269"/>
                <a:gd name="T2" fmla="*/ 3237 w 3654"/>
                <a:gd name="T3" fmla="*/ 1014 h 2269"/>
                <a:gd name="T4" fmla="*/ 3246 w 3654"/>
                <a:gd name="T5" fmla="*/ 1080 h 2269"/>
                <a:gd name="T6" fmla="*/ 3298 w 3654"/>
                <a:gd name="T7" fmla="*/ 1120 h 2269"/>
                <a:gd name="T8" fmla="*/ 3366 w 3654"/>
                <a:gd name="T9" fmla="*/ 1111 h 2269"/>
                <a:gd name="T10" fmla="*/ 3405 w 3654"/>
                <a:gd name="T11" fmla="*/ 1060 h 2269"/>
                <a:gd name="T12" fmla="*/ 3396 w 3654"/>
                <a:gd name="T13" fmla="*/ 993 h 2269"/>
                <a:gd name="T14" fmla="*/ 3344 w 3654"/>
                <a:gd name="T15" fmla="*/ 953 h 2269"/>
                <a:gd name="T16" fmla="*/ 3313 w 3654"/>
                <a:gd name="T17" fmla="*/ 772 h 2269"/>
                <a:gd name="T18" fmla="*/ 3273 w 3654"/>
                <a:gd name="T19" fmla="*/ 787 h 2269"/>
                <a:gd name="T20" fmla="*/ 3358 w 3654"/>
                <a:gd name="T21" fmla="*/ 862 h 2269"/>
                <a:gd name="T22" fmla="*/ 3352 w 3654"/>
                <a:gd name="T23" fmla="*/ 780 h 2269"/>
                <a:gd name="T24" fmla="*/ 3324 w 3654"/>
                <a:gd name="T25" fmla="*/ 769 h 2269"/>
                <a:gd name="T26" fmla="*/ 3152 w 3654"/>
                <a:gd name="T27" fmla="*/ 737 h 2269"/>
                <a:gd name="T28" fmla="*/ 3215 w 3654"/>
                <a:gd name="T29" fmla="*/ 701 h 2269"/>
                <a:gd name="T30" fmla="*/ 3310 w 3654"/>
                <a:gd name="T31" fmla="*/ 676 h 2269"/>
                <a:gd name="T32" fmla="*/ 3377 w 3654"/>
                <a:gd name="T33" fmla="*/ 680 h 2269"/>
                <a:gd name="T34" fmla="*/ 3418 w 3654"/>
                <a:gd name="T35" fmla="*/ 706 h 2269"/>
                <a:gd name="T36" fmla="*/ 3441 w 3654"/>
                <a:gd name="T37" fmla="*/ 745 h 2269"/>
                <a:gd name="T38" fmla="*/ 3450 w 3654"/>
                <a:gd name="T39" fmla="*/ 788 h 2269"/>
                <a:gd name="T40" fmla="*/ 3451 w 3654"/>
                <a:gd name="T41" fmla="*/ 826 h 2269"/>
                <a:gd name="T42" fmla="*/ 3449 w 3654"/>
                <a:gd name="T43" fmla="*/ 852 h 2269"/>
                <a:gd name="T44" fmla="*/ 3448 w 3654"/>
                <a:gd name="T45" fmla="*/ 912 h 2269"/>
                <a:gd name="T46" fmla="*/ 3448 w 3654"/>
                <a:gd name="T47" fmla="*/ 1134 h 2269"/>
                <a:gd name="T48" fmla="*/ 3583 w 3654"/>
                <a:gd name="T49" fmla="*/ 2269 h 2269"/>
                <a:gd name="T50" fmla="*/ 3234 w 3654"/>
                <a:gd name="T51" fmla="*/ 1983 h 2269"/>
                <a:gd name="T52" fmla="*/ 2985 w 3654"/>
                <a:gd name="T53" fmla="*/ 1380 h 2269"/>
                <a:gd name="T54" fmla="*/ 2974 w 3654"/>
                <a:gd name="T55" fmla="*/ 1203 h 2269"/>
                <a:gd name="T56" fmla="*/ 2920 w 3654"/>
                <a:gd name="T57" fmla="*/ 1176 h 2269"/>
                <a:gd name="T58" fmla="*/ 2826 w 3654"/>
                <a:gd name="T59" fmla="*/ 1134 h 2269"/>
                <a:gd name="T60" fmla="*/ 2696 w 3654"/>
                <a:gd name="T61" fmla="*/ 1082 h 2269"/>
                <a:gd name="T62" fmla="*/ 2539 w 3654"/>
                <a:gd name="T63" fmla="*/ 1028 h 2269"/>
                <a:gd name="T64" fmla="*/ 2360 w 3654"/>
                <a:gd name="T65" fmla="*/ 976 h 2269"/>
                <a:gd name="T66" fmla="*/ 2165 w 3654"/>
                <a:gd name="T67" fmla="*/ 934 h 2269"/>
                <a:gd name="T68" fmla="*/ 1961 w 3654"/>
                <a:gd name="T69" fmla="*/ 907 h 2269"/>
                <a:gd name="T70" fmla="*/ 1751 w 3654"/>
                <a:gd name="T71" fmla="*/ 903 h 2269"/>
                <a:gd name="T72" fmla="*/ 1547 w 3654"/>
                <a:gd name="T73" fmla="*/ 924 h 2269"/>
                <a:gd name="T74" fmla="*/ 1350 w 3654"/>
                <a:gd name="T75" fmla="*/ 962 h 2269"/>
                <a:gd name="T76" fmla="*/ 1166 w 3654"/>
                <a:gd name="T77" fmla="*/ 1013 h 2269"/>
                <a:gd name="T78" fmla="*/ 1006 w 3654"/>
                <a:gd name="T79" fmla="*/ 1069 h 2269"/>
                <a:gd name="T80" fmla="*/ 870 w 3654"/>
                <a:gd name="T81" fmla="*/ 1124 h 2269"/>
                <a:gd name="T82" fmla="*/ 765 w 3654"/>
                <a:gd name="T83" fmla="*/ 1171 h 2269"/>
                <a:gd name="T84" fmla="*/ 699 w 3654"/>
                <a:gd name="T85" fmla="*/ 1204 h 2269"/>
                <a:gd name="T86" fmla="*/ 675 w 3654"/>
                <a:gd name="T87" fmla="*/ 1217 h 2269"/>
                <a:gd name="T88" fmla="*/ 1787 w 3654"/>
                <a:gd name="T89" fmla="*/ 0 h 2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54" h="2269">
                  <a:moveTo>
                    <a:pt x="3321" y="951"/>
                  </a:moveTo>
                  <a:lnTo>
                    <a:pt x="3298" y="953"/>
                  </a:lnTo>
                  <a:lnTo>
                    <a:pt x="3277" y="962"/>
                  </a:lnTo>
                  <a:lnTo>
                    <a:pt x="3260" y="975"/>
                  </a:lnTo>
                  <a:lnTo>
                    <a:pt x="3246" y="993"/>
                  </a:lnTo>
                  <a:lnTo>
                    <a:pt x="3237" y="1014"/>
                  </a:lnTo>
                  <a:lnTo>
                    <a:pt x="3234" y="1037"/>
                  </a:lnTo>
                  <a:lnTo>
                    <a:pt x="3237" y="1060"/>
                  </a:lnTo>
                  <a:lnTo>
                    <a:pt x="3246" y="1080"/>
                  </a:lnTo>
                  <a:lnTo>
                    <a:pt x="3260" y="1098"/>
                  </a:lnTo>
                  <a:lnTo>
                    <a:pt x="3277" y="1111"/>
                  </a:lnTo>
                  <a:lnTo>
                    <a:pt x="3298" y="1120"/>
                  </a:lnTo>
                  <a:lnTo>
                    <a:pt x="3321" y="1122"/>
                  </a:lnTo>
                  <a:lnTo>
                    <a:pt x="3344" y="1120"/>
                  </a:lnTo>
                  <a:lnTo>
                    <a:pt x="3366" y="1111"/>
                  </a:lnTo>
                  <a:lnTo>
                    <a:pt x="3382" y="1098"/>
                  </a:lnTo>
                  <a:lnTo>
                    <a:pt x="3396" y="1080"/>
                  </a:lnTo>
                  <a:lnTo>
                    <a:pt x="3405" y="1060"/>
                  </a:lnTo>
                  <a:lnTo>
                    <a:pt x="3408" y="1037"/>
                  </a:lnTo>
                  <a:lnTo>
                    <a:pt x="3405" y="1014"/>
                  </a:lnTo>
                  <a:lnTo>
                    <a:pt x="3396" y="993"/>
                  </a:lnTo>
                  <a:lnTo>
                    <a:pt x="3382" y="975"/>
                  </a:lnTo>
                  <a:lnTo>
                    <a:pt x="3366" y="962"/>
                  </a:lnTo>
                  <a:lnTo>
                    <a:pt x="3344" y="953"/>
                  </a:lnTo>
                  <a:lnTo>
                    <a:pt x="3321" y="951"/>
                  </a:lnTo>
                  <a:close/>
                  <a:moveTo>
                    <a:pt x="3324" y="769"/>
                  </a:moveTo>
                  <a:lnTo>
                    <a:pt x="3313" y="772"/>
                  </a:lnTo>
                  <a:lnTo>
                    <a:pt x="3299" y="775"/>
                  </a:lnTo>
                  <a:lnTo>
                    <a:pt x="3286" y="780"/>
                  </a:lnTo>
                  <a:lnTo>
                    <a:pt x="3273" y="787"/>
                  </a:lnTo>
                  <a:lnTo>
                    <a:pt x="3261" y="795"/>
                  </a:lnTo>
                  <a:lnTo>
                    <a:pt x="3250" y="802"/>
                  </a:lnTo>
                  <a:lnTo>
                    <a:pt x="3358" y="862"/>
                  </a:lnTo>
                  <a:lnTo>
                    <a:pt x="3358" y="808"/>
                  </a:lnTo>
                  <a:lnTo>
                    <a:pt x="3357" y="792"/>
                  </a:lnTo>
                  <a:lnTo>
                    <a:pt x="3352" y="780"/>
                  </a:lnTo>
                  <a:lnTo>
                    <a:pt x="3344" y="774"/>
                  </a:lnTo>
                  <a:lnTo>
                    <a:pt x="3335" y="769"/>
                  </a:lnTo>
                  <a:lnTo>
                    <a:pt x="3324" y="769"/>
                  </a:lnTo>
                  <a:close/>
                  <a:moveTo>
                    <a:pt x="1787" y="0"/>
                  </a:moveTo>
                  <a:lnTo>
                    <a:pt x="3146" y="746"/>
                  </a:lnTo>
                  <a:lnTo>
                    <a:pt x="3152" y="737"/>
                  </a:lnTo>
                  <a:lnTo>
                    <a:pt x="3162" y="728"/>
                  </a:lnTo>
                  <a:lnTo>
                    <a:pt x="3177" y="719"/>
                  </a:lnTo>
                  <a:lnTo>
                    <a:pt x="3215" y="701"/>
                  </a:lnTo>
                  <a:lnTo>
                    <a:pt x="3251" y="689"/>
                  </a:lnTo>
                  <a:lnTo>
                    <a:pt x="3282" y="681"/>
                  </a:lnTo>
                  <a:lnTo>
                    <a:pt x="3310" y="676"/>
                  </a:lnTo>
                  <a:lnTo>
                    <a:pt x="3335" y="675"/>
                  </a:lnTo>
                  <a:lnTo>
                    <a:pt x="3358" y="676"/>
                  </a:lnTo>
                  <a:lnTo>
                    <a:pt x="3377" y="680"/>
                  </a:lnTo>
                  <a:lnTo>
                    <a:pt x="3393" y="687"/>
                  </a:lnTo>
                  <a:lnTo>
                    <a:pt x="3407" y="696"/>
                  </a:lnTo>
                  <a:lnTo>
                    <a:pt x="3418" y="706"/>
                  </a:lnTo>
                  <a:lnTo>
                    <a:pt x="3427" y="718"/>
                  </a:lnTo>
                  <a:lnTo>
                    <a:pt x="3435" y="731"/>
                  </a:lnTo>
                  <a:lnTo>
                    <a:pt x="3441" y="745"/>
                  </a:lnTo>
                  <a:lnTo>
                    <a:pt x="3445" y="759"/>
                  </a:lnTo>
                  <a:lnTo>
                    <a:pt x="3449" y="774"/>
                  </a:lnTo>
                  <a:lnTo>
                    <a:pt x="3450" y="788"/>
                  </a:lnTo>
                  <a:lnTo>
                    <a:pt x="3451" y="802"/>
                  </a:lnTo>
                  <a:lnTo>
                    <a:pt x="3451" y="815"/>
                  </a:lnTo>
                  <a:lnTo>
                    <a:pt x="3451" y="826"/>
                  </a:lnTo>
                  <a:lnTo>
                    <a:pt x="3450" y="837"/>
                  </a:lnTo>
                  <a:lnTo>
                    <a:pt x="3450" y="845"/>
                  </a:lnTo>
                  <a:lnTo>
                    <a:pt x="3449" y="852"/>
                  </a:lnTo>
                  <a:lnTo>
                    <a:pt x="3448" y="856"/>
                  </a:lnTo>
                  <a:lnTo>
                    <a:pt x="3448" y="857"/>
                  </a:lnTo>
                  <a:lnTo>
                    <a:pt x="3448" y="912"/>
                  </a:lnTo>
                  <a:lnTo>
                    <a:pt x="3654" y="1024"/>
                  </a:lnTo>
                  <a:lnTo>
                    <a:pt x="3448" y="1134"/>
                  </a:lnTo>
                  <a:lnTo>
                    <a:pt x="3448" y="1134"/>
                  </a:lnTo>
                  <a:lnTo>
                    <a:pt x="3448" y="1983"/>
                  </a:lnTo>
                  <a:lnTo>
                    <a:pt x="3583" y="1983"/>
                  </a:lnTo>
                  <a:lnTo>
                    <a:pt x="3583" y="2269"/>
                  </a:lnTo>
                  <a:lnTo>
                    <a:pt x="3399" y="2156"/>
                  </a:lnTo>
                  <a:lnTo>
                    <a:pt x="3234" y="2269"/>
                  </a:lnTo>
                  <a:lnTo>
                    <a:pt x="3234" y="1983"/>
                  </a:lnTo>
                  <a:lnTo>
                    <a:pt x="3358" y="1983"/>
                  </a:lnTo>
                  <a:lnTo>
                    <a:pt x="3358" y="1181"/>
                  </a:lnTo>
                  <a:lnTo>
                    <a:pt x="2985" y="1380"/>
                  </a:lnTo>
                  <a:lnTo>
                    <a:pt x="2985" y="1208"/>
                  </a:lnTo>
                  <a:lnTo>
                    <a:pt x="2983" y="1207"/>
                  </a:lnTo>
                  <a:lnTo>
                    <a:pt x="2974" y="1203"/>
                  </a:lnTo>
                  <a:lnTo>
                    <a:pt x="2961" y="1196"/>
                  </a:lnTo>
                  <a:lnTo>
                    <a:pt x="2943" y="1187"/>
                  </a:lnTo>
                  <a:lnTo>
                    <a:pt x="2920" y="1176"/>
                  </a:lnTo>
                  <a:lnTo>
                    <a:pt x="2892" y="1164"/>
                  </a:lnTo>
                  <a:lnTo>
                    <a:pt x="2860" y="1149"/>
                  </a:lnTo>
                  <a:lnTo>
                    <a:pt x="2826" y="1134"/>
                  </a:lnTo>
                  <a:lnTo>
                    <a:pt x="2786" y="1118"/>
                  </a:lnTo>
                  <a:lnTo>
                    <a:pt x="2742" y="1100"/>
                  </a:lnTo>
                  <a:lnTo>
                    <a:pt x="2696" y="1082"/>
                  </a:lnTo>
                  <a:lnTo>
                    <a:pt x="2647" y="1064"/>
                  </a:lnTo>
                  <a:lnTo>
                    <a:pt x="2594" y="1046"/>
                  </a:lnTo>
                  <a:lnTo>
                    <a:pt x="2539" y="1028"/>
                  </a:lnTo>
                  <a:lnTo>
                    <a:pt x="2481" y="1010"/>
                  </a:lnTo>
                  <a:lnTo>
                    <a:pt x="2422" y="992"/>
                  </a:lnTo>
                  <a:lnTo>
                    <a:pt x="2360" y="976"/>
                  </a:lnTo>
                  <a:lnTo>
                    <a:pt x="2297" y="961"/>
                  </a:lnTo>
                  <a:lnTo>
                    <a:pt x="2232" y="946"/>
                  </a:lnTo>
                  <a:lnTo>
                    <a:pt x="2165" y="934"/>
                  </a:lnTo>
                  <a:lnTo>
                    <a:pt x="2098" y="923"/>
                  </a:lnTo>
                  <a:lnTo>
                    <a:pt x="2029" y="914"/>
                  </a:lnTo>
                  <a:lnTo>
                    <a:pt x="1961" y="907"/>
                  </a:lnTo>
                  <a:lnTo>
                    <a:pt x="1891" y="903"/>
                  </a:lnTo>
                  <a:lnTo>
                    <a:pt x="1821" y="902"/>
                  </a:lnTo>
                  <a:lnTo>
                    <a:pt x="1751" y="903"/>
                  </a:lnTo>
                  <a:lnTo>
                    <a:pt x="1683" y="907"/>
                  </a:lnTo>
                  <a:lnTo>
                    <a:pt x="1614" y="914"/>
                  </a:lnTo>
                  <a:lnTo>
                    <a:pt x="1547" y="924"/>
                  </a:lnTo>
                  <a:lnTo>
                    <a:pt x="1479" y="935"/>
                  </a:lnTo>
                  <a:lnTo>
                    <a:pt x="1414" y="948"/>
                  </a:lnTo>
                  <a:lnTo>
                    <a:pt x="1350" y="962"/>
                  </a:lnTo>
                  <a:lnTo>
                    <a:pt x="1287" y="978"/>
                  </a:lnTo>
                  <a:lnTo>
                    <a:pt x="1226" y="995"/>
                  </a:lnTo>
                  <a:lnTo>
                    <a:pt x="1166" y="1013"/>
                  </a:lnTo>
                  <a:lnTo>
                    <a:pt x="1110" y="1031"/>
                  </a:lnTo>
                  <a:lnTo>
                    <a:pt x="1056" y="1050"/>
                  </a:lnTo>
                  <a:lnTo>
                    <a:pt x="1006" y="1069"/>
                  </a:lnTo>
                  <a:lnTo>
                    <a:pt x="956" y="1088"/>
                  </a:lnTo>
                  <a:lnTo>
                    <a:pt x="911" y="1106"/>
                  </a:lnTo>
                  <a:lnTo>
                    <a:pt x="870" y="1124"/>
                  </a:lnTo>
                  <a:lnTo>
                    <a:pt x="830" y="1140"/>
                  </a:lnTo>
                  <a:lnTo>
                    <a:pt x="796" y="1157"/>
                  </a:lnTo>
                  <a:lnTo>
                    <a:pt x="765" y="1171"/>
                  </a:lnTo>
                  <a:lnTo>
                    <a:pt x="738" y="1184"/>
                  </a:lnTo>
                  <a:lnTo>
                    <a:pt x="717" y="1195"/>
                  </a:lnTo>
                  <a:lnTo>
                    <a:pt x="699" y="1204"/>
                  </a:lnTo>
                  <a:lnTo>
                    <a:pt x="685" y="1212"/>
                  </a:lnTo>
                  <a:lnTo>
                    <a:pt x="677" y="1215"/>
                  </a:lnTo>
                  <a:lnTo>
                    <a:pt x="675" y="1217"/>
                  </a:lnTo>
                  <a:lnTo>
                    <a:pt x="675" y="1315"/>
                  </a:lnTo>
                  <a:lnTo>
                    <a:pt x="0" y="1012"/>
                  </a:lnTo>
                  <a:lnTo>
                    <a:pt x="178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grpSp>
      <p:grpSp>
        <p:nvGrpSpPr>
          <p:cNvPr id="38" name="Group 37">
            <a:extLst>
              <a:ext uri="{FF2B5EF4-FFF2-40B4-BE49-F238E27FC236}">
                <a16:creationId xmlns:a16="http://schemas.microsoft.com/office/drawing/2014/main" id="{43C0AA29-CA47-2A89-CEC9-E9C094C5222C}"/>
              </a:ext>
            </a:extLst>
          </p:cNvPr>
          <p:cNvGrpSpPr/>
          <p:nvPr/>
        </p:nvGrpSpPr>
        <p:grpSpPr>
          <a:xfrm>
            <a:off x="10293529" y="3494369"/>
            <a:ext cx="533654" cy="690836"/>
            <a:chOff x="11291310" y="2362090"/>
            <a:chExt cx="331422" cy="429036"/>
          </a:xfrm>
          <a:solidFill>
            <a:schemeClr val="bg1"/>
          </a:solidFill>
        </p:grpSpPr>
        <p:sp>
          <p:nvSpPr>
            <p:cNvPr id="39" name="Freeform 38">
              <a:extLst>
                <a:ext uri="{FF2B5EF4-FFF2-40B4-BE49-F238E27FC236}">
                  <a16:creationId xmlns:a16="http://schemas.microsoft.com/office/drawing/2014/main" id="{3003B3D4-86CB-9240-452A-80B1BA3F64C0}"/>
                </a:ext>
              </a:extLst>
            </p:cNvPr>
            <p:cNvSpPr>
              <a:spLocks/>
            </p:cNvSpPr>
            <p:nvPr/>
          </p:nvSpPr>
          <p:spPr bwMode="auto">
            <a:xfrm>
              <a:off x="11291310" y="2649821"/>
              <a:ext cx="144037" cy="141305"/>
            </a:xfrm>
            <a:custGeom>
              <a:avLst/>
              <a:gdLst>
                <a:gd name="T0" fmla="*/ 328 w 1266"/>
                <a:gd name="T1" fmla="*/ 0 h 1244"/>
                <a:gd name="T2" fmla="*/ 949 w 1266"/>
                <a:gd name="T3" fmla="*/ 43 h 1244"/>
                <a:gd name="T4" fmla="*/ 1266 w 1266"/>
                <a:gd name="T5" fmla="*/ 314 h 1244"/>
                <a:gd name="T6" fmla="*/ 933 w 1266"/>
                <a:gd name="T7" fmla="*/ 1244 h 1244"/>
                <a:gd name="T8" fmla="*/ 594 w 1266"/>
                <a:gd name="T9" fmla="*/ 722 h 1244"/>
                <a:gd name="T10" fmla="*/ 0 w 1266"/>
                <a:gd name="T11" fmla="*/ 918 h 1244"/>
                <a:gd name="T12" fmla="*/ 328 w 1266"/>
                <a:gd name="T13" fmla="*/ 0 h 1244"/>
              </a:gdLst>
              <a:ahLst/>
              <a:cxnLst>
                <a:cxn ang="0">
                  <a:pos x="T0" y="T1"/>
                </a:cxn>
                <a:cxn ang="0">
                  <a:pos x="T2" y="T3"/>
                </a:cxn>
                <a:cxn ang="0">
                  <a:pos x="T4" y="T5"/>
                </a:cxn>
                <a:cxn ang="0">
                  <a:pos x="T6" y="T7"/>
                </a:cxn>
                <a:cxn ang="0">
                  <a:pos x="T8" y="T9"/>
                </a:cxn>
                <a:cxn ang="0">
                  <a:pos x="T10" y="T11"/>
                </a:cxn>
                <a:cxn ang="0">
                  <a:pos x="T12" y="T13"/>
                </a:cxn>
              </a:cxnLst>
              <a:rect l="0" t="0" r="r" b="b"/>
              <a:pathLst>
                <a:path w="1266" h="1244">
                  <a:moveTo>
                    <a:pt x="328" y="0"/>
                  </a:moveTo>
                  <a:lnTo>
                    <a:pt x="949" y="43"/>
                  </a:lnTo>
                  <a:lnTo>
                    <a:pt x="1266" y="314"/>
                  </a:lnTo>
                  <a:lnTo>
                    <a:pt x="933" y="1244"/>
                  </a:lnTo>
                  <a:lnTo>
                    <a:pt x="594" y="722"/>
                  </a:lnTo>
                  <a:lnTo>
                    <a:pt x="0" y="918"/>
                  </a:lnTo>
                  <a:lnTo>
                    <a:pt x="3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40" name="Freeform 39">
              <a:extLst>
                <a:ext uri="{FF2B5EF4-FFF2-40B4-BE49-F238E27FC236}">
                  <a16:creationId xmlns:a16="http://schemas.microsoft.com/office/drawing/2014/main" id="{D0B109A7-D5E4-2B9D-146D-FB90EEDB0781}"/>
                </a:ext>
              </a:extLst>
            </p:cNvPr>
            <p:cNvSpPr>
              <a:spLocks/>
            </p:cNvSpPr>
            <p:nvPr/>
          </p:nvSpPr>
          <p:spPr bwMode="auto">
            <a:xfrm>
              <a:off x="11478695" y="2649819"/>
              <a:ext cx="144037" cy="141304"/>
            </a:xfrm>
            <a:custGeom>
              <a:avLst/>
              <a:gdLst>
                <a:gd name="T0" fmla="*/ 937 w 1266"/>
                <a:gd name="T1" fmla="*/ 0 h 1244"/>
                <a:gd name="T2" fmla="*/ 1266 w 1266"/>
                <a:gd name="T3" fmla="*/ 918 h 1244"/>
                <a:gd name="T4" fmla="*/ 671 w 1266"/>
                <a:gd name="T5" fmla="*/ 722 h 1244"/>
                <a:gd name="T6" fmla="*/ 332 w 1266"/>
                <a:gd name="T7" fmla="*/ 1244 h 1244"/>
                <a:gd name="T8" fmla="*/ 0 w 1266"/>
                <a:gd name="T9" fmla="*/ 314 h 1244"/>
                <a:gd name="T10" fmla="*/ 316 w 1266"/>
                <a:gd name="T11" fmla="*/ 43 h 1244"/>
                <a:gd name="T12" fmla="*/ 937 w 1266"/>
                <a:gd name="T13" fmla="*/ 0 h 1244"/>
              </a:gdLst>
              <a:ahLst/>
              <a:cxnLst>
                <a:cxn ang="0">
                  <a:pos x="T0" y="T1"/>
                </a:cxn>
                <a:cxn ang="0">
                  <a:pos x="T2" y="T3"/>
                </a:cxn>
                <a:cxn ang="0">
                  <a:pos x="T4" y="T5"/>
                </a:cxn>
                <a:cxn ang="0">
                  <a:pos x="T6" y="T7"/>
                </a:cxn>
                <a:cxn ang="0">
                  <a:pos x="T8" y="T9"/>
                </a:cxn>
                <a:cxn ang="0">
                  <a:pos x="T10" y="T11"/>
                </a:cxn>
                <a:cxn ang="0">
                  <a:pos x="T12" y="T13"/>
                </a:cxn>
              </a:cxnLst>
              <a:rect l="0" t="0" r="r" b="b"/>
              <a:pathLst>
                <a:path w="1266" h="1244">
                  <a:moveTo>
                    <a:pt x="937" y="0"/>
                  </a:moveTo>
                  <a:lnTo>
                    <a:pt x="1266" y="918"/>
                  </a:lnTo>
                  <a:lnTo>
                    <a:pt x="671" y="722"/>
                  </a:lnTo>
                  <a:lnTo>
                    <a:pt x="332" y="1244"/>
                  </a:lnTo>
                  <a:lnTo>
                    <a:pt x="0" y="314"/>
                  </a:lnTo>
                  <a:lnTo>
                    <a:pt x="316" y="43"/>
                  </a:lnTo>
                  <a:lnTo>
                    <a:pt x="9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41" name="Freeform 40">
              <a:extLst>
                <a:ext uri="{FF2B5EF4-FFF2-40B4-BE49-F238E27FC236}">
                  <a16:creationId xmlns:a16="http://schemas.microsoft.com/office/drawing/2014/main" id="{FAB70F42-812A-50D5-7760-D5602271A3A0}"/>
                </a:ext>
              </a:extLst>
            </p:cNvPr>
            <p:cNvSpPr>
              <a:spLocks noEditPoints="1"/>
            </p:cNvSpPr>
            <p:nvPr/>
          </p:nvSpPr>
          <p:spPr bwMode="auto">
            <a:xfrm>
              <a:off x="11299835" y="2362090"/>
              <a:ext cx="314355" cy="310257"/>
            </a:xfrm>
            <a:custGeom>
              <a:avLst/>
              <a:gdLst>
                <a:gd name="T0" fmla="*/ 1300 w 2763"/>
                <a:gd name="T1" fmla="*/ 596 h 2729"/>
                <a:gd name="T2" fmla="*/ 1157 w 2763"/>
                <a:gd name="T3" fmla="*/ 624 h 2729"/>
                <a:gd name="T4" fmla="*/ 1025 w 2763"/>
                <a:gd name="T5" fmla="*/ 676 h 2729"/>
                <a:gd name="T6" fmla="*/ 906 w 2763"/>
                <a:gd name="T7" fmla="*/ 750 h 2729"/>
                <a:gd name="T8" fmla="*/ 803 w 2763"/>
                <a:gd name="T9" fmla="*/ 842 h 2729"/>
                <a:gd name="T10" fmla="*/ 718 w 2763"/>
                <a:gd name="T11" fmla="*/ 952 h 2729"/>
                <a:gd name="T12" fmla="*/ 654 w 2763"/>
                <a:gd name="T13" fmla="*/ 1076 h 2729"/>
                <a:gd name="T14" fmla="*/ 615 w 2763"/>
                <a:gd name="T15" fmla="*/ 1212 h 2729"/>
                <a:gd name="T16" fmla="*/ 600 w 2763"/>
                <a:gd name="T17" fmla="*/ 1357 h 2729"/>
                <a:gd name="T18" fmla="*/ 615 w 2763"/>
                <a:gd name="T19" fmla="*/ 1503 h 2729"/>
                <a:gd name="T20" fmla="*/ 654 w 2763"/>
                <a:gd name="T21" fmla="*/ 1638 h 2729"/>
                <a:gd name="T22" fmla="*/ 718 w 2763"/>
                <a:gd name="T23" fmla="*/ 1763 h 2729"/>
                <a:gd name="T24" fmla="*/ 803 w 2763"/>
                <a:gd name="T25" fmla="*/ 1873 h 2729"/>
                <a:gd name="T26" fmla="*/ 906 w 2763"/>
                <a:gd name="T27" fmla="*/ 1966 h 2729"/>
                <a:gd name="T28" fmla="*/ 1025 w 2763"/>
                <a:gd name="T29" fmla="*/ 2040 h 2729"/>
                <a:gd name="T30" fmla="*/ 1157 w 2763"/>
                <a:gd name="T31" fmla="*/ 2091 h 2729"/>
                <a:gd name="T32" fmla="*/ 1300 w 2763"/>
                <a:gd name="T33" fmla="*/ 2118 h 2729"/>
                <a:gd name="T34" fmla="*/ 1449 w 2763"/>
                <a:gd name="T35" fmla="*/ 2118 h 2729"/>
                <a:gd name="T36" fmla="*/ 1592 w 2763"/>
                <a:gd name="T37" fmla="*/ 2091 h 2729"/>
                <a:gd name="T38" fmla="*/ 1724 w 2763"/>
                <a:gd name="T39" fmla="*/ 2040 h 2729"/>
                <a:gd name="T40" fmla="*/ 1842 w 2763"/>
                <a:gd name="T41" fmla="*/ 1966 h 2729"/>
                <a:gd name="T42" fmla="*/ 1946 w 2763"/>
                <a:gd name="T43" fmla="*/ 1873 h 2729"/>
                <a:gd name="T44" fmla="*/ 2031 w 2763"/>
                <a:gd name="T45" fmla="*/ 1763 h 2729"/>
                <a:gd name="T46" fmla="*/ 2095 w 2763"/>
                <a:gd name="T47" fmla="*/ 1638 h 2729"/>
                <a:gd name="T48" fmla="*/ 2134 w 2763"/>
                <a:gd name="T49" fmla="*/ 1503 h 2729"/>
                <a:gd name="T50" fmla="*/ 2149 w 2763"/>
                <a:gd name="T51" fmla="*/ 1357 h 2729"/>
                <a:gd name="T52" fmla="*/ 2134 w 2763"/>
                <a:gd name="T53" fmla="*/ 1212 h 2729"/>
                <a:gd name="T54" fmla="*/ 2095 w 2763"/>
                <a:gd name="T55" fmla="*/ 1076 h 2729"/>
                <a:gd name="T56" fmla="*/ 2031 w 2763"/>
                <a:gd name="T57" fmla="*/ 952 h 2729"/>
                <a:gd name="T58" fmla="*/ 1946 w 2763"/>
                <a:gd name="T59" fmla="*/ 842 h 2729"/>
                <a:gd name="T60" fmla="*/ 1842 w 2763"/>
                <a:gd name="T61" fmla="*/ 750 h 2729"/>
                <a:gd name="T62" fmla="*/ 1724 w 2763"/>
                <a:gd name="T63" fmla="*/ 676 h 2729"/>
                <a:gd name="T64" fmla="*/ 1592 w 2763"/>
                <a:gd name="T65" fmla="*/ 624 h 2729"/>
                <a:gd name="T66" fmla="*/ 1449 w 2763"/>
                <a:gd name="T67" fmla="*/ 596 h 2729"/>
                <a:gd name="T68" fmla="*/ 1381 w 2763"/>
                <a:gd name="T69" fmla="*/ 0 h 2729"/>
                <a:gd name="T70" fmla="*/ 2359 w 2763"/>
                <a:gd name="T71" fmla="*/ 400 h 2729"/>
                <a:gd name="T72" fmla="*/ 2763 w 2763"/>
                <a:gd name="T73" fmla="*/ 1365 h 2729"/>
                <a:gd name="T74" fmla="*/ 2359 w 2763"/>
                <a:gd name="T75" fmla="*/ 2330 h 2729"/>
                <a:gd name="T76" fmla="*/ 1381 w 2763"/>
                <a:gd name="T77" fmla="*/ 2729 h 2729"/>
                <a:gd name="T78" fmla="*/ 404 w 2763"/>
                <a:gd name="T79" fmla="*/ 2330 h 2729"/>
                <a:gd name="T80" fmla="*/ 0 w 2763"/>
                <a:gd name="T81" fmla="*/ 1365 h 2729"/>
                <a:gd name="T82" fmla="*/ 404 w 2763"/>
                <a:gd name="T83" fmla="*/ 400 h 2729"/>
                <a:gd name="T84" fmla="*/ 1381 w 2763"/>
                <a:gd name="T85" fmla="*/ 0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3" h="2729">
                  <a:moveTo>
                    <a:pt x="1374" y="594"/>
                  </a:moveTo>
                  <a:lnTo>
                    <a:pt x="1300" y="596"/>
                  </a:lnTo>
                  <a:lnTo>
                    <a:pt x="1227" y="607"/>
                  </a:lnTo>
                  <a:lnTo>
                    <a:pt x="1157" y="624"/>
                  </a:lnTo>
                  <a:lnTo>
                    <a:pt x="1089" y="646"/>
                  </a:lnTo>
                  <a:lnTo>
                    <a:pt x="1025" y="676"/>
                  </a:lnTo>
                  <a:lnTo>
                    <a:pt x="964" y="710"/>
                  </a:lnTo>
                  <a:lnTo>
                    <a:pt x="906" y="750"/>
                  </a:lnTo>
                  <a:lnTo>
                    <a:pt x="853" y="794"/>
                  </a:lnTo>
                  <a:lnTo>
                    <a:pt x="803" y="842"/>
                  </a:lnTo>
                  <a:lnTo>
                    <a:pt x="758" y="896"/>
                  </a:lnTo>
                  <a:lnTo>
                    <a:pt x="718" y="952"/>
                  </a:lnTo>
                  <a:lnTo>
                    <a:pt x="684" y="1013"/>
                  </a:lnTo>
                  <a:lnTo>
                    <a:pt x="654" y="1076"/>
                  </a:lnTo>
                  <a:lnTo>
                    <a:pt x="631" y="1143"/>
                  </a:lnTo>
                  <a:lnTo>
                    <a:pt x="615" y="1212"/>
                  </a:lnTo>
                  <a:lnTo>
                    <a:pt x="604" y="1284"/>
                  </a:lnTo>
                  <a:lnTo>
                    <a:pt x="600" y="1357"/>
                  </a:lnTo>
                  <a:lnTo>
                    <a:pt x="604" y="1431"/>
                  </a:lnTo>
                  <a:lnTo>
                    <a:pt x="615" y="1503"/>
                  </a:lnTo>
                  <a:lnTo>
                    <a:pt x="631" y="1573"/>
                  </a:lnTo>
                  <a:lnTo>
                    <a:pt x="654" y="1638"/>
                  </a:lnTo>
                  <a:lnTo>
                    <a:pt x="684" y="1703"/>
                  </a:lnTo>
                  <a:lnTo>
                    <a:pt x="718" y="1763"/>
                  </a:lnTo>
                  <a:lnTo>
                    <a:pt x="758" y="1820"/>
                  </a:lnTo>
                  <a:lnTo>
                    <a:pt x="803" y="1873"/>
                  </a:lnTo>
                  <a:lnTo>
                    <a:pt x="853" y="1922"/>
                  </a:lnTo>
                  <a:lnTo>
                    <a:pt x="906" y="1966"/>
                  </a:lnTo>
                  <a:lnTo>
                    <a:pt x="964" y="2006"/>
                  </a:lnTo>
                  <a:lnTo>
                    <a:pt x="1025" y="2040"/>
                  </a:lnTo>
                  <a:lnTo>
                    <a:pt x="1089" y="2068"/>
                  </a:lnTo>
                  <a:lnTo>
                    <a:pt x="1157" y="2091"/>
                  </a:lnTo>
                  <a:lnTo>
                    <a:pt x="1227" y="2108"/>
                  </a:lnTo>
                  <a:lnTo>
                    <a:pt x="1300" y="2118"/>
                  </a:lnTo>
                  <a:lnTo>
                    <a:pt x="1374" y="2122"/>
                  </a:lnTo>
                  <a:lnTo>
                    <a:pt x="1449" y="2118"/>
                  </a:lnTo>
                  <a:lnTo>
                    <a:pt x="1522" y="2108"/>
                  </a:lnTo>
                  <a:lnTo>
                    <a:pt x="1592" y="2091"/>
                  </a:lnTo>
                  <a:lnTo>
                    <a:pt x="1659" y="2068"/>
                  </a:lnTo>
                  <a:lnTo>
                    <a:pt x="1724" y="2040"/>
                  </a:lnTo>
                  <a:lnTo>
                    <a:pt x="1786" y="2006"/>
                  </a:lnTo>
                  <a:lnTo>
                    <a:pt x="1842" y="1966"/>
                  </a:lnTo>
                  <a:lnTo>
                    <a:pt x="1897" y="1922"/>
                  </a:lnTo>
                  <a:lnTo>
                    <a:pt x="1946" y="1873"/>
                  </a:lnTo>
                  <a:lnTo>
                    <a:pt x="1992" y="1820"/>
                  </a:lnTo>
                  <a:lnTo>
                    <a:pt x="2031" y="1763"/>
                  </a:lnTo>
                  <a:lnTo>
                    <a:pt x="2065" y="1703"/>
                  </a:lnTo>
                  <a:lnTo>
                    <a:pt x="2095" y="1638"/>
                  </a:lnTo>
                  <a:lnTo>
                    <a:pt x="2117" y="1573"/>
                  </a:lnTo>
                  <a:lnTo>
                    <a:pt x="2134" y="1503"/>
                  </a:lnTo>
                  <a:lnTo>
                    <a:pt x="2146" y="1431"/>
                  </a:lnTo>
                  <a:lnTo>
                    <a:pt x="2149" y="1357"/>
                  </a:lnTo>
                  <a:lnTo>
                    <a:pt x="2146" y="1284"/>
                  </a:lnTo>
                  <a:lnTo>
                    <a:pt x="2134" y="1212"/>
                  </a:lnTo>
                  <a:lnTo>
                    <a:pt x="2117" y="1143"/>
                  </a:lnTo>
                  <a:lnTo>
                    <a:pt x="2095" y="1076"/>
                  </a:lnTo>
                  <a:lnTo>
                    <a:pt x="2065" y="1013"/>
                  </a:lnTo>
                  <a:lnTo>
                    <a:pt x="2031" y="952"/>
                  </a:lnTo>
                  <a:lnTo>
                    <a:pt x="1992" y="896"/>
                  </a:lnTo>
                  <a:lnTo>
                    <a:pt x="1946" y="842"/>
                  </a:lnTo>
                  <a:lnTo>
                    <a:pt x="1897" y="794"/>
                  </a:lnTo>
                  <a:lnTo>
                    <a:pt x="1842" y="750"/>
                  </a:lnTo>
                  <a:lnTo>
                    <a:pt x="1786" y="710"/>
                  </a:lnTo>
                  <a:lnTo>
                    <a:pt x="1724" y="676"/>
                  </a:lnTo>
                  <a:lnTo>
                    <a:pt x="1659" y="646"/>
                  </a:lnTo>
                  <a:lnTo>
                    <a:pt x="1592" y="624"/>
                  </a:lnTo>
                  <a:lnTo>
                    <a:pt x="1522" y="607"/>
                  </a:lnTo>
                  <a:lnTo>
                    <a:pt x="1449" y="596"/>
                  </a:lnTo>
                  <a:lnTo>
                    <a:pt x="1374" y="594"/>
                  </a:lnTo>
                  <a:close/>
                  <a:moveTo>
                    <a:pt x="1381" y="0"/>
                  </a:moveTo>
                  <a:lnTo>
                    <a:pt x="1803" y="361"/>
                  </a:lnTo>
                  <a:lnTo>
                    <a:pt x="2359" y="400"/>
                  </a:lnTo>
                  <a:lnTo>
                    <a:pt x="2397" y="949"/>
                  </a:lnTo>
                  <a:lnTo>
                    <a:pt x="2763" y="1365"/>
                  </a:lnTo>
                  <a:lnTo>
                    <a:pt x="2397" y="1780"/>
                  </a:lnTo>
                  <a:lnTo>
                    <a:pt x="2359" y="2330"/>
                  </a:lnTo>
                  <a:lnTo>
                    <a:pt x="1803" y="2368"/>
                  </a:lnTo>
                  <a:lnTo>
                    <a:pt x="1381" y="2729"/>
                  </a:lnTo>
                  <a:lnTo>
                    <a:pt x="961" y="2368"/>
                  </a:lnTo>
                  <a:lnTo>
                    <a:pt x="404" y="2330"/>
                  </a:lnTo>
                  <a:lnTo>
                    <a:pt x="366" y="1780"/>
                  </a:lnTo>
                  <a:lnTo>
                    <a:pt x="0" y="1365"/>
                  </a:lnTo>
                  <a:lnTo>
                    <a:pt x="366" y="949"/>
                  </a:lnTo>
                  <a:lnTo>
                    <a:pt x="404" y="400"/>
                  </a:lnTo>
                  <a:lnTo>
                    <a:pt x="961" y="361"/>
                  </a:lnTo>
                  <a:lnTo>
                    <a:pt x="138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sp>
          <p:nvSpPr>
            <p:cNvPr id="42" name="Freeform 41">
              <a:extLst>
                <a:ext uri="{FF2B5EF4-FFF2-40B4-BE49-F238E27FC236}">
                  <a16:creationId xmlns:a16="http://schemas.microsoft.com/office/drawing/2014/main" id="{F79D83BA-B3C4-30FC-C5E0-DCF17F513C0E}"/>
                </a:ext>
              </a:extLst>
            </p:cNvPr>
            <p:cNvSpPr>
              <a:spLocks/>
            </p:cNvSpPr>
            <p:nvPr/>
          </p:nvSpPr>
          <p:spPr bwMode="auto">
            <a:xfrm>
              <a:off x="11427095" y="2467561"/>
              <a:ext cx="45054" cy="96934"/>
            </a:xfrm>
            <a:custGeom>
              <a:avLst/>
              <a:gdLst>
                <a:gd name="T0" fmla="*/ 228 w 396"/>
                <a:gd name="T1" fmla="*/ 0 h 852"/>
                <a:gd name="T2" fmla="*/ 396 w 396"/>
                <a:gd name="T3" fmla="*/ 0 h 852"/>
                <a:gd name="T4" fmla="*/ 396 w 396"/>
                <a:gd name="T5" fmla="*/ 852 h 852"/>
                <a:gd name="T6" fmla="*/ 200 w 396"/>
                <a:gd name="T7" fmla="*/ 852 h 852"/>
                <a:gd name="T8" fmla="*/ 200 w 396"/>
                <a:gd name="T9" fmla="*/ 180 h 852"/>
                <a:gd name="T10" fmla="*/ 197 w 396"/>
                <a:gd name="T11" fmla="*/ 180 h 852"/>
                <a:gd name="T12" fmla="*/ 33 w 396"/>
                <a:gd name="T13" fmla="*/ 257 h 852"/>
                <a:gd name="T14" fmla="*/ 0 w 396"/>
                <a:gd name="T15" fmla="*/ 106 h 852"/>
                <a:gd name="T16" fmla="*/ 228 w 396"/>
                <a:gd name="T17" fmla="*/ 0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852">
                  <a:moveTo>
                    <a:pt x="228" y="0"/>
                  </a:moveTo>
                  <a:lnTo>
                    <a:pt x="396" y="0"/>
                  </a:lnTo>
                  <a:lnTo>
                    <a:pt x="396" y="852"/>
                  </a:lnTo>
                  <a:lnTo>
                    <a:pt x="200" y="852"/>
                  </a:lnTo>
                  <a:lnTo>
                    <a:pt x="200" y="180"/>
                  </a:lnTo>
                  <a:lnTo>
                    <a:pt x="197" y="180"/>
                  </a:lnTo>
                  <a:lnTo>
                    <a:pt x="33" y="257"/>
                  </a:lnTo>
                  <a:lnTo>
                    <a:pt x="0" y="106"/>
                  </a:lnTo>
                  <a:lnTo>
                    <a:pt x="2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US" sz="2400">
                <a:solidFill>
                  <a:prstClr val="black"/>
                </a:solidFill>
                <a:latin typeface="Segoe UI" panose="020B0502040204020203" pitchFamily="34" charset="0"/>
              </a:endParaRPr>
            </a:p>
          </p:txBody>
        </p:sp>
      </p:grpSp>
      <p:sp>
        <p:nvSpPr>
          <p:cNvPr id="45" name="TextBox 44">
            <a:extLst>
              <a:ext uri="{FF2B5EF4-FFF2-40B4-BE49-F238E27FC236}">
                <a16:creationId xmlns:a16="http://schemas.microsoft.com/office/drawing/2014/main" id="{28B3370D-ECF8-1826-079A-9BFD7F497E0B}"/>
              </a:ext>
            </a:extLst>
          </p:cNvPr>
          <p:cNvSpPr txBox="1"/>
          <p:nvPr/>
        </p:nvSpPr>
        <p:spPr>
          <a:xfrm>
            <a:off x="718744" y="4924016"/>
            <a:ext cx="1798967" cy="400110"/>
          </a:xfrm>
          <a:prstGeom prst="rect">
            <a:avLst/>
          </a:prstGeom>
          <a:noFill/>
        </p:spPr>
        <p:txBody>
          <a:bodyPr wrap="square" rtlCol="0">
            <a:spAutoFit/>
          </a:bodyPr>
          <a:lstStyle/>
          <a:p>
            <a:pPr algn="ctr" defTabSz="1218987"/>
            <a:r>
              <a:rPr lang="en-US" sz="2000" b="1">
                <a:solidFill>
                  <a:srgbClr val="1F497D"/>
                </a:solidFill>
                <a:latin typeface="Segoe UI" panose="020B0502040204020203" pitchFamily="34" charset="0"/>
                <a:cs typeface="Segoe UI" panose="020B0502040204020203" pitchFamily="34" charset="0"/>
              </a:rPr>
              <a:t>Sample Text</a:t>
            </a:r>
          </a:p>
        </p:txBody>
      </p:sp>
      <p:sp>
        <p:nvSpPr>
          <p:cNvPr id="46" name="TextBox 45">
            <a:extLst>
              <a:ext uri="{FF2B5EF4-FFF2-40B4-BE49-F238E27FC236}">
                <a16:creationId xmlns:a16="http://schemas.microsoft.com/office/drawing/2014/main" id="{8756F08A-01F2-6F13-D400-D3849F47A6DB}"/>
              </a:ext>
            </a:extLst>
          </p:cNvPr>
          <p:cNvSpPr txBox="1"/>
          <p:nvPr/>
        </p:nvSpPr>
        <p:spPr>
          <a:xfrm>
            <a:off x="597596" y="5318242"/>
            <a:ext cx="2041260" cy="830997"/>
          </a:xfrm>
          <a:prstGeom prst="rect">
            <a:avLst/>
          </a:prstGeom>
          <a:noFill/>
        </p:spPr>
        <p:txBody>
          <a:bodyPr wrap="square" rtlCol="0">
            <a:spAutoFit/>
          </a:bodyPr>
          <a:lstStyle/>
          <a:p>
            <a:pPr algn="ctr" defTabSz="1218987"/>
            <a:r>
              <a:rPr lang="en-US" sz="1600">
                <a:solidFill>
                  <a:prstClr val="black">
                    <a:lumMod val="85000"/>
                    <a:lumOff val="15000"/>
                  </a:prstClr>
                </a:solidFill>
                <a:latin typeface="Segoe UI" panose="020B0502040204020203" pitchFamily="34" charset="0"/>
                <a:cs typeface="Segoe UI" panose="020B0502040204020203" pitchFamily="34" charset="0"/>
              </a:rPr>
              <a:t>This is a sample text. Insert your desired text here.</a:t>
            </a:r>
          </a:p>
        </p:txBody>
      </p:sp>
      <p:sp>
        <p:nvSpPr>
          <p:cNvPr id="48" name="TextBox 47">
            <a:extLst>
              <a:ext uri="{FF2B5EF4-FFF2-40B4-BE49-F238E27FC236}">
                <a16:creationId xmlns:a16="http://schemas.microsoft.com/office/drawing/2014/main" id="{B0D0ACB8-57A7-643E-6CB4-0949D0CCE47C}"/>
              </a:ext>
            </a:extLst>
          </p:cNvPr>
          <p:cNvSpPr txBox="1"/>
          <p:nvPr/>
        </p:nvSpPr>
        <p:spPr>
          <a:xfrm>
            <a:off x="2954273" y="3678745"/>
            <a:ext cx="1798967" cy="400110"/>
          </a:xfrm>
          <a:prstGeom prst="rect">
            <a:avLst/>
          </a:prstGeom>
          <a:noFill/>
        </p:spPr>
        <p:txBody>
          <a:bodyPr wrap="square" rtlCol="0">
            <a:spAutoFit/>
          </a:bodyPr>
          <a:lstStyle/>
          <a:p>
            <a:pPr algn="ctr" defTabSz="1218987"/>
            <a:r>
              <a:rPr lang="en-US" sz="2000" b="1">
                <a:solidFill>
                  <a:srgbClr val="E35A35"/>
                </a:solidFill>
                <a:latin typeface="Segoe UI" panose="020B0502040204020203" pitchFamily="34" charset="0"/>
                <a:cs typeface="Segoe UI" panose="020B0502040204020203" pitchFamily="34" charset="0"/>
              </a:rPr>
              <a:t>Sample Text</a:t>
            </a:r>
          </a:p>
        </p:txBody>
      </p:sp>
      <p:sp>
        <p:nvSpPr>
          <p:cNvPr id="49" name="TextBox 48">
            <a:extLst>
              <a:ext uri="{FF2B5EF4-FFF2-40B4-BE49-F238E27FC236}">
                <a16:creationId xmlns:a16="http://schemas.microsoft.com/office/drawing/2014/main" id="{76A88002-18EF-33C8-AC74-71D5A8AA13E4}"/>
              </a:ext>
            </a:extLst>
          </p:cNvPr>
          <p:cNvSpPr txBox="1"/>
          <p:nvPr/>
        </p:nvSpPr>
        <p:spPr>
          <a:xfrm>
            <a:off x="2833125" y="4072971"/>
            <a:ext cx="2041260" cy="830997"/>
          </a:xfrm>
          <a:prstGeom prst="rect">
            <a:avLst/>
          </a:prstGeom>
          <a:noFill/>
        </p:spPr>
        <p:txBody>
          <a:bodyPr wrap="square" rtlCol="0">
            <a:spAutoFit/>
          </a:bodyPr>
          <a:lstStyle/>
          <a:p>
            <a:pPr algn="ctr" defTabSz="1218987"/>
            <a:r>
              <a:rPr lang="en-US" sz="1600">
                <a:solidFill>
                  <a:prstClr val="black">
                    <a:lumMod val="85000"/>
                    <a:lumOff val="15000"/>
                  </a:prstClr>
                </a:solidFill>
                <a:latin typeface="Segoe UI" panose="020B0502040204020203" pitchFamily="34" charset="0"/>
                <a:cs typeface="Segoe UI" panose="020B0502040204020203" pitchFamily="34" charset="0"/>
              </a:rPr>
              <a:t>This is a sample text. Insert your desired text here.</a:t>
            </a:r>
          </a:p>
        </p:txBody>
      </p:sp>
      <p:sp>
        <p:nvSpPr>
          <p:cNvPr id="51" name="TextBox 50">
            <a:extLst>
              <a:ext uri="{FF2B5EF4-FFF2-40B4-BE49-F238E27FC236}">
                <a16:creationId xmlns:a16="http://schemas.microsoft.com/office/drawing/2014/main" id="{B4732121-99C0-1033-EB8B-5F2522264683}"/>
              </a:ext>
            </a:extLst>
          </p:cNvPr>
          <p:cNvSpPr txBox="1"/>
          <p:nvPr/>
        </p:nvSpPr>
        <p:spPr>
          <a:xfrm>
            <a:off x="5189802" y="4924016"/>
            <a:ext cx="1798967" cy="400110"/>
          </a:xfrm>
          <a:prstGeom prst="rect">
            <a:avLst/>
          </a:prstGeom>
          <a:noFill/>
        </p:spPr>
        <p:txBody>
          <a:bodyPr wrap="square" rtlCol="0">
            <a:spAutoFit/>
          </a:bodyPr>
          <a:lstStyle/>
          <a:p>
            <a:pPr algn="ctr" defTabSz="1218987"/>
            <a:r>
              <a:rPr lang="en-US" sz="2000" b="1">
                <a:solidFill>
                  <a:srgbClr val="ECB448"/>
                </a:solidFill>
                <a:latin typeface="Segoe UI" panose="020B0502040204020203" pitchFamily="34" charset="0"/>
                <a:cs typeface="Segoe UI" panose="020B0502040204020203" pitchFamily="34" charset="0"/>
              </a:rPr>
              <a:t>Sample Text</a:t>
            </a:r>
          </a:p>
        </p:txBody>
      </p:sp>
      <p:sp>
        <p:nvSpPr>
          <p:cNvPr id="52" name="TextBox 51">
            <a:extLst>
              <a:ext uri="{FF2B5EF4-FFF2-40B4-BE49-F238E27FC236}">
                <a16:creationId xmlns:a16="http://schemas.microsoft.com/office/drawing/2014/main" id="{E50117AD-63EB-269D-C37E-D5B827FD1635}"/>
              </a:ext>
            </a:extLst>
          </p:cNvPr>
          <p:cNvSpPr txBox="1"/>
          <p:nvPr/>
        </p:nvSpPr>
        <p:spPr>
          <a:xfrm>
            <a:off x="5068654" y="5318242"/>
            <a:ext cx="2041260" cy="830997"/>
          </a:xfrm>
          <a:prstGeom prst="rect">
            <a:avLst/>
          </a:prstGeom>
          <a:noFill/>
        </p:spPr>
        <p:txBody>
          <a:bodyPr wrap="square" rtlCol="0">
            <a:spAutoFit/>
          </a:bodyPr>
          <a:lstStyle/>
          <a:p>
            <a:pPr algn="ctr" defTabSz="1218987"/>
            <a:r>
              <a:rPr lang="en-US" sz="1600">
                <a:solidFill>
                  <a:prstClr val="black">
                    <a:lumMod val="85000"/>
                    <a:lumOff val="15000"/>
                  </a:prstClr>
                </a:solidFill>
                <a:latin typeface="Segoe UI" panose="020B0502040204020203" pitchFamily="34" charset="0"/>
                <a:cs typeface="Segoe UI" panose="020B0502040204020203" pitchFamily="34" charset="0"/>
              </a:rPr>
              <a:t>This is a sample text. Insert your desired text here.</a:t>
            </a:r>
          </a:p>
        </p:txBody>
      </p:sp>
      <p:sp>
        <p:nvSpPr>
          <p:cNvPr id="54" name="TextBox 53">
            <a:extLst>
              <a:ext uri="{FF2B5EF4-FFF2-40B4-BE49-F238E27FC236}">
                <a16:creationId xmlns:a16="http://schemas.microsoft.com/office/drawing/2014/main" id="{37189E0B-9782-1E25-80A3-D10AD8EB98B8}"/>
              </a:ext>
            </a:extLst>
          </p:cNvPr>
          <p:cNvSpPr txBox="1"/>
          <p:nvPr/>
        </p:nvSpPr>
        <p:spPr>
          <a:xfrm>
            <a:off x="7425331" y="3678745"/>
            <a:ext cx="1798967" cy="400110"/>
          </a:xfrm>
          <a:prstGeom prst="rect">
            <a:avLst/>
          </a:prstGeom>
          <a:noFill/>
        </p:spPr>
        <p:txBody>
          <a:bodyPr wrap="square" rtlCol="0">
            <a:spAutoFit/>
          </a:bodyPr>
          <a:lstStyle/>
          <a:p>
            <a:pPr algn="ctr" defTabSz="1218987"/>
            <a:r>
              <a:rPr lang="en-US" sz="2000" b="1">
                <a:solidFill>
                  <a:srgbClr val="8BB74C"/>
                </a:solidFill>
                <a:latin typeface="Segoe UI" panose="020B0502040204020203" pitchFamily="34" charset="0"/>
                <a:cs typeface="Segoe UI" panose="020B0502040204020203" pitchFamily="34" charset="0"/>
              </a:rPr>
              <a:t>Sample Text</a:t>
            </a:r>
          </a:p>
        </p:txBody>
      </p:sp>
      <p:sp>
        <p:nvSpPr>
          <p:cNvPr id="55" name="TextBox 54">
            <a:extLst>
              <a:ext uri="{FF2B5EF4-FFF2-40B4-BE49-F238E27FC236}">
                <a16:creationId xmlns:a16="http://schemas.microsoft.com/office/drawing/2014/main" id="{7B287D66-5087-111B-3B0D-CE522BA321CC}"/>
              </a:ext>
            </a:extLst>
          </p:cNvPr>
          <p:cNvSpPr txBox="1"/>
          <p:nvPr/>
        </p:nvSpPr>
        <p:spPr>
          <a:xfrm>
            <a:off x="7304183" y="4072971"/>
            <a:ext cx="2041260" cy="830997"/>
          </a:xfrm>
          <a:prstGeom prst="rect">
            <a:avLst/>
          </a:prstGeom>
          <a:noFill/>
        </p:spPr>
        <p:txBody>
          <a:bodyPr wrap="square" rtlCol="0">
            <a:spAutoFit/>
          </a:bodyPr>
          <a:lstStyle/>
          <a:p>
            <a:pPr algn="ctr" defTabSz="1218987"/>
            <a:r>
              <a:rPr lang="en-US" sz="1600">
                <a:solidFill>
                  <a:prstClr val="black">
                    <a:lumMod val="85000"/>
                    <a:lumOff val="15000"/>
                  </a:prstClr>
                </a:solidFill>
                <a:latin typeface="Segoe UI" panose="020B0502040204020203" pitchFamily="34" charset="0"/>
                <a:cs typeface="Segoe UI" panose="020B0502040204020203" pitchFamily="34" charset="0"/>
              </a:rPr>
              <a:t>This is a sample text. Insert your desired text here.</a:t>
            </a:r>
          </a:p>
        </p:txBody>
      </p:sp>
      <p:sp>
        <p:nvSpPr>
          <p:cNvPr id="57" name="TextBox 56">
            <a:extLst>
              <a:ext uri="{FF2B5EF4-FFF2-40B4-BE49-F238E27FC236}">
                <a16:creationId xmlns:a16="http://schemas.microsoft.com/office/drawing/2014/main" id="{CF4E16FE-82BB-AD89-CE3E-8E0202982521}"/>
              </a:ext>
            </a:extLst>
          </p:cNvPr>
          <p:cNvSpPr txBox="1"/>
          <p:nvPr/>
        </p:nvSpPr>
        <p:spPr>
          <a:xfrm>
            <a:off x="9660860" y="4924016"/>
            <a:ext cx="1798967" cy="400110"/>
          </a:xfrm>
          <a:prstGeom prst="rect">
            <a:avLst/>
          </a:prstGeom>
          <a:noFill/>
        </p:spPr>
        <p:txBody>
          <a:bodyPr wrap="square" rtlCol="0">
            <a:spAutoFit/>
          </a:bodyPr>
          <a:lstStyle/>
          <a:p>
            <a:pPr algn="ctr" defTabSz="1218987"/>
            <a:r>
              <a:rPr lang="en-US" sz="2000" b="1">
                <a:solidFill>
                  <a:srgbClr val="5FB7A2"/>
                </a:solidFill>
                <a:latin typeface="Segoe UI" panose="020B0502040204020203" pitchFamily="34" charset="0"/>
                <a:cs typeface="Segoe UI" panose="020B0502040204020203" pitchFamily="34" charset="0"/>
              </a:rPr>
              <a:t>Sample Text</a:t>
            </a:r>
          </a:p>
        </p:txBody>
      </p:sp>
      <p:sp>
        <p:nvSpPr>
          <p:cNvPr id="58" name="TextBox 57">
            <a:extLst>
              <a:ext uri="{FF2B5EF4-FFF2-40B4-BE49-F238E27FC236}">
                <a16:creationId xmlns:a16="http://schemas.microsoft.com/office/drawing/2014/main" id="{27CC80FF-A409-7C78-BBA8-E825931F5E61}"/>
              </a:ext>
            </a:extLst>
          </p:cNvPr>
          <p:cNvSpPr txBox="1"/>
          <p:nvPr/>
        </p:nvSpPr>
        <p:spPr>
          <a:xfrm>
            <a:off x="9539712" y="5318242"/>
            <a:ext cx="2041260" cy="830997"/>
          </a:xfrm>
          <a:prstGeom prst="rect">
            <a:avLst/>
          </a:prstGeom>
          <a:noFill/>
        </p:spPr>
        <p:txBody>
          <a:bodyPr wrap="square" rtlCol="0">
            <a:spAutoFit/>
          </a:bodyPr>
          <a:lstStyle/>
          <a:p>
            <a:pPr algn="ctr" defTabSz="1218987"/>
            <a:r>
              <a:rPr lang="en-US" sz="1600">
                <a:solidFill>
                  <a:prstClr val="black">
                    <a:lumMod val="85000"/>
                    <a:lumOff val="15000"/>
                  </a:prstClr>
                </a:solidFill>
                <a:latin typeface="Segoe UI" panose="020B0502040204020203" pitchFamily="34" charset="0"/>
                <a:cs typeface="Segoe UI" panose="020B0502040204020203" pitchFamily="34" charset="0"/>
              </a:rPr>
              <a:t>This is a sample text. Insert your desired text here.</a:t>
            </a:r>
          </a:p>
        </p:txBody>
      </p:sp>
    </p:spTree>
    <p:extLst>
      <p:ext uri="{BB962C8B-B14F-4D97-AF65-F5344CB8AC3E}">
        <p14:creationId xmlns:p14="http://schemas.microsoft.com/office/powerpoint/2010/main" val="153462086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4F3478-1EBB-6549-CDD5-C82554B9AD3C}"/>
              </a:ext>
            </a:extLst>
          </p:cNvPr>
          <p:cNvSpPr txBox="1">
            <a:spLocks/>
          </p:cNvSpPr>
          <p:nvPr/>
        </p:nvSpPr>
        <p:spPr>
          <a:xfrm>
            <a:off x="611030" y="392783"/>
            <a:ext cx="10969943" cy="711081"/>
          </a:xfrm>
          <a:prstGeom prst="rect">
            <a:avLst/>
          </a:prstGeom>
        </p:spPr>
        <p:txBody>
          <a:bodyPr vert="horz" lIns="121899" tIns="60949" rIns="121899" bIns="60949" rtlCol="0" anchor="ctr">
            <a:normAutofit/>
          </a:bodyPr>
          <a:lstStyle>
            <a:lvl1pPr algn="l" defTabSz="1218987" rtl="0" eaLnBrk="1" latinLnBrk="0" hangingPunct="1">
              <a:spcBef>
                <a:spcPct val="0"/>
              </a:spcBef>
              <a:buNone/>
              <a:defRPr sz="3600" kern="1200">
                <a:solidFill>
                  <a:schemeClr val="tx1"/>
                </a:solidFill>
                <a:latin typeface="+mj-lt"/>
                <a:ea typeface="+mj-ea"/>
                <a:cs typeface="+mj-cs"/>
              </a:defRPr>
            </a:lvl1pPr>
          </a:lstStyle>
          <a:p>
            <a:r>
              <a:rPr lang="en-US" b="1">
                <a:solidFill>
                  <a:prstClr val="black"/>
                </a:solidFill>
                <a:latin typeface="Segoe UI" panose="020B0502040204020203" pitchFamily="34" charset="0"/>
                <a:cs typeface="Segoe UI" panose="020B0502040204020203" pitchFamily="34" charset="0"/>
              </a:rPr>
              <a:t>Timeline Infographics</a:t>
            </a:r>
          </a:p>
        </p:txBody>
      </p:sp>
      <p:sp>
        <p:nvSpPr>
          <p:cNvPr id="17" name="Freeform: Shape 16">
            <a:extLst>
              <a:ext uri="{FF2B5EF4-FFF2-40B4-BE49-F238E27FC236}">
                <a16:creationId xmlns:a16="http://schemas.microsoft.com/office/drawing/2014/main" id="{89D4ECF0-9446-CAA1-F802-F6A31645391C}"/>
              </a:ext>
            </a:extLst>
          </p:cNvPr>
          <p:cNvSpPr/>
          <p:nvPr/>
        </p:nvSpPr>
        <p:spPr>
          <a:xfrm rot="16200000">
            <a:off x="3647222" y="3722765"/>
            <a:ext cx="366157" cy="23754"/>
          </a:xfrm>
          <a:custGeom>
            <a:avLst/>
            <a:gdLst>
              <a:gd name="connsiteX0" fmla="*/ 0 w 221989"/>
              <a:gd name="connsiteY0" fmla="*/ 0 h 14401"/>
              <a:gd name="connsiteX1" fmla="*/ 221990 w 221989"/>
              <a:gd name="connsiteY1" fmla="*/ 0 h 14401"/>
              <a:gd name="connsiteX2" fmla="*/ 221990 w 221989"/>
              <a:gd name="connsiteY2" fmla="*/ 14402 h 14401"/>
              <a:gd name="connsiteX3" fmla="*/ 0 w 221989"/>
              <a:gd name="connsiteY3" fmla="*/ 14402 h 14401"/>
            </a:gdLst>
            <a:ahLst/>
            <a:cxnLst>
              <a:cxn ang="0">
                <a:pos x="connsiteX0" y="connsiteY0"/>
              </a:cxn>
              <a:cxn ang="0">
                <a:pos x="connsiteX1" y="connsiteY1"/>
              </a:cxn>
              <a:cxn ang="0">
                <a:pos x="connsiteX2" y="connsiteY2"/>
              </a:cxn>
              <a:cxn ang="0">
                <a:pos x="connsiteX3" y="connsiteY3"/>
              </a:cxn>
            </a:cxnLst>
            <a:rect l="l" t="t" r="r" b="b"/>
            <a:pathLst>
              <a:path w="221989" h="14401">
                <a:moveTo>
                  <a:pt x="0" y="0"/>
                </a:moveTo>
                <a:lnTo>
                  <a:pt x="221990" y="0"/>
                </a:lnTo>
                <a:lnTo>
                  <a:pt x="221990" y="14402"/>
                </a:lnTo>
                <a:lnTo>
                  <a:pt x="0" y="14402"/>
                </a:lnTo>
                <a:close/>
              </a:path>
            </a:pathLst>
          </a:custGeom>
          <a:solidFill>
            <a:schemeClr val="accent6"/>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18" name="Freeform: Shape 17">
            <a:extLst>
              <a:ext uri="{FF2B5EF4-FFF2-40B4-BE49-F238E27FC236}">
                <a16:creationId xmlns:a16="http://schemas.microsoft.com/office/drawing/2014/main" id="{80FB7964-52EE-3B02-AA15-1189D7E8DF3F}"/>
              </a:ext>
            </a:extLst>
          </p:cNvPr>
          <p:cNvSpPr/>
          <p:nvPr/>
        </p:nvSpPr>
        <p:spPr>
          <a:xfrm rot="16200000">
            <a:off x="7932719" y="3722763"/>
            <a:ext cx="366157" cy="23754"/>
          </a:xfrm>
          <a:custGeom>
            <a:avLst/>
            <a:gdLst>
              <a:gd name="connsiteX0" fmla="*/ 0 w 221989"/>
              <a:gd name="connsiteY0" fmla="*/ 0 h 14401"/>
              <a:gd name="connsiteX1" fmla="*/ 221990 w 221989"/>
              <a:gd name="connsiteY1" fmla="*/ 0 h 14401"/>
              <a:gd name="connsiteX2" fmla="*/ 221990 w 221989"/>
              <a:gd name="connsiteY2" fmla="*/ 14402 h 14401"/>
              <a:gd name="connsiteX3" fmla="*/ 0 w 221989"/>
              <a:gd name="connsiteY3" fmla="*/ 14402 h 14401"/>
            </a:gdLst>
            <a:ahLst/>
            <a:cxnLst>
              <a:cxn ang="0">
                <a:pos x="connsiteX0" y="connsiteY0"/>
              </a:cxn>
              <a:cxn ang="0">
                <a:pos x="connsiteX1" y="connsiteY1"/>
              </a:cxn>
              <a:cxn ang="0">
                <a:pos x="connsiteX2" y="connsiteY2"/>
              </a:cxn>
              <a:cxn ang="0">
                <a:pos x="connsiteX3" y="connsiteY3"/>
              </a:cxn>
            </a:cxnLst>
            <a:rect l="l" t="t" r="r" b="b"/>
            <a:pathLst>
              <a:path w="221989" h="14401">
                <a:moveTo>
                  <a:pt x="0" y="0"/>
                </a:moveTo>
                <a:lnTo>
                  <a:pt x="221990" y="0"/>
                </a:lnTo>
                <a:lnTo>
                  <a:pt x="221990" y="14402"/>
                </a:lnTo>
                <a:lnTo>
                  <a:pt x="0" y="14402"/>
                </a:lnTo>
                <a:close/>
              </a:path>
            </a:pathLst>
          </a:custGeom>
          <a:solidFill>
            <a:schemeClr val="accent6"/>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19" name="Freeform: Shape 18">
            <a:extLst>
              <a:ext uri="{FF2B5EF4-FFF2-40B4-BE49-F238E27FC236}">
                <a16:creationId xmlns:a16="http://schemas.microsoft.com/office/drawing/2014/main" id="{57D0C97D-44A6-C53C-C960-232A8F19932D}"/>
              </a:ext>
            </a:extLst>
          </p:cNvPr>
          <p:cNvSpPr/>
          <p:nvPr/>
        </p:nvSpPr>
        <p:spPr>
          <a:xfrm rot="16200000">
            <a:off x="10074454" y="3727814"/>
            <a:ext cx="356056" cy="23754"/>
          </a:xfrm>
          <a:custGeom>
            <a:avLst/>
            <a:gdLst>
              <a:gd name="connsiteX0" fmla="*/ 0 w 215865"/>
              <a:gd name="connsiteY0" fmla="*/ 0 h 14401"/>
              <a:gd name="connsiteX1" fmla="*/ 215865 w 215865"/>
              <a:gd name="connsiteY1" fmla="*/ 0 h 14401"/>
              <a:gd name="connsiteX2" fmla="*/ 215865 w 215865"/>
              <a:gd name="connsiteY2" fmla="*/ 14402 h 14401"/>
              <a:gd name="connsiteX3" fmla="*/ 0 w 215865"/>
              <a:gd name="connsiteY3" fmla="*/ 14402 h 14401"/>
            </a:gdLst>
            <a:ahLst/>
            <a:cxnLst>
              <a:cxn ang="0">
                <a:pos x="connsiteX0" y="connsiteY0"/>
              </a:cxn>
              <a:cxn ang="0">
                <a:pos x="connsiteX1" y="connsiteY1"/>
              </a:cxn>
              <a:cxn ang="0">
                <a:pos x="connsiteX2" y="connsiteY2"/>
              </a:cxn>
              <a:cxn ang="0">
                <a:pos x="connsiteX3" y="connsiteY3"/>
              </a:cxn>
            </a:cxnLst>
            <a:rect l="l" t="t" r="r" b="b"/>
            <a:pathLst>
              <a:path w="215865" h="14401">
                <a:moveTo>
                  <a:pt x="0" y="0"/>
                </a:moveTo>
                <a:lnTo>
                  <a:pt x="215865" y="0"/>
                </a:lnTo>
                <a:lnTo>
                  <a:pt x="215865" y="14402"/>
                </a:lnTo>
                <a:lnTo>
                  <a:pt x="0" y="14402"/>
                </a:lnTo>
                <a:close/>
              </a:path>
            </a:pathLst>
          </a:custGeom>
          <a:solidFill>
            <a:schemeClr val="accent6"/>
          </a:solidFill>
          <a:ln w="9525" cap="flat">
            <a:noFill/>
            <a:prstDash val="solid"/>
            <a:miter/>
          </a:ln>
        </p:spPr>
        <p:txBody>
          <a:bodyPr rtlCol="0" anchor="ctr"/>
          <a:lstStyle/>
          <a:p>
            <a:pPr defTabSz="1218987"/>
            <a:endParaRPr lang="en-US" sz="2400">
              <a:solidFill>
                <a:prstClr val="black"/>
              </a:solidFill>
              <a:latin typeface="Calibri"/>
            </a:endParaRPr>
          </a:p>
        </p:txBody>
      </p:sp>
      <p:grpSp>
        <p:nvGrpSpPr>
          <p:cNvPr id="20" name="Graphic 5">
            <a:extLst>
              <a:ext uri="{FF2B5EF4-FFF2-40B4-BE49-F238E27FC236}">
                <a16:creationId xmlns:a16="http://schemas.microsoft.com/office/drawing/2014/main" id="{3549E3FC-ACAB-4456-3F7E-FA5B0DFF8BC9}"/>
              </a:ext>
            </a:extLst>
          </p:cNvPr>
          <p:cNvGrpSpPr/>
          <p:nvPr/>
        </p:nvGrpSpPr>
        <p:grpSpPr>
          <a:xfrm>
            <a:off x="863624" y="2504978"/>
            <a:ext cx="10223527" cy="1068121"/>
            <a:chOff x="2922196" y="2970904"/>
            <a:chExt cx="6198184" cy="647566"/>
          </a:xfrm>
          <a:solidFill>
            <a:schemeClr val="accent6"/>
          </a:solidFill>
        </p:grpSpPr>
        <p:sp>
          <p:nvSpPr>
            <p:cNvPr id="21" name="Freeform: Shape 20">
              <a:extLst>
                <a:ext uri="{FF2B5EF4-FFF2-40B4-BE49-F238E27FC236}">
                  <a16:creationId xmlns:a16="http://schemas.microsoft.com/office/drawing/2014/main" id="{6EE8C3F2-CC4B-35D6-EEE4-F4EECD587D61}"/>
                </a:ext>
              </a:extLst>
            </p:cNvPr>
            <p:cNvSpPr/>
            <p:nvPr/>
          </p:nvSpPr>
          <p:spPr>
            <a:xfrm>
              <a:off x="2922196" y="3129943"/>
              <a:ext cx="1007535" cy="488527"/>
            </a:xfrm>
            <a:custGeom>
              <a:avLst/>
              <a:gdLst>
                <a:gd name="connsiteX0" fmla="*/ 993515 w 1007535"/>
                <a:gd name="connsiteY0" fmla="*/ 0 h 488527"/>
                <a:gd name="connsiteX1" fmla="*/ 503768 w 1007535"/>
                <a:gd name="connsiteY1" fmla="*/ 474507 h 488527"/>
                <a:gd name="connsiteX2" fmla="*/ 14021 w 1007535"/>
                <a:gd name="connsiteY2" fmla="*/ 0 h 488527"/>
                <a:gd name="connsiteX3" fmla="*/ 0 w 1007535"/>
                <a:gd name="connsiteY3" fmla="*/ 0 h 488527"/>
                <a:gd name="connsiteX4" fmla="*/ 503768 w 1007535"/>
                <a:gd name="connsiteY4" fmla="*/ 488528 h 488527"/>
                <a:gd name="connsiteX5" fmla="*/ 1007535 w 1007535"/>
                <a:gd name="connsiteY5" fmla="*/ 0 h 488527"/>
                <a:gd name="connsiteX6" fmla="*/ 993515 w 1007535"/>
                <a:gd name="connsiteY6" fmla="*/ 0 h 48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7535" h="488527">
                  <a:moveTo>
                    <a:pt x="993515" y="0"/>
                  </a:moveTo>
                  <a:cubicBezTo>
                    <a:pt x="985237" y="263443"/>
                    <a:pt x="769220" y="474507"/>
                    <a:pt x="503768" y="474507"/>
                  </a:cubicBezTo>
                  <a:cubicBezTo>
                    <a:pt x="238315" y="474507"/>
                    <a:pt x="22298" y="263452"/>
                    <a:pt x="14021" y="0"/>
                  </a:cubicBezTo>
                  <a:lnTo>
                    <a:pt x="0" y="0"/>
                  </a:lnTo>
                  <a:cubicBezTo>
                    <a:pt x="8287" y="271186"/>
                    <a:pt x="230572" y="488528"/>
                    <a:pt x="503768" y="488528"/>
                  </a:cubicBezTo>
                  <a:cubicBezTo>
                    <a:pt x="776964" y="488528"/>
                    <a:pt x="999258" y="271186"/>
                    <a:pt x="1007535" y="0"/>
                  </a:cubicBezTo>
                  <a:lnTo>
                    <a:pt x="993515"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22" name="Freeform: Shape 21">
              <a:extLst>
                <a:ext uri="{FF2B5EF4-FFF2-40B4-BE49-F238E27FC236}">
                  <a16:creationId xmlns:a16="http://schemas.microsoft.com/office/drawing/2014/main" id="{DC393AF4-528B-3E22-DCB1-E7D80646CD25}"/>
                </a:ext>
              </a:extLst>
            </p:cNvPr>
            <p:cNvSpPr/>
            <p:nvPr/>
          </p:nvSpPr>
          <p:spPr>
            <a:xfrm>
              <a:off x="4219863" y="3129943"/>
              <a:ext cx="1007535" cy="488527"/>
            </a:xfrm>
            <a:custGeom>
              <a:avLst/>
              <a:gdLst>
                <a:gd name="connsiteX0" fmla="*/ 993515 w 1007535"/>
                <a:gd name="connsiteY0" fmla="*/ 0 h 488527"/>
                <a:gd name="connsiteX1" fmla="*/ 503768 w 1007535"/>
                <a:gd name="connsiteY1" fmla="*/ 474507 h 488527"/>
                <a:gd name="connsiteX2" fmla="*/ 14021 w 1007535"/>
                <a:gd name="connsiteY2" fmla="*/ 0 h 488527"/>
                <a:gd name="connsiteX3" fmla="*/ 0 w 1007535"/>
                <a:gd name="connsiteY3" fmla="*/ 0 h 488527"/>
                <a:gd name="connsiteX4" fmla="*/ 503768 w 1007535"/>
                <a:gd name="connsiteY4" fmla="*/ 488528 h 488527"/>
                <a:gd name="connsiteX5" fmla="*/ 1007535 w 1007535"/>
                <a:gd name="connsiteY5" fmla="*/ 0 h 488527"/>
                <a:gd name="connsiteX6" fmla="*/ 993515 w 1007535"/>
                <a:gd name="connsiteY6" fmla="*/ 0 h 48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7535" h="488527">
                  <a:moveTo>
                    <a:pt x="993515" y="0"/>
                  </a:moveTo>
                  <a:cubicBezTo>
                    <a:pt x="985237" y="263443"/>
                    <a:pt x="769220" y="474507"/>
                    <a:pt x="503768" y="474507"/>
                  </a:cubicBezTo>
                  <a:cubicBezTo>
                    <a:pt x="238315" y="474507"/>
                    <a:pt x="22298" y="263452"/>
                    <a:pt x="14021" y="0"/>
                  </a:cubicBezTo>
                  <a:lnTo>
                    <a:pt x="0" y="0"/>
                  </a:lnTo>
                  <a:cubicBezTo>
                    <a:pt x="8287" y="271186"/>
                    <a:pt x="230572" y="488528"/>
                    <a:pt x="503768" y="488528"/>
                  </a:cubicBezTo>
                  <a:cubicBezTo>
                    <a:pt x="776964" y="488528"/>
                    <a:pt x="999249" y="271186"/>
                    <a:pt x="1007535" y="0"/>
                  </a:cubicBezTo>
                  <a:lnTo>
                    <a:pt x="993515"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23" name="Freeform: Shape 22">
              <a:extLst>
                <a:ext uri="{FF2B5EF4-FFF2-40B4-BE49-F238E27FC236}">
                  <a16:creationId xmlns:a16="http://schemas.microsoft.com/office/drawing/2014/main" id="{8FA4DAF6-EDA8-086D-D5B7-D8560441517D}"/>
                </a:ext>
              </a:extLst>
            </p:cNvPr>
            <p:cNvSpPr/>
            <p:nvPr/>
          </p:nvSpPr>
          <p:spPr>
            <a:xfrm>
              <a:off x="5517520" y="3129943"/>
              <a:ext cx="1007535" cy="488527"/>
            </a:xfrm>
            <a:custGeom>
              <a:avLst/>
              <a:gdLst>
                <a:gd name="connsiteX0" fmla="*/ 993515 w 1007535"/>
                <a:gd name="connsiteY0" fmla="*/ 0 h 488527"/>
                <a:gd name="connsiteX1" fmla="*/ 503768 w 1007535"/>
                <a:gd name="connsiteY1" fmla="*/ 474507 h 488527"/>
                <a:gd name="connsiteX2" fmla="*/ 14021 w 1007535"/>
                <a:gd name="connsiteY2" fmla="*/ 0 h 488527"/>
                <a:gd name="connsiteX3" fmla="*/ 0 w 1007535"/>
                <a:gd name="connsiteY3" fmla="*/ 0 h 488527"/>
                <a:gd name="connsiteX4" fmla="*/ 503768 w 1007535"/>
                <a:gd name="connsiteY4" fmla="*/ 488528 h 488527"/>
                <a:gd name="connsiteX5" fmla="*/ 1007536 w 1007535"/>
                <a:gd name="connsiteY5" fmla="*/ 0 h 488527"/>
                <a:gd name="connsiteX6" fmla="*/ 993515 w 1007535"/>
                <a:gd name="connsiteY6" fmla="*/ 0 h 48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7535" h="488527">
                  <a:moveTo>
                    <a:pt x="993515" y="0"/>
                  </a:moveTo>
                  <a:cubicBezTo>
                    <a:pt x="985238" y="263443"/>
                    <a:pt x="769220" y="474507"/>
                    <a:pt x="503768" y="474507"/>
                  </a:cubicBezTo>
                  <a:cubicBezTo>
                    <a:pt x="238316" y="474507"/>
                    <a:pt x="22298" y="263452"/>
                    <a:pt x="14021" y="0"/>
                  </a:cubicBezTo>
                  <a:lnTo>
                    <a:pt x="0" y="0"/>
                  </a:lnTo>
                  <a:cubicBezTo>
                    <a:pt x="8287" y="271186"/>
                    <a:pt x="230572" y="488528"/>
                    <a:pt x="503768" y="488528"/>
                  </a:cubicBezTo>
                  <a:cubicBezTo>
                    <a:pt x="776964" y="488528"/>
                    <a:pt x="999258" y="271186"/>
                    <a:pt x="1007536" y="0"/>
                  </a:cubicBezTo>
                  <a:lnTo>
                    <a:pt x="993515"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24" name="Freeform: Shape 23">
              <a:extLst>
                <a:ext uri="{FF2B5EF4-FFF2-40B4-BE49-F238E27FC236}">
                  <a16:creationId xmlns:a16="http://schemas.microsoft.com/office/drawing/2014/main" id="{8B64D6B4-C4CA-56C6-78FF-C4420D6BABE7}"/>
                </a:ext>
              </a:extLst>
            </p:cNvPr>
            <p:cNvSpPr/>
            <p:nvPr/>
          </p:nvSpPr>
          <p:spPr>
            <a:xfrm>
              <a:off x="6815187" y="3129943"/>
              <a:ext cx="1007535" cy="488527"/>
            </a:xfrm>
            <a:custGeom>
              <a:avLst/>
              <a:gdLst>
                <a:gd name="connsiteX0" fmla="*/ 993515 w 1007535"/>
                <a:gd name="connsiteY0" fmla="*/ 0 h 488527"/>
                <a:gd name="connsiteX1" fmla="*/ 503768 w 1007535"/>
                <a:gd name="connsiteY1" fmla="*/ 474507 h 488527"/>
                <a:gd name="connsiteX2" fmla="*/ 14021 w 1007535"/>
                <a:gd name="connsiteY2" fmla="*/ 0 h 488527"/>
                <a:gd name="connsiteX3" fmla="*/ 0 w 1007535"/>
                <a:gd name="connsiteY3" fmla="*/ 0 h 488527"/>
                <a:gd name="connsiteX4" fmla="*/ 503768 w 1007535"/>
                <a:gd name="connsiteY4" fmla="*/ 488528 h 488527"/>
                <a:gd name="connsiteX5" fmla="*/ 1007536 w 1007535"/>
                <a:gd name="connsiteY5" fmla="*/ 0 h 488527"/>
                <a:gd name="connsiteX6" fmla="*/ 993515 w 1007535"/>
                <a:gd name="connsiteY6" fmla="*/ 0 h 48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7535" h="488527">
                  <a:moveTo>
                    <a:pt x="993515" y="0"/>
                  </a:moveTo>
                  <a:cubicBezTo>
                    <a:pt x="985238" y="263443"/>
                    <a:pt x="769220" y="474507"/>
                    <a:pt x="503768" y="474507"/>
                  </a:cubicBezTo>
                  <a:cubicBezTo>
                    <a:pt x="238315" y="474507"/>
                    <a:pt x="22298" y="263452"/>
                    <a:pt x="14021" y="0"/>
                  </a:cubicBezTo>
                  <a:lnTo>
                    <a:pt x="0" y="0"/>
                  </a:lnTo>
                  <a:cubicBezTo>
                    <a:pt x="8287" y="271186"/>
                    <a:pt x="230572" y="488528"/>
                    <a:pt x="503768" y="488528"/>
                  </a:cubicBezTo>
                  <a:cubicBezTo>
                    <a:pt x="776964" y="488528"/>
                    <a:pt x="999258" y="271186"/>
                    <a:pt x="1007536" y="0"/>
                  </a:cubicBezTo>
                  <a:lnTo>
                    <a:pt x="993515"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25" name="Freeform: Shape 24">
              <a:extLst>
                <a:ext uri="{FF2B5EF4-FFF2-40B4-BE49-F238E27FC236}">
                  <a16:creationId xmlns:a16="http://schemas.microsoft.com/office/drawing/2014/main" id="{0D1FC58C-FB9B-5223-00C6-B895BF570D96}"/>
                </a:ext>
              </a:extLst>
            </p:cNvPr>
            <p:cNvSpPr/>
            <p:nvPr/>
          </p:nvSpPr>
          <p:spPr>
            <a:xfrm>
              <a:off x="8112845" y="3129943"/>
              <a:ext cx="1007535" cy="488527"/>
            </a:xfrm>
            <a:custGeom>
              <a:avLst/>
              <a:gdLst>
                <a:gd name="connsiteX0" fmla="*/ 993515 w 1007535"/>
                <a:gd name="connsiteY0" fmla="*/ 0 h 488527"/>
                <a:gd name="connsiteX1" fmla="*/ 503768 w 1007535"/>
                <a:gd name="connsiteY1" fmla="*/ 474507 h 488527"/>
                <a:gd name="connsiteX2" fmla="*/ 14021 w 1007535"/>
                <a:gd name="connsiteY2" fmla="*/ 0 h 488527"/>
                <a:gd name="connsiteX3" fmla="*/ 0 w 1007535"/>
                <a:gd name="connsiteY3" fmla="*/ 0 h 488527"/>
                <a:gd name="connsiteX4" fmla="*/ 503768 w 1007535"/>
                <a:gd name="connsiteY4" fmla="*/ 488528 h 488527"/>
                <a:gd name="connsiteX5" fmla="*/ 1007536 w 1007535"/>
                <a:gd name="connsiteY5" fmla="*/ 0 h 488527"/>
                <a:gd name="connsiteX6" fmla="*/ 993515 w 1007535"/>
                <a:gd name="connsiteY6" fmla="*/ 0 h 48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7535" h="488527">
                  <a:moveTo>
                    <a:pt x="993515" y="0"/>
                  </a:moveTo>
                  <a:cubicBezTo>
                    <a:pt x="985238" y="263443"/>
                    <a:pt x="769220" y="474507"/>
                    <a:pt x="503768" y="474507"/>
                  </a:cubicBezTo>
                  <a:cubicBezTo>
                    <a:pt x="238316" y="474507"/>
                    <a:pt x="22298" y="263452"/>
                    <a:pt x="14021" y="0"/>
                  </a:cubicBezTo>
                  <a:lnTo>
                    <a:pt x="0" y="0"/>
                  </a:lnTo>
                  <a:cubicBezTo>
                    <a:pt x="8287" y="271186"/>
                    <a:pt x="230572" y="488528"/>
                    <a:pt x="503768" y="488528"/>
                  </a:cubicBezTo>
                  <a:cubicBezTo>
                    <a:pt x="776964" y="488528"/>
                    <a:pt x="999249" y="271186"/>
                    <a:pt x="1007536" y="0"/>
                  </a:cubicBezTo>
                  <a:lnTo>
                    <a:pt x="993515"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26" name="Freeform: Shape 25">
              <a:extLst>
                <a:ext uri="{FF2B5EF4-FFF2-40B4-BE49-F238E27FC236}">
                  <a16:creationId xmlns:a16="http://schemas.microsoft.com/office/drawing/2014/main" id="{E5BBCDBF-78AD-72B6-50EB-0F1DBE1D403A}"/>
                </a:ext>
              </a:extLst>
            </p:cNvPr>
            <p:cNvSpPr/>
            <p:nvPr/>
          </p:nvSpPr>
          <p:spPr>
            <a:xfrm>
              <a:off x="3915749" y="2970904"/>
              <a:ext cx="318058" cy="159029"/>
            </a:xfrm>
            <a:custGeom>
              <a:avLst/>
              <a:gdLst>
                <a:gd name="connsiteX0" fmla="*/ 13983 w 318058"/>
                <a:gd name="connsiteY0" fmla="*/ 159029 h 159029"/>
                <a:gd name="connsiteX1" fmla="*/ 159039 w 318058"/>
                <a:gd name="connsiteY1" fmla="*/ 13973 h 159029"/>
                <a:gd name="connsiteX2" fmla="*/ 304095 w 318058"/>
                <a:gd name="connsiteY2" fmla="*/ 159029 h 159029"/>
                <a:gd name="connsiteX3" fmla="*/ 318059 w 318058"/>
                <a:gd name="connsiteY3" fmla="*/ 159029 h 159029"/>
                <a:gd name="connsiteX4" fmla="*/ 159029 w 318058"/>
                <a:gd name="connsiteY4" fmla="*/ 0 h 159029"/>
                <a:gd name="connsiteX5" fmla="*/ 0 w 318058"/>
                <a:gd name="connsiteY5" fmla="*/ 159029 h 159029"/>
                <a:gd name="connsiteX6" fmla="*/ 13983 w 318058"/>
                <a:gd name="connsiteY6" fmla="*/ 159029 h 159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058" h="159029">
                  <a:moveTo>
                    <a:pt x="13983" y="159029"/>
                  </a:moveTo>
                  <a:cubicBezTo>
                    <a:pt x="13983" y="78915"/>
                    <a:pt x="78924" y="13973"/>
                    <a:pt x="159039" y="13973"/>
                  </a:cubicBezTo>
                  <a:cubicBezTo>
                    <a:pt x="239154" y="13973"/>
                    <a:pt x="304095" y="78915"/>
                    <a:pt x="304095" y="159029"/>
                  </a:cubicBezTo>
                  <a:lnTo>
                    <a:pt x="318059" y="159029"/>
                  </a:lnTo>
                  <a:cubicBezTo>
                    <a:pt x="318059" y="71199"/>
                    <a:pt x="246860" y="0"/>
                    <a:pt x="159029" y="0"/>
                  </a:cubicBezTo>
                  <a:cubicBezTo>
                    <a:pt x="71199" y="0"/>
                    <a:pt x="0" y="71199"/>
                    <a:pt x="0" y="159029"/>
                  </a:cubicBezTo>
                  <a:lnTo>
                    <a:pt x="13983" y="159029"/>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27" name="Freeform: Shape 26">
              <a:extLst>
                <a:ext uri="{FF2B5EF4-FFF2-40B4-BE49-F238E27FC236}">
                  <a16:creationId xmlns:a16="http://schemas.microsoft.com/office/drawing/2014/main" id="{92F7FDA7-9D01-E4F0-173D-C726780AD1D2}"/>
                </a:ext>
              </a:extLst>
            </p:cNvPr>
            <p:cNvSpPr/>
            <p:nvPr/>
          </p:nvSpPr>
          <p:spPr>
            <a:xfrm>
              <a:off x="5213406" y="2970904"/>
              <a:ext cx="318058" cy="159029"/>
            </a:xfrm>
            <a:custGeom>
              <a:avLst/>
              <a:gdLst>
                <a:gd name="connsiteX0" fmla="*/ 13983 w 318058"/>
                <a:gd name="connsiteY0" fmla="*/ 159029 h 159029"/>
                <a:gd name="connsiteX1" fmla="*/ 159039 w 318058"/>
                <a:gd name="connsiteY1" fmla="*/ 13973 h 159029"/>
                <a:gd name="connsiteX2" fmla="*/ 304095 w 318058"/>
                <a:gd name="connsiteY2" fmla="*/ 159029 h 159029"/>
                <a:gd name="connsiteX3" fmla="*/ 318059 w 318058"/>
                <a:gd name="connsiteY3" fmla="*/ 159029 h 159029"/>
                <a:gd name="connsiteX4" fmla="*/ 159029 w 318058"/>
                <a:gd name="connsiteY4" fmla="*/ 0 h 159029"/>
                <a:gd name="connsiteX5" fmla="*/ 0 w 318058"/>
                <a:gd name="connsiteY5" fmla="*/ 159029 h 159029"/>
                <a:gd name="connsiteX6" fmla="*/ 13983 w 318058"/>
                <a:gd name="connsiteY6" fmla="*/ 159029 h 159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058" h="159029">
                  <a:moveTo>
                    <a:pt x="13983" y="159029"/>
                  </a:moveTo>
                  <a:cubicBezTo>
                    <a:pt x="13983" y="78915"/>
                    <a:pt x="78924" y="13973"/>
                    <a:pt x="159039" y="13973"/>
                  </a:cubicBezTo>
                  <a:cubicBezTo>
                    <a:pt x="239154" y="13973"/>
                    <a:pt x="304095" y="78915"/>
                    <a:pt x="304095" y="159029"/>
                  </a:cubicBezTo>
                  <a:lnTo>
                    <a:pt x="318059" y="159029"/>
                  </a:lnTo>
                  <a:cubicBezTo>
                    <a:pt x="318059" y="71199"/>
                    <a:pt x="246859" y="0"/>
                    <a:pt x="159029" y="0"/>
                  </a:cubicBezTo>
                  <a:cubicBezTo>
                    <a:pt x="71199" y="0"/>
                    <a:pt x="0" y="71199"/>
                    <a:pt x="0" y="159029"/>
                  </a:cubicBezTo>
                  <a:lnTo>
                    <a:pt x="13983" y="159029"/>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28" name="Freeform: Shape 27">
              <a:extLst>
                <a:ext uri="{FF2B5EF4-FFF2-40B4-BE49-F238E27FC236}">
                  <a16:creationId xmlns:a16="http://schemas.microsoft.com/office/drawing/2014/main" id="{F0D0392E-ACEC-B2F4-BCDE-71BB424421D3}"/>
                </a:ext>
              </a:extLst>
            </p:cNvPr>
            <p:cNvSpPr/>
            <p:nvPr/>
          </p:nvSpPr>
          <p:spPr>
            <a:xfrm>
              <a:off x="6511083" y="2970904"/>
              <a:ext cx="318058" cy="159029"/>
            </a:xfrm>
            <a:custGeom>
              <a:avLst/>
              <a:gdLst>
                <a:gd name="connsiteX0" fmla="*/ 13973 w 318058"/>
                <a:gd name="connsiteY0" fmla="*/ 159029 h 159029"/>
                <a:gd name="connsiteX1" fmla="*/ 159030 w 318058"/>
                <a:gd name="connsiteY1" fmla="*/ 13973 h 159029"/>
                <a:gd name="connsiteX2" fmla="*/ 304095 w 318058"/>
                <a:gd name="connsiteY2" fmla="*/ 159029 h 159029"/>
                <a:gd name="connsiteX3" fmla="*/ 318059 w 318058"/>
                <a:gd name="connsiteY3" fmla="*/ 159029 h 159029"/>
                <a:gd name="connsiteX4" fmla="*/ 159030 w 318058"/>
                <a:gd name="connsiteY4" fmla="*/ 0 h 159029"/>
                <a:gd name="connsiteX5" fmla="*/ 0 w 318058"/>
                <a:gd name="connsiteY5" fmla="*/ 159029 h 159029"/>
                <a:gd name="connsiteX6" fmla="*/ 13973 w 318058"/>
                <a:gd name="connsiteY6" fmla="*/ 159029 h 159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058" h="159029">
                  <a:moveTo>
                    <a:pt x="13973" y="159029"/>
                  </a:moveTo>
                  <a:cubicBezTo>
                    <a:pt x="13973" y="78915"/>
                    <a:pt x="78915" y="13973"/>
                    <a:pt x="159030" y="13973"/>
                  </a:cubicBezTo>
                  <a:cubicBezTo>
                    <a:pt x="239144" y="13973"/>
                    <a:pt x="304095" y="78915"/>
                    <a:pt x="304095" y="159029"/>
                  </a:cubicBezTo>
                  <a:lnTo>
                    <a:pt x="318059" y="159029"/>
                  </a:lnTo>
                  <a:cubicBezTo>
                    <a:pt x="318059" y="71199"/>
                    <a:pt x="246859" y="0"/>
                    <a:pt x="159030" y="0"/>
                  </a:cubicBezTo>
                  <a:cubicBezTo>
                    <a:pt x="71199" y="0"/>
                    <a:pt x="0" y="71199"/>
                    <a:pt x="0" y="159029"/>
                  </a:cubicBezTo>
                  <a:lnTo>
                    <a:pt x="13973" y="159029"/>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29" name="Freeform: Shape 28">
              <a:extLst>
                <a:ext uri="{FF2B5EF4-FFF2-40B4-BE49-F238E27FC236}">
                  <a16:creationId xmlns:a16="http://schemas.microsoft.com/office/drawing/2014/main" id="{02B68046-B653-072B-8346-98637A7F57D5}"/>
                </a:ext>
              </a:extLst>
            </p:cNvPr>
            <p:cNvSpPr/>
            <p:nvPr/>
          </p:nvSpPr>
          <p:spPr>
            <a:xfrm>
              <a:off x="7808740" y="2970904"/>
              <a:ext cx="318059" cy="159029"/>
            </a:xfrm>
            <a:custGeom>
              <a:avLst/>
              <a:gdLst>
                <a:gd name="connsiteX0" fmla="*/ 13983 w 318059"/>
                <a:gd name="connsiteY0" fmla="*/ 159029 h 159029"/>
                <a:gd name="connsiteX1" fmla="*/ 159039 w 318059"/>
                <a:gd name="connsiteY1" fmla="*/ 13973 h 159029"/>
                <a:gd name="connsiteX2" fmla="*/ 304095 w 318059"/>
                <a:gd name="connsiteY2" fmla="*/ 159029 h 159029"/>
                <a:gd name="connsiteX3" fmla="*/ 318059 w 318059"/>
                <a:gd name="connsiteY3" fmla="*/ 159029 h 159029"/>
                <a:gd name="connsiteX4" fmla="*/ 159029 w 318059"/>
                <a:gd name="connsiteY4" fmla="*/ 0 h 159029"/>
                <a:gd name="connsiteX5" fmla="*/ 0 w 318059"/>
                <a:gd name="connsiteY5" fmla="*/ 159029 h 159029"/>
                <a:gd name="connsiteX6" fmla="*/ 13983 w 318059"/>
                <a:gd name="connsiteY6" fmla="*/ 159029 h 159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059" h="159029">
                  <a:moveTo>
                    <a:pt x="13983" y="159029"/>
                  </a:moveTo>
                  <a:cubicBezTo>
                    <a:pt x="13983" y="78915"/>
                    <a:pt x="78924" y="13973"/>
                    <a:pt x="159039" y="13973"/>
                  </a:cubicBezTo>
                  <a:cubicBezTo>
                    <a:pt x="239154" y="13973"/>
                    <a:pt x="304095" y="78915"/>
                    <a:pt x="304095" y="159029"/>
                  </a:cubicBezTo>
                  <a:lnTo>
                    <a:pt x="318059" y="159029"/>
                  </a:lnTo>
                  <a:cubicBezTo>
                    <a:pt x="318059" y="71199"/>
                    <a:pt x="246859" y="0"/>
                    <a:pt x="159029" y="0"/>
                  </a:cubicBezTo>
                  <a:cubicBezTo>
                    <a:pt x="71199" y="0"/>
                    <a:pt x="0" y="71199"/>
                    <a:pt x="0" y="159029"/>
                  </a:cubicBezTo>
                  <a:lnTo>
                    <a:pt x="13983" y="159029"/>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grpSp>
      <p:sp>
        <p:nvSpPr>
          <p:cNvPr id="30" name="Freeform: Shape 29">
            <a:extLst>
              <a:ext uri="{FF2B5EF4-FFF2-40B4-BE49-F238E27FC236}">
                <a16:creationId xmlns:a16="http://schemas.microsoft.com/office/drawing/2014/main" id="{F8E39BEE-FE60-A653-708C-A82B0DD64A8C}"/>
              </a:ext>
            </a:extLst>
          </p:cNvPr>
          <p:cNvSpPr/>
          <p:nvPr/>
        </p:nvSpPr>
        <p:spPr>
          <a:xfrm rot="16200000">
            <a:off x="1511227" y="3722760"/>
            <a:ext cx="366157" cy="23754"/>
          </a:xfrm>
          <a:custGeom>
            <a:avLst/>
            <a:gdLst>
              <a:gd name="connsiteX0" fmla="*/ 0 w 221989"/>
              <a:gd name="connsiteY0" fmla="*/ 0 h 14401"/>
              <a:gd name="connsiteX1" fmla="*/ 221990 w 221989"/>
              <a:gd name="connsiteY1" fmla="*/ 0 h 14401"/>
              <a:gd name="connsiteX2" fmla="*/ 221990 w 221989"/>
              <a:gd name="connsiteY2" fmla="*/ 14402 h 14401"/>
              <a:gd name="connsiteX3" fmla="*/ 0 w 221989"/>
              <a:gd name="connsiteY3" fmla="*/ 14402 h 14401"/>
            </a:gdLst>
            <a:ahLst/>
            <a:cxnLst>
              <a:cxn ang="0">
                <a:pos x="connsiteX0" y="connsiteY0"/>
              </a:cxn>
              <a:cxn ang="0">
                <a:pos x="connsiteX1" y="connsiteY1"/>
              </a:cxn>
              <a:cxn ang="0">
                <a:pos x="connsiteX2" y="connsiteY2"/>
              </a:cxn>
              <a:cxn ang="0">
                <a:pos x="connsiteX3" y="connsiteY3"/>
              </a:cxn>
            </a:cxnLst>
            <a:rect l="l" t="t" r="r" b="b"/>
            <a:pathLst>
              <a:path w="221989" h="14401">
                <a:moveTo>
                  <a:pt x="0" y="0"/>
                </a:moveTo>
                <a:lnTo>
                  <a:pt x="221990" y="0"/>
                </a:lnTo>
                <a:lnTo>
                  <a:pt x="221990" y="14402"/>
                </a:lnTo>
                <a:lnTo>
                  <a:pt x="0" y="14402"/>
                </a:lnTo>
                <a:close/>
              </a:path>
            </a:pathLst>
          </a:custGeom>
          <a:solidFill>
            <a:schemeClr val="accent6"/>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31" name="Freeform: Shape 30">
            <a:extLst>
              <a:ext uri="{FF2B5EF4-FFF2-40B4-BE49-F238E27FC236}">
                <a16:creationId xmlns:a16="http://schemas.microsoft.com/office/drawing/2014/main" id="{2414E0DA-8D15-7A47-0918-26DFAED6DADD}"/>
              </a:ext>
            </a:extLst>
          </p:cNvPr>
          <p:cNvSpPr/>
          <p:nvPr/>
        </p:nvSpPr>
        <p:spPr>
          <a:xfrm rot="16200000">
            <a:off x="5792303" y="3722771"/>
            <a:ext cx="366157" cy="23754"/>
          </a:xfrm>
          <a:custGeom>
            <a:avLst/>
            <a:gdLst>
              <a:gd name="connsiteX0" fmla="*/ 0 w 221989"/>
              <a:gd name="connsiteY0" fmla="*/ 0 h 14401"/>
              <a:gd name="connsiteX1" fmla="*/ 221990 w 221989"/>
              <a:gd name="connsiteY1" fmla="*/ 0 h 14401"/>
              <a:gd name="connsiteX2" fmla="*/ 221990 w 221989"/>
              <a:gd name="connsiteY2" fmla="*/ 14402 h 14401"/>
              <a:gd name="connsiteX3" fmla="*/ 0 w 221989"/>
              <a:gd name="connsiteY3" fmla="*/ 14402 h 14401"/>
            </a:gdLst>
            <a:ahLst/>
            <a:cxnLst>
              <a:cxn ang="0">
                <a:pos x="connsiteX0" y="connsiteY0"/>
              </a:cxn>
              <a:cxn ang="0">
                <a:pos x="connsiteX1" y="connsiteY1"/>
              </a:cxn>
              <a:cxn ang="0">
                <a:pos x="connsiteX2" y="connsiteY2"/>
              </a:cxn>
              <a:cxn ang="0">
                <a:pos x="connsiteX3" y="connsiteY3"/>
              </a:cxn>
            </a:cxnLst>
            <a:rect l="l" t="t" r="r" b="b"/>
            <a:pathLst>
              <a:path w="221989" h="14401">
                <a:moveTo>
                  <a:pt x="0" y="0"/>
                </a:moveTo>
                <a:lnTo>
                  <a:pt x="221990" y="0"/>
                </a:lnTo>
                <a:lnTo>
                  <a:pt x="221990" y="14402"/>
                </a:lnTo>
                <a:lnTo>
                  <a:pt x="0" y="14402"/>
                </a:lnTo>
                <a:close/>
              </a:path>
            </a:pathLst>
          </a:custGeom>
          <a:solidFill>
            <a:schemeClr val="accent6"/>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32" name="Freeform: Shape 31">
            <a:extLst>
              <a:ext uri="{FF2B5EF4-FFF2-40B4-BE49-F238E27FC236}">
                <a16:creationId xmlns:a16="http://schemas.microsoft.com/office/drawing/2014/main" id="{2D6FBAEE-FA46-A052-6072-951F22A85A74}"/>
              </a:ext>
            </a:extLst>
          </p:cNvPr>
          <p:cNvSpPr/>
          <p:nvPr/>
        </p:nvSpPr>
        <p:spPr>
          <a:xfrm>
            <a:off x="847378" y="2739699"/>
            <a:ext cx="55207" cy="55207"/>
          </a:xfrm>
          <a:custGeom>
            <a:avLst/>
            <a:gdLst>
              <a:gd name="connsiteX0" fmla="*/ 33471 w 33470"/>
              <a:gd name="connsiteY0" fmla="*/ 16735 h 33470"/>
              <a:gd name="connsiteX1" fmla="*/ 16735 w 33470"/>
              <a:gd name="connsiteY1" fmla="*/ 33471 h 33470"/>
              <a:gd name="connsiteX2" fmla="*/ 0 w 33470"/>
              <a:gd name="connsiteY2" fmla="*/ 16735 h 33470"/>
              <a:gd name="connsiteX3" fmla="*/ 16735 w 33470"/>
              <a:gd name="connsiteY3" fmla="*/ 0 h 33470"/>
              <a:gd name="connsiteX4" fmla="*/ 33471 w 33470"/>
              <a:gd name="connsiteY4" fmla="*/ 16735 h 3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70" h="33470">
                <a:moveTo>
                  <a:pt x="33471" y="16735"/>
                </a:moveTo>
                <a:cubicBezTo>
                  <a:pt x="33471" y="25978"/>
                  <a:pt x="25978" y="33471"/>
                  <a:pt x="16735" y="33471"/>
                </a:cubicBezTo>
                <a:cubicBezTo>
                  <a:pt x="7493" y="33471"/>
                  <a:pt x="0" y="25978"/>
                  <a:pt x="0" y="16735"/>
                </a:cubicBezTo>
                <a:cubicBezTo>
                  <a:pt x="0" y="7493"/>
                  <a:pt x="7493" y="0"/>
                  <a:pt x="16735" y="0"/>
                </a:cubicBezTo>
                <a:cubicBezTo>
                  <a:pt x="25978" y="0"/>
                  <a:pt x="33471" y="7493"/>
                  <a:pt x="33471" y="16735"/>
                </a:cubicBezTo>
                <a:close/>
              </a:path>
            </a:pathLst>
          </a:custGeom>
          <a:solidFill>
            <a:srgbClr val="D2D2D2"/>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33" name="Freeform: Shape 32">
            <a:extLst>
              <a:ext uri="{FF2B5EF4-FFF2-40B4-BE49-F238E27FC236}">
                <a16:creationId xmlns:a16="http://schemas.microsoft.com/office/drawing/2014/main" id="{21733873-239E-6B77-6738-0F2B66707593}"/>
              </a:ext>
            </a:extLst>
          </p:cNvPr>
          <p:cNvSpPr/>
          <p:nvPr/>
        </p:nvSpPr>
        <p:spPr>
          <a:xfrm>
            <a:off x="10919878" y="2739699"/>
            <a:ext cx="55207" cy="55207"/>
          </a:xfrm>
          <a:custGeom>
            <a:avLst/>
            <a:gdLst>
              <a:gd name="connsiteX0" fmla="*/ 33471 w 33470"/>
              <a:gd name="connsiteY0" fmla="*/ 16735 h 33470"/>
              <a:gd name="connsiteX1" fmla="*/ 16735 w 33470"/>
              <a:gd name="connsiteY1" fmla="*/ 33471 h 33470"/>
              <a:gd name="connsiteX2" fmla="*/ 0 w 33470"/>
              <a:gd name="connsiteY2" fmla="*/ 16735 h 33470"/>
              <a:gd name="connsiteX3" fmla="*/ 16735 w 33470"/>
              <a:gd name="connsiteY3" fmla="*/ 0 h 33470"/>
              <a:gd name="connsiteX4" fmla="*/ 33471 w 33470"/>
              <a:gd name="connsiteY4" fmla="*/ 16735 h 3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70" h="33470">
                <a:moveTo>
                  <a:pt x="33471" y="16735"/>
                </a:moveTo>
                <a:cubicBezTo>
                  <a:pt x="33471" y="25978"/>
                  <a:pt x="25978" y="33471"/>
                  <a:pt x="16735" y="33471"/>
                </a:cubicBezTo>
                <a:cubicBezTo>
                  <a:pt x="7493" y="33471"/>
                  <a:pt x="0" y="25978"/>
                  <a:pt x="0" y="16735"/>
                </a:cubicBezTo>
                <a:cubicBezTo>
                  <a:pt x="0" y="7493"/>
                  <a:pt x="7492" y="0"/>
                  <a:pt x="16735" y="0"/>
                </a:cubicBezTo>
                <a:cubicBezTo>
                  <a:pt x="25978" y="0"/>
                  <a:pt x="33471" y="7493"/>
                  <a:pt x="33471" y="16735"/>
                </a:cubicBezTo>
                <a:close/>
              </a:path>
            </a:pathLst>
          </a:custGeom>
          <a:solidFill>
            <a:srgbClr val="D2D2D2"/>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35" name="Freeform: Shape 34">
            <a:extLst>
              <a:ext uri="{FF2B5EF4-FFF2-40B4-BE49-F238E27FC236}">
                <a16:creationId xmlns:a16="http://schemas.microsoft.com/office/drawing/2014/main" id="{6C7B99D9-2AD7-A4DB-2CAC-80F96232CAB4}"/>
              </a:ext>
            </a:extLst>
          </p:cNvPr>
          <p:cNvSpPr/>
          <p:nvPr/>
        </p:nvSpPr>
        <p:spPr>
          <a:xfrm rot="16759375">
            <a:off x="963354" y="2010362"/>
            <a:ext cx="1462511" cy="1462510"/>
          </a:xfrm>
          <a:custGeom>
            <a:avLst/>
            <a:gdLst>
              <a:gd name="connsiteX0" fmla="*/ 886671 w 886671"/>
              <a:gd name="connsiteY0" fmla="*/ 443336 h 886671"/>
              <a:gd name="connsiteX1" fmla="*/ 443336 w 886671"/>
              <a:gd name="connsiteY1" fmla="*/ 886671 h 886671"/>
              <a:gd name="connsiteX2" fmla="*/ 0 w 886671"/>
              <a:gd name="connsiteY2" fmla="*/ 443336 h 886671"/>
              <a:gd name="connsiteX3" fmla="*/ 443336 w 886671"/>
              <a:gd name="connsiteY3" fmla="*/ 0 h 886671"/>
              <a:gd name="connsiteX4" fmla="*/ 886671 w 886671"/>
              <a:gd name="connsiteY4" fmla="*/ 443336 h 88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71" h="886671">
                <a:moveTo>
                  <a:pt x="886671" y="443336"/>
                </a:moveTo>
                <a:cubicBezTo>
                  <a:pt x="886671" y="688183"/>
                  <a:pt x="688183" y="886671"/>
                  <a:pt x="443336" y="886671"/>
                </a:cubicBezTo>
                <a:cubicBezTo>
                  <a:pt x="198488" y="886671"/>
                  <a:pt x="0" y="688183"/>
                  <a:pt x="0" y="443336"/>
                </a:cubicBezTo>
                <a:cubicBezTo>
                  <a:pt x="0" y="198488"/>
                  <a:pt x="198488" y="0"/>
                  <a:pt x="443336" y="0"/>
                </a:cubicBezTo>
                <a:cubicBezTo>
                  <a:pt x="688183" y="0"/>
                  <a:pt x="886671" y="198488"/>
                  <a:pt x="886671" y="443336"/>
                </a:cubicBezTo>
                <a:close/>
              </a:path>
            </a:pathLst>
          </a:custGeom>
          <a:solidFill>
            <a:schemeClr val="bg1"/>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36" name="Freeform: Shape 35">
            <a:extLst>
              <a:ext uri="{FF2B5EF4-FFF2-40B4-BE49-F238E27FC236}">
                <a16:creationId xmlns:a16="http://schemas.microsoft.com/office/drawing/2014/main" id="{5A61FEDD-6091-B5F4-F87F-96991815D928}"/>
              </a:ext>
            </a:extLst>
          </p:cNvPr>
          <p:cNvSpPr/>
          <p:nvPr/>
        </p:nvSpPr>
        <p:spPr>
          <a:xfrm rot="18900000">
            <a:off x="1084817" y="2131767"/>
            <a:ext cx="1219405" cy="1219406"/>
          </a:xfrm>
          <a:custGeom>
            <a:avLst/>
            <a:gdLst>
              <a:gd name="connsiteX0" fmla="*/ 739285 w 739285"/>
              <a:gd name="connsiteY0" fmla="*/ 369643 h 739285"/>
              <a:gd name="connsiteX1" fmla="*/ 369643 w 739285"/>
              <a:gd name="connsiteY1" fmla="*/ 739285 h 739285"/>
              <a:gd name="connsiteX2" fmla="*/ 0 w 739285"/>
              <a:gd name="connsiteY2" fmla="*/ 369643 h 739285"/>
              <a:gd name="connsiteX3" fmla="*/ 369643 w 739285"/>
              <a:gd name="connsiteY3" fmla="*/ 0 h 739285"/>
              <a:gd name="connsiteX4" fmla="*/ 739285 w 739285"/>
              <a:gd name="connsiteY4" fmla="*/ 369643 h 739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285" h="739285">
                <a:moveTo>
                  <a:pt x="739285" y="369643"/>
                </a:moveTo>
                <a:cubicBezTo>
                  <a:pt x="739285" y="573791"/>
                  <a:pt x="573791" y="739285"/>
                  <a:pt x="369643" y="739285"/>
                </a:cubicBezTo>
                <a:cubicBezTo>
                  <a:pt x="165495" y="739285"/>
                  <a:pt x="0" y="573791"/>
                  <a:pt x="0" y="369643"/>
                </a:cubicBezTo>
                <a:cubicBezTo>
                  <a:pt x="0" y="165495"/>
                  <a:pt x="165495" y="0"/>
                  <a:pt x="369643" y="0"/>
                </a:cubicBezTo>
                <a:cubicBezTo>
                  <a:pt x="573791" y="0"/>
                  <a:pt x="739285" y="165495"/>
                  <a:pt x="739285" y="369643"/>
                </a:cubicBezTo>
                <a:close/>
              </a:path>
            </a:pathLst>
          </a:custGeom>
          <a:solidFill>
            <a:schemeClr val="accent6">
              <a:lumMod val="20000"/>
              <a:lumOff val="80000"/>
            </a:schemeClr>
          </a:solidFill>
          <a:ln w="9525" cap="flat">
            <a:noFill/>
            <a:prstDash val="solid"/>
            <a:miter/>
          </a:ln>
        </p:spPr>
        <p:txBody>
          <a:bodyPr rtlCol="0" anchor="ctr"/>
          <a:lstStyle/>
          <a:p>
            <a:pPr defTabSz="1218987"/>
            <a:endParaRPr lang="en-US" sz="2400">
              <a:solidFill>
                <a:prstClr val="black"/>
              </a:solidFill>
              <a:latin typeface="Calibri"/>
            </a:endParaRPr>
          </a:p>
        </p:txBody>
      </p:sp>
      <p:grpSp>
        <p:nvGrpSpPr>
          <p:cNvPr id="37" name="Graphic 5">
            <a:extLst>
              <a:ext uri="{FF2B5EF4-FFF2-40B4-BE49-F238E27FC236}">
                <a16:creationId xmlns:a16="http://schemas.microsoft.com/office/drawing/2014/main" id="{2AFF0E88-4849-7F89-8B2A-C26AAEE6E472}"/>
              </a:ext>
            </a:extLst>
          </p:cNvPr>
          <p:cNvGrpSpPr/>
          <p:nvPr/>
        </p:nvGrpSpPr>
        <p:grpSpPr>
          <a:xfrm>
            <a:off x="1388189" y="2435141"/>
            <a:ext cx="612661" cy="612661"/>
            <a:chOff x="3240093" y="2927232"/>
            <a:chExt cx="371436" cy="371436"/>
          </a:xfrm>
          <a:solidFill>
            <a:schemeClr val="tx2"/>
          </a:solidFill>
        </p:grpSpPr>
        <p:sp>
          <p:nvSpPr>
            <p:cNvPr id="38" name="Freeform: Shape 37">
              <a:extLst>
                <a:ext uri="{FF2B5EF4-FFF2-40B4-BE49-F238E27FC236}">
                  <a16:creationId xmlns:a16="http://schemas.microsoft.com/office/drawing/2014/main" id="{C0536884-6D6D-0DA9-4D11-FDCDCB1A1A7C}"/>
                </a:ext>
              </a:extLst>
            </p:cNvPr>
            <p:cNvSpPr/>
            <p:nvPr/>
          </p:nvSpPr>
          <p:spPr>
            <a:xfrm>
              <a:off x="3551541" y="2950140"/>
              <a:ext cx="53254" cy="41233"/>
            </a:xfrm>
            <a:custGeom>
              <a:avLst/>
              <a:gdLst>
                <a:gd name="connsiteX0" fmla="*/ 53254 w 53254"/>
                <a:gd name="connsiteY0" fmla="*/ 19469 h 41233"/>
                <a:gd name="connsiteX1" fmla="*/ 9735 w 53254"/>
                <a:gd name="connsiteY1" fmla="*/ 41234 h 41233"/>
                <a:gd name="connsiteX2" fmla="*/ 0 w 53254"/>
                <a:gd name="connsiteY2" fmla="*/ 21765 h 41233"/>
                <a:gd name="connsiteX3" fmla="*/ 43529 w 53254"/>
                <a:gd name="connsiteY3" fmla="*/ 0 h 41233"/>
                <a:gd name="connsiteX4" fmla="*/ 53254 w 53254"/>
                <a:gd name="connsiteY4" fmla="*/ 19469 h 41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54" h="41233">
                  <a:moveTo>
                    <a:pt x="53254" y="19469"/>
                  </a:moveTo>
                  <a:lnTo>
                    <a:pt x="9735" y="41234"/>
                  </a:lnTo>
                  <a:lnTo>
                    <a:pt x="0" y="21765"/>
                  </a:lnTo>
                  <a:lnTo>
                    <a:pt x="43529" y="0"/>
                  </a:lnTo>
                  <a:lnTo>
                    <a:pt x="53254" y="19469"/>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39" name="Freeform: Shape 38">
              <a:extLst>
                <a:ext uri="{FF2B5EF4-FFF2-40B4-BE49-F238E27FC236}">
                  <a16:creationId xmlns:a16="http://schemas.microsoft.com/office/drawing/2014/main" id="{48135685-FD2C-BA91-A7F4-92BE319471B0}"/>
                </a:ext>
              </a:extLst>
            </p:cNvPr>
            <p:cNvSpPr/>
            <p:nvPr/>
          </p:nvSpPr>
          <p:spPr>
            <a:xfrm>
              <a:off x="3551532" y="3102502"/>
              <a:ext cx="53263" cy="41233"/>
            </a:xfrm>
            <a:custGeom>
              <a:avLst/>
              <a:gdLst>
                <a:gd name="connsiteX0" fmla="*/ 43529 w 53263"/>
                <a:gd name="connsiteY0" fmla="*/ 41234 h 41233"/>
                <a:gd name="connsiteX1" fmla="*/ 0 w 53263"/>
                <a:gd name="connsiteY1" fmla="*/ 19469 h 41233"/>
                <a:gd name="connsiteX2" fmla="*/ 9735 w 53263"/>
                <a:gd name="connsiteY2" fmla="*/ 0 h 41233"/>
                <a:gd name="connsiteX3" fmla="*/ 53264 w 53263"/>
                <a:gd name="connsiteY3" fmla="*/ 21765 h 41233"/>
                <a:gd name="connsiteX4" fmla="*/ 43529 w 53263"/>
                <a:gd name="connsiteY4" fmla="*/ 41234 h 41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63" h="41233">
                  <a:moveTo>
                    <a:pt x="43529" y="41234"/>
                  </a:moveTo>
                  <a:lnTo>
                    <a:pt x="0" y="19469"/>
                  </a:lnTo>
                  <a:lnTo>
                    <a:pt x="9735" y="0"/>
                  </a:lnTo>
                  <a:lnTo>
                    <a:pt x="53264" y="21765"/>
                  </a:lnTo>
                  <a:lnTo>
                    <a:pt x="43529" y="41234"/>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40" name="Freeform: Shape 39">
              <a:extLst>
                <a:ext uri="{FF2B5EF4-FFF2-40B4-BE49-F238E27FC236}">
                  <a16:creationId xmlns:a16="http://schemas.microsoft.com/office/drawing/2014/main" id="{0AA090FE-602B-EE01-C64F-1EE8B7F9763C}"/>
                </a:ext>
              </a:extLst>
            </p:cNvPr>
            <p:cNvSpPr/>
            <p:nvPr/>
          </p:nvSpPr>
          <p:spPr>
            <a:xfrm>
              <a:off x="3567277" y="3036055"/>
              <a:ext cx="44253" cy="21764"/>
            </a:xfrm>
            <a:custGeom>
              <a:avLst/>
              <a:gdLst>
                <a:gd name="connsiteX0" fmla="*/ 0 w 44253"/>
                <a:gd name="connsiteY0" fmla="*/ 0 h 21764"/>
                <a:gd name="connsiteX1" fmla="*/ 44253 w 44253"/>
                <a:gd name="connsiteY1" fmla="*/ 0 h 21764"/>
                <a:gd name="connsiteX2" fmla="*/ 44253 w 44253"/>
                <a:gd name="connsiteY2" fmla="*/ 21765 h 21764"/>
                <a:gd name="connsiteX3" fmla="*/ 0 w 44253"/>
                <a:gd name="connsiteY3" fmla="*/ 21765 h 21764"/>
                <a:gd name="connsiteX4" fmla="*/ 0 w 44253"/>
                <a:gd name="connsiteY4" fmla="*/ 0 h 21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53" h="21764">
                  <a:moveTo>
                    <a:pt x="0" y="0"/>
                  </a:moveTo>
                  <a:lnTo>
                    <a:pt x="44253" y="0"/>
                  </a:lnTo>
                  <a:lnTo>
                    <a:pt x="44253" y="21765"/>
                  </a:lnTo>
                  <a:lnTo>
                    <a:pt x="0" y="21765"/>
                  </a:lnTo>
                  <a:lnTo>
                    <a:pt x="0"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41" name="Freeform: Shape 40">
              <a:extLst>
                <a:ext uri="{FF2B5EF4-FFF2-40B4-BE49-F238E27FC236}">
                  <a16:creationId xmlns:a16="http://schemas.microsoft.com/office/drawing/2014/main" id="{E2000794-1C08-8164-3C62-52BC5C0A9D14}"/>
                </a:ext>
              </a:extLst>
            </p:cNvPr>
            <p:cNvSpPr/>
            <p:nvPr/>
          </p:nvSpPr>
          <p:spPr>
            <a:xfrm>
              <a:off x="3246846" y="2950149"/>
              <a:ext cx="53254" cy="41233"/>
            </a:xfrm>
            <a:custGeom>
              <a:avLst/>
              <a:gdLst>
                <a:gd name="connsiteX0" fmla="*/ 9725 w 53254"/>
                <a:gd name="connsiteY0" fmla="*/ 0 h 41233"/>
                <a:gd name="connsiteX1" fmla="*/ 53254 w 53254"/>
                <a:gd name="connsiteY1" fmla="*/ 21765 h 41233"/>
                <a:gd name="connsiteX2" fmla="*/ 43520 w 53254"/>
                <a:gd name="connsiteY2" fmla="*/ 41234 h 41233"/>
                <a:gd name="connsiteX3" fmla="*/ 0 w 53254"/>
                <a:gd name="connsiteY3" fmla="*/ 19469 h 41233"/>
                <a:gd name="connsiteX4" fmla="*/ 9725 w 53254"/>
                <a:gd name="connsiteY4" fmla="*/ 0 h 41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54" h="41233">
                  <a:moveTo>
                    <a:pt x="9725" y="0"/>
                  </a:moveTo>
                  <a:lnTo>
                    <a:pt x="53254" y="21765"/>
                  </a:lnTo>
                  <a:lnTo>
                    <a:pt x="43520" y="41234"/>
                  </a:lnTo>
                  <a:lnTo>
                    <a:pt x="0" y="19469"/>
                  </a:lnTo>
                  <a:lnTo>
                    <a:pt x="9725"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42" name="Freeform: Shape 41">
              <a:extLst>
                <a:ext uri="{FF2B5EF4-FFF2-40B4-BE49-F238E27FC236}">
                  <a16:creationId xmlns:a16="http://schemas.microsoft.com/office/drawing/2014/main" id="{E373CB45-F5E9-705D-F8A9-35F997D1511B}"/>
                </a:ext>
              </a:extLst>
            </p:cNvPr>
            <p:cNvSpPr/>
            <p:nvPr/>
          </p:nvSpPr>
          <p:spPr>
            <a:xfrm>
              <a:off x="3246827" y="3102492"/>
              <a:ext cx="53263" cy="41233"/>
            </a:xfrm>
            <a:custGeom>
              <a:avLst/>
              <a:gdLst>
                <a:gd name="connsiteX0" fmla="*/ 9735 w 53263"/>
                <a:gd name="connsiteY0" fmla="*/ 41234 h 41233"/>
                <a:gd name="connsiteX1" fmla="*/ 0 w 53263"/>
                <a:gd name="connsiteY1" fmla="*/ 21765 h 41233"/>
                <a:gd name="connsiteX2" fmla="*/ 43529 w 53263"/>
                <a:gd name="connsiteY2" fmla="*/ 0 h 41233"/>
                <a:gd name="connsiteX3" fmla="*/ 53264 w 53263"/>
                <a:gd name="connsiteY3" fmla="*/ 19469 h 41233"/>
                <a:gd name="connsiteX4" fmla="*/ 9735 w 53263"/>
                <a:gd name="connsiteY4" fmla="*/ 41234 h 41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63" h="41233">
                  <a:moveTo>
                    <a:pt x="9735" y="41234"/>
                  </a:moveTo>
                  <a:lnTo>
                    <a:pt x="0" y="21765"/>
                  </a:lnTo>
                  <a:lnTo>
                    <a:pt x="43529" y="0"/>
                  </a:lnTo>
                  <a:lnTo>
                    <a:pt x="53264" y="19469"/>
                  </a:lnTo>
                  <a:lnTo>
                    <a:pt x="9735" y="41234"/>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43" name="Freeform: Shape 42">
              <a:extLst>
                <a:ext uri="{FF2B5EF4-FFF2-40B4-BE49-F238E27FC236}">
                  <a16:creationId xmlns:a16="http://schemas.microsoft.com/office/drawing/2014/main" id="{DDEC597A-5939-5FF9-E787-BDD63D9631BA}"/>
                </a:ext>
              </a:extLst>
            </p:cNvPr>
            <p:cNvSpPr/>
            <p:nvPr/>
          </p:nvSpPr>
          <p:spPr>
            <a:xfrm>
              <a:off x="3240093" y="3036055"/>
              <a:ext cx="44253" cy="21764"/>
            </a:xfrm>
            <a:custGeom>
              <a:avLst/>
              <a:gdLst>
                <a:gd name="connsiteX0" fmla="*/ 0 w 44253"/>
                <a:gd name="connsiteY0" fmla="*/ 0 h 21764"/>
                <a:gd name="connsiteX1" fmla="*/ 44253 w 44253"/>
                <a:gd name="connsiteY1" fmla="*/ 0 h 21764"/>
                <a:gd name="connsiteX2" fmla="*/ 44253 w 44253"/>
                <a:gd name="connsiteY2" fmla="*/ 21765 h 21764"/>
                <a:gd name="connsiteX3" fmla="*/ 0 w 44253"/>
                <a:gd name="connsiteY3" fmla="*/ 21765 h 21764"/>
                <a:gd name="connsiteX4" fmla="*/ 0 w 44253"/>
                <a:gd name="connsiteY4" fmla="*/ 0 h 21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53" h="21764">
                  <a:moveTo>
                    <a:pt x="0" y="0"/>
                  </a:moveTo>
                  <a:lnTo>
                    <a:pt x="44253" y="0"/>
                  </a:lnTo>
                  <a:lnTo>
                    <a:pt x="44253" y="21765"/>
                  </a:lnTo>
                  <a:lnTo>
                    <a:pt x="0" y="21765"/>
                  </a:lnTo>
                  <a:lnTo>
                    <a:pt x="0"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44" name="Freeform: Shape 43">
              <a:extLst>
                <a:ext uri="{FF2B5EF4-FFF2-40B4-BE49-F238E27FC236}">
                  <a16:creationId xmlns:a16="http://schemas.microsoft.com/office/drawing/2014/main" id="{AF7AE08C-2602-7A10-34BF-784B47447D29}"/>
                </a:ext>
              </a:extLst>
            </p:cNvPr>
            <p:cNvSpPr/>
            <p:nvPr/>
          </p:nvSpPr>
          <p:spPr>
            <a:xfrm>
              <a:off x="3393169" y="3276904"/>
              <a:ext cx="65293" cy="21764"/>
            </a:xfrm>
            <a:custGeom>
              <a:avLst/>
              <a:gdLst>
                <a:gd name="connsiteX0" fmla="*/ 0 w 65293"/>
                <a:gd name="connsiteY0" fmla="*/ 0 h 21764"/>
                <a:gd name="connsiteX1" fmla="*/ 65294 w 65293"/>
                <a:gd name="connsiteY1" fmla="*/ 0 h 21764"/>
                <a:gd name="connsiteX2" fmla="*/ 65294 w 65293"/>
                <a:gd name="connsiteY2" fmla="*/ 21765 h 21764"/>
                <a:gd name="connsiteX3" fmla="*/ 0 w 65293"/>
                <a:gd name="connsiteY3" fmla="*/ 21765 h 21764"/>
                <a:gd name="connsiteX4" fmla="*/ 0 w 65293"/>
                <a:gd name="connsiteY4" fmla="*/ 0 h 21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93" h="21764">
                  <a:moveTo>
                    <a:pt x="0" y="0"/>
                  </a:moveTo>
                  <a:lnTo>
                    <a:pt x="65294" y="0"/>
                  </a:lnTo>
                  <a:lnTo>
                    <a:pt x="65294" y="21765"/>
                  </a:lnTo>
                  <a:lnTo>
                    <a:pt x="0" y="21765"/>
                  </a:lnTo>
                  <a:lnTo>
                    <a:pt x="0"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45" name="Freeform: Shape 44">
              <a:extLst>
                <a:ext uri="{FF2B5EF4-FFF2-40B4-BE49-F238E27FC236}">
                  <a16:creationId xmlns:a16="http://schemas.microsoft.com/office/drawing/2014/main" id="{CD71C340-CB45-3795-43E6-AE20888E2790}"/>
                </a:ext>
              </a:extLst>
            </p:cNvPr>
            <p:cNvSpPr/>
            <p:nvPr/>
          </p:nvSpPr>
          <p:spPr>
            <a:xfrm>
              <a:off x="3306111" y="2927232"/>
              <a:ext cx="239401" cy="327907"/>
            </a:xfrm>
            <a:custGeom>
              <a:avLst/>
              <a:gdLst>
                <a:gd name="connsiteX0" fmla="*/ 239401 w 239401"/>
                <a:gd name="connsiteY0" fmla="*/ 119701 h 327907"/>
                <a:gd name="connsiteX1" fmla="*/ 119701 w 239401"/>
                <a:gd name="connsiteY1" fmla="*/ 0 h 327907"/>
                <a:gd name="connsiteX2" fmla="*/ 0 w 239401"/>
                <a:gd name="connsiteY2" fmla="*/ 119701 h 327907"/>
                <a:gd name="connsiteX3" fmla="*/ 65294 w 239401"/>
                <a:gd name="connsiteY3" fmla="*/ 226171 h 327907"/>
                <a:gd name="connsiteX4" fmla="*/ 65294 w 239401"/>
                <a:gd name="connsiteY4" fmla="*/ 261166 h 327907"/>
                <a:gd name="connsiteX5" fmla="*/ 43529 w 239401"/>
                <a:gd name="connsiteY5" fmla="*/ 261166 h 327907"/>
                <a:gd name="connsiteX6" fmla="*/ 43529 w 239401"/>
                <a:gd name="connsiteY6" fmla="*/ 282931 h 327907"/>
                <a:gd name="connsiteX7" fmla="*/ 65294 w 239401"/>
                <a:gd name="connsiteY7" fmla="*/ 282931 h 327907"/>
                <a:gd name="connsiteX8" fmla="*/ 65294 w 239401"/>
                <a:gd name="connsiteY8" fmla="*/ 327908 h 327907"/>
                <a:gd name="connsiteX9" fmla="*/ 174107 w 239401"/>
                <a:gd name="connsiteY9" fmla="*/ 327908 h 327907"/>
                <a:gd name="connsiteX10" fmla="*/ 174107 w 239401"/>
                <a:gd name="connsiteY10" fmla="*/ 282931 h 327907"/>
                <a:gd name="connsiteX11" fmla="*/ 195872 w 239401"/>
                <a:gd name="connsiteY11" fmla="*/ 282931 h 327907"/>
                <a:gd name="connsiteX12" fmla="*/ 195872 w 239401"/>
                <a:gd name="connsiteY12" fmla="*/ 261166 h 327907"/>
                <a:gd name="connsiteX13" fmla="*/ 174107 w 239401"/>
                <a:gd name="connsiteY13" fmla="*/ 261166 h 327907"/>
                <a:gd name="connsiteX14" fmla="*/ 174107 w 239401"/>
                <a:gd name="connsiteY14" fmla="*/ 226171 h 327907"/>
                <a:gd name="connsiteX15" fmla="*/ 239401 w 239401"/>
                <a:gd name="connsiteY15" fmla="*/ 119701 h 327907"/>
                <a:gd name="connsiteX16" fmla="*/ 152343 w 239401"/>
                <a:gd name="connsiteY16" fmla="*/ 306143 h 327907"/>
                <a:gd name="connsiteX17" fmla="*/ 87049 w 239401"/>
                <a:gd name="connsiteY17" fmla="*/ 306143 h 327907"/>
                <a:gd name="connsiteX18" fmla="*/ 87049 w 239401"/>
                <a:gd name="connsiteY18" fmla="*/ 282931 h 327907"/>
                <a:gd name="connsiteX19" fmla="*/ 152343 w 239401"/>
                <a:gd name="connsiteY19" fmla="*/ 282931 h 327907"/>
                <a:gd name="connsiteX20" fmla="*/ 152343 w 239401"/>
                <a:gd name="connsiteY20" fmla="*/ 306143 h 327907"/>
                <a:gd name="connsiteX21" fmla="*/ 108823 w 239401"/>
                <a:gd name="connsiteY21" fmla="*/ 141465 h 327907"/>
                <a:gd name="connsiteX22" fmla="*/ 119701 w 239401"/>
                <a:gd name="connsiteY22" fmla="*/ 130578 h 327907"/>
                <a:gd name="connsiteX23" fmla="*/ 130588 w 239401"/>
                <a:gd name="connsiteY23" fmla="*/ 141465 h 327907"/>
                <a:gd name="connsiteX24" fmla="*/ 119701 w 239401"/>
                <a:gd name="connsiteY24" fmla="*/ 152352 h 327907"/>
                <a:gd name="connsiteX25" fmla="*/ 108823 w 239401"/>
                <a:gd name="connsiteY25" fmla="*/ 141465 h 327907"/>
                <a:gd name="connsiteX26" fmla="*/ 130588 w 239401"/>
                <a:gd name="connsiteY26" fmla="*/ 261166 h 327907"/>
                <a:gd name="connsiteX27" fmla="*/ 130588 w 239401"/>
                <a:gd name="connsiteY27" fmla="*/ 172241 h 327907"/>
                <a:gd name="connsiteX28" fmla="*/ 152352 w 239401"/>
                <a:gd name="connsiteY28" fmla="*/ 141465 h 327907"/>
                <a:gd name="connsiteX29" fmla="*/ 119710 w 239401"/>
                <a:gd name="connsiteY29" fmla="*/ 108823 h 327907"/>
                <a:gd name="connsiteX30" fmla="*/ 87068 w 239401"/>
                <a:gd name="connsiteY30" fmla="*/ 141465 h 327907"/>
                <a:gd name="connsiteX31" fmla="*/ 108833 w 239401"/>
                <a:gd name="connsiteY31" fmla="*/ 172241 h 327907"/>
                <a:gd name="connsiteX32" fmla="*/ 108833 w 239401"/>
                <a:gd name="connsiteY32" fmla="*/ 261166 h 327907"/>
                <a:gd name="connsiteX33" fmla="*/ 87068 w 239401"/>
                <a:gd name="connsiteY33" fmla="*/ 261166 h 327907"/>
                <a:gd name="connsiteX34" fmla="*/ 87068 w 239401"/>
                <a:gd name="connsiteY34" fmla="*/ 212189 h 327907"/>
                <a:gd name="connsiteX35" fmla="*/ 80562 w 239401"/>
                <a:gd name="connsiteY35" fmla="*/ 209331 h 327907"/>
                <a:gd name="connsiteX36" fmla="*/ 21784 w 239401"/>
                <a:gd name="connsiteY36" fmla="*/ 119701 h 327907"/>
                <a:gd name="connsiteX37" fmla="*/ 119720 w 239401"/>
                <a:gd name="connsiteY37" fmla="*/ 21765 h 327907"/>
                <a:gd name="connsiteX38" fmla="*/ 217656 w 239401"/>
                <a:gd name="connsiteY38" fmla="*/ 119701 h 327907"/>
                <a:gd name="connsiteX39" fmla="*/ 158877 w 239401"/>
                <a:gd name="connsiteY39" fmla="*/ 209331 h 327907"/>
                <a:gd name="connsiteX40" fmla="*/ 152371 w 239401"/>
                <a:gd name="connsiteY40" fmla="*/ 212189 h 327907"/>
                <a:gd name="connsiteX41" fmla="*/ 152371 w 239401"/>
                <a:gd name="connsiteY41" fmla="*/ 261166 h 327907"/>
                <a:gd name="connsiteX42" fmla="*/ 130588 w 239401"/>
                <a:gd name="connsiteY42" fmla="*/ 261166 h 327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39401" h="327907">
                  <a:moveTo>
                    <a:pt x="239401" y="119701"/>
                  </a:moveTo>
                  <a:cubicBezTo>
                    <a:pt x="239401" y="53702"/>
                    <a:pt x="185699" y="0"/>
                    <a:pt x="119701" y="0"/>
                  </a:cubicBezTo>
                  <a:cubicBezTo>
                    <a:pt x="53702" y="0"/>
                    <a:pt x="0" y="53702"/>
                    <a:pt x="0" y="119701"/>
                  </a:cubicBezTo>
                  <a:cubicBezTo>
                    <a:pt x="0" y="164706"/>
                    <a:pt x="25403" y="205750"/>
                    <a:pt x="65294" y="226171"/>
                  </a:cubicBezTo>
                  <a:lnTo>
                    <a:pt x="65294" y="261166"/>
                  </a:lnTo>
                  <a:lnTo>
                    <a:pt x="43529" y="261166"/>
                  </a:lnTo>
                  <a:lnTo>
                    <a:pt x="43529" y="282931"/>
                  </a:lnTo>
                  <a:lnTo>
                    <a:pt x="65294" y="282931"/>
                  </a:lnTo>
                  <a:lnTo>
                    <a:pt x="65294" y="327908"/>
                  </a:lnTo>
                  <a:lnTo>
                    <a:pt x="174107" y="327908"/>
                  </a:lnTo>
                  <a:lnTo>
                    <a:pt x="174107" y="282931"/>
                  </a:lnTo>
                  <a:lnTo>
                    <a:pt x="195872" y="282931"/>
                  </a:lnTo>
                  <a:lnTo>
                    <a:pt x="195872" y="261166"/>
                  </a:lnTo>
                  <a:lnTo>
                    <a:pt x="174107" y="261166"/>
                  </a:lnTo>
                  <a:lnTo>
                    <a:pt x="174107" y="226171"/>
                  </a:lnTo>
                  <a:cubicBezTo>
                    <a:pt x="213998" y="205750"/>
                    <a:pt x="239401" y="164716"/>
                    <a:pt x="239401" y="119701"/>
                  </a:cubicBezTo>
                  <a:close/>
                  <a:moveTo>
                    <a:pt x="152343" y="306143"/>
                  </a:moveTo>
                  <a:lnTo>
                    <a:pt x="87049" y="306143"/>
                  </a:lnTo>
                  <a:lnTo>
                    <a:pt x="87049" y="282931"/>
                  </a:lnTo>
                  <a:lnTo>
                    <a:pt x="152343" y="282931"/>
                  </a:lnTo>
                  <a:lnTo>
                    <a:pt x="152343" y="306143"/>
                  </a:lnTo>
                  <a:close/>
                  <a:moveTo>
                    <a:pt x="108823" y="141465"/>
                  </a:moveTo>
                  <a:cubicBezTo>
                    <a:pt x="108823" y="135465"/>
                    <a:pt x="113709" y="130578"/>
                    <a:pt x="119701" y="130578"/>
                  </a:cubicBezTo>
                  <a:cubicBezTo>
                    <a:pt x="125692" y="130578"/>
                    <a:pt x="130588" y="135465"/>
                    <a:pt x="130588" y="141465"/>
                  </a:cubicBezTo>
                  <a:cubicBezTo>
                    <a:pt x="130588" y="147466"/>
                    <a:pt x="125701" y="152352"/>
                    <a:pt x="119701" y="152352"/>
                  </a:cubicBezTo>
                  <a:cubicBezTo>
                    <a:pt x="113700" y="152352"/>
                    <a:pt x="108823" y="147466"/>
                    <a:pt x="108823" y="141465"/>
                  </a:cubicBezTo>
                  <a:close/>
                  <a:moveTo>
                    <a:pt x="130588" y="261166"/>
                  </a:moveTo>
                  <a:lnTo>
                    <a:pt x="130588" y="172241"/>
                  </a:lnTo>
                  <a:cubicBezTo>
                    <a:pt x="143256" y="167745"/>
                    <a:pt x="152352" y="155648"/>
                    <a:pt x="152352" y="141465"/>
                  </a:cubicBezTo>
                  <a:cubicBezTo>
                    <a:pt x="152352" y="123463"/>
                    <a:pt x="137703" y="108823"/>
                    <a:pt x="119710" y="108823"/>
                  </a:cubicBezTo>
                  <a:cubicBezTo>
                    <a:pt x="101708" y="108823"/>
                    <a:pt x="87068" y="123473"/>
                    <a:pt x="87068" y="141465"/>
                  </a:cubicBezTo>
                  <a:cubicBezTo>
                    <a:pt x="87068" y="155648"/>
                    <a:pt x="96164" y="167745"/>
                    <a:pt x="108833" y="172241"/>
                  </a:cubicBezTo>
                  <a:lnTo>
                    <a:pt x="108833" y="261166"/>
                  </a:lnTo>
                  <a:lnTo>
                    <a:pt x="87068" y="261166"/>
                  </a:lnTo>
                  <a:lnTo>
                    <a:pt x="87068" y="212189"/>
                  </a:lnTo>
                  <a:lnTo>
                    <a:pt x="80562" y="209331"/>
                  </a:lnTo>
                  <a:cubicBezTo>
                    <a:pt x="44853" y="193653"/>
                    <a:pt x="21784" y="158477"/>
                    <a:pt x="21784" y="119701"/>
                  </a:cubicBezTo>
                  <a:cubicBezTo>
                    <a:pt x="21784" y="65703"/>
                    <a:pt x="65723" y="21765"/>
                    <a:pt x="119720" y="21765"/>
                  </a:cubicBezTo>
                  <a:cubicBezTo>
                    <a:pt x="173717" y="21765"/>
                    <a:pt x="217656" y="65703"/>
                    <a:pt x="217656" y="119701"/>
                  </a:cubicBezTo>
                  <a:cubicBezTo>
                    <a:pt x="217656" y="158477"/>
                    <a:pt x="194586" y="193653"/>
                    <a:pt x="158877" y="209331"/>
                  </a:cubicBezTo>
                  <a:lnTo>
                    <a:pt x="152371" y="212189"/>
                  </a:lnTo>
                  <a:lnTo>
                    <a:pt x="152371" y="261166"/>
                  </a:lnTo>
                  <a:lnTo>
                    <a:pt x="130588" y="261166"/>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grpSp>
      <p:sp>
        <p:nvSpPr>
          <p:cNvPr id="46" name="TextBox 45">
            <a:extLst>
              <a:ext uri="{FF2B5EF4-FFF2-40B4-BE49-F238E27FC236}">
                <a16:creationId xmlns:a16="http://schemas.microsoft.com/office/drawing/2014/main" id="{A47B67B3-AEDF-89AB-2684-2DDC82AA55EB}"/>
              </a:ext>
            </a:extLst>
          </p:cNvPr>
          <p:cNvSpPr txBox="1"/>
          <p:nvPr/>
        </p:nvSpPr>
        <p:spPr>
          <a:xfrm>
            <a:off x="817135" y="1901908"/>
            <a:ext cx="478016" cy="338554"/>
          </a:xfrm>
          <a:prstGeom prst="rect">
            <a:avLst/>
          </a:prstGeom>
          <a:noFill/>
        </p:spPr>
        <p:txBody>
          <a:bodyPr wrap="none" rtlCol="0">
            <a:spAutoFit/>
          </a:bodyPr>
          <a:lstStyle/>
          <a:p>
            <a:pPr defTabSz="1218987"/>
            <a:r>
              <a:rPr lang="en-US" sz="1600" b="1">
                <a:ln/>
                <a:solidFill>
                  <a:srgbClr val="00334E"/>
                </a:solidFill>
                <a:latin typeface="Segoe UI" panose="020B0502040204020203" pitchFamily="34" charset="0"/>
                <a:cs typeface="Segoe UI" panose="020B0502040204020203" pitchFamily="34" charset="0"/>
                <a:sym typeface="Arial"/>
                <a:rtl val="0"/>
              </a:rPr>
              <a:t>01.</a:t>
            </a:r>
          </a:p>
        </p:txBody>
      </p:sp>
      <p:sp>
        <p:nvSpPr>
          <p:cNvPr id="49" name="Freeform: Shape 48">
            <a:extLst>
              <a:ext uri="{FF2B5EF4-FFF2-40B4-BE49-F238E27FC236}">
                <a16:creationId xmlns:a16="http://schemas.microsoft.com/office/drawing/2014/main" id="{A2050A89-C19C-A860-45F2-A5480753AF19}"/>
              </a:ext>
            </a:extLst>
          </p:cNvPr>
          <p:cNvSpPr/>
          <p:nvPr/>
        </p:nvSpPr>
        <p:spPr>
          <a:xfrm rot="16761127">
            <a:off x="3103577" y="2010138"/>
            <a:ext cx="1462484" cy="1462483"/>
          </a:xfrm>
          <a:custGeom>
            <a:avLst/>
            <a:gdLst>
              <a:gd name="connsiteX0" fmla="*/ 886656 w 886655"/>
              <a:gd name="connsiteY0" fmla="*/ 443328 h 886655"/>
              <a:gd name="connsiteX1" fmla="*/ 443328 w 886655"/>
              <a:gd name="connsiteY1" fmla="*/ 886656 h 886655"/>
              <a:gd name="connsiteX2" fmla="*/ 0 w 886655"/>
              <a:gd name="connsiteY2" fmla="*/ 443328 h 886655"/>
              <a:gd name="connsiteX3" fmla="*/ 443328 w 886655"/>
              <a:gd name="connsiteY3" fmla="*/ 0 h 886655"/>
              <a:gd name="connsiteX4" fmla="*/ 886656 w 886655"/>
              <a:gd name="connsiteY4" fmla="*/ 443328 h 88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55" h="886655">
                <a:moveTo>
                  <a:pt x="886656" y="443328"/>
                </a:moveTo>
                <a:cubicBezTo>
                  <a:pt x="886656" y="688171"/>
                  <a:pt x="688171" y="886656"/>
                  <a:pt x="443328" y="886656"/>
                </a:cubicBezTo>
                <a:cubicBezTo>
                  <a:pt x="198485" y="886656"/>
                  <a:pt x="0" y="688171"/>
                  <a:pt x="0" y="443328"/>
                </a:cubicBezTo>
                <a:cubicBezTo>
                  <a:pt x="0" y="198485"/>
                  <a:pt x="198484" y="0"/>
                  <a:pt x="443328" y="0"/>
                </a:cubicBezTo>
                <a:cubicBezTo>
                  <a:pt x="688171" y="0"/>
                  <a:pt x="886656" y="198484"/>
                  <a:pt x="886656" y="443328"/>
                </a:cubicBezTo>
                <a:close/>
              </a:path>
            </a:pathLst>
          </a:custGeom>
          <a:solidFill>
            <a:schemeClr val="bg1"/>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50" name="Freeform: Shape 49">
            <a:extLst>
              <a:ext uri="{FF2B5EF4-FFF2-40B4-BE49-F238E27FC236}">
                <a16:creationId xmlns:a16="http://schemas.microsoft.com/office/drawing/2014/main" id="{65C8A8E0-B23C-6205-B625-4A62FDDF71BB}"/>
              </a:ext>
            </a:extLst>
          </p:cNvPr>
          <p:cNvSpPr/>
          <p:nvPr/>
        </p:nvSpPr>
        <p:spPr>
          <a:xfrm rot="17010573">
            <a:off x="3225078" y="2131802"/>
            <a:ext cx="1219378" cy="1219378"/>
          </a:xfrm>
          <a:custGeom>
            <a:avLst/>
            <a:gdLst>
              <a:gd name="connsiteX0" fmla="*/ 739269 w 739268"/>
              <a:gd name="connsiteY0" fmla="*/ 369634 h 739268"/>
              <a:gd name="connsiteX1" fmla="*/ 369634 w 739268"/>
              <a:gd name="connsiteY1" fmla="*/ 739269 h 739268"/>
              <a:gd name="connsiteX2" fmla="*/ 0 w 739268"/>
              <a:gd name="connsiteY2" fmla="*/ 369634 h 739268"/>
              <a:gd name="connsiteX3" fmla="*/ 369634 w 739268"/>
              <a:gd name="connsiteY3" fmla="*/ 0 h 739268"/>
              <a:gd name="connsiteX4" fmla="*/ 739269 w 739268"/>
              <a:gd name="connsiteY4" fmla="*/ 369634 h 73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268" h="739268">
                <a:moveTo>
                  <a:pt x="739269" y="369634"/>
                </a:moveTo>
                <a:cubicBezTo>
                  <a:pt x="739269" y="573778"/>
                  <a:pt x="573778" y="739269"/>
                  <a:pt x="369634" y="739269"/>
                </a:cubicBezTo>
                <a:cubicBezTo>
                  <a:pt x="165491" y="739269"/>
                  <a:pt x="0" y="573778"/>
                  <a:pt x="0" y="369634"/>
                </a:cubicBezTo>
                <a:cubicBezTo>
                  <a:pt x="0" y="165491"/>
                  <a:pt x="165491" y="0"/>
                  <a:pt x="369634" y="0"/>
                </a:cubicBezTo>
                <a:cubicBezTo>
                  <a:pt x="573778" y="0"/>
                  <a:pt x="739269" y="165491"/>
                  <a:pt x="739269" y="369634"/>
                </a:cubicBezTo>
                <a:close/>
              </a:path>
            </a:pathLst>
          </a:custGeom>
          <a:solidFill>
            <a:schemeClr val="accent6">
              <a:lumMod val="20000"/>
              <a:lumOff val="80000"/>
            </a:schemeClr>
          </a:solidFill>
          <a:ln w="9525" cap="flat">
            <a:noFill/>
            <a:prstDash val="solid"/>
            <a:miter/>
          </a:ln>
        </p:spPr>
        <p:txBody>
          <a:bodyPr rtlCol="0" anchor="ctr"/>
          <a:lstStyle/>
          <a:p>
            <a:pPr defTabSz="1218987"/>
            <a:endParaRPr lang="en-US" sz="2400">
              <a:solidFill>
                <a:prstClr val="black"/>
              </a:solidFill>
              <a:latin typeface="Calibri"/>
            </a:endParaRPr>
          </a:p>
        </p:txBody>
      </p:sp>
      <p:grpSp>
        <p:nvGrpSpPr>
          <p:cNvPr id="51" name="Graphic 5">
            <a:extLst>
              <a:ext uri="{FF2B5EF4-FFF2-40B4-BE49-F238E27FC236}">
                <a16:creationId xmlns:a16="http://schemas.microsoft.com/office/drawing/2014/main" id="{1B20726D-D327-E712-4521-4C0257ECDD5B}"/>
              </a:ext>
            </a:extLst>
          </p:cNvPr>
          <p:cNvGrpSpPr/>
          <p:nvPr/>
        </p:nvGrpSpPr>
        <p:grpSpPr>
          <a:xfrm>
            <a:off x="3528272" y="2404161"/>
            <a:ext cx="617486" cy="618177"/>
            <a:chOff x="4537684" y="2909782"/>
            <a:chExt cx="374361" cy="374780"/>
          </a:xfrm>
          <a:solidFill>
            <a:schemeClr val="accent1"/>
          </a:solidFill>
        </p:grpSpPr>
        <p:sp>
          <p:nvSpPr>
            <p:cNvPr id="52" name="Freeform: Shape 51">
              <a:extLst>
                <a:ext uri="{FF2B5EF4-FFF2-40B4-BE49-F238E27FC236}">
                  <a16:creationId xmlns:a16="http://schemas.microsoft.com/office/drawing/2014/main" id="{D7F1736F-4B22-C3D8-4F58-1F4445EB4CE0}"/>
                </a:ext>
              </a:extLst>
            </p:cNvPr>
            <p:cNvSpPr/>
            <p:nvPr/>
          </p:nvSpPr>
          <p:spPr>
            <a:xfrm>
              <a:off x="4670033" y="3042456"/>
              <a:ext cx="109680" cy="109670"/>
            </a:xfrm>
            <a:custGeom>
              <a:avLst/>
              <a:gdLst>
                <a:gd name="connsiteX0" fmla="*/ 54835 w 109680"/>
                <a:gd name="connsiteY0" fmla="*/ 0 h 109670"/>
                <a:gd name="connsiteX1" fmla="*/ 0 w 109680"/>
                <a:gd name="connsiteY1" fmla="*/ 54835 h 109670"/>
                <a:gd name="connsiteX2" fmla="*/ 54835 w 109680"/>
                <a:gd name="connsiteY2" fmla="*/ 109671 h 109670"/>
                <a:gd name="connsiteX3" fmla="*/ 109680 w 109680"/>
                <a:gd name="connsiteY3" fmla="*/ 54835 h 109670"/>
                <a:gd name="connsiteX4" fmla="*/ 54835 w 109680"/>
                <a:gd name="connsiteY4" fmla="*/ 0 h 109670"/>
                <a:gd name="connsiteX5" fmla="*/ 54835 w 109680"/>
                <a:gd name="connsiteY5" fmla="*/ 87735 h 109670"/>
                <a:gd name="connsiteX6" fmla="*/ 21936 w 109680"/>
                <a:gd name="connsiteY6" fmla="*/ 54835 h 109670"/>
                <a:gd name="connsiteX7" fmla="*/ 54835 w 109680"/>
                <a:gd name="connsiteY7" fmla="*/ 21936 h 109670"/>
                <a:gd name="connsiteX8" fmla="*/ 87735 w 109680"/>
                <a:gd name="connsiteY8" fmla="*/ 54835 h 109670"/>
                <a:gd name="connsiteX9" fmla="*/ 54835 w 109680"/>
                <a:gd name="connsiteY9" fmla="*/ 87735 h 109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680" h="109670">
                  <a:moveTo>
                    <a:pt x="54835" y="0"/>
                  </a:moveTo>
                  <a:cubicBezTo>
                    <a:pt x="24603" y="0"/>
                    <a:pt x="0" y="24603"/>
                    <a:pt x="0" y="54835"/>
                  </a:cubicBezTo>
                  <a:cubicBezTo>
                    <a:pt x="0" y="85077"/>
                    <a:pt x="24603" y="109671"/>
                    <a:pt x="54835" y="109671"/>
                  </a:cubicBezTo>
                  <a:cubicBezTo>
                    <a:pt x="85077" y="109671"/>
                    <a:pt x="109680" y="85068"/>
                    <a:pt x="109680" y="54835"/>
                  </a:cubicBezTo>
                  <a:cubicBezTo>
                    <a:pt x="109671" y="24603"/>
                    <a:pt x="85068" y="0"/>
                    <a:pt x="54835" y="0"/>
                  </a:cubicBezTo>
                  <a:close/>
                  <a:moveTo>
                    <a:pt x="54835" y="87735"/>
                  </a:moveTo>
                  <a:cubicBezTo>
                    <a:pt x="36690" y="87735"/>
                    <a:pt x="21936" y="72981"/>
                    <a:pt x="21936" y="54835"/>
                  </a:cubicBezTo>
                  <a:cubicBezTo>
                    <a:pt x="21936" y="36690"/>
                    <a:pt x="36700" y="21936"/>
                    <a:pt x="54835" y="21936"/>
                  </a:cubicBezTo>
                  <a:cubicBezTo>
                    <a:pt x="72981" y="21936"/>
                    <a:pt x="87735" y="36700"/>
                    <a:pt x="87735" y="54835"/>
                  </a:cubicBezTo>
                  <a:cubicBezTo>
                    <a:pt x="87735" y="72981"/>
                    <a:pt x="72971" y="87735"/>
                    <a:pt x="54835" y="87735"/>
                  </a:cubicBez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53" name="Freeform: Shape 52">
              <a:extLst>
                <a:ext uri="{FF2B5EF4-FFF2-40B4-BE49-F238E27FC236}">
                  <a16:creationId xmlns:a16="http://schemas.microsoft.com/office/drawing/2014/main" id="{6A97197A-AB82-67C3-7750-574BB6147E27}"/>
                </a:ext>
              </a:extLst>
            </p:cNvPr>
            <p:cNvSpPr/>
            <p:nvPr/>
          </p:nvSpPr>
          <p:spPr>
            <a:xfrm>
              <a:off x="4709362" y="3081785"/>
              <a:ext cx="31022" cy="31022"/>
            </a:xfrm>
            <a:custGeom>
              <a:avLst/>
              <a:gdLst>
                <a:gd name="connsiteX0" fmla="*/ 15507 w 31022"/>
                <a:gd name="connsiteY0" fmla="*/ 31023 h 31022"/>
                <a:gd name="connsiteX1" fmla="*/ 0 w 31022"/>
                <a:gd name="connsiteY1" fmla="*/ 15516 h 31022"/>
                <a:gd name="connsiteX2" fmla="*/ 15507 w 31022"/>
                <a:gd name="connsiteY2" fmla="*/ 0 h 31022"/>
                <a:gd name="connsiteX3" fmla="*/ 31023 w 31022"/>
                <a:gd name="connsiteY3" fmla="*/ 15516 h 31022"/>
                <a:gd name="connsiteX4" fmla="*/ 15507 w 31022"/>
                <a:gd name="connsiteY4" fmla="*/ 31023 h 3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22" h="31022">
                  <a:moveTo>
                    <a:pt x="15507" y="31023"/>
                  </a:moveTo>
                  <a:lnTo>
                    <a:pt x="0" y="15516"/>
                  </a:lnTo>
                  <a:lnTo>
                    <a:pt x="15507" y="0"/>
                  </a:lnTo>
                  <a:lnTo>
                    <a:pt x="31023" y="15516"/>
                  </a:lnTo>
                  <a:lnTo>
                    <a:pt x="15507" y="31023"/>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54" name="Freeform: Shape 53">
              <a:extLst>
                <a:ext uri="{FF2B5EF4-FFF2-40B4-BE49-F238E27FC236}">
                  <a16:creationId xmlns:a16="http://schemas.microsoft.com/office/drawing/2014/main" id="{800A1D06-0CAD-7DA6-E3F9-F59F5D397A53}"/>
                </a:ext>
              </a:extLst>
            </p:cNvPr>
            <p:cNvSpPr/>
            <p:nvPr/>
          </p:nvSpPr>
          <p:spPr>
            <a:xfrm>
              <a:off x="4582280" y="2909782"/>
              <a:ext cx="285168" cy="374780"/>
            </a:xfrm>
            <a:custGeom>
              <a:avLst/>
              <a:gdLst>
                <a:gd name="connsiteX0" fmla="*/ 240640 w 285168"/>
                <a:gd name="connsiteY0" fmla="*/ 258366 h 374780"/>
                <a:gd name="connsiteX1" fmla="*/ 237563 w 285168"/>
                <a:gd name="connsiteY1" fmla="*/ 192538 h 374780"/>
                <a:gd name="connsiteX2" fmla="*/ 170526 w 285168"/>
                <a:gd name="connsiteY2" fmla="*/ 37252 h 374780"/>
                <a:gd name="connsiteX3" fmla="*/ 142589 w 285168"/>
                <a:gd name="connsiteY3" fmla="*/ 0 h 374780"/>
                <a:gd name="connsiteX4" fmla="*/ 114652 w 285168"/>
                <a:gd name="connsiteY4" fmla="*/ 37252 h 374780"/>
                <a:gd name="connsiteX5" fmla="*/ 47615 w 285168"/>
                <a:gd name="connsiteY5" fmla="*/ 192538 h 374780"/>
                <a:gd name="connsiteX6" fmla="*/ 44539 w 285168"/>
                <a:gd name="connsiteY6" fmla="*/ 258366 h 374780"/>
                <a:gd name="connsiteX7" fmla="*/ 13506 w 285168"/>
                <a:gd name="connsiteY7" fmla="*/ 293256 h 374780"/>
                <a:gd name="connsiteX8" fmla="*/ 0 w 285168"/>
                <a:gd name="connsiteY8" fmla="*/ 345338 h 374780"/>
                <a:gd name="connsiteX9" fmla="*/ 0 w 285168"/>
                <a:gd name="connsiteY9" fmla="*/ 374742 h 374780"/>
                <a:gd name="connsiteX10" fmla="*/ 22774 w 285168"/>
                <a:gd name="connsiteY10" fmla="*/ 358054 h 374780"/>
                <a:gd name="connsiteX11" fmla="*/ 60541 w 285168"/>
                <a:gd name="connsiteY11" fmla="*/ 343148 h 374780"/>
                <a:gd name="connsiteX12" fmla="*/ 71933 w 285168"/>
                <a:gd name="connsiteY12" fmla="*/ 374780 h 374780"/>
                <a:gd name="connsiteX13" fmla="*/ 131616 w 285168"/>
                <a:gd name="connsiteY13" fmla="*/ 344262 h 374780"/>
                <a:gd name="connsiteX14" fmla="*/ 131616 w 285168"/>
                <a:gd name="connsiteY14" fmla="*/ 374685 h 374780"/>
                <a:gd name="connsiteX15" fmla="*/ 153553 w 285168"/>
                <a:gd name="connsiteY15" fmla="*/ 374685 h 374780"/>
                <a:gd name="connsiteX16" fmla="*/ 153553 w 285168"/>
                <a:gd name="connsiteY16" fmla="*/ 344262 h 374780"/>
                <a:gd name="connsiteX17" fmla="*/ 213236 w 285168"/>
                <a:gd name="connsiteY17" fmla="*/ 374780 h 374780"/>
                <a:gd name="connsiteX18" fmla="*/ 224628 w 285168"/>
                <a:gd name="connsiteY18" fmla="*/ 343148 h 374780"/>
                <a:gd name="connsiteX19" fmla="*/ 262395 w 285168"/>
                <a:gd name="connsiteY19" fmla="*/ 358054 h 374780"/>
                <a:gd name="connsiteX20" fmla="*/ 285169 w 285168"/>
                <a:gd name="connsiteY20" fmla="*/ 374742 h 374780"/>
                <a:gd name="connsiteX21" fmla="*/ 285169 w 285168"/>
                <a:gd name="connsiteY21" fmla="*/ 345338 h 374780"/>
                <a:gd name="connsiteX22" fmla="*/ 240640 w 285168"/>
                <a:gd name="connsiteY22" fmla="*/ 258366 h 374780"/>
                <a:gd name="connsiteX23" fmla="*/ 22870 w 285168"/>
                <a:gd name="connsiteY23" fmla="*/ 332689 h 374780"/>
                <a:gd name="connsiteX24" fmla="*/ 47130 w 285168"/>
                <a:gd name="connsiteY24" fmla="*/ 284788 h 374780"/>
                <a:gd name="connsiteX25" fmla="*/ 54445 w 285168"/>
                <a:gd name="connsiteY25" fmla="*/ 321964 h 374780"/>
                <a:gd name="connsiteX26" fmla="*/ 22870 w 285168"/>
                <a:gd name="connsiteY26" fmla="*/ 332689 h 374780"/>
                <a:gd name="connsiteX27" fmla="*/ 202921 w 285168"/>
                <a:gd name="connsiteY27" fmla="*/ 338985 h 374780"/>
                <a:gd name="connsiteX28" fmla="*/ 153562 w 285168"/>
                <a:gd name="connsiteY28" fmla="*/ 322212 h 374780"/>
                <a:gd name="connsiteX29" fmla="*/ 153562 w 285168"/>
                <a:gd name="connsiteY29" fmla="*/ 265014 h 374780"/>
                <a:gd name="connsiteX30" fmla="*/ 131626 w 285168"/>
                <a:gd name="connsiteY30" fmla="*/ 265014 h 374780"/>
                <a:gd name="connsiteX31" fmla="*/ 131626 w 285168"/>
                <a:gd name="connsiteY31" fmla="*/ 322212 h 374780"/>
                <a:gd name="connsiteX32" fmla="*/ 82267 w 285168"/>
                <a:gd name="connsiteY32" fmla="*/ 338985 h 374780"/>
                <a:gd name="connsiteX33" fmla="*/ 132207 w 285168"/>
                <a:gd name="connsiteY33" fmla="*/ 50416 h 374780"/>
                <a:gd name="connsiteX34" fmla="*/ 142599 w 285168"/>
                <a:gd name="connsiteY34" fmla="*/ 36567 h 374780"/>
                <a:gd name="connsiteX35" fmla="*/ 152991 w 285168"/>
                <a:gd name="connsiteY35" fmla="*/ 50416 h 374780"/>
                <a:gd name="connsiteX36" fmla="*/ 202921 w 285168"/>
                <a:gd name="connsiteY36" fmla="*/ 338985 h 374780"/>
                <a:gd name="connsiteX37" fmla="*/ 230724 w 285168"/>
                <a:gd name="connsiteY37" fmla="*/ 321964 h 374780"/>
                <a:gd name="connsiteX38" fmla="*/ 238049 w 285168"/>
                <a:gd name="connsiteY38" fmla="*/ 284788 h 374780"/>
                <a:gd name="connsiteX39" fmla="*/ 262299 w 285168"/>
                <a:gd name="connsiteY39" fmla="*/ 332689 h 374780"/>
                <a:gd name="connsiteX40" fmla="*/ 230724 w 285168"/>
                <a:gd name="connsiteY40" fmla="*/ 321964 h 37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5168" h="374780">
                  <a:moveTo>
                    <a:pt x="240640" y="258366"/>
                  </a:moveTo>
                  <a:cubicBezTo>
                    <a:pt x="241897" y="236325"/>
                    <a:pt x="240878" y="214351"/>
                    <a:pt x="237563" y="192538"/>
                  </a:cubicBezTo>
                  <a:cubicBezTo>
                    <a:pt x="229229" y="137693"/>
                    <a:pt x="206673" y="85449"/>
                    <a:pt x="170526" y="37252"/>
                  </a:cubicBezTo>
                  <a:lnTo>
                    <a:pt x="142589" y="0"/>
                  </a:lnTo>
                  <a:lnTo>
                    <a:pt x="114652" y="37252"/>
                  </a:lnTo>
                  <a:cubicBezTo>
                    <a:pt x="78505" y="85449"/>
                    <a:pt x="55959" y="137693"/>
                    <a:pt x="47615" y="192538"/>
                  </a:cubicBezTo>
                  <a:cubicBezTo>
                    <a:pt x="44301" y="214351"/>
                    <a:pt x="43282" y="236334"/>
                    <a:pt x="44539" y="258366"/>
                  </a:cubicBezTo>
                  <a:cubicBezTo>
                    <a:pt x="31813" y="267548"/>
                    <a:pt x="21165" y="279502"/>
                    <a:pt x="13506" y="293256"/>
                  </a:cubicBezTo>
                  <a:cubicBezTo>
                    <a:pt x="4677" y="309134"/>
                    <a:pt x="0" y="327155"/>
                    <a:pt x="0" y="345338"/>
                  </a:cubicBezTo>
                  <a:lnTo>
                    <a:pt x="0" y="374742"/>
                  </a:lnTo>
                  <a:lnTo>
                    <a:pt x="22774" y="358054"/>
                  </a:lnTo>
                  <a:cubicBezTo>
                    <a:pt x="34176" y="350501"/>
                    <a:pt x="47092" y="345424"/>
                    <a:pt x="60541" y="343148"/>
                  </a:cubicBezTo>
                  <a:cubicBezTo>
                    <a:pt x="64694" y="356083"/>
                    <a:pt x="67761" y="363483"/>
                    <a:pt x="71933" y="374780"/>
                  </a:cubicBezTo>
                  <a:cubicBezTo>
                    <a:pt x="79172" y="369932"/>
                    <a:pt x="96555" y="348472"/>
                    <a:pt x="131616" y="344262"/>
                  </a:cubicBezTo>
                  <a:lnTo>
                    <a:pt x="131616" y="374685"/>
                  </a:lnTo>
                  <a:lnTo>
                    <a:pt x="153553" y="374685"/>
                  </a:lnTo>
                  <a:lnTo>
                    <a:pt x="153553" y="344262"/>
                  </a:lnTo>
                  <a:cubicBezTo>
                    <a:pt x="188719" y="348482"/>
                    <a:pt x="206073" y="369989"/>
                    <a:pt x="213236" y="374780"/>
                  </a:cubicBezTo>
                  <a:cubicBezTo>
                    <a:pt x="217427" y="363417"/>
                    <a:pt x="220475" y="356092"/>
                    <a:pt x="224628" y="343148"/>
                  </a:cubicBezTo>
                  <a:cubicBezTo>
                    <a:pt x="238077" y="345424"/>
                    <a:pt x="250993" y="350491"/>
                    <a:pt x="262395" y="358054"/>
                  </a:cubicBezTo>
                  <a:lnTo>
                    <a:pt x="285169" y="374742"/>
                  </a:lnTo>
                  <a:lnTo>
                    <a:pt x="285169" y="345338"/>
                  </a:lnTo>
                  <a:cubicBezTo>
                    <a:pt x="285169" y="310896"/>
                    <a:pt x="268615" y="278549"/>
                    <a:pt x="240640" y="258366"/>
                  </a:cubicBezTo>
                  <a:close/>
                  <a:moveTo>
                    <a:pt x="22870" y="332689"/>
                  </a:moveTo>
                  <a:cubicBezTo>
                    <a:pt x="25565" y="314411"/>
                    <a:pt x="34080" y="297675"/>
                    <a:pt x="47130" y="284788"/>
                  </a:cubicBezTo>
                  <a:cubicBezTo>
                    <a:pt x="48854" y="297180"/>
                    <a:pt x="51292" y="309572"/>
                    <a:pt x="54445" y="321964"/>
                  </a:cubicBezTo>
                  <a:cubicBezTo>
                    <a:pt x="43482" y="324060"/>
                    <a:pt x="32833" y="327670"/>
                    <a:pt x="22870" y="332689"/>
                  </a:cubicBezTo>
                  <a:close/>
                  <a:moveTo>
                    <a:pt x="202921" y="338985"/>
                  </a:moveTo>
                  <a:cubicBezTo>
                    <a:pt x="187719" y="329460"/>
                    <a:pt x="170783" y="323879"/>
                    <a:pt x="153562" y="322212"/>
                  </a:cubicBezTo>
                  <a:lnTo>
                    <a:pt x="153562" y="265014"/>
                  </a:lnTo>
                  <a:lnTo>
                    <a:pt x="131626" y="265014"/>
                  </a:lnTo>
                  <a:lnTo>
                    <a:pt x="131626" y="322212"/>
                  </a:lnTo>
                  <a:cubicBezTo>
                    <a:pt x="114395" y="323879"/>
                    <a:pt x="97469" y="329460"/>
                    <a:pt x="82267" y="338985"/>
                  </a:cubicBezTo>
                  <a:cubicBezTo>
                    <a:pt x="49540" y="239249"/>
                    <a:pt x="67056" y="137284"/>
                    <a:pt x="132207" y="50416"/>
                  </a:cubicBezTo>
                  <a:lnTo>
                    <a:pt x="142599" y="36567"/>
                  </a:lnTo>
                  <a:lnTo>
                    <a:pt x="152991" y="50416"/>
                  </a:lnTo>
                  <a:cubicBezTo>
                    <a:pt x="218132" y="137284"/>
                    <a:pt x="235639" y="239249"/>
                    <a:pt x="202921" y="338985"/>
                  </a:cubicBezTo>
                  <a:close/>
                  <a:moveTo>
                    <a:pt x="230724" y="321964"/>
                  </a:moveTo>
                  <a:cubicBezTo>
                    <a:pt x="233877" y="309582"/>
                    <a:pt x="236325" y="297180"/>
                    <a:pt x="238049" y="284788"/>
                  </a:cubicBezTo>
                  <a:cubicBezTo>
                    <a:pt x="251098" y="297675"/>
                    <a:pt x="259604" y="314411"/>
                    <a:pt x="262299" y="332689"/>
                  </a:cubicBezTo>
                  <a:cubicBezTo>
                    <a:pt x="252336" y="327670"/>
                    <a:pt x="241687" y="324060"/>
                    <a:pt x="230724" y="321964"/>
                  </a:cubicBez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55" name="Freeform: Shape 54">
              <a:extLst>
                <a:ext uri="{FF2B5EF4-FFF2-40B4-BE49-F238E27FC236}">
                  <a16:creationId xmlns:a16="http://schemas.microsoft.com/office/drawing/2014/main" id="{E62B0984-0166-B83E-7545-547565FD7547}"/>
                </a:ext>
              </a:extLst>
            </p:cNvPr>
            <p:cNvSpPr/>
            <p:nvPr/>
          </p:nvSpPr>
          <p:spPr>
            <a:xfrm>
              <a:off x="4537684" y="2998584"/>
              <a:ext cx="66541" cy="21936"/>
            </a:xfrm>
            <a:custGeom>
              <a:avLst/>
              <a:gdLst>
                <a:gd name="connsiteX0" fmla="*/ 0 w 66541"/>
                <a:gd name="connsiteY0" fmla="*/ 0 h 21936"/>
                <a:gd name="connsiteX1" fmla="*/ 66542 w 66541"/>
                <a:gd name="connsiteY1" fmla="*/ 0 h 21936"/>
                <a:gd name="connsiteX2" fmla="*/ 66542 w 66541"/>
                <a:gd name="connsiteY2" fmla="*/ 21936 h 21936"/>
                <a:gd name="connsiteX3" fmla="*/ 0 w 66541"/>
                <a:gd name="connsiteY3" fmla="*/ 21936 h 21936"/>
                <a:gd name="connsiteX4" fmla="*/ 0 w 66541"/>
                <a:gd name="connsiteY4" fmla="*/ 0 h 21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1" h="21936">
                  <a:moveTo>
                    <a:pt x="0" y="0"/>
                  </a:moveTo>
                  <a:lnTo>
                    <a:pt x="66542" y="0"/>
                  </a:lnTo>
                  <a:lnTo>
                    <a:pt x="66542" y="21936"/>
                  </a:lnTo>
                  <a:lnTo>
                    <a:pt x="0" y="21936"/>
                  </a:lnTo>
                  <a:lnTo>
                    <a:pt x="0"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56" name="Freeform: Shape 55">
              <a:extLst>
                <a:ext uri="{FF2B5EF4-FFF2-40B4-BE49-F238E27FC236}">
                  <a16:creationId xmlns:a16="http://schemas.microsoft.com/office/drawing/2014/main" id="{C90415DD-261E-7951-F2B6-D90169ED78A0}"/>
                </a:ext>
              </a:extLst>
            </p:cNvPr>
            <p:cNvSpPr/>
            <p:nvPr/>
          </p:nvSpPr>
          <p:spPr>
            <a:xfrm>
              <a:off x="4845513" y="2998584"/>
              <a:ext cx="66532" cy="21936"/>
            </a:xfrm>
            <a:custGeom>
              <a:avLst/>
              <a:gdLst>
                <a:gd name="connsiteX0" fmla="*/ 0 w 66532"/>
                <a:gd name="connsiteY0" fmla="*/ 0 h 21936"/>
                <a:gd name="connsiteX1" fmla="*/ 66532 w 66532"/>
                <a:gd name="connsiteY1" fmla="*/ 0 h 21936"/>
                <a:gd name="connsiteX2" fmla="*/ 66532 w 66532"/>
                <a:gd name="connsiteY2" fmla="*/ 21936 h 21936"/>
                <a:gd name="connsiteX3" fmla="*/ 0 w 66532"/>
                <a:gd name="connsiteY3" fmla="*/ 21936 h 21936"/>
                <a:gd name="connsiteX4" fmla="*/ 0 w 66532"/>
                <a:gd name="connsiteY4" fmla="*/ 0 h 21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32" h="21936">
                  <a:moveTo>
                    <a:pt x="0" y="0"/>
                  </a:moveTo>
                  <a:lnTo>
                    <a:pt x="66532" y="0"/>
                  </a:lnTo>
                  <a:lnTo>
                    <a:pt x="66532" y="21936"/>
                  </a:lnTo>
                  <a:lnTo>
                    <a:pt x="0" y="21936"/>
                  </a:lnTo>
                  <a:lnTo>
                    <a:pt x="0"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57" name="Freeform: Shape 56">
              <a:extLst>
                <a:ext uri="{FF2B5EF4-FFF2-40B4-BE49-F238E27FC236}">
                  <a16:creationId xmlns:a16="http://schemas.microsoft.com/office/drawing/2014/main" id="{3A8AB4AA-9E16-18A9-168E-8BA39BE5BEC9}"/>
                </a:ext>
              </a:extLst>
            </p:cNvPr>
            <p:cNvSpPr/>
            <p:nvPr/>
          </p:nvSpPr>
          <p:spPr>
            <a:xfrm>
              <a:off x="4551266" y="2920812"/>
              <a:ext cx="68903" cy="47682"/>
            </a:xfrm>
            <a:custGeom>
              <a:avLst/>
              <a:gdLst>
                <a:gd name="connsiteX0" fmla="*/ 9258 w 68903"/>
                <a:gd name="connsiteY0" fmla="*/ 0 h 47682"/>
                <a:gd name="connsiteX1" fmla="*/ 68904 w 68903"/>
                <a:gd name="connsiteY1" fmla="*/ 27803 h 47682"/>
                <a:gd name="connsiteX2" fmla="*/ 59636 w 68903"/>
                <a:gd name="connsiteY2" fmla="*/ 47682 h 47682"/>
                <a:gd name="connsiteX3" fmla="*/ 0 w 68903"/>
                <a:gd name="connsiteY3" fmla="*/ 19869 h 47682"/>
                <a:gd name="connsiteX4" fmla="*/ 9258 w 68903"/>
                <a:gd name="connsiteY4" fmla="*/ 0 h 47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03" h="47682">
                  <a:moveTo>
                    <a:pt x="9258" y="0"/>
                  </a:moveTo>
                  <a:lnTo>
                    <a:pt x="68904" y="27803"/>
                  </a:lnTo>
                  <a:lnTo>
                    <a:pt x="59636" y="47682"/>
                  </a:lnTo>
                  <a:lnTo>
                    <a:pt x="0" y="19869"/>
                  </a:lnTo>
                  <a:lnTo>
                    <a:pt x="9258"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58" name="Freeform: Shape 57">
              <a:extLst>
                <a:ext uri="{FF2B5EF4-FFF2-40B4-BE49-F238E27FC236}">
                  <a16:creationId xmlns:a16="http://schemas.microsoft.com/office/drawing/2014/main" id="{7F47DE43-09D2-C54F-FA15-9B11FD9E6867}"/>
                </a:ext>
              </a:extLst>
            </p:cNvPr>
            <p:cNvSpPr/>
            <p:nvPr/>
          </p:nvSpPr>
          <p:spPr>
            <a:xfrm>
              <a:off x="4829577" y="3050600"/>
              <a:ext cx="68903" cy="47691"/>
            </a:xfrm>
            <a:custGeom>
              <a:avLst/>
              <a:gdLst>
                <a:gd name="connsiteX0" fmla="*/ 59636 w 68903"/>
                <a:gd name="connsiteY0" fmla="*/ 47692 h 47691"/>
                <a:gd name="connsiteX1" fmla="*/ 0 w 68903"/>
                <a:gd name="connsiteY1" fmla="*/ 19879 h 47691"/>
                <a:gd name="connsiteX2" fmla="*/ 9268 w 68903"/>
                <a:gd name="connsiteY2" fmla="*/ 0 h 47691"/>
                <a:gd name="connsiteX3" fmla="*/ 68904 w 68903"/>
                <a:gd name="connsiteY3" fmla="*/ 27813 h 47691"/>
                <a:gd name="connsiteX4" fmla="*/ 59636 w 68903"/>
                <a:gd name="connsiteY4" fmla="*/ 47692 h 47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03" h="47691">
                  <a:moveTo>
                    <a:pt x="59636" y="47692"/>
                  </a:moveTo>
                  <a:lnTo>
                    <a:pt x="0" y="19879"/>
                  </a:lnTo>
                  <a:lnTo>
                    <a:pt x="9268" y="0"/>
                  </a:lnTo>
                  <a:lnTo>
                    <a:pt x="68904" y="27813"/>
                  </a:lnTo>
                  <a:lnTo>
                    <a:pt x="59636" y="47692"/>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59" name="Freeform: Shape 58">
              <a:extLst>
                <a:ext uri="{FF2B5EF4-FFF2-40B4-BE49-F238E27FC236}">
                  <a16:creationId xmlns:a16="http://schemas.microsoft.com/office/drawing/2014/main" id="{C74D52B8-2AC9-A844-62E3-835CE9069773}"/>
                </a:ext>
              </a:extLst>
            </p:cNvPr>
            <p:cNvSpPr/>
            <p:nvPr/>
          </p:nvSpPr>
          <p:spPr>
            <a:xfrm>
              <a:off x="4551247" y="3050600"/>
              <a:ext cx="68903" cy="47691"/>
            </a:xfrm>
            <a:custGeom>
              <a:avLst/>
              <a:gdLst>
                <a:gd name="connsiteX0" fmla="*/ 0 w 68903"/>
                <a:gd name="connsiteY0" fmla="*/ 27804 h 47691"/>
                <a:gd name="connsiteX1" fmla="*/ 59636 w 68903"/>
                <a:gd name="connsiteY1" fmla="*/ 0 h 47691"/>
                <a:gd name="connsiteX2" fmla="*/ 68904 w 68903"/>
                <a:gd name="connsiteY2" fmla="*/ 19879 h 47691"/>
                <a:gd name="connsiteX3" fmla="*/ 9268 w 68903"/>
                <a:gd name="connsiteY3" fmla="*/ 47692 h 47691"/>
                <a:gd name="connsiteX4" fmla="*/ 0 w 68903"/>
                <a:gd name="connsiteY4" fmla="*/ 27804 h 47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03" h="47691">
                  <a:moveTo>
                    <a:pt x="0" y="27804"/>
                  </a:moveTo>
                  <a:lnTo>
                    <a:pt x="59636" y="0"/>
                  </a:lnTo>
                  <a:lnTo>
                    <a:pt x="68904" y="19879"/>
                  </a:lnTo>
                  <a:lnTo>
                    <a:pt x="9268" y="47692"/>
                  </a:lnTo>
                  <a:lnTo>
                    <a:pt x="0" y="27804"/>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60" name="Freeform: Shape 59">
              <a:extLst>
                <a:ext uri="{FF2B5EF4-FFF2-40B4-BE49-F238E27FC236}">
                  <a16:creationId xmlns:a16="http://schemas.microsoft.com/office/drawing/2014/main" id="{FA27BA71-6EDB-D29E-66A4-19C99BECF13D}"/>
                </a:ext>
              </a:extLst>
            </p:cNvPr>
            <p:cNvSpPr/>
            <p:nvPr/>
          </p:nvSpPr>
          <p:spPr>
            <a:xfrm>
              <a:off x="4829568" y="2920812"/>
              <a:ext cx="68913" cy="47691"/>
            </a:xfrm>
            <a:custGeom>
              <a:avLst/>
              <a:gdLst>
                <a:gd name="connsiteX0" fmla="*/ 59646 w 68913"/>
                <a:gd name="connsiteY0" fmla="*/ 0 h 47691"/>
                <a:gd name="connsiteX1" fmla="*/ 68913 w 68913"/>
                <a:gd name="connsiteY1" fmla="*/ 19879 h 47691"/>
                <a:gd name="connsiteX2" fmla="*/ 9268 w 68913"/>
                <a:gd name="connsiteY2" fmla="*/ 47692 h 47691"/>
                <a:gd name="connsiteX3" fmla="*/ 0 w 68913"/>
                <a:gd name="connsiteY3" fmla="*/ 27813 h 47691"/>
                <a:gd name="connsiteX4" fmla="*/ 59646 w 68913"/>
                <a:gd name="connsiteY4" fmla="*/ 0 h 47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13" h="47691">
                  <a:moveTo>
                    <a:pt x="59646" y="0"/>
                  </a:moveTo>
                  <a:lnTo>
                    <a:pt x="68913" y="19879"/>
                  </a:lnTo>
                  <a:lnTo>
                    <a:pt x="9268" y="47692"/>
                  </a:lnTo>
                  <a:lnTo>
                    <a:pt x="0" y="27813"/>
                  </a:lnTo>
                  <a:lnTo>
                    <a:pt x="59646"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grpSp>
      <p:sp>
        <p:nvSpPr>
          <p:cNvPr id="61" name="TextBox 60">
            <a:extLst>
              <a:ext uri="{FF2B5EF4-FFF2-40B4-BE49-F238E27FC236}">
                <a16:creationId xmlns:a16="http://schemas.microsoft.com/office/drawing/2014/main" id="{C1E8077C-F767-A531-62BD-B4815806A7C6}"/>
              </a:ext>
            </a:extLst>
          </p:cNvPr>
          <p:cNvSpPr txBox="1"/>
          <p:nvPr/>
        </p:nvSpPr>
        <p:spPr>
          <a:xfrm>
            <a:off x="2898112" y="1901909"/>
            <a:ext cx="478016" cy="338554"/>
          </a:xfrm>
          <a:prstGeom prst="rect">
            <a:avLst/>
          </a:prstGeom>
          <a:noFill/>
        </p:spPr>
        <p:txBody>
          <a:bodyPr wrap="none" rtlCol="0">
            <a:spAutoFit/>
          </a:bodyPr>
          <a:lstStyle/>
          <a:p>
            <a:pPr defTabSz="1218987"/>
            <a:r>
              <a:rPr lang="en-US" sz="1600" b="1">
                <a:ln/>
                <a:solidFill>
                  <a:srgbClr val="00334E"/>
                </a:solidFill>
                <a:latin typeface="Segoe UI" panose="020B0502040204020203" pitchFamily="34" charset="0"/>
                <a:cs typeface="Segoe UI" panose="020B0502040204020203" pitchFamily="34" charset="0"/>
                <a:sym typeface="Arial"/>
                <a:rtl val="0"/>
              </a:rPr>
              <a:t>02.</a:t>
            </a:r>
          </a:p>
        </p:txBody>
      </p:sp>
      <p:sp>
        <p:nvSpPr>
          <p:cNvPr id="64" name="Freeform: Shape 63">
            <a:extLst>
              <a:ext uri="{FF2B5EF4-FFF2-40B4-BE49-F238E27FC236}">
                <a16:creationId xmlns:a16="http://schemas.microsoft.com/office/drawing/2014/main" id="{B81B48DD-9E3E-8ECD-99A6-8C117C8989FD}"/>
              </a:ext>
            </a:extLst>
          </p:cNvPr>
          <p:cNvSpPr/>
          <p:nvPr/>
        </p:nvSpPr>
        <p:spPr>
          <a:xfrm rot="16977719">
            <a:off x="5244186" y="2010478"/>
            <a:ext cx="1462468" cy="1462467"/>
          </a:xfrm>
          <a:custGeom>
            <a:avLst/>
            <a:gdLst>
              <a:gd name="connsiteX0" fmla="*/ 886646 w 886645"/>
              <a:gd name="connsiteY0" fmla="*/ 443323 h 886645"/>
              <a:gd name="connsiteX1" fmla="*/ 443323 w 886645"/>
              <a:gd name="connsiteY1" fmla="*/ 886646 h 886645"/>
              <a:gd name="connsiteX2" fmla="*/ 0 w 886645"/>
              <a:gd name="connsiteY2" fmla="*/ 443323 h 886645"/>
              <a:gd name="connsiteX3" fmla="*/ 443323 w 886645"/>
              <a:gd name="connsiteY3" fmla="*/ 0 h 886645"/>
              <a:gd name="connsiteX4" fmla="*/ 886646 w 886645"/>
              <a:gd name="connsiteY4" fmla="*/ 443323 h 886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5" h="886645">
                <a:moveTo>
                  <a:pt x="886646" y="443323"/>
                </a:moveTo>
                <a:cubicBezTo>
                  <a:pt x="886646" y="688163"/>
                  <a:pt x="688163" y="886646"/>
                  <a:pt x="443323" y="886646"/>
                </a:cubicBezTo>
                <a:cubicBezTo>
                  <a:pt x="198482" y="886646"/>
                  <a:pt x="0" y="688163"/>
                  <a:pt x="0" y="443323"/>
                </a:cubicBezTo>
                <a:cubicBezTo>
                  <a:pt x="0" y="198482"/>
                  <a:pt x="198482" y="0"/>
                  <a:pt x="443323" y="0"/>
                </a:cubicBezTo>
                <a:cubicBezTo>
                  <a:pt x="688163" y="0"/>
                  <a:pt x="886646" y="198482"/>
                  <a:pt x="886646" y="443323"/>
                </a:cubicBezTo>
                <a:close/>
              </a:path>
            </a:pathLst>
          </a:custGeom>
          <a:solidFill>
            <a:schemeClr val="bg1"/>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65" name="Freeform: Shape 64">
            <a:extLst>
              <a:ext uri="{FF2B5EF4-FFF2-40B4-BE49-F238E27FC236}">
                <a16:creationId xmlns:a16="http://schemas.microsoft.com/office/drawing/2014/main" id="{C645E98B-EAB5-C7B9-E89D-B81BE309DE78}"/>
              </a:ext>
            </a:extLst>
          </p:cNvPr>
          <p:cNvSpPr/>
          <p:nvPr/>
        </p:nvSpPr>
        <p:spPr>
          <a:xfrm rot="17010573">
            <a:off x="5365435" y="2131851"/>
            <a:ext cx="1219378" cy="1219378"/>
          </a:xfrm>
          <a:custGeom>
            <a:avLst/>
            <a:gdLst>
              <a:gd name="connsiteX0" fmla="*/ 739269 w 739268"/>
              <a:gd name="connsiteY0" fmla="*/ 369635 h 739268"/>
              <a:gd name="connsiteX1" fmla="*/ 369634 w 739268"/>
              <a:gd name="connsiteY1" fmla="*/ 739269 h 739268"/>
              <a:gd name="connsiteX2" fmla="*/ 0 w 739268"/>
              <a:gd name="connsiteY2" fmla="*/ 369635 h 739268"/>
              <a:gd name="connsiteX3" fmla="*/ 369634 w 739268"/>
              <a:gd name="connsiteY3" fmla="*/ 0 h 739268"/>
              <a:gd name="connsiteX4" fmla="*/ 739269 w 739268"/>
              <a:gd name="connsiteY4" fmla="*/ 369635 h 73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268" h="739268">
                <a:moveTo>
                  <a:pt x="739269" y="369635"/>
                </a:moveTo>
                <a:cubicBezTo>
                  <a:pt x="739269" y="573778"/>
                  <a:pt x="573778" y="739269"/>
                  <a:pt x="369634" y="739269"/>
                </a:cubicBezTo>
                <a:cubicBezTo>
                  <a:pt x="165491" y="739269"/>
                  <a:pt x="0" y="573778"/>
                  <a:pt x="0" y="369635"/>
                </a:cubicBezTo>
                <a:cubicBezTo>
                  <a:pt x="0" y="165491"/>
                  <a:pt x="165491" y="0"/>
                  <a:pt x="369634" y="0"/>
                </a:cubicBezTo>
                <a:cubicBezTo>
                  <a:pt x="573778" y="0"/>
                  <a:pt x="739269" y="165491"/>
                  <a:pt x="739269" y="369635"/>
                </a:cubicBezTo>
                <a:close/>
              </a:path>
            </a:pathLst>
          </a:custGeom>
          <a:solidFill>
            <a:schemeClr val="accent6">
              <a:lumMod val="20000"/>
              <a:lumOff val="80000"/>
            </a:schemeClr>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66" name="Freeform: Shape 65">
            <a:extLst>
              <a:ext uri="{FF2B5EF4-FFF2-40B4-BE49-F238E27FC236}">
                <a16:creationId xmlns:a16="http://schemas.microsoft.com/office/drawing/2014/main" id="{FEDC10B4-5350-C09F-0185-76EB78F0838D}"/>
              </a:ext>
            </a:extLst>
          </p:cNvPr>
          <p:cNvSpPr/>
          <p:nvPr/>
        </p:nvSpPr>
        <p:spPr>
          <a:xfrm>
            <a:off x="5670203" y="2366219"/>
            <a:ext cx="610477" cy="610463"/>
          </a:xfrm>
          <a:custGeom>
            <a:avLst/>
            <a:gdLst>
              <a:gd name="connsiteX0" fmla="*/ 370113 w 370112"/>
              <a:gd name="connsiteY0" fmla="*/ 348425 h 370103"/>
              <a:gd name="connsiteX1" fmla="*/ 348424 w 370112"/>
              <a:gd name="connsiteY1" fmla="*/ 348425 h 370103"/>
              <a:gd name="connsiteX2" fmla="*/ 348424 w 370112"/>
              <a:gd name="connsiteY2" fmla="*/ 189547 h 370103"/>
              <a:gd name="connsiteX3" fmla="*/ 370113 w 370112"/>
              <a:gd name="connsiteY3" fmla="*/ 211236 h 370103"/>
              <a:gd name="connsiteX4" fmla="*/ 370113 w 370112"/>
              <a:gd name="connsiteY4" fmla="*/ 87468 h 370103"/>
              <a:gd name="connsiteX5" fmla="*/ 246345 w 370112"/>
              <a:gd name="connsiteY5" fmla="*/ 87468 h 370103"/>
              <a:gd name="connsiteX6" fmla="*/ 285226 w 370112"/>
              <a:gd name="connsiteY6" fmla="*/ 126349 h 370103"/>
              <a:gd name="connsiteX7" fmla="*/ 247755 w 370112"/>
              <a:gd name="connsiteY7" fmla="*/ 163820 h 370103"/>
              <a:gd name="connsiteX8" fmla="*/ 163830 w 370112"/>
              <a:gd name="connsiteY8" fmla="*/ 101403 h 370103"/>
              <a:gd name="connsiteX9" fmla="*/ 21688 w 370112"/>
              <a:gd name="connsiteY9" fmla="*/ 202444 h 370103"/>
              <a:gd name="connsiteX10" fmla="*/ 21688 w 370112"/>
              <a:gd name="connsiteY10" fmla="*/ 0 h 370103"/>
              <a:gd name="connsiteX11" fmla="*/ 0 w 370112"/>
              <a:gd name="connsiteY11" fmla="*/ 0 h 370103"/>
              <a:gd name="connsiteX12" fmla="*/ 0 w 370112"/>
              <a:gd name="connsiteY12" fmla="*/ 370103 h 370103"/>
              <a:gd name="connsiteX13" fmla="*/ 370103 w 370112"/>
              <a:gd name="connsiteY13" fmla="*/ 370103 h 370103"/>
              <a:gd name="connsiteX14" fmla="*/ 370103 w 370112"/>
              <a:gd name="connsiteY14" fmla="*/ 348425 h 370103"/>
              <a:gd name="connsiteX15" fmla="*/ 152533 w 370112"/>
              <a:gd name="connsiteY15" fmla="*/ 189347 h 370103"/>
              <a:gd name="connsiteX16" fmla="*/ 152533 w 370112"/>
              <a:gd name="connsiteY16" fmla="*/ 348425 h 370103"/>
              <a:gd name="connsiteX17" fmla="*/ 87478 w 370112"/>
              <a:gd name="connsiteY17" fmla="*/ 348425 h 370103"/>
              <a:gd name="connsiteX18" fmla="*/ 87478 w 370112"/>
              <a:gd name="connsiteY18" fmla="*/ 235601 h 370103"/>
              <a:gd name="connsiteX19" fmla="*/ 152533 w 370112"/>
              <a:gd name="connsiteY19" fmla="*/ 189347 h 370103"/>
              <a:gd name="connsiteX20" fmla="*/ 174222 w 370112"/>
              <a:gd name="connsiteY20" fmla="*/ 190376 h 370103"/>
              <a:gd name="connsiteX21" fmla="*/ 240001 w 370112"/>
              <a:gd name="connsiteY21" fmla="*/ 239316 h 370103"/>
              <a:gd name="connsiteX22" fmla="*/ 240001 w 370112"/>
              <a:gd name="connsiteY22" fmla="*/ 348425 h 370103"/>
              <a:gd name="connsiteX23" fmla="*/ 174222 w 370112"/>
              <a:gd name="connsiteY23" fmla="*/ 348425 h 370103"/>
              <a:gd name="connsiteX24" fmla="*/ 174222 w 370112"/>
              <a:gd name="connsiteY24" fmla="*/ 190376 h 370103"/>
              <a:gd name="connsiteX25" fmla="*/ 261690 w 370112"/>
              <a:gd name="connsiteY25" fmla="*/ 241897 h 370103"/>
              <a:gd name="connsiteX26" fmla="*/ 326745 w 370112"/>
              <a:gd name="connsiteY26" fmla="*/ 176841 h 370103"/>
              <a:gd name="connsiteX27" fmla="*/ 326745 w 370112"/>
              <a:gd name="connsiteY27" fmla="*/ 348425 h 370103"/>
              <a:gd name="connsiteX28" fmla="*/ 261690 w 370112"/>
              <a:gd name="connsiteY28" fmla="*/ 348425 h 370103"/>
              <a:gd name="connsiteX29" fmla="*/ 261690 w 370112"/>
              <a:gd name="connsiteY29" fmla="*/ 241897 h 370103"/>
              <a:gd name="connsiteX30" fmla="*/ 163554 w 370112"/>
              <a:gd name="connsiteY30" fmla="*/ 128216 h 370103"/>
              <a:gd name="connsiteX31" fmla="*/ 249860 w 370112"/>
              <a:gd name="connsiteY31" fmla="*/ 192405 h 370103"/>
              <a:gd name="connsiteX32" fmla="*/ 315906 w 370112"/>
              <a:gd name="connsiteY32" fmla="*/ 126359 h 370103"/>
              <a:gd name="connsiteX33" fmla="*/ 298713 w 370112"/>
              <a:gd name="connsiteY33" fmla="*/ 109166 h 370103"/>
              <a:gd name="connsiteX34" fmla="*/ 348434 w 370112"/>
              <a:gd name="connsiteY34" fmla="*/ 109166 h 370103"/>
              <a:gd name="connsiteX35" fmla="*/ 348434 w 370112"/>
              <a:gd name="connsiteY35" fmla="*/ 158887 h 370103"/>
              <a:gd name="connsiteX36" fmla="*/ 331241 w 370112"/>
              <a:gd name="connsiteY36" fmla="*/ 141694 h 370103"/>
              <a:gd name="connsiteX37" fmla="*/ 251841 w 370112"/>
              <a:gd name="connsiteY37" fmla="*/ 221094 h 370103"/>
              <a:gd name="connsiteX38" fmla="*/ 163211 w 370112"/>
              <a:gd name="connsiteY38" fmla="*/ 155162 h 370103"/>
              <a:gd name="connsiteX39" fmla="*/ 21707 w 370112"/>
              <a:gd name="connsiteY39" fmla="*/ 255765 h 370103"/>
              <a:gd name="connsiteX40" fmla="*/ 21707 w 370112"/>
              <a:gd name="connsiteY40" fmla="*/ 229067 h 370103"/>
              <a:gd name="connsiteX41" fmla="*/ 163554 w 370112"/>
              <a:gd name="connsiteY41" fmla="*/ 128216 h 370103"/>
              <a:gd name="connsiteX42" fmla="*/ 21698 w 370112"/>
              <a:gd name="connsiteY42" fmla="*/ 282359 h 370103"/>
              <a:gd name="connsiteX43" fmla="*/ 65789 w 370112"/>
              <a:gd name="connsiteY43" fmla="*/ 251012 h 370103"/>
              <a:gd name="connsiteX44" fmla="*/ 65789 w 370112"/>
              <a:gd name="connsiteY44" fmla="*/ 348425 h 370103"/>
              <a:gd name="connsiteX45" fmla="*/ 21698 w 370112"/>
              <a:gd name="connsiteY45" fmla="*/ 348425 h 370103"/>
              <a:gd name="connsiteX46" fmla="*/ 21698 w 370112"/>
              <a:gd name="connsiteY46" fmla="*/ 282359 h 370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0112" h="370103">
                <a:moveTo>
                  <a:pt x="370113" y="348425"/>
                </a:moveTo>
                <a:lnTo>
                  <a:pt x="348424" y="348425"/>
                </a:lnTo>
                <a:lnTo>
                  <a:pt x="348424" y="189547"/>
                </a:lnTo>
                <a:lnTo>
                  <a:pt x="370113" y="211236"/>
                </a:lnTo>
                <a:lnTo>
                  <a:pt x="370113" y="87468"/>
                </a:lnTo>
                <a:lnTo>
                  <a:pt x="246345" y="87468"/>
                </a:lnTo>
                <a:lnTo>
                  <a:pt x="285226" y="126349"/>
                </a:lnTo>
                <a:lnTo>
                  <a:pt x="247755" y="163820"/>
                </a:lnTo>
                <a:lnTo>
                  <a:pt x="163830" y="101403"/>
                </a:lnTo>
                <a:lnTo>
                  <a:pt x="21688" y="202444"/>
                </a:lnTo>
                <a:lnTo>
                  <a:pt x="21688" y="0"/>
                </a:lnTo>
                <a:lnTo>
                  <a:pt x="0" y="0"/>
                </a:lnTo>
                <a:lnTo>
                  <a:pt x="0" y="370103"/>
                </a:lnTo>
                <a:lnTo>
                  <a:pt x="370103" y="370103"/>
                </a:lnTo>
                <a:lnTo>
                  <a:pt x="370103" y="348425"/>
                </a:lnTo>
                <a:close/>
                <a:moveTo>
                  <a:pt x="152533" y="189347"/>
                </a:moveTo>
                <a:lnTo>
                  <a:pt x="152533" y="348425"/>
                </a:lnTo>
                <a:lnTo>
                  <a:pt x="87478" y="348425"/>
                </a:lnTo>
                <a:lnTo>
                  <a:pt x="87478" y="235601"/>
                </a:lnTo>
                <a:lnTo>
                  <a:pt x="152533" y="189347"/>
                </a:lnTo>
                <a:close/>
                <a:moveTo>
                  <a:pt x="174222" y="190376"/>
                </a:moveTo>
                <a:lnTo>
                  <a:pt x="240001" y="239316"/>
                </a:lnTo>
                <a:lnTo>
                  <a:pt x="240001" y="348425"/>
                </a:lnTo>
                <a:lnTo>
                  <a:pt x="174222" y="348425"/>
                </a:lnTo>
                <a:lnTo>
                  <a:pt x="174222" y="190376"/>
                </a:lnTo>
                <a:close/>
                <a:moveTo>
                  <a:pt x="261690" y="241897"/>
                </a:moveTo>
                <a:lnTo>
                  <a:pt x="326745" y="176841"/>
                </a:lnTo>
                <a:lnTo>
                  <a:pt x="326745" y="348425"/>
                </a:lnTo>
                <a:lnTo>
                  <a:pt x="261690" y="348425"/>
                </a:lnTo>
                <a:lnTo>
                  <a:pt x="261690" y="241897"/>
                </a:lnTo>
                <a:close/>
                <a:moveTo>
                  <a:pt x="163554" y="128216"/>
                </a:moveTo>
                <a:lnTo>
                  <a:pt x="249860" y="192405"/>
                </a:lnTo>
                <a:lnTo>
                  <a:pt x="315906" y="126359"/>
                </a:lnTo>
                <a:lnTo>
                  <a:pt x="298713" y="109166"/>
                </a:lnTo>
                <a:lnTo>
                  <a:pt x="348434" y="109166"/>
                </a:lnTo>
                <a:lnTo>
                  <a:pt x="348434" y="158887"/>
                </a:lnTo>
                <a:lnTo>
                  <a:pt x="331241" y="141694"/>
                </a:lnTo>
                <a:lnTo>
                  <a:pt x="251841" y="221094"/>
                </a:lnTo>
                <a:lnTo>
                  <a:pt x="163211" y="155162"/>
                </a:lnTo>
                <a:lnTo>
                  <a:pt x="21707" y="255765"/>
                </a:lnTo>
                <a:lnTo>
                  <a:pt x="21707" y="229067"/>
                </a:lnTo>
                <a:lnTo>
                  <a:pt x="163554" y="128216"/>
                </a:lnTo>
                <a:close/>
                <a:moveTo>
                  <a:pt x="21698" y="282359"/>
                </a:moveTo>
                <a:lnTo>
                  <a:pt x="65789" y="251012"/>
                </a:lnTo>
                <a:lnTo>
                  <a:pt x="65789" y="348425"/>
                </a:lnTo>
                <a:lnTo>
                  <a:pt x="21698" y="348425"/>
                </a:lnTo>
                <a:lnTo>
                  <a:pt x="21698" y="282359"/>
                </a:lnTo>
                <a:close/>
              </a:path>
            </a:pathLst>
          </a:custGeom>
          <a:solidFill>
            <a:schemeClr val="accent2"/>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67" name="TextBox 66">
            <a:extLst>
              <a:ext uri="{FF2B5EF4-FFF2-40B4-BE49-F238E27FC236}">
                <a16:creationId xmlns:a16="http://schemas.microsoft.com/office/drawing/2014/main" id="{F8CE90C6-0D3D-70C0-B37D-675519051A3B}"/>
              </a:ext>
            </a:extLst>
          </p:cNvPr>
          <p:cNvSpPr txBox="1"/>
          <p:nvPr/>
        </p:nvSpPr>
        <p:spPr>
          <a:xfrm>
            <a:off x="5047190" y="1901909"/>
            <a:ext cx="478016" cy="338554"/>
          </a:xfrm>
          <a:prstGeom prst="rect">
            <a:avLst/>
          </a:prstGeom>
          <a:noFill/>
        </p:spPr>
        <p:txBody>
          <a:bodyPr wrap="none" rtlCol="0">
            <a:spAutoFit/>
          </a:bodyPr>
          <a:lstStyle/>
          <a:p>
            <a:pPr defTabSz="1218987"/>
            <a:r>
              <a:rPr lang="en-US" sz="1600" b="1">
                <a:ln/>
                <a:solidFill>
                  <a:srgbClr val="00334E"/>
                </a:solidFill>
                <a:latin typeface="Segoe UI" panose="020B0502040204020203" pitchFamily="34" charset="0"/>
                <a:cs typeface="Segoe UI" panose="020B0502040204020203" pitchFamily="34" charset="0"/>
                <a:sym typeface="Arial"/>
                <a:rtl val="0"/>
              </a:rPr>
              <a:t>03.</a:t>
            </a:r>
          </a:p>
        </p:txBody>
      </p:sp>
      <p:sp>
        <p:nvSpPr>
          <p:cNvPr id="70" name="Freeform: Shape 69">
            <a:extLst>
              <a:ext uri="{FF2B5EF4-FFF2-40B4-BE49-F238E27FC236}">
                <a16:creationId xmlns:a16="http://schemas.microsoft.com/office/drawing/2014/main" id="{26970530-CA75-3F7E-62C3-C1E47413261E}"/>
              </a:ext>
            </a:extLst>
          </p:cNvPr>
          <p:cNvSpPr/>
          <p:nvPr/>
        </p:nvSpPr>
        <p:spPr>
          <a:xfrm rot="18900000">
            <a:off x="7384473" y="2010282"/>
            <a:ext cx="1462482" cy="1462482"/>
          </a:xfrm>
          <a:custGeom>
            <a:avLst/>
            <a:gdLst>
              <a:gd name="connsiteX0" fmla="*/ 886655 w 886654"/>
              <a:gd name="connsiteY0" fmla="*/ 443327 h 886654"/>
              <a:gd name="connsiteX1" fmla="*/ 443327 w 886654"/>
              <a:gd name="connsiteY1" fmla="*/ 886655 h 886654"/>
              <a:gd name="connsiteX2" fmla="*/ 0 w 886654"/>
              <a:gd name="connsiteY2" fmla="*/ 443327 h 886654"/>
              <a:gd name="connsiteX3" fmla="*/ 443327 w 886654"/>
              <a:gd name="connsiteY3" fmla="*/ 0 h 886654"/>
              <a:gd name="connsiteX4" fmla="*/ 886655 w 886654"/>
              <a:gd name="connsiteY4" fmla="*/ 443327 h 886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54" h="886654">
                <a:moveTo>
                  <a:pt x="886655" y="443327"/>
                </a:moveTo>
                <a:cubicBezTo>
                  <a:pt x="886655" y="688170"/>
                  <a:pt x="688171" y="886655"/>
                  <a:pt x="443327" y="886655"/>
                </a:cubicBezTo>
                <a:cubicBezTo>
                  <a:pt x="198484" y="886655"/>
                  <a:pt x="0" y="688170"/>
                  <a:pt x="0" y="443327"/>
                </a:cubicBezTo>
                <a:cubicBezTo>
                  <a:pt x="0" y="198484"/>
                  <a:pt x="198484" y="0"/>
                  <a:pt x="443327" y="0"/>
                </a:cubicBezTo>
                <a:cubicBezTo>
                  <a:pt x="688171" y="0"/>
                  <a:pt x="886655" y="198484"/>
                  <a:pt x="886655" y="443327"/>
                </a:cubicBezTo>
                <a:close/>
              </a:path>
            </a:pathLst>
          </a:custGeom>
          <a:solidFill>
            <a:schemeClr val="bg1"/>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71" name="Freeform: Shape 70">
            <a:extLst>
              <a:ext uri="{FF2B5EF4-FFF2-40B4-BE49-F238E27FC236}">
                <a16:creationId xmlns:a16="http://schemas.microsoft.com/office/drawing/2014/main" id="{80FA02BD-671D-82F5-94F7-300AAFA85586}"/>
              </a:ext>
            </a:extLst>
          </p:cNvPr>
          <p:cNvSpPr/>
          <p:nvPr/>
        </p:nvSpPr>
        <p:spPr>
          <a:xfrm rot="18900000">
            <a:off x="7506012" y="2131819"/>
            <a:ext cx="1219406" cy="1219406"/>
          </a:xfrm>
          <a:custGeom>
            <a:avLst/>
            <a:gdLst>
              <a:gd name="connsiteX0" fmla="*/ 739285 w 739285"/>
              <a:gd name="connsiteY0" fmla="*/ 369643 h 739285"/>
              <a:gd name="connsiteX1" fmla="*/ 369642 w 739285"/>
              <a:gd name="connsiteY1" fmla="*/ 739285 h 739285"/>
              <a:gd name="connsiteX2" fmla="*/ 0 w 739285"/>
              <a:gd name="connsiteY2" fmla="*/ 369643 h 739285"/>
              <a:gd name="connsiteX3" fmla="*/ 369642 w 739285"/>
              <a:gd name="connsiteY3" fmla="*/ 0 h 739285"/>
              <a:gd name="connsiteX4" fmla="*/ 739285 w 739285"/>
              <a:gd name="connsiteY4" fmla="*/ 369643 h 739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285" h="739285">
                <a:moveTo>
                  <a:pt x="739285" y="369643"/>
                </a:moveTo>
                <a:cubicBezTo>
                  <a:pt x="739285" y="573791"/>
                  <a:pt x="573790" y="739285"/>
                  <a:pt x="369642" y="739285"/>
                </a:cubicBezTo>
                <a:cubicBezTo>
                  <a:pt x="165494" y="739285"/>
                  <a:pt x="0" y="573791"/>
                  <a:pt x="0" y="369643"/>
                </a:cubicBezTo>
                <a:cubicBezTo>
                  <a:pt x="0" y="165495"/>
                  <a:pt x="165494" y="0"/>
                  <a:pt x="369642" y="0"/>
                </a:cubicBezTo>
                <a:cubicBezTo>
                  <a:pt x="573790" y="0"/>
                  <a:pt x="739285" y="165495"/>
                  <a:pt x="739285" y="369643"/>
                </a:cubicBezTo>
                <a:close/>
              </a:path>
            </a:pathLst>
          </a:custGeom>
          <a:solidFill>
            <a:schemeClr val="accent6">
              <a:lumMod val="20000"/>
              <a:lumOff val="80000"/>
            </a:schemeClr>
          </a:solidFill>
          <a:ln w="9525" cap="flat">
            <a:noFill/>
            <a:prstDash val="solid"/>
            <a:miter/>
          </a:ln>
        </p:spPr>
        <p:txBody>
          <a:bodyPr rtlCol="0" anchor="ctr"/>
          <a:lstStyle/>
          <a:p>
            <a:pPr defTabSz="1218987"/>
            <a:endParaRPr lang="en-US" sz="2400">
              <a:solidFill>
                <a:prstClr val="black"/>
              </a:solidFill>
              <a:latin typeface="Calibri"/>
            </a:endParaRPr>
          </a:p>
        </p:txBody>
      </p:sp>
      <p:grpSp>
        <p:nvGrpSpPr>
          <p:cNvPr id="72" name="Graphic 5">
            <a:extLst>
              <a:ext uri="{FF2B5EF4-FFF2-40B4-BE49-F238E27FC236}">
                <a16:creationId xmlns:a16="http://schemas.microsoft.com/office/drawing/2014/main" id="{DDE8132B-8D56-8483-0E74-87C0140A495F}"/>
              </a:ext>
            </a:extLst>
          </p:cNvPr>
          <p:cNvGrpSpPr/>
          <p:nvPr/>
        </p:nvGrpSpPr>
        <p:grpSpPr>
          <a:xfrm>
            <a:off x="7803539" y="2350445"/>
            <a:ext cx="601884" cy="684791"/>
            <a:chOff x="7129636" y="2877216"/>
            <a:chExt cx="364902" cy="415166"/>
          </a:xfrm>
          <a:solidFill>
            <a:schemeClr val="accent3"/>
          </a:solidFill>
        </p:grpSpPr>
        <p:sp>
          <p:nvSpPr>
            <p:cNvPr id="73" name="Freeform: Shape 72">
              <a:extLst>
                <a:ext uri="{FF2B5EF4-FFF2-40B4-BE49-F238E27FC236}">
                  <a16:creationId xmlns:a16="http://schemas.microsoft.com/office/drawing/2014/main" id="{CCB1F229-93CC-4203-14B6-CE9E04482201}"/>
                </a:ext>
              </a:extLst>
            </p:cNvPr>
            <p:cNvSpPr/>
            <p:nvPr/>
          </p:nvSpPr>
          <p:spPr>
            <a:xfrm>
              <a:off x="7129636" y="2877216"/>
              <a:ext cx="364902" cy="415166"/>
            </a:xfrm>
            <a:custGeom>
              <a:avLst/>
              <a:gdLst>
                <a:gd name="connsiteX0" fmla="*/ 307848 w 364902"/>
                <a:gd name="connsiteY0" fmla="*/ 99374 h 415166"/>
                <a:gd name="connsiteX1" fmla="*/ 326936 w 364902"/>
                <a:gd name="connsiteY1" fmla="*/ 80286 h 415166"/>
                <a:gd name="connsiteX2" fmla="*/ 344138 w 364902"/>
                <a:gd name="connsiteY2" fmla="*/ 97488 h 415166"/>
                <a:gd name="connsiteX3" fmla="*/ 361340 w 364902"/>
                <a:gd name="connsiteY3" fmla="*/ 80286 h 415166"/>
                <a:gd name="connsiteX4" fmla="*/ 309734 w 364902"/>
                <a:gd name="connsiteY4" fmla="*/ 28689 h 415166"/>
                <a:gd name="connsiteX5" fmla="*/ 292532 w 364902"/>
                <a:gd name="connsiteY5" fmla="*/ 45891 h 415166"/>
                <a:gd name="connsiteX6" fmla="*/ 309734 w 364902"/>
                <a:gd name="connsiteY6" fmla="*/ 63094 h 415166"/>
                <a:gd name="connsiteX7" fmla="*/ 289036 w 364902"/>
                <a:gd name="connsiteY7" fmla="*/ 83791 h 415166"/>
                <a:gd name="connsiteX8" fmla="*/ 218942 w 364902"/>
                <a:gd name="connsiteY8" fmla="*/ 53092 h 415166"/>
                <a:gd name="connsiteX9" fmla="*/ 218942 w 364902"/>
                <a:gd name="connsiteY9" fmla="*/ 24327 h 415166"/>
                <a:gd name="connsiteX10" fmla="*/ 243269 w 364902"/>
                <a:gd name="connsiteY10" fmla="*/ 24327 h 415166"/>
                <a:gd name="connsiteX11" fmla="*/ 243269 w 364902"/>
                <a:gd name="connsiteY11" fmla="*/ 0 h 415166"/>
                <a:gd name="connsiteX12" fmla="*/ 121634 w 364902"/>
                <a:gd name="connsiteY12" fmla="*/ 0 h 415166"/>
                <a:gd name="connsiteX13" fmla="*/ 121634 w 364902"/>
                <a:gd name="connsiteY13" fmla="*/ 24327 h 415166"/>
                <a:gd name="connsiteX14" fmla="*/ 145961 w 364902"/>
                <a:gd name="connsiteY14" fmla="*/ 24327 h 415166"/>
                <a:gd name="connsiteX15" fmla="*/ 145961 w 364902"/>
                <a:gd name="connsiteY15" fmla="*/ 53092 h 415166"/>
                <a:gd name="connsiteX16" fmla="*/ 75867 w 364902"/>
                <a:gd name="connsiteY16" fmla="*/ 83791 h 415166"/>
                <a:gd name="connsiteX17" fmla="*/ 55169 w 364902"/>
                <a:gd name="connsiteY17" fmla="*/ 63094 h 415166"/>
                <a:gd name="connsiteX18" fmla="*/ 72371 w 364902"/>
                <a:gd name="connsiteY18" fmla="*/ 45891 h 415166"/>
                <a:gd name="connsiteX19" fmla="*/ 55169 w 364902"/>
                <a:gd name="connsiteY19" fmla="*/ 28689 h 415166"/>
                <a:gd name="connsiteX20" fmla="*/ 3562 w 364902"/>
                <a:gd name="connsiteY20" fmla="*/ 80296 h 415166"/>
                <a:gd name="connsiteX21" fmla="*/ 20764 w 364902"/>
                <a:gd name="connsiteY21" fmla="*/ 97498 h 415166"/>
                <a:gd name="connsiteX22" fmla="*/ 37967 w 364902"/>
                <a:gd name="connsiteY22" fmla="*/ 80296 h 415166"/>
                <a:gd name="connsiteX23" fmla="*/ 57055 w 364902"/>
                <a:gd name="connsiteY23" fmla="*/ 99384 h 415166"/>
                <a:gd name="connsiteX24" fmla="*/ 0 w 364902"/>
                <a:gd name="connsiteY24" fmla="*/ 231905 h 415166"/>
                <a:gd name="connsiteX25" fmla="*/ 182451 w 364902"/>
                <a:gd name="connsiteY25" fmla="*/ 415166 h 415166"/>
                <a:gd name="connsiteX26" fmla="*/ 364903 w 364902"/>
                <a:gd name="connsiteY26" fmla="*/ 231905 h 415166"/>
                <a:gd name="connsiteX27" fmla="*/ 307848 w 364902"/>
                <a:gd name="connsiteY27" fmla="*/ 99374 h 415166"/>
                <a:gd name="connsiteX28" fmla="*/ 170297 w 364902"/>
                <a:gd name="connsiteY28" fmla="*/ 24308 h 415166"/>
                <a:gd name="connsiteX29" fmla="*/ 194624 w 364902"/>
                <a:gd name="connsiteY29" fmla="*/ 24308 h 415166"/>
                <a:gd name="connsiteX30" fmla="*/ 194624 w 364902"/>
                <a:gd name="connsiteY30" fmla="*/ 49854 h 415166"/>
                <a:gd name="connsiteX31" fmla="*/ 182461 w 364902"/>
                <a:gd name="connsiteY31" fmla="*/ 49444 h 415166"/>
                <a:gd name="connsiteX32" fmla="*/ 170297 w 364902"/>
                <a:gd name="connsiteY32" fmla="*/ 49854 h 415166"/>
                <a:gd name="connsiteX33" fmla="*/ 170297 w 364902"/>
                <a:gd name="connsiteY33" fmla="*/ 24308 h 415166"/>
                <a:gd name="connsiteX34" fmla="*/ 182461 w 364902"/>
                <a:gd name="connsiteY34" fmla="*/ 390830 h 415166"/>
                <a:gd name="connsiteX35" fmla="*/ 24336 w 364902"/>
                <a:gd name="connsiteY35" fmla="*/ 231896 h 415166"/>
                <a:gd name="connsiteX36" fmla="*/ 182461 w 364902"/>
                <a:gd name="connsiteY36" fmla="*/ 73771 h 415166"/>
                <a:gd name="connsiteX37" fmla="*/ 340586 w 364902"/>
                <a:gd name="connsiteY37" fmla="*/ 231896 h 415166"/>
                <a:gd name="connsiteX38" fmla="*/ 182461 w 364902"/>
                <a:gd name="connsiteY38" fmla="*/ 390830 h 41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4902" h="415166">
                  <a:moveTo>
                    <a:pt x="307848" y="99374"/>
                  </a:moveTo>
                  <a:lnTo>
                    <a:pt x="326936" y="80286"/>
                  </a:lnTo>
                  <a:lnTo>
                    <a:pt x="344138" y="97488"/>
                  </a:lnTo>
                  <a:lnTo>
                    <a:pt x="361340" y="80286"/>
                  </a:lnTo>
                  <a:lnTo>
                    <a:pt x="309734" y="28689"/>
                  </a:lnTo>
                  <a:lnTo>
                    <a:pt x="292532" y="45891"/>
                  </a:lnTo>
                  <a:lnTo>
                    <a:pt x="309734" y="63094"/>
                  </a:lnTo>
                  <a:lnTo>
                    <a:pt x="289036" y="83791"/>
                  </a:lnTo>
                  <a:cubicBezTo>
                    <a:pt x="268053" y="68628"/>
                    <a:pt x="244240" y="58198"/>
                    <a:pt x="218942" y="53092"/>
                  </a:cubicBezTo>
                  <a:lnTo>
                    <a:pt x="218942" y="24327"/>
                  </a:lnTo>
                  <a:lnTo>
                    <a:pt x="243269" y="24327"/>
                  </a:lnTo>
                  <a:lnTo>
                    <a:pt x="243269" y="0"/>
                  </a:lnTo>
                  <a:lnTo>
                    <a:pt x="121634" y="0"/>
                  </a:lnTo>
                  <a:lnTo>
                    <a:pt x="121634" y="24327"/>
                  </a:lnTo>
                  <a:lnTo>
                    <a:pt x="145961" y="24327"/>
                  </a:lnTo>
                  <a:lnTo>
                    <a:pt x="145961" y="53092"/>
                  </a:lnTo>
                  <a:cubicBezTo>
                    <a:pt x="120663" y="58198"/>
                    <a:pt x="96850" y="68628"/>
                    <a:pt x="75867" y="83791"/>
                  </a:cubicBezTo>
                  <a:lnTo>
                    <a:pt x="55169" y="63094"/>
                  </a:lnTo>
                  <a:lnTo>
                    <a:pt x="72371" y="45891"/>
                  </a:lnTo>
                  <a:lnTo>
                    <a:pt x="55169" y="28689"/>
                  </a:lnTo>
                  <a:lnTo>
                    <a:pt x="3562" y="80296"/>
                  </a:lnTo>
                  <a:lnTo>
                    <a:pt x="20764" y="97498"/>
                  </a:lnTo>
                  <a:lnTo>
                    <a:pt x="37967" y="80296"/>
                  </a:lnTo>
                  <a:lnTo>
                    <a:pt x="57055" y="99384"/>
                  </a:lnTo>
                  <a:cubicBezTo>
                    <a:pt x="21184" y="133378"/>
                    <a:pt x="0" y="180299"/>
                    <a:pt x="0" y="231905"/>
                  </a:cubicBezTo>
                  <a:cubicBezTo>
                    <a:pt x="0" y="332956"/>
                    <a:pt x="81848" y="415166"/>
                    <a:pt x="182451" y="415166"/>
                  </a:cubicBezTo>
                  <a:cubicBezTo>
                    <a:pt x="283054" y="415166"/>
                    <a:pt x="364903" y="332956"/>
                    <a:pt x="364903" y="231905"/>
                  </a:cubicBezTo>
                  <a:cubicBezTo>
                    <a:pt x="364903" y="182775"/>
                    <a:pt x="345529" y="135083"/>
                    <a:pt x="307848" y="99374"/>
                  </a:cubicBezTo>
                  <a:close/>
                  <a:moveTo>
                    <a:pt x="170297" y="24308"/>
                  </a:moveTo>
                  <a:lnTo>
                    <a:pt x="194624" y="24308"/>
                  </a:lnTo>
                  <a:lnTo>
                    <a:pt x="194624" y="49854"/>
                  </a:lnTo>
                  <a:cubicBezTo>
                    <a:pt x="190595" y="49587"/>
                    <a:pt x="186538" y="49444"/>
                    <a:pt x="182461" y="49444"/>
                  </a:cubicBezTo>
                  <a:cubicBezTo>
                    <a:pt x="178384" y="49444"/>
                    <a:pt x="174327" y="49587"/>
                    <a:pt x="170297" y="49854"/>
                  </a:cubicBezTo>
                  <a:lnTo>
                    <a:pt x="170297" y="24308"/>
                  </a:lnTo>
                  <a:close/>
                  <a:moveTo>
                    <a:pt x="182461" y="390830"/>
                  </a:moveTo>
                  <a:cubicBezTo>
                    <a:pt x="95269" y="390830"/>
                    <a:pt x="24336" y="319535"/>
                    <a:pt x="24336" y="231896"/>
                  </a:cubicBezTo>
                  <a:cubicBezTo>
                    <a:pt x="24336" y="144704"/>
                    <a:pt x="95269" y="73771"/>
                    <a:pt x="182461" y="73771"/>
                  </a:cubicBezTo>
                  <a:cubicBezTo>
                    <a:pt x="269653" y="73771"/>
                    <a:pt x="340586" y="144704"/>
                    <a:pt x="340586" y="231896"/>
                  </a:cubicBezTo>
                  <a:cubicBezTo>
                    <a:pt x="340576" y="319526"/>
                    <a:pt x="269643" y="390830"/>
                    <a:pt x="182461" y="390830"/>
                  </a:cubicBez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74" name="Freeform: Shape 73">
              <a:extLst>
                <a:ext uri="{FF2B5EF4-FFF2-40B4-BE49-F238E27FC236}">
                  <a16:creationId xmlns:a16="http://schemas.microsoft.com/office/drawing/2014/main" id="{171A55ED-62BD-B91C-22B5-89EE30033301}"/>
                </a:ext>
              </a:extLst>
            </p:cNvPr>
            <p:cNvSpPr/>
            <p:nvPr/>
          </p:nvSpPr>
          <p:spPr>
            <a:xfrm>
              <a:off x="7275607" y="2975314"/>
              <a:ext cx="72980" cy="170278"/>
            </a:xfrm>
            <a:custGeom>
              <a:avLst/>
              <a:gdLst>
                <a:gd name="connsiteX0" fmla="*/ 48654 w 72980"/>
                <a:gd name="connsiteY0" fmla="*/ 99393 h 170278"/>
                <a:gd name="connsiteX1" fmla="*/ 48654 w 72980"/>
                <a:gd name="connsiteY1" fmla="*/ 0 h 170278"/>
                <a:gd name="connsiteX2" fmla="*/ 24327 w 72980"/>
                <a:gd name="connsiteY2" fmla="*/ 0 h 170278"/>
                <a:gd name="connsiteX3" fmla="*/ 24327 w 72980"/>
                <a:gd name="connsiteY3" fmla="*/ 99393 h 170278"/>
                <a:gd name="connsiteX4" fmla="*/ 0 w 72980"/>
                <a:gd name="connsiteY4" fmla="*/ 133788 h 170278"/>
                <a:gd name="connsiteX5" fmla="*/ 36490 w 72980"/>
                <a:gd name="connsiteY5" fmla="*/ 170278 h 170278"/>
                <a:gd name="connsiteX6" fmla="*/ 72980 w 72980"/>
                <a:gd name="connsiteY6" fmla="*/ 133788 h 170278"/>
                <a:gd name="connsiteX7" fmla="*/ 48654 w 72980"/>
                <a:gd name="connsiteY7" fmla="*/ 99393 h 170278"/>
                <a:gd name="connsiteX8" fmla="*/ 36490 w 72980"/>
                <a:gd name="connsiteY8" fmla="*/ 145961 h 170278"/>
                <a:gd name="connsiteX9" fmla="*/ 24327 w 72980"/>
                <a:gd name="connsiteY9" fmla="*/ 133798 h 170278"/>
                <a:gd name="connsiteX10" fmla="*/ 36490 w 72980"/>
                <a:gd name="connsiteY10" fmla="*/ 121634 h 170278"/>
                <a:gd name="connsiteX11" fmla="*/ 48654 w 72980"/>
                <a:gd name="connsiteY11" fmla="*/ 133798 h 170278"/>
                <a:gd name="connsiteX12" fmla="*/ 36490 w 72980"/>
                <a:gd name="connsiteY12" fmla="*/ 145961 h 170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980" h="170278">
                  <a:moveTo>
                    <a:pt x="48654" y="99393"/>
                  </a:moveTo>
                  <a:lnTo>
                    <a:pt x="48654" y="0"/>
                  </a:lnTo>
                  <a:lnTo>
                    <a:pt x="24327" y="0"/>
                  </a:lnTo>
                  <a:lnTo>
                    <a:pt x="24327" y="99393"/>
                  </a:lnTo>
                  <a:cubicBezTo>
                    <a:pt x="10173" y="104413"/>
                    <a:pt x="0" y="117939"/>
                    <a:pt x="0" y="133788"/>
                  </a:cubicBezTo>
                  <a:cubicBezTo>
                    <a:pt x="0" y="153905"/>
                    <a:pt x="16373" y="170278"/>
                    <a:pt x="36490" y="170278"/>
                  </a:cubicBezTo>
                  <a:cubicBezTo>
                    <a:pt x="56607" y="170278"/>
                    <a:pt x="72980" y="153905"/>
                    <a:pt x="72980" y="133788"/>
                  </a:cubicBezTo>
                  <a:cubicBezTo>
                    <a:pt x="72980" y="117939"/>
                    <a:pt x="62808" y="104423"/>
                    <a:pt x="48654" y="99393"/>
                  </a:cubicBezTo>
                  <a:close/>
                  <a:moveTo>
                    <a:pt x="36490" y="145961"/>
                  </a:moveTo>
                  <a:cubicBezTo>
                    <a:pt x="29785" y="145961"/>
                    <a:pt x="24327" y="140503"/>
                    <a:pt x="24327" y="133798"/>
                  </a:cubicBezTo>
                  <a:cubicBezTo>
                    <a:pt x="24327" y="127092"/>
                    <a:pt x="29785" y="121634"/>
                    <a:pt x="36490" y="121634"/>
                  </a:cubicBezTo>
                  <a:cubicBezTo>
                    <a:pt x="43196" y="121634"/>
                    <a:pt x="48654" y="127092"/>
                    <a:pt x="48654" y="133798"/>
                  </a:cubicBezTo>
                  <a:cubicBezTo>
                    <a:pt x="48654" y="140503"/>
                    <a:pt x="43196" y="145961"/>
                    <a:pt x="36490" y="145961"/>
                  </a:cubicBez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75" name="Freeform: Shape 74">
              <a:extLst>
                <a:ext uri="{FF2B5EF4-FFF2-40B4-BE49-F238E27FC236}">
                  <a16:creationId xmlns:a16="http://schemas.microsoft.com/office/drawing/2014/main" id="{2DFDA8C4-BEA4-EFB9-72DE-247FC56560F5}"/>
                </a:ext>
              </a:extLst>
            </p:cNvPr>
            <p:cNvSpPr/>
            <p:nvPr/>
          </p:nvSpPr>
          <p:spPr>
            <a:xfrm>
              <a:off x="7299934" y="3218573"/>
              <a:ext cx="24327" cy="24326"/>
            </a:xfrm>
            <a:custGeom>
              <a:avLst/>
              <a:gdLst>
                <a:gd name="connsiteX0" fmla="*/ 0 w 24327"/>
                <a:gd name="connsiteY0" fmla="*/ 0 h 24326"/>
                <a:gd name="connsiteX1" fmla="*/ 24327 w 24327"/>
                <a:gd name="connsiteY1" fmla="*/ 0 h 24326"/>
                <a:gd name="connsiteX2" fmla="*/ 24327 w 24327"/>
                <a:gd name="connsiteY2" fmla="*/ 24327 h 24326"/>
                <a:gd name="connsiteX3" fmla="*/ 0 w 24327"/>
                <a:gd name="connsiteY3" fmla="*/ 24327 h 24326"/>
                <a:gd name="connsiteX4" fmla="*/ 0 w 24327"/>
                <a:gd name="connsiteY4" fmla="*/ 0 h 24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7" h="24326">
                  <a:moveTo>
                    <a:pt x="0" y="0"/>
                  </a:moveTo>
                  <a:lnTo>
                    <a:pt x="24327" y="0"/>
                  </a:lnTo>
                  <a:lnTo>
                    <a:pt x="24327" y="24327"/>
                  </a:lnTo>
                  <a:lnTo>
                    <a:pt x="0" y="24327"/>
                  </a:lnTo>
                  <a:lnTo>
                    <a:pt x="0"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76" name="Freeform: Shape 75">
              <a:extLst>
                <a:ext uri="{FF2B5EF4-FFF2-40B4-BE49-F238E27FC236}">
                  <a16:creationId xmlns:a16="http://schemas.microsoft.com/office/drawing/2014/main" id="{AF02D27F-BB93-171A-0C14-0ABD27D67F93}"/>
                </a:ext>
              </a:extLst>
            </p:cNvPr>
            <p:cNvSpPr/>
            <p:nvPr/>
          </p:nvSpPr>
          <p:spPr>
            <a:xfrm>
              <a:off x="7178299" y="3096949"/>
              <a:ext cx="24326" cy="24326"/>
            </a:xfrm>
            <a:custGeom>
              <a:avLst/>
              <a:gdLst>
                <a:gd name="connsiteX0" fmla="*/ 0 w 24326"/>
                <a:gd name="connsiteY0" fmla="*/ 0 h 24326"/>
                <a:gd name="connsiteX1" fmla="*/ 24327 w 24326"/>
                <a:gd name="connsiteY1" fmla="*/ 0 h 24326"/>
                <a:gd name="connsiteX2" fmla="*/ 24327 w 24326"/>
                <a:gd name="connsiteY2" fmla="*/ 24327 h 24326"/>
                <a:gd name="connsiteX3" fmla="*/ 0 w 24326"/>
                <a:gd name="connsiteY3" fmla="*/ 24327 h 24326"/>
                <a:gd name="connsiteX4" fmla="*/ 0 w 24326"/>
                <a:gd name="connsiteY4" fmla="*/ 0 h 24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6" h="24326">
                  <a:moveTo>
                    <a:pt x="0" y="0"/>
                  </a:moveTo>
                  <a:lnTo>
                    <a:pt x="24327" y="0"/>
                  </a:lnTo>
                  <a:lnTo>
                    <a:pt x="24327" y="24327"/>
                  </a:lnTo>
                  <a:lnTo>
                    <a:pt x="0" y="24327"/>
                  </a:lnTo>
                  <a:lnTo>
                    <a:pt x="0"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77" name="Freeform: Shape 76">
              <a:extLst>
                <a:ext uri="{FF2B5EF4-FFF2-40B4-BE49-F238E27FC236}">
                  <a16:creationId xmlns:a16="http://schemas.microsoft.com/office/drawing/2014/main" id="{460B42F4-67E2-8814-5B35-FEA5DB86D218}"/>
                </a:ext>
              </a:extLst>
            </p:cNvPr>
            <p:cNvSpPr/>
            <p:nvPr/>
          </p:nvSpPr>
          <p:spPr>
            <a:xfrm>
              <a:off x="7421558" y="3096949"/>
              <a:ext cx="24327" cy="24326"/>
            </a:xfrm>
            <a:custGeom>
              <a:avLst/>
              <a:gdLst>
                <a:gd name="connsiteX0" fmla="*/ 0 w 24327"/>
                <a:gd name="connsiteY0" fmla="*/ 0 h 24326"/>
                <a:gd name="connsiteX1" fmla="*/ 24327 w 24327"/>
                <a:gd name="connsiteY1" fmla="*/ 0 h 24326"/>
                <a:gd name="connsiteX2" fmla="*/ 24327 w 24327"/>
                <a:gd name="connsiteY2" fmla="*/ 24327 h 24326"/>
                <a:gd name="connsiteX3" fmla="*/ 0 w 24327"/>
                <a:gd name="connsiteY3" fmla="*/ 24327 h 24326"/>
                <a:gd name="connsiteX4" fmla="*/ 0 w 24327"/>
                <a:gd name="connsiteY4" fmla="*/ 0 h 24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7" h="24326">
                  <a:moveTo>
                    <a:pt x="0" y="0"/>
                  </a:moveTo>
                  <a:lnTo>
                    <a:pt x="24327" y="0"/>
                  </a:lnTo>
                  <a:lnTo>
                    <a:pt x="24327" y="24327"/>
                  </a:lnTo>
                  <a:lnTo>
                    <a:pt x="0" y="24327"/>
                  </a:lnTo>
                  <a:lnTo>
                    <a:pt x="0" y="0"/>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78" name="Freeform: Shape 77">
              <a:extLst>
                <a:ext uri="{FF2B5EF4-FFF2-40B4-BE49-F238E27FC236}">
                  <a16:creationId xmlns:a16="http://schemas.microsoft.com/office/drawing/2014/main" id="{7A32DF96-C27D-A72D-4AE2-19A4580DED39}"/>
                </a:ext>
              </a:extLst>
            </p:cNvPr>
            <p:cNvSpPr/>
            <p:nvPr/>
          </p:nvSpPr>
          <p:spPr>
            <a:xfrm>
              <a:off x="7208884" y="3177911"/>
              <a:ext cx="34404" cy="34404"/>
            </a:xfrm>
            <a:custGeom>
              <a:avLst/>
              <a:gdLst>
                <a:gd name="connsiteX0" fmla="*/ 17202 w 34404"/>
                <a:gd name="connsiteY0" fmla="*/ 34404 h 34404"/>
                <a:gd name="connsiteX1" fmla="*/ 0 w 34404"/>
                <a:gd name="connsiteY1" fmla="*/ 17202 h 34404"/>
                <a:gd name="connsiteX2" fmla="*/ 17202 w 34404"/>
                <a:gd name="connsiteY2" fmla="*/ 0 h 34404"/>
                <a:gd name="connsiteX3" fmla="*/ 34404 w 34404"/>
                <a:gd name="connsiteY3" fmla="*/ 17202 h 34404"/>
                <a:gd name="connsiteX4" fmla="*/ 17202 w 34404"/>
                <a:gd name="connsiteY4" fmla="*/ 34404 h 34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04" h="34404">
                  <a:moveTo>
                    <a:pt x="17202" y="34404"/>
                  </a:moveTo>
                  <a:lnTo>
                    <a:pt x="0" y="17202"/>
                  </a:lnTo>
                  <a:lnTo>
                    <a:pt x="17202" y="0"/>
                  </a:lnTo>
                  <a:lnTo>
                    <a:pt x="34404" y="17202"/>
                  </a:lnTo>
                  <a:lnTo>
                    <a:pt x="17202" y="34404"/>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79" name="Freeform: Shape 78">
              <a:extLst>
                <a:ext uri="{FF2B5EF4-FFF2-40B4-BE49-F238E27FC236}">
                  <a16:creationId xmlns:a16="http://schemas.microsoft.com/office/drawing/2014/main" id="{E3F562F3-68DF-CD99-F056-1EABBA77CA71}"/>
                </a:ext>
              </a:extLst>
            </p:cNvPr>
            <p:cNvSpPr/>
            <p:nvPr/>
          </p:nvSpPr>
          <p:spPr>
            <a:xfrm>
              <a:off x="7380896" y="3005908"/>
              <a:ext cx="34404" cy="34404"/>
            </a:xfrm>
            <a:custGeom>
              <a:avLst/>
              <a:gdLst>
                <a:gd name="connsiteX0" fmla="*/ 17202 w 34404"/>
                <a:gd name="connsiteY0" fmla="*/ 34404 h 34404"/>
                <a:gd name="connsiteX1" fmla="*/ 0 w 34404"/>
                <a:gd name="connsiteY1" fmla="*/ 17202 h 34404"/>
                <a:gd name="connsiteX2" fmla="*/ 17202 w 34404"/>
                <a:gd name="connsiteY2" fmla="*/ 0 h 34404"/>
                <a:gd name="connsiteX3" fmla="*/ 34405 w 34404"/>
                <a:gd name="connsiteY3" fmla="*/ 17202 h 34404"/>
                <a:gd name="connsiteX4" fmla="*/ 17202 w 34404"/>
                <a:gd name="connsiteY4" fmla="*/ 34404 h 34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04" h="34404">
                  <a:moveTo>
                    <a:pt x="17202" y="34404"/>
                  </a:moveTo>
                  <a:lnTo>
                    <a:pt x="0" y="17202"/>
                  </a:lnTo>
                  <a:lnTo>
                    <a:pt x="17202" y="0"/>
                  </a:lnTo>
                  <a:lnTo>
                    <a:pt x="34405" y="17202"/>
                  </a:lnTo>
                  <a:lnTo>
                    <a:pt x="17202" y="34404"/>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80" name="Freeform: Shape 79">
              <a:extLst>
                <a:ext uri="{FF2B5EF4-FFF2-40B4-BE49-F238E27FC236}">
                  <a16:creationId xmlns:a16="http://schemas.microsoft.com/office/drawing/2014/main" id="{97E56F12-A933-9D73-8CD0-EDE5DFB15BFA}"/>
                </a:ext>
              </a:extLst>
            </p:cNvPr>
            <p:cNvSpPr/>
            <p:nvPr/>
          </p:nvSpPr>
          <p:spPr>
            <a:xfrm>
              <a:off x="7380896" y="3177920"/>
              <a:ext cx="34404" cy="34404"/>
            </a:xfrm>
            <a:custGeom>
              <a:avLst/>
              <a:gdLst>
                <a:gd name="connsiteX0" fmla="*/ 17202 w 34404"/>
                <a:gd name="connsiteY0" fmla="*/ 34404 h 34404"/>
                <a:gd name="connsiteX1" fmla="*/ 0 w 34404"/>
                <a:gd name="connsiteY1" fmla="*/ 17202 h 34404"/>
                <a:gd name="connsiteX2" fmla="*/ 17202 w 34404"/>
                <a:gd name="connsiteY2" fmla="*/ 0 h 34404"/>
                <a:gd name="connsiteX3" fmla="*/ 34405 w 34404"/>
                <a:gd name="connsiteY3" fmla="*/ 17202 h 34404"/>
                <a:gd name="connsiteX4" fmla="*/ 17202 w 34404"/>
                <a:gd name="connsiteY4" fmla="*/ 34404 h 34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04" h="34404">
                  <a:moveTo>
                    <a:pt x="17202" y="34404"/>
                  </a:moveTo>
                  <a:lnTo>
                    <a:pt x="0" y="17202"/>
                  </a:lnTo>
                  <a:lnTo>
                    <a:pt x="17202" y="0"/>
                  </a:lnTo>
                  <a:lnTo>
                    <a:pt x="34405" y="17202"/>
                  </a:lnTo>
                  <a:lnTo>
                    <a:pt x="17202" y="34404"/>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81" name="Freeform: Shape 80">
              <a:extLst>
                <a:ext uri="{FF2B5EF4-FFF2-40B4-BE49-F238E27FC236}">
                  <a16:creationId xmlns:a16="http://schemas.microsoft.com/office/drawing/2014/main" id="{5A502940-9EA5-3D34-9418-9014C8BB17D1}"/>
                </a:ext>
              </a:extLst>
            </p:cNvPr>
            <p:cNvSpPr/>
            <p:nvPr/>
          </p:nvSpPr>
          <p:spPr>
            <a:xfrm>
              <a:off x="7208884" y="3005899"/>
              <a:ext cx="34404" cy="34404"/>
            </a:xfrm>
            <a:custGeom>
              <a:avLst/>
              <a:gdLst>
                <a:gd name="connsiteX0" fmla="*/ 17202 w 34404"/>
                <a:gd name="connsiteY0" fmla="*/ 34404 h 34404"/>
                <a:gd name="connsiteX1" fmla="*/ 0 w 34404"/>
                <a:gd name="connsiteY1" fmla="*/ 17202 h 34404"/>
                <a:gd name="connsiteX2" fmla="*/ 17202 w 34404"/>
                <a:gd name="connsiteY2" fmla="*/ 0 h 34404"/>
                <a:gd name="connsiteX3" fmla="*/ 34404 w 34404"/>
                <a:gd name="connsiteY3" fmla="*/ 17202 h 34404"/>
                <a:gd name="connsiteX4" fmla="*/ 17202 w 34404"/>
                <a:gd name="connsiteY4" fmla="*/ 34404 h 34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04" h="34404">
                  <a:moveTo>
                    <a:pt x="17202" y="34404"/>
                  </a:moveTo>
                  <a:lnTo>
                    <a:pt x="0" y="17202"/>
                  </a:lnTo>
                  <a:lnTo>
                    <a:pt x="17202" y="0"/>
                  </a:lnTo>
                  <a:lnTo>
                    <a:pt x="34404" y="17202"/>
                  </a:lnTo>
                  <a:lnTo>
                    <a:pt x="17202" y="34404"/>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grpSp>
      <p:sp>
        <p:nvSpPr>
          <p:cNvPr id="82" name="TextBox 81">
            <a:extLst>
              <a:ext uri="{FF2B5EF4-FFF2-40B4-BE49-F238E27FC236}">
                <a16:creationId xmlns:a16="http://schemas.microsoft.com/office/drawing/2014/main" id="{9D5E4F45-D08B-6359-03E2-623DC247E49F}"/>
              </a:ext>
            </a:extLst>
          </p:cNvPr>
          <p:cNvSpPr txBox="1"/>
          <p:nvPr/>
        </p:nvSpPr>
        <p:spPr>
          <a:xfrm>
            <a:off x="7143301" y="1901908"/>
            <a:ext cx="478016" cy="338554"/>
          </a:xfrm>
          <a:prstGeom prst="rect">
            <a:avLst/>
          </a:prstGeom>
          <a:noFill/>
        </p:spPr>
        <p:txBody>
          <a:bodyPr wrap="none" rtlCol="0">
            <a:spAutoFit/>
          </a:bodyPr>
          <a:lstStyle/>
          <a:p>
            <a:pPr defTabSz="1218987"/>
            <a:r>
              <a:rPr lang="en-US" sz="1600" b="1">
                <a:ln/>
                <a:solidFill>
                  <a:srgbClr val="00334E"/>
                </a:solidFill>
                <a:latin typeface="Segoe UI" panose="020B0502040204020203" pitchFamily="34" charset="0"/>
                <a:cs typeface="Segoe UI" panose="020B0502040204020203" pitchFamily="34" charset="0"/>
                <a:sym typeface="Arial"/>
                <a:rtl val="0"/>
              </a:rPr>
              <a:t>04.</a:t>
            </a:r>
          </a:p>
        </p:txBody>
      </p:sp>
      <p:sp>
        <p:nvSpPr>
          <p:cNvPr id="85" name="Freeform: Shape 84">
            <a:extLst>
              <a:ext uri="{FF2B5EF4-FFF2-40B4-BE49-F238E27FC236}">
                <a16:creationId xmlns:a16="http://schemas.microsoft.com/office/drawing/2014/main" id="{5DB10608-3334-6043-FD76-F0558E61BC29}"/>
              </a:ext>
            </a:extLst>
          </p:cNvPr>
          <p:cNvSpPr/>
          <p:nvPr/>
        </p:nvSpPr>
        <p:spPr>
          <a:xfrm rot="16761127">
            <a:off x="9524591" y="2010151"/>
            <a:ext cx="1462484" cy="1462483"/>
          </a:xfrm>
          <a:custGeom>
            <a:avLst/>
            <a:gdLst>
              <a:gd name="connsiteX0" fmla="*/ 886656 w 886655"/>
              <a:gd name="connsiteY0" fmla="*/ 443328 h 886655"/>
              <a:gd name="connsiteX1" fmla="*/ 443328 w 886655"/>
              <a:gd name="connsiteY1" fmla="*/ 886656 h 886655"/>
              <a:gd name="connsiteX2" fmla="*/ 0 w 886655"/>
              <a:gd name="connsiteY2" fmla="*/ 443328 h 886655"/>
              <a:gd name="connsiteX3" fmla="*/ 443328 w 886655"/>
              <a:gd name="connsiteY3" fmla="*/ 0 h 886655"/>
              <a:gd name="connsiteX4" fmla="*/ 886656 w 886655"/>
              <a:gd name="connsiteY4" fmla="*/ 443328 h 88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55" h="886655">
                <a:moveTo>
                  <a:pt x="886656" y="443328"/>
                </a:moveTo>
                <a:cubicBezTo>
                  <a:pt x="886656" y="688171"/>
                  <a:pt x="688171" y="886656"/>
                  <a:pt x="443328" y="886656"/>
                </a:cubicBezTo>
                <a:cubicBezTo>
                  <a:pt x="198484" y="886656"/>
                  <a:pt x="0" y="688171"/>
                  <a:pt x="0" y="443328"/>
                </a:cubicBezTo>
                <a:cubicBezTo>
                  <a:pt x="0" y="198485"/>
                  <a:pt x="198484" y="0"/>
                  <a:pt x="443328" y="0"/>
                </a:cubicBezTo>
                <a:cubicBezTo>
                  <a:pt x="688171" y="0"/>
                  <a:pt x="886656" y="198484"/>
                  <a:pt x="886656" y="443328"/>
                </a:cubicBezTo>
                <a:close/>
              </a:path>
            </a:pathLst>
          </a:custGeom>
          <a:solidFill>
            <a:schemeClr val="bg1"/>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86" name="Freeform: Shape 85">
            <a:extLst>
              <a:ext uri="{FF2B5EF4-FFF2-40B4-BE49-F238E27FC236}">
                <a16:creationId xmlns:a16="http://schemas.microsoft.com/office/drawing/2014/main" id="{3037D4A8-6387-890A-FD59-8722880120A5}"/>
              </a:ext>
            </a:extLst>
          </p:cNvPr>
          <p:cNvSpPr/>
          <p:nvPr/>
        </p:nvSpPr>
        <p:spPr>
          <a:xfrm rot="18900000">
            <a:off x="9646418" y="2131828"/>
            <a:ext cx="1219405" cy="1219406"/>
          </a:xfrm>
          <a:custGeom>
            <a:avLst/>
            <a:gdLst>
              <a:gd name="connsiteX0" fmla="*/ 739286 w 739285"/>
              <a:gd name="connsiteY0" fmla="*/ 369643 h 739285"/>
              <a:gd name="connsiteX1" fmla="*/ 369643 w 739285"/>
              <a:gd name="connsiteY1" fmla="*/ 739285 h 739285"/>
              <a:gd name="connsiteX2" fmla="*/ 0 w 739285"/>
              <a:gd name="connsiteY2" fmla="*/ 369643 h 739285"/>
              <a:gd name="connsiteX3" fmla="*/ 369643 w 739285"/>
              <a:gd name="connsiteY3" fmla="*/ 0 h 739285"/>
              <a:gd name="connsiteX4" fmla="*/ 739286 w 739285"/>
              <a:gd name="connsiteY4" fmla="*/ 369643 h 739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285" h="739285">
                <a:moveTo>
                  <a:pt x="739286" y="369643"/>
                </a:moveTo>
                <a:cubicBezTo>
                  <a:pt x="739286" y="573791"/>
                  <a:pt x="573791" y="739285"/>
                  <a:pt x="369643" y="739285"/>
                </a:cubicBezTo>
                <a:cubicBezTo>
                  <a:pt x="165495" y="739285"/>
                  <a:pt x="0" y="573791"/>
                  <a:pt x="0" y="369643"/>
                </a:cubicBezTo>
                <a:cubicBezTo>
                  <a:pt x="0" y="165495"/>
                  <a:pt x="165495" y="0"/>
                  <a:pt x="369643" y="0"/>
                </a:cubicBezTo>
                <a:cubicBezTo>
                  <a:pt x="573791" y="0"/>
                  <a:pt x="739286" y="165495"/>
                  <a:pt x="739286" y="369643"/>
                </a:cubicBezTo>
                <a:close/>
              </a:path>
            </a:pathLst>
          </a:custGeom>
          <a:solidFill>
            <a:schemeClr val="accent6">
              <a:lumMod val="20000"/>
              <a:lumOff val="80000"/>
            </a:schemeClr>
          </a:solidFill>
          <a:ln w="9525" cap="flat">
            <a:noFill/>
            <a:prstDash val="solid"/>
            <a:miter/>
          </a:ln>
        </p:spPr>
        <p:txBody>
          <a:bodyPr rtlCol="0" anchor="ctr"/>
          <a:lstStyle/>
          <a:p>
            <a:pPr defTabSz="1218987"/>
            <a:endParaRPr lang="en-US" sz="2400">
              <a:solidFill>
                <a:prstClr val="black"/>
              </a:solidFill>
              <a:latin typeface="Calibri"/>
            </a:endParaRPr>
          </a:p>
        </p:txBody>
      </p:sp>
      <p:grpSp>
        <p:nvGrpSpPr>
          <p:cNvPr id="87" name="Graphic 5">
            <a:extLst>
              <a:ext uri="{FF2B5EF4-FFF2-40B4-BE49-F238E27FC236}">
                <a16:creationId xmlns:a16="http://schemas.microsoft.com/office/drawing/2014/main" id="{7C4B994A-8E5E-AE85-657C-EBB4A7F3C59E}"/>
              </a:ext>
            </a:extLst>
          </p:cNvPr>
          <p:cNvGrpSpPr/>
          <p:nvPr/>
        </p:nvGrpSpPr>
        <p:grpSpPr>
          <a:xfrm>
            <a:off x="9913641" y="2441757"/>
            <a:ext cx="630353" cy="630352"/>
            <a:chOff x="8408920" y="2932576"/>
            <a:chExt cx="382162" cy="382161"/>
          </a:xfrm>
          <a:solidFill>
            <a:schemeClr val="accent4"/>
          </a:solidFill>
        </p:grpSpPr>
        <p:sp>
          <p:nvSpPr>
            <p:cNvPr id="88" name="Freeform: Shape 87">
              <a:extLst>
                <a:ext uri="{FF2B5EF4-FFF2-40B4-BE49-F238E27FC236}">
                  <a16:creationId xmlns:a16="http://schemas.microsoft.com/office/drawing/2014/main" id="{F1D21244-441B-FA82-39CE-724EEFDC5F0A}"/>
                </a:ext>
              </a:extLst>
            </p:cNvPr>
            <p:cNvSpPr/>
            <p:nvPr/>
          </p:nvSpPr>
          <p:spPr>
            <a:xfrm>
              <a:off x="8520162" y="2964018"/>
              <a:ext cx="159676" cy="151866"/>
            </a:xfrm>
            <a:custGeom>
              <a:avLst/>
              <a:gdLst>
                <a:gd name="connsiteX0" fmla="*/ 30489 w 159676"/>
                <a:gd name="connsiteY0" fmla="*/ 151867 h 151866"/>
                <a:gd name="connsiteX1" fmla="*/ 79839 w 159676"/>
                <a:gd name="connsiteY1" fmla="*/ 125930 h 151866"/>
                <a:gd name="connsiteX2" fmla="*/ 129178 w 159676"/>
                <a:gd name="connsiteY2" fmla="*/ 151867 h 151866"/>
                <a:gd name="connsiteX3" fmla="*/ 119758 w 159676"/>
                <a:gd name="connsiteY3" fmla="*/ 96926 h 151866"/>
                <a:gd name="connsiteX4" fmla="*/ 159677 w 159676"/>
                <a:gd name="connsiteY4" fmla="*/ 58017 h 151866"/>
                <a:gd name="connsiteX5" fmla="*/ 104508 w 159676"/>
                <a:gd name="connsiteY5" fmla="*/ 49997 h 151866"/>
                <a:gd name="connsiteX6" fmla="*/ 79839 w 159676"/>
                <a:gd name="connsiteY6" fmla="*/ 0 h 151866"/>
                <a:gd name="connsiteX7" fmla="*/ 55169 w 159676"/>
                <a:gd name="connsiteY7" fmla="*/ 49997 h 151866"/>
                <a:gd name="connsiteX8" fmla="*/ 0 w 159676"/>
                <a:gd name="connsiteY8" fmla="*/ 58017 h 151866"/>
                <a:gd name="connsiteX9" fmla="*/ 39919 w 159676"/>
                <a:gd name="connsiteY9" fmla="*/ 96926 h 151866"/>
                <a:gd name="connsiteX10" fmla="*/ 30489 w 159676"/>
                <a:gd name="connsiteY10" fmla="*/ 151867 h 151866"/>
                <a:gd name="connsiteX11" fmla="*/ 70038 w 159676"/>
                <a:gd name="connsiteY11" fmla="*/ 70456 h 151866"/>
                <a:gd name="connsiteX12" fmla="*/ 79839 w 159676"/>
                <a:gd name="connsiteY12" fmla="*/ 50597 h 151866"/>
                <a:gd name="connsiteX13" fmla="*/ 89640 w 159676"/>
                <a:gd name="connsiteY13" fmla="*/ 70456 h 151866"/>
                <a:gd name="connsiteX14" fmla="*/ 111557 w 159676"/>
                <a:gd name="connsiteY14" fmla="*/ 73647 h 151866"/>
                <a:gd name="connsiteX15" fmla="*/ 95698 w 159676"/>
                <a:gd name="connsiteY15" fmla="*/ 89106 h 151866"/>
                <a:gd name="connsiteX16" fmla="*/ 99441 w 159676"/>
                <a:gd name="connsiteY16" fmla="*/ 110938 h 151866"/>
                <a:gd name="connsiteX17" fmla="*/ 79839 w 159676"/>
                <a:gd name="connsiteY17" fmla="*/ 100632 h 151866"/>
                <a:gd name="connsiteX18" fmla="*/ 60227 w 159676"/>
                <a:gd name="connsiteY18" fmla="*/ 110938 h 151866"/>
                <a:gd name="connsiteX19" fmla="*/ 63970 w 159676"/>
                <a:gd name="connsiteY19" fmla="*/ 89106 h 151866"/>
                <a:gd name="connsiteX20" fmla="*/ 48111 w 159676"/>
                <a:gd name="connsiteY20" fmla="*/ 73647 h 151866"/>
                <a:gd name="connsiteX21" fmla="*/ 70038 w 159676"/>
                <a:gd name="connsiteY21" fmla="*/ 70456 h 15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676" h="151866">
                  <a:moveTo>
                    <a:pt x="30489" y="151867"/>
                  </a:moveTo>
                  <a:lnTo>
                    <a:pt x="79839" y="125930"/>
                  </a:lnTo>
                  <a:lnTo>
                    <a:pt x="129178" y="151867"/>
                  </a:lnTo>
                  <a:lnTo>
                    <a:pt x="119758" y="96926"/>
                  </a:lnTo>
                  <a:lnTo>
                    <a:pt x="159677" y="58017"/>
                  </a:lnTo>
                  <a:lnTo>
                    <a:pt x="104508" y="49997"/>
                  </a:lnTo>
                  <a:lnTo>
                    <a:pt x="79839" y="0"/>
                  </a:lnTo>
                  <a:lnTo>
                    <a:pt x="55169" y="49997"/>
                  </a:lnTo>
                  <a:lnTo>
                    <a:pt x="0" y="58017"/>
                  </a:lnTo>
                  <a:lnTo>
                    <a:pt x="39919" y="96926"/>
                  </a:lnTo>
                  <a:lnTo>
                    <a:pt x="30489" y="151867"/>
                  </a:lnTo>
                  <a:close/>
                  <a:moveTo>
                    <a:pt x="70038" y="70456"/>
                  </a:moveTo>
                  <a:lnTo>
                    <a:pt x="79839" y="50597"/>
                  </a:lnTo>
                  <a:lnTo>
                    <a:pt x="89640" y="70456"/>
                  </a:lnTo>
                  <a:lnTo>
                    <a:pt x="111557" y="73647"/>
                  </a:lnTo>
                  <a:lnTo>
                    <a:pt x="95698" y="89106"/>
                  </a:lnTo>
                  <a:lnTo>
                    <a:pt x="99441" y="110938"/>
                  </a:lnTo>
                  <a:lnTo>
                    <a:pt x="79839" y="100632"/>
                  </a:lnTo>
                  <a:lnTo>
                    <a:pt x="60227" y="110938"/>
                  </a:lnTo>
                  <a:lnTo>
                    <a:pt x="63970" y="89106"/>
                  </a:lnTo>
                  <a:lnTo>
                    <a:pt x="48111" y="73647"/>
                  </a:lnTo>
                  <a:lnTo>
                    <a:pt x="70038" y="70456"/>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sp>
          <p:nvSpPr>
            <p:cNvPr id="89" name="Freeform: Shape 88">
              <a:extLst>
                <a:ext uri="{FF2B5EF4-FFF2-40B4-BE49-F238E27FC236}">
                  <a16:creationId xmlns:a16="http://schemas.microsoft.com/office/drawing/2014/main" id="{7B06AC12-5B28-BA99-9C5E-9386A0206BE6}"/>
                </a:ext>
              </a:extLst>
            </p:cNvPr>
            <p:cNvSpPr/>
            <p:nvPr/>
          </p:nvSpPr>
          <p:spPr>
            <a:xfrm>
              <a:off x="8408920" y="2932576"/>
              <a:ext cx="382162" cy="382161"/>
            </a:xfrm>
            <a:custGeom>
              <a:avLst/>
              <a:gdLst>
                <a:gd name="connsiteX0" fmla="*/ 55979 w 382162"/>
                <a:gd name="connsiteY0" fmla="*/ 45539 h 382161"/>
                <a:gd name="connsiteX1" fmla="*/ 0 w 382162"/>
                <a:gd name="connsiteY1" fmla="*/ 101517 h 382161"/>
                <a:gd name="connsiteX2" fmla="*/ 55979 w 382162"/>
                <a:gd name="connsiteY2" fmla="*/ 157496 h 382161"/>
                <a:gd name="connsiteX3" fmla="*/ 71857 w 382162"/>
                <a:gd name="connsiteY3" fmla="*/ 157496 h 382161"/>
                <a:gd name="connsiteX4" fmla="*/ 157486 w 382162"/>
                <a:gd name="connsiteY4" fmla="*/ 242459 h 382161"/>
                <a:gd name="connsiteX5" fmla="*/ 157486 w 382162"/>
                <a:gd name="connsiteY5" fmla="*/ 291846 h 382161"/>
                <a:gd name="connsiteX6" fmla="*/ 115805 w 382162"/>
                <a:gd name="connsiteY6" fmla="*/ 291846 h 382161"/>
                <a:gd name="connsiteX7" fmla="*/ 93412 w 382162"/>
                <a:gd name="connsiteY7" fmla="*/ 359769 h 382161"/>
                <a:gd name="connsiteX8" fmla="*/ 67923 w 382162"/>
                <a:gd name="connsiteY8" fmla="*/ 359769 h 382161"/>
                <a:gd name="connsiteX9" fmla="*/ 67923 w 382162"/>
                <a:gd name="connsiteY9" fmla="*/ 382162 h 382161"/>
                <a:gd name="connsiteX10" fmla="*/ 314230 w 382162"/>
                <a:gd name="connsiteY10" fmla="*/ 382162 h 382161"/>
                <a:gd name="connsiteX11" fmla="*/ 314230 w 382162"/>
                <a:gd name="connsiteY11" fmla="*/ 359769 h 382161"/>
                <a:gd name="connsiteX12" fmla="*/ 288741 w 382162"/>
                <a:gd name="connsiteY12" fmla="*/ 359769 h 382161"/>
                <a:gd name="connsiteX13" fmla="*/ 266348 w 382162"/>
                <a:gd name="connsiteY13" fmla="*/ 291846 h 382161"/>
                <a:gd name="connsiteX14" fmla="*/ 224667 w 382162"/>
                <a:gd name="connsiteY14" fmla="*/ 291846 h 382161"/>
                <a:gd name="connsiteX15" fmla="*/ 224667 w 382162"/>
                <a:gd name="connsiteY15" fmla="*/ 242402 h 382161"/>
                <a:gd name="connsiteX16" fmla="*/ 309582 w 382162"/>
                <a:gd name="connsiteY16" fmla="*/ 157486 h 382161"/>
                <a:gd name="connsiteX17" fmla="*/ 326184 w 382162"/>
                <a:gd name="connsiteY17" fmla="*/ 157486 h 382161"/>
                <a:gd name="connsiteX18" fmla="*/ 382162 w 382162"/>
                <a:gd name="connsiteY18" fmla="*/ 101508 h 382161"/>
                <a:gd name="connsiteX19" fmla="*/ 326184 w 382162"/>
                <a:gd name="connsiteY19" fmla="*/ 45529 h 382161"/>
                <a:gd name="connsiteX20" fmla="*/ 314240 w 382162"/>
                <a:gd name="connsiteY20" fmla="*/ 45529 h 382161"/>
                <a:gd name="connsiteX21" fmla="*/ 314240 w 382162"/>
                <a:gd name="connsiteY21" fmla="*/ 22393 h 382161"/>
                <a:gd name="connsiteX22" fmla="*/ 337376 w 382162"/>
                <a:gd name="connsiteY22" fmla="*/ 22393 h 382161"/>
                <a:gd name="connsiteX23" fmla="*/ 337376 w 382162"/>
                <a:gd name="connsiteY23" fmla="*/ 0 h 382161"/>
                <a:gd name="connsiteX24" fmla="*/ 44787 w 382162"/>
                <a:gd name="connsiteY24" fmla="*/ 0 h 382161"/>
                <a:gd name="connsiteX25" fmla="*/ 44787 w 382162"/>
                <a:gd name="connsiteY25" fmla="*/ 22393 h 382161"/>
                <a:gd name="connsiteX26" fmla="*/ 67180 w 382162"/>
                <a:gd name="connsiteY26" fmla="*/ 22393 h 382161"/>
                <a:gd name="connsiteX27" fmla="*/ 67180 w 382162"/>
                <a:gd name="connsiteY27" fmla="*/ 45529 h 382161"/>
                <a:gd name="connsiteX28" fmla="*/ 55979 w 382162"/>
                <a:gd name="connsiteY28" fmla="*/ 45529 h 382161"/>
                <a:gd name="connsiteX29" fmla="*/ 55979 w 382162"/>
                <a:gd name="connsiteY29" fmla="*/ 135112 h 382161"/>
                <a:gd name="connsiteX30" fmla="*/ 22393 w 382162"/>
                <a:gd name="connsiteY30" fmla="*/ 101527 h 382161"/>
                <a:gd name="connsiteX31" fmla="*/ 55979 w 382162"/>
                <a:gd name="connsiteY31" fmla="*/ 67942 h 382161"/>
                <a:gd name="connsiteX32" fmla="*/ 67170 w 382162"/>
                <a:gd name="connsiteY32" fmla="*/ 67942 h 382161"/>
                <a:gd name="connsiteX33" fmla="*/ 67170 w 382162"/>
                <a:gd name="connsiteY33" fmla="*/ 123920 h 382161"/>
                <a:gd name="connsiteX34" fmla="*/ 67685 w 382162"/>
                <a:gd name="connsiteY34" fmla="*/ 135112 h 382161"/>
                <a:gd name="connsiteX35" fmla="*/ 55979 w 382162"/>
                <a:gd name="connsiteY35" fmla="*/ 135112 h 382161"/>
                <a:gd name="connsiteX36" fmla="*/ 265166 w 382162"/>
                <a:gd name="connsiteY36" fmla="*/ 359778 h 382161"/>
                <a:gd name="connsiteX37" fmla="*/ 116986 w 382162"/>
                <a:gd name="connsiteY37" fmla="*/ 359778 h 382161"/>
                <a:gd name="connsiteX38" fmla="*/ 131998 w 382162"/>
                <a:gd name="connsiteY38" fmla="*/ 314249 h 382161"/>
                <a:gd name="connsiteX39" fmla="*/ 250155 w 382162"/>
                <a:gd name="connsiteY39" fmla="*/ 314249 h 382161"/>
                <a:gd name="connsiteX40" fmla="*/ 265166 w 382162"/>
                <a:gd name="connsiteY40" fmla="*/ 359778 h 382161"/>
                <a:gd name="connsiteX41" fmla="*/ 202273 w 382162"/>
                <a:gd name="connsiteY41" fmla="*/ 291855 h 382161"/>
                <a:gd name="connsiteX42" fmla="*/ 179880 w 382162"/>
                <a:gd name="connsiteY42" fmla="*/ 291855 h 382161"/>
                <a:gd name="connsiteX43" fmla="*/ 179880 w 382162"/>
                <a:gd name="connsiteY43" fmla="*/ 246564 h 382161"/>
                <a:gd name="connsiteX44" fmla="*/ 191081 w 382162"/>
                <a:gd name="connsiteY44" fmla="*/ 247069 h 382161"/>
                <a:gd name="connsiteX45" fmla="*/ 202273 w 382162"/>
                <a:gd name="connsiteY45" fmla="*/ 246555 h 382161"/>
                <a:gd name="connsiteX46" fmla="*/ 202273 w 382162"/>
                <a:gd name="connsiteY46" fmla="*/ 291855 h 382161"/>
                <a:gd name="connsiteX47" fmla="*/ 326174 w 382162"/>
                <a:gd name="connsiteY47" fmla="*/ 67932 h 382161"/>
                <a:gd name="connsiteX48" fmla="*/ 359759 w 382162"/>
                <a:gd name="connsiteY48" fmla="*/ 101517 h 382161"/>
                <a:gd name="connsiteX49" fmla="*/ 326174 w 382162"/>
                <a:gd name="connsiteY49" fmla="*/ 135103 h 382161"/>
                <a:gd name="connsiteX50" fmla="*/ 313716 w 382162"/>
                <a:gd name="connsiteY50" fmla="*/ 135103 h 382161"/>
                <a:gd name="connsiteX51" fmla="*/ 314230 w 382162"/>
                <a:gd name="connsiteY51" fmla="*/ 123911 h 382161"/>
                <a:gd name="connsiteX52" fmla="*/ 314230 w 382162"/>
                <a:gd name="connsiteY52" fmla="*/ 67932 h 382161"/>
                <a:gd name="connsiteX53" fmla="*/ 326174 w 382162"/>
                <a:gd name="connsiteY53" fmla="*/ 67932 h 382161"/>
                <a:gd name="connsiteX54" fmla="*/ 291846 w 382162"/>
                <a:gd name="connsiteY54" fmla="*/ 22403 h 382161"/>
                <a:gd name="connsiteX55" fmla="*/ 291846 w 382162"/>
                <a:gd name="connsiteY55" fmla="*/ 123911 h 382161"/>
                <a:gd name="connsiteX56" fmla="*/ 191081 w 382162"/>
                <a:gd name="connsiteY56" fmla="*/ 224676 h 382161"/>
                <a:gd name="connsiteX57" fmla="*/ 89573 w 382162"/>
                <a:gd name="connsiteY57" fmla="*/ 123911 h 382161"/>
                <a:gd name="connsiteX58" fmla="*/ 89573 w 382162"/>
                <a:gd name="connsiteY58" fmla="*/ 22403 h 382161"/>
                <a:gd name="connsiteX59" fmla="*/ 291846 w 382162"/>
                <a:gd name="connsiteY59" fmla="*/ 22403 h 38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2162" h="382161">
                  <a:moveTo>
                    <a:pt x="55979" y="45539"/>
                  </a:moveTo>
                  <a:cubicBezTo>
                    <a:pt x="25108" y="45539"/>
                    <a:pt x="0" y="70647"/>
                    <a:pt x="0" y="101517"/>
                  </a:cubicBezTo>
                  <a:cubicBezTo>
                    <a:pt x="0" y="132388"/>
                    <a:pt x="25108" y="157496"/>
                    <a:pt x="55979" y="157496"/>
                  </a:cubicBezTo>
                  <a:lnTo>
                    <a:pt x="71857" y="157496"/>
                  </a:lnTo>
                  <a:cubicBezTo>
                    <a:pt x="83573" y="198520"/>
                    <a:pt x="116186" y="230886"/>
                    <a:pt x="157486" y="242459"/>
                  </a:cubicBezTo>
                  <a:lnTo>
                    <a:pt x="157486" y="291846"/>
                  </a:lnTo>
                  <a:lnTo>
                    <a:pt x="115805" y="291846"/>
                  </a:lnTo>
                  <a:lnTo>
                    <a:pt x="93412" y="359769"/>
                  </a:lnTo>
                  <a:lnTo>
                    <a:pt x="67923" y="359769"/>
                  </a:lnTo>
                  <a:lnTo>
                    <a:pt x="67923" y="382162"/>
                  </a:lnTo>
                  <a:lnTo>
                    <a:pt x="314230" y="382162"/>
                  </a:lnTo>
                  <a:lnTo>
                    <a:pt x="314230" y="359769"/>
                  </a:lnTo>
                  <a:lnTo>
                    <a:pt x="288741" y="359769"/>
                  </a:lnTo>
                  <a:lnTo>
                    <a:pt x="266348" y="291846"/>
                  </a:lnTo>
                  <a:lnTo>
                    <a:pt x="224667" y="291846"/>
                  </a:lnTo>
                  <a:lnTo>
                    <a:pt x="224667" y="242402"/>
                  </a:lnTo>
                  <a:cubicBezTo>
                    <a:pt x="265624" y="230781"/>
                    <a:pt x="297952" y="198444"/>
                    <a:pt x="309582" y="157486"/>
                  </a:cubicBezTo>
                  <a:lnTo>
                    <a:pt x="326184" y="157486"/>
                  </a:lnTo>
                  <a:cubicBezTo>
                    <a:pt x="357054" y="157486"/>
                    <a:pt x="382162" y="132378"/>
                    <a:pt x="382162" y="101508"/>
                  </a:cubicBezTo>
                  <a:cubicBezTo>
                    <a:pt x="382162" y="70637"/>
                    <a:pt x="357054" y="45529"/>
                    <a:pt x="326184" y="45529"/>
                  </a:cubicBezTo>
                  <a:lnTo>
                    <a:pt x="314240" y="45529"/>
                  </a:lnTo>
                  <a:lnTo>
                    <a:pt x="314240" y="22393"/>
                  </a:lnTo>
                  <a:lnTo>
                    <a:pt x="337376" y="22393"/>
                  </a:lnTo>
                  <a:lnTo>
                    <a:pt x="337376" y="0"/>
                  </a:lnTo>
                  <a:cubicBezTo>
                    <a:pt x="321574" y="0"/>
                    <a:pt x="67904" y="0"/>
                    <a:pt x="44787" y="0"/>
                  </a:cubicBezTo>
                  <a:lnTo>
                    <a:pt x="44787" y="22393"/>
                  </a:lnTo>
                  <a:lnTo>
                    <a:pt x="67180" y="22393"/>
                  </a:lnTo>
                  <a:lnTo>
                    <a:pt x="67180" y="45529"/>
                  </a:lnTo>
                  <a:lnTo>
                    <a:pt x="55979" y="45529"/>
                  </a:lnTo>
                  <a:close/>
                  <a:moveTo>
                    <a:pt x="55979" y="135112"/>
                  </a:moveTo>
                  <a:cubicBezTo>
                    <a:pt x="37462" y="135112"/>
                    <a:pt x="22393" y="120044"/>
                    <a:pt x="22393" y="101527"/>
                  </a:cubicBezTo>
                  <a:cubicBezTo>
                    <a:pt x="22393" y="83010"/>
                    <a:pt x="37462" y="67942"/>
                    <a:pt x="55979" y="67942"/>
                  </a:cubicBezTo>
                  <a:lnTo>
                    <a:pt x="67170" y="67942"/>
                  </a:lnTo>
                  <a:lnTo>
                    <a:pt x="67170" y="123920"/>
                  </a:lnTo>
                  <a:cubicBezTo>
                    <a:pt x="67170" y="127692"/>
                    <a:pt x="67352" y="131426"/>
                    <a:pt x="67685" y="135112"/>
                  </a:cubicBezTo>
                  <a:lnTo>
                    <a:pt x="55979" y="135112"/>
                  </a:lnTo>
                  <a:close/>
                  <a:moveTo>
                    <a:pt x="265166" y="359778"/>
                  </a:moveTo>
                  <a:lnTo>
                    <a:pt x="116986" y="359778"/>
                  </a:lnTo>
                  <a:lnTo>
                    <a:pt x="131998" y="314249"/>
                  </a:lnTo>
                  <a:lnTo>
                    <a:pt x="250155" y="314249"/>
                  </a:lnTo>
                  <a:lnTo>
                    <a:pt x="265166" y="359778"/>
                  </a:lnTo>
                  <a:close/>
                  <a:moveTo>
                    <a:pt x="202273" y="291855"/>
                  </a:moveTo>
                  <a:lnTo>
                    <a:pt x="179880" y="291855"/>
                  </a:lnTo>
                  <a:lnTo>
                    <a:pt x="179880" y="246564"/>
                  </a:lnTo>
                  <a:cubicBezTo>
                    <a:pt x="183566" y="246897"/>
                    <a:pt x="187300" y="247069"/>
                    <a:pt x="191081" y="247069"/>
                  </a:cubicBezTo>
                  <a:cubicBezTo>
                    <a:pt x="194853" y="247069"/>
                    <a:pt x="198587" y="246888"/>
                    <a:pt x="202273" y="246555"/>
                  </a:cubicBezTo>
                  <a:lnTo>
                    <a:pt x="202273" y="291855"/>
                  </a:lnTo>
                  <a:close/>
                  <a:moveTo>
                    <a:pt x="326174" y="67932"/>
                  </a:moveTo>
                  <a:cubicBezTo>
                    <a:pt x="344691" y="67932"/>
                    <a:pt x="359759" y="83001"/>
                    <a:pt x="359759" y="101517"/>
                  </a:cubicBezTo>
                  <a:cubicBezTo>
                    <a:pt x="359759" y="120034"/>
                    <a:pt x="344691" y="135103"/>
                    <a:pt x="326174" y="135103"/>
                  </a:cubicBezTo>
                  <a:lnTo>
                    <a:pt x="313716" y="135103"/>
                  </a:lnTo>
                  <a:cubicBezTo>
                    <a:pt x="314049" y="131416"/>
                    <a:pt x="314230" y="127683"/>
                    <a:pt x="314230" y="123911"/>
                  </a:cubicBezTo>
                  <a:lnTo>
                    <a:pt x="314230" y="67932"/>
                  </a:lnTo>
                  <a:lnTo>
                    <a:pt x="326174" y="67932"/>
                  </a:lnTo>
                  <a:close/>
                  <a:moveTo>
                    <a:pt x="291846" y="22403"/>
                  </a:moveTo>
                  <a:lnTo>
                    <a:pt x="291846" y="123911"/>
                  </a:lnTo>
                  <a:cubicBezTo>
                    <a:pt x="291846" y="179470"/>
                    <a:pt x="246641" y="224676"/>
                    <a:pt x="191081" y="224676"/>
                  </a:cubicBezTo>
                  <a:cubicBezTo>
                    <a:pt x="135112" y="224676"/>
                    <a:pt x="89573" y="179470"/>
                    <a:pt x="89573" y="123911"/>
                  </a:cubicBezTo>
                  <a:lnTo>
                    <a:pt x="89573" y="22403"/>
                  </a:lnTo>
                  <a:lnTo>
                    <a:pt x="291846" y="22403"/>
                  </a:lnTo>
                  <a:close/>
                </a:path>
              </a:pathLst>
            </a:custGeom>
            <a:grpFill/>
            <a:ln w="9525" cap="flat">
              <a:noFill/>
              <a:prstDash val="solid"/>
              <a:miter/>
            </a:ln>
          </p:spPr>
          <p:txBody>
            <a:bodyPr rtlCol="0" anchor="ctr"/>
            <a:lstStyle/>
            <a:p>
              <a:pPr defTabSz="1218987"/>
              <a:endParaRPr lang="en-US" sz="2400">
                <a:solidFill>
                  <a:prstClr val="black"/>
                </a:solidFill>
                <a:latin typeface="Calibri"/>
              </a:endParaRPr>
            </a:p>
          </p:txBody>
        </p:sp>
      </p:grpSp>
      <p:sp>
        <p:nvSpPr>
          <p:cNvPr id="90" name="TextBox 89">
            <a:extLst>
              <a:ext uri="{FF2B5EF4-FFF2-40B4-BE49-F238E27FC236}">
                <a16:creationId xmlns:a16="http://schemas.microsoft.com/office/drawing/2014/main" id="{F5CB9DB5-925A-121A-CF6F-DAEE7B502163}"/>
              </a:ext>
            </a:extLst>
          </p:cNvPr>
          <p:cNvSpPr txBox="1"/>
          <p:nvPr/>
        </p:nvSpPr>
        <p:spPr>
          <a:xfrm>
            <a:off x="9284814" y="1901908"/>
            <a:ext cx="478016" cy="338554"/>
          </a:xfrm>
          <a:prstGeom prst="rect">
            <a:avLst/>
          </a:prstGeom>
          <a:noFill/>
        </p:spPr>
        <p:txBody>
          <a:bodyPr wrap="none" rtlCol="0">
            <a:spAutoFit/>
          </a:bodyPr>
          <a:lstStyle/>
          <a:p>
            <a:pPr defTabSz="1218987"/>
            <a:r>
              <a:rPr lang="en-US" sz="1600" b="1">
                <a:ln/>
                <a:solidFill>
                  <a:srgbClr val="00334E"/>
                </a:solidFill>
                <a:latin typeface="Segoe UI" panose="020B0502040204020203" pitchFamily="34" charset="0"/>
                <a:cs typeface="Segoe UI" panose="020B0502040204020203" pitchFamily="34" charset="0"/>
                <a:sym typeface="Arial"/>
                <a:rtl val="0"/>
              </a:rPr>
              <a:t>05.</a:t>
            </a:r>
          </a:p>
        </p:txBody>
      </p:sp>
      <p:sp>
        <p:nvSpPr>
          <p:cNvPr id="91" name="Freeform: Shape 90">
            <a:extLst>
              <a:ext uri="{FF2B5EF4-FFF2-40B4-BE49-F238E27FC236}">
                <a16:creationId xmlns:a16="http://schemas.microsoft.com/office/drawing/2014/main" id="{ABA14929-A033-5863-E5DE-6367C4C9A2DE}"/>
              </a:ext>
            </a:extLst>
          </p:cNvPr>
          <p:cNvSpPr/>
          <p:nvPr/>
        </p:nvSpPr>
        <p:spPr>
          <a:xfrm>
            <a:off x="817135" y="3917718"/>
            <a:ext cx="10557730" cy="314218"/>
          </a:xfrm>
          <a:custGeom>
            <a:avLst/>
            <a:gdLst>
              <a:gd name="connsiteX0" fmla="*/ 6400800 w 6400800"/>
              <a:gd name="connsiteY0" fmla="*/ 95250 h 190500"/>
              <a:gd name="connsiteX1" fmla="*/ 6372892 w 6400800"/>
              <a:gd name="connsiteY1" fmla="*/ 162592 h 190500"/>
              <a:gd name="connsiteX2" fmla="*/ 6305550 w 6400800"/>
              <a:gd name="connsiteY2" fmla="*/ 190500 h 190500"/>
              <a:gd name="connsiteX3" fmla="*/ 95250 w 6400800"/>
              <a:gd name="connsiteY3" fmla="*/ 190500 h 190500"/>
              <a:gd name="connsiteX4" fmla="*/ 0 w 6400800"/>
              <a:gd name="connsiteY4" fmla="*/ 95250 h 190500"/>
              <a:gd name="connsiteX5" fmla="*/ 27908 w 6400800"/>
              <a:gd name="connsiteY5" fmla="*/ 27908 h 190500"/>
              <a:gd name="connsiteX6" fmla="*/ 95250 w 6400800"/>
              <a:gd name="connsiteY6" fmla="*/ 0 h 190500"/>
              <a:gd name="connsiteX7" fmla="*/ 6305550 w 6400800"/>
              <a:gd name="connsiteY7" fmla="*/ 0 h 190500"/>
              <a:gd name="connsiteX8" fmla="*/ 6400800 w 6400800"/>
              <a:gd name="connsiteY8" fmla="*/ 9525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00800" h="190500">
                <a:moveTo>
                  <a:pt x="6400800" y="95250"/>
                </a:moveTo>
                <a:cubicBezTo>
                  <a:pt x="6400800" y="121539"/>
                  <a:pt x="6390132" y="145352"/>
                  <a:pt x="6372892" y="162592"/>
                </a:cubicBezTo>
                <a:cubicBezTo>
                  <a:pt x="6355652" y="179832"/>
                  <a:pt x="6331839" y="190500"/>
                  <a:pt x="6305550" y="190500"/>
                </a:cubicBezTo>
                <a:lnTo>
                  <a:pt x="95250" y="190500"/>
                </a:lnTo>
                <a:cubicBezTo>
                  <a:pt x="42672" y="190500"/>
                  <a:pt x="0" y="147828"/>
                  <a:pt x="0" y="95250"/>
                </a:cubicBezTo>
                <a:cubicBezTo>
                  <a:pt x="0" y="68961"/>
                  <a:pt x="10668" y="45148"/>
                  <a:pt x="27908" y="27908"/>
                </a:cubicBezTo>
                <a:cubicBezTo>
                  <a:pt x="45149" y="10668"/>
                  <a:pt x="68961" y="0"/>
                  <a:pt x="95250" y="0"/>
                </a:cubicBezTo>
                <a:lnTo>
                  <a:pt x="6305550" y="0"/>
                </a:lnTo>
                <a:cubicBezTo>
                  <a:pt x="6358128" y="0"/>
                  <a:pt x="6400800" y="42672"/>
                  <a:pt x="6400800" y="95250"/>
                </a:cubicBezTo>
                <a:close/>
              </a:path>
            </a:pathLst>
          </a:custGeom>
          <a:solidFill>
            <a:srgbClr val="E5E5E5"/>
          </a:solidFill>
          <a:ln w="9525" cap="flat">
            <a:noFill/>
            <a:prstDash val="solid"/>
            <a:miter/>
          </a:ln>
        </p:spPr>
        <p:txBody>
          <a:bodyPr rtlCol="0" anchor="ctr"/>
          <a:lstStyle/>
          <a:p>
            <a:pPr defTabSz="1218987"/>
            <a:endParaRPr lang="en-US" sz="2400">
              <a:solidFill>
                <a:prstClr val="black"/>
              </a:solidFill>
              <a:latin typeface="Calibri"/>
            </a:endParaRPr>
          </a:p>
        </p:txBody>
      </p:sp>
      <p:grpSp>
        <p:nvGrpSpPr>
          <p:cNvPr id="172" name="Group 171">
            <a:extLst>
              <a:ext uri="{FF2B5EF4-FFF2-40B4-BE49-F238E27FC236}">
                <a16:creationId xmlns:a16="http://schemas.microsoft.com/office/drawing/2014/main" id="{B560007F-8653-8200-9B28-0CB9D391832C}"/>
              </a:ext>
            </a:extLst>
          </p:cNvPr>
          <p:cNvGrpSpPr/>
          <p:nvPr/>
        </p:nvGrpSpPr>
        <p:grpSpPr>
          <a:xfrm>
            <a:off x="817136" y="3891436"/>
            <a:ext cx="10557729" cy="366782"/>
            <a:chOff x="815547" y="3917718"/>
            <a:chExt cx="10557729" cy="314218"/>
          </a:xfrm>
        </p:grpSpPr>
        <p:sp>
          <p:nvSpPr>
            <p:cNvPr id="93" name="Freeform: Shape 92">
              <a:extLst>
                <a:ext uri="{FF2B5EF4-FFF2-40B4-BE49-F238E27FC236}">
                  <a16:creationId xmlns:a16="http://schemas.microsoft.com/office/drawing/2014/main" id="{D8100A6A-EA84-1CE6-7E28-D235B3BF77A0}"/>
                </a:ext>
              </a:extLst>
            </p:cNvPr>
            <p:cNvSpPr/>
            <p:nvPr/>
          </p:nvSpPr>
          <p:spPr>
            <a:xfrm>
              <a:off x="815547" y="3917718"/>
              <a:ext cx="1947681" cy="314218"/>
            </a:xfrm>
            <a:custGeom>
              <a:avLst/>
              <a:gdLst>
                <a:gd name="connsiteX0" fmla="*/ 1180814 w 1180814"/>
                <a:gd name="connsiteY0" fmla="*/ 0 h 190500"/>
                <a:gd name="connsiteX1" fmla="*/ 1180814 w 1180814"/>
                <a:gd name="connsiteY1" fmla="*/ 190500 h 190500"/>
                <a:gd name="connsiteX2" fmla="*/ 95250 w 1180814"/>
                <a:gd name="connsiteY2" fmla="*/ 190500 h 190500"/>
                <a:gd name="connsiteX3" fmla="*/ 0 w 1180814"/>
                <a:gd name="connsiteY3" fmla="*/ 95250 h 190500"/>
                <a:gd name="connsiteX4" fmla="*/ 27908 w 1180814"/>
                <a:gd name="connsiteY4" fmla="*/ 27908 h 190500"/>
                <a:gd name="connsiteX5" fmla="*/ 95250 w 1180814"/>
                <a:gd name="connsiteY5" fmla="*/ 0 h 190500"/>
                <a:gd name="connsiteX6" fmla="*/ 1180814 w 1180814"/>
                <a:gd name="connsiteY6" fmla="*/ 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814" h="190500">
                  <a:moveTo>
                    <a:pt x="1180814" y="0"/>
                  </a:moveTo>
                  <a:lnTo>
                    <a:pt x="1180814" y="190500"/>
                  </a:lnTo>
                  <a:lnTo>
                    <a:pt x="95250" y="190500"/>
                  </a:lnTo>
                  <a:cubicBezTo>
                    <a:pt x="42672" y="190500"/>
                    <a:pt x="0" y="147828"/>
                    <a:pt x="0" y="95250"/>
                  </a:cubicBezTo>
                  <a:cubicBezTo>
                    <a:pt x="0" y="68961"/>
                    <a:pt x="10668" y="45148"/>
                    <a:pt x="27908" y="27908"/>
                  </a:cubicBezTo>
                  <a:cubicBezTo>
                    <a:pt x="45149" y="10668"/>
                    <a:pt x="68961" y="0"/>
                    <a:pt x="95250" y="0"/>
                  </a:cubicBezTo>
                  <a:lnTo>
                    <a:pt x="1180814" y="0"/>
                  </a:lnTo>
                  <a:close/>
                </a:path>
              </a:pathLst>
            </a:custGeom>
            <a:solidFill>
              <a:schemeClr val="tx2"/>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105" name="Freeform: Shape 104">
              <a:extLst>
                <a:ext uri="{FF2B5EF4-FFF2-40B4-BE49-F238E27FC236}">
                  <a16:creationId xmlns:a16="http://schemas.microsoft.com/office/drawing/2014/main" id="{6605B719-F00B-002E-3BC6-684818B36801}"/>
                </a:ext>
              </a:extLst>
            </p:cNvPr>
            <p:cNvSpPr/>
            <p:nvPr/>
          </p:nvSpPr>
          <p:spPr>
            <a:xfrm>
              <a:off x="2763228" y="3917718"/>
              <a:ext cx="2140296" cy="314218"/>
            </a:xfrm>
            <a:custGeom>
              <a:avLst/>
              <a:gdLst>
                <a:gd name="connsiteX0" fmla="*/ 0 w 1297590"/>
                <a:gd name="connsiteY0" fmla="*/ 0 h 190500"/>
                <a:gd name="connsiteX1" fmla="*/ 1297591 w 1297590"/>
                <a:gd name="connsiteY1" fmla="*/ 0 h 190500"/>
                <a:gd name="connsiteX2" fmla="*/ 1297591 w 1297590"/>
                <a:gd name="connsiteY2" fmla="*/ 190500 h 190500"/>
                <a:gd name="connsiteX3" fmla="*/ 0 w 129759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297590" h="190500">
                  <a:moveTo>
                    <a:pt x="0" y="0"/>
                  </a:moveTo>
                  <a:lnTo>
                    <a:pt x="1297591" y="0"/>
                  </a:lnTo>
                  <a:lnTo>
                    <a:pt x="1297591" y="190500"/>
                  </a:lnTo>
                  <a:lnTo>
                    <a:pt x="0" y="190500"/>
                  </a:lnTo>
                  <a:close/>
                </a:path>
              </a:pathLst>
            </a:custGeom>
            <a:solidFill>
              <a:schemeClr val="accent1"/>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117" name="Freeform: Shape 116">
              <a:extLst>
                <a:ext uri="{FF2B5EF4-FFF2-40B4-BE49-F238E27FC236}">
                  <a16:creationId xmlns:a16="http://schemas.microsoft.com/office/drawing/2014/main" id="{DDD998EB-E77B-65FF-D174-735B6C33A15D}"/>
                </a:ext>
              </a:extLst>
            </p:cNvPr>
            <p:cNvSpPr/>
            <p:nvPr/>
          </p:nvSpPr>
          <p:spPr>
            <a:xfrm>
              <a:off x="4903525" y="3917718"/>
              <a:ext cx="2140454" cy="314218"/>
            </a:xfrm>
            <a:custGeom>
              <a:avLst/>
              <a:gdLst>
                <a:gd name="connsiteX0" fmla="*/ 0 w 1297686"/>
                <a:gd name="connsiteY0" fmla="*/ 0 h 190500"/>
                <a:gd name="connsiteX1" fmla="*/ 1297686 w 1297686"/>
                <a:gd name="connsiteY1" fmla="*/ 0 h 190500"/>
                <a:gd name="connsiteX2" fmla="*/ 1297686 w 1297686"/>
                <a:gd name="connsiteY2" fmla="*/ 190500 h 190500"/>
                <a:gd name="connsiteX3" fmla="*/ 0 w 1297686"/>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297686" h="190500">
                  <a:moveTo>
                    <a:pt x="0" y="0"/>
                  </a:moveTo>
                  <a:lnTo>
                    <a:pt x="1297686" y="0"/>
                  </a:lnTo>
                  <a:lnTo>
                    <a:pt x="1297686" y="190500"/>
                  </a:lnTo>
                  <a:lnTo>
                    <a:pt x="0" y="190500"/>
                  </a:lnTo>
                  <a:close/>
                </a:path>
              </a:pathLst>
            </a:custGeom>
            <a:solidFill>
              <a:schemeClr val="accent2"/>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129" name="Freeform: Shape 128">
              <a:extLst>
                <a:ext uri="{FF2B5EF4-FFF2-40B4-BE49-F238E27FC236}">
                  <a16:creationId xmlns:a16="http://schemas.microsoft.com/office/drawing/2014/main" id="{BC6DE546-ADBA-2E7E-21EF-785576A3BF42}"/>
                </a:ext>
              </a:extLst>
            </p:cNvPr>
            <p:cNvSpPr/>
            <p:nvPr/>
          </p:nvSpPr>
          <p:spPr>
            <a:xfrm>
              <a:off x="7043979" y="3917718"/>
              <a:ext cx="2140454" cy="314218"/>
            </a:xfrm>
            <a:custGeom>
              <a:avLst/>
              <a:gdLst>
                <a:gd name="connsiteX0" fmla="*/ 0 w 1297686"/>
                <a:gd name="connsiteY0" fmla="*/ 0 h 190500"/>
                <a:gd name="connsiteX1" fmla="*/ 1297686 w 1297686"/>
                <a:gd name="connsiteY1" fmla="*/ 0 h 190500"/>
                <a:gd name="connsiteX2" fmla="*/ 1297686 w 1297686"/>
                <a:gd name="connsiteY2" fmla="*/ 190500 h 190500"/>
                <a:gd name="connsiteX3" fmla="*/ 0 w 1297686"/>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297686" h="190500">
                  <a:moveTo>
                    <a:pt x="0" y="0"/>
                  </a:moveTo>
                  <a:lnTo>
                    <a:pt x="1297686" y="0"/>
                  </a:lnTo>
                  <a:lnTo>
                    <a:pt x="1297686" y="190500"/>
                  </a:lnTo>
                  <a:lnTo>
                    <a:pt x="0" y="190500"/>
                  </a:lnTo>
                  <a:close/>
                </a:path>
              </a:pathLst>
            </a:custGeom>
            <a:solidFill>
              <a:schemeClr val="accent3"/>
            </a:solidFill>
            <a:ln w="9525" cap="flat">
              <a:noFill/>
              <a:prstDash val="solid"/>
              <a:miter/>
            </a:ln>
          </p:spPr>
          <p:txBody>
            <a:bodyPr rtlCol="0" anchor="ctr"/>
            <a:lstStyle/>
            <a:p>
              <a:pPr defTabSz="1218987"/>
              <a:endParaRPr lang="en-US" sz="2400">
                <a:solidFill>
                  <a:prstClr val="black"/>
                </a:solidFill>
                <a:latin typeface="Calibri"/>
              </a:endParaRPr>
            </a:p>
          </p:txBody>
        </p:sp>
        <p:sp>
          <p:nvSpPr>
            <p:cNvPr id="141" name="Freeform: Shape 140">
              <a:extLst>
                <a:ext uri="{FF2B5EF4-FFF2-40B4-BE49-F238E27FC236}">
                  <a16:creationId xmlns:a16="http://schemas.microsoft.com/office/drawing/2014/main" id="{19B868B6-E2E7-EBC1-93CF-1B7E1AB592BB}"/>
                </a:ext>
              </a:extLst>
            </p:cNvPr>
            <p:cNvSpPr/>
            <p:nvPr/>
          </p:nvSpPr>
          <p:spPr>
            <a:xfrm>
              <a:off x="9184432" y="3917718"/>
              <a:ext cx="2188844" cy="314218"/>
            </a:xfrm>
            <a:custGeom>
              <a:avLst/>
              <a:gdLst>
                <a:gd name="connsiteX0" fmla="*/ 1327023 w 1327023"/>
                <a:gd name="connsiteY0" fmla="*/ 95250 h 190500"/>
                <a:gd name="connsiteX1" fmla="*/ 1299115 w 1327023"/>
                <a:gd name="connsiteY1" fmla="*/ 162592 h 190500"/>
                <a:gd name="connsiteX2" fmla="*/ 1231773 w 1327023"/>
                <a:gd name="connsiteY2" fmla="*/ 190500 h 190500"/>
                <a:gd name="connsiteX3" fmla="*/ 0 w 1327023"/>
                <a:gd name="connsiteY3" fmla="*/ 190500 h 190500"/>
                <a:gd name="connsiteX4" fmla="*/ 0 w 1327023"/>
                <a:gd name="connsiteY4" fmla="*/ 0 h 190500"/>
                <a:gd name="connsiteX5" fmla="*/ 1231773 w 1327023"/>
                <a:gd name="connsiteY5" fmla="*/ 0 h 190500"/>
                <a:gd name="connsiteX6" fmla="*/ 1327023 w 1327023"/>
                <a:gd name="connsiteY6" fmla="*/ 9525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7023" h="190500">
                  <a:moveTo>
                    <a:pt x="1327023" y="95250"/>
                  </a:moveTo>
                  <a:cubicBezTo>
                    <a:pt x="1327023" y="121539"/>
                    <a:pt x="1316355" y="145352"/>
                    <a:pt x="1299115" y="162592"/>
                  </a:cubicBezTo>
                  <a:cubicBezTo>
                    <a:pt x="1281875" y="179832"/>
                    <a:pt x="1258062" y="190500"/>
                    <a:pt x="1231773" y="190500"/>
                  </a:cubicBezTo>
                  <a:lnTo>
                    <a:pt x="0" y="190500"/>
                  </a:lnTo>
                  <a:lnTo>
                    <a:pt x="0" y="0"/>
                  </a:lnTo>
                  <a:lnTo>
                    <a:pt x="1231773" y="0"/>
                  </a:lnTo>
                  <a:cubicBezTo>
                    <a:pt x="1284351" y="0"/>
                    <a:pt x="1327023" y="42672"/>
                    <a:pt x="1327023" y="95250"/>
                  </a:cubicBezTo>
                  <a:close/>
                </a:path>
              </a:pathLst>
            </a:custGeom>
            <a:solidFill>
              <a:schemeClr val="accent4"/>
            </a:solidFill>
            <a:ln w="9525" cap="flat">
              <a:noFill/>
              <a:prstDash val="solid"/>
              <a:miter/>
            </a:ln>
          </p:spPr>
          <p:txBody>
            <a:bodyPr rtlCol="0" anchor="ctr"/>
            <a:lstStyle/>
            <a:p>
              <a:pPr defTabSz="1218987"/>
              <a:endParaRPr lang="en-US" sz="2400">
                <a:solidFill>
                  <a:prstClr val="black"/>
                </a:solidFill>
                <a:latin typeface="Calibri"/>
              </a:endParaRPr>
            </a:p>
          </p:txBody>
        </p:sp>
      </p:grpSp>
      <p:grpSp>
        <p:nvGrpSpPr>
          <p:cNvPr id="154" name="Group 153">
            <a:extLst>
              <a:ext uri="{FF2B5EF4-FFF2-40B4-BE49-F238E27FC236}">
                <a16:creationId xmlns:a16="http://schemas.microsoft.com/office/drawing/2014/main" id="{4B3236AA-BB38-7129-ACAB-CF7B191A9E61}"/>
              </a:ext>
            </a:extLst>
          </p:cNvPr>
          <p:cNvGrpSpPr/>
          <p:nvPr/>
        </p:nvGrpSpPr>
        <p:grpSpPr>
          <a:xfrm>
            <a:off x="624520" y="4393010"/>
            <a:ext cx="2163324" cy="1281421"/>
            <a:chOff x="599177" y="4393009"/>
            <a:chExt cx="2163324" cy="1281421"/>
          </a:xfrm>
        </p:grpSpPr>
        <p:sp>
          <p:nvSpPr>
            <p:cNvPr id="152" name="TextBox 151">
              <a:extLst>
                <a:ext uri="{FF2B5EF4-FFF2-40B4-BE49-F238E27FC236}">
                  <a16:creationId xmlns:a16="http://schemas.microsoft.com/office/drawing/2014/main" id="{71CF9C8B-3D07-BB4B-D375-271251C546F6}"/>
                </a:ext>
              </a:extLst>
            </p:cNvPr>
            <p:cNvSpPr txBox="1"/>
            <p:nvPr/>
          </p:nvSpPr>
          <p:spPr>
            <a:xfrm>
              <a:off x="781356" y="4393009"/>
              <a:ext cx="1798967" cy="400110"/>
            </a:xfrm>
            <a:prstGeom prst="rect">
              <a:avLst/>
            </a:prstGeom>
            <a:noFill/>
          </p:spPr>
          <p:txBody>
            <a:bodyPr wrap="square" rtlCol="0">
              <a:spAutoFit/>
            </a:bodyPr>
            <a:lstStyle/>
            <a:p>
              <a:pPr algn="ctr" defTabSz="1218987"/>
              <a:r>
                <a:rPr lang="en-US" sz="2000" b="1">
                  <a:solidFill>
                    <a:prstClr val="black"/>
                  </a:solidFill>
                  <a:latin typeface="Segoe UI" panose="020B0502040204020203" pitchFamily="34" charset="0"/>
                  <a:cs typeface="Segoe UI" panose="020B0502040204020203" pitchFamily="34" charset="0"/>
                </a:rPr>
                <a:t>Sample Text</a:t>
              </a:r>
            </a:p>
          </p:txBody>
        </p:sp>
        <p:sp>
          <p:nvSpPr>
            <p:cNvPr id="153" name="TextBox 152">
              <a:extLst>
                <a:ext uri="{FF2B5EF4-FFF2-40B4-BE49-F238E27FC236}">
                  <a16:creationId xmlns:a16="http://schemas.microsoft.com/office/drawing/2014/main" id="{622CC43D-E613-723E-C925-47330D46724B}"/>
                </a:ext>
              </a:extLst>
            </p:cNvPr>
            <p:cNvSpPr txBox="1"/>
            <p:nvPr/>
          </p:nvSpPr>
          <p:spPr>
            <a:xfrm>
              <a:off x="599177" y="4843433"/>
              <a:ext cx="2163324" cy="830997"/>
            </a:xfrm>
            <a:prstGeom prst="rect">
              <a:avLst/>
            </a:prstGeom>
            <a:noFill/>
          </p:spPr>
          <p:txBody>
            <a:bodyPr wrap="square" rtlCol="0">
              <a:spAutoFit/>
            </a:bodyPr>
            <a:lstStyle/>
            <a:p>
              <a:pPr algn="ctr" defTabSz="1218987"/>
              <a:r>
                <a:rPr lang="en-US" sz="1600">
                  <a:solidFill>
                    <a:prstClr val="black"/>
                  </a:solidFill>
                  <a:latin typeface="Segoe UI" panose="020B0502040204020203" pitchFamily="34" charset="0"/>
                  <a:cs typeface="Segoe UI" panose="020B0502040204020203" pitchFamily="34" charset="0"/>
                </a:rPr>
                <a:t>This is a sample text. Insert your desired text here.</a:t>
              </a:r>
            </a:p>
          </p:txBody>
        </p:sp>
      </p:grpSp>
      <p:grpSp>
        <p:nvGrpSpPr>
          <p:cNvPr id="155" name="Group 154">
            <a:extLst>
              <a:ext uri="{FF2B5EF4-FFF2-40B4-BE49-F238E27FC236}">
                <a16:creationId xmlns:a16="http://schemas.microsoft.com/office/drawing/2014/main" id="{4A2A1E9E-BB3C-33C2-867E-2D63545E3EF5}"/>
              </a:ext>
            </a:extLst>
          </p:cNvPr>
          <p:cNvGrpSpPr/>
          <p:nvPr/>
        </p:nvGrpSpPr>
        <p:grpSpPr>
          <a:xfrm>
            <a:off x="2729783" y="4393010"/>
            <a:ext cx="2163324" cy="1281421"/>
            <a:chOff x="599177" y="4393009"/>
            <a:chExt cx="2163324" cy="1281421"/>
          </a:xfrm>
        </p:grpSpPr>
        <p:sp>
          <p:nvSpPr>
            <p:cNvPr id="156" name="TextBox 155">
              <a:extLst>
                <a:ext uri="{FF2B5EF4-FFF2-40B4-BE49-F238E27FC236}">
                  <a16:creationId xmlns:a16="http://schemas.microsoft.com/office/drawing/2014/main" id="{02A3C553-1274-2031-5B47-0874F00011AF}"/>
                </a:ext>
              </a:extLst>
            </p:cNvPr>
            <p:cNvSpPr txBox="1"/>
            <p:nvPr/>
          </p:nvSpPr>
          <p:spPr>
            <a:xfrm>
              <a:off x="781356" y="4393009"/>
              <a:ext cx="1798967" cy="400110"/>
            </a:xfrm>
            <a:prstGeom prst="rect">
              <a:avLst/>
            </a:prstGeom>
            <a:noFill/>
          </p:spPr>
          <p:txBody>
            <a:bodyPr wrap="square" rtlCol="0">
              <a:spAutoFit/>
            </a:bodyPr>
            <a:lstStyle/>
            <a:p>
              <a:pPr algn="ctr" defTabSz="1218987"/>
              <a:r>
                <a:rPr lang="en-US" sz="2000" b="1">
                  <a:solidFill>
                    <a:prstClr val="black"/>
                  </a:solidFill>
                  <a:latin typeface="Segoe UI" panose="020B0502040204020203" pitchFamily="34" charset="0"/>
                  <a:cs typeface="Segoe UI" panose="020B0502040204020203" pitchFamily="34" charset="0"/>
                </a:rPr>
                <a:t>Sample Text</a:t>
              </a:r>
            </a:p>
          </p:txBody>
        </p:sp>
        <p:sp>
          <p:nvSpPr>
            <p:cNvPr id="157" name="TextBox 156">
              <a:extLst>
                <a:ext uri="{FF2B5EF4-FFF2-40B4-BE49-F238E27FC236}">
                  <a16:creationId xmlns:a16="http://schemas.microsoft.com/office/drawing/2014/main" id="{94822AF0-ED9B-0277-9544-71992B163D75}"/>
                </a:ext>
              </a:extLst>
            </p:cNvPr>
            <p:cNvSpPr txBox="1"/>
            <p:nvPr/>
          </p:nvSpPr>
          <p:spPr>
            <a:xfrm>
              <a:off x="599177" y="4843433"/>
              <a:ext cx="2163324" cy="830997"/>
            </a:xfrm>
            <a:prstGeom prst="rect">
              <a:avLst/>
            </a:prstGeom>
            <a:noFill/>
          </p:spPr>
          <p:txBody>
            <a:bodyPr wrap="square" rtlCol="0">
              <a:spAutoFit/>
            </a:bodyPr>
            <a:lstStyle/>
            <a:p>
              <a:pPr algn="ctr" defTabSz="1218987"/>
              <a:r>
                <a:rPr lang="en-US" sz="1600">
                  <a:solidFill>
                    <a:prstClr val="black"/>
                  </a:solidFill>
                  <a:latin typeface="Segoe UI" panose="020B0502040204020203" pitchFamily="34" charset="0"/>
                  <a:cs typeface="Segoe UI" panose="020B0502040204020203" pitchFamily="34" charset="0"/>
                </a:rPr>
                <a:t>This is a sample text. Insert your desired text here.</a:t>
              </a:r>
            </a:p>
          </p:txBody>
        </p:sp>
      </p:grpSp>
      <p:grpSp>
        <p:nvGrpSpPr>
          <p:cNvPr id="158" name="Group 157">
            <a:extLst>
              <a:ext uri="{FF2B5EF4-FFF2-40B4-BE49-F238E27FC236}">
                <a16:creationId xmlns:a16="http://schemas.microsoft.com/office/drawing/2014/main" id="{DC5835CB-DDA2-D80E-18C0-C35DC888DFED}"/>
              </a:ext>
            </a:extLst>
          </p:cNvPr>
          <p:cNvGrpSpPr/>
          <p:nvPr/>
        </p:nvGrpSpPr>
        <p:grpSpPr>
          <a:xfrm>
            <a:off x="4893462" y="4393010"/>
            <a:ext cx="2163324" cy="1281421"/>
            <a:chOff x="599177" y="4393009"/>
            <a:chExt cx="2163324" cy="1281421"/>
          </a:xfrm>
        </p:grpSpPr>
        <p:sp>
          <p:nvSpPr>
            <p:cNvPr id="159" name="TextBox 158">
              <a:extLst>
                <a:ext uri="{FF2B5EF4-FFF2-40B4-BE49-F238E27FC236}">
                  <a16:creationId xmlns:a16="http://schemas.microsoft.com/office/drawing/2014/main" id="{0A3157CF-BEFF-AAED-8A3A-3DBECDC39515}"/>
                </a:ext>
              </a:extLst>
            </p:cNvPr>
            <p:cNvSpPr txBox="1"/>
            <p:nvPr/>
          </p:nvSpPr>
          <p:spPr>
            <a:xfrm>
              <a:off x="781356" y="4393009"/>
              <a:ext cx="1798967" cy="400110"/>
            </a:xfrm>
            <a:prstGeom prst="rect">
              <a:avLst/>
            </a:prstGeom>
            <a:noFill/>
          </p:spPr>
          <p:txBody>
            <a:bodyPr wrap="square" rtlCol="0">
              <a:spAutoFit/>
            </a:bodyPr>
            <a:lstStyle/>
            <a:p>
              <a:pPr algn="ctr" defTabSz="1218987"/>
              <a:r>
                <a:rPr lang="en-US" sz="2000" b="1">
                  <a:solidFill>
                    <a:prstClr val="black"/>
                  </a:solidFill>
                  <a:latin typeface="Segoe UI" panose="020B0502040204020203" pitchFamily="34" charset="0"/>
                  <a:cs typeface="Segoe UI" panose="020B0502040204020203" pitchFamily="34" charset="0"/>
                </a:rPr>
                <a:t>Sample Text</a:t>
              </a:r>
            </a:p>
          </p:txBody>
        </p:sp>
        <p:sp>
          <p:nvSpPr>
            <p:cNvPr id="160" name="TextBox 159">
              <a:extLst>
                <a:ext uri="{FF2B5EF4-FFF2-40B4-BE49-F238E27FC236}">
                  <a16:creationId xmlns:a16="http://schemas.microsoft.com/office/drawing/2014/main" id="{1BD1B0A6-6A76-C6B0-15E1-668EE2890EA1}"/>
                </a:ext>
              </a:extLst>
            </p:cNvPr>
            <p:cNvSpPr txBox="1"/>
            <p:nvPr/>
          </p:nvSpPr>
          <p:spPr>
            <a:xfrm>
              <a:off x="599177" y="4843433"/>
              <a:ext cx="2163324" cy="830997"/>
            </a:xfrm>
            <a:prstGeom prst="rect">
              <a:avLst/>
            </a:prstGeom>
            <a:noFill/>
          </p:spPr>
          <p:txBody>
            <a:bodyPr wrap="square" rtlCol="0">
              <a:spAutoFit/>
            </a:bodyPr>
            <a:lstStyle/>
            <a:p>
              <a:pPr algn="ctr" defTabSz="1218987"/>
              <a:r>
                <a:rPr lang="en-US" sz="1600">
                  <a:solidFill>
                    <a:prstClr val="black"/>
                  </a:solidFill>
                  <a:latin typeface="Segoe UI" panose="020B0502040204020203" pitchFamily="34" charset="0"/>
                  <a:cs typeface="Segoe UI" panose="020B0502040204020203" pitchFamily="34" charset="0"/>
                </a:rPr>
                <a:t>This is a sample text. Insert your desired text here.</a:t>
              </a:r>
            </a:p>
          </p:txBody>
        </p:sp>
      </p:grpSp>
      <p:grpSp>
        <p:nvGrpSpPr>
          <p:cNvPr id="161" name="Group 160">
            <a:extLst>
              <a:ext uri="{FF2B5EF4-FFF2-40B4-BE49-F238E27FC236}">
                <a16:creationId xmlns:a16="http://schemas.microsoft.com/office/drawing/2014/main" id="{B25EAE6D-2BE4-40BE-1C1B-DDB66F968F61}"/>
              </a:ext>
            </a:extLst>
          </p:cNvPr>
          <p:cNvGrpSpPr/>
          <p:nvPr/>
        </p:nvGrpSpPr>
        <p:grpSpPr>
          <a:xfrm>
            <a:off x="7034052" y="4393010"/>
            <a:ext cx="2163324" cy="1281421"/>
            <a:chOff x="599177" y="4393009"/>
            <a:chExt cx="2163324" cy="1281421"/>
          </a:xfrm>
        </p:grpSpPr>
        <p:sp>
          <p:nvSpPr>
            <p:cNvPr id="162" name="TextBox 161">
              <a:extLst>
                <a:ext uri="{FF2B5EF4-FFF2-40B4-BE49-F238E27FC236}">
                  <a16:creationId xmlns:a16="http://schemas.microsoft.com/office/drawing/2014/main" id="{8C295790-7322-7C41-4744-7E0876AE4DDB}"/>
                </a:ext>
              </a:extLst>
            </p:cNvPr>
            <p:cNvSpPr txBox="1"/>
            <p:nvPr/>
          </p:nvSpPr>
          <p:spPr>
            <a:xfrm>
              <a:off x="781356" y="4393009"/>
              <a:ext cx="1798967" cy="400110"/>
            </a:xfrm>
            <a:prstGeom prst="rect">
              <a:avLst/>
            </a:prstGeom>
            <a:noFill/>
          </p:spPr>
          <p:txBody>
            <a:bodyPr wrap="square" rtlCol="0">
              <a:spAutoFit/>
            </a:bodyPr>
            <a:lstStyle/>
            <a:p>
              <a:pPr algn="ctr" defTabSz="1218987"/>
              <a:r>
                <a:rPr lang="en-US" sz="2000" b="1">
                  <a:solidFill>
                    <a:prstClr val="black"/>
                  </a:solidFill>
                  <a:latin typeface="Segoe UI" panose="020B0502040204020203" pitchFamily="34" charset="0"/>
                  <a:cs typeface="Segoe UI" panose="020B0502040204020203" pitchFamily="34" charset="0"/>
                </a:rPr>
                <a:t>Sample Text</a:t>
              </a:r>
            </a:p>
          </p:txBody>
        </p:sp>
        <p:sp>
          <p:nvSpPr>
            <p:cNvPr id="163" name="TextBox 162">
              <a:extLst>
                <a:ext uri="{FF2B5EF4-FFF2-40B4-BE49-F238E27FC236}">
                  <a16:creationId xmlns:a16="http://schemas.microsoft.com/office/drawing/2014/main" id="{E1338D66-3E0B-3278-B3DB-F2A6D0EC4DDA}"/>
                </a:ext>
              </a:extLst>
            </p:cNvPr>
            <p:cNvSpPr txBox="1"/>
            <p:nvPr/>
          </p:nvSpPr>
          <p:spPr>
            <a:xfrm>
              <a:off x="599177" y="4843433"/>
              <a:ext cx="2163324" cy="830997"/>
            </a:xfrm>
            <a:prstGeom prst="rect">
              <a:avLst/>
            </a:prstGeom>
            <a:noFill/>
          </p:spPr>
          <p:txBody>
            <a:bodyPr wrap="square" rtlCol="0">
              <a:spAutoFit/>
            </a:bodyPr>
            <a:lstStyle/>
            <a:p>
              <a:pPr algn="ctr" defTabSz="1218987"/>
              <a:r>
                <a:rPr lang="en-US" sz="1600">
                  <a:solidFill>
                    <a:prstClr val="black"/>
                  </a:solidFill>
                  <a:latin typeface="Segoe UI" panose="020B0502040204020203" pitchFamily="34" charset="0"/>
                  <a:cs typeface="Segoe UI" panose="020B0502040204020203" pitchFamily="34" charset="0"/>
                </a:rPr>
                <a:t>This is a sample text. Insert your desired text here.</a:t>
              </a:r>
            </a:p>
          </p:txBody>
        </p:sp>
      </p:grpSp>
      <p:grpSp>
        <p:nvGrpSpPr>
          <p:cNvPr id="164" name="Group 163">
            <a:extLst>
              <a:ext uri="{FF2B5EF4-FFF2-40B4-BE49-F238E27FC236}">
                <a16:creationId xmlns:a16="http://schemas.microsoft.com/office/drawing/2014/main" id="{5C9D8E74-7990-66F8-672C-E7B11E9A614C}"/>
              </a:ext>
            </a:extLst>
          </p:cNvPr>
          <p:cNvGrpSpPr/>
          <p:nvPr/>
        </p:nvGrpSpPr>
        <p:grpSpPr>
          <a:xfrm>
            <a:off x="9170820" y="4393010"/>
            <a:ext cx="2163324" cy="1281421"/>
            <a:chOff x="599177" y="4393009"/>
            <a:chExt cx="2163324" cy="1281421"/>
          </a:xfrm>
        </p:grpSpPr>
        <p:sp>
          <p:nvSpPr>
            <p:cNvPr id="165" name="TextBox 164">
              <a:extLst>
                <a:ext uri="{FF2B5EF4-FFF2-40B4-BE49-F238E27FC236}">
                  <a16:creationId xmlns:a16="http://schemas.microsoft.com/office/drawing/2014/main" id="{5A06483D-16A2-353C-718E-8F4410056B42}"/>
                </a:ext>
              </a:extLst>
            </p:cNvPr>
            <p:cNvSpPr txBox="1"/>
            <p:nvPr/>
          </p:nvSpPr>
          <p:spPr>
            <a:xfrm>
              <a:off x="781356" y="4393009"/>
              <a:ext cx="1798967" cy="400110"/>
            </a:xfrm>
            <a:prstGeom prst="rect">
              <a:avLst/>
            </a:prstGeom>
            <a:noFill/>
          </p:spPr>
          <p:txBody>
            <a:bodyPr wrap="square" rtlCol="0">
              <a:spAutoFit/>
            </a:bodyPr>
            <a:lstStyle/>
            <a:p>
              <a:pPr algn="ctr" defTabSz="1218987"/>
              <a:r>
                <a:rPr lang="en-US" sz="2000" b="1">
                  <a:solidFill>
                    <a:prstClr val="black"/>
                  </a:solidFill>
                  <a:latin typeface="Segoe UI" panose="020B0502040204020203" pitchFamily="34" charset="0"/>
                  <a:cs typeface="Segoe UI" panose="020B0502040204020203" pitchFamily="34" charset="0"/>
                </a:rPr>
                <a:t>Sample Text</a:t>
              </a:r>
            </a:p>
          </p:txBody>
        </p:sp>
        <p:sp>
          <p:nvSpPr>
            <p:cNvPr id="166" name="TextBox 165">
              <a:extLst>
                <a:ext uri="{FF2B5EF4-FFF2-40B4-BE49-F238E27FC236}">
                  <a16:creationId xmlns:a16="http://schemas.microsoft.com/office/drawing/2014/main" id="{1228D933-B79F-E377-C687-499821FF7B36}"/>
                </a:ext>
              </a:extLst>
            </p:cNvPr>
            <p:cNvSpPr txBox="1"/>
            <p:nvPr/>
          </p:nvSpPr>
          <p:spPr>
            <a:xfrm>
              <a:off x="599177" y="4843433"/>
              <a:ext cx="2163324" cy="830997"/>
            </a:xfrm>
            <a:prstGeom prst="rect">
              <a:avLst/>
            </a:prstGeom>
            <a:noFill/>
          </p:spPr>
          <p:txBody>
            <a:bodyPr wrap="square" rtlCol="0">
              <a:spAutoFit/>
            </a:bodyPr>
            <a:lstStyle/>
            <a:p>
              <a:pPr algn="ctr" defTabSz="1218987"/>
              <a:r>
                <a:rPr lang="en-US" sz="1600">
                  <a:solidFill>
                    <a:prstClr val="black"/>
                  </a:solidFill>
                  <a:latin typeface="Segoe UI" panose="020B0502040204020203" pitchFamily="34" charset="0"/>
                  <a:cs typeface="Segoe UI" panose="020B0502040204020203" pitchFamily="34" charset="0"/>
                </a:rPr>
                <a:t>This is a sample text. Insert your desired text here.</a:t>
              </a:r>
            </a:p>
          </p:txBody>
        </p:sp>
      </p:grpSp>
      <p:sp>
        <p:nvSpPr>
          <p:cNvPr id="167" name="TextBox 166">
            <a:extLst>
              <a:ext uri="{FF2B5EF4-FFF2-40B4-BE49-F238E27FC236}">
                <a16:creationId xmlns:a16="http://schemas.microsoft.com/office/drawing/2014/main" id="{5FECFC80-A712-1722-88C5-2B5B86BCB0C6}"/>
              </a:ext>
            </a:extLst>
          </p:cNvPr>
          <p:cNvSpPr txBox="1"/>
          <p:nvPr/>
        </p:nvSpPr>
        <p:spPr>
          <a:xfrm>
            <a:off x="1440085" y="3936329"/>
            <a:ext cx="532197" cy="276999"/>
          </a:xfrm>
          <a:prstGeom prst="rect">
            <a:avLst/>
          </a:prstGeom>
          <a:noFill/>
        </p:spPr>
        <p:txBody>
          <a:bodyPr wrap="none" lIns="0" tIns="0" rIns="0" bIns="0" rtlCol="0" anchor="ctr">
            <a:spAutoFit/>
          </a:bodyPr>
          <a:lstStyle/>
          <a:p>
            <a:pPr algn="ctr" defTabSz="1218987"/>
            <a:r>
              <a:rPr lang="en-US" b="1">
                <a:ln/>
                <a:solidFill>
                  <a:prstClr val="white"/>
                </a:solidFill>
                <a:latin typeface="Segoe UI" panose="020B0502040204020203" pitchFamily="34" charset="0"/>
                <a:cs typeface="Segoe UI" panose="020B0502040204020203" pitchFamily="34" charset="0"/>
                <a:sym typeface="NexaBold"/>
                <a:rtl val="0"/>
              </a:rPr>
              <a:t>2025</a:t>
            </a:r>
          </a:p>
        </p:txBody>
      </p:sp>
      <p:sp>
        <p:nvSpPr>
          <p:cNvPr id="168" name="TextBox 167">
            <a:extLst>
              <a:ext uri="{FF2B5EF4-FFF2-40B4-BE49-F238E27FC236}">
                <a16:creationId xmlns:a16="http://schemas.microsoft.com/office/drawing/2014/main" id="{7F3E155F-6973-FD8E-BECB-DD5D37D064CE}"/>
              </a:ext>
            </a:extLst>
          </p:cNvPr>
          <p:cNvSpPr txBox="1"/>
          <p:nvPr/>
        </p:nvSpPr>
        <p:spPr>
          <a:xfrm>
            <a:off x="3568867" y="3936329"/>
            <a:ext cx="532197" cy="276999"/>
          </a:xfrm>
          <a:prstGeom prst="rect">
            <a:avLst/>
          </a:prstGeom>
          <a:noFill/>
        </p:spPr>
        <p:txBody>
          <a:bodyPr wrap="none" lIns="0" tIns="0" rIns="0" bIns="0" rtlCol="0" anchor="ctr">
            <a:spAutoFit/>
          </a:bodyPr>
          <a:lstStyle/>
          <a:p>
            <a:pPr algn="ctr" defTabSz="1218987"/>
            <a:r>
              <a:rPr lang="en-US" b="1">
                <a:ln/>
                <a:solidFill>
                  <a:prstClr val="white"/>
                </a:solidFill>
                <a:latin typeface="Segoe UI" panose="020B0502040204020203" pitchFamily="34" charset="0"/>
                <a:cs typeface="Segoe UI" panose="020B0502040204020203" pitchFamily="34" charset="0"/>
                <a:sym typeface="NexaBold"/>
                <a:rtl val="0"/>
              </a:rPr>
              <a:t>2026</a:t>
            </a:r>
          </a:p>
        </p:txBody>
      </p:sp>
      <p:sp>
        <p:nvSpPr>
          <p:cNvPr id="169" name="TextBox 168">
            <a:extLst>
              <a:ext uri="{FF2B5EF4-FFF2-40B4-BE49-F238E27FC236}">
                <a16:creationId xmlns:a16="http://schemas.microsoft.com/office/drawing/2014/main" id="{B598FEDB-C903-441D-81DD-653D88F3ADDE}"/>
              </a:ext>
            </a:extLst>
          </p:cNvPr>
          <p:cNvSpPr txBox="1"/>
          <p:nvPr/>
        </p:nvSpPr>
        <p:spPr>
          <a:xfrm>
            <a:off x="5709243" y="3936329"/>
            <a:ext cx="532197" cy="276999"/>
          </a:xfrm>
          <a:prstGeom prst="rect">
            <a:avLst/>
          </a:prstGeom>
          <a:noFill/>
        </p:spPr>
        <p:txBody>
          <a:bodyPr wrap="none" lIns="0" tIns="0" rIns="0" bIns="0" rtlCol="0" anchor="ctr">
            <a:spAutoFit/>
          </a:bodyPr>
          <a:lstStyle/>
          <a:p>
            <a:pPr algn="ctr" defTabSz="1218987"/>
            <a:r>
              <a:rPr lang="en-US" b="1">
                <a:ln/>
                <a:solidFill>
                  <a:prstClr val="white"/>
                </a:solidFill>
                <a:latin typeface="Segoe UI" panose="020B0502040204020203" pitchFamily="34" charset="0"/>
                <a:cs typeface="Segoe UI" panose="020B0502040204020203" pitchFamily="34" charset="0"/>
                <a:sym typeface="NexaBold"/>
                <a:rtl val="0"/>
              </a:rPr>
              <a:t>2027</a:t>
            </a:r>
          </a:p>
        </p:txBody>
      </p:sp>
      <p:sp>
        <p:nvSpPr>
          <p:cNvPr id="170" name="TextBox 169">
            <a:extLst>
              <a:ext uri="{FF2B5EF4-FFF2-40B4-BE49-F238E27FC236}">
                <a16:creationId xmlns:a16="http://schemas.microsoft.com/office/drawing/2014/main" id="{5FA7F1A5-B157-50B2-D759-36B45548A272}"/>
              </a:ext>
            </a:extLst>
          </p:cNvPr>
          <p:cNvSpPr txBox="1"/>
          <p:nvPr/>
        </p:nvSpPr>
        <p:spPr>
          <a:xfrm>
            <a:off x="7849617" y="3936329"/>
            <a:ext cx="532197" cy="276999"/>
          </a:xfrm>
          <a:prstGeom prst="rect">
            <a:avLst/>
          </a:prstGeom>
          <a:noFill/>
        </p:spPr>
        <p:txBody>
          <a:bodyPr wrap="none" lIns="0" tIns="0" rIns="0" bIns="0" rtlCol="0" anchor="ctr">
            <a:spAutoFit/>
          </a:bodyPr>
          <a:lstStyle/>
          <a:p>
            <a:pPr algn="ctr" defTabSz="1218987"/>
            <a:r>
              <a:rPr lang="en-US" b="1">
                <a:ln/>
                <a:solidFill>
                  <a:prstClr val="white"/>
                </a:solidFill>
                <a:latin typeface="Segoe UI" panose="020B0502040204020203" pitchFamily="34" charset="0"/>
                <a:cs typeface="Segoe UI" panose="020B0502040204020203" pitchFamily="34" charset="0"/>
                <a:sym typeface="NexaBold"/>
                <a:rtl val="0"/>
              </a:rPr>
              <a:t>2028</a:t>
            </a:r>
          </a:p>
        </p:txBody>
      </p:sp>
      <p:sp>
        <p:nvSpPr>
          <p:cNvPr id="171" name="TextBox 170">
            <a:extLst>
              <a:ext uri="{FF2B5EF4-FFF2-40B4-BE49-F238E27FC236}">
                <a16:creationId xmlns:a16="http://schemas.microsoft.com/office/drawing/2014/main" id="{BF1A396D-C8E9-AA0A-A3BB-6792566C2D7D}"/>
              </a:ext>
            </a:extLst>
          </p:cNvPr>
          <p:cNvSpPr txBox="1"/>
          <p:nvPr/>
        </p:nvSpPr>
        <p:spPr>
          <a:xfrm>
            <a:off x="9986385" y="3936329"/>
            <a:ext cx="532197" cy="276999"/>
          </a:xfrm>
          <a:prstGeom prst="rect">
            <a:avLst/>
          </a:prstGeom>
          <a:noFill/>
        </p:spPr>
        <p:txBody>
          <a:bodyPr wrap="none" lIns="0" tIns="0" rIns="0" bIns="0" rtlCol="0" anchor="ctr">
            <a:spAutoFit/>
          </a:bodyPr>
          <a:lstStyle/>
          <a:p>
            <a:pPr algn="ctr" defTabSz="1218987"/>
            <a:r>
              <a:rPr lang="en-US" b="1">
                <a:ln/>
                <a:solidFill>
                  <a:prstClr val="white"/>
                </a:solidFill>
                <a:latin typeface="Segoe UI" panose="020B0502040204020203" pitchFamily="34" charset="0"/>
                <a:cs typeface="Segoe UI" panose="020B0502040204020203" pitchFamily="34" charset="0"/>
                <a:sym typeface="NexaBold"/>
                <a:rtl val="0"/>
              </a:rPr>
              <a:t>2029</a:t>
            </a:r>
          </a:p>
        </p:txBody>
      </p:sp>
    </p:spTree>
    <p:extLst>
      <p:ext uri="{BB962C8B-B14F-4D97-AF65-F5344CB8AC3E}">
        <p14:creationId xmlns:p14="http://schemas.microsoft.com/office/powerpoint/2010/main" val="292334589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F062C5D2-CA05-FA69-52C2-D743E7A7FD3B}"/>
              </a:ext>
            </a:extLst>
          </p:cNvPr>
          <p:cNvSpPr>
            <a:spLocks noGrp="1"/>
          </p:cNvSpPr>
          <p:nvPr>
            <p:ph type="title"/>
          </p:nvPr>
        </p:nvSpPr>
        <p:spPr/>
        <p:txBody>
          <a:bodyPr/>
          <a:lstStyle/>
          <a:p>
            <a:r>
              <a:rPr lang="en-US" b="0" i="0">
                <a:solidFill>
                  <a:schemeClr val="tx1">
                    <a:lumMod val="85000"/>
                    <a:lumOff val="15000"/>
                  </a:schemeClr>
                </a:solidFill>
                <a:effectLst/>
              </a:rPr>
              <a:t>Plan Do Check Act Slide Template</a:t>
            </a:r>
            <a:endParaRPr lang="en-US">
              <a:solidFill>
                <a:schemeClr val="tx1">
                  <a:lumMod val="85000"/>
                  <a:lumOff val="15000"/>
                </a:schemeClr>
              </a:solidFill>
            </a:endParaRPr>
          </a:p>
        </p:txBody>
      </p:sp>
      <p:sp>
        <p:nvSpPr>
          <p:cNvPr id="5" name="Freeform: Shape 4">
            <a:extLst>
              <a:ext uri="{FF2B5EF4-FFF2-40B4-BE49-F238E27FC236}">
                <a16:creationId xmlns:a16="http://schemas.microsoft.com/office/drawing/2014/main" id="{A85BB757-09F4-C6E3-C312-B27247E20975}"/>
              </a:ext>
            </a:extLst>
          </p:cNvPr>
          <p:cNvSpPr/>
          <p:nvPr/>
        </p:nvSpPr>
        <p:spPr>
          <a:xfrm>
            <a:off x="4183646" y="3963671"/>
            <a:ext cx="1771361" cy="1771361"/>
          </a:xfrm>
          <a:custGeom>
            <a:avLst/>
            <a:gdLst>
              <a:gd name="connsiteX0" fmla="*/ 1669828 w 2393346"/>
              <a:gd name="connsiteY0" fmla="*/ 0 h 2393346"/>
              <a:gd name="connsiteX1" fmla="*/ 0 w 2393346"/>
              <a:gd name="connsiteY1" fmla="*/ 0 h 2393346"/>
              <a:gd name="connsiteX2" fmla="*/ 2393347 w 2393346"/>
              <a:gd name="connsiteY2" fmla="*/ 2393347 h 2393346"/>
              <a:gd name="connsiteX3" fmla="*/ 2393347 w 2393346"/>
              <a:gd name="connsiteY3" fmla="*/ 723424 h 2393346"/>
              <a:gd name="connsiteX4" fmla="*/ 1669828 w 2393346"/>
              <a:gd name="connsiteY4" fmla="*/ 0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1669828" y="0"/>
                </a:moveTo>
                <a:lnTo>
                  <a:pt x="0" y="0"/>
                </a:lnTo>
                <a:cubicBezTo>
                  <a:pt x="92964" y="1279017"/>
                  <a:pt x="1114330" y="2300383"/>
                  <a:pt x="2393347" y="2393347"/>
                </a:cubicBezTo>
                <a:lnTo>
                  <a:pt x="2393347" y="723424"/>
                </a:lnTo>
                <a:cubicBezTo>
                  <a:pt x="2030635" y="648272"/>
                  <a:pt x="1745075" y="362617"/>
                  <a:pt x="1669828" y="0"/>
                </a:cubicBezTo>
                <a:close/>
              </a:path>
            </a:pathLst>
          </a:custGeom>
          <a:solidFill>
            <a:schemeClr val="accent5"/>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6" name="Freeform: Shape 5">
            <a:extLst>
              <a:ext uri="{FF2B5EF4-FFF2-40B4-BE49-F238E27FC236}">
                <a16:creationId xmlns:a16="http://schemas.microsoft.com/office/drawing/2014/main" id="{5A6B2817-7CC8-AB09-8768-ADA9735B3CEC}"/>
              </a:ext>
            </a:extLst>
          </p:cNvPr>
          <p:cNvSpPr/>
          <p:nvPr/>
        </p:nvSpPr>
        <p:spPr>
          <a:xfrm>
            <a:off x="6236994" y="3963671"/>
            <a:ext cx="1771361" cy="1771291"/>
          </a:xfrm>
          <a:custGeom>
            <a:avLst/>
            <a:gdLst>
              <a:gd name="connsiteX0" fmla="*/ 0 w 2393346"/>
              <a:gd name="connsiteY0" fmla="*/ 723424 h 2393251"/>
              <a:gd name="connsiteX1" fmla="*/ 0 w 2393346"/>
              <a:gd name="connsiteY1" fmla="*/ 2393252 h 2393251"/>
              <a:gd name="connsiteX2" fmla="*/ 2393347 w 2393346"/>
              <a:gd name="connsiteY2" fmla="*/ 0 h 2393251"/>
              <a:gd name="connsiteX3" fmla="*/ 723424 w 2393346"/>
              <a:gd name="connsiteY3" fmla="*/ 0 h 2393251"/>
              <a:gd name="connsiteX4" fmla="*/ 0 w 2393346"/>
              <a:gd name="connsiteY4" fmla="*/ 723424 h 2393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251">
                <a:moveTo>
                  <a:pt x="0" y="723424"/>
                </a:moveTo>
                <a:lnTo>
                  <a:pt x="0" y="2393252"/>
                </a:lnTo>
                <a:cubicBezTo>
                  <a:pt x="1279017" y="2300383"/>
                  <a:pt x="2300383" y="1279017"/>
                  <a:pt x="2393347" y="0"/>
                </a:cubicBezTo>
                <a:lnTo>
                  <a:pt x="723424" y="0"/>
                </a:lnTo>
                <a:cubicBezTo>
                  <a:pt x="648272" y="362617"/>
                  <a:pt x="362617" y="648272"/>
                  <a:pt x="0" y="723424"/>
                </a:cubicBezTo>
                <a:close/>
              </a:path>
            </a:pathLst>
          </a:custGeom>
          <a:solidFill>
            <a:schemeClr val="accent3"/>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7" name="Freeform: Shape 6">
            <a:extLst>
              <a:ext uri="{FF2B5EF4-FFF2-40B4-BE49-F238E27FC236}">
                <a16:creationId xmlns:a16="http://schemas.microsoft.com/office/drawing/2014/main" id="{5DB1CBA9-8E63-09C9-47EE-44AF896B57F9}"/>
              </a:ext>
            </a:extLst>
          </p:cNvPr>
          <p:cNvSpPr/>
          <p:nvPr/>
        </p:nvSpPr>
        <p:spPr>
          <a:xfrm>
            <a:off x="4183646" y="1910324"/>
            <a:ext cx="1771361" cy="1771361"/>
          </a:xfrm>
          <a:custGeom>
            <a:avLst/>
            <a:gdLst>
              <a:gd name="connsiteX0" fmla="*/ 2393347 w 2393346"/>
              <a:gd name="connsiteY0" fmla="*/ 1669828 h 2393346"/>
              <a:gd name="connsiteX1" fmla="*/ 2393347 w 2393346"/>
              <a:gd name="connsiteY1" fmla="*/ 0 h 2393346"/>
              <a:gd name="connsiteX2" fmla="*/ 0 w 2393346"/>
              <a:gd name="connsiteY2" fmla="*/ 2393347 h 2393346"/>
              <a:gd name="connsiteX3" fmla="*/ 1669828 w 2393346"/>
              <a:gd name="connsiteY3" fmla="*/ 2393347 h 2393346"/>
              <a:gd name="connsiteX4" fmla="*/ 2393347 w 2393346"/>
              <a:gd name="connsiteY4" fmla="*/ 1669828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2393347" y="1669828"/>
                </a:moveTo>
                <a:lnTo>
                  <a:pt x="2393347" y="0"/>
                </a:lnTo>
                <a:cubicBezTo>
                  <a:pt x="1114330" y="92964"/>
                  <a:pt x="92964" y="1114330"/>
                  <a:pt x="0" y="2393347"/>
                </a:cubicBezTo>
                <a:lnTo>
                  <a:pt x="1669828" y="2393347"/>
                </a:lnTo>
                <a:cubicBezTo>
                  <a:pt x="1745075" y="2030635"/>
                  <a:pt x="2030635" y="1745075"/>
                  <a:pt x="2393347" y="1669828"/>
                </a:cubicBezTo>
                <a:close/>
              </a:path>
            </a:pathLst>
          </a:custGeom>
          <a:solidFill>
            <a:schemeClr val="accent1"/>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8" name="Freeform: Shape 7">
            <a:extLst>
              <a:ext uri="{FF2B5EF4-FFF2-40B4-BE49-F238E27FC236}">
                <a16:creationId xmlns:a16="http://schemas.microsoft.com/office/drawing/2014/main" id="{4F73DFFA-3897-70D6-4113-59E19CFA7BE2}"/>
              </a:ext>
            </a:extLst>
          </p:cNvPr>
          <p:cNvSpPr/>
          <p:nvPr/>
        </p:nvSpPr>
        <p:spPr>
          <a:xfrm>
            <a:off x="6236993" y="1910324"/>
            <a:ext cx="1771292" cy="1771361"/>
          </a:xfrm>
          <a:custGeom>
            <a:avLst/>
            <a:gdLst>
              <a:gd name="connsiteX0" fmla="*/ 723424 w 2393251"/>
              <a:gd name="connsiteY0" fmla="*/ 2393347 h 2393346"/>
              <a:gd name="connsiteX1" fmla="*/ 2393252 w 2393251"/>
              <a:gd name="connsiteY1" fmla="*/ 2393347 h 2393346"/>
              <a:gd name="connsiteX2" fmla="*/ 0 w 2393251"/>
              <a:gd name="connsiteY2" fmla="*/ 0 h 2393346"/>
              <a:gd name="connsiteX3" fmla="*/ 0 w 2393251"/>
              <a:gd name="connsiteY3" fmla="*/ 1669828 h 2393346"/>
              <a:gd name="connsiteX4" fmla="*/ 723424 w 2393251"/>
              <a:gd name="connsiteY4" fmla="*/ 2393347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251" h="2393346">
                <a:moveTo>
                  <a:pt x="723424" y="2393347"/>
                </a:moveTo>
                <a:lnTo>
                  <a:pt x="2393252" y="2393347"/>
                </a:lnTo>
                <a:cubicBezTo>
                  <a:pt x="2300383" y="1114330"/>
                  <a:pt x="1279017" y="92964"/>
                  <a:pt x="0" y="0"/>
                </a:cubicBezTo>
                <a:lnTo>
                  <a:pt x="0" y="1669828"/>
                </a:lnTo>
                <a:cubicBezTo>
                  <a:pt x="362617" y="1745075"/>
                  <a:pt x="648272" y="2030635"/>
                  <a:pt x="723424" y="2393347"/>
                </a:cubicBezTo>
                <a:close/>
              </a:path>
            </a:pathLst>
          </a:custGeom>
          <a:solidFill>
            <a:schemeClr val="accent2"/>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9" name="Freeform: Shape 8">
            <a:extLst>
              <a:ext uri="{FF2B5EF4-FFF2-40B4-BE49-F238E27FC236}">
                <a16:creationId xmlns:a16="http://schemas.microsoft.com/office/drawing/2014/main" id="{7EF761BA-04BC-2C55-4861-683303537388}"/>
              </a:ext>
            </a:extLst>
          </p:cNvPr>
          <p:cNvSpPr/>
          <p:nvPr/>
        </p:nvSpPr>
        <p:spPr>
          <a:xfrm>
            <a:off x="6236994" y="3963670"/>
            <a:ext cx="1980877" cy="1980876"/>
          </a:xfrm>
          <a:custGeom>
            <a:avLst/>
            <a:gdLst>
              <a:gd name="connsiteX0" fmla="*/ 0 w 2676429"/>
              <a:gd name="connsiteY0" fmla="*/ 2676430 h 2676429"/>
              <a:gd name="connsiteX1" fmla="*/ 2676430 w 2676429"/>
              <a:gd name="connsiteY1" fmla="*/ 0 h 2676429"/>
            </a:gdLst>
            <a:ahLst/>
            <a:cxnLst>
              <a:cxn ang="0">
                <a:pos x="connsiteX0" y="connsiteY0"/>
              </a:cxn>
              <a:cxn ang="0">
                <a:pos x="connsiteX1" y="connsiteY1"/>
              </a:cxn>
            </a:cxnLst>
            <a:rect l="l" t="t" r="r" b="b"/>
            <a:pathLst>
              <a:path w="2676429" h="2676429">
                <a:moveTo>
                  <a:pt x="0" y="2676430"/>
                </a:moveTo>
                <a:cubicBezTo>
                  <a:pt x="1435132" y="2582513"/>
                  <a:pt x="2582513" y="1435132"/>
                  <a:pt x="2676430" y="0"/>
                </a:cubicBezTo>
              </a:path>
            </a:pathLst>
          </a:custGeom>
          <a:noFill/>
          <a:ln w="38100" cap="flat">
            <a:solidFill>
              <a:schemeClr val="accent3">
                <a:lumMod val="60000"/>
                <a:lumOff val="40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0" name="Freeform: Shape 9">
            <a:extLst>
              <a:ext uri="{FF2B5EF4-FFF2-40B4-BE49-F238E27FC236}">
                <a16:creationId xmlns:a16="http://schemas.microsoft.com/office/drawing/2014/main" id="{B3F14008-B814-624B-68EE-72643A2853CE}"/>
              </a:ext>
            </a:extLst>
          </p:cNvPr>
          <p:cNvSpPr/>
          <p:nvPr/>
        </p:nvSpPr>
        <p:spPr>
          <a:xfrm>
            <a:off x="6236994" y="1700808"/>
            <a:ext cx="1980877" cy="1980876"/>
          </a:xfrm>
          <a:custGeom>
            <a:avLst/>
            <a:gdLst>
              <a:gd name="connsiteX0" fmla="*/ 2676430 w 2676429"/>
              <a:gd name="connsiteY0" fmla="*/ 2676430 h 2676429"/>
              <a:gd name="connsiteX1" fmla="*/ 0 w 2676429"/>
              <a:gd name="connsiteY1" fmla="*/ 0 h 2676429"/>
            </a:gdLst>
            <a:ahLst/>
            <a:cxnLst>
              <a:cxn ang="0">
                <a:pos x="connsiteX0" y="connsiteY0"/>
              </a:cxn>
              <a:cxn ang="0">
                <a:pos x="connsiteX1" y="connsiteY1"/>
              </a:cxn>
            </a:cxnLst>
            <a:rect l="l" t="t" r="r" b="b"/>
            <a:pathLst>
              <a:path w="2676429" h="2676429">
                <a:moveTo>
                  <a:pt x="2676430" y="2676430"/>
                </a:moveTo>
                <a:cubicBezTo>
                  <a:pt x="2582513" y="1241298"/>
                  <a:pt x="1435132" y="93917"/>
                  <a:pt x="0" y="0"/>
                </a:cubicBezTo>
              </a:path>
            </a:pathLst>
          </a:custGeom>
          <a:noFill/>
          <a:ln w="38100" cap="flat">
            <a:solidFill>
              <a:schemeClr val="accent2">
                <a:lumMod val="60000"/>
                <a:lumOff val="40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1" name="Freeform: Shape 10">
            <a:extLst>
              <a:ext uri="{FF2B5EF4-FFF2-40B4-BE49-F238E27FC236}">
                <a16:creationId xmlns:a16="http://schemas.microsoft.com/office/drawing/2014/main" id="{08E77ED9-17EA-A0C4-F2D9-14FD7171A9E9}"/>
              </a:ext>
            </a:extLst>
          </p:cNvPr>
          <p:cNvSpPr/>
          <p:nvPr/>
        </p:nvSpPr>
        <p:spPr>
          <a:xfrm>
            <a:off x="3974131" y="3963670"/>
            <a:ext cx="1980877" cy="1980876"/>
          </a:xfrm>
          <a:custGeom>
            <a:avLst/>
            <a:gdLst>
              <a:gd name="connsiteX0" fmla="*/ 0 w 2676429"/>
              <a:gd name="connsiteY0" fmla="*/ 0 h 2676429"/>
              <a:gd name="connsiteX1" fmla="*/ 2676430 w 2676429"/>
              <a:gd name="connsiteY1" fmla="*/ 2676430 h 2676429"/>
            </a:gdLst>
            <a:ahLst/>
            <a:cxnLst>
              <a:cxn ang="0">
                <a:pos x="connsiteX0" y="connsiteY0"/>
              </a:cxn>
              <a:cxn ang="0">
                <a:pos x="connsiteX1" y="connsiteY1"/>
              </a:cxn>
            </a:cxnLst>
            <a:rect l="l" t="t" r="r" b="b"/>
            <a:pathLst>
              <a:path w="2676429" h="2676429">
                <a:moveTo>
                  <a:pt x="0" y="0"/>
                </a:moveTo>
                <a:cubicBezTo>
                  <a:pt x="93917" y="1435132"/>
                  <a:pt x="1241298" y="2582513"/>
                  <a:pt x="2676430" y="2676430"/>
                </a:cubicBezTo>
              </a:path>
            </a:pathLst>
          </a:custGeom>
          <a:noFill/>
          <a:ln w="38100" cap="flat">
            <a:solidFill>
              <a:schemeClr val="accent5">
                <a:lumMod val="60000"/>
                <a:lumOff val="40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2" name="Freeform: Shape 11">
            <a:extLst>
              <a:ext uri="{FF2B5EF4-FFF2-40B4-BE49-F238E27FC236}">
                <a16:creationId xmlns:a16="http://schemas.microsoft.com/office/drawing/2014/main" id="{2AFFE587-B608-131A-5662-E67B7811FEF4}"/>
              </a:ext>
            </a:extLst>
          </p:cNvPr>
          <p:cNvSpPr/>
          <p:nvPr/>
        </p:nvSpPr>
        <p:spPr>
          <a:xfrm>
            <a:off x="3974131" y="1700808"/>
            <a:ext cx="1980877" cy="1980876"/>
          </a:xfrm>
          <a:custGeom>
            <a:avLst/>
            <a:gdLst>
              <a:gd name="connsiteX0" fmla="*/ 2676430 w 2676429"/>
              <a:gd name="connsiteY0" fmla="*/ 0 h 2676429"/>
              <a:gd name="connsiteX1" fmla="*/ 0 w 2676429"/>
              <a:gd name="connsiteY1" fmla="*/ 2676430 h 2676429"/>
            </a:gdLst>
            <a:ahLst/>
            <a:cxnLst>
              <a:cxn ang="0">
                <a:pos x="connsiteX0" y="connsiteY0"/>
              </a:cxn>
              <a:cxn ang="0">
                <a:pos x="connsiteX1" y="connsiteY1"/>
              </a:cxn>
            </a:cxnLst>
            <a:rect l="l" t="t" r="r" b="b"/>
            <a:pathLst>
              <a:path w="2676429" h="2676429">
                <a:moveTo>
                  <a:pt x="2676430" y="0"/>
                </a:moveTo>
                <a:cubicBezTo>
                  <a:pt x="1241298" y="93917"/>
                  <a:pt x="93917" y="1241298"/>
                  <a:pt x="0" y="2676430"/>
                </a:cubicBezTo>
              </a:path>
            </a:pathLst>
          </a:custGeom>
          <a:noFill/>
          <a:ln w="38100" cap="flat">
            <a:solidFill>
              <a:schemeClr val="accent1">
                <a:lumMod val="60000"/>
                <a:lumOff val="40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23" name="TextBox 22">
            <a:extLst>
              <a:ext uri="{FF2B5EF4-FFF2-40B4-BE49-F238E27FC236}">
                <a16:creationId xmlns:a16="http://schemas.microsoft.com/office/drawing/2014/main" id="{C1F9D582-D818-353C-BC4C-D599CF40D13A}"/>
              </a:ext>
            </a:extLst>
          </p:cNvPr>
          <p:cNvSpPr txBox="1"/>
          <p:nvPr/>
        </p:nvSpPr>
        <p:spPr>
          <a:xfrm>
            <a:off x="6587529"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PLAN</a:t>
            </a:r>
          </a:p>
        </p:txBody>
      </p:sp>
      <p:sp>
        <p:nvSpPr>
          <p:cNvPr id="24" name="TextBox 23">
            <a:extLst>
              <a:ext uri="{FF2B5EF4-FFF2-40B4-BE49-F238E27FC236}">
                <a16:creationId xmlns:a16="http://schemas.microsoft.com/office/drawing/2014/main" id="{50E41EE2-9A21-94A4-C4AE-DD8C30A6820C}"/>
              </a:ext>
            </a:extLst>
          </p:cNvPr>
          <p:cNvSpPr txBox="1"/>
          <p:nvPr/>
        </p:nvSpPr>
        <p:spPr>
          <a:xfrm>
            <a:off x="6587529"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DO</a:t>
            </a:r>
          </a:p>
        </p:txBody>
      </p:sp>
      <p:sp>
        <p:nvSpPr>
          <p:cNvPr id="25" name="TextBox 24">
            <a:extLst>
              <a:ext uri="{FF2B5EF4-FFF2-40B4-BE49-F238E27FC236}">
                <a16:creationId xmlns:a16="http://schemas.microsoft.com/office/drawing/2014/main" id="{1C22C495-B004-8B60-15E5-AFE3DF1E2515}"/>
              </a:ext>
            </a:extLst>
          </p:cNvPr>
          <p:cNvSpPr txBox="1"/>
          <p:nvPr/>
        </p:nvSpPr>
        <p:spPr>
          <a:xfrm>
            <a:off x="4754681"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ACT</a:t>
            </a:r>
          </a:p>
        </p:txBody>
      </p:sp>
      <p:sp>
        <p:nvSpPr>
          <p:cNvPr id="26" name="TextBox 25">
            <a:extLst>
              <a:ext uri="{FF2B5EF4-FFF2-40B4-BE49-F238E27FC236}">
                <a16:creationId xmlns:a16="http://schemas.microsoft.com/office/drawing/2014/main" id="{B6E6D96A-D8B7-2FCF-7F5D-F2F98B0E1DAD}"/>
              </a:ext>
            </a:extLst>
          </p:cNvPr>
          <p:cNvSpPr txBox="1"/>
          <p:nvPr/>
        </p:nvSpPr>
        <p:spPr>
          <a:xfrm>
            <a:off x="4754681"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CHECK</a:t>
            </a:r>
          </a:p>
        </p:txBody>
      </p:sp>
      <p:sp>
        <p:nvSpPr>
          <p:cNvPr id="30" name="TextBox 29">
            <a:extLst>
              <a:ext uri="{FF2B5EF4-FFF2-40B4-BE49-F238E27FC236}">
                <a16:creationId xmlns:a16="http://schemas.microsoft.com/office/drawing/2014/main" id="{4B9201CF-527F-1071-C230-3301A28EECC3}"/>
              </a:ext>
            </a:extLst>
          </p:cNvPr>
          <p:cNvSpPr txBox="1"/>
          <p:nvPr/>
        </p:nvSpPr>
        <p:spPr>
          <a:xfrm>
            <a:off x="8575184" y="251778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black">
                    <a:lumMod val="85000"/>
                    <a:lumOff val="1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black">
                  <a:lumMod val="85000"/>
                  <a:lumOff val="15000"/>
                </a:prstClr>
              </a:solidFill>
              <a:latin typeface="Segoe UI"/>
              <a:cs typeface="Arial" panose="020B0604020202020204" pitchFamily="34" charset="0"/>
            </a:endParaRPr>
          </a:p>
        </p:txBody>
      </p:sp>
      <p:sp>
        <p:nvSpPr>
          <p:cNvPr id="31" name="TextBox 30">
            <a:extLst>
              <a:ext uri="{FF2B5EF4-FFF2-40B4-BE49-F238E27FC236}">
                <a16:creationId xmlns:a16="http://schemas.microsoft.com/office/drawing/2014/main" id="{EFF5A980-319A-C277-729D-C71D2E9C8E93}"/>
              </a:ext>
            </a:extLst>
          </p:cNvPr>
          <p:cNvSpPr txBox="1"/>
          <p:nvPr/>
        </p:nvSpPr>
        <p:spPr>
          <a:xfrm>
            <a:off x="8575184" y="529146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black">
                    <a:lumMod val="85000"/>
                    <a:lumOff val="1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black">
                  <a:lumMod val="85000"/>
                  <a:lumOff val="15000"/>
                </a:prstClr>
              </a:solidFill>
              <a:latin typeface="Segoe UI"/>
              <a:cs typeface="Arial" panose="020B0604020202020204" pitchFamily="34" charset="0"/>
            </a:endParaRPr>
          </a:p>
        </p:txBody>
      </p:sp>
      <p:sp>
        <p:nvSpPr>
          <p:cNvPr id="32" name="TextBox 31">
            <a:extLst>
              <a:ext uri="{FF2B5EF4-FFF2-40B4-BE49-F238E27FC236}">
                <a16:creationId xmlns:a16="http://schemas.microsoft.com/office/drawing/2014/main" id="{0FF7DB96-FB26-6B4A-59D9-C757135E45DE}"/>
              </a:ext>
            </a:extLst>
          </p:cNvPr>
          <p:cNvSpPr txBox="1"/>
          <p:nvPr/>
        </p:nvSpPr>
        <p:spPr>
          <a:xfrm>
            <a:off x="1168544" y="251778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black">
                    <a:lumMod val="85000"/>
                    <a:lumOff val="1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black">
                  <a:lumMod val="85000"/>
                  <a:lumOff val="15000"/>
                </a:prstClr>
              </a:solidFill>
              <a:latin typeface="Segoe UI"/>
              <a:cs typeface="Arial" panose="020B0604020202020204" pitchFamily="34" charset="0"/>
            </a:endParaRPr>
          </a:p>
        </p:txBody>
      </p:sp>
      <p:sp>
        <p:nvSpPr>
          <p:cNvPr id="33" name="TextBox 32">
            <a:extLst>
              <a:ext uri="{FF2B5EF4-FFF2-40B4-BE49-F238E27FC236}">
                <a16:creationId xmlns:a16="http://schemas.microsoft.com/office/drawing/2014/main" id="{FF6DE7B6-9C97-2369-A244-6605818512A8}"/>
              </a:ext>
            </a:extLst>
          </p:cNvPr>
          <p:cNvSpPr txBox="1"/>
          <p:nvPr/>
        </p:nvSpPr>
        <p:spPr>
          <a:xfrm>
            <a:off x="1168544" y="529146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black">
                    <a:lumMod val="85000"/>
                    <a:lumOff val="1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black">
                  <a:lumMod val="85000"/>
                  <a:lumOff val="15000"/>
                </a:prstClr>
              </a:solidFill>
              <a:latin typeface="Segoe UI"/>
              <a:cs typeface="Arial" panose="020B0604020202020204" pitchFamily="34" charset="0"/>
            </a:endParaRPr>
          </a:p>
        </p:txBody>
      </p:sp>
      <p:pic>
        <p:nvPicPr>
          <p:cNvPr id="35" name="Graphic 34" descr="Crawl with solid fill">
            <a:extLst>
              <a:ext uri="{FF2B5EF4-FFF2-40B4-BE49-F238E27FC236}">
                <a16:creationId xmlns:a16="http://schemas.microsoft.com/office/drawing/2014/main" id="{D9D696C0-07DC-421F-FD36-E0918941143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2880552" y="1648219"/>
            <a:ext cx="840815" cy="840815"/>
          </a:xfrm>
          <a:prstGeom prst="rect">
            <a:avLst/>
          </a:prstGeom>
        </p:spPr>
      </p:pic>
      <p:pic>
        <p:nvPicPr>
          <p:cNvPr id="37" name="Graphic 36" descr="Flip calendar with solid fill">
            <a:extLst>
              <a:ext uri="{FF2B5EF4-FFF2-40B4-BE49-F238E27FC236}">
                <a16:creationId xmlns:a16="http://schemas.microsoft.com/office/drawing/2014/main" id="{ABA8BFA0-5FCC-13CE-9DF1-BBF7427D899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70636" y="1648219"/>
            <a:ext cx="840815" cy="840815"/>
          </a:xfrm>
          <a:prstGeom prst="rect">
            <a:avLst/>
          </a:prstGeom>
        </p:spPr>
      </p:pic>
      <p:pic>
        <p:nvPicPr>
          <p:cNvPr id="39" name="Graphic 38" descr="Postit Notes with solid fill">
            <a:extLst>
              <a:ext uri="{FF2B5EF4-FFF2-40B4-BE49-F238E27FC236}">
                <a16:creationId xmlns:a16="http://schemas.microsoft.com/office/drawing/2014/main" id="{20084A31-508D-6157-D3DE-F4D7236EC7F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70636" y="4373475"/>
            <a:ext cx="840815" cy="840815"/>
          </a:xfrm>
          <a:prstGeom prst="rect">
            <a:avLst/>
          </a:prstGeom>
        </p:spPr>
      </p:pic>
      <p:pic>
        <p:nvPicPr>
          <p:cNvPr id="41" name="Graphic 40" descr="Good Inventory with solid fill">
            <a:extLst>
              <a:ext uri="{FF2B5EF4-FFF2-40B4-BE49-F238E27FC236}">
                <a16:creationId xmlns:a16="http://schemas.microsoft.com/office/drawing/2014/main" id="{4FFD6596-6396-64DF-8966-ACE75987EB4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880552" y="4373475"/>
            <a:ext cx="840815" cy="840815"/>
          </a:xfrm>
          <a:prstGeom prst="rect">
            <a:avLst/>
          </a:prstGeom>
        </p:spPr>
      </p:pic>
      <p:sp>
        <p:nvSpPr>
          <p:cNvPr id="43" name="Rectangle: Rounded Corners 42">
            <a:extLst>
              <a:ext uri="{FF2B5EF4-FFF2-40B4-BE49-F238E27FC236}">
                <a16:creationId xmlns:a16="http://schemas.microsoft.com/office/drawing/2014/main" id="{4F4F5FA5-0EFE-F237-6F4F-AC0D3D96BDA5}"/>
              </a:ext>
            </a:extLst>
          </p:cNvPr>
          <p:cNvSpPr/>
          <p:nvPr/>
        </p:nvSpPr>
        <p:spPr>
          <a:xfrm>
            <a:off x="4924646" y="3121742"/>
            <a:ext cx="2036542" cy="2036542"/>
          </a:xfrm>
          <a:prstGeom prst="roundRect">
            <a:avLst>
              <a:gd name="adj" fmla="val 34304"/>
            </a:avLst>
          </a:prstGeom>
          <a:solidFill>
            <a:schemeClr val="tx1">
              <a:alpha val="20000"/>
            </a:schemeClr>
          </a:solidFill>
          <a:ln>
            <a:noFill/>
          </a:ln>
          <a:effectLst>
            <a:softEdge rad="342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grpSp>
        <p:nvGrpSpPr>
          <p:cNvPr id="2" name="Group 1">
            <a:extLst>
              <a:ext uri="{FF2B5EF4-FFF2-40B4-BE49-F238E27FC236}">
                <a16:creationId xmlns:a16="http://schemas.microsoft.com/office/drawing/2014/main" id="{E145BCB8-A7AD-EA98-6685-61162E2FA891}"/>
              </a:ext>
            </a:extLst>
          </p:cNvPr>
          <p:cNvGrpSpPr/>
          <p:nvPr/>
        </p:nvGrpSpPr>
        <p:grpSpPr>
          <a:xfrm>
            <a:off x="5325242" y="3088355"/>
            <a:ext cx="1541514" cy="1468644"/>
            <a:chOff x="5323654" y="3088355"/>
            <a:chExt cx="1541514" cy="1468644"/>
          </a:xfrm>
        </p:grpSpPr>
        <p:sp>
          <p:nvSpPr>
            <p:cNvPr id="27" name="Rectangle: Rounded Corners 26">
              <a:extLst>
                <a:ext uri="{FF2B5EF4-FFF2-40B4-BE49-F238E27FC236}">
                  <a16:creationId xmlns:a16="http://schemas.microsoft.com/office/drawing/2014/main" id="{DD0EE80A-8087-9424-E362-4FA8FC519F0E}"/>
                </a:ext>
              </a:extLst>
            </p:cNvPr>
            <p:cNvSpPr/>
            <p:nvPr/>
          </p:nvSpPr>
          <p:spPr>
            <a:xfrm>
              <a:off x="5360089" y="3088355"/>
              <a:ext cx="1468644" cy="1468644"/>
            </a:xfrm>
            <a:prstGeom prst="roundRect">
              <a:avLst>
                <a:gd name="adj" fmla="val 34304"/>
              </a:avLst>
            </a:prstGeom>
            <a:solidFill>
              <a:schemeClr val="bg1"/>
            </a:solid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sp>
          <p:nvSpPr>
            <p:cNvPr id="21" name="TextBox 20">
              <a:extLst>
                <a:ext uri="{FF2B5EF4-FFF2-40B4-BE49-F238E27FC236}">
                  <a16:creationId xmlns:a16="http://schemas.microsoft.com/office/drawing/2014/main" id="{B49A09E6-E17F-C0CB-9517-B25296D04DDB}"/>
                </a:ext>
              </a:extLst>
            </p:cNvPr>
            <p:cNvSpPr txBox="1"/>
            <p:nvPr/>
          </p:nvSpPr>
          <p:spPr>
            <a:xfrm>
              <a:off x="5323654" y="3379155"/>
              <a:ext cx="1541514" cy="887045"/>
            </a:xfrm>
            <a:prstGeom prst="rect">
              <a:avLst/>
            </a:prstGeom>
            <a:noFill/>
          </p:spPr>
          <p:txBody>
            <a:bodyPr wrap="square" lIns="0" tIns="0" rIns="0" bIns="0" rtlCol="0" anchor="ctr">
              <a:noAutofit/>
            </a:bodyPr>
            <a:lstStyle/>
            <a:p>
              <a:pPr algn="ctr" defTabSz="1218987"/>
              <a:r>
                <a:rPr lang="en-US" sz="3600" b="1">
                  <a:solidFill>
                    <a:prstClr val="black">
                      <a:lumMod val="50000"/>
                      <a:lumOff val="50000"/>
                    </a:prstClr>
                  </a:solidFill>
                  <a:latin typeface="Segoe UI"/>
                </a:rPr>
                <a:t>PDCA</a:t>
              </a:r>
            </a:p>
          </p:txBody>
        </p:sp>
      </p:grpSp>
    </p:spTree>
    <p:extLst>
      <p:ext uri="{BB962C8B-B14F-4D97-AF65-F5344CB8AC3E}">
        <p14:creationId xmlns:p14="http://schemas.microsoft.com/office/powerpoint/2010/main" val="199221931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F062C5D2-CA05-FA69-52C2-D743E7A7FD3B}"/>
              </a:ext>
            </a:extLst>
          </p:cNvPr>
          <p:cNvSpPr>
            <a:spLocks noGrp="1"/>
          </p:cNvSpPr>
          <p:nvPr>
            <p:ph type="title"/>
          </p:nvPr>
        </p:nvSpPr>
        <p:spPr/>
        <p:txBody>
          <a:bodyPr/>
          <a:lstStyle/>
          <a:p>
            <a:r>
              <a:rPr lang="en-US" b="0" i="0">
                <a:solidFill>
                  <a:schemeClr val="tx1">
                    <a:lumMod val="85000"/>
                    <a:lumOff val="15000"/>
                  </a:schemeClr>
                </a:solidFill>
                <a:effectLst/>
              </a:rPr>
              <a:t>Plan Do Check Act Slide Template</a:t>
            </a:r>
            <a:endParaRPr lang="en-US">
              <a:solidFill>
                <a:schemeClr val="tx1">
                  <a:lumMod val="85000"/>
                  <a:lumOff val="15000"/>
                </a:schemeClr>
              </a:solidFill>
            </a:endParaRPr>
          </a:p>
        </p:txBody>
      </p:sp>
      <p:sp>
        <p:nvSpPr>
          <p:cNvPr id="5" name="Freeform: Shape 4">
            <a:extLst>
              <a:ext uri="{FF2B5EF4-FFF2-40B4-BE49-F238E27FC236}">
                <a16:creationId xmlns:a16="http://schemas.microsoft.com/office/drawing/2014/main" id="{A85BB757-09F4-C6E3-C312-B27247E20975}"/>
              </a:ext>
            </a:extLst>
          </p:cNvPr>
          <p:cNvSpPr/>
          <p:nvPr/>
        </p:nvSpPr>
        <p:spPr>
          <a:xfrm>
            <a:off x="4183646" y="3963671"/>
            <a:ext cx="1771361" cy="1771361"/>
          </a:xfrm>
          <a:custGeom>
            <a:avLst/>
            <a:gdLst>
              <a:gd name="connsiteX0" fmla="*/ 1669828 w 2393346"/>
              <a:gd name="connsiteY0" fmla="*/ 0 h 2393346"/>
              <a:gd name="connsiteX1" fmla="*/ 0 w 2393346"/>
              <a:gd name="connsiteY1" fmla="*/ 0 h 2393346"/>
              <a:gd name="connsiteX2" fmla="*/ 2393347 w 2393346"/>
              <a:gd name="connsiteY2" fmla="*/ 2393347 h 2393346"/>
              <a:gd name="connsiteX3" fmla="*/ 2393347 w 2393346"/>
              <a:gd name="connsiteY3" fmla="*/ 723424 h 2393346"/>
              <a:gd name="connsiteX4" fmla="*/ 1669828 w 2393346"/>
              <a:gd name="connsiteY4" fmla="*/ 0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1669828" y="0"/>
                </a:moveTo>
                <a:lnTo>
                  <a:pt x="0" y="0"/>
                </a:lnTo>
                <a:cubicBezTo>
                  <a:pt x="92964" y="1279017"/>
                  <a:pt x="1114330" y="2300383"/>
                  <a:pt x="2393347" y="2393347"/>
                </a:cubicBezTo>
                <a:lnTo>
                  <a:pt x="2393347" y="723424"/>
                </a:lnTo>
                <a:cubicBezTo>
                  <a:pt x="2030635" y="648272"/>
                  <a:pt x="1745075" y="362617"/>
                  <a:pt x="1669828" y="0"/>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6" name="Freeform: Shape 5">
            <a:extLst>
              <a:ext uri="{FF2B5EF4-FFF2-40B4-BE49-F238E27FC236}">
                <a16:creationId xmlns:a16="http://schemas.microsoft.com/office/drawing/2014/main" id="{5A6B2817-7CC8-AB09-8768-ADA9735B3CEC}"/>
              </a:ext>
            </a:extLst>
          </p:cNvPr>
          <p:cNvSpPr/>
          <p:nvPr/>
        </p:nvSpPr>
        <p:spPr>
          <a:xfrm>
            <a:off x="6236994" y="3963671"/>
            <a:ext cx="1771361" cy="1771291"/>
          </a:xfrm>
          <a:custGeom>
            <a:avLst/>
            <a:gdLst>
              <a:gd name="connsiteX0" fmla="*/ 0 w 2393346"/>
              <a:gd name="connsiteY0" fmla="*/ 723424 h 2393251"/>
              <a:gd name="connsiteX1" fmla="*/ 0 w 2393346"/>
              <a:gd name="connsiteY1" fmla="*/ 2393252 h 2393251"/>
              <a:gd name="connsiteX2" fmla="*/ 2393347 w 2393346"/>
              <a:gd name="connsiteY2" fmla="*/ 0 h 2393251"/>
              <a:gd name="connsiteX3" fmla="*/ 723424 w 2393346"/>
              <a:gd name="connsiteY3" fmla="*/ 0 h 2393251"/>
              <a:gd name="connsiteX4" fmla="*/ 0 w 2393346"/>
              <a:gd name="connsiteY4" fmla="*/ 723424 h 2393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251">
                <a:moveTo>
                  <a:pt x="0" y="723424"/>
                </a:moveTo>
                <a:lnTo>
                  <a:pt x="0" y="2393252"/>
                </a:lnTo>
                <a:cubicBezTo>
                  <a:pt x="1279017" y="2300383"/>
                  <a:pt x="2300383" y="1279017"/>
                  <a:pt x="2393347" y="0"/>
                </a:cubicBezTo>
                <a:lnTo>
                  <a:pt x="723424" y="0"/>
                </a:lnTo>
                <a:cubicBezTo>
                  <a:pt x="648272" y="362617"/>
                  <a:pt x="362617" y="648272"/>
                  <a:pt x="0" y="723424"/>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7" name="Freeform: Shape 6">
            <a:extLst>
              <a:ext uri="{FF2B5EF4-FFF2-40B4-BE49-F238E27FC236}">
                <a16:creationId xmlns:a16="http://schemas.microsoft.com/office/drawing/2014/main" id="{5DB1CBA9-8E63-09C9-47EE-44AF896B57F9}"/>
              </a:ext>
            </a:extLst>
          </p:cNvPr>
          <p:cNvSpPr/>
          <p:nvPr/>
        </p:nvSpPr>
        <p:spPr>
          <a:xfrm>
            <a:off x="4183646" y="1910324"/>
            <a:ext cx="1771361" cy="1771361"/>
          </a:xfrm>
          <a:custGeom>
            <a:avLst/>
            <a:gdLst>
              <a:gd name="connsiteX0" fmla="*/ 2393347 w 2393346"/>
              <a:gd name="connsiteY0" fmla="*/ 1669828 h 2393346"/>
              <a:gd name="connsiteX1" fmla="*/ 2393347 w 2393346"/>
              <a:gd name="connsiteY1" fmla="*/ 0 h 2393346"/>
              <a:gd name="connsiteX2" fmla="*/ 0 w 2393346"/>
              <a:gd name="connsiteY2" fmla="*/ 2393347 h 2393346"/>
              <a:gd name="connsiteX3" fmla="*/ 1669828 w 2393346"/>
              <a:gd name="connsiteY3" fmla="*/ 2393347 h 2393346"/>
              <a:gd name="connsiteX4" fmla="*/ 2393347 w 2393346"/>
              <a:gd name="connsiteY4" fmla="*/ 1669828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2393347" y="1669828"/>
                </a:moveTo>
                <a:lnTo>
                  <a:pt x="2393347" y="0"/>
                </a:lnTo>
                <a:cubicBezTo>
                  <a:pt x="1114330" y="92964"/>
                  <a:pt x="92964" y="1114330"/>
                  <a:pt x="0" y="2393347"/>
                </a:cubicBezTo>
                <a:lnTo>
                  <a:pt x="1669828" y="2393347"/>
                </a:lnTo>
                <a:cubicBezTo>
                  <a:pt x="1745075" y="2030635"/>
                  <a:pt x="2030635" y="1745075"/>
                  <a:pt x="2393347" y="1669828"/>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8" name="Freeform: Shape 7">
            <a:extLst>
              <a:ext uri="{FF2B5EF4-FFF2-40B4-BE49-F238E27FC236}">
                <a16:creationId xmlns:a16="http://schemas.microsoft.com/office/drawing/2014/main" id="{4F73DFFA-3897-70D6-4113-59E19CFA7BE2}"/>
              </a:ext>
            </a:extLst>
          </p:cNvPr>
          <p:cNvSpPr/>
          <p:nvPr/>
        </p:nvSpPr>
        <p:spPr>
          <a:xfrm>
            <a:off x="6236993" y="1910324"/>
            <a:ext cx="1771292" cy="1771361"/>
          </a:xfrm>
          <a:custGeom>
            <a:avLst/>
            <a:gdLst>
              <a:gd name="connsiteX0" fmla="*/ 723424 w 2393251"/>
              <a:gd name="connsiteY0" fmla="*/ 2393347 h 2393346"/>
              <a:gd name="connsiteX1" fmla="*/ 2393252 w 2393251"/>
              <a:gd name="connsiteY1" fmla="*/ 2393347 h 2393346"/>
              <a:gd name="connsiteX2" fmla="*/ 0 w 2393251"/>
              <a:gd name="connsiteY2" fmla="*/ 0 h 2393346"/>
              <a:gd name="connsiteX3" fmla="*/ 0 w 2393251"/>
              <a:gd name="connsiteY3" fmla="*/ 1669828 h 2393346"/>
              <a:gd name="connsiteX4" fmla="*/ 723424 w 2393251"/>
              <a:gd name="connsiteY4" fmla="*/ 2393347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251" h="2393346">
                <a:moveTo>
                  <a:pt x="723424" y="2393347"/>
                </a:moveTo>
                <a:lnTo>
                  <a:pt x="2393252" y="2393347"/>
                </a:lnTo>
                <a:cubicBezTo>
                  <a:pt x="2300383" y="1114330"/>
                  <a:pt x="1279017" y="92964"/>
                  <a:pt x="0" y="0"/>
                </a:cubicBezTo>
                <a:lnTo>
                  <a:pt x="0" y="1669828"/>
                </a:lnTo>
                <a:cubicBezTo>
                  <a:pt x="362617" y="1745075"/>
                  <a:pt x="648272" y="2030635"/>
                  <a:pt x="723424" y="2393347"/>
                </a:cubicBezTo>
                <a:close/>
              </a:path>
            </a:pathLst>
          </a:custGeom>
          <a:solidFill>
            <a:schemeClr val="accent2"/>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9" name="Freeform: Shape 8">
            <a:extLst>
              <a:ext uri="{FF2B5EF4-FFF2-40B4-BE49-F238E27FC236}">
                <a16:creationId xmlns:a16="http://schemas.microsoft.com/office/drawing/2014/main" id="{7EF761BA-04BC-2C55-4861-683303537388}"/>
              </a:ext>
            </a:extLst>
          </p:cNvPr>
          <p:cNvSpPr/>
          <p:nvPr/>
        </p:nvSpPr>
        <p:spPr>
          <a:xfrm>
            <a:off x="6236994" y="3963670"/>
            <a:ext cx="1980877" cy="1980876"/>
          </a:xfrm>
          <a:custGeom>
            <a:avLst/>
            <a:gdLst>
              <a:gd name="connsiteX0" fmla="*/ 0 w 2676429"/>
              <a:gd name="connsiteY0" fmla="*/ 2676430 h 2676429"/>
              <a:gd name="connsiteX1" fmla="*/ 2676430 w 2676429"/>
              <a:gd name="connsiteY1" fmla="*/ 0 h 2676429"/>
            </a:gdLst>
            <a:ahLst/>
            <a:cxnLst>
              <a:cxn ang="0">
                <a:pos x="connsiteX0" y="connsiteY0"/>
              </a:cxn>
              <a:cxn ang="0">
                <a:pos x="connsiteX1" y="connsiteY1"/>
              </a:cxn>
            </a:cxnLst>
            <a:rect l="l" t="t" r="r" b="b"/>
            <a:pathLst>
              <a:path w="2676429" h="2676429">
                <a:moveTo>
                  <a:pt x="0" y="2676430"/>
                </a:moveTo>
                <a:cubicBezTo>
                  <a:pt x="1435132" y="2582513"/>
                  <a:pt x="2582513" y="1435132"/>
                  <a:pt x="2676430" y="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0" name="Freeform: Shape 9">
            <a:extLst>
              <a:ext uri="{FF2B5EF4-FFF2-40B4-BE49-F238E27FC236}">
                <a16:creationId xmlns:a16="http://schemas.microsoft.com/office/drawing/2014/main" id="{B3F14008-B814-624B-68EE-72643A2853CE}"/>
              </a:ext>
            </a:extLst>
          </p:cNvPr>
          <p:cNvSpPr/>
          <p:nvPr/>
        </p:nvSpPr>
        <p:spPr>
          <a:xfrm>
            <a:off x="6236994" y="1700808"/>
            <a:ext cx="1980877" cy="1980876"/>
          </a:xfrm>
          <a:custGeom>
            <a:avLst/>
            <a:gdLst>
              <a:gd name="connsiteX0" fmla="*/ 2676430 w 2676429"/>
              <a:gd name="connsiteY0" fmla="*/ 2676430 h 2676429"/>
              <a:gd name="connsiteX1" fmla="*/ 0 w 2676429"/>
              <a:gd name="connsiteY1" fmla="*/ 0 h 2676429"/>
            </a:gdLst>
            <a:ahLst/>
            <a:cxnLst>
              <a:cxn ang="0">
                <a:pos x="connsiteX0" y="connsiteY0"/>
              </a:cxn>
              <a:cxn ang="0">
                <a:pos x="connsiteX1" y="connsiteY1"/>
              </a:cxn>
            </a:cxnLst>
            <a:rect l="l" t="t" r="r" b="b"/>
            <a:pathLst>
              <a:path w="2676429" h="2676429">
                <a:moveTo>
                  <a:pt x="2676430" y="2676430"/>
                </a:moveTo>
                <a:cubicBezTo>
                  <a:pt x="2582513" y="1241298"/>
                  <a:pt x="1435132" y="93917"/>
                  <a:pt x="0" y="0"/>
                </a:cubicBezTo>
              </a:path>
            </a:pathLst>
          </a:custGeom>
          <a:noFill/>
          <a:ln w="38100" cap="flat">
            <a:solidFill>
              <a:schemeClr val="accent2">
                <a:lumMod val="60000"/>
                <a:lumOff val="40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1" name="Freeform: Shape 10">
            <a:extLst>
              <a:ext uri="{FF2B5EF4-FFF2-40B4-BE49-F238E27FC236}">
                <a16:creationId xmlns:a16="http://schemas.microsoft.com/office/drawing/2014/main" id="{08E77ED9-17EA-A0C4-F2D9-14FD7171A9E9}"/>
              </a:ext>
            </a:extLst>
          </p:cNvPr>
          <p:cNvSpPr/>
          <p:nvPr/>
        </p:nvSpPr>
        <p:spPr>
          <a:xfrm>
            <a:off x="3974131" y="3963670"/>
            <a:ext cx="1980877" cy="1980876"/>
          </a:xfrm>
          <a:custGeom>
            <a:avLst/>
            <a:gdLst>
              <a:gd name="connsiteX0" fmla="*/ 0 w 2676429"/>
              <a:gd name="connsiteY0" fmla="*/ 0 h 2676429"/>
              <a:gd name="connsiteX1" fmla="*/ 2676430 w 2676429"/>
              <a:gd name="connsiteY1" fmla="*/ 2676430 h 2676429"/>
            </a:gdLst>
            <a:ahLst/>
            <a:cxnLst>
              <a:cxn ang="0">
                <a:pos x="connsiteX0" y="connsiteY0"/>
              </a:cxn>
              <a:cxn ang="0">
                <a:pos x="connsiteX1" y="connsiteY1"/>
              </a:cxn>
            </a:cxnLst>
            <a:rect l="l" t="t" r="r" b="b"/>
            <a:pathLst>
              <a:path w="2676429" h="2676429">
                <a:moveTo>
                  <a:pt x="0" y="0"/>
                </a:moveTo>
                <a:cubicBezTo>
                  <a:pt x="93917" y="1435132"/>
                  <a:pt x="1241298" y="2582513"/>
                  <a:pt x="2676430" y="267643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2" name="Freeform: Shape 11">
            <a:extLst>
              <a:ext uri="{FF2B5EF4-FFF2-40B4-BE49-F238E27FC236}">
                <a16:creationId xmlns:a16="http://schemas.microsoft.com/office/drawing/2014/main" id="{2AFFE587-B608-131A-5662-E67B7811FEF4}"/>
              </a:ext>
            </a:extLst>
          </p:cNvPr>
          <p:cNvSpPr/>
          <p:nvPr/>
        </p:nvSpPr>
        <p:spPr>
          <a:xfrm>
            <a:off x="3974131" y="1700808"/>
            <a:ext cx="1980877" cy="1980876"/>
          </a:xfrm>
          <a:custGeom>
            <a:avLst/>
            <a:gdLst>
              <a:gd name="connsiteX0" fmla="*/ 2676430 w 2676429"/>
              <a:gd name="connsiteY0" fmla="*/ 0 h 2676429"/>
              <a:gd name="connsiteX1" fmla="*/ 0 w 2676429"/>
              <a:gd name="connsiteY1" fmla="*/ 2676430 h 2676429"/>
            </a:gdLst>
            <a:ahLst/>
            <a:cxnLst>
              <a:cxn ang="0">
                <a:pos x="connsiteX0" y="connsiteY0"/>
              </a:cxn>
              <a:cxn ang="0">
                <a:pos x="connsiteX1" y="connsiteY1"/>
              </a:cxn>
            </a:cxnLst>
            <a:rect l="l" t="t" r="r" b="b"/>
            <a:pathLst>
              <a:path w="2676429" h="2676429">
                <a:moveTo>
                  <a:pt x="2676430" y="0"/>
                </a:moveTo>
                <a:cubicBezTo>
                  <a:pt x="1241298" y="93917"/>
                  <a:pt x="93917" y="1241298"/>
                  <a:pt x="0" y="267643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23" name="TextBox 22">
            <a:extLst>
              <a:ext uri="{FF2B5EF4-FFF2-40B4-BE49-F238E27FC236}">
                <a16:creationId xmlns:a16="http://schemas.microsoft.com/office/drawing/2014/main" id="{C1F9D582-D818-353C-BC4C-D599CF40D13A}"/>
              </a:ext>
            </a:extLst>
          </p:cNvPr>
          <p:cNvSpPr txBox="1"/>
          <p:nvPr/>
        </p:nvSpPr>
        <p:spPr>
          <a:xfrm>
            <a:off x="6587529"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PLAN</a:t>
            </a:r>
          </a:p>
        </p:txBody>
      </p:sp>
      <p:sp>
        <p:nvSpPr>
          <p:cNvPr id="24" name="TextBox 23">
            <a:extLst>
              <a:ext uri="{FF2B5EF4-FFF2-40B4-BE49-F238E27FC236}">
                <a16:creationId xmlns:a16="http://schemas.microsoft.com/office/drawing/2014/main" id="{50E41EE2-9A21-94A4-C4AE-DD8C30A6820C}"/>
              </a:ext>
            </a:extLst>
          </p:cNvPr>
          <p:cNvSpPr txBox="1"/>
          <p:nvPr/>
        </p:nvSpPr>
        <p:spPr>
          <a:xfrm>
            <a:off x="6587529"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DO</a:t>
            </a:r>
          </a:p>
        </p:txBody>
      </p:sp>
      <p:sp>
        <p:nvSpPr>
          <p:cNvPr id="25" name="TextBox 24">
            <a:extLst>
              <a:ext uri="{FF2B5EF4-FFF2-40B4-BE49-F238E27FC236}">
                <a16:creationId xmlns:a16="http://schemas.microsoft.com/office/drawing/2014/main" id="{1C22C495-B004-8B60-15E5-AFE3DF1E2515}"/>
              </a:ext>
            </a:extLst>
          </p:cNvPr>
          <p:cNvSpPr txBox="1"/>
          <p:nvPr/>
        </p:nvSpPr>
        <p:spPr>
          <a:xfrm>
            <a:off x="4754681"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ACT</a:t>
            </a:r>
          </a:p>
        </p:txBody>
      </p:sp>
      <p:sp>
        <p:nvSpPr>
          <p:cNvPr id="30" name="TextBox 29">
            <a:extLst>
              <a:ext uri="{FF2B5EF4-FFF2-40B4-BE49-F238E27FC236}">
                <a16:creationId xmlns:a16="http://schemas.microsoft.com/office/drawing/2014/main" id="{4B9201CF-527F-1071-C230-3301A28EECC3}"/>
              </a:ext>
            </a:extLst>
          </p:cNvPr>
          <p:cNvSpPr txBox="1"/>
          <p:nvPr/>
        </p:nvSpPr>
        <p:spPr>
          <a:xfrm>
            <a:off x="8575184" y="251778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black">
                    <a:lumMod val="85000"/>
                    <a:lumOff val="1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black">
                  <a:lumMod val="85000"/>
                  <a:lumOff val="15000"/>
                </a:prstClr>
              </a:solidFill>
              <a:latin typeface="Segoe UI"/>
              <a:cs typeface="Arial" panose="020B0604020202020204" pitchFamily="34" charset="0"/>
            </a:endParaRPr>
          </a:p>
        </p:txBody>
      </p:sp>
      <p:sp>
        <p:nvSpPr>
          <p:cNvPr id="31" name="TextBox 30">
            <a:extLst>
              <a:ext uri="{FF2B5EF4-FFF2-40B4-BE49-F238E27FC236}">
                <a16:creationId xmlns:a16="http://schemas.microsoft.com/office/drawing/2014/main" id="{EFF5A980-319A-C277-729D-C71D2E9C8E93}"/>
              </a:ext>
            </a:extLst>
          </p:cNvPr>
          <p:cNvSpPr txBox="1"/>
          <p:nvPr/>
        </p:nvSpPr>
        <p:spPr>
          <a:xfrm>
            <a:off x="8575184" y="529146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sp>
        <p:nvSpPr>
          <p:cNvPr id="32" name="TextBox 31">
            <a:extLst>
              <a:ext uri="{FF2B5EF4-FFF2-40B4-BE49-F238E27FC236}">
                <a16:creationId xmlns:a16="http://schemas.microsoft.com/office/drawing/2014/main" id="{0FF7DB96-FB26-6B4A-59D9-C757135E45DE}"/>
              </a:ext>
            </a:extLst>
          </p:cNvPr>
          <p:cNvSpPr txBox="1"/>
          <p:nvPr/>
        </p:nvSpPr>
        <p:spPr>
          <a:xfrm>
            <a:off x="1168544" y="251778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sp>
        <p:nvSpPr>
          <p:cNvPr id="33" name="TextBox 32">
            <a:extLst>
              <a:ext uri="{FF2B5EF4-FFF2-40B4-BE49-F238E27FC236}">
                <a16:creationId xmlns:a16="http://schemas.microsoft.com/office/drawing/2014/main" id="{FF6DE7B6-9C97-2369-A244-6605818512A8}"/>
              </a:ext>
            </a:extLst>
          </p:cNvPr>
          <p:cNvSpPr txBox="1"/>
          <p:nvPr/>
        </p:nvSpPr>
        <p:spPr>
          <a:xfrm>
            <a:off x="1168544" y="529146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pic>
        <p:nvPicPr>
          <p:cNvPr id="37" name="Graphic 36" descr="Flip calendar with solid fill">
            <a:extLst>
              <a:ext uri="{FF2B5EF4-FFF2-40B4-BE49-F238E27FC236}">
                <a16:creationId xmlns:a16="http://schemas.microsoft.com/office/drawing/2014/main" id="{ABA8BFA0-5FCC-13CE-9DF1-BBF7427D89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470636" y="1648219"/>
            <a:ext cx="840815" cy="840815"/>
          </a:xfrm>
          <a:prstGeom prst="rect">
            <a:avLst/>
          </a:prstGeom>
        </p:spPr>
      </p:pic>
      <p:pic>
        <p:nvPicPr>
          <p:cNvPr id="39" name="Graphic 38" descr="Postit Notes with solid fill">
            <a:extLst>
              <a:ext uri="{FF2B5EF4-FFF2-40B4-BE49-F238E27FC236}">
                <a16:creationId xmlns:a16="http://schemas.microsoft.com/office/drawing/2014/main" id="{20084A31-508D-6157-D3DE-F4D7236EC7F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70636" y="4373475"/>
            <a:ext cx="840815" cy="840815"/>
          </a:xfrm>
          <a:prstGeom prst="rect">
            <a:avLst/>
          </a:prstGeom>
        </p:spPr>
      </p:pic>
      <p:pic>
        <p:nvPicPr>
          <p:cNvPr id="41" name="Graphic 40" descr="Good Inventory with solid fill">
            <a:extLst>
              <a:ext uri="{FF2B5EF4-FFF2-40B4-BE49-F238E27FC236}">
                <a16:creationId xmlns:a16="http://schemas.microsoft.com/office/drawing/2014/main" id="{4FFD6596-6396-64DF-8966-ACE75987EB4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880552" y="4373475"/>
            <a:ext cx="840815" cy="840815"/>
          </a:xfrm>
          <a:prstGeom prst="rect">
            <a:avLst/>
          </a:prstGeom>
        </p:spPr>
      </p:pic>
      <p:sp>
        <p:nvSpPr>
          <p:cNvPr id="43" name="Rectangle: Rounded Corners 42">
            <a:extLst>
              <a:ext uri="{FF2B5EF4-FFF2-40B4-BE49-F238E27FC236}">
                <a16:creationId xmlns:a16="http://schemas.microsoft.com/office/drawing/2014/main" id="{4F4F5FA5-0EFE-F237-6F4F-AC0D3D96BDA5}"/>
              </a:ext>
            </a:extLst>
          </p:cNvPr>
          <p:cNvSpPr/>
          <p:nvPr/>
        </p:nvSpPr>
        <p:spPr>
          <a:xfrm>
            <a:off x="4924646" y="3121742"/>
            <a:ext cx="2036542" cy="2036542"/>
          </a:xfrm>
          <a:prstGeom prst="roundRect">
            <a:avLst>
              <a:gd name="adj" fmla="val 34304"/>
            </a:avLst>
          </a:prstGeom>
          <a:solidFill>
            <a:schemeClr val="tx1">
              <a:alpha val="20000"/>
            </a:schemeClr>
          </a:solidFill>
          <a:ln>
            <a:noFill/>
          </a:ln>
          <a:effectLst>
            <a:softEdge rad="342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grpSp>
        <p:nvGrpSpPr>
          <p:cNvPr id="2" name="Group 1">
            <a:extLst>
              <a:ext uri="{FF2B5EF4-FFF2-40B4-BE49-F238E27FC236}">
                <a16:creationId xmlns:a16="http://schemas.microsoft.com/office/drawing/2014/main" id="{318C0C37-2A55-1F4A-6102-D4D1122B448E}"/>
              </a:ext>
            </a:extLst>
          </p:cNvPr>
          <p:cNvGrpSpPr/>
          <p:nvPr/>
        </p:nvGrpSpPr>
        <p:grpSpPr>
          <a:xfrm>
            <a:off x="5325242" y="3088355"/>
            <a:ext cx="1541514" cy="1468644"/>
            <a:chOff x="5323654" y="3088355"/>
            <a:chExt cx="1541514" cy="1468644"/>
          </a:xfrm>
        </p:grpSpPr>
        <p:sp>
          <p:nvSpPr>
            <p:cNvPr id="3" name="Rectangle: Rounded Corners 2">
              <a:extLst>
                <a:ext uri="{FF2B5EF4-FFF2-40B4-BE49-F238E27FC236}">
                  <a16:creationId xmlns:a16="http://schemas.microsoft.com/office/drawing/2014/main" id="{18375F8F-7959-631C-89C4-97FBA3F20121}"/>
                </a:ext>
              </a:extLst>
            </p:cNvPr>
            <p:cNvSpPr/>
            <p:nvPr/>
          </p:nvSpPr>
          <p:spPr>
            <a:xfrm>
              <a:off x="5360089" y="3088355"/>
              <a:ext cx="1468644" cy="1468644"/>
            </a:xfrm>
            <a:prstGeom prst="roundRect">
              <a:avLst>
                <a:gd name="adj" fmla="val 34304"/>
              </a:avLst>
            </a:prstGeom>
            <a:solidFill>
              <a:schemeClr val="bg1"/>
            </a:solid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sp>
          <p:nvSpPr>
            <p:cNvPr id="4" name="TextBox 3">
              <a:extLst>
                <a:ext uri="{FF2B5EF4-FFF2-40B4-BE49-F238E27FC236}">
                  <a16:creationId xmlns:a16="http://schemas.microsoft.com/office/drawing/2014/main" id="{DBC0B7D4-2EFF-24F4-1ACF-0BB42CAEDE06}"/>
                </a:ext>
              </a:extLst>
            </p:cNvPr>
            <p:cNvSpPr txBox="1"/>
            <p:nvPr/>
          </p:nvSpPr>
          <p:spPr>
            <a:xfrm>
              <a:off x="5323654" y="3379155"/>
              <a:ext cx="1541514" cy="887045"/>
            </a:xfrm>
            <a:prstGeom prst="rect">
              <a:avLst/>
            </a:prstGeom>
            <a:noFill/>
          </p:spPr>
          <p:txBody>
            <a:bodyPr wrap="square" lIns="0" tIns="0" rIns="0" bIns="0" rtlCol="0" anchor="ctr">
              <a:noAutofit/>
            </a:bodyPr>
            <a:lstStyle/>
            <a:p>
              <a:pPr algn="ctr" defTabSz="1218987"/>
              <a:r>
                <a:rPr lang="en-US" sz="3600" b="1">
                  <a:solidFill>
                    <a:prstClr val="black">
                      <a:lumMod val="50000"/>
                      <a:lumOff val="50000"/>
                    </a:prstClr>
                  </a:solidFill>
                  <a:latin typeface="Segoe UI"/>
                </a:rPr>
                <a:t>PDCA</a:t>
              </a:r>
            </a:p>
          </p:txBody>
        </p:sp>
      </p:grpSp>
      <p:sp>
        <p:nvSpPr>
          <p:cNvPr id="26" name="TextBox 25">
            <a:extLst>
              <a:ext uri="{FF2B5EF4-FFF2-40B4-BE49-F238E27FC236}">
                <a16:creationId xmlns:a16="http://schemas.microsoft.com/office/drawing/2014/main" id="{B6E6D96A-D8B7-2FCF-7F5D-F2F98B0E1DAD}"/>
              </a:ext>
            </a:extLst>
          </p:cNvPr>
          <p:cNvSpPr txBox="1"/>
          <p:nvPr/>
        </p:nvSpPr>
        <p:spPr>
          <a:xfrm>
            <a:off x="4754681"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CHECK</a:t>
            </a:r>
          </a:p>
        </p:txBody>
      </p:sp>
      <p:pic>
        <p:nvPicPr>
          <p:cNvPr id="13" name="Graphic 12" descr="Crawl with solid fill">
            <a:extLst>
              <a:ext uri="{FF2B5EF4-FFF2-40B4-BE49-F238E27FC236}">
                <a16:creationId xmlns:a16="http://schemas.microsoft.com/office/drawing/2014/main" id="{DF4A9BAE-37AD-FC07-5485-0CB78B051A0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p:blipFill>
        <p:spPr>
          <a:xfrm>
            <a:off x="2880552" y="1648219"/>
            <a:ext cx="840815" cy="840815"/>
          </a:xfrm>
          <a:prstGeom prst="rect">
            <a:avLst/>
          </a:prstGeom>
        </p:spPr>
      </p:pic>
    </p:spTree>
    <p:extLst>
      <p:ext uri="{BB962C8B-B14F-4D97-AF65-F5344CB8AC3E}">
        <p14:creationId xmlns:p14="http://schemas.microsoft.com/office/powerpoint/2010/main" val="276818729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F062C5D2-CA05-FA69-52C2-D743E7A7FD3B}"/>
              </a:ext>
            </a:extLst>
          </p:cNvPr>
          <p:cNvSpPr>
            <a:spLocks noGrp="1"/>
          </p:cNvSpPr>
          <p:nvPr>
            <p:ph type="title"/>
          </p:nvPr>
        </p:nvSpPr>
        <p:spPr/>
        <p:txBody>
          <a:bodyPr/>
          <a:lstStyle/>
          <a:p>
            <a:r>
              <a:rPr lang="en-US" b="0" i="0">
                <a:solidFill>
                  <a:schemeClr val="tx1">
                    <a:lumMod val="85000"/>
                    <a:lumOff val="15000"/>
                  </a:schemeClr>
                </a:solidFill>
                <a:effectLst/>
              </a:rPr>
              <a:t>Plan Do Check Act Slide Template</a:t>
            </a:r>
            <a:endParaRPr lang="en-US">
              <a:solidFill>
                <a:schemeClr val="tx1">
                  <a:lumMod val="85000"/>
                  <a:lumOff val="15000"/>
                </a:schemeClr>
              </a:solidFill>
            </a:endParaRPr>
          </a:p>
        </p:txBody>
      </p:sp>
      <p:sp>
        <p:nvSpPr>
          <p:cNvPr id="5" name="Freeform: Shape 4">
            <a:extLst>
              <a:ext uri="{FF2B5EF4-FFF2-40B4-BE49-F238E27FC236}">
                <a16:creationId xmlns:a16="http://schemas.microsoft.com/office/drawing/2014/main" id="{A85BB757-09F4-C6E3-C312-B27247E20975}"/>
              </a:ext>
            </a:extLst>
          </p:cNvPr>
          <p:cNvSpPr/>
          <p:nvPr/>
        </p:nvSpPr>
        <p:spPr>
          <a:xfrm>
            <a:off x="4183646" y="3963671"/>
            <a:ext cx="1771361" cy="1771361"/>
          </a:xfrm>
          <a:custGeom>
            <a:avLst/>
            <a:gdLst>
              <a:gd name="connsiteX0" fmla="*/ 1669828 w 2393346"/>
              <a:gd name="connsiteY0" fmla="*/ 0 h 2393346"/>
              <a:gd name="connsiteX1" fmla="*/ 0 w 2393346"/>
              <a:gd name="connsiteY1" fmla="*/ 0 h 2393346"/>
              <a:gd name="connsiteX2" fmla="*/ 2393347 w 2393346"/>
              <a:gd name="connsiteY2" fmla="*/ 2393347 h 2393346"/>
              <a:gd name="connsiteX3" fmla="*/ 2393347 w 2393346"/>
              <a:gd name="connsiteY3" fmla="*/ 723424 h 2393346"/>
              <a:gd name="connsiteX4" fmla="*/ 1669828 w 2393346"/>
              <a:gd name="connsiteY4" fmla="*/ 0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1669828" y="0"/>
                </a:moveTo>
                <a:lnTo>
                  <a:pt x="0" y="0"/>
                </a:lnTo>
                <a:cubicBezTo>
                  <a:pt x="92964" y="1279017"/>
                  <a:pt x="1114330" y="2300383"/>
                  <a:pt x="2393347" y="2393347"/>
                </a:cubicBezTo>
                <a:lnTo>
                  <a:pt x="2393347" y="723424"/>
                </a:lnTo>
                <a:cubicBezTo>
                  <a:pt x="2030635" y="648272"/>
                  <a:pt x="1745075" y="362617"/>
                  <a:pt x="1669828" y="0"/>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6" name="Freeform: Shape 5">
            <a:extLst>
              <a:ext uri="{FF2B5EF4-FFF2-40B4-BE49-F238E27FC236}">
                <a16:creationId xmlns:a16="http://schemas.microsoft.com/office/drawing/2014/main" id="{5A6B2817-7CC8-AB09-8768-ADA9735B3CEC}"/>
              </a:ext>
            </a:extLst>
          </p:cNvPr>
          <p:cNvSpPr/>
          <p:nvPr/>
        </p:nvSpPr>
        <p:spPr>
          <a:xfrm>
            <a:off x="6236994" y="3963671"/>
            <a:ext cx="1771361" cy="1771291"/>
          </a:xfrm>
          <a:custGeom>
            <a:avLst/>
            <a:gdLst>
              <a:gd name="connsiteX0" fmla="*/ 0 w 2393346"/>
              <a:gd name="connsiteY0" fmla="*/ 723424 h 2393251"/>
              <a:gd name="connsiteX1" fmla="*/ 0 w 2393346"/>
              <a:gd name="connsiteY1" fmla="*/ 2393252 h 2393251"/>
              <a:gd name="connsiteX2" fmla="*/ 2393347 w 2393346"/>
              <a:gd name="connsiteY2" fmla="*/ 0 h 2393251"/>
              <a:gd name="connsiteX3" fmla="*/ 723424 w 2393346"/>
              <a:gd name="connsiteY3" fmla="*/ 0 h 2393251"/>
              <a:gd name="connsiteX4" fmla="*/ 0 w 2393346"/>
              <a:gd name="connsiteY4" fmla="*/ 723424 h 2393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251">
                <a:moveTo>
                  <a:pt x="0" y="723424"/>
                </a:moveTo>
                <a:lnTo>
                  <a:pt x="0" y="2393252"/>
                </a:lnTo>
                <a:cubicBezTo>
                  <a:pt x="1279017" y="2300383"/>
                  <a:pt x="2300383" y="1279017"/>
                  <a:pt x="2393347" y="0"/>
                </a:cubicBezTo>
                <a:lnTo>
                  <a:pt x="723424" y="0"/>
                </a:lnTo>
                <a:cubicBezTo>
                  <a:pt x="648272" y="362617"/>
                  <a:pt x="362617" y="648272"/>
                  <a:pt x="0" y="723424"/>
                </a:cubicBezTo>
                <a:close/>
              </a:path>
            </a:pathLst>
          </a:custGeom>
          <a:solidFill>
            <a:schemeClr val="accent3"/>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7" name="Freeform: Shape 6">
            <a:extLst>
              <a:ext uri="{FF2B5EF4-FFF2-40B4-BE49-F238E27FC236}">
                <a16:creationId xmlns:a16="http://schemas.microsoft.com/office/drawing/2014/main" id="{5DB1CBA9-8E63-09C9-47EE-44AF896B57F9}"/>
              </a:ext>
            </a:extLst>
          </p:cNvPr>
          <p:cNvSpPr/>
          <p:nvPr/>
        </p:nvSpPr>
        <p:spPr>
          <a:xfrm>
            <a:off x="4183646" y="1910324"/>
            <a:ext cx="1771361" cy="1771361"/>
          </a:xfrm>
          <a:custGeom>
            <a:avLst/>
            <a:gdLst>
              <a:gd name="connsiteX0" fmla="*/ 2393347 w 2393346"/>
              <a:gd name="connsiteY0" fmla="*/ 1669828 h 2393346"/>
              <a:gd name="connsiteX1" fmla="*/ 2393347 w 2393346"/>
              <a:gd name="connsiteY1" fmla="*/ 0 h 2393346"/>
              <a:gd name="connsiteX2" fmla="*/ 0 w 2393346"/>
              <a:gd name="connsiteY2" fmla="*/ 2393347 h 2393346"/>
              <a:gd name="connsiteX3" fmla="*/ 1669828 w 2393346"/>
              <a:gd name="connsiteY3" fmla="*/ 2393347 h 2393346"/>
              <a:gd name="connsiteX4" fmla="*/ 2393347 w 2393346"/>
              <a:gd name="connsiteY4" fmla="*/ 1669828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2393347" y="1669828"/>
                </a:moveTo>
                <a:lnTo>
                  <a:pt x="2393347" y="0"/>
                </a:lnTo>
                <a:cubicBezTo>
                  <a:pt x="1114330" y="92964"/>
                  <a:pt x="92964" y="1114330"/>
                  <a:pt x="0" y="2393347"/>
                </a:cubicBezTo>
                <a:lnTo>
                  <a:pt x="1669828" y="2393347"/>
                </a:lnTo>
                <a:cubicBezTo>
                  <a:pt x="1745075" y="2030635"/>
                  <a:pt x="2030635" y="1745075"/>
                  <a:pt x="2393347" y="1669828"/>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8" name="Freeform: Shape 7">
            <a:extLst>
              <a:ext uri="{FF2B5EF4-FFF2-40B4-BE49-F238E27FC236}">
                <a16:creationId xmlns:a16="http://schemas.microsoft.com/office/drawing/2014/main" id="{4F73DFFA-3897-70D6-4113-59E19CFA7BE2}"/>
              </a:ext>
            </a:extLst>
          </p:cNvPr>
          <p:cNvSpPr/>
          <p:nvPr/>
        </p:nvSpPr>
        <p:spPr>
          <a:xfrm>
            <a:off x="6236993" y="1910324"/>
            <a:ext cx="1771292" cy="1771361"/>
          </a:xfrm>
          <a:custGeom>
            <a:avLst/>
            <a:gdLst>
              <a:gd name="connsiteX0" fmla="*/ 723424 w 2393251"/>
              <a:gd name="connsiteY0" fmla="*/ 2393347 h 2393346"/>
              <a:gd name="connsiteX1" fmla="*/ 2393252 w 2393251"/>
              <a:gd name="connsiteY1" fmla="*/ 2393347 h 2393346"/>
              <a:gd name="connsiteX2" fmla="*/ 0 w 2393251"/>
              <a:gd name="connsiteY2" fmla="*/ 0 h 2393346"/>
              <a:gd name="connsiteX3" fmla="*/ 0 w 2393251"/>
              <a:gd name="connsiteY3" fmla="*/ 1669828 h 2393346"/>
              <a:gd name="connsiteX4" fmla="*/ 723424 w 2393251"/>
              <a:gd name="connsiteY4" fmla="*/ 2393347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251" h="2393346">
                <a:moveTo>
                  <a:pt x="723424" y="2393347"/>
                </a:moveTo>
                <a:lnTo>
                  <a:pt x="2393252" y="2393347"/>
                </a:lnTo>
                <a:cubicBezTo>
                  <a:pt x="2300383" y="1114330"/>
                  <a:pt x="1279017" y="92964"/>
                  <a:pt x="0" y="0"/>
                </a:cubicBezTo>
                <a:lnTo>
                  <a:pt x="0" y="1669828"/>
                </a:lnTo>
                <a:cubicBezTo>
                  <a:pt x="362617" y="1745075"/>
                  <a:pt x="648272" y="2030635"/>
                  <a:pt x="723424" y="2393347"/>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9" name="Freeform: Shape 8">
            <a:extLst>
              <a:ext uri="{FF2B5EF4-FFF2-40B4-BE49-F238E27FC236}">
                <a16:creationId xmlns:a16="http://schemas.microsoft.com/office/drawing/2014/main" id="{7EF761BA-04BC-2C55-4861-683303537388}"/>
              </a:ext>
            </a:extLst>
          </p:cNvPr>
          <p:cNvSpPr/>
          <p:nvPr/>
        </p:nvSpPr>
        <p:spPr>
          <a:xfrm>
            <a:off x="6236994" y="3963670"/>
            <a:ext cx="1980877" cy="1980876"/>
          </a:xfrm>
          <a:custGeom>
            <a:avLst/>
            <a:gdLst>
              <a:gd name="connsiteX0" fmla="*/ 0 w 2676429"/>
              <a:gd name="connsiteY0" fmla="*/ 2676430 h 2676429"/>
              <a:gd name="connsiteX1" fmla="*/ 2676430 w 2676429"/>
              <a:gd name="connsiteY1" fmla="*/ 0 h 2676429"/>
            </a:gdLst>
            <a:ahLst/>
            <a:cxnLst>
              <a:cxn ang="0">
                <a:pos x="connsiteX0" y="connsiteY0"/>
              </a:cxn>
              <a:cxn ang="0">
                <a:pos x="connsiteX1" y="connsiteY1"/>
              </a:cxn>
            </a:cxnLst>
            <a:rect l="l" t="t" r="r" b="b"/>
            <a:pathLst>
              <a:path w="2676429" h="2676429">
                <a:moveTo>
                  <a:pt x="0" y="2676430"/>
                </a:moveTo>
                <a:cubicBezTo>
                  <a:pt x="1435132" y="2582513"/>
                  <a:pt x="2582513" y="1435132"/>
                  <a:pt x="2676430" y="0"/>
                </a:cubicBezTo>
              </a:path>
            </a:pathLst>
          </a:custGeom>
          <a:noFill/>
          <a:ln w="38100" cap="flat">
            <a:solidFill>
              <a:schemeClr val="accent3">
                <a:lumMod val="60000"/>
                <a:lumOff val="40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0" name="Freeform: Shape 9">
            <a:extLst>
              <a:ext uri="{FF2B5EF4-FFF2-40B4-BE49-F238E27FC236}">
                <a16:creationId xmlns:a16="http://schemas.microsoft.com/office/drawing/2014/main" id="{B3F14008-B814-624B-68EE-72643A2853CE}"/>
              </a:ext>
            </a:extLst>
          </p:cNvPr>
          <p:cNvSpPr/>
          <p:nvPr/>
        </p:nvSpPr>
        <p:spPr>
          <a:xfrm>
            <a:off x="6236994" y="1700808"/>
            <a:ext cx="1980877" cy="1980876"/>
          </a:xfrm>
          <a:custGeom>
            <a:avLst/>
            <a:gdLst>
              <a:gd name="connsiteX0" fmla="*/ 2676430 w 2676429"/>
              <a:gd name="connsiteY0" fmla="*/ 2676430 h 2676429"/>
              <a:gd name="connsiteX1" fmla="*/ 0 w 2676429"/>
              <a:gd name="connsiteY1" fmla="*/ 0 h 2676429"/>
            </a:gdLst>
            <a:ahLst/>
            <a:cxnLst>
              <a:cxn ang="0">
                <a:pos x="connsiteX0" y="connsiteY0"/>
              </a:cxn>
              <a:cxn ang="0">
                <a:pos x="connsiteX1" y="connsiteY1"/>
              </a:cxn>
            </a:cxnLst>
            <a:rect l="l" t="t" r="r" b="b"/>
            <a:pathLst>
              <a:path w="2676429" h="2676429">
                <a:moveTo>
                  <a:pt x="2676430" y="2676430"/>
                </a:moveTo>
                <a:cubicBezTo>
                  <a:pt x="2582513" y="1241298"/>
                  <a:pt x="1435132" y="93917"/>
                  <a:pt x="0" y="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1" name="Freeform: Shape 10">
            <a:extLst>
              <a:ext uri="{FF2B5EF4-FFF2-40B4-BE49-F238E27FC236}">
                <a16:creationId xmlns:a16="http://schemas.microsoft.com/office/drawing/2014/main" id="{08E77ED9-17EA-A0C4-F2D9-14FD7171A9E9}"/>
              </a:ext>
            </a:extLst>
          </p:cNvPr>
          <p:cNvSpPr/>
          <p:nvPr/>
        </p:nvSpPr>
        <p:spPr>
          <a:xfrm>
            <a:off x="3974131" y="3963670"/>
            <a:ext cx="1980877" cy="1980876"/>
          </a:xfrm>
          <a:custGeom>
            <a:avLst/>
            <a:gdLst>
              <a:gd name="connsiteX0" fmla="*/ 0 w 2676429"/>
              <a:gd name="connsiteY0" fmla="*/ 0 h 2676429"/>
              <a:gd name="connsiteX1" fmla="*/ 2676430 w 2676429"/>
              <a:gd name="connsiteY1" fmla="*/ 2676430 h 2676429"/>
            </a:gdLst>
            <a:ahLst/>
            <a:cxnLst>
              <a:cxn ang="0">
                <a:pos x="connsiteX0" y="connsiteY0"/>
              </a:cxn>
              <a:cxn ang="0">
                <a:pos x="connsiteX1" y="connsiteY1"/>
              </a:cxn>
            </a:cxnLst>
            <a:rect l="l" t="t" r="r" b="b"/>
            <a:pathLst>
              <a:path w="2676429" h="2676429">
                <a:moveTo>
                  <a:pt x="0" y="0"/>
                </a:moveTo>
                <a:cubicBezTo>
                  <a:pt x="93917" y="1435132"/>
                  <a:pt x="1241298" y="2582513"/>
                  <a:pt x="2676430" y="267643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2" name="Freeform: Shape 11">
            <a:extLst>
              <a:ext uri="{FF2B5EF4-FFF2-40B4-BE49-F238E27FC236}">
                <a16:creationId xmlns:a16="http://schemas.microsoft.com/office/drawing/2014/main" id="{2AFFE587-B608-131A-5662-E67B7811FEF4}"/>
              </a:ext>
            </a:extLst>
          </p:cNvPr>
          <p:cNvSpPr/>
          <p:nvPr/>
        </p:nvSpPr>
        <p:spPr>
          <a:xfrm>
            <a:off x="3974131" y="1700808"/>
            <a:ext cx="1980877" cy="1980876"/>
          </a:xfrm>
          <a:custGeom>
            <a:avLst/>
            <a:gdLst>
              <a:gd name="connsiteX0" fmla="*/ 2676430 w 2676429"/>
              <a:gd name="connsiteY0" fmla="*/ 0 h 2676429"/>
              <a:gd name="connsiteX1" fmla="*/ 0 w 2676429"/>
              <a:gd name="connsiteY1" fmla="*/ 2676430 h 2676429"/>
            </a:gdLst>
            <a:ahLst/>
            <a:cxnLst>
              <a:cxn ang="0">
                <a:pos x="connsiteX0" y="connsiteY0"/>
              </a:cxn>
              <a:cxn ang="0">
                <a:pos x="connsiteX1" y="connsiteY1"/>
              </a:cxn>
            </a:cxnLst>
            <a:rect l="l" t="t" r="r" b="b"/>
            <a:pathLst>
              <a:path w="2676429" h="2676429">
                <a:moveTo>
                  <a:pt x="2676430" y="0"/>
                </a:moveTo>
                <a:cubicBezTo>
                  <a:pt x="1241298" y="93917"/>
                  <a:pt x="93917" y="1241298"/>
                  <a:pt x="0" y="267643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23" name="TextBox 22">
            <a:extLst>
              <a:ext uri="{FF2B5EF4-FFF2-40B4-BE49-F238E27FC236}">
                <a16:creationId xmlns:a16="http://schemas.microsoft.com/office/drawing/2014/main" id="{C1F9D582-D818-353C-BC4C-D599CF40D13A}"/>
              </a:ext>
            </a:extLst>
          </p:cNvPr>
          <p:cNvSpPr txBox="1"/>
          <p:nvPr/>
        </p:nvSpPr>
        <p:spPr>
          <a:xfrm>
            <a:off x="6587529"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PLAN</a:t>
            </a:r>
          </a:p>
        </p:txBody>
      </p:sp>
      <p:sp>
        <p:nvSpPr>
          <p:cNvPr id="24" name="TextBox 23">
            <a:extLst>
              <a:ext uri="{FF2B5EF4-FFF2-40B4-BE49-F238E27FC236}">
                <a16:creationId xmlns:a16="http://schemas.microsoft.com/office/drawing/2014/main" id="{50E41EE2-9A21-94A4-C4AE-DD8C30A6820C}"/>
              </a:ext>
            </a:extLst>
          </p:cNvPr>
          <p:cNvSpPr txBox="1"/>
          <p:nvPr/>
        </p:nvSpPr>
        <p:spPr>
          <a:xfrm>
            <a:off x="6587529"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DO</a:t>
            </a:r>
          </a:p>
        </p:txBody>
      </p:sp>
      <p:sp>
        <p:nvSpPr>
          <p:cNvPr id="25" name="TextBox 24">
            <a:extLst>
              <a:ext uri="{FF2B5EF4-FFF2-40B4-BE49-F238E27FC236}">
                <a16:creationId xmlns:a16="http://schemas.microsoft.com/office/drawing/2014/main" id="{1C22C495-B004-8B60-15E5-AFE3DF1E2515}"/>
              </a:ext>
            </a:extLst>
          </p:cNvPr>
          <p:cNvSpPr txBox="1"/>
          <p:nvPr/>
        </p:nvSpPr>
        <p:spPr>
          <a:xfrm>
            <a:off x="4754681"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ACT</a:t>
            </a:r>
          </a:p>
        </p:txBody>
      </p:sp>
      <p:sp>
        <p:nvSpPr>
          <p:cNvPr id="30" name="TextBox 29">
            <a:extLst>
              <a:ext uri="{FF2B5EF4-FFF2-40B4-BE49-F238E27FC236}">
                <a16:creationId xmlns:a16="http://schemas.microsoft.com/office/drawing/2014/main" id="{4B9201CF-527F-1071-C230-3301A28EECC3}"/>
              </a:ext>
            </a:extLst>
          </p:cNvPr>
          <p:cNvSpPr txBox="1"/>
          <p:nvPr/>
        </p:nvSpPr>
        <p:spPr>
          <a:xfrm>
            <a:off x="8575184" y="251778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sp>
        <p:nvSpPr>
          <p:cNvPr id="31" name="TextBox 30">
            <a:extLst>
              <a:ext uri="{FF2B5EF4-FFF2-40B4-BE49-F238E27FC236}">
                <a16:creationId xmlns:a16="http://schemas.microsoft.com/office/drawing/2014/main" id="{EFF5A980-319A-C277-729D-C71D2E9C8E93}"/>
              </a:ext>
            </a:extLst>
          </p:cNvPr>
          <p:cNvSpPr txBox="1"/>
          <p:nvPr/>
        </p:nvSpPr>
        <p:spPr>
          <a:xfrm>
            <a:off x="8575184" y="529146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black">
                    <a:lumMod val="85000"/>
                    <a:lumOff val="1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black">
                  <a:lumMod val="85000"/>
                  <a:lumOff val="15000"/>
                </a:prstClr>
              </a:solidFill>
              <a:latin typeface="Segoe UI"/>
              <a:cs typeface="Arial" panose="020B0604020202020204" pitchFamily="34" charset="0"/>
            </a:endParaRPr>
          </a:p>
        </p:txBody>
      </p:sp>
      <p:sp>
        <p:nvSpPr>
          <p:cNvPr id="32" name="TextBox 31">
            <a:extLst>
              <a:ext uri="{FF2B5EF4-FFF2-40B4-BE49-F238E27FC236}">
                <a16:creationId xmlns:a16="http://schemas.microsoft.com/office/drawing/2014/main" id="{0FF7DB96-FB26-6B4A-59D9-C757135E45DE}"/>
              </a:ext>
            </a:extLst>
          </p:cNvPr>
          <p:cNvSpPr txBox="1"/>
          <p:nvPr/>
        </p:nvSpPr>
        <p:spPr>
          <a:xfrm>
            <a:off x="1168544" y="251778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sp>
        <p:nvSpPr>
          <p:cNvPr id="33" name="TextBox 32">
            <a:extLst>
              <a:ext uri="{FF2B5EF4-FFF2-40B4-BE49-F238E27FC236}">
                <a16:creationId xmlns:a16="http://schemas.microsoft.com/office/drawing/2014/main" id="{FF6DE7B6-9C97-2369-A244-6605818512A8}"/>
              </a:ext>
            </a:extLst>
          </p:cNvPr>
          <p:cNvSpPr txBox="1"/>
          <p:nvPr/>
        </p:nvSpPr>
        <p:spPr>
          <a:xfrm>
            <a:off x="1168544" y="529146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pic>
        <p:nvPicPr>
          <p:cNvPr id="37" name="Graphic 36" descr="Flip calendar with solid fill">
            <a:extLst>
              <a:ext uri="{FF2B5EF4-FFF2-40B4-BE49-F238E27FC236}">
                <a16:creationId xmlns:a16="http://schemas.microsoft.com/office/drawing/2014/main" id="{ABA8BFA0-5FCC-13CE-9DF1-BBF7427D89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470636" y="1648219"/>
            <a:ext cx="840815" cy="840815"/>
          </a:xfrm>
          <a:prstGeom prst="rect">
            <a:avLst/>
          </a:prstGeom>
        </p:spPr>
      </p:pic>
      <p:pic>
        <p:nvPicPr>
          <p:cNvPr id="39" name="Graphic 38" descr="Postit Notes with solid fill">
            <a:extLst>
              <a:ext uri="{FF2B5EF4-FFF2-40B4-BE49-F238E27FC236}">
                <a16:creationId xmlns:a16="http://schemas.microsoft.com/office/drawing/2014/main" id="{20084A31-508D-6157-D3DE-F4D7236EC7F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70636" y="4373475"/>
            <a:ext cx="840815" cy="840815"/>
          </a:xfrm>
          <a:prstGeom prst="rect">
            <a:avLst/>
          </a:prstGeom>
        </p:spPr>
      </p:pic>
      <p:pic>
        <p:nvPicPr>
          <p:cNvPr id="41" name="Graphic 40" descr="Good Inventory with solid fill">
            <a:extLst>
              <a:ext uri="{FF2B5EF4-FFF2-40B4-BE49-F238E27FC236}">
                <a16:creationId xmlns:a16="http://schemas.microsoft.com/office/drawing/2014/main" id="{4FFD6596-6396-64DF-8966-ACE75987EB4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880552" y="4373475"/>
            <a:ext cx="840815" cy="840815"/>
          </a:xfrm>
          <a:prstGeom prst="rect">
            <a:avLst/>
          </a:prstGeom>
        </p:spPr>
      </p:pic>
      <p:sp>
        <p:nvSpPr>
          <p:cNvPr id="43" name="Rectangle: Rounded Corners 42">
            <a:extLst>
              <a:ext uri="{FF2B5EF4-FFF2-40B4-BE49-F238E27FC236}">
                <a16:creationId xmlns:a16="http://schemas.microsoft.com/office/drawing/2014/main" id="{4F4F5FA5-0EFE-F237-6F4F-AC0D3D96BDA5}"/>
              </a:ext>
            </a:extLst>
          </p:cNvPr>
          <p:cNvSpPr/>
          <p:nvPr/>
        </p:nvSpPr>
        <p:spPr>
          <a:xfrm>
            <a:off x="4924646" y="3121742"/>
            <a:ext cx="2036542" cy="2036542"/>
          </a:xfrm>
          <a:prstGeom prst="roundRect">
            <a:avLst>
              <a:gd name="adj" fmla="val 34304"/>
            </a:avLst>
          </a:prstGeom>
          <a:solidFill>
            <a:schemeClr val="tx1">
              <a:alpha val="20000"/>
            </a:schemeClr>
          </a:solidFill>
          <a:ln>
            <a:noFill/>
          </a:ln>
          <a:effectLst>
            <a:softEdge rad="342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sp>
        <p:nvSpPr>
          <p:cNvPr id="2" name="Rectangle: Rounded Corners 1">
            <a:extLst>
              <a:ext uri="{FF2B5EF4-FFF2-40B4-BE49-F238E27FC236}">
                <a16:creationId xmlns:a16="http://schemas.microsoft.com/office/drawing/2014/main" id="{B87E5303-E2D7-64C2-F210-0E2ED8546E8D}"/>
              </a:ext>
            </a:extLst>
          </p:cNvPr>
          <p:cNvSpPr/>
          <p:nvPr/>
        </p:nvSpPr>
        <p:spPr>
          <a:xfrm>
            <a:off x="4924646" y="3121742"/>
            <a:ext cx="2036542" cy="2036542"/>
          </a:xfrm>
          <a:prstGeom prst="roundRect">
            <a:avLst>
              <a:gd name="adj" fmla="val 34304"/>
            </a:avLst>
          </a:prstGeom>
          <a:solidFill>
            <a:schemeClr val="tx1">
              <a:alpha val="20000"/>
            </a:schemeClr>
          </a:solidFill>
          <a:ln>
            <a:noFill/>
          </a:ln>
          <a:effectLst>
            <a:softEdge rad="342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grpSp>
        <p:nvGrpSpPr>
          <p:cNvPr id="3" name="Group 2">
            <a:extLst>
              <a:ext uri="{FF2B5EF4-FFF2-40B4-BE49-F238E27FC236}">
                <a16:creationId xmlns:a16="http://schemas.microsoft.com/office/drawing/2014/main" id="{86FEED66-C61B-599D-5BB1-25024323DCCC}"/>
              </a:ext>
            </a:extLst>
          </p:cNvPr>
          <p:cNvGrpSpPr/>
          <p:nvPr/>
        </p:nvGrpSpPr>
        <p:grpSpPr>
          <a:xfrm>
            <a:off x="5325242" y="3088355"/>
            <a:ext cx="1541514" cy="1468644"/>
            <a:chOff x="5323654" y="3088355"/>
            <a:chExt cx="1541514" cy="1468644"/>
          </a:xfrm>
        </p:grpSpPr>
        <p:sp>
          <p:nvSpPr>
            <p:cNvPr id="4" name="Rectangle: Rounded Corners 3">
              <a:extLst>
                <a:ext uri="{FF2B5EF4-FFF2-40B4-BE49-F238E27FC236}">
                  <a16:creationId xmlns:a16="http://schemas.microsoft.com/office/drawing/2014/main" id="{43DBD7F0-4354-B963-09F0-3C9881547FA7}"/>
                </a:ext>
              </a:extLst>
            </p:cNvPr>
            <p:cNvSpPr/>
            <p:nvPr/>
          </p:nvSpPr>
          <p:spPr>
            <a:xfrm>
              <a:off x="5360089" y="3088355"/>
              <a:ext cx="1468644" cy="1468644"/>
            </a:xfrm>
            <a:prstGeom prst="roundRect">
              <a:avLst>
                <a:gd name="adj" fmla="val 34304"/>
              </a:avLst>
            </a:prstGeom>
            <a:solidFill>
              <a:schemeClr val="bg1"/>
            </a:solid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sp>
          <p:nvSpPr>
            <p:cNvPr id="13" name="TextBox 12">
              <a:extLst>
                <a:ext uri="{FF2B5EF4-FFF2-40B4-BE49-F238E27FC236}">
                  <a16:creationId xmlns:a16="http://schemas.microsoft.com/office/drawing/2014/main" id="{74E01CFA-273F-BA63-93D2-CCCF41CF6BBA}"/>
                </a:ext>
              </a:extLst>
            </p:cNvPr>
            <p:cNvSpPr txBox="1"/>
            <p:nvPr/>
          </p:nvSpPr>
          <p:spPr>
            <a:xfrm>
              <a:off x="5323654" y="3379155"/>
              <a:ext cx="1541514" cy="887045"/>
            </a:xfrm>
            <a:prstGeom prst="rect">
              <a:avLst/>
            </a:prstGeom>
            <a:noFill/>
          </p:spPr>
          <p:txBody>
            <a:bodyPr wrap="square" lIns="0" tIns="0" rIns="0" bIns="0" rtlCol="0" anchor="ctr">
              <a:noAutofit/>
            </a:bodyPr>
            <a:lstStyle/>
            <a:p>
              <a:pPr algn="ctr" defTabSz="1218987"/>
              <a:r>
                <a:rPr lang="en-US" sz="3600" b="1">
                  <a:solidFill>
                    <a:prstClr val="black">
                      <a:lumMod val="50000"/>
                      <a:lumOff val="50000"/>
                    </a:prstClr>
                  </a:solidFill>
                  <a:latin typeface="Segoe UI"/>
                </a:rPr>
                <a:t>PDCA</a:t>
              </a:r>
            </a:p>
          </p:txBody>
        </p:sp>
      </p:grpSp>
      <p:sp>
        <p:nvSpPr>
          <p:cNvPr id="26" name="TextBox 25">
            <a:extLst>
              <a:ext uri="{FF2B5EF4-FFF2-40B4-BE49-F238E27FC236}">
                <a16:creationId xmlns:a16="http://schemas.microsoft.com/office/drawing/2014/main" id="{B6E6D96A-D8B7-2FCF-7F5D-F2F98B0E1DAD}"/>
              </a:ext>
            </a:extLst>
          </p:cNvPr>
          <p:cNvSpPr txBox="1"/>
          <p:nvPr/>
        </p:nvSpPr>
        <p:spPr>
          <a:xfrm>
            <a:off x="4754681"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CHECK</a:t>
            </a:r>
          </a:p>
        </p:txBody>
      </p:sp>
      <p:pic>
        <p:nvPicPr>
          <p:cNvPr id="15" name="Graphic 14" descr="Crawl with solid fill">
            <a:extLst>
              <a:ext uri="{FF2B5EF4-FFF2-40B4-BE49-F238E27FC236}">
                <a16:creationId xmlns:a16="http://schemas.microsoft.com/office/drawing/2014/main" id="{82111311-108D-9115-B7D3-FBA0B49EC18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p:blipFill>
        <p:spPr>
          <a:xfrm>
            <a:off x="2880552" y="1648219"/>
            <a:ext cx="840815" cy="840815"/>
          </a:xfrm>
          <a:prstGeom prst="rect">
            <a:avLst/>
          </a:prstGeom>
        </p:spPr>
      </p:pic>
    </p:spTree>
    <p:extLst>
      <p:ext uri="{BB962C8B-B14F-4D97-AF65-F5344CB8AC3E}">
        <p14:creationId xmlns:p14="http://schemas.microsoft.com/office/powerpoint/2010/main" val="198737822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F062C5D2-CA05-FA69-52C2-D743E7A7FD3B}"/>
              </a:ext>
            </a:extLst>
          </p:cNvPr>
          <p:cNvSpPr>
            <a:spLocks noGrp="1"/>
          </p:cNvSpPr>
          <p:nvPr>
            <p:ph type="title"/>
          </p:nvPr>
        </p:nvSpPr>
        <p:spPr/>
        <p:txBody>
          <a:bodyPr/>
          <a:lstStyle/>
          <a:p>
            <a:r>
              <a:rPr lang="en-US" b="0" i="0">
                <a:solidFill>
                  <a:schemeClr val="tx1">
                    <a:lumMod val="85000"/>
                    <a:lumOff val="15000"/>
                  </a:schemeClr>
                </a:solidFill>
                <a:effectLst/>
              </a:rPr>
              <a:t>Plan Do Check Act Slide Template</a:t>
            </a:r>
            <a:endParaRPr lang="en-US">
              <a:solidFill>
                <a:schemeClr val="tx1">
                  <a:lumMod val="85000"/>
                  <a:lumOff val="15000"/>
                </a:schemeClr>
              </a:solidFill>
            </a:endParaRPr>
          </a:p>
        </p:txBody>
      </p:sp>
      <p:sp>
        <p:nvSpPr>
          <p:cNvPr id="5" name="Freeform: Shape 4">
            <a:extLst>
              <a:ext uri="{FF2B5EF4-FFF2-40B4-BE49-F238E27FC236}">
                <a16:creationId xmlns:a16="http://schemas.microsoft.com/office/drawing/2014/main" id="{A85BB757-09F4-C6E3-C312-B27247E20975}"/>
              </a:ext>
            </a:extLst>
          </p:cNvPr>
          <p:cNvSpPr/>
          <p:nvPr/>
        </p:nvSpPr>
        <p:spPr>
          <a:xfrm>
            <a:off x="4183646" y="3963671"/>
            <a:ext cx="1771361" cy="1771361"/>
          </a:xfrm>
          <a:custGeom>
            <a:avLst/>
            <a:gdLst>
              <a:gd name="connsiteX0" fmla="*/ 1669828 w 2393346"/>
              <a:gd name="connsiteY0" fmla="*/ 0 h 2393346"/>
              <a:gd name="connsiteX1" fmla="*/ 0 w 2393346"/>
              <a:gd name="connsiteY1" fmla="*/ 0 h 2393346"/>
              <a:gd name="connsiteX2" fmla="*/ 2393347 w 2393346"/>
              <a:gd name="connsiteY2" fmla="*/ 2393347 h 2393346"/>
              <a:gd name="connsiteX3" fmla="*/ 2393347 w 2393346"/>
              <a:gd name="connsiteY3" fmla="*/ 723424 h 2393346"/>
              <a:gd name="connsiteX4" fmla="*/ 1669828 w 2393346"/>
              <a:gd name="connsiteY4" fmla="*/ 0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1669828" y="0"/>
                </a:moveTo>
                <a:lnTo>
                  <a:pt x="0" y="0"/>
                </a:lnTo>
                <a:cubicBezTo>
                  <a:pt x="92964" y="1279017"/>
                  <a:pt x="1114330" y="2300383"/>
                  <a:pt x="2393347" y="2393347"/>
                </a:cubicBezTo>
                <a:lnTo>
                  <a:pt x="2393347" y="723424"/>
                </a:lnTo>
                <a:cubicBezTo>
                  <a:pt x="2030635" y="648272"/>
                  <a:pt x="1745075" y="362617"/>
                  <a:pt x="1669828" y="0"/>
                </a:cubicBezTo>
                <a:close/>
              </a:path>
            </a:pathLst>
          </a:custGeom>
          <a:solidFill>
            <a:schemeClr val="accent5"/>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6" name="Freeform: Shape 5">
            <a:extLst>
              <a:ext uri="{FF2B5EF4-FFF2-40B4-BE49-F238E27FC236}">
                <a16:creationId xmlns:a16="http://schemas.microsoft.com/office/drawing/2014/main" id="{5A6B2817-7CC8-AB09-8768-ADA9735B3CEC}"/>
              </a:ext>
            </a:extLst>
          </p:cNvPr>
          <p:cNvSpPr/>
          <p:nvPr/>
        </p:nvSpPr>
        <p:spPr>
          <a:xfrm>
            <a:off x="6236994" y="3963671"/>
            <a:ext cx="1771361" cy="1771291"/>
          </a:xfrm>
          <a:custGeom>
            <a:avLst/>
            <a:gdLst>
              <a:gd name="connsiteX0" fmla="*/ 0 w 2393346"/>
              <a:gd name="connsiteY0" fmla="*/ 723424 h 2393251"/>
              <a:gd name="connsiteX1" fmla="*/ 0 w 2393346"/>
              <a:gd name="connsiteY1" fmla="*/ 2393252 h 2393251"/>
              <a:gd name="connsiteX2" fmla="*/ 2393347 w 2393346"/>
              <a:gd name="connsiteY2" fmla="*/ 0 h 2393251"/>
              <a:gd name="connsiteX3" fmla="*/ 723424 w 2393346"/>
              <a:gd name="connsiteY3" fmla="*/ 0 h 2393251"/>
              <a:gd name="connsiteX4" fmla="*/ 0 w 2393346"/>
              <a:gd name="connsiteY4" fmla="*/ 723424 h 2393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251">
                <a:moveTo>
                  <a:pt x="0" y="723424"/>
                </a:moveTo>
                <a:lnTo>
                  <a:pt x="0" y="2393252"/>
                </a:lnTo>
                <a:cubicBezTo>
                  <a:pt x="1279017" y="2300383"/>
                  <a:pt x="2300383" y="1279017"/>
                  <a:pt x="2393347" y="0"/>
                </a:cubicBezTo>
                <a:lnTo>
                  <a:pt x="723424" y="0"/>
                </a:lnTo>
                <a:cubicBezTo>
                  <a:pt x="648272" y="362617"/>
                  <a:pt x="362617" y="648272"/>
                  <a:pt x="0" y="723424"/>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7" name="Freeform: Shape 6">
            <a:extLst>
              <a:ext uri="{FF2B5EF4-FFF2-40B4-BE49-F238E27FC236}">
                <a16:creationId xmlns:a16="http://schemas.microsoft.com/office/drawing/2014/main" id="{5DB1CBA9-8E63-09C9-47EE-44AF896B57F9}"/>
              </a:ext>
            </a:extLst>
          </p:cNvPr>
          <p:cNvSpPr/>
          <p:nvPr/>
        </p:nvSpPr>
        <p:spPr>
          <a:xfrm>
            <a:off x="4183646" y="1910324"/>
            <a:ext cx="1771361" cy="1771361"/>
          </a:xfrm>
          <a:custGeom>
            <a:avLst/>
            <a:gdLst>
              <a:gd name="connsiteX0" fmla="*/ 2393347 w 2393346"/>
              <a:gd name="connsiteY0" fmla="*/ 1669828 h 2393346"/>
              <a:gd name="connsiteX1" fmla="*/ 2393347 w 2393346"/>
              <a:gd name="connsiteY1" fmla="*/ 0 h 2393346"/>
              <a:gd name="connsiteX2" fmla="*/ 0 w 2393346"/>
              <a:gd name="connsiteY2" fmla="*/ 2393347 h 2393346"/>
              <a:gd name="connsiteX3" fmla="*/ 1669828 w 2393346"/>
              <a:gd name="connsiteY3" fmla="*/ 2393347 h 2393346"/>
              <a:gd name="connsiteX4" fmla="*/ 2393347 w 2393346"/>
              <a:gd name="connsiteY4" fmla="*/ 1669828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2393347" y="1669828"/>
                </a:moveTo>
                <a:lnTo>
                  <a:pt x="2393347" y="0"/>
                </a:lnTo>
                <a:cubicBezTo>
                  <a:pt x="1114330" y="92964"/>
                  <a:pt x="92964" y="1114330"/>
                  <a:pt x="0" y="2393347"/>
                </a:cubicBezTo>
                <a:lnTo>
                  <a:pt x="1669828" y="2393347"/>
                </a:lnTo>
                <a:cubicBezTo>
                  <a:pt x="1745075" y="2030635"/>
                  <a:pt x="2030635" y="1745075"/>
                  <a:pt x="2393347" y="1669828"/>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8" name="Freeform: Shape 7">
            <a:extLst>
              <a:ext uri="{FF2B5EF4-FFF2-40B4-BE49-F238E27FC236}">
                <a16:creationId xmlns:a16="http://schemas.microsoft.com/office/drawing/2014/main" id="{4F73DFFA-3897-70D6-4113-59E19CFA7BE2}"/>
              </a:ext>
            </a:extLst>
          </p:cNvPr>
          <p:cNvSpPr/>
          <p:nvPr/>
        </p:nvSpPr>
        <p:spPr>
          <a:xfrm>
            <a:off x="6236993" y="1910324"/>
            <a:ext cx="1771292" cy="1771361"/>
          </a:xfrm>
          <a:custGeom>
            <a:avLst/>
            <a:gdLst>
              <a:gd name="connsiteX0" fmla="*/ 723424 w 2393251"/>
              <a:gd name="connsiteY0" fmla="*/ 2393347 h 2393346"/>
              <a:gd name="connsiteX1" fmla="*/ 2393252 w 2393251"/>
              <a:gd name="connsiteY1" fmla="*/ 2393347 h 2393346"/>
              <a:gd name="connsiteX2" fmla="*/ 0 w 2393251"/>
              <a:gd name="connsiteY2" fmla="*/ 0 h 2393346"/>
              <a:gd name="connsiteX3" fmla="*/ 0 w 2393251"/>
              <a:gd name="connsiteY3" fmla="*/ 1669828 h 2393346"/>
              <a:gd name="connsiteX4" fmla="*/ 723424 w 2393251"/>
              <a:gd name="connsiteY4" fmla="*/ 2393347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251" h="2393346">
                <a:moveTo>
                  <a:pt x="723424" y="2393347"/>
                </a:moveTo>
                <a:lnTo>
                  <a:pt x="2393252" y="2393347"/>
                </a:lnTo>
                <a:cubicBezTo>
                  <a:pt x="2300383" y="1114330"/>
                  <a:pt x="1279017" y="92964"/>
                  <a:pt x="0" y="0"/>
                </a:cubicBezTo>
                <a:lnTo>
                  <a:pt x="0" y="1669828"/>
                </a:lnTo>
                <a:cubicBezTo>
                  <a:pt x="362617" y="1745075"/>
                  <a:pt x="648272" y="2030635"/>
                  <a:pt x="723424" y="2393347"/>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9" name="Freeform: Shape 8">
            <a:extLst>
              <a:ext uri="{FF2B5EF4-FFF2-40B4-BE49-F238E27FC236}">
                <a16:creationId xmlns:a16="http://schemas.microsoft.com/office/drawing/2014/main" id="{7EF761BA-04BC-2C55-4861-683303537388}"/>
              </a:ext>
            </a:extLst>
          </p:cNvPr>
          <p:cNvSpPr/>
          <p:nvPr/>
        </p:nvSpPr>
        <p:spPr>
          <a:xfrm>
            <a:off x="6236994" y="3963670"/>
            <a:ext cx="1980877" cy="1980876"/>
          </a:xfrm>
          <a:custGeom>
            <a:avLst/>
            <a:gdLst>
              <a:gd name="connsiteX0" fmla="*/ 0 w 2676429"/>
              <a:gd name="connsiteY0" fmla="*/ 2676430 h 2676429"/>
              <a:gd name="connsiteX1" fmla="*/ 2676430 w 2676429"/>
              <a:gd name="connsiteY1" fmla="*/ 0 h 2676429"/>
            </a:gdLst>
            <a:ahLst/>
            <a:cxnLst>
              <a:cxn ang="0">
                <a:pos x="connsiteX0" y="connsiteY0"/>
              </a:cxn>
              <a:cxn ang="0">
                <a:pos x="connsiteX1" y="connsiteY1"/>
              </a:cxn>
            </a:cxnLst>
            <a:rect l="l" t="t" r="r" b="b"/>
            <a:pathLst>
              <a:path w="2676429" h="2676429">
                <a:moveTo>
                  <a:pt x="0" y="2676430"/>
                </a:moveTo>
                <a:cubicBezTo>
                  <a:pt x="1435132" y="2582513"/>
                  <a:pt x="2582513" y="1435132"/>
                  <a:pt x="2676430" y="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0" name="Freeform: Shape 9">
            <a:extLst>
              <a:ext uri="{FF2B5EF4-FFF2-40B4-BE49-F238E27FC236}">
                <a16:creationId xmlns:a16="http://schemas.microsoft.com/office/drawing/2014/main" id="{B3F14008-B814-624B-68EE-72643A2853CE}"/>
              </a:ext>
            </a:extLst>
          </p:cNvPr>
          <p:cNvSpPr/>
          <p:nvPr/>
        </p:nvSpPr>
        <p:spPr>
          <a:xfrm>
            <a:off x="6236994" y="1700808"/>
            <a:ext cx="1980877" cy="1980876"/>
          </a:xfrm>
          <a:custGeom>
            <a:avLst/>
            <a:gdLst>
              <a:gd name="connsiteX0" fmla="*/ 2676430 w 2676429"/>
              <a:gd name="connsiteY0" fmla="*/ 2676430 h 2676429"/>
              <a:gd name="connsiteX1" fmla="*/ 0 w 2676429"/>
              <a:gd name="connsiteY1" fmla="*/ 0 h 2676429"/>
            </a:gdLst>
            <a:ahLst/>
            <a:cxnLst>
              <a:cxn ang="0">
                <a:pos x="connsiteX0" y="connsiteY0"/>
              </a:cxn>
              <a:cxn ang="0">
                <a:pos x="connsiteX1" y="connsiteY1"/>
              </a:cxn>
            </a:cxnLst>
            <a:rect l="l" t="t" r="r" b="b"/>
            <a:pathLst>
              <a:path w="2676429" h="2676429">
                <a:moveTo>
                  <a:pt x="2676430" y="2676430"/>
                </a:moveTo>
                <a:cubicBezTo>
                  <a:pt x="2582513" y="1241298"/>
                  <a:pt x="1435132" y="93917"/>
                  <a:pt x="0" y="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1" name="Freeform: Shape 10">
            <a:extLst>
              <a:ext uri="{FF2B5EF4-FFF2-40B4-BE49-F238E27FC236}">
                <a16:creationId xmlns:a16="http://schemas.microsoft.com/office/drawing/2014/main" id="{08E77ED9-17EA-A0C4-F2D9-14FD7171A9E9}"/>
              </a:ext>
            </a:extLst>
          </p:cNvPr>
          <p:cNvSpPr/>
          <p:nvPr/>
        </p:nvSpPr>
        <p:spPr>
          <a:xfrm>
            <a:off x="3974131" y="3963670"/>
            <a:ext cx="1980877" cy="1980876"/>
          </a:xfrm>
          <a:custGeom>
            <a:avLst/>
            <a:gdLst>
              <a:gd name="connsiteX0" fmla="*/ 0 w 2676429"/>
              <a:gd name="connsiteY0" fmla="*/ 0 h 2676429"/>
              <a:gd name="connsiteX1" fmla="*/ 2676430 w 2676429"/>
              <a:gd name="connsiteY1" fmla="*/ 2676430 h 2676429"/>
            </a:gdLst>
            <a:ahLst/>
            <a:cxnLst>
              <a:cxn ang="0">
                <a:pos x="connsiteX0" y="connsiteY0"/>
              </a:cxn>
              <a:cxn ang="0">
                <a:pos x="connsiteX1" y="connsiteY1"/>
              </a:cxn>
            </a:cxnLst>
            <a:rect l="l" t="t" r="r" b="b"/>
            <a:pathLst>
              <a:path w="2676429" h="2676429">
                <a:moveTo>
                  <a:pt x="0" y="0"/>
                </a:moveTo>
                <a:cubicBezTo>
                  <a:pt x="93917" y="1435132"/>
                  <a:pt x="1241298" y="2582513"/>
                  <a:pt x="2676430" y="2676430"/>
                </a:cubicBezTo>
              </a:path>
            </a:pathLst>
          </a:custGeom>
          <a:noFill/>
          <a:ln w="38100" cap="flat">
            <a:solidFill>
              <a:schemeClr val="accent5">
                <a:lumMod val="60000"/>
                <a:lumOff val="40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2" name="Freeform: Shape 11">
            <a:extLst>
              <a:ext uri="{FF2B5EF4-FFF2-40B4-BE49-F238E27FC236}">
                <a16:creationId xmlns:a16="http://schemas.microsoft.com/office/drawing/2014/main" id="{2AFFE587-B608-131A-5662-E67B7811FEF4}"/>
              </a:ext>
            </a:extLst>
          </p:cNvPr>
          <p:cNvSpPr/>
          <p:nvPr/>
        </p:nvSpPr>
        <p:spPr>
          <a:xfrm>
            <a:off x="3974131" y="1700808"/>
            <a:ext cx="1980877" cy="1980876"/>
          </a:xfrm>
          <a:custGeom>
            <a:avLst/>
            <a:gdLst>
              <a:gd name="connsiteX0" fmla="*/ 2676430 w 2676429"/>
              <a:gd name="connsiteY0" fmla="*/ 0 h 2676429"/>
              <a:gd name="connsiteX1" fmla="*/ 0 w 2676429"/>
              <a:gd name="connsiteY1" fmla="*/ 2676430 h 2676429"/>
            </a:gdLst>
            <a:ahLst/>
            <a:cxnLst>
              <a:cxn ang="0">
                <a:pos x="connsiteX0" y="connsiteY0"/>
              </a:cxn>
              <a:cxn ang="0">
                <a:pos x="connsiteX1" y="connsiteY1"/>
              </a:cxn>
            </a:cxnLst>
            <a:rect l="l" t="t" r="r" b="b"/>
            <a:pathLst>
              <a:path w="2676429" h="2676429">
                <a:moveTo>
                  <a:pt x="2676430" y="0"/>
                </a:moveTo>
                <a:cubicBezTo>
                  <a:pt x="1241298" y="93917"/>
                  <a:pt x="93917" y="1241298"/>
                  <a:pt x="0" y="267643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23" name="TextBox 22">
            <a:extLst>
              <a:ext uri="{FF2B5EF4-FFF2-40B4-BE49-F238E27FC236}">
                <a16:creationId xmlns:a16="http://schemas.microsoft.com/office/drawing/2014/main" id="{C1F9D582-D818-353C-BC4C-D599CF40D13A}"/>
              </a:ext>
            </a:extLst>
          </p:cNvPr>
          <p:cNvSpPr txBox="1"/>
          <p:nvPr/>
        </p:nvSpPr>
        <p:spPr>
          <a:xfrm>
            <a:off x="6587529"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PLAN</a:t>
            </a:r>
          </a:p>
        </p:txBody>
      </p:sp>
      <p:sp>
        <p:nvSpPr>
          <p:cNvPr id="24" name="TextBox 23">
            <a:extLst>
              <a:ext uri="{FF2B5EF4-FFF2-40B4-BE49-F238E27FC236}">
                <a16:creationId xmlns:a16="http://schemas.microsoft.com/office/drawing/2014/main" id="{50E41EE2-9A21-94A4-C4AE-DD8C30A6820C}"/>
              </a:ext>
            </a:extLst>
          </p:cNvPr>
          <p:cNvSpPr txBox="1"/>
          <p:nvPr/>
        </p:nvSpPr>
        <p:spPr>
          <a:xfrm>
            <a:off x="6587529"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DO</a:t>
            </a:r>
          </a:p>
        </p:txBody>
      </p:sp>
      <p:sp>
        <p:nvSpPr>
          <p:cNvPr id="25" name="TextBox 24">
            <a:extLst>
              <a:ext uri="{FF2B5EF4-FFF2-40B4-BE49-F238E27FC236}">
                <a16:creationId xmlns:a16="http://schemas.microsoft.com/office/drawing/2014/main" id="{1C22C495-B004-8B60-15E5-AFE3DF1E2515}"/>
              </a:ext>
            </a:extLst>
          </p:cNvPr>
          <p:cNvSpPr txBox="1"/>
          <p:nvPr/>
        </p:nvSpPr>
        <p:spPr>
          <a:xfrm>
            <a:off x="4754681"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ACT</a:t>
            </a:r>
          </a:p>
        </p:txBody>
      </p:sp>
      <p:sp>
        <p:nvSpPr>
          <p:cNvPr id="30" name="TextBox 29">
            <a:extLst>
              <a:ext uri="{FF2B5EF4-FFF2-40B4-BE49-F238E27FC236}">
                <a16:creationId xmlns:a16="http://schemas.microsoft.com/office/drawing/2014/main" id="{4B9201CF-527F-1071-C230-3301A28EECC3}"/>
              </a:ext>
            </a:extLst>
          </p:cNvPr>
          <p:cNvSpPr txBox="1"/>
          <p:nvPr/>
        </p:nvSpPr>
        <p:spPr>
          <a:xfrm>
            <a:off x="8575184" y="251778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sp>
        <p:nvSpPr>
          <p:cNvPr id="31" name="TextBox 30">
            <a:extLst>
              <a:ext uri="{FF2B5EF4-FFF2-40B4-BE49-F238E27FC236}">
                <a16:creationId xmlns:a16="http://schemas.microsoft.com/office/drawing/2014/main" id="{EFF5A980-319A-C277-729D-C71D2E9C8E93}"/>
              </a:ext>
            </a:extLst>
          </p:cNvPr>
          <p:cNvSpPr txBox="1"/>
          <p:nvPr/>
        </p:nvSpPr>
        <p:spPr>
          <a:xfrm>
            <a:off x="8575184" y="529146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sp>
        <p:nvSpPr>
          <p:cNvPr id="32" name="TextBox 31">
            <a:extLst>
              <a:ext uri="{FF2B5EF4-FFF2-40B4-BE49-F238E27FC236}">
                <a16:creationId xmlns:a16="http://schemas.microsoft.com/office/drawing/2014/main" id="{0FF7DB96-FB26-6B4A-59D9-C757135E45DE}"/>
              </a:ext>
            </a:extLst>
          </p:cNvPr>
          <p:cNvSpPr txBox="1"/>
          <p:nvPr/>
        </p:nvSpPr>
        <p:spPr>
          <a:xfrm>
            <a:off x="1168544" y="251778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sp>
        <p:nvSpPr>
          <p:cNvPr id="33" name="TextBox 32">
            <a:extLst>
              <a:ext uri="{FF2B5EF4-FFF2-40B4-BE49-F238E27FC236}">
                <a16:creationId xmlns:a16="http://schemas.microsoft.com/office/drawing/2014/main" id="{FF6DE7B6-9C97-2369-A244-6605818512A8}"/>
              </a:ext>
            </a:extLst>
          </p:cNvPr>
          <p:cNvSpPr txBox="1"/>
          <p:nvPr/>
        </p:nvSpPr>
        <p:spPr>
          <a:xfrm>
            <a:off x="1168544" y="529146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black">
                    <a:lumMod val="85000"/>
                    <a:lumOff val="1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black">
                  <a:lumMod val="85000"/>
                  <a:lumOff val="15000"/>
                </a:prstClr>
              </a:solidFill>
              <a:latin typeface="Segoe UI"/>
              <a:cs typeface="Arial" panose="020B0604020202020204" pitchFamily="34" charset="0"/>
            </a:endParaRPr>
          </a:p>
        </p:txBody>
      </p:sp>
      <p:pic>
        <p:nvPicPr>
          <p:cNvPr id="37" name="Graphic 36" descr="Flip calendar with solid fill">
            <a:extLst>
              <a:ext uri="{FF2B5EF4-FFF2-40B4-BE49-F238E27FC236}">
                <a16:creationId xmlns:a16="http://schemas.microsoft.com/office/drawing/2014/main" id="{ABA8BFA0-5FCC-13CE-9DF1-BBF7427D89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470636" y="1648219"/>
            <a:ext cx="840815" cy="840815"/>
          </a:xfrm>
          <a:prstGeom prst="rect">
            <a:avLst/>
          </a:prstGeom>
        </p:spPr>
      </p:pic>
      <p:pic>
        <p:nvPicPr>
          <p:cNvPr id="39" name="Graphic 38" descr="Postit Notes with solid fill">
            <a:extLst>
              <a:ext uri="{FF2B5EF4-FFF2-40B4-BE49-F238E27FC236}">
                <a16:creationId xmlns:a16="http://schemas.microsoft.com/office/drawing/2014/main" id="{20084A31-508D-6157-D3DE-F4D7236EC7F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70636" y="4373475"/>
            <a:ext cx="840815" cy="840815"/>
          </a:xfrm>
          <a:prstGeom prst="rect">
            <a:avLst/>
          </a:prstGeom>
        </p:spPr>
      </p:pic>
      <p:pic>
        <p:nvPicPr>
          <p:cNvPr id="41" name="Graphic 40" descr="Good Inventory with solid fill">
            <a:extLst>
              <a:ext uri="{FF2B5EF4-FFF2-40B4-BE49-F238E27FC236}">
                <a16:creationId xmlns:a16="http://schemas.microsoft.com/office/drawing/2014/main" id="{4FFD6596-6396-64DF-8966-ACE75987EB4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880552" y="4373475"/>
            <a:ext cx="840815" cy="840815"/>
          </a:xfrm>
          <a:prstGeom prst="rect">
            <a:avLst/>
          </a:prstGeom>
        </p:spPr>
      </p:pic>
      <p:sp>
        <p:nvSpPr>
          <p:cNvPr id="43" name="Rectangle: Rounded Corners 42">
            <a:extLst>
              <a:ext uri="{FF2B5EF4-FFF2-40B4-BE49-F238E27FC236}">
                <a16:creationId xmlns:a16="http://schemas.microsoft.com/office/drawing/2014/main" id="{4F4F5FA5-0EFE-F237-6F4F-AC0D3D96BDA5}"/>
              </a:ext>
            </a:extLst>
          </p:cNvPr>
          <p:cNvSpPr/>
          <p:nvPr/>
        </p:nvSpPr>
        <p:spPr>
          <a:xfrm>
            <a:off x="4924646" y="3121742"/>
            <a:ext cx="2036542" cy="2036542"/>
          </a:xfrm>
          <a:prstGeom prst="roundRect">
            <a:avLst>
              <a:gd name="adj" fmla="val 34304"/>
            </a:avLst>
          </a:prstGeom>
          <a:solidFill>
            <a:schemeClr val="tx1">
              <a:alpha val="20000"/>
            </a:schemeClr>
          </a:solidFill>
          <a:ln>
            <a:noFill/>
          </a:ln>
          <a:effectLst>
            <a:softEdge rad="342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sp>
        <p:nvSpPr>
          <p:cNvPr id="2" name="Rectangle: Rounded Corners 1">
            <a:extLst>
              <a:ext uri="{FF2B5EF4-FFF2-40B4-BE49-F238E27FC236}">
                <a16:creationId xmlns:a16="http://schemas.microsoft.com/office/drawing/2014/main" id="{01C7DA34-F516-45C8-CBA3-BCC24E24F7BC}"/>
              </a:ext>
            </a:extLst>
          </p:cNvPr>
          <p:cNvSpPr/>
          <p:nvPr/>
        </p:nvSpPr>
        <p:spPr>
          <a:xfrm>
            <a:off x="4924646" y="3121742"/>
            <a:ext cx="2036542" cy="2036542"/>
          </a:xfrm>
          <a:prstGeom prst="roundRect">
            <a:avLst>
              <a:gd name="adj" fmla="val 34304"/>
            </a:avLst>
          </a:prstGeom>
          <a:solidFill>
            <a:schemeClr val="tx1">
              <a:alpha val="20000"/>
            </a:schemeClr>
          </a:solidFill>
          <a:ln>
            <a:noFill/>
          </a:ln>
          <a:effectLst>
            <a:softEdge rad="342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grpSp>
        <p:nvGrpSpPr>
          <p:cNvPr id="3" name="Group 2">
            <a:extLst>
              <a:ext uri="{FF2B5EF4-FFF2-40B4-BE49-F238E27FC236}">
                <a16:creationId xmlns:a16="http://schemas.microsoft.com/office/drawing/2014/main" id="{EF3B1D35-41EC-85B2-1AAC-AD92F1D3466A}"/>
              </a:ext>
            </a:extLst>
          </p:cNvPr>
          <p:cNvGrpSpPr/>
          <p:nvPr/>
        </p:nvGrpSpPr>
        <p:grpSpPr>
          <a:xfrm>
            <a:off x="5325242" y="3088355"/>
            <a:ext cx="1541514" cy="1468644"/>
            <a:chOff x="5323654" y="3088355"/>
            <a:chExt cx="1541514" cy="1468644"/>
          </a:xfrm>
        </p:grpSpPr>
        <p:sp>
          <p:nvSpPr>
            <p:cNvPr id="4" name="Rectangle: Rounded Corners 3">
              <a:extLst>
                <a:ext uri="{FF2B5EF4-FFF2-40B4-BE49-F238E27FC236}">
                  <a16:creationId xmlns:a16="http://schemas.microsoft.com/office/drawing/2014/main" id="{1E5A64BE-3BE9-F8BC-53D9-7441B3E91B9E}"/>
                </a:ext>
              </a:extLst>
            </p:cNvPr>
            <p:cNvSpPr/>
            <p:nvPr/>
          </p:nvSpPr>
          <p:spPr>
            <a:xfrm>
              <a:off x="5360089" y="3088355"/>
              <a:ext cx="1468644" cy="1468644"/>
            </a:xfrm>
            <a:prstGeom prst="roundRect">
              <a:avLst>
                <a:gd name="adj" fmla="val 34304"/>
              </a:avLst>
            </a:prstGeom>
            <a:solidFill>
              <a:schemeClr val="bg1"/>
            </a:solid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sp>
          <p:nvSpPr>
            <p:cNvPr id="13" name="TextBox 12">
              <a:extLst>
                <a:ext uri="{FF2B5EF4-FFF2-40B4-BE49-F238E27FC236}">
                  <a16:creationId xmlns:a16="http://schemas.microsoft.com/office/drawing/2014/main" id="{4A513E7F-9A05-2459-6D68-9F4B3A589D67}"/>
                </a:ext>
              </a:extLst>
            </p:cNvPr>
            <p:cNvSpPr txBox="1"/>
            <p:nvPr/>
          </p:nvSpPr>
          <p:spPr>
            <a:xfrm>
              <a:off x="5323654" y="3379155"/>
              <a:ext cx="1541514" cy="887045"/>
            </a:xfrm>
            <a:prstGeom prst="rect">
              <a:avLst/>
            </a:prstGeom>
            <a:noFill/>
          </p:spPr>
          <p:txBody>
            <a:bodyPr wrap="square" lIns="0" tIns="0" rIns="0" bIns="0" rtlCol="0" anchor="ctr">
              <a:noAutofit/>
            </a:bodyPr>
            <a:lstStyle/>
            <a:p>
              <a:pPr algn="ctr" defTabSz="1218987"/>
              <a:r>
                <a:rPr lang="en-US" sz="3600" b="1">
                  <a:solidFill>
                    <a:prstClr val="black">
                      <a:lumMod val="50000"/>
                      <a:lumOff val="50000"/>
                    </a:prstClr>
                  </a:solidFill>
                  <a:latin typeface="Segoe UI"/>
                </a:rPr>
                <a:t>PDCA</a:t>
              </a:r>
            </a:p>
          </p:txBody>
        </p:sp>
      </p:grpSp>
      <p:sp>
        <p:nvSpPr>
          <p:cNvPr id="26" name="TextBox 25">
            <a:extLst>
              <a:ext uri="{FF2B5EF4-FFF2-40B4-BE49-F238E27FC236}">
                <a16:creationId xmlns:a16="http://schemas.microsoft.com/office/drawing/2014/main" id="{B6E6D96A-D8B7-2FCF-7F5D-F2F98B0E1DAD}"/>
              </a:ext>
            </a:extLst>
          </p:cNvPr>
          <p:cNvSpPr txBox="1"/>
          <p:nvPr/>
        </p:nvSpPr>
        <p:spPr>
          <a:xfrm>
            <a:off x="4754681"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CHECK</a:t>
            </a:r>
          </a:p>
        </p:txBody>
      </p:sp>
      <p:pic>
        <p:nvPicPr>
          <p:cNvPr id="15" name="Graphic 14" descr="Crawl with solid fill">
            <a:extLst>
              <a:ext uri="{FF2B5EF4-FFF2-40B4-BE49-F238E27FC236}">
                <a16:creationId xmlns:a16="http://schemas.microsoft.com/office/drawing/2014/main" id="{E4B9CE4E-3424-8F2A-A063-8385F638E05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p:blipFill>
        <p:spPr>
          <a:xfrm>
            <a:off x="2880552" y="1648219"/>
            <a:ext cx="840815" cy="840815"/>
          </a:xfrm>
          <a:prstGeom prst="rect">
            <a:avLst/>
          </a:prstGeom>
        </p:spPr>
      </p:pic>
    </p:spTree>
    <p:extLst>
      <p:ext uri="{BB962C8B-B14F-4D97-AF65-F5344CB8AC3E}">
        <p14:creationId xmlns:p14="http://schemas.microsoft.com/office/powerpoint/2010/main" val="212982511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F062C5D2-CA05-FA69-52C2-D743E7A7FD3B}"/>
              </a:ext>
            </a:extLst>
          </p:cNvPr>
          <p:cNvSpPr>
            <a:spLocks noGrp="1"/>
          </p:cNvSpPr>
          <p:nvPr>
            <p:ph type="title"/>
          </p:nvPr>
        </p:nvSpPr>
        <p:spPr/>
        <p:txBody>
          <a:bodyPr/>
          <a:lstStyle/>
          <a:p>
            <a:r>
              <a:rPr lang="en-US" b="0" i="0">
                <a:solidFill>
                  <a:schemeClr val="tx1">
                    <a:lumMod val="85000"/>
                    <a:lumOff val="15000"/>
                  </a:schemeClr>
                </a:solidFill>
                <a:effectLst/>
              </a:rPr>
              <a:t>Plan Do Check Act Slide Template</a:t>
            </a:r>
            <a:endParaRPr lang="en-US">
              <a:solidFill>
                <a:schemeClr val="tx1">
                  <a:lumMod val="85000"/>
                  <a:lumOff val="15000"/>
                </a:schemeClr>
              </a:solidFill>
            </a:endParaRPr>
          </a:p>
        </p:txBody>
      </p:sp>
      <p:sp>
        <p:nvSpPr>
          <p:cNvPr id="5" name="Freeform: Shape 4">
            <a:extLst>
              <a:ext uri="{FF2B5EF4-FFF2-40B4-BE49-F238E27FC236}">
                <a16:creationId xmlns:a16="http://schemas.microsoft.com/office/drawing/2014/main" id="{A85BB757-09F4-C6E3-C312-B27247E20975}"/>
              </a:ext>
            </a:extLst>
          </p:cNvPr>
          <p:cNvSpPr/>
          <p:nvPr/>
        </p:nvSpPr>
        <p:spPr>
          <a:xfrm>
            <a:off x="4183646" y="3963671"/>
            <a:ext cx="1771361" cy="1771361"/>
          </a:xfrm>
          <a:custGeom>
            <a:avLst/>
            <a:gdLst>
              <a:gd name="connsiteX0" fmla="*/ 1669828 w 2393346"/>
              <a:gd name="connsiteY0" fmla="*/ 0 h 2393346"/>
              <a:gd name="connsiteX1" fmla="*/ 0 w 2393346"/>
              <a:gd name="connsiteY1" fmla="*/ 0 h 2393346"/>
              <a:gd name="connsiteX2" fmla="*/ 2393347 w 2393346"/>
              <a:gd name="connsiteY2" fmla="*/ 2393347 h 2393346"/>
              <a:gd name="connsiteX3" fmla="*/ 2393347 w 2393346"/>
              <a:gd name="connsiteY3" fmla="*/ 723424 h 2393346"/>
              <a:gd name="connsiteX4" fmla="*/ 1669828 w 2393346"/>
              <a:gd name="connsiteY4" fmla="*/ 0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1669828" y="0"/>
                </a:moveTo>
                <a:lnTo>
                  <a:pt x="0" y="0"/>
                </a:lnTo>
                <a:cubicBezTo>
                  <a:pt x="92964" y="1279017"/>
                  <a:pt x="1114330" y="2300383"/>
                  <a:pt x="2393347" y="2393347"/>
                </a:cubicBezTo>
                <a:lnTo>
                  <a:pt x="2393347" y="723424"/>
                </a:lnTo>
                <a:cubicBezTo>
                  <a:pt x="2030635" y="648272"/>
                  <a:pt x="1745075" y="362617"/>
                  <a:pt x="1669828" y="0"/>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6" name="Freeform: Shape 5">
            <a:extLst>
              <a:ext uri="{FF2B5EF4-FFF2-40B4-BE49-F238E27FC236}">
                <a16:creationId xmlns:a16="http://schemas.microsoft.com/office/drawing/2014/main" id="{5A6B2817-7CC8-AB09-8768-ADA9735B3CEC}"/>
              </a:ext>
            </a:extLst>
          </p:cNvPr>
          <p:cNvSpPr/>
          <p:nvPr/>
        </p:nvSpPr>
        <p:spPr>
          <a:xfrm>
            <a:off x="6236994" y="3963671"/>
            <a:ext cx="1771361" cy="1771291"/>
          </a:xfrm>
          <a:custGeom>
            <a:avLst/>
            <a:gdLst>
              <a:gd name="connsiteX0" fmla="*/ 0 w 2393346"/>
              <a:gd name="connsiteY0" fmla="*/ 723424 h 2393251"/>
              <a:gd name="connsiteX1" fmla="*/ 0 w 2393346"/>
              <a:gd name="connsiteY1" fmla="*/ 2393252 h 2393251"/>
              <a:gd name="connsiteX2" fmla="*/ 2393347 w 2393346"/>
              <a:gd name="connsiteY2" fmla="*/ 0 h 2393251"/>
              <a:gd name="connsiteX3" fmla="*/ 723424 w 2393346"/>
              <a:gd name="connsiteY3" fmla="*/ 0 h 2393251"/>
              <a:gd name="connsiteX4" fmla="*/ 0 w 2393346"/>
              <a:gd name="connsiteY4" fmla="*/ 723424 h 2393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251">
                <a:moveTo>
                  <a:pt x="0" y="723424"/>
                </a:moveTo>
                <a:lnTo>
                  <a:pt x="0" y="2393252"/>
                </a:lnTo>
                <a:cubicBezTo>
                  <a:pt x="1279017" y="2300383"/>
                  <a:pt x="2300383" y="1279017"/>
                  <a:pt x="2393347" y="0"/>
                </a:cubicBezTo>
                <a:lnTo>
                  <a:pt x="723424" y="0"/>
                </a:lnTo>
                <a:cubicBezTo>
                  <a:pt x="648272" y="362617"/>
                  <a:pt x="362617" y="648272"/>
                  <a:pt x="0" y="723424"/>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7" name="Freeform: Shape 6">
            <a:extLst>
              <a:ext uri="{FF2B5EF4-FFF2-40B4-BE49-F238E27FC236}">
                <a16:creationId xmlns:a16="http://schemas.microsoft.com/office/drawing/2014/main" id="{5DB1CBA9-8E63-09C9-47EE-44AF896B57F9}"/>
              </a:ext>
            </a:extLst>
          </p:cNvPr>
          <p:cNvSpPr/>
          <p:nvPr/>
        </p:nvSpPr>
        <p:spPr>
          <a:xfrm>
            <a:off x="4183646" y="1910324"/>
            <a:ext cx="1771361" cy="1771361"/>
          </a:xfrm>
          <a:custGeom>
            <a:avLst/>
            <a:gdLst>
              <a:gd name="connsiteX0" fmla="*/ 2393347 w 2393346"/>
              <a:gd name="connsiteY0" fmla="*/ 1669828 h 2393346"/>
              <a:gd name="connsiteX1" fmla="*/ 2393347 w 2393346"/>
              <a:gd name="connsiteY1" fmla="*/ 0 h 2393346"/>
              <a:gd name="connsiteX2" fmla="*/ 0 w 2393346"/>
              <a:gd name="connsiteY2" fmla="*/ 2393347 h 2393346"/>
              <a:gd name="connsiteX3" fmla="*/ 1669828 w 2393346"/>
              <a:gd name="connsiteY3" fmla="*/ 2393347 h 2393346"/>
              <a:gd name="connsiteX4" fmla="*/ 2393347 w 2393346"/>
              <a:gd name="connsiteY4" fmla="*/ 1669828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346" h="2393346">
                <a:moveTo>
                  <a:pt x="2393347" y="1669828"/>
                </a:moveTo>
                <a:lnTo>
                  <a:pt x="2393347" y="0"/>
                </a:lnTo>
                <a:cubicBezTo>
                  <a:pt x="1114330" y="92964"/>
                  <a:pt x="92964" y="1114330"/>
                  <a:pt x="0" y="2393347"/>
                </a:cubicBezTo>
                <a:lnTo>
                  <a:pt x="1669828" y="2393347"/>
                </a:lnTo>
                <a:cubicBezTo>
                  <a:pt x="1745075" y="2030635"/>
                  <a:pt x="2030635" y="1745075"/>
                  <a:pt x="2393347" y="1669828"/>
                </a:cubicBezTo>
                <a:close/>
              </a:path>
            </a:pathLst>
          </a:custGeom>
          <a:solidFill>
            <a:schemeClr val="accent1"/>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8" name="Freeform: Shape 7">
            <a:extLst>
              <a:ext uri="{FF2B5EF4-FFF2-40B4-BE49-F238E27FC236}">
                <a16:creationId xmlns:a16="http://schemas.microsoft.com/office/drawing/2014/main" id="{4F73DFFA-3897-70D6-4113-59E19CFA7BE2}"/>
              </a:ext>
            </a:extLst>
          </p:cNvPr>
          <p:cNvSpPr/>
          <p:nvPr/>
        </p:nvSpPr>
        <p:spPr>
          <a:xfrm>
            <a:off x="6236993" y="1910324"/>
            <a:ext cx="1771292" cy="1771361"/>
          </a:xfrm>
          <a:custGeom>
            <a:avLst/>
            <a:gdLst>
              <a:gd name="connsiteX0" fmla="*/ 723424 w 2393251"/>
              <a:gd name="connsiteY0" fmla="*/ 2393347 h 2393346"/>
              <a:gd name="connsiteX1" fmla="*/ 2393252 w 2393251"/>
              <a:gd name="connsiteY1" fmla="*/ 2393347 h 2393346"/>
              <a:gd name="connsiteX2" fmla="*/ 0 w 2393251"/>
              <a:gd name="connsiteY2" fmla="*/ 0 h 2393346"/>
              <a:gd name="connsiteX3" fmla="*/ 0 w 2393251"/>
              <a:gd name="connsiteY3" fmla="*/ 1669828 h 2393346"/>
              <a:gd name="connsiteX4" fmla="*/ 723424 w 2393251"/>
              <a:gd name="connsiteY4" fmla="*/ 2393347 h 239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3251" h="2393346">
                <a:moveTo>
                  <a:pt x="723424" y="2393347"/>
                </a:moveTo>
                <a:lnTo>
                  <a:pt x="2393252" y="2393347"/>
                </a:lnTo>
                <a:cubicBezTo>
                  <a:pt x="2300383" y="1114330"/>
                  <a:pt x="1279017" y="92964"/>
                  <a:pt x="0" y="0"/>
                </a:cubicBezTo>
                <a:lnTo>
                  <a:pt x="0" y="1669828"/>
                </a:lnTo>
                <a:cubicBezTo>
                  <a:pt x="362617" y="1745075"/>
                  <a:pt x="648272" y="2030635"/>
                  <a:pt x="723424" y="2393347"/>
                </a:cubicBezTo>
                <a:close/>
              </a:path>
            </a:pathLst>
          </a:custGeom>
          <a:solidFill>
            <a:schemeClr val="bg1">
              <a:lumMod val="75000"/>
            </a:schemeClr>
          </a:solidFill>
          <a:ln w="9525" cap="flat">
            <a:noFill/>
            <a:prstDash val="solid"/>
            <a:miter/>
          </a:ln>
        </p:spPr>
        <p:txBody>
          <a:bodyPr rtlCol="0" anchor="ctr"/>
          <a:lstStyle/>
          <a:p>
            <a:pPr defTabSz="1218987"/>
            <a:endParaRPr lang="en-US" sz="2400">
              <a:solidFill>
                <a:prstClr val="black"/>
              </a:solidFill>
              <a:latin typeface="Segoe UI"/>
            </a:endParaRPr>
          </a:p>
        </p:txBody>
      </p:sp>
      <p:sp>
        <p:nvSpPr>
          <p:cNvPr id="9" name="Freeform: Shape 8">
            <a:extLst>
              <a:ext uri="{FF2B5EF4-FFF2-40B4-BE49-F238E27FC236}">
                <a16:creationId xmlns:a16="http://schemas.microsoft.com/office/drawing/2014/main" id="{7EF761BA-04BC-2C55-4861-683303537388}"/>
              </a:ext>
            </a:extLst>
          </p:cNvPr>
          <p:cNvSpPr/>
          <p:nvPr/>
        </p:nvSpPr>
        <p:spPr>
          <a:xfrm>
            <a:off x="6236994" y="3963670"/>
            <a:ext cx="1980877" cy="1980876"/>
          </a:xfrm>
          <a:custGeom>
            <a:avLst/>
            <a:gdLst>
              <a:gd name="connsiteX0" fmla="*/ 0 w 2676429"/>
              <a:gd name="connsiteY0" fmla="*/ 2676430 h 2676429"/>
              <a:gd name="connsiteX1" fmla="*/ 2676430 w 2676429"/>
              <a:gd name="connsiteY1" fmla="*/ 0 h 2676429"/>
            </a:gdLst>
            <a:ahLst/>
            <a:cxnLst>
              <a:cxn ang="0">
                <a:pos x="connsiteX0" y="connsiteY0"/>
              </a:cxn>
              <a:cxn ang="0">
                <a:pos x="connsiteX1" y="connsiteY1"/>
              </a:cxn>
            </a:cxnLst>
            <a:rect l="l" t="t" r="r" b="b"/>
            <a:pathLst>
              <a:path w="2676429" h="2676429">
                <a:moveTo>
                  <a:pt x="0" y="2676430"/>
                </a:moveTo>
                <a:cubicBezTo>
                  <a:pt x="1435132" y="2582513"/>
                  <a:pt x="2582513" y="1435132"/>
                  <a:pt x="2676430" y="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0" name="Freeform: Shape 9">
            <a:extLst>
              <a:ext uri="{FF2B5EF4-FFF2-40B4-BE49-F238E27FC236}">
                <a16:creationId xmlns:a16="http://schemas.microsoft.com/office/drawing/2014/main" id="{B3F14008-B814-624B-68EE-72643A2853CE}"/>
              </a:ext>
            </a:extLst>
          </p:cNvPr>
          <p:cNvSpPr/>
          <p:nvPr/>
        </p:nvSpPr>
        <p:spPr>
          <a:xfrm>
            <a:off x="6236994" y="1700808"/>
            <a:ext cx="1980877" cy="1980876"/>
          </a:xfrm>
          <a:custGeom>
            <a:avLst/>
            <a:gdLst>
              <a:gd name="connsiteX0" fmla="*/ 2676430 w 2676429"/>
              <a:gd name="connsiteY0" fmla="*/ 2676430 h 2676429"/>
              <a:gd name="connsiteX1" fmla="*/ 0 w 2676429"/>
              <a:gd name="connsiteY1" fmla="*/ 0 h 2676429"/>
            </a:gdLst>
            <a:ahLst/>
            <a:cxnLst>
              <a:cxn ang="0">
                <a:pos x="connsiteX0" y="connsiteY0"/>
              </a:cxn>
              <a:cxn ang="0">
                <a:pos x="connsiteX1" y="connsiteY1"/>
              </a:cxn>
            </a:cxnLst>
            <a:rect l="l" t="t" r="r" b="b"/>
            <a:pathLst>
              <a:path w="2676429" h="2676429">
                <a:moveTo>
                  <a:pt x="2676430" y="2676430"/>
                </a:moveTo>
                <a:cubicBezTo>
                  <a:pt x="2582513" y="1241298"/>
                  <a:pt x="1435132" y="93917"/>
                  <a:pt x="0" y="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1" name="Freeform: Shape 10">
            <a:extLst>
              <a:ext uri="{FF2B5EF4-FFF2-40B4-BE49-F238E27FC236}">
                <a16:creationId xmlns:a16="http://schemas.microsoft.com/office/drawing/2014/main" id="{08E77ED9-17EA-A0C4-F2D9-14FD7171A9E9}"/>
              </a:ext>
            </a:extLst>
          </p:cNvPr>
          <p:cNvSpPr/>
          <p:nvPr/>
        </p:nvSpPr>
        <p:spPr>
          <a:xfrm>
            <a:off x="3974131" y="3963670"/>
            <a:ext cx="1980877" cy="1980876"/>
          </a:xfrm>
          <a:custGeom>
            <a:avLst/>
            <a:gdLst>
              <a:gd name="connsiteX0" fmla="*/ 0 w 2676429"/>
              <a:gd name="connsiteY0" fmla="*/ 0 h 2676429"/>
              <a:gd name="connsiteX1" fmla="*/ 2676430 w 2676429"/>
              <a:gd name="connsiteY1" fmla="*/ 2676430 h 2676429"/>
            </a:gdLst>
            <a:ahLst/>
            <a:cxnLst>
              <a:cxn ang="0">
                <a:pos x="connsiteX0" y="connsiteY0"/>
              </a:cxn>
              <a:cxn ang="0">
                <a:pos x="connsiteX1" y="connsiteY1"/>
              </a:cxn>
            </a:cxnLst>
            <a:rect l="l" t="t" r="r" b="b"/>
            <a:pathLst>
              <a:path w="2676429" h="2676429">
                <a:moveTo>
                  <a:pt x="0" y="0"/>
                </a:moveTo>
                <a:cubicBezTo>
                  <a:pt x="93917" y="1435132"/>
                  <a:pt x="1241298" y="2582513"/>
                  <a:pt x="2676430" y="2676430"/>
                </a:cubicBezTo>
              </a:path>
            </a:pathLst>
          </a:custGeom>
          <a:noFill/>
          <a:ln w="38100" cap="flat">
            <a:solidFill>
              <a:schemeClr val="bg1">
                <a:lumMod val="75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12" name="Freeform: Shape 11">
            <a:extLst>
              <a:ext uri="{FF2B5EF4-FFF2-40B4-BE49-F238E27FC236}">
                <a16:creationId xmlns:a16="http://schemas.microsoft.com/office/drawing/2014/main" id="{2AFFE587-B608-131A-5662-E67B7811FEF4}"/>
              </a:ext>
            </a:extLst>
          </p:cNvPr>
          <p:cNvSpPr/>
          <p:nvPr/>
        </p:nvSpPr>
        <p:spPr>
          <a:xfrm>
            <a:off x="3974131" y="1700808"/>
            <a:ext cx="1980877" cy="1980876"/>
          </a:xfrm>
          <a:custGeom>
            <a:avLst/>
            <a:gdLst>
              <a:gd name="connsiteX0" fmla="*/ 2676430 w 2676429"/>
              <a:gd name="connsiteY0" fmla="*/ 0 h 2676429"/>
              <a:gd name="connsiteX1" fmla="*/ 0 w 2676429"/>
              <a:gd name="connsiteY1" fmla="*/ 2676430 h 2676429"/>
            </a:gdLst>
            <a:ahLst/>
            <a:cxnLst>
              <a:cxn ang="0">
                <a:pos x="connsiteX0" y="connsiteY0"/>
              </a:cxn>
              <a:cxn ang="0">
                <a:pos x="connsiteX1" y="connsiteY1"/>
              </a:cxn>
            </a:cxnLst>
            <a:rect l="l" t="t" r="r" b="b"/>
            <a:pathLst>
              <a:path w="2676429" h="2676429">
                <a:moveTo>
                  <a:pt x="2676430" y="0"/>
                </a:moveTo>
                <a:cubicBezTo>
                  <a:pt x="1241298" y="93917"/>
                  <a:pt x="93917" y="1241298"/>
                  <a:pt x="0" y="2676430"/>
                </a:cubicBezTo>
              </a:path>
            </a:pathLst>
          </a:custGeom>
          <a:noFill/>
          <a:ln w="38100" cap="flat">
            <a:solidFill>
              <a:schemeClr val="accent1">
                <a:lumMod val="60000"/>
                <a:lumOff val="40000"/>
              </a:schemeClr>
            </a:solidFill>
            <a:prstDash val="solid"/>
            <a:miter/>
            <a:headEnd type="triangle" w="lg" len="med"/>
            <a:tailEnd type="none"/>
          </a:ln>
        </p:spPr>
        <p:txBody>
          <a:bodyPr rtlCol="0" anchor="ctr"/>
          <a:lstStyle/>
          <a:p>
            <a:pPr defTabSz="1218987"/>
            <a:endParaRPr lang="en-US" sz="2400">
              <a:solidFill>
                <a:prstClr val="black"/>
              </a:solidFill>
              <a:latin typeface="Segoe UI"/>
            </a:endParaRPr>
          </a:p>
        </p:txBody>
      </p:sp>
      <p:sp>
        <p:nvSpPr>
          <p:cNvPr id="23" name="TextBox 22">
            <a:extLst>
              <a:ext uri="{FF2B5EF4-FFF2-40B4-BE49-F238E27FC236}">
                <a16:creationId xmlns:a16="http://schemas.microsoft.com/office/drawing/2014/main" id="{C1F9D582-D818-353C-BC4C-D599CF40D13A}"/>
              </a:ext>
            </a:extLst>
          </p:cNvPr>
          <p:cNvSpPr txBox="1"/>
          <p:nvPr/>
        </p:nvSpPr>
        <p:spPr>
          <a:xfrm>
            <a:off x="6587529"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PLAN</a:t>
            </a:r>
          </a:p>
        </p:txBody>
      </p:sp>
      <p:sp>
        <p:nvSpPr>
          <p:cNvPr id="24" name="TextBox 23">
            <a:extLst>
              <a:ext uri="{FF2B5EF4-FFF2-40B4-BE49-F238E27FC236}">
                <a16:creationId xmlns:a16="http://schemas.microsoft.com/office/drawing/2014/main" id="{50E41EE2-9A21-94A4-C4AE-DD8C30A6820C}"/>
              </a:ext>
            </a:extLst>
          </p:cNvPr>
          <p:cNvSpPr txBox="1"/>
          <p:nvPr/>
        </p:nvSpPr>
        <p:spPr>
          <a:xfrm>
            <a:off x="6587529"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DO</a:t>
            </a:r>
          </a:p>
        </p:txBody>
      </p:sp>
      <p:sp>
        <p:nvSpPr>
          <p:cNvPr id="25" name="TextBox 24">
            <a:extLst>
              <a:ext uri="{FF2B5EF4-FFF2-40B4-BE49-F238E27FC236}">
                <a16:creationId xmlns:a16="http://schemas.microsoft.com/office/drawing/2014/main" id="{1C22C495-B004-8B60-15E5-AFE3DF1E2515}"/>
              </a:ext>
            </a:extLst>
          </p:cNvPr>
          <p:cNvSpPr txBox="1"/>
          <p:nvPr/>
        </p:nvSpPr>
        <p:spPr>
          <a:xfrm>
            <a:off x="4754681" y="2745299"/>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ACT</a:t>
            </a:r>
          </a:p>
        </p:txBody>
      </p:sp>
      <p:sp>
        <p:nvSpPr>
          <p:cNvPr id="30" name="TextBox 29">
            <a:extLst>
              <a:ext uri="{FF2B5EF4-FFF2-40B4-BE49-F238E27FC236}">
                <a16:creationId xmlns:a16="http://schemas.microsoft.com/office/drawing/2014/main" id="{4B9201CF-527F-1071-C230-3301A28EECC3}"/>
              </a:ext>
            </a:extLst>
          </p:cNvPr>
          <p:cNvSpPr txBox="1"/>
          <p:nvPr/>
        </p:nvSpPr>
        <p:spPr>
          <a:xfrm>
            <a:off x="8575184" y="251778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sp>
        <p:nvSpPr>
          <p:cNvPr id="31" name="TextBox 30">
            <a:extLst>
              <a:ext uri="{FF2B5EF4-FFF2-40B4-BE49-F238E27FC236}">
                <a16:creationId xmlns:a16="http://schemas.microsoft.com/office/drawing/2014/main" id="{EFF5A980-319A-C277-729D-C71D2E9C8E93}"/>
              </a:ext>
            </a:extLst>
          </p:cNvPr>
          <p:cNvSpPr txBox="1"/>
          <p:nvPr/>
        </p:nvSpPr>
        <p:spPr>
          <a:xfrm>
            <a:off x="8575184" y="5291464"/>
            <a:ext cx="2448272" cy="585808"/>
          </a:xfrm>
          <a:prstGeom prst="rect">
            <a:avLst/>
          </a:prstGeom>
          <a:noFill/>
        </p:spPr>
        <p:txBody>
          <a:bodyPr wrap="square" lIns="0" tIns="0" rIns="0" bIns="0" rtlCol="0" anchor="t">
            <a:noAutofit/>
          </a:bodyPr>
          <a:lstStyle/>
          <a:p>
            <a:pP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sp>
        <p:nvSpPr>
          <p:cNvPr id="32" name="TextBox 31">
            <a:extLst>
              <a:ext uri="{FF2B5EF4-FFF2-40B4-BE49-F238E27FC236}">
                <a16:creationId xmlns:a16="http://schemas.microsoft.com/office/drawing/2014/main" id="{0FF7DB96-FB26-6B4A-59D9-C757135E45DE}"/>
              </a:ext>
            </a:extLst>
          </p:cNvPr>
          <p:cNvSpPr txBox="1"/>
          <p:nvPr/>
        </p:nvSpPr>
        <p:spPr>
          <a:xfrm>
            <a:off x="1168544" y="251778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black">
                    <a:lumMod val="85000"/>
                    <a:lumOff val="1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black">
                  <a:lumMod val="85000"/>
                  <a:lumOff val="15000"/>
                </a:prstClr>
              </a:solidFill>
              <a:latin typeface="Segoe UI"/>
              <a:cs typeface="Arial" panose="020B0604020202020204" pitchFamily="34" charset="0"/>
            </a:endParaRPr>
          </a:p>
        </p:txBody>
      </p:sp>
      <p:sp>
        <p:nvSpPr>
          <p:cNvPr id="33" name="TextBox 32">
            <a:extLst>
              <a:ext uri="{FF2B5EF4-FFF2-40B4-BE49-F238E27FC236}">
                <a16:creationId xmlns:a16="http://schemas.microsoft.com/office/drawing/2014/main" id="{FF6DE7B6-9C97-2369-A244-6605818512A8}"/>
              </a:ext>
            </a:extLst>
          </p:cNvPr>
          <p:cNvSpPr txBox="1"/>
          <p:nvPr/>
        </p:nvSpPr>
        <p:spPr>
          <a:xfrm>
            <a:off x="1168544" y="5291464"/>
            <a:ext cx="2448272" cy="585808"/>
          </a:xfrm>
          <a:prstGeom prst="rect">
            <a:avLst/>
          </a:prstGeom>
          <a:noFill/>
        </p:spPr>
        <p:txBody>
          <a:bodyPr wrap="square" lIns="0" tIns="0" rIns="0" bIns="0" rtlCol="0" anchor="t">
            <a:noAutofit/>
          </a:bodyPr>
          <a:lstStyle/>
          <a:p>
            <a:pPr algn="r" defTabSz="1218987">
              <a:lnSpc>
                <a:spcPct val="110000"/>
              </a:lnSpc>
              <a:defRPr/>
            </a:pPr>
            <a:r>
              <a:rPr lang="en-US" sz="1600" kern="0">
                <a:solidFill>
                  <a:prstClr val="white">
                    <a:lumMod val="75000"/>
                  </a:prstClr>
                </a:solidFill>
                <a:latin typeface="Segoe UI" panose="020B0502040204020203" pitchFamily="34" charset="0"/>
                <a:ea typeface="Calibri Light" charset="0"/>
                <a:cs typeface="Segoe UI" panose="020B0502040204020203" pitchFamily="34" charset="0"/>
              </a:rPr>
              <a:t>This is a sample text. Insert your desired text here.</a:t>
            </a:r>
            <a:endParaRPr lang="en-US" sz="1600" kern="0">
              <a:solidFill>
                <a:prstClr val="white">
                  <a:lumMod val="75000"/>
                </a:prstClr>
              </a:solidFill>
              <a:latin typeface="Segoe UI"/>
              <a:cs typeface="Arial" panose="020B0604020202020204" pitchFamily="34" charset="0"/>
            </a:endParaRPr>
          </a:p>
        </p:txBody>
      </p:sp>
      <p:pic>
        <p:nvPicPr>
          <p:cNvPr id="37" name="Graphic 36" descr="Flip calendar with solid fill">
            <a:extLst>
              <a:ext uri="{FF2B5EF4-FFF2-40B4-BE49-F238E27FC236}">
                <a16:creationId xmlns:a16="http://schemas.microsoft.com/office/drawing/2014/main" id="{ABA8BFA0-5FCC-13CE-9DF1-BBF7427D89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470636" y="1648219"/>
            <a:ext cx="840815" cy="840815"/>
          </a:xfrm>
          <a:prstGeom prst="rect">
            <a:avLst/>
          </a:prstGeom>
        </p:spPr>
      </p:pic>
      <p:pic>
        <p:nvPicPr>
          <p:cNvPr id="39" name="Graphic 38" descr="Postit Notes with solid fill">
            <a:extLst>
              <a:ext uri="{FF2B5EF4-FFF2-40B4-BE49-F238E27FC236}">
                <a16:creationId xmlns:a16="http://schemas.microsoft.com/office/drawing/2014/main" id="{20084A31-508D-6157-D3DE-F4D7236EC7F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70636" y="4373475"/>
            <a:ext cx="840815" cy="840815"/>
          </a:xfrm>
          <a:prstGeom prst="rect">
            <a:avLst/>
          </a:prstGeom>
        </p:spPr>
      </p:pic>
      <p:pic>
        <p:nvPicPr>
          <p:cNvPr id="41" name="Graphic 40" descr="Good Inventory with solid fill">
            <a:extLst>
              <a:ext uri="{FF2B5EF4-FFF2-40B4-BE49-F238E27FC236}">
                <a16:creationId xmlns:a16="http://schemas.microsoft.com/office/drawing/2014/main" id="{4FFD6596-6396-64DF-8966-ACE75987EB4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880552" y="4373475"/>
            <a:ext cx="840815" cy="840815"/>
          </a:xfrm>
          <a:prstGeom prst="rect">
            <a:avLst/>
          </a:prstGeom>
        </p:spPr>
      </p:pic>
      <p:sp>
        <p:nvSpPr>
          <p:cNvPr id="43" name="Rectangle: Rounded Corners 42">
            <a:extLst>
              <a:ext uri="{FF2B5EF4-FFF2-40B4-BE49-F238E27FC236}">
                <a16:creationId xmlns:a16="http://schemas.microsoft.com/office/drawing/2014/main" id="{4F4F5FA5-0EFE-F237-6F4F-AC0D3D96BDA5}"/>
              </a:ext>
            </a:extLst>
          </p:cNvPr>
          <p:cNvSpPr/>
          <p:nvPr/>
        </p:nvSpPr>
        <p:spPr>
          <a:xfrm>
            <a:off x="4924646" y="3121742"/>
            <a:ext cx="2036542" cy="2036542"/>
          </a:xfrm>
          <a:prstGeom prst="roundRect">
            <a:avLst>
              <a:gd name="adj" fmla="val 34304"/>
            </a:avLst>
          </a:prstGeom>
          <a:solidFill>
            <a:schemeClr val="tx1">
              <a:alpha val="20000"/>
            </a:schemeClr>
          </a:solidFill>
          <a:ln>
            <a:noFill/>
          </a:ln>
          <a:effectLst>
            <a:softEdge rad="342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sp>
        <p:nvSpPr>
          <p:cNvPr id="2" name="Rectangle: Rounded Corners 1">
            <a:extLst>
              <a:ext uri="{FF2B5EF4-FFF2-40B4-BE49-F238E27FC236}">
                <a16:creationId xmlns:a16="http://schemas.microsoft.com/office/drawing/2014/main" id="{055C9F65-8C77-42E1-CA81-E4DB77928FDB}"/>
              </a:ext>
            </a:extLst>
          </p:cNvPr>
          <p:cNvSpPr/>
          <p:nvPr/>
        </p:nvSpPr>
        <p:spPr>
          <a:xfrm>
            <a:off x="4924646" y="3121742"/>
            <a:ext cx="2036542" cy="2036542"/>
          </a:xfrm>
          <a:prstGeom prst="roundRect">
            <a:avLst>
              <a:gd name="adj" fmla="val 34304"/>
            </a:avLst>
          </a:prstGeom>
          <a:solidFill>
            <a:schemeClr val="tx1">
              <a:alpha val="20000"/>
            </a:schemeClr>
          </a:solidFill>
          <a:ln>
            <a:noFill/>
          </a:ln>
          <a:effectLst>
            <a:softEdge rad="342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grpSp>
        <p:nvGrpSpPr>
          <p:cNvPr id="3" name="Group 2">
            <a:extLst>
              <a:ext uri="{FF2B5EF4-FFF2-40B4-BE49-F238E27FC236}">
                <a16:creationId xmlns:a16="http://schemas.microsoft.com/office/drawing/2014/main" id="{F6C78CBB-CC48-4D44-7C36-A9CD3F2F64C3}"/>
              </a:ext>
            </a:extLst>
          </p:cNvPr>
          <p:cNvGrpSpPr/>
          <p:nvPr/>
        </p:nvGrpSpPr>
        <p:grpSpPr>
          <a:xfrm>
            <a:off x="5325242" y="3088355"/>
            <a:ext cx="1541514" cy="1468644"/>
            <a:chOff x="5323654" y="3088355"/>
            <a:chExt cx="1541514" cy="1468644"/>
          </a:xfrm>
        </p:grpSpPr>
        <p:sp>
          <p:nvSpPr>
            <p:cNvPr id="4" name="Rectangle: Rounded Corners 3">
              <a:extLst>
                <a:ext uri="{FF2B5EF4-FFF2-40B4-BE49-F238E27FC236}">
                  <a16:creationId xmlns:a16="http://schemas.microsoft.com/office/drawing/2014/main" id="{0C2B69A7-507B-16EB-DDCA-1808B49CBCFC}"/>
                </a:ext>
              </a:extLst>
            </p:cNvPr>
            <p:cNvSpPr/>
            <p:nvPr/>
          </p:nvSpPr>
          <p:spPr>
            <a:xfrm>
              <a:off x="5360089" y="3088355"/>
              <a:ext cx="1468644" cy="1468644"/>
            </a:xfrm>
            <a:prstGeom prst="roundRect">
              <a:avLst>
                <a:gd name="adj" fmla="val 34304"/>
              </a:avLst>
            </a:prstGeom>
            <a:solidFill>
              <a:schemeClr val="bg1"/>
            </a:solid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US" sz="2400">
                <a:solidFill>
                  <a:prstClr val="white"/>
                </a:solidFill>
                <a:latin typeface="Segoe UI"/>
              </a:endParaRPr>
            </a:p>
          </p:txBody>
        </p:sp>
        <p:sp>
          <p:nvSpPr>
            <p:cNvPr id="13" name="TextBox 12">
              <a:extLst>
                <a:ext uri="{FF2B5EF4-FFF2-40B4-BE49-F238E27FC236}">
                  <a16:creationId xmlns:a16="http://schemas.microsoft.com/office/drawing/2014/main" id="{22AAB6DF-3417-B996-2434-8EFC850A1738}"/>
                </a:ext>
              </a:extLst>
            </p:cNvPr>
            <p:cNvSpPr txBox="1"/>
            <p:nvPr/>
          </p:nvSpPr>
          <p:spPr>
            <a:xfrm>
              <a:off x="5323654" y="3379155"/>
              <a:ext cx="1541514" cy="887045"/>
            </a:xfrm>
            <a:prstGeom prst="rect">
              <a:avLst/>
            </a:prstGeom>
            <a:noFill/>
          </p:spPr>
          <p:txBody>
            <a:bodyPr wrap="square" lIns="0" tIns="0" rIns="0" bIns="0" rtlCol="0" anchor="ctr">
              <a:noAutofit/>
            </a:bodyPr>
            <a:lstStyle/>
            <a:p>
              <a:pPr algn="ctr" defTabSz="1218987"/>
              <a:r>
                <a:rPr lang="en-US" sz="3600" b="1">
                  <a:solidFill>
                    <a:prstClr val="black">
                      <a:lumMod val="50000"/>
                      <a:lumOff val="50000"/>
                    </a:prstClr>
                  </a:solidFill>
                  <a:latin typeface="Segoe UI"/>
                </a:rPr>
                <a:t>PDCA</a:t>
              </a:r>
            </a:p>
          </p:txBody>
        </p:sp>
      </p:grpSp>
      <p:sp>
        <p:nvSpPr>
          <p:cNvPr id="26" name="TextBox 25">
            <a:extLst>
              <a:ext uri="{FF2B5EF4-FFF2-40B4-BE49-F238E27FC236}">
                <a16:creationId xmlns:a16="http://schemas.microsoft.com/office/drawing/2014/main" id="{B6E6D96A-D8B7-2FCF-7F5D-F2F98B0E1DAD}"/>
              </a:ext>
            </a:extLst>
          </p:cNvPr>
          <p:cNvSpPr txBox="1"/>
          <p:nvPr/>
        </p:nvSpPr>
        <p:spPr>
          <a:xfrm>
            <a:off x="4754681" y="4544801"/>
            <a:ext cx="845512" cy="415938"/>
          </a:xfrm>
          <a:prstGeom prst="rect">
            <a:avLst/>
          </a:prstGeom>
          <a:noFill/>
        </p:spPr>
        <p:txBody>
          <a:bodyPr wrap="square" lIns="0" tIns="0" rIns="0" rtlCol="0" anchor="ctr">
            <a:noAutofit/>
          </a:bodyPr>
          <a:lstStyle/>
          <a:p>
            <a:pPr algn="ctr" defTabSz="1218987"/>
            <a:r>
              <a:rPr lang="en-US">
                <a:solidFill>
                  <a:prstClr val="white"/>
                </a:solidFill>
                <a:latin typeface="Segoe UI Black" panose="020B0A02040204020203" pitchFamily="34" charset="0"/>
                <a:ea typeface="Segoe UI Black" panose="020B0A02040204020203" pitchFamily="34" charset="0"/>
              </a:rPr>
              <a:t>CHECK</a:t>
            </a:r>
          </a:p>
        </p:txBody>
      </p:sp>
      <p:pic>
        <p:nvPicPr>
          <p:cNvPr id="15" name="Graphic 14" descr="Crawl with solid fill">
            <a:extLst>
              <a:ext uri="{FF2B5EF4-FFF2-40B4-BE49-F238E27FC236}">
                <a16:creationId xmlns:a16="http://schemas.microsoft.com/office/drawing/2014/main" id="{5342FC9A-39BD-E816-D459-95029C2FC89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p:blipFill>
        <p:spPr>
          <a:xfrm>
            <a:off x="2880552" y="1648219"/>
            <a:ext cx="840815" cy="840815"/>
          </a:xfrm>
          <a:prstGeom prst="rect">
            <a:avLst/>
          </a:prstGeom>
        </p:spPr>
      </p:pic>
    </p:spTree>
    <p:extLst>
      <p:ext uri="{BB962C8B-B14F-4D97-AF65-F5344CB8AC3E}">
        <p14:creationId xmlns:p14="http://schemas.microsoft.com/office/powerpoint/2010/main" val="341787248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Rectangle: Top Corners Rounded 123">
            <a:extLst>
              <a:ext uri="{FF2B5EF4-FFF2-40B4-BE49-F238E27FC236}">
                <a16:creationId xmlns:a16="http://schemas.microsoft.com/office/drawing/2014/main" id="{A5E782FC-0BA0-C4C1-3E49-FB13EC888ED1}"/>
              </a:ext>
            </a:extLst>
          </p:cNvPr>
          <p:cNvSpPr/>
          <p:nvPr/>
        </p:nvSpPr>
        <p:spPr>
          <a:xfrm>
            <a:off x="0" y="3392488"/>
            <a:ext cx="12192000" cy="3465512"/>
          </a:xfrm>
          <a:prstGeom prst="round2SameRect">
            <a:avLst>
              <a:gd name="adj1" fmla="val 9319"/>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Rectangle: Top Corners Rounded 121">
            <a:extLst>
              <a:ext uri="{FF2B5EF4-FFF2-40B4-BE49-F238E27FC236}">
                <a16:creationId xmlns:a16="http://schemas.microsoft.com/office/drawing/2014/main" id="{60B99FB8-1174-4E5C-3E5E-DAE9CED04241}"/>
              </a:ext>
            </a:extLst>
          </p:cNvPr>
          <p:cNvSpPr/>
          <p:nvPr/>
        </p:nvSpPr>
        <p:spPr>
          <a:xfrm>
            <a:off x="1549400" y="5774788"/>
            <a:ext cx="2997200" cy="304800"/>
          </a:xfrm>
          <a:prstGeom prst="round2SameRect">
            <a:avLst>
              <a:gd name="adj1" fmla="val 0"/>
              <a:gd name="adj2" fmla="val 50000"/>
            </a:avLst>
          </a:prstGeom>
          <a:solidFill>
            <a:srgbClr val="74BD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Rounded Corners 122">
            <a:extLst>
              <a:ext uri="{FF2B5EF4-FFF2-40B4-BE49-F238E27FC236}">
                <a16:creationId xmlns:a16="http://schemas.microsoft.com/office/drawing/2014/main" id="{544BF8CF-720E-A399-9DD1-87A10277D29F}"/>
              </a:ext>
            </a:extLst>
          </p:cNvPr>
          <p:cNvSpPr/>
          <p:nvPr/>
        </p:nvSpPr>
        <p:spPr>
          <a:xfrm>
            <a:off x="563880" y="1859280"/>
            <a:ext cx="4968240" cy="4064000"/>
          </a:xfrm>
          <a:prstGeom prst="roundRect">
            <a:avLst>
              <a:gd name="adj" fmla="val 9275"/>
            </a:avLst>
          </a:prstGeom>
          <a:solidFill>
            <a:schemeClr val="bg1"/>
          </a:solidFill>
          <a:ln>
            <a:noFill/>
          </a:ln>
          <a:effectLst>
            <a:outerShdw blurRad="254000" sx="102000" sy="102000" algn="ctr"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Rectangle: Top Corners Rounded 117">
            <a:extLst>
              <a:ext uri="{FF2B5EF4-FFF2-40B4-BE49-F238E27FC236}">
                <a16:creationId xmlns:a16="http://schemas.microsoft.com/office/drawing/2014/main" id="{744E9071-A534-E396-CAD4-232A761F23AA}"/>
              </a:ext>
            </a:extLst>
          </p:cNvPr>
          <p:cNvSpPr/>
          <p:nvPr/>
        </p:nvSpPr>
        <p:spPr>
          <a:xfrm>
            <a:off x="7437120" y="5774788"/>
            <a:ext cx="2997200" cy="304800"/>
          </a:xfrm>
          <a:prstGeom prst="round2SameRect">
            <a:avLst>
              <a:gd name="adj1" fmla="val 0"/>
              <a:gd name="adj2" fmla="val 50000"/>
            </a:avLst>
          </a:prstGeom>
          <a:solidFill>
            <a:srgbClr val="98DBA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Rounded Corners 20">
            <a:extLst>
              <a:ext uri="{FF2B5EF4-FFF2-40B4-BE49-F238E27FC236}">
                <a16:creationId xmlns:a16="http://schemas.microsoft.com/office/drawing/2014/main" id="{337FADA9-36BD-2110-C6FB-0C9394C12CFA}"/>
              </a:ext>
            </a:extLst>
          </p:cNvPr>
          <p:cNvSpPr/>
          <p:nvPr/>
        </p:nvSpPr>
        <p:spPr>
          <a:xfrm>
            <a:off x="6451600" y="1859280"/>
            <a:ext cx="4968240" cy="4064000"/>
          </a:xfrm>
          <a:prstGeom prst="roundRect">
            <a:avLst>
              <a:gd name="adj" fmla="val 9275"/>
            </a:avLst>
          </a:prstGeom>
          <a:solidFill>
            <a:schemeClr val="bg1"/>
          </a:solidFill>
          <a:ln>
            <a:noFill/>
          </a:ln>
          <a:effectLst>
            <a:outerShdw blurRad="254000" sx="102000" sy="102000" algn="ctr"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ED86C235-C317-C84B-94BA-87AE0E5EFF1B}"/>
              </a:ext>
            </a:extLst>
          </p:cNvPr>
          <p:cNvSpPr/>
          <p:nvPr/>
        </p:nvSpPr>
        <p:spPr>
          <a:xfrm>
            <a:off x="1372200" y="1578530"/>
            <a:ext cx="3351600" cy="586295"/>
          </a:xfrm>
          <a:prstGeom prst="roundRect">
            <a:avLst>
              <a:gd name="adj" fmla="val 50000"/>
            </a:avLst>
          </a:prstGeom>
          <a:solidFill>
            <a:srgbClr val="74BDE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0" rIns="9000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Calibri" panose="020F0502020204030204"/>
                <a:ea typeface="+mn-ea"/>
                <a:cs typeface="+mn-cs"/>
              </a:rPr>
              <a:t>Pros</a:t>
            </a:r>
          </a:p>
        </p:txBody>
      </p:sp>
      <p:sp>
        <p:nvSpPr>
          <p:cNvPr id="9" name="Rectangle: Rounded Corners 8">
            <a:extLst>
              <a:ext uri="{FF2B5EF4-FFF2-40B4-BE49-F238E27FC236}">
                <a16:creationId xmlns:a16="http://schemas.microsoft.com/office/drawing/2014/main" id="{B72F4E21-6023-9075-09BC-3766C83E28CF}"/>
              </a:ext>
            </a:extLst>
          </p:cNvPr>
          <p:cNvSpPr/>
          <p:nvPr/>
        </p:nvSpPr>
        <p:spPr>
          <a:xfrm>
            <a:off x="7260235" y="1578530"/>
            <a:ext cx="3350970" cy="586295"/>
          </a:xfrm>
          <a:prstGeom prst="roundRect">
            <a:avLst>
              <a:gd name="adj" fmla="val 50000"/>
            </a:avLst>
          </a:prstGeom>
          <a:solidFill>
            <a:srgbClr val="98DBA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0" rIns="9000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Calibri" panose="020F0502020204030204"/>
                <a:ea typeface="+mn-ea"/>
                <a:cs typeface="+mn-cs"/>
              </a:rPr>
              <a:t>Cons</a:t>
            </a:r>
          </a:p>
        </p:txBody>
      </p:sp>
      <p:sp>
        <p:nvSpPr>
          <p:cNvPr id="2" name="Title 1">
            <a:extLst>
              <a:ext uri="{FF2B5EF4-FFF2-40B4-BE49-F238E27FC236}">
                <a16:creationId xmlns:a16="http://schemas.microsoft.com/office/drawing/2014/main" id="{E0E06882-E379-11BC-54AB-34D0B79A6E05}"/>
              </a:ext>
            </a:extLst>
          </p:cNvPr>
          <p:cNvSpPr>
            <a:spLocks noGrp="1"/>
          </p:cNvSpPr>
          <p:nvPr>
            <p:ph type="title"/>
          </p:nvPr>
        </p:nvSpPr>
        <p:spPr>
          <a:xfrm>
            <a:off x="641503" y="409006"/>
            <a:ext cx="10778337" cy="968375"/>
          </a:xfrm>
        </p:spPr>
        <p:txBody>
          <a:bodyPr/>
          <a:lstStyle/>
          <a:p>
            <a:r>
              <a:rPr lang="en-ID" dirty="0"/>
              <a:t>Tech Pros And Cons</a:t>
            </a:r>
          </a:p>
        </p:txBody>
      </p:sp>
      <p:sp>
        <p:nvSpPr>
          <p:cNvPr id="25" name="TextBox 24">
            <a:extLst>
              <a:ext uri="{FF2B5EF4-FFF2-40B4-BE49-F238E27FC236}">
                <a16:creationId xmlns:a16="http://schemas.microsoft.com/office/drawing/2014/main" id="{96FFF774-74E4-3BD5-337B-CEC5B13CFF61}"/>
              </a:ext>
            </a:extLst>
          </p:cNvPr>
          <p:cNvSpPr txBox="1"/>
          <p:nvPr/>
        </p:nvSpPr>
        <p:spPr>
          <a:xfrm>
            <a:off x="763800" y="2673678"/>
            <a:ext cx="4567830" cy="547042"/>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vel</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7999F5D9-1832-C932-D17C-32E991D3E639}"/>
              </a:ext>
            </a:extLst>
          </p:cNvPr>
          <p:cNvSpPr txBox="1"/>
          <p:nvPr/>
        </p:nvSpPr>
        <p:spPr>
          <a:xfrm>
            <a:off x="763800" y="2366450"/>
            <a:ext cx="4568400" cy="307777"/>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sp>
        <p:nvSpPr>
          <p:cNvPr id="54" name="TextBox 53">
            <a:extLst>
              <a:ext uri="{FF2B5EF4-FFF2-40B4-BE49-F238E27FC236}">
                <a16:creationId xmlns:a16="http://schemas.microsoft.com/office/drawing/2014/main" id="{13A353D6-F242-8A3E-7FEC-93215E022784}"/>
              </a:ext>
            </a:extLst>
          </p:cNvPr>
          <p:cNvSpPr txBox="1"/>
          <p:nvPr/>
        </p:nvSpPr>
        <p:spPr>
          <a:xfrm>
            <a:off x="763800" y="3915772"/>
            <a:ext cx="4567830" cy="547042"/>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vel</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103" name="TextBox 102">
            <a:extLst>
              <a:ext uri="{FF2B5EF4-FFF2-40B4-BE49-F238E27FC236}">
                <a16:creationId xmlns:a16="http://schemas.microsoft.com/office/drawing/2014/main" id="{E0CF0B84-ED3F-4B41-A90B-D1CA65EFD205}"/>
              </a:ext>
            </a:extLst>
          </p:cNvPr>
          <p:cNvSpPr txBox="1"/>
          <p:nvPr/>
        </p:nvSpPr>
        <p:spPr>
          <a:xfrm>
            <a:off x="763800" y="3608544"/>
            <a:ext cx="4568400" cy="307777"/>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sp>
        <p:nvSpPr>
          <p:cNvPr id="107" name="TextBox 106">
            <a:extLst>
              <a:ext uri="{FF2B5EF4-FFF2-40B4-BE49-F238E27FC236}">
                <a16:creationId xmlns:a16="http://schemas.microsoft.com/office/drawing/2014/main" id="{F7007563-790F-D8CC-F789-8A81E6DC4E18}"/>
              </a:ext>
            </a:extLst>
          </p:cNvPr>
          <p:cNvSpPr txBox="1"/>
          <p:nvPr/>
        </p:nvSpPr>
        <p:spPr>
          <a:xfrm>
            <a:off x="763800" y="5157866"/>
            <a:ext cx="4567830" cy="547042"/>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vel</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108" name="TextBox 107">
            <a:extLst>
              <a:ext uri="{FF2B5EF4-FFF2-40B4-BE49-F238E27FC236}">
                <a16:creationId xmlns:a16="http://schemas.microsoft.com/office/drawing/2014/main" id="{EFF125D1-D90F-FE05-69F1-9E65F7C60FCA}"/>
              </a:ext>
            </a:extLst>
          </p:cNvPr>
          <p:cNvSpPr txBox="1"/>
          <p:nvPr/>
        </p:nvSpPr>
        <p:spPr>
          <a:xfrm>
            <a:off x="763800" y="4850638"/>
            <a:ext cx="4568400" cy="307777"/>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sp>
        <p:nvSpPr>
          <p:cNvPr id="110" name="TextBox 109">
            <a:extLst>
              <a:ext uri="{FF2B5EF4-FFF2-40B4-BE49-F238E27FC236}">
                <a16:creationId xmlns:a16="http://schemas.microsoft.com/office/drawing/2014/main" id="{746CAB42-A640-8CB1-1AFF-1FE2AB99B8F6}"/>
              </a:ext>
            </a:extLst>
          </p:cNvPr>
          <p:cNvSpPr txBox="1"/>
          <p:nvPr/>
        </p:nvSpPr>
        <p:spPr>
          <a:xfrm>
            <a:off x="6686244" y="2673678"/>
            <a:ext cx="4567830" cy="547042"/>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vel</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111" name="TextBox 110">
            <a:extLst>
              <a:ext uri="{FF2B5EF4-FFF2-40B4-BE49-F238E27FC236}">
                <a16:creationId xmlns:a16="http://schemas.microsoft.com/office/drawing/2014/main" id="{2E7A3A76-E1F2-E608-FB5E-66D7DD61204C}"/>
              </a:ext>
            </a:extLst>
          </p:cNvPr>
          <p:cNvSpPr txBox="1"/>
          <p:nvPr/>
        </p:nvSpPr>
        <p:spPr>
          <a:xfrm>
            <a:off x="6686244" y="2366450"/>
            <a:ext cx="4568400" cy="307777"/>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sp>
        <p:nvSpPr>
          <p:cNvPr id="113" name="TextBox 112">
            <a:extLst>
              <a:ext uri="{FF2B5EF4-FFF2-40B4-BE49-F238E27FC236}">
                <a16:creationId xmlns:a16="http://schemas.microsoft.com/office/drawing/2014/main" id="{F3FC1DD0-EADA-FDC3-CA1F-F21D2610A77C}"/>
              </a:ext>
            </a:extLst>
          </p:cNvPr>
          <p:cNvSpPr txBox="1"/>
          <p:nvPr/>
        </p:nvSpPr>
        <p:spPr>
          <a:xfrm>
            <a:off x="6686244" y="3915772"/>
            <a:ext cx="4567830" cy="547042"/>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vel</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114" name="TextBox 113">
            <a:extLst>
              <a:ext uri="{FF2B5EF4-FFF2-40B4-BE49-F238E27FC236}">
                <a16:creationId xmlns:a16="http://schemas.microsoft.com/office/drawing/2014/main" id="{73F18892-4D40-4794-76B9-9DABEAD46359}"/>
              </a:ext>
            </a:extLst>
          </p:cNvPr>
          <p:cNvSpPr txBox="1"/>
          <p:nvPr/>
        </p:nvSpPr>
        <p:spPr>
          <a:xfrm>
            <a:off x="6686244" y="3608544"/>
            <a:ext cx="4568400" cy="307777"/>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sp>
        <p:nvSpPr>
          <p:cNvPr id="116" name="TextBox 115">
            <a:extLst>
              <a:ext uri="{FF2B5EF4-FFF2-40B4-BE49-F238E27FC236}">
                <a16:creationId xmlns:a16="http://schemas.microsoft.com/office/drawing/2014/main" id="{A07FA50E-CFA0-3F2E-13B0-7CDF27DF4CC3}"/>
              </a:ext>
            </a:extLst>
          </p:cNvPr>
          <p:cNvSpPr txBox="1"/>
          <p:nvPr/>
        </p:nvSpPr>
        <p:spPr>
          <a:xfrm>
            <a:off x="6686244" y="5157866"/>
            <a:ext cx="4567830" cy="547042"/>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vel</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117" name="TextBox 116">
            <a:extLst>
              <a:ext uri="{FF2B5EF4-FFF2-40B4-BE49-F238E27FC236}">
                <a16:creationId xmlns:a16="http://schemas.microsoft.com/office/drawing/2014/main" id="{CDE9DD7C-16B9-2745-1A1A-C0DED16FE94F}"/>
              </a:ext>
            </a:extLst>
          </p:cNvPr>
          <p:cNvSpPr txBox="1"/>
          <p:nvPr/>
        </p:nvSpPr>
        <p:spPr>
          <a:xfrm>
            <a:off x="6686244" y="4850638"/>
            <a:ext cx="4568400" cy="307777"/>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sp>
        <p:nvSpPr>
          <p:cNvPr id="119" name="Oval 118">
            <a:extLst>
              <a:ext uri="{FF2B5EF4-FFF2-40B4-BE49-F238E27FC236}">
                <a16:creationId xmlns:a16="http://schemas.microsoft.com/office/drawing/2014/main" id="{90FA2B3B-B1CB-7C03-0156-C27F0F9326C5}"/>
              </a:ext>
            </a:extLst>
          </p:cNvPr>
          <p:cNvSpPr/>
          <p:nvPr/>
        </p:nvSpPr>
        <p:spPr>
          <a:xfrm>
            <a:off x="7344721" y="1630966"/>
            <a:ext cx="481422" cy="48142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Oval 119">
            <a:extLst>
              <a:ext uri="{FF2B5EF4-FFF2-40B4-BE49-F238E27FC236}">
                <a16:creationId xmlns:a16="http://schemas.microsoft.com/office/drawing/2014/main" id="{0306C1EE-39ED-A6B2-F49C-C6A8BFF9D431}"/>
              </a:ext>
            </a:extLst>
          </p:cNvPr>
          <p:cNvSpPr/>
          <p:nvPr/>
        </p:nvSpPr>
        <p:spPr>
          <a:xfrm>
            <a:off x="1441761" y="1630966"/>
            <a:ext cx="481422" cy="48142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6" name="Straight Connector 125">
            <a:extLst>
              <a:ext uri="{FF2B5EF4-FFF2-40B4-BE49-F238E27FC236}">
                <a16:creationId xmlns:a16="http://schemas.microsoft.com/office/drawing/2014/main" id="{C458AB9F-C870-4057-32DB-D2A4075EDD45}"/>
              </a:ext>
            </a:extLst>
          </p:cNvPr>
          <p:cNvCxnSpPr>
            <a:cxnSpLocks/>
          </p:cNvCxnSpPr>
          <p:nvPr/>
        </p:nvCxnSpPr>
        <p:spPr>
          <a:xfrm>
            <a:off x="972659" y="3414632"/>
            <a:ext cx="4150682"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9C0F290A-5D1A-C41A-1EFD-867E47DF49FC}"/>
              </a:ext>
            </a:extLst>
          </p:cNvPr>
          <p:cNvCxnSpPr>
            <a:cxnSpLocks/>
          </p:cNvCxnSpPr>
          <p:nvPr/>
        </p:nvCxnSpPr>
        <p:spPr>
          <a:xfrm>
            <a:off x="972659" y="4656726"/>
            <a:ext cx="4150682"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D9581282-A610-EC5E-2308-E668EC8731E5}"/>
              </a:ext>
            </a:extLst>
          </p:cNvPr>
          <p:cNvCxnSpPr>
            <a:cxnSpLocks/>
          </p:cNvCxnSpPr>
          <p:nvPr/>
        </p:nvCxnSpPr>
        <p:spPr>
          <a:xfrm>
            <a:off x="6860379" y="3414632"/>
            <a:ext cx="4150682"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8F3499E8-F111-7E58-C37D-F4470BD503B3}"/>
              </a:ext>
            </a:extLst>
          </p:cNvPr>
          <p:cNvCxnSpPr>
            <a:cxnSpLocks/>
          </p:cNvCxnSpPr>
          <p:nvPr/>
        </p:nvCxnSpPr>
        <p:spPr>
          <a:xfrm>
            <a:off x="6860379" y="4656726"/>
            <a:ext cx="4150682"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pic>
        <p:nvPicPr>
          <p:cNvPr id="131" name="Graphic 130" descr="Badge Cross outline">
            <a:extLst>
              <a:ext uri="{FF2B5EF4-FFF2-40B4-BE49-F238E27FC236}">
                <a16:creationId xmlns:a16="http://schemas.microsoft.com/office/drawing/2014/main" id="{258427E0-10FB-8DE6-305F-EE0ED6A9AFB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391535" y="1677780"/>
            <a:ext cx="387795" cy="387795"/>
          </a:xfrm>
          <a:prstGeom prst="rect">
            <a:avLst/>
          </a:prstGeom>
        </p:spPr>
      </p:pic>
      <p:pic>
        <p:nvPicPr>
          <p:cNvPr id="133" name="Graphic 132" descr="Badge Tick1 outline">
            <a:extLst>
              <a:ext uri="{FF2B5EF4-FFF2-40B4-BE49-F238E27FC236}">
                <a16:creationId xmlns:a16="http://schemas.microsoft.com/office/drawing/2014/main" id="{30054D2C-531C-2DCA-F3C7-D0791644CFB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488575" y="1677780"/>
            <a:ext cx="387795" cy="387795"/>
          </a:xfrm>
          <a:prstGeom prst="rect">
            <a:avLst/>
          </a:prstGeom>
        </p:spPr>
      </p:pic>
    </p:spTree>
    <p:extLst>
      <p:ext uri="{BB962C8B-B14F-4D97-AF65-F5344CB8AC3E}">
        <p14:creationId xmlns:p14="http://schemas.microsoft.com/office/powerpoint/2010/main" val="12484901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2BFAE1-45D3-4B3B-81D2-0BF25FA84FB8}"/>
              </a:ext>
            </a:extLst>
          </p:cNvPr>
          <p:cNvSpPr>
            <a:spLocks noGrp="1"/>
          </p:cNvSpPr>
          <p:nvPr>
            <p:ph type="title"/>
          </p:nvPr>
        </p:nvSpPr>
        <p:spPr/>
        <p:txBody>
          <a:bodyPr/>
          <a:lstStyle/>
          <a:p>
            <a:r>
              <a:rPr lang="en-US" dirty="0"/>
              <a:t>Double Loop Process – Slide Template</a:t>
            </a:r>
          </a:p>
        </p:txBody>
      </p:sp>
      <p:sp>
        <p:nvSpPr>
          <p:cNvPr id="26" name="Circle">
            <a:extLst>
              <a:ext uri="{FF2B5EF4-FFF2-40B4-BE49-F238E27FC236}">
                <a16:creationId xmlns:a16="http://schemas.microsoft.com/office/drawing/2014/main" id="{F4698379-1CBF-4A2B-86BB-222009B56DBF}"/>
              </a:ext>
            </a:extLst>
          </p:cNvPr>
          <p:cNvSpPr/>
          <p:nvPr/>
        </p:nvSpPr>
        <p:spPr>
          <a:xfrm>
            <a:off x="7073254" y="3254227"/>
            <a:ext cx="896214" cy="896214"/>
          </a:xfrm>
          <a:prstGeom prst="ellipse">
            <a:avLst/>
          </a:prstGeom>
          <a:solidFill>
            <a:schemeClr val="accent5"/>
          </a:solidFill>
          <a:ln w="12700">
            <a:miter lim="400000"/>
          </a:ln>
        </p:spPr>
        <p:txBody>
          <a:bodyPr lIns="28575" tIns="28575" rIns="28575" bIns="28575" anchor="ctr"/>
          <a:lstStyle/>
          <a:p>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27" name="Circle">
            <a:extLst>
              <a:ext uri="{FF2B5EF4-FFF2-40B4-BE49-F238E27FC236}">
                <a16:creationId xmlns:a16="http://schemas.microsoft.com/office/drawing/2014/main" id="{9B8C491F-6446-499F-82D6-56BEAD996BF2}"/>
              </a:ext>
            </a:extLst>
          </p:cNvPr>
          <p:cNvSpPr/>
          <p:nvPr/>
        </p:nvSpPr>
        <p:spPr>
          <a:xfrm>
            <a:off x="4238204" y="3254227"/>
            <a:ext cx="896214" cy="896214"/>
          </a:xfrm>
          <a:prstGeom prst="ellipse">
            <a:avLst/>
          </a:prstGeom>
          <a:solidFill>
            <a:schemeClr val="accent6"/>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30" name="Freeform: Shape 29">
            <a:extLst>
              <a:ext uri="{FF2B5EF4-FFF2-40B4-BE49-F238E27FC236}">
                <a16:creationId xmlns:a16="http://schemas.microsoft.com/office/drawing/2014/main" id="{67BC6A6A-348D-4358-A3EC-99B5BD65DDDC}"/>
              </a:ext>
            </a:extLst>
          </p:cNvPr>
          <p:cNvSpPr/>
          <p:nvPr/>
        </p:nvSpPr>
        <p:spPr>
          <a:xfrm>
            <a:off x="1524000" y="2544612"/>
            <a:ext cx="4384782" cy="2378117"/>
          </a:xfrm>
          <a:custGeom>
            <a:avLst/>
            <a:gdLst>
              <a:gd name="connsiteX0" fmla="*/ 3163741 w 4384782"/>
              <a:gd name="connsiteY0" fmla="*/ 0 h 2378117"/>
              <a:gd name="connsiteX1" fmla="*/ 4028195 w 4384782"/>
              <a:gd name="connsiteY1" fmla="*/ 337441 h 2378117"/>
              <a:gd name="connsiteX2" fmla="*/ 4062692 w 4384782"/>
              <a:gd name="connsiteY2" fmla="*/ 369381 h 2378117"/>
              <a:gd name="connsiteX3" fmla="*/ 4286401 w 4384782"/>
              <a:gd name="connsiteY3" fmla="*/ 1655267 h 2378117"/>
              <a:gd name="connsiteX4" fmla="*/ 4261834 w 4384782"/>
              <a:gd name="connsiteY4" fmla="*/ 1711883 h 2378117"/>
              <a:gd name="connsiteX5" fmla="*/ 4256868 w 4384782"/>
              <a:gd name="connsiteY5" fmla="*/ 1719147 h 2378117"/>
              <a:gd name="connsiteX6" fmla="*/ 3523381 w 4384782"/>
              <a:gd name="connsiteY6" fmla="*/ 2370717 h 2378117"/>
              <a:gd name="connsiteX7" fmla="*/ 3447617 w 4384782"/>
              <a:gd name="connsiteY7" fmla="*/ 2376605 h 2378117"/>
              <a:gd name="connsiteX8" fmla="*/ 3447617 w 4384782"/>
              <a:gd name="connsiteY8" fmla="*/ 2378117 h 2378117"/>
              <a:gd name="connsiteX9" fmla="*/ 3428154 w 4384782"/>
              <a:gd name="connsiteY9" fmla="*/ 2378117 h 2378117"/>
              <a:gd name="connsiteX10" fmla="*/ 3357069 w 4384782"/>
              <a:gd name="connsiteY10" fmla="*/ 2378117 h 2378117"/>
              <a:gd name="connsiteX11" fmla="*/ 0 w 4384782"/>
              <a:gd name="connsiteY11" fmla="*/ 2378117 h 2378117"/>
              <a:gd name="connsiteX12" fmla="*/ 0 w 4384782"/>
              <a:gd name="connsiteY12" fmla="*/ 1773340 h 2378117"/>
              <a:gd name="connsiteX13" fmla="*/ 2093221 w 4384782"/>
              <a:gd name="connsiteY13" fmla="*/ 1773340 h 2378117"/>
              <a:gd name="connsiteX14" fmla="*/ 3039801 w 4384782"/>
              <a:gd name="connsiteY14" fmla="*/ 1773340 h 2378117"/>
              <a:gd name="connsiteX15" fmla="*/ 3059401 w 4384782"/>
              <a:gd name="connsiteY15" fmla="*/ 1773340 h 2378117"/>
              <a:gd name="connsiteX16" fmla="*/ 3265861 w 4384782"/>
              <a:gd name="connsiteY16" fmla="*/ 1773340 h 2378117"/>
              <a:gd name="connsiteX17" fmla="*/ 3728174 w 4384782"/>
              <a:gd name="connsiteY17" fmla="*/ 1424195 h 2378117"/>
              <a:gd name="connsiteX18" fmla="*/ 3779920 w 4384782"/>
              <a:gd name="connsiteY18" fmla="*/ 1131550 h 2378117"/>
              <a:gd name="connsiteX19" fmla="*/ 3165244 w 4384782"/>
              <a:gd name="connsiteY19" fmla="*/ 541532 h 2378117"/>
              <a:gd name="connsiteX20" fmla="*/ 2565203 w 4384782"/>
              <a:gd name="connsiteY20" fmla="*/ 1018551 h 2378117"/>
              <a:gd name="connsiteX21" fmla="*/ 2599701 w 4384782"/>
              <a:gd name="connsiteY21" fmla="*/ 1424195 h 2378117"/>
              <a:gd name="connsiteX22" fmla="*/ 2776629 w 4384782"/>
              <a:gd name="connsiteY22" fmla="*/ 1670027 h 2378117"/>
              <a:gd name="connsiteX23" fmla="*/ 2046440 w 4384782"/>
              <a:gd name="connsiteY23" fmla="*/ 1670027 h 2378117"/>
              <a:gd name="connsiteX24" fmla="*/ 2039123 w 4384782"/>
              <a:gd name="connsiteY24" fmla="*/ 1655267 h 2378117"/>
              <a:gd name="connsiteX25" fmla="*/ 2262831 w 4384782"/>
              <a:gd name="connsiteY25" fmla="*/ 369381 h 2378117"/>
              <a:gd name="connsiteX26" fmla="*/ 2297329 w 4384782"/>
              <a:gd name="connsiteY26" fmla="*/ 337441 h 2378117"/>
              <a:gd name="connsiteX27" fmla="*/ 3163741 w 4384782"/>
              <a:gd name="connsiteY27" fmla="*/ 0 h 237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384782" h="2378117">
                <a:moveTo>
                  <a:pt x="3163741" y="0"/>
                </a:moveTo>
                <a:cubicBezTo>
                  <a:pt x="3475065" y="0"/>
                  <a:pt x="3786061" y="112480"/>
                  <a:pt x="4028195" y="337441"/>
                </a:cubicBezTo>
                <a:cubicBezTo>
                  <a:pt x="4040478" y="347243"/>
                  <a:pt x="4050147" y="359580"/>
                  <a:pt x="4062692" y="369381"/>
                </a:cubicBezTo>
                <a:cubicBezTo>
                  <a:pt x="4387017" y="691544"/>
                  <a:pt x="4475612" y="1197966"/>
                  <a:pt x="4286401" y="1655267"/>
                </a:cubicBezTo>
                <a:cubicBezTo>
                  <a:pt x="4278821" y="1674985"/>
                  <a:pt x="4269151" y="1694586"/>
                  <a:pt x="4261834" y="1711883"/>
                </a:cubicBezTo>
                <a:cubicBezTo>
                  <a:pt x="4259221" y="1716726"/>
                  <a:pt x="4256868" y="1719147"/>
                  <a:pt x="4256868" y="1719147"/>
                </a:cubicBezTo>
                <a:cubicBezTo>
                  <a:pt x="4256868" y="1719147"/>
                  <a:pt x="3986748" y="2298320"/>
                  <a:pt x="3523381" y="2370717"/>
                </a:cubicBezTo>
                <a:lnTo>
                  <a:pt x="3447617" y="2376605"/>
                </a:lnTo>
                <a:lnTo>
                  <a:pt x="3447617" y="2378117"/>
                </a:lnTo>
                <a:lnTo>
                  <a:pt x="3428154" y="2378117"/>
                </a:lnTo>
                <a:cubicBezTo>
                  <a:pt x="3401236" y="2378117"/>
                  <a:pt x="3379022" y="2378117"/>
                  <a:pt x="3357069" y="2378117"/>
                </a:cubicBezTo>
                <a:lnTo>
                  <a:pt x="0" y="2378117"/>
                </a:lnTo>
                <a:lnTo>
                  <a:pt x="0" y="1773340"/>
                </a:lnTo>
                <a:lnTo>
                  <a:pt x="2093221" y="1773340"/>
                </a:lnTo>
                <a:lnTo>
                  <a:pt x="3039801" y="1773340"/>
                </a:lnTo>
                <a:cubicBezTo>
                  <a:pt x="3047118" y="1773340"/>
                  <a:pt x="3054435" y="1773340"/>
                  <a:pt x="3059401" y="1773340"/>
                </a:cubicBezTo>
                <a:lnTo>
                  <a:pt x="3265861" y="1773340"/>
                </a:lnTo>
                <a:cubicBezTo>
                  <a:pt x="3339821" y="1773340"/>
                  <a:pt x="3595412" y="1746244"/>
                  <a:pt x="3728174" y="1424195"/>
                </a:cubicBezTo>
                <a:cubicBezTo>
                  <a:pt x="3762672" y="1343020"/>
                  <a:pt x="3784624" y="1237286"/>
                  <a:pt x="3779920" y="1131550"/>
                </a:cubicBezTo>
                <a:cubicBezTo>
                  <a:pt x="3767637" y="804543"/>
                  <a:pt x="3497148" y="541532"/>
                  <a:pt x="3165244" y="541532"/>
                </a:cubicBezTo>
                <a:cubicBezTo>
                  <a:pt x="2872541" y="541532"/>
                  <a:pt x="2626619" y="745623"/>
                  <a:pt x="2565203" y="1018551"/>
                </a:cubicBezTo>
                <a:cubicBezTo>
                  <a:pt x="2528355" y="1161069"/>
                  <a:pt x="2552920" y="1311081"/>
                  <a:pt x="2599701" y="1424195"/>
                </a:cubicBezTo>
                <a:cubicBezTo>
                  <a:pt x="2646481" y="1539731"/>
                  <a:pt x="2710249" y="1618370"/>
                  <a:pt x="2776629" y="1670027"/>
                </a:cubicBezTo>
                <a:lnTo>
                  <a:pt x="2046440" y="1670027"/>
                </a:lnTo>
                <a:cubicBezTo>
                  <a:pt x="2044089" y="1665068"/>
                  <a:pt x="2041474" y="1660226"/>
                  <a:pt x="2039123" y="1655267"/>
                </a:cubicBezTo>
                <a:cubicBezTo>
                  <a:pt x="1849911" y="1197966"/>
                  <a:pt x="1938245" y="693966"/>
                  <a:pt x="2262831" y="369381"/>
                </a:cubicBezTo>
                <a:cubicBezTo>
                  <a:pt x="2275115" y="359580"/>
                  <a:pt x="2285045" y="347243"/>
                  <a:pt x="2297329" y="337441"/>
                </a:cubicBezTo>
                <a:cubicBezTo>
                  <a:pt x="2540768" y="112480"/>
                  <a:pt x="2852418" y="0"/>
                  <a:pt x="3163741" y="0"/>
                </a:cubicBezTo>
                <a:close/>
              </a:path>
            </a:pathLst>
          </a:custGeom>
          <a:solidFill>
            <a:srgbClr val="8D9091"/>
          </a:solidFill>
          <a:ln w="12700">
            <a:miter lim="400000"/>
          </a:ln>
        </p:spPr>
        <p:txBody>
          <a:bodyPr wrap="square" lIns="28575" tIns="28575" rIns="28575" bIns="28575" anchor="ctr">
            <a:noAutofit/>
          </a:bodyP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31" name="Freeform: Shape 30">
            <a:extLst>
              <a:ext uri="{FF2B5EF4-FFF2-40B4-BE49-F238E27FC236}">
                <a16:creationId xmlns:a16="http://schemas.microsoft.com/office/drawing/2014/main" id="{5F6F39DC-0DB7-4751-AD92-F02BEAB8F911}"/>
              </a:ext>
            </a:extLst>
          </p:cNvPr>
          <p:cNvSpPr/>
          <p:nvPr/>
        </p:nvSpPr>
        <p:spPr>
          <a:xfrm>
            <a:off x="8148292" y="4317915"/>
            <a:ext cx="2519708" cy="604814"/>
          </a:xfrm>
          <a:custGeom>
            <a:avLst/>
            <a:gdLst>
              <a:gd name="connsiteX0" fmla="*/ 538371 w 2519708"/>
              <a:gd name="connsiteY0" fmla="*/ 0 h 604814"/>
              <a:gd name="connsiteX1" fmla="*/ 2519708 w 2519708"/>
              <a:gd name="connsiteY1" fmla="*/ 0 h 604814"/>
              <a:gd name="connsiteX2" fmla="*/ 2519708 w 2519708"/>
              <a:gd name="connsiteY2" fmla="*/ 604814 h 604814"/>
              <a:gd name="connsiteX3" fmla="*/ 0 w 2519708"/>
              <a:gd name="connsiteY3" fmla="*/ 604814 h 604814"/>
              <a:gd name="connsiteX4" fmla="*/ 538371 w 2519708"/>
              <a:gd name="connsiteY4" fmla="*/ 0 h 604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9708" h="604814">
                <a:moveTo>
                  <a:pt x="538371" y="0"/>
                </a:moveTo>
                <a:lnTo>
                  <a:pt x="2519708" y="0"/>
                </a:lnTo>
                <a:lnTo>
                  <a:pt x="2519708" y="604814"/>
                </a:lnTo>
                <a:lnTo>
                  <a:pt x="0" y="604814"/>
                </a:lnTo>
                <a:cubicBezTo>
                  <a:pt x="169641" y="511376"/>
                  <a:pt x="393409" y="334384"/>
                  <a:pt x="538371" y="0"/>
                </a:cubicBezTo>
                <a:close/>
              </a:path>
            </a:pathLst>
          </a:custGeom>
          <a:solidFill>
            <a:srgbClr val="8D9091"/>
          </a:solidFill>
          <a:ln w="12700">
            <a:miter lim="400000"/>
          </a:ln>
        </p:spPr>
        <p:txBody>
          <a:bodyPr wrap="square" lIns="28575" tIns="28575" rIns="28575" bIns="28575" anchor="ctr">
            <a:noAutofit/>
          </a:bodyP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8" name="Shape">
            <a:extLst>
              <a:ext uri="{FF2B5EF4-FFF2-40B4-BE49-F238E27FC236}">
                <a16:creationId xmlns:a16="http://schemas.microsoft.com/office/drawing/2014/main" id="{6B418D2E-9BF2-4D67-8C60-89CF7D0D92B3}"/>
              </a:ext>
            </a:extLst>
          </p:cNvPr>
          <p:cNvSpPr/>
          <p:nvPr/>
        </p:nvSpPr>
        <p:spPr>
          <a:xfrm>
            <a:off x="5320941" y="2542211"/>
            <a:ext cx="3429819" cy="2380518"/>
          </a:xfrm>
          <a:custGeom>
            <a:avLst/>
            <a:gdLst/>
            <a:ahLst/>
            <a:cxnLst>
              <a:cxn ang="0">
                <a:pos x="wd2" y="hd2"/>
              </a:cxn>
              <a:cxn ang="5400000">
                <a:pos x="wd2" y="hd2"/>
              </a:cxn>
              <a:cxn ang="10800000">
                <a:pos x="wd2" y="hd2"/>
              </a:cxn>
              <a:cxn ang="16200000">
                <a:pos x="wd2" y="hd2"/>
              </a:cxn>
            </a:cxnLst>
            <a:rect l="0" t="0" r="r" b="b"/>
            <a:pathLst>
              <a:path w="21043" h="20625" extrusionOk="0">
                <a:moveTo>
                  <a:pt x="20258" y="14895"/>
                </a:moveTo>
                <a:cubicBezTo>
                  <a:pt x="20258" y="14895"/>
                  <a:pt x="20288" y="14831"/>
                  <a:pt x="20318" y="14703"/>
                </a:cubicBezTo>
                <a:cubicBezTo>
                  <a:pt x="20363" y="14575"/>
                  <a:pt x="20393" y="14469"/>
                  <a:pt x="20439" y="14341"/>
                </a:cubicBezTo>
                <a:cubicBezTo>
                  <a:pt x="21600" y="10379"/>
                  <a:pt x="21057" y="5991"/>
                  <a:pt x="19066" y="3200"/>
                </a:cubicBezTo>
                <a:cubicBezTo>
                  <a:pt x="19006" y="3115"/>
                  <a:pt x="18930" y="3008"/>
                  <a:pt x="18855" y="2923"/>
                </a:cubicBezTo>
                <a:cubicBezTo>
                  <a:pt x="15883" y="-975"/>
                  <a:pt x="11222" y="-975"/>
                  <a:pt x="8236" y="2923"/>
                </a:cubicBezTo>
                <a:cubicBezTo>
                  <a:pt x="8160" y="3008"/>
                  <a:pt x="8100" y="3115"/>
                  <a:pt x="8025" y="3200"/>
                </a:cubicBezTo>
                <a:cubicBezTo>
                  <a:pt x="6034" y="6012"/>
                  <a:pt x="5490" y="10379"/>
                  <a:pt x="6652" y="14341"/>
                </a:cubicBezTo>
                <a:cubicBezTo>
                  <a:pt x="6667" y="14384"/>
                  <a:pt x="6682" y="14426"/>
                  <a:pt x="6697" y="14469"/>
                </a:cubicBezTo>
                <a:lnTo>
                  <a:pt x="11177" y="14469"/>
                </a:lnTo>
                <a:cubicBezTo>
                  <a:pt x="10770" y="14021"/>
                  <a:pt x="10378" y="13340"/>
                  <a:pt x="10091" y="12339"/>
                </a:cubicBezTo>
                <a:cubicBezTo>
                  <a:pt x="10031" y="12147"/>
                  <a:pt x="9985" y="11934"/>
                  <a:pt x="9940" y="11700"/>
                </a:cubicBezTo>
                <a:cubicBezTo>
                  <a:pt x="9820" y="11167"/>
                  <a:pt x="9744" y="10592"/>
                  <a:pt x="9744" y="10017"/>
                </a:cubicBezTo>
                <a:cubicBezTo>
                  <a:pt x="9744" y="7077"/>
                  <a:pt x="11433" y="4691"/>
                  <a:pt x="13515" y="4691"/>
                </a:cubicBezTo>
                <a:cubicBezTo>
                  <a:pt x="15084" y="4691"/>
                  <a:pt x="16441" y="6055"/>
                  <a:pt x="16999" y="7993"/>
                </a:cubicBezTo>
                <a:cubicBezTo>
                  <a:pt x="17512" y="9442"/>
                  <a:pt x="17361" y="11146"/>
                  <a:pt x="17015" y="12360"/>
                </a:cubicBezTo>
                <a:cubicBezTo>
                  <a:pt x="16200" y="15150"/>
                  <a:pt x="14631" y="15385"/>
                  <a:pt x="14179" y="15385"/>
                </a:cubicBezTo>
                <a:lnTo>
                  <a:pt x="12912" y="15385"/>
                </a:lnTo>
                <a:cubicBezTo>
                  <a:pt x="12882" y="15385"/>
                  <a:pt x="12836" y="15385"/>
                  <a:pt x="12791" y="15385"/>
                </a:cubicBezTo>
                <a:lnTo>
                  <a:pt x="6984" y="15385"/>
                </a:lnTo>
                <a:cubicBezTo>
                  <a:pt x="6984" y="15385"/>
                  <a:pt x="6984" y="15385"/>
                  <a:pt x="6984" y="15385"/>
                </a:cubicBezTo>
                <a:lnTo>
                  <a:pt x="3303" y="15385"/>
                </a:lnTo>
                <a:cubicBezTo>
                  <a:pt x="2413" y="18282"/>
                  <a:pt x="1041" y="19816"/>
                  <a:pt x="0" y="20625"/>
                </a:cubicBezTo>
                <a:lnTo>
                  <a:pt x="14737" y="20625"/>
                </a:lnTo>
                <a:cubicBezTo>
                  <a:pt x="14873" y="20625"/>
                  <a:pt x="15008" y="20625"/>
                  <a:pt x="15174" y="20625"/>
                </a:cubicBezTo>
                <a:cubicBezTo>
                  <a:pt x="18372" y="20604"/>
                  <a:pt x="20258" y="14895"/>
                  <a:pt x="20258" y="14895"/>
                </a:cubicBezTo>
                <a:close/>
              </a:path>
            </a:pathLst>
          </a:custGeom>
          <a:solidFill>
            <a:srgbClr val="8D9091"/>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pic>
        <p:nvPicPr>
          <p:cNvPr id="9" name="Graphic 8" descr="Gears with solid fill">
            <a:extLst>
              <a:ext uri="{FF2B5EF4-FFF2-40B4-BE49-F238E27FC236}">
                <a16:creationId xmlns:a16="http://schemas.microsoft.com/office/drawing/2014/main" id="{9583196A-A728-40A0-9BFC-8A88C514DB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236056" y="3417029"/>
            <a:ext cx="570613" cy="570613"/>
          </a:xfrm>
          <a:prstGeom prst="rect">
            <a:avLst/>
          </a:prstGeom>
          <a:effectLst>
            <a:outerShdw blurRad="50800" dist="38100" dir="2700000" algn="tl" rotWithShape="0">
              <a:prstClr val="black">
                <a:alpha val="40000"/>
              </a:prstClr>
            </a:outerShdw>
          </a:effectLst>
        </p:spPr>
      </p:pic>
      <p:pic>
        <p:nvPicPr>
          <p:cNvPr id="10" name="Graphic 9" descr="Lightbulb with solid fill">
            <a:extLst>
              <a:ext uri="{FF2B5EF4-FFF2-40B4-BE49-F238E27FC236}">
                <a16:creationId xmlns:a16="http://schemas.microsoft.com/office/drawing/2014/main" id="{EA10D7C1-90CD-4343-829E-0E467C3B14D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01006" y="3417029"/>
            <a:ext cx="570613" cy="570613"/>
          </a:xfrm>
          <a:prstGeom prst="rect">
            <a:avLst/>
          </a:prstGeom>
          <a:effectLst>
            <a:outerShdw blurRad="50800" dist="38100" dir="2700000" algn="tl" rotWithShape="0">
              <a:prstClr val="black">
                <a:alpha val="40000"/>
              </a:prstClr>
            </a:outerShdw>
          </a:effectLst>
        </p:spPr>
      </p:pic>
      <p:sp>
        <p:nvSpPr>
          <p:cNvPr id="11" name="TextBox 10">
            <a:extLst>
              <a:ext uri="{FF2B5EF4-FFF2-40B4-BE49-F238E27FC236}">
                <a16:creationId xmlns:a16="http://schemas.microsoft.com/office/drawing/2014/main" id="{34886EB7-06AF-47FC-9696-B1390865C445}"/>
              </a:ext>
            </a:extLst>
          </p:cNvPr>
          <p:cNvSpPr txBox="1"/>
          <p:nvPr/>
        </p:nvSpPr>
        <p:spPr>
          <a:xfrm>
            <a:off x="3081313" y="4420267"/>
            <a:ext cx="2069024" cy="400110"/>
          </a:xfrm>
          <a:prstGeom prst="rect">
            <a:avLst/>
          </a:prstGeom>
          <a:noFill/>
          <a:effectLst>
            <a:outerShdw blurRad="50800" dist="38100" dir="2700000" algn="tl" rotWithShape="0">
              <a:prstClr val="black">
                <a:alpha val="40000"/>
              </a:prstClr>
            </a:outerShdw>
          </a:effectLst>
        </p:spPr>
        <p:txBody>
          <a:bodyPr wrap="square" lIns="0" rIns="0" rtlCol="0" anchor="ctr">
            <a:spAutoFit/>
          </a:bodyPr>
          <a:lstStyle/>
          <a:p>
            <a:pPr algn="r"/>
            <a:r>
              <a:rPr lang="en-US" sz="2000" b="1" noProof="1">
                <a:solidFill>
                  <a:prstClr val="white"/>
                </a:solidFill>
                <a:latin typeface="Calibri" panose="020F0502020204030204"/>
              </a:rPr>
              <a:t>Lorem Ipsum</a:t>
            </a:r>
          </a:p>
        </p:txBody>
      </p:sp>
      <p:sp>
        <p:nvSpPr>
          <p:cNvPr id="12" name="TextBox 11">
            <a:extLst>
              <a:ext uri="{FF2B5EF4-FFF2-40B4-BE49-F238E27FC236}">
                <a16:creationId xmlns:a16="http://schemas.microsoft.com/office/drawing/2014/main" id="{3C1A2A9B-65A5-4094-BF80-246137FFA36E}"/>
              </a:ext>
            </a:extLst>
          </p:cNvPr>
          <p:cNvSpPr txBox="1"/>
          <p:nvPr/>
        </p:nvSpPr>
        <p:spPr>
          <a:xfrm>
            <a:off x="5536860" y="4420267"/>
            <a:ext cx="2069024" cy="400110"/>
          </a:xfrm>
          <a:prstGeom prst="rect">
            <a:avLst/>
          </a:prstGeom>
          <a:noFill/>
          <a:effectLst>
            <a:outerShdw blurRad="50800" dist="38100" dir="2700000" algn="tl" rotWithShape="0">
              <a:prstClr val="black">
                <a:alpha val="40000"/>
              </a:prstClr>
            </a:outerShdw>
          </a:effectLst>
        </p:spPr>
        <p:txBody>
          <a:bodyPr wrap="square" lIns="0" rIns="0" rtlCol="0" anchor="ctr">
            <a:spAutoFit/>
          </a:bodyPr>
          <a:lstStyle/>
          <a:p>
            <a:pPr algn="r"/>
            <a:r>
              <a:rPr lang="en-US" sz="2000" b="1" noProof="1">
                <a:solidFill>
                  <a:prstClr val="white"/>
                </a:solidFill>
                <a:latin typeface="Calibri" panose="020F0502020204030204"/>
              </a:rPr>
              <a:t>Lorem Ipsum</a:t>
            </a:r>
          </a:p>
        </p:txBody>
      </p:sp>
      <p:grpSp>
        <p:nvGrpSpPr>
          <p:cNvPr id="19" name="Group 18">
            <a:extLst>
              <a:ext uri="{FF2B5EF4-FFF2-40B4-BE49-F238E27FC236}">
                <a16:creationId xmlns:a16="http://schemas.microsoft.com/office/drawing/2014/main" id="{6339BCEA-F3B1-4EF4-94D1-66463FC49A41}"/>
              </a:ext>
            </a:extLst>
          </p:cNvPr>
          <p:cNvGrpSpPr/>
          <p:nvPr/>
        </p:nvGrpSpPr>
        <p:grpSpPr>
          <a:xfrm>
            <a:off x="6424081" y="1141544"/>
            <a:ext cx="2194560" cy="1237868"/>
            <a:chOff x="6697329" y="1465257"/>
            <a:chExt cx="2194560" cy="1237868"/>
          </a:xfrm>
        </p:grpSpPr>
        <p:sp>
          <p:nvSpPr>
            <p:cNvPr id="20" name="TextBox 19">
              <a:extLst>
                <a:ext uri="{FF2B5EF4-FFF2-40B4-BE49-F238E27FC236}">
                  <a16:creationId xmlns:a16="http://schemas.microsoft.com/office/drawing/2014/main" id="{D6D78CEE-BB9B-4977-A13B-22EB2D140FF9}"/>
                </a:ext>
              </a:extLst>
            </p:cNvPr>
            <p:cNvSpPr txBox="1"/>
            <p:nvPr/>
          </p:nvSpPr>
          <p:spPr>
            <a:xfrm>
              <a:off x="6697329" y="1465257"/>
              <a:ext cx="2194560" cy="400110"/>
            </a:xfrm>
            <a:prstGeom prst="rect">
              <a:avLst/>
            </a:prstGeom>
            <a:noFill/>
          </p:spPr>
          <p:txBody>
            <a:bodyPr wrap="square" lIns="0" rIns="0" rtlCol="0" anchor="b">
              <a:spAutoFit/>
            </a:bodyPr>
            <a:lstStyle/>
            <a:p>
              <a:pPr algn="ctr"/>
              <a:r>
                <a:rPr lang="en-US" sz="2000" b="1" noProof="1">
                  <a:solidFill>
                    <a:prstClr val="black"/>
                  </a:solidFill>
                  <a:latin typeface="Calibri" panose="020F0502020204030204"/>
                </a:rPr>
                <a:t>Lorem Ipsum</a:t>
              </a:r>
            </a:p>
          </p:txBody>
        </p:sp>
        <p:sp>
          <p:nvSpPr>
            <p:cNvPr id="21" name="TextBox 20">
              <a:extLst>
                <a:ext uri="{FF2B5EF4-FFF2-40B4-BE49-F238E27FC236}">
                  <a16:creationId xmlns:a16="http://schemas.microsoft.com/office/drawing/2014/main" id="{FC0A6047-0328-4019-BF58-72CFC8E9FB33}"/>
                </a:ext>
              </a:extLst>
            </p:cNvPr>
            <p:cNvSpPr txBox="1"/>
            <p:nvPr/>
          </p:nvSpPr>
          <p:spPr>
            <a:xfrm>
              <a:off x="6697329" y="1841351"/>
              <a:ext cx="2194560" cy="861774"/>
            </a:xfrm>
            <a:prstGeom prst="rect">
              <a:avLst/>
            </a:prstGeom>
            <a:noFill/>
          </p:spPr>
          <p:txBody>
            <a:bodyPr wrap="square" lIns="0" rIns="0" rtlCol="0" anchor="t">
              <a:spAutoFit/>
            </a:bodyPr>
            <a:lstStyle/>
            <a:p>
              <a:pPr algn="just"/>
              <a:r>
                <a:rPr lang="en-US" sz="10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grpSp>
        <p:nvGrpSpPr>
          <p:cNvPr id="22" name="Group 21">
            <a:extLst>
              <a:ext uri="{FF2B5EF4-FFF2-40B4-BE49-F238E27FC236}">
                <a16:creationId xmlns:a16="http://schemas.microsoft.com/office/drawing/2014/main" id="{43B9B4F0-BEAB-4165-9B5B-4B72439DE2CF}"/>
              </a:ext>
            </a:extLst>
          </p:cNvPr>
          <p:cNvGrpSpPr/>
          <p:nvPr/>
        </p:nvGrpSpPr>
        <p:grpSpPr>
          <a:xfrm>
            <a:off x="3589031" y="1141545"/>
            <a:ext cx="2194560" cy="1237867"/>
            <a:chOff x="255548" y="1465256"/>
            <a:chExt cx="2194560" cy="1237867"/>
          </a:xfrm>
        </p:grpSpPr>
        <p:sp>
          <p:nvSpPr>
            <p:cNvPr id="23" name="TextBox 22">
              <a:extLst>
                <a:ext uri="{FF2B5EF4-FFF2-40B4-BE49-F238E27FC236}">
                  <a16:creationId xmlns:a16="http://schemas.microsoft.com/office/drawing/2014/main" id="{62750FA4-38D5-4767-8908-D217F2ECB872}"/>
                </a:ext>
              </a:extLst>
            </p:cNvPr>
            <p:cNvSpPr txBox="1"/>
            <p:nvPr/>
          </p:nvSpPr>
          <p:spPr>
            <a:xfrm>
              <a:off x="255548" y="1465256"/>
              <a:ext cx="2194560" cy="400110"/>
            </a:xfrm>
            <a:prstGeom prst="rect">
              <a:avLst/>
            </a:prstGeom>
            <a:noFill/>
          </p:spPr>
          <p:txBody>
            <a:bodyPr wrap="square" lIns="0" rIns="0" rtlCol="0" anchor="b">
              <a:spAutoFit/>
            </a:bodyPr>
            <a:lstStyle/>
            <a:p>
              <a:pPr algn="ctr"/>
              <a:r>
                <a:rPr lang="en-US" sz="2000" b="1" noProof="1">
                  <a:solidFill>
                    <a:prstClr val="black"/>
                  </a:solidFill>
                  <a:latin typeface="Calibri" panose="020F0502020204030204"/>
                </a:rPr>
                <a:t>Lorem Ipsum</a:t>
              </a:r>
            </a:p>
          </p:txBody>
        </p:sp>
        <p:sp>
          <p:nvSpPr>
            <p:cNvPr id="25" name="TextBox 24">
              <a:extLst>
                <a:ext uri="{FF2B5EF4-FFF2-40B4-BE49-F238E27FC236}">
                  <a16:creationId xmlns:a16="http://schemas.microsoft.com/office/drawing/2014/main" id="{C03530EE-EC6F-4120-9578-CDA84AA3B91C}"/>
                </a:ext>
              </a:extLst>
            </p:cNvPr>
            <p:cNvSpPr txBox="1"/>
            <p:nvPr/>
          </p:nvSpPr>
          <p:spPr>
            <a:xfrm>
              <a:off x="255548" y="1841349"/>
              <a:ext cx="2194560" cy="861774"/>
            </a:xfrm>
            <a:prstGeom prst="rect">
              <a:avLst/>
            </a:prstGeom>
            <a:noFill/>
          </p:spPr>
          <p:txBody>
            <a:bodyPr wrap="square" lIns="0" rIns="0" rtlCol="0" anchor="t">
              <a:spAutoFit/>
            </a:bodyPr>
            <a:lstStyle/>
            <a:p>
              <a:pPr algn="just"/>
              <a:r>
                <a:rPr lang="en-US" sz="10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spTree>
    <p:extLst>
      <p:ext uri="{BB962C8B-B14F-4D97-AF65-F5344CB8AC3E}">
        <p14:creationId xmlns:p14="http://schemas.microsoft.com/office/powerpoint/2010/main" val="317413004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2BFAE1-45D3-4B3B-81D2-0BF25FA84FB8}"/>
              </a:ext>
            </a:extLst>
          </p:cNvPr>
          <p:cNvSpPr>
            <a:spLocks noGrp="1"/>
          </p:cNvSpPr>
          <p:nvPr>
            <p:ph type="title"/>
          </p:nvPr>
        </p:nvSpPr>
        <p:spPr/>
        <p:txBody>
          <a:bodyPr>
            <a:noAutofit/>
          </a:bodyPr>
          <a:lstStyle/>
          <a:p>
            <a:r>
              <a:rPr lang="en-US" dirty="0"/>
              <a:t>Two-Step Process Loop – Slide Template</a:t>
            </a:r>
          </a:p>
        </p:txBody>
      </p:sp>
      <p:sp>
        <p:nvSpPr>
          <p:cNvPr id="3" name="Circle">
            <a:extLst>
              <a:ext uri="{FF2B5EF4-FFF2-40B4-BE49-F238E27FC236}">
                <a16:creationId xmlns:a16="http://schemas.microsoft.com/office/drawing/2014/main" id="{BDE9F60E-F2AA-F1A6-DB0F-001BED694503}"/>
              </a:ext>
            </a:extLst>
          </p:cNvPr>
          <p:cNvSpPr/>
          <p:nvPr/>
        </p:nvSpPr>
        <p:spPr>
          <a:xfrm>
            <a:off x="6732532" y="2481563"/>
            <a:ext cx="1107883" cy="1107883"/>
          </a:xfrm>
          <a:prstGeom prst="ellipse">
            <a:avLst/>
          </a:prstGeom>
          <a:solidFill>
            <a:schemeClr val="tx2"/>
          </a:solidFill>
          <a:ln w="12700">
            <a:miter lim="400000"/>
          </a:ln>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sz="2250">
              <a:solidFill>
                <a:srgbClr val="FFFFFF"/>
              </a:solidFill>
              <a:latin typeface="Calibri" panose="020F0502020204030204"/>
            </a:endParaRPr>
          </a:p>
        </p:txBody>
      </p:sp>
      <p:sp>
        <p:nvSpPr>
          <p:cNvPr id="4" name="Circle">
            <a:extLst>
              <a:ext uri="{FF2B5EF4-FFF2-40B4-BE49-F238E27FC236}">
                <a16:creationId xmlns:a16="http://schemas.microsoft.com/office/drawing/2014/main" id="{0FD29965-B487-8499-DFD7-4907D07A8FA7}"/>
              </a:ext>
            </a:extLst>
          </p:cNvPr>
          <p:cNvSpPr/>
          <p:nvPr/>
        </p:nvSpPr>
        <p:spPr>
          <a:xfrm>
            <a:off x="4384936" y="2481563"/>
            <a:ext cx="1107883" cy="1107883"/>
          </a:xfrm>
          <a:prstGeom prst="ellipse">
            <a:avLst/>
          </a:prstGeom>
          <a:solidFill>
            <a:schemeClr val="tx2"/>
          </a:solidFill>
          <a:ln w="12700">
            <a:miter lim="400000"/>
          </a:ln>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sz="2250">
              <a:solidFill>
                <a:srgbClr val="FFFFFF"/>
              </a:solidFill>
              <a:latin typeface="Calibri" panose="020F0502020204030204"/>
            </a:endParaRPr>
          </a:p>
        </p:txBody>
      </p:sp>
      <p:sp>
        <p:nvSpPr>
          <p:cNvPr id="5" name="Shape">
            <a:extLst>
              <a:ext uri="{FF2B5EF4-FFF2-40B4-BE49-F238E27FC236}">
                <a16:creationId xmlns:a16="http://schemas.microsoft.com/office/drawing/2014/main" id="{BF945F53-9FEB-9762-CD3B-013BCF46A4B4}"/>
              </a:ext>
            </a:extLst>
          </p:cNvPr>
          <p:cNvSpPr/>
          <p:nvPr/>
        </p:nvSpPr>
        <p:spPr>
          <a:xfrm>
            <a:off x="3915887" y="2012119"/>
            <a:ext cx="4360229" cy="2016252"/>
          </a:xfrm>
          <a:custGeom>
            <a:avLst/>
            <a:gdLst/>
            <a:ahLst/>
            <a:cxnLst>
              <a:cxn ang="0">
                <a:pos x="wd2" y="hd2"/>
              </a:cxn>
              <a:cxn ang="5400000">
                <a:pos x="wd2" y="hd2"/>
              </a:cxn>
              <a:cxn ang="10800000">
                <a:pos x="wd2" y="hd2"/>
              </a:cxn>
              <a:cxn ang="16200000">
                <a:pos x="wd2" y="hd2"/>
              </a:cxn>
            </a:cxnLst>
            <a:rect l="0" t="0" r="r" b="b"/>
            <a:pathLst>
              <a:path w="20672" h="21600" extrusionOk="0">
                <a:moveTo>
                  <a:pt x="19277" y="3168"/>
                </a:moveTo>
                <a:cubicBezTo>
                  <a:pt x="18375" y="1132"/>
                  <a:pt x="17173" y="0"/>
                  <a:pt x="15894" y="0"/>
                </a:cubicBezTo>
                <a:cubicBezTo>
                  <a:pt x="14614" y="0"/>
                  <a:pt x="13412" y="1132"/>
                  <a:pt x="12511" y="3168"/>
                </a:cubicBezTo>
                <a:lnTo>
                  <a:pt x="10329" y="8097"/>
                </a:lnTo>
                <a:lnTo>
                  <a:pt x="10329" y="8097"/>
                </a:lnTo>
                <a:lnTo>
                  <a:pt x="8571" y="12070"/>
                </a:lnTo>
                <a:lnTo>
                  <a:pt x="8571" y="12070"/>
                </a:lnTo>
                <a:lnTo>
                  <a:pt x="8293" y="12698"/>
                </a:lnTo>
                <a:lnTo>
                  <a:pt x="6969" y="15766"/>
                </a:lnTo>
                <a:cubicBezTo>
                  <a:pt x="5756" y="18507"/>
                  <a:pt x="3786" y="18507"/>
                  <a:pt x="2584" y="15766"/>
                </a:cubicBezTo>
                <a:lnTo>
                  <a:pt x="2584" y="15766"/>
                </a:lnTo>
                <a:cubicBezTo>
                  <a:pt x="1371" y="13025"/>
                  <a:pt x="1371" y="8575"/>
                  <a:pt x="2584" y="5859"/>
                </a:cubicBezTo>
                <a:cubicBezTo>
                  <a:pt x="3174" y="4526"/>
                  <a:pt x="3953" y="3797"/>
                  <a:pt x="4776" y="3797"/>
                </a:cubicBezTo>
                <a:cubicBezTo>
                  <a:pt x="4776" y="3797"/>
                  <a:pt x="4776" y="3797"/>
                  <a:pt x="4776" y="3797"/>
                </a:cubicBezTo>
                <a:cubicBezTo>
                  <a:pt x="5611" y="3797"/>
                  <a:pt x="6390" y="4526"/>
                  <a:pt x="6969" y="5859"/>
                </a:cubicBezTo>
                <a:lnTo>
                  <a:pt x="8894" y="10209"/>
                </a:lnTo>
                <a:lnTo>
                  <a:pt x="10073" y="7544"/>
                </a:lnTo>
                <a:lnTo>
                  <a:pt x="8159" y="3168"/>
                </a:lnTo>
                <a:cubicBezTo>
                  <a:pt x="7258" y="1132"/>
                  <a:pt x="6056" y="0"/>
                  <a:pt x="4776" y="0"/>
                </a:cubicBezTo>
                <a:cubicBezTo>
                  <a:pt x="3497" y="0"/>
                  <a:pt x="2295" y="1132"/>
                  <a:pt x="1393" y="3168"/>
                </a:cubicBezTo>
                <a:cubicBezTo>
                  <a:pt x="-465" y="7368"/>
                  <a:pt x="-465" y="14232"/>
                  <a:pt x="1393" y="18432"/>
                </a:cubicBezTo>
                <a:lnTo>
                  <a:pt x="1393" y="18432"/>
                </a:lnTo>
                <a:cubicBezTo>
                  <a:pt x="2328" y="20544"/>
                  <a:pt x="3552" y="21600"/>
                  <a:pt x="4776" y="21600"/>
                </a:cubicBezTo>
                <a:cubicBezTo>
                  <a:pt x="6001" y="21600"/>
                  <a:pt x="7225" y="20544"/>
                  <a:pt x="8159" y="18432"/>
                </a:cubicBezTo>
                <a:lnTo>
                  <a:pt x="9751" y="14836"/>
                </a:lnTo>
                <a:lnTo>
                  <a:pt x="9751" y="14836"/>
                </a:lnTo>
                <a:lnTo>
                  <a:pt x="11531" y="10813"/>
                </a:lnTo>
                <a:lnTo>
                  <a:pt x="11531" y="10813"/>
                </a:lnTo>
                <a:lnTo>
                  <a:pt x="12344" y="8902"/>
                </a:lnTo>
                <a:lnTo>
                  <a:pt x="13701" y="5834"/>
                </a:lnTo>
                <a:cubicBezTo>
                  <a:pt x="14291" y="4501"/>
                  <a:pt x="15070" y="3772"/>
                  <a:pt x="15894" y="3772"/>
                </a:cubicBezTo>
                <a:cubicBezTo>
                  <a:pt x="15894" y="3772"/>
                  <a:pt x="15894" y="3772"/>
                  <a:pt x="15894" y="3772"/>
                </a:cubicBezTo>
                <a:cubicBezTo>
                  <a:pt x="16728" y="3772"/>
                  <a:pt x="17507" y="4501"/>
                  <a:pt x="18097" y="5834"/>
                </a:cubicBezTo>
                <a:cubicBezTo>
                  <a:pt x="19299" y="8549"/>
                  <a:pt x="19299" y="13000"/>
                  <a:pt x="18097" y="15716"/>
                </a:cubicBezTo>
                <a:cubicBezTo>
                  <a:pt x="17507" y="17049"/>
                  <a:pt x="16728" y="17778"/>
                  <a:pt x="15905" y="17778"/>
                </a:cubicBezTo>
                <a:cubicBezTo>
                  <a:pt x="15070" y="17778"/>
                  <a:pt x="14291" y="17049"/>
                  <a:pt x="13712" y="15716"/>
                </a:cubicBezTo>
                <a:lnTo>
                  <a:pt x="11787" y="11366"/>
                </a:lnTo>
                <a:lnTo>
                  <a:pt x="10608" y="14031"/>
                </a:lnTo>
                <a:lnTo>
                  <a:pt x="12522" y="18381"/>
                </a:lnTo>
                <a:cubicBezTo>
                  <a:pt x="13423" y="20418"/>
                  <a:pt x="14625" y="21550"/>
                  <a:pt x="15905" y="21550"/>
                </a:cubicBezTo>
                <a:cubicBezTo>
                  <a:pt x="17184" y="21550"/>
                  <a:pt x="18386" y="20418"/>
                  <a:pt x="19288" y="18381"/>
                </a:cubicBezTo>
                <a:cubicBezTo>
                  <a:pt x="21135" y="14207"/>
                  <a:pt x="21135" y="7393"/>
                  <a:pt x="19277" y="3168"/>
                </a:cubicBezTo>
                <a:close/>
                <a:moveTo>
                  <a:pt x="9907" y="11869"/>
                </a:moveTo>
                <a:lnTo>
                  <a:pt x="9818" y="12749"/>
                </a:lnTo>
                <a:cubicBezTo>
                  <a:pt x="9806" y="12824"/>
                  <a:pt x="9751" y="12875"/>
                  <a:pt x="9751" y="12799"/>
                </a:cubicBezTo>
                <a:lnTo>
                  <a:pt x="9729" y="12120"/>
                </a:lnTo>
                <a:lnTo>
                  <a:pt x="9428" y="12070"/>
                </a:lnTo>
                <a:cubicBezTo>
                  <a:pt x="9395" y="12070"/>
                  <a:pt x="9417" y="11944"/>
                  <a:pt x="9450" y="11919"/>
                </a:cubicBezTo>
                <a:lnTo>
                  <a:pt x="9840" y="11718"/>
                </a:lnTo>
                <a:cubicBezTo>
                  <a:pt x="9895" y="11718"/>
                  <a:pt x="9918" y="11768"/>
                  <a:pt x="9907" y="11869"/>
                </a:cubicBezTo>
                <a:close/>
                <a:moveTo>
                  <a:pt x="10441" y="10712"/>
                </a:moveTo>
                <a:lnTo>
                  <a:pt x="10318" y="11919"/>
                </a:lnTo>
                <a:cubicBezTo>
                  <a:pt x="10307" y="12045"/>
                  <a:pt x="10229" y="12095"/>
                  <a:pt x="10229" y="11994"/>
                </a:cubicBezTo>
                <a:lnTo>
                  <a:pt x="10196" y="11089"/>
                </a:lnTo>
                <a:lnTo>
                  <a:pt x="9795" y="11014"/>
                </a:lnTo>
                <a:cubicBezTo>
                  <a:pt x="9751" y="11014"/>
                  <a:pt x="9773" y="10838"/>
                  <a:pt x="9829" y="10813"/>
                </a:cubicBezTo>
                <a:lnTo>
                  <a:pt x="10363" y="10536"/>
                </a:lnTo>
                <a:cubicBezTo>
                  <a:pt x="10418" y="10511"/>
                  <a:pt x="10452" y="10586"/>
                  <a:pt x="10441" y="10712"/>
                </a:cubicBezTo>
                <a:close/>
                <a:moveTo>
                  <a:pt x="11031" y="9430"/>
                </a:moveTo>
                <a:lnTo>
                  <a:pt x="10886" y="10913"/>
                </a:lnTo>
                <a:cubicBezTo>
                  <a:pt x="10875" y="11064"/>
                  <a:pt x="10775" y="11139"/>
                  <a:pt x="10775" y="11014"/>
                </a:cubicBezTo>
                <a:lnTo>
                  <a:pt x="10730" y="9882"/>
                </a:lnTo>
                <a:lnTo>
                  <a:pt x="10229" y="9782"/>
                </a:lnTo>
                <a:cubicBezTo>
                  <a:pt x="10174" y="9782"/>
                  <a:pt x="10207" y="9555"/>
                  <a:pt x="10274" y="9530"/>
                </a:cubicBezTo>
                <a:lnTo>
                  <a:pt x="10930" y="9203"/>
                </a:lnTo>
                <a:cubicBezTo>
                  <a:pt x="11008" y="9153"/>
                  <a:pt x="11053" y="9254"/>
                  <a:pt x="11031" y="9430"/>
                </a:cubicBezTo>
                <a:close/>
              </a:path>
            </a:pathLst>
          </a:custGeom>
          <a:solidFill>
            <a:schemeClr val="accent3"/>
          </a:solidFill>
          <a:ln w="12700">
            <a:miter lim="400000"/>
          </a:ln>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sz="2250">
              <a:solidFill>
                <a:srgbClr val="FFFFFF"/>
              </a:solidFill>
              <a:latin typeface="Calibri" panose="020F0502020204030204"/>
            </a:endParaRPr>
          </a:p>
        </p:txBody>
      </p:sp>
      <p:sp>
        <p:nvSpPr>
          <p:cNvPr id="8" name="TextBox 12">
            <a:extLst>
              <a:ext uri="{FF2B5EF4-FFF2-40B4-BE49-F238E27FC236}">
                <a16:creationId xmlns:a16="http://schemas.microsoft.com/office/drawing/2014/main" id="{D7FD9F07-C2FF-D575-C522-51579F5D00ED}"/>
              </a:ext>
            </a:extLst>
          </p:cNvPr>
          <p:cNvSpPr txBox="1"/>
          <p:nvPr/>
        </p:nvSpPr>
        <p:spPr>
          <a:xfrm>
            <a:off x="4621157" y="2781589"/>
            <a:ext cx="635441" cy="507831"/>
          </a:xfrm>
          <a:prstGeom prst="rect">
            <a:avLst/>
          </a:prstGeom>
          <a:noFill/>
        </p:spPr>
        <p:txBody>
          <a:bodyPr wrap="square"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700" b="1" dirty="0">
                <a:solidFill>
                  <a:prstClr val="white"/>
                </a:solidFill>
                <a:latin typeface="Calibri" panose="020F0502020204030204"/>
              </a:rPr>
              <a:t>01</a:t>
            </a:r>
          </a:p>
        </p:txBody>
      </p:sp>
      <p:sp>
        <p:nvSpPr>
          <p:cNvPr id="9" name="TextBox 13">
            <a:extLst>
              <a:ext uri="{FF2B5EF4-FFF2-40B4-BE49-F238E27FC236}">
                <a16:creationId xmlns:a16="http://schemas.microsoft.com/office/drawing/2014/main" id="{162181A8-3003-505F-899C-BE5569A90ABF}"/>
              </a:ext>
            </a:extLst>
          </p:cNvPr>
          <p:cNvSpPr txBox="1"/>
          <p:nvPr/>
        </p:nvSpPr>
        <p:spPr>
          <a:xfrm>
            <a:off x="6968753" y="2781589"/>
            <a:ext cx="635441" cy="507831"/>
          </a:xfrm>
          <a:prstGeom prst="rect">
            <a:avLst/>
          </a:prstGeom>
          <a:noFill/>
        </p:spPr>
        <p:txBody>
          <a:bodyPr wrap="square"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700" b="1" dirty="0">
                <a:solidFill>
                  <a:prstClr val="white"/>
                </a:solidFill>
                <a:latin typeface="Calibri" panose="020F0502020204030204"/>
              </a:rPr>
              <a:t>02</a:t>
            </a:r>
          </a:p>
        </p:txBody>
      </p:sp>
      <p:grpSp>
        <p:nvGrpSpPr>
          <p:cNvPr id="16" name="Group 15">
            <a:extLst>
              <a:ext uri="{FF2B5EF4-FFF2-40B4-BE49-F238E27FC236}">
                <a16:creationId xmlns:a16="http://schemas.microsoft.com/office/drawing/2014/main" id="{713029FD-EE21-00FA-D9E6-C73177BDE2B3}"/>
              </a:ext>
            </a:extLst>
          </p:cNvPr>
          <p:cNvGrpSpPr/>
          <p:nvPr/>
        </p:nvGrpSpPr>
        <p:grpSpPr>
          <a:xfrm>
            <a:off x="4063025" y="4236705"/>
            <a:ext cx="1751703" cy="1352335"/>
            <a:chOff x="332936" y="2638026"/>
            <a:chExt cx="2975111" cy="1803113"/>
          </a:xfrm>
        </p:grpSpPr>
        <p:sp>
          <p:nvSpPr>
            <p:cNvPr id="17" name="TextBox 11">
              <a:extLst>
                <a:ext uri="{FF2B5EF4-FFF2-40B4-BE49-F238E27FC236}">
                  <a16:creationId xmlns:a16="http://schemas.microsoft.com/office/drawing/2014/main" id="{E325BB59-27C6-09FE-8AC9-E12F3AE91920}"/>
                </a:ext>
              </a:extLst>
            </p:cNvPr>
            <p:cNvSpPr txBox="1"/>
            <p:nvPr/>
          </p:nvSpPr>
          <p:spPr>
            <a:xfrm>
              <a:off x="332936" y="2638026"/>
              <a:ext cx="2926080" cy="451405"/>
            </a:xfrm>
            <a:prstGeom prst="rect">
              <a:avLst/>
            </a:prstGeom>
            <a:noFill/>
          </p:spPr>
          <p:txBody>
            <a:bodyPr wrap="square" lIns="0" rIns="0" rtlCol="0" anchor="b">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600" b="1" noProof="1">
                  <a:solidFill>
                    <a:prstClr val="black"/>
                  </a:solidFill>
                  <a:latin typeface="Calibri" panose="020F0502020204030204"/>
                </a:rPr>
                <a:t>Lorem Ipsum</a:t>
              </a:r>
            </a:p>
          </p:txBody>
        </p:sp>
        <p:sp>
          <p:nvSpPr>
            <p:cNvPr id="18" name="TextBox 12">
              <a:extLst>
                <a:ext uri="{FF2B5EF4-FFF2-40B4-BE49-F238E27FC236}">
                  <a16:creationId xmlns:a16="http://schemas.microsoft.com/office/drawing/2014/main" id="{0CC5FC74-423E-6376-0D99-1D408AB1632A}"/>
                </a:ext>
              </a:extLst>
            </p:cNvPr>
            <p:cNvSpPr txBox="1"/>
            <p:nvPr/>
          </p:nvSpPr>
          <p:spPr>
            <a:xfrm>
              <a:off x="332936" y="3086922"/>
              <a:ext cx="2975111" cy="1354217"/>
            </a:xfrm>
            <a:prstGeom prst="rect">
              <a:avLst/>
            </a:prstGeom>
            <a:noFill/>
          </p:spPr>
          <p:txBody>
            <a:bodyPr wrap="square" lIns="0" rIns="0" rtlCol="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r>
                <a:rPr lang="en-US" sz="10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grpSp>
        <p:nvGrpSpPr>
          <p:cNvPr id="22" name="Group 21">
            <a:extLst>
              <a:ext uri="{FF2B5EF4-FFF2-40B4-BE49-F238E27FC236}">
                <a16:creationId xmlns:a16="http://schemas.microsoft.com/office/drawing/2014/main" id="{C53FE58D-2655-A6D7-A08C-991E869C2257}"/>
              </a:ext>
            </a:extLst>
          </p:cNvPr>
          <p:cNvGrpSpPr/>
          <p:nvPr/>
        </p:nvGrpSpPr>
        <p:grpSpPr>
          <a:xfrm>
            <a:off x="8617745" y="2352813"/>
            <a:ext cx="1796426" cy="1413892"/>
            <a:chOff x="8921977" y="1394910"/>
            <a:chExt cx="2926080" cy="1885188"/>
          </a:xfrm>
        </p:grpSpPr>
        <p:sp>
          <p:nvSpPr>
            <p:cNvPr id="23" name="TextBox 22">
              <a:extLst>
                <a:ext uri="{FF2B5EF4-FFF2-40B4-BE49-F238E27FC236}">
                  <a16:creationId xmlns:a16="http://schemas.microsoft.com/office/drawing/2014/main" id="{073F0C20-130F-6FB4-5A1F-2E000A5FEFEA}"/>
                </a:ext>
              </a:extLst>
            </p:cNvPr>
            <p:cNvSpPr txBox="1"/>
            <p:nvPr/>
          </p:nvSpPr>
          <p:spPr>
            <a:xfrm>
              <a:off x="8921977" y="1394910"/>
              <a:ext cx="2926080" cy="533480"/>
            </a:xfrm>
            <a:prstGeom prst="rect">
              <a:avLst/>
            </a:prstGeom>
            <a:noFill/>
          </p:spPr>
          <p:txBody>
            <a:bodyPr wrap="square" lIns="0" rIns="0" rtlCol="0" anchor="b">
              <a:spAutoFit/>
            </a:bodyPr>
            <a:lstStyle/>
            <a:p>
              <a:r>
                <a:rPr lang="en-US" sz="2000" b="1" noProof="1">
                  <a:solidFill>
                    <a:prstClr val="black"/>
                  </a:solidFill>
                  <a:latin typeface="Calibri" panose="020F0502020204030204"/>
                </a:rPr>
                <a:t>Lorem Ipsum</a:t>
              </a:r>
            </a:p>
          </p:txBody>
        </p:sp>
        <p:sp>
          <p:nvSpPr>
            <p:cNvPr id="24" name="TextBox 23">
              <a:extLst>
                <a:ext uri="{FF2B5EF4-FFF2-40B4-BE49-F238E27FC236}">
                  <a16:creationId xmlns:a16="http://schemas.microsoft.com/office/drawing/2014/main" id="{4C0C1BAD-3B24-F7F2-3E33-D9A821D01E42}"/>
                </a:ext>
              </a:extLst>
            </p:cNvPr>
            <p:cNvSpPr txBox="1"/>
            <p:nvPr/>
          </p:nvSpPr>
          <p:spPr>
            <a:xfrm>
              <a:off x="8921977" y="1925882"/>
              <a:ext cx="2926080" cy="1354216"/>
            </a:xfrm>
            <a:prstGeom prst="rect">
              <a:avLst/>
            </a:prstGeom>
            <a:noFill/>
          </p:spPr>
          <p:txBody>
            <a:bodyPr wrap="square" lIns="0" rIns="0" rtlCol="0" anchor="t">
              <a:spAutoFit/>
            </a:bodyPr>
            <a:lstStyle/>
            <a:p>
              <a:pPr algn="just"/>
              <a:r>
                <a:rPr lang="en-US" sz="10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grpSp>
        <p:nvGrpSpPr>
          <p:cNvPr id="25" name="Group 24">
            <a:extLst>
              <a:ext uri="{FF2B5EF4-FFF2-40B4-BE49-F238E27FC236}">
                <a16:creationId xmlns:a16="http://schemas.microsoft.com/office/drawing/2014/main" id="{8423D1E8-8901-E7BD-8724-862D26C72580}"/>
              </a:ext>
            </a:extLst>
          </p:cNvPr>
          <p:cNvGrpSpPr/>
          <p:nvPr/>
        </p:nvGrpSpPr>
        <p:grpSpPr>
          <a:xfrm>
            <a:off x="1777831" y="2352815"/>
            <a:ext cx="1796426" cy="1413892"/>
            <a:chOff x="332936" y="2555951"/>
            <a:chExt cx="2926080" cy="1885188"/>
          </a:xfrm>
        </p:grpSpPr>
        <p:sp>
          <p:nvSpPr>
            <p:cNvPr id="26" name="TextBox 25">
              <a:extLst>
                <a:ext uri="{FF2B5EF4-FFF2-40B4-BE49-F238E27FC236}">
                  <a16:creationId xmlns:a16="http://schemas.microsoft.com/office/drawing/2014/main" id="{B85F408E-B091-C654-9C82-57897A9B7D12}"/>
                </a:ext>
              </a:extLst>
            </p:cNvPr>
            <p:cNvSpPr txBox="1"/>
            <p:nvPr/>
          </p:nvSpPr>
          <p:spPr>
            <a:xfrm>
              <a:off x="332936" y="2555951"/>
              <a:ext cx="2926080" cy="533480"/>
            </a:xfrm>
            <a:prstGeom prst="rect">
              <a:avLst/>
            </a:prstGeom>
            <a:noFill/>
          </p:spPr>
          <p:txBody>
            <a:bodyPr wrap="square" lIns="0" rIns="0" rtlCol="0" anchor="b">
              <a:spAutoFit/>
            </a:bodyPr>
            <a:lstStyle/>
            <a:p>
              <a:pPr algn="r"/>
              <a:r>
                <a:rPr lang="en-US" sz="2000" b="1" noProof="1">
                  <a:solidFill>
                    <a:prstClr val="black"/>
                  </a:solidFill>
                  <a:latin typeface="Calibri" panose="020F0502020204030204"/>
                </a:rPr>
                <a:t>Lorem Ipsum</a:t>
              </a:r>
            </a:p>
          </p:txBody>
        </p:sp>
        <p:sp>
          <p:nvSpPr>
            <p:cNvPr id="27" name="TextBox 26">
              <a:extLst>
                <a:ext uri="{FF2B5EF4-FFF2-40B4-BE49-F238E27FC236}">
                  <a16:creationId xmlns:a16="http://schemas.microsoft.com/office/drawing/2014/main" id="{8FC8EFF9-C6E6-1D8A-8ADD-91BDDA4C2B5A}"/>
                </a:ext>
              </a:extLst>
            </p:cNvPr>
            <p:cNvSpPr txBox="1"/>
            <p:nvPr/>
          </p:nvSpPr>
          <p:spPr>
            <a:xfrm>
              <a:off x="332936" y="3086923"/>
              <a:ext cx="2926080" cy="1354216"/>
            </a:xfrm>
            <a:prstGeom prst="rect">
              <a:avLst/>
            </a:prstGeom>
            <a:noFill/>
          </p:spPr>
          <p:txBody>
            <a:bodyPr wrap="square" lIns="0" rIns="0" rtlCol="0" anchor="t">
              <a:spAutoFit/>
            </a:bodyPr>
            <a:lstStyle/>
            <a:p>
              <a:pPr algn="just"/>
              <a:r>
                <a:rPr lang="en-US" sz="10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grpSp>
        <p:nvGrpSpPr>
          <p:cNvPr id="11" name="Group 10">
            <a:extLst>
              <a:ext uri="{FF2B5EF4-FFF2-40B4-BE49-F238E27FC236}">
                <a16:creationId xmlns:a16="http://schemas.microsoft.com/office/drawing/2014/main" id="{6445392C-44F9-1B6B-4C23-7BD9497737E6}"/>
              </a:ext>
            </a:extLst>
          </p:cNvPr>
          <p:cNvGrpSpPr/>
          <p:nvPr/>
        </p:nvGrpSpPr>
        <p:grpSpPr>
          <a:xfrm>
            <a:off x="6410621" y="4236705"/>
            <a:ext cx="1751703" cy="1352335"/>
            <a:chOff x="332936" y="2638026"/>
            <a:chExt cx="2975111" cy="1803113"/>
          </a:xfrm>
        </p:grpSpPr>
        <p:sp>
          <p:nvSpPr>
            <p:cNvPr id="12" name="TextBox 11">
              <a:extLst>
                <a:ext uri="{FF2B5EF4-FFF2-40B4-BE49-F238E27FC236}">
                  <a16:creationId xmlns:a16="http://schemas.microsoft.com/office/drawing/2014/main" id="{50ABE808-6D52-09CA-A743-05D61EACB754}"/>
                </a:ext>
              </a:extLst>
            </p:cNvPr>
            <p:cNvSpPr txBox="1"/>
            <p:nvPr/>
          </p:nvSpPr>
          <p:spPr>
            <a:xfrm>
              <a:off x="332936" y="2638026"/>
              <a:ext cx="2926080" cy="451405"/>
            </a:xfrm>
            <a:prstGeom prst="rect">
              <a:avLst/>
            </a:prstGeom>
            <a:noFill/>
          </p:spPr>
          <p:txBody>
            <a:bodyPr wrap="square" lIns="0" rIns="0" rtlCol="0" anchor="b">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600" b="1" noProof="1">
                  <a:solidFill>
                    <a:prstClr val="black"/>
                  </a:solidFill>
                  <a:latin typeface="Calibri" panose="020F0502020204030204"/>
                </a:rPr>
                <a:t>Lorem Ipsum</a:t>
              </a:r>
            </a:p>
          </p:txBody>
        </p:sp>
        <p:sp>
          <p:nvSpPr>
            <p:cNvPr id="13" name="TextBox 12">
              <a:extLst>
                <a:ext uri="{FF2B5EF4-FFF2-40B4-BE49-F238E27FC236}">
                  <a16:creationId xmlns:a16="http://schemas.microsoft.com/office/drawing/2014/main" id="{B58D0EB9-6D8B-AD5E-6982-22A6FA04BCBA}"/>
                </a:ext>
              </a:extLst>
            </p:cNvPr>
            <p:cNvSpPr txBox="1"/>
            <p:nvPr/>
          </p:nvSpPr>
          <p:spPr>
            <a:xfrm>
              <a:off x="332936" y="3086922"/>
              <a:ext cx="2975111" cy="1354217"/>
            </a:xfrm>
            <a:prstGeom prst="rect">
              <a:avLst/>
            </a:prstGeom>
            <a:noFill/>
          </p:spPr>
          <p:txBody>
            <a:bodyPr wrap="square" lIns="0" rIns="0" rtlCol="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r>
                <a:rPr lang="en-US" sz="10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spTree>
    <p:extLst>
      <p:ext uri="{BB962C8B-B14F-4D97-AF65-F5344CB8AC3E}">
        <p14:creationId xmlns:p14="http://schemas.microsoft.com/office/powerpoint/2010/main" val="103492093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88BACAA3-9E7A-41B6-BDB6-0FD98F1D918C}"/>
              </a:ext>
            </a:extLst>
          </p:cNvPr>
          <p:cNvGrpSpPr/>
          <p:nvPr/>
        </p:nvGrpSpPr>
        <p:grpSpPr>
          <a:xfrm>
            <a:off x="4552950" y="2066096"/>
            <a:ext cx="3086100" cy="3086100"/>
            <a:chOff x="4038600" y="1611795"/>
            <a:chExt cx="4114800" cy="4114800"/>
          </a:xfrm>
        </p:grpSpPr>
        <p:sp>
          <p:nvSpPr>
            <p:cNvPr id="9" name="Freeform: Shape 8">
              <a:extLst>
                <a:ext uri="{FF2B5EF4-FFF2-40B4-BE49-F238E27FC236}">
                  <a16:creationId xmlns:a16="http://schemas.microsoft.com/office/drawing/2014/main" id="{6966AEBC-EF06-6128-3F28-CF80A60836D6}"/>
                </a:ext>
              </a:extLst>
            </p:cNvPr>
            <p:cNvSpPr/>
            <p:nvPr/>
          </p:nvSpPr>
          <p:spPr>
            <a:xfrm>
              <a:off x="5886166" y="1875757"/>
              <a:ext cx="1996057" cy="3595552"/>
            </a:xfrm>
            <a:custGeom>
              <a:avLst/>
              <a:gdLst>
                <a:gd name="connsiteX0" fmla="*/ -310 w 1953453"/>
                <a:gd name="connsiteY0" fmla="*/ -185 h 3906916"/>
                <a:gd name="connsiteX1" fmla="*/ 1953144 w 1953453"/>
                <a:gd name="connsiteY1" fmla="*/ 1953278 h 3906916"/>
                <a:gd name="connsiteX2" fmla="*/ -310 w 1953453"/>
                <a:gd name="connsiteY2" fmla="*/ 3906732 h 3906916"/>
                <a:gd name="connsiteX3" fmla="*/ -310 w 1953453"/>
                <a:gd name="connsiteY3" fmla="*/ 1953278 h 3906916"/>
                <a:gd name="connsiteX0" fmla="*/ 229133 w 2182586"/>
                <a:gd name="connsiteY0" fmla="*/ 0 h 3906917"/>
                <a:gd name="connsiteX1" fmla="*/ 2182587 w 2182586"/>
                <a:gd name="connsiteY1" fmla="*/ 1953463 h 3906917"/>
                <a:gd name="connsiteX2" fmla="*/ 229133 w 2182586"/>
                <a:gd name="connsiteY2" fmla="*/ 3906917 h 3906917"/>
                <a:gd name="connsiteX3" fmla="*/ 0 w 2182586"/>
                <a:gd name="connsiteY3" fmla="*/ 1984513 h 3906917"/>
                <a:gd name="connsiteX4" fmla="*/ 229133 w 2182586"/>
                <a:gd name="connsiteY4" fmla="*/ 0 h 3906917"/>
                <a:gd name="connsiteX0" fmla="*/ 229133 w 2182587"/>
                <a:gd name="connsiteY0" fmla="*/ 0 h 3906917"/>
                <a:gd name="connsiteX1" fmla="*/ 2182587 w 2182587"/>
                <a:gd name="connsiteY1" fmla="*/ 1953463 h 3906917"/>
                <a:gd name="connsiteX2" fmla="*/ 229133 w 2182587"/>
                <a:gd name="connsiteY2" fmla="*/ 3906917 h 3906917"/>
                <a:gd name="connsiteX3" fmla="*/ 0 w 2182587"/>
                <a:gd name="connsiteY3" fmla="*/ 1984513 h 3906917"/>
                <a:gd name="connsiteX4" fmla="*/ 229133 w 2182587"/>
                <a:gd name="connsiteY4" fmla="*/ 0 h 3906917"/>
                <a:gd name="connsiteX0" fmla="*/ 229133 w 2182587"/>
                <a:gd name="connsiteY0" fmla="*/ 0 h 3906917"/>
                <a:gd name="connsiteX1" fmla="*/ 2182587 w 2182587"/>
                <a:gd name="connsiteY1" fmla="*/ 1953463 h 3906917"/>
                <a:gd name="connsiteX2" fmla="*/ 229133 w 2182587"/>
                <a:gd name="connsiteY2" fmla="*/ 3906917 h 3906917"/>
                <a:gd name="connsiteX3" fmla="*/ 0 w 2182587"/>
                <a:gd name="connsiteY3" fmla="*/ 1984513 h 3906917"/>
                <a:gd name="connsiteX4" fmla="*/ 229133 w 2182587"/>
                <a:gd name="connsiteY4" fmla="*/ 0 h 3906917"/>
                <a:gd name="connsiteX0" fmla="*/ 229133 w 2182587"/>
                <a:gd name="connsiteY0" fmla="*/ 0 h 3906917"/>
                <a:gd name="connsiteX1" fmla="*/ 2182587 w 2182587"/>
                <a:gd name="connsiteY1" fmla="*/ 1953463 h 3906917"/>
                <a:gd name="connsiteX2" fmla="*/ 229133 w 2182587"/>
                <a:gd name="connsiteY2" fmla="*/ 3906917 h 3906917"/>
                <a:gd name="connsiteX3" fmla="*/ 0 w 2182587"/>
                <a:gd name="connsiteY3" fmla="*/ 1984513 h 3906917"/>
                <a:gd name="connsiteX4" fmla="*/ 229133 w 2182587"/>
                <a:gd name="connsiteY4" fmla="*/ 0 h 3906917"/>
                <a:gd name="connsiteX0" fmla="*/ 229133 w 2182587"/>
                <a:gd name="connsiteY0" fmla="*/ 0 h 3906917"/>
                <a:gd name="connsiteX1" fmla="*/ 2182587 w 2182587"/>
                <a:gd name="connsiteY1" fmla="*/ 1953463 h 3906917"/>
                <a:gd name="connsiteX2" fmla="*/ 229133 w 2182587"/>
                <a:gd name="connsiteY2" fmla="*/ 3906917 h 3906917"/>
                <a:gd name="connsiteX3" fmla="*/ 0 w 2182587"/>
                <a:gd name="connsiteY3" fmla="*/ 1984513 h 3906917"/>
                <a:gd name="connsiteX4" fmla="*/ 229133 w 2182587"/>
                <a:gd name="connsiteY4" fmla="*/ 0 h 3906917"/>
                <a:gd name="connsiteX0" fmla="*/ 229133 w 2182587"/>
                <a:gd name="connsiteY0" fmla="*/ 0 h 3906917"/>
                <a:gd name="connsiteX1" fmla="*/ 2182587 w 2182587"/>
                <a:gd name="connsiteY1" fmla="*/ 1953463 h 3906917"/>
                <a:gd name="connsiteX2" fmla="*/ 229133 w 2182587"/>
                <a:gd name="connsiteY2" fmla="*/ 3906917 h 3906917"/>
                <a:gd name="connsiteX3" fmla="*/ 0 w 2182587"/>
                <a:gd name="connsiteY3" fmla="*/ 1984513 h 3906917"/>
                <a:gd name="connsiteX4" fmla="*/ 229133 w 2182587"/>
                <a:gd name="connsiteY4" fmla="*/ 0 h 3906917"/>
                <a:gd name="connsiteX0" fmla="*/ 229133 w 2182587"/>
                <a:gd name="connsiteY0" fmla="*/ 0 h 3906917"/>
                <a:gd name="connsiteX1" fmla="*/ 2182587 w 2182587"/>
                <a:gd name="connsiteY1" fmla="*/ 1953463 h 3906917"/>
                <a:gd name="connsiteX2" fmla="*/ 229133 w 2182587"/>
                <a:gd name="connsiteY2" fmla="*/ 3906917 h 3906917"/>
                <a:gd name="connsiteX3" fmla="*/ 0 w 2182587"/>
                <a:gd name="connsiteY3" fmla="*/ 1984513 h 3906917"/>
                <a:gd name="connsiteX4" fmla="*/ 229133 w 2182587"/>
                <a:gd name="connsiteY4" fmla="*/ 0 h 3906917"/>
                <a:gd name="connsiteX0" fmla="*/ 229133 w 2182587"/>
                <a:gd name="connsiteY0" fmla="*/ 0 h 3906917"/>
                <a:gd name="connsiteX1" fmla="*/ 2182587 w 2182587"/>
                <a:gd name="connsiteY1" fmla="*/ 1953463 h 3906917"/>
                <a:gd name="connsiteX2" fmla="*/ 229133 w 2182587"/>
                <a:gd name="connsiteY2" fmla="*/ 3906917 h 3906917"/>
                <a:gd name="connsiteX3" fmla="*/ 0 w 2182587"/>
                <a:gd name="connsiteY3" fmla="*/ 1984513 h 3906917"/>
                <a:gd name="connsiteX4" fmla="*/ 229133 w 2182587"/>
                <a:gd name="connsiteY4" fmla="*/ 0 h 3906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2587" h="3906917">
                  <a:moveTo>
                    <a:pt x="229133" y="0"/>
                  </a:moveTo>
                  <a:cubicBezTo>
                    <a:pt x="1308002" y="0"/>
                    <a:pt x="2182587" y="874595"/>
                    <a:pt x="2182587" y="1953463"/>
                  </a:cubicBezTo>
                  <a:cubicBezTo>
                    <a:pt x="2182587" y="3032322"/>
                    <a:pt x="1308002" y="3906917"/>
                    <a:pt x="229133" y="3906917"/>
                  </a:cubicBezTo>
                  <a:cubicBezTo>
                    <a:pt x="124982" y="3276466"/>
                    <a:pt x="0" y="2635667"/>
                    <a:pt x="0" y="1984513"/>
                  </a:cubicBezTo>
                  <a:cubicBezTo>
                    <a:pt x="0" y="1333359"/>
                    <a:pt x="93737" y="754653"/>
                    <a:pt x="229133" y="0"/>
                  </a:cubicBezTo>
                  <a:close/>
                </a:path>
              </a:pathLst>
            </a:custGeom>
            <a:solidFill>
              <a:schemeClr val="accent3"/>
            </a:solidFill>
            <a:ln w="9525" cap="flat">
              <a:noFill/>
              <a:prstDash val="solid"/>
              <a:miter/>
            </a:ln>
          </p:spPr>
          <p:txBody>
            <a:bodyPr rtlCol="0" anchor="ctr"/>
            <a:lstStyle/>
            <a:p>
              <a:endParaRPr lang="en-US" sz="1350">
                <a:solidFill>
                  <a:prstClr val="black"/>
                </a:solidFill>
                <a:latin typeface="Calibri" panose="020F0502020204030204"/>
              </a:endParaRPr>
            </a:p>
          </p:txBody>
        </p:sp>
        <p:sp>
          <p:nvSpPr>
            <p:cNvPr id="13" name="Freeform: Shape 12">
              <a:extLst>
                <a:ext uri="{FF2B5EF4-FFF2-40B4-BE49-F238E27FC236}">
                  <a16:creationId xmlns:a16="http://schemas.microsoft.com/office/drawing/2014/main" id="{8262ACA0-FDD9-A502-BD6A-5D5D231836C3}"/>
                </a:ext>
              </a:extLst>
            </p:cNvPr>
            <p:cNvSpPr/>
            <p:nvPr/>
          </p:nvSpPr>
          <p:spPr>
            <a:xfrm>
              <a:off x="4309494" y="1875927"/>
              <a:ext cx="1786505" cy="3595551"/>
            </a:xfrm>
            <a:custGeom>
              <a:avLst/>
              <a:gdLst>
                <a:gd name="connsiteX0" fmla="*/ 1953144 w 1953453"/>
                <a:gd name="connsiteY0" fmla="*/ 3906732 h 3906916"/>
                <a:gd name="connsiteX1" fmla="*/ -310 w 1953453"/>
                <a:gd name="connsiteY1" fmla="*/ 1953278 h 3906916"/>
                <a:gd name="connsiteX2" fmla="*/ 1953144 w 1953453"/>
                <a:gd name="connsiteY2" fmla="*/ -185 h 3906916"/>
                <a:gd name="connsiteX3" fmla="*/ 1953144 w 1953453"/>
                <a:gd name="connsiteY3" fmla="*/ 1953278 h 3906916"/>
              </a:gdLst>
              <a:ahLst/>
              <a:cxnLst>
                <a:cxn ang="0">
                  <a:pos x="connsiteX0" y="connsiteY0"/>
                </a:cxn>
                <a:cxn ang="0">
                  <a:pos x="connsiteX1" y="connsiteY1"/>
                </a:cxn>
                <a:cxn ang="0">
                  <a:pos x="connsiteX2" y="connsiteY2"/>
                </a:cxn>
                <a:cxn ang="0">
                  <a:pos x="connsiteX3" y="connsiteY3"/>
                </a:cxn>
              </a:cxnLst>
              <a:rect l="l" t="t" r="r" b="b"/>
              <a:pathLst>
                <a:path w="1953453" h="3906916">
                  <a:moveTo>
                    <a:pt x="1953144" y="3906732"/>
                  </a:moveTo>
                  <a:cubicBezTo>
                    <a:pt x="874275" y="3906732"/>
                    <a:pt x="-310" y="3032137"/>
                    <a:pt x="-310" y="1953278"/>
                  </a:cubicBezTo>
                  <a:cubicBezTo>
                    <a:pt x="-310" y="874410"/>
                    <a:pt x="874275" y="-185"/>
                    <a:pt x="1953144" y="-185"/>
                  </a:cubicBezTo>
                  <a:lnTo>
                    <a:pt x="1953144" y="1953278"/>
                  </a:lnTo>
                  <a:close/>
                </a:path>
              </a:pathLst>
            </a:custGeom>
            <a:solidFill>
              <a:schemeClr val="accent6"/>
            </a:solidFill>
            <a:ln w="9525" cap="flat">
              <a:noFill/>
              <a:prstDash val="solid"/>
              <a:miter/>
            </a:ln>
          </p:spPr>
          <p:txBody>
            <a:bodyPr rtlCol="0" anchor="ctr"/>
            <a:lstStyle/>
            <a:p>
              <a:endParaRPr lang="en-US" sz="1350">
                <a:solidFill>
                  <a:prstClr val="black"/>
                </a:solidFill>
                <a:latin typeface="Calibri" panose="020F0502020204030204"/>
              </a:endParaRPr>
            </a:p>
          </p:txBody>
        </p:sp>
        <p:sp>
          <p:nvSpPr>
            <p:cNvPr id="6" name="Graphic 6">
              <a:extLst>
                <a:ext uri="{FF2B5EF4-FFF2-40B4-BE49-F238E27FC236}">
                  <a16:creationId xmlns:a16="http://schemas.microsoft.com/office/drawing/2014/main" id="{36E4C51B-E1C1-EC91-BA16-A24AC68DB2E1}"/>
                </a:ext>
              </a:extLst>
            </p:cNvPr>
            <p:cNvSpPr/>
            <p:nvPr/>
          </p:nvSpPr>
          <p:spPr>
            <a:xfrm rot="5400000">
              <a:off x="3014282" y="2644878"/>
              <a:ext cx="4106035" cy="2057400"/>
            </a:xfrm>
            <a:custGeom>
              <a:avLst/>
              <a:gdLst>
                <a:gd name="connsiteX0" fmla="*/ 4470725 w 4471130"/>
                <a:gd name="connsiteY0" fmla="*/ 2940 h 2249662"/>
                <a:gd name="connsiteX1" fmla="*/ 2221243 w 4471130"/>
                <a:gd name="connsiteY1" fmla="*/ 2249259 h 2249662"/>
                <a:gd name="connsiteX2" fmla="*/ -406 w 4471130"/>
                <a:gd name="connsiteY2" fmla="*/ 333458 h 2249662"/>
                <a:gd name="connsiteX3" fmla="*/ -406 w 4471130"/>
                <a:gd name="connsiteY3" fmla="*/ 333458 h 2249662"/>
                <a:gd name="connsiteX4" fmla="*/ 277086 w 4471130"/>
                <a:gd name="connsiteY4" fmla="*/ -403 h 2249662"/>
                <a:gd name="connsiteX5" fmla="*/ 613261 w 4471130"/>
                <a:gd name="connsiteY5" fmla="*/ 334010 h 2249662"/>
                <a:gd name="connsiteX6" fmla="*/ 613261 w 4471130"/>
                <a:gd name="connsiteY6" fmla="*/ 334010 h 2249662"/>
                <a:gd name="connsiteX7" fmla="*/ 2555476 w 4471130"/>
                <a:gd name="connsiteY7" fmla="*/ 1610913 h 2249662"/>
                <a:gd name="connsiteX8" fmla="*/ 3866392 w 4471130"/>
                <a:gd name="connsiteY8" fmla="*/ 2512 h 224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1130" h="2249662">
                  <a:moveTo>
                    <a:pt x="4470725" y="2940"/>
                  </a:moveTo>
                  <a:cubicBezTo>
                    <a:pt x="4469848" y="1244419"/>
                    <a:pt x="3462722" y="2250126"/>
                    <a:pt x="2221243" y="2249259"/>
                  </a:cubicBezTo>
                  <a:cubicBezTo>
                    <a:pt x="1108619" y="2248478"/>
                    <a:pt x="163967" y="1433872"/>
                    <a:pt x="-406" y="333458"/>
                  </a:cubicBezTo>
                  <a:lnTo>
                    <a:pt x="-406" y="333458"/>
                  </a:lnTo>
                  <a:lnTo>
                    <a:pt x="277086" y="-403"/>
                  </a:lnTo>
                  <a:lnTo>
                    <a:pt x="613261" y="334010"/>
                  </a:lnTo>
                  <a:lnTo>
                    <a:pt x="613261" y="334010"/>
                  </a:lnTo>
                  <a:cubicBezTo>
                    <a:pt x="796979" y="1222940"/>
                    <a:pt x="1666536" y="1794631"/>
                    <a:pt x="2555476" y="1610913"/>
                  </a:cubicBezTo>
                  <a:cubicBezTo>
                    <a:pt x="3318419" y="1453236"/>
                    <a:pt x="3865849" y="781580"/>
                    <a:pt x="3866392" y="2512"/>
                  </a:cubicBezTo>
                  <a:close/>
                </a:path>
              </a:pathLst>
            </a:custGeom>
            <a:solidFill>
              <a:schemeClr val="tx1">
                <a:alpha val="40000"/>
              </a:schemeClr>
            </a:solidFill>
            <a:ln w="9525" cap="flat">
              <a:noFill/>
              <a:prstDash val="solid"/>
              <a:miter/>
            </a:ln>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endParaRPr lang="en-US" sz="1350">
                <a:solidFill>
                  <a:prstClr val="black"/>
                </a:solidFill>
                <a:latin typeface="Calibri" panose="020F0502020204030204"/>
              </a:endParaRPr>
            </a:p>
          </p:txBody>
        </p:sp>
        <p:sp>
          <p:nvSpPr>
            <p:cNvPr id="7" name="Graphic 8">
              <a:extLst>
                <a:ext uri="{FF2B5EF4-FFF2-40B4-BE49-F238E27FC236}">
                  <a16:creationId xmlns:a16="http://schemas.microsoft.com/office/drawing/2014/main" id="{45341087-AC7B-0ABE-136E-F207319C4406}"/>
                </a:ext>
              </a:extLst>
            </p:cNvPr>
            <p:cNvSpPr/>
            <p:nvPr/>
          </p:nvSpPr>
          <p:spPr>
            <a:xfrm rot="16200000">
              <a:off x="5067300" y="2640495"/>
              <a:ext cx="4114800" cy="2057400"/>
            </a:xfrm>
            <a:custGeom>
              <a:avLst/>
              <a:gdLst>
                <a:gd name="connsiteX0" fmla="*/ 4470725 w 4471130"/>
                <a:gd name="connsiteY0" fmla="*/ 2940 h 2249662"/>
                <a:gd name="connsiteX1" fmla="*/ 2221243 w 4471130"/>
                <a:gd name="connsiteY1" fmla="*/ 2249259 h 2249662"/>
                <a:gd name="connsiteX2" fmla="*/ -406 w 4471130"/>
                <a:gd name="connsiteY2" fmla="*/ 333458 h 2249662"/>
                <a:gd name="connsiteX3" fmla="*/ -406 w 4471130"/>
                <a:gd name="connsiteY3" fmla="*/ 333458 h 2249662"/>
                <a:gd name="connsiteX4" fmla="*/ 277086 w 4471130"/>
                <a:gd name="connsiteY4" fmla="*/ -403 h 2249662"/>
                <a:gd name="connsiteX5" fmla="*/ 613261 w 4471130"/>
                <a:gd name="connsiteY5" fmla="*/ 334010 h 2249662"/>
                <a:gd name="connsiteX6" fmla="*/ 613261 w 4471130"/>
                <a:gd name="connsiteY6" fmla="*/ 334010 h 2249662"/>
                <a:gd name="connsiteX7" fmla="*/ 2555476 w 4471130"/>
                <a:gd name="connsiteY7" fmla="*/ 1610913 h 2249662"/>
                <a:gd name="connsiteX8" fmla="*/ 3866392 w 4471130"/>
                <a:gd name="connsiteY8" fmla="*/ 2512 h 224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1130" h="2249662">
                  <a:moveTo>
                    <a:pt x="4470725" y="2940"/>
                  </a:moveTo>
                  <a:cubicBezTo>
                    <a:pt x="4469848" y="1244419"/>
                    <a:pt x="3462722" y="2250126"/>
                    <a:pt x="2221243" y="2249259"/>
                  </a:cubicBezTo>
                  <a:cubicBezTo>
                    <a:pt x="1108619" y="2248478"/>
                    <a:pt x="163967" y="1433872"/>
                    <a:pt x="-406" y="333458"/>
                  </a:cubicBezTo>
                  <a:lnTo>
                    <a:pt x="-406" y="333458"/>
                  </a:lnTo>
                  <a:lnTo>
                    <a:pt x="277086" y="-403"/>
                  </a:lnTo>
                  <a:lnTo>
                    <a:pt x="613261" y="334010"/>
                  </a:lnTo>
                  <a:lnTo>
                    <a:pt x="613261" y="334010"/>
                  </a:lnTo>
                  <a:cubicBezTo>
                    <a:pt x="796979" y="1222940"/>
                    <a:pt x="1666536" y="1794631"/>
                    <a:pt x="2555476" y="1610913"/>
                  </a:cubicBezTo>
                  <a:cubicBezTo>
                    <a:pt x="3318419" y="1453236"/>
                    <a:pt x="3865849" y="781580"/>
                    <a:pt x="3866392" y="2512"/>
                  </a:cubicBezTo>
                  <a:close/>
                </a:path>
              </a:pathLst>
            </a:custGeom>
            <a:solidFill>
              <a:schemeClr val="tx1">
                <a:alpha val="40000"/>
              </a:schemeClr>
            </a:solidFill>
            <a:ln w="9525" cap="flat">
              <a:noFill/>
              <a:prstDash val="solid"/>
              <a:miter/>
            </a:ln>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endParaRPr lang="en-US" sz="1350" dirty="0">
                <a:solidFill>
                  <a:prstClr val="black"/>
                </a:solidFill>
                <a:latin typeface="Calibri" panose="020F0502020204030204"/>
              </a:endParaRPr>
            </a:p>
          </p:txBody>
        </p:sp>
      </p:grpSp>
      <p:grpSp>
        <p:nvGrpSpPr>
          <p:cNvPr id="15" name="Group 14">
            <a:extLst>
              <a:ext uri="{FF2B5EF4-FFF2-40B4-BE49-F238E27FC236}">
                <a16:creationId xmlns:a16="http://schemas.microsoft.com/office/drawing/2014/main" id="{4016DF4E-0E31-D183-9261-6656472E4687}"/>
              </a:ext>
            </a:extLst>
          </p:cNvPr>
          <p:cNvGrpSpPr/>
          <p:nvPr/>
        </p:nvGrpSpPr>
        <p:grpSpPr>
          <a:xfrm>
            <a:off x="1912619" y="2559798"/>
            <a:ext cx="2194560" cy="2098692"/>
            <a:chOff x="332936" y="2596988"/>
            <a:chExt cx="2926080" cy="2798257"/>
          </a:xfrm>
        </p:grpSpPr>
        <p:sp>
          <p:nvSpPr>
            <p:cNvPr id="16" name="TextBox 15">
              <a:extLst>
                <a:ext uri="{FF2B5EF4-FFF2-40B4-BE49-F238E27FC236}">
                  <a16:creationId xmlns:a16="http://schemas.microsoft.com/office/drawing/2014/main" id="{26720266-DC73-755F-99E3-1E721461DCB9}"/>
                </a:ext>
              </a:extLst>
            </p:cNvPr>
            <p:cNvSpPr txBox="1"/>
            <p:nvPr/>
          </p:nvSpPr>
          <p:spPr>
            <a:xfrm>
              <a:off x="332936" y="2596988"/>
              <a:ext cx="2926080" cy="492443"/>
            </a:xfrm>
            <a:prstGeom prst="rect">
              <a:avLst/>
            </a:prstGeom>
            <a:noFill/>
          </p:spPr>
          <p:txBody>
            <a:bodyPr wrap="square" lIns="0" rIns="0" rtlCol="0" anchor="b">
              <a:spAutoFit/>
            </a:bodyPr>
            <a:lstStyle/>
            <a:p>
              <a:pPr algn="r"/>
              <a:r>
                <a:rPr lang="en-US" b="1" cap="all" noProof="1">
                  <a:solidFill>
                    <a:srgbClr val="A2B969">
                      <a:lumMod val="75000"/>
                    </a:srgbClr>
                  </a:solidFill>
                  <a:latin typeface="Calibri" panose="020F0502020204030204"/>
                </a:rPr>
                <a:t>Lorem Ipsum</a:t>
              </a:r>
            </a:p>
          </p:txBody>
        </p:sp>
        <p:sp>
          <p:nvSpPr>
            <p:cNvPr id="17" name="TextBox 16">
              <a:extLst>
                <a:ext uri="{FF2B5EF4-FFF2-40B4-BE49-F238E27FC236}">
                  <a16:creationId xmlns:a16="http://schemas.microsoft.com/office/drawing/2014/main" id="{A580B1FF-9494-C574-109B-1D073AC9A90C}"/>
                </a:ext>
              </a:extLst>
            </p:cNvPr>
            <p:cNvSpPr txBox="1"/>
            <p:nvPr/>
          </p:nvSpPr>
          <p:spPr>
            <a:xfrm>
              <a:off x="332936" y="3086921"/>
              <a:ext cx="2926080" cy="2308324"/>
            </a:xfrm>
            <a:prstGeom prst="rect">
              <a:avLst/>
            </a:prstGeom>
            <a:noFill/>
          </p:spPr>
          <p:txBody>
            <a:bodyPr wrap="square" lIns="0" rIns="0" rtlCol="0" anchor="t">
              <a:spAutoFit/>
            </a:bodyPr>
            <a:lstStyle/>
            <a:p>
              <a:pPr algn="just">
                <a:spcAft>
                  <a:spcPts val="900"/>
                </a:spcAft>
              </a:pPr>
              <a:r>
                <a:rPr lang="en-US" sz="900" noProof="1">
                  <a:solidFill>
                    <a:prstClr val="black">
                      <a:lumMod val="65000"/>
                      <a:lumOff val="35000"/>
                    </a:prstClr>
                  </a:solidFill>
                  <a:latin typeface="Calibri" panose="020F0502020204030204"/>
                </a:rPr>
                <a:t>Lorem ipsum dolor sit amet, consectetur adipiscing elit, sed do eiusmod tempor incididunt ut labore et dolore magna aliqua. Ut enim ad minim veniam, quis nostrud exercitation ullamco laboris nisi ut aliquip ex ea commodo consequat.</a:t>
              </a:r>
            </a:p>
            <a:p>
              <a:pPr algn="just">
                <a:spcAft>
                  <a:spcPts val="900"/>
                </a:spcAft>
              </a:pPr>
              <a:r>
                <a:rPr lang="en-US" sz="900" noProof="1">
                  <a:solidFill>
                    <a:prstClr val="black">
                      <a:lumMod val="65000"/>
                      <a:lumOff val="35000"/>
                    </a:prstClr>
                  </a:solidFill>
                  <a:latin typeface="Calibri" panose="020F0502020204030204"/>
                </a:rPr>
                <a:t>Duis aute irure dolor in reprehenderit in voluptate velit esse cillum dolore eu fugiat nulla pariatur. Excepteur sint occaecat cupidatat non proident, sunt in culpa qui officia deserunt mollit anim id est laborum.</a:t>
              </a:r>
            </a:p>
          </p:txBody>
        </p:sp>
      </p:grpSp>
      <p:grpSp>
        <p:nvGrpSpPr>
          <p:cNvPr id="18" name="Group 17">
            <a:extLst>
              <a:ext uri="{FF2B5EF4-FFF2-40B4-BE49-F238E27FC236}">
                <a16:creationId xmlns:a16="http://schemas.microsoft.com/office/drawing/2014/main" id="{98A0B786-496B-0179-2CD1-662FA064AEAE}"/>
              </a:ext>
            </a:extLst>
          </p:cNvPr>
          <p:cNvGrpSpPr/>
          <p:nvPr/>
        </p:nvGrpSpPr>
        <p:grpSpPr>
          <a:xfrm>
            <a:off x="8084821" y="2559798"/>
            <a:ext cx="2194560" cy="2098692"/>
            <a:chOff x="332936" y="2596988"/>
            <a:chExt cx="2926080" cy="2798257"/>
          </a:xfrm>
        </p:grpSpPr>
        <p:sp>
          <p:nvSpPr>
            <p:cNvPr id="19" name="TextBox 18">
              <a:extLst>
                <a:ext uri="{FF2B5EF4-FFF2-40B4-BE49-F238E27FC236}">
                  <a16:creationId xmlns:a16="http://schemas.microsoft.com/office/drawing/2014/main" id="{FB6AD68C-BF04-0BF8-F9BB-7C0F8BE751C4}"/>
                </a:ext>
              </a:extLst>
            </p:cNvPr>
            <p:cNvSpPr txBox="1"/>
            <p:nvPr/>
          </p:nvSpPr>
          <p:spPr>
            <a:xfrm>
              <a:off x="332936" y="2596988"/>
              <a:ext cx="2926080" cy="492443"/>
            </a:xfrm>
            <a:prstGeom prst="rect">
              <a:avLst/>
            </a:prstGeom>
            <a:noFill/>
          </p:spPr>
          <p:txBody>
            <a:bodyPr wrap="square" lIns="0" rIns="0" rtlCol="0" anchor="b">
              <a:spAutoFit/>
            </a:bodyPr>
            <a:lstStyle/>
            <a:p>
              <a:r>
                <a:rPr lang="en-US" b="1" cap="all" noProof="1">
                  <a:solidFill>
                    <a:srgbClr val="C13018"/>
                  </a:solidFill>
                  <a:latin typeface="Calibri" panose="020F0502020204030204"/>
                </a:rPr>
                <a:t>Lorem Ipsum</a:t>
              </a:r>
            </a:p>
          </p:txBody>
        </p:sp>
        <p:sp>
          <p:nvSpPr>
            <p:cNvPr id="20" name="TextBox 19">
              <a:extLst>
                <a:ext uri="{FF2B5EF4-FFF2-40B4-BE49-F238E27FC236}">
                  <a16:creationId xmlns:a16="http://schemas.microsoft.com/office/drawing/2014/main" id="{21399FBD-4E38-9F9E-C1B1-0062F042E924}"/>
                </a:ext>
              </a:extLst>
            </p:cNvPr>
            <p:cNvSpPr txBox="1"/>
            <p:nvPr/>
          </p:nvSpPr>
          <p:spPr>
            <a:xfrm>
              <a:off x="332936" y="3086921"/>
              <a:ext cx="2926080" cy="2308324"/>
            </a:xfrm>
            <a:prstGeom prst="rect">
              <a:avLst/>
            </a:prstGeom>
            <a:noFill/>
          </p:spPr>
          <p:txBody>
            <a:bodyPr wrap="square" lIns="0" rIns="0" rtlCol="0" anchor="t">
              <a:spAutoFit/>
            </a:bodyPr>
            <a:lstStyle/>
            <a:p>
              <a:pPr algn="just">
                <a:spcAft>
                  <a:spcPts val="900"/>
                </a:spcAft>
              </a:pPr>
              <a:r>
                <a:rPr lang="en-US" sz="900" noProof="1">
                  <a:solidFill>
                    <a:prstClr val="black">
                      <a:lumMod val="65000"/>
                      <a:lumOff val="35000"/>
                    </a:prstClr>
                  </a:solidFill>
                  <a:latin typeface="Calibri" panose="020F0502020204030204"/>
                </a:rPr>
                <a:t>Lorem ipsum dolor sit amet, consectetur adipiscing elit, sed do eiusmod tempor incididunt ut labore et dolore magna aliqua. Ut enim ad minim veniam, quis nostrud exercitation ullamco laboris nisi ut aliquip ex ea commodo consequat.</a:t>
              </a:r>
            </a:p>
            <a:p>
              <a:pPr algn="just">
                <a:spcAft>
                  <a:spcPts val="900"/>
                </a:spcAft>
              </a:pPr>
              <a:r>
                <a:rPr lang="en-US" sz="900" noProof="1">
                  <a:solidFill>
                    <a:prstClr val="black">
                      <a:lumMod val="65000"/>
                      <a:lumOff val="35000"/>
                    </a:prstClr>
                  </a:solidFill>
                  <a:latin typeface="Calibri" panose="020F0502020204030204"/>
                </a:rPr>
                <a:t>Duis aute irure dolor in reprehenderit in voluptate velit esse cillum dolore eu fugiat nulla pariatur. Excepteur sint occaecat cupidatat non proident, sunt in culpa qui officia deserunt mollit anim id est laborum.</a:t>
              </a:r>
            </a:p>
          </p:txBody>
        </p:sp>
      </p:grpSp>
      <p:pic>
        <p:nvPicPr>
          <p:cNvPr id="2" name="Graphic 1" descr="Rocket with solid fill">
            <a:extLst>
              <a:ext uri="{FF2B5EF4-FFF2-40B4-BE49-F238E27FC236}">
                <a16:creationId xmlns:a16="http://schemas.microsoft.com/office/drawing/2014/main" id="{1056E344-A4BE-6300-2FFB-FEEA91539D1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282665" y="3303917"/>
            <a:ext cx="617220" cy="617220"/>
          </a:xfrm>
          <a:prstGeom prst="rect">
            <a:avLst/>
          </a:prstGeom>
        </p:spPr>
      </p:pic>
      <p:pic>
        <p:nvPicPr>
          <p:cNvPr id="4" name="Graphic 3" descr="Lightbulb with solid fill">
            <a:extLst>
              <a:ext uri="{FF2B5EF4-FFF2-40B4-BE49-F238E27FC236}">
                <a16:creationId xmlns:a16="http://schemas.microsoft.com/office/drawing/2014/main" id="{68B023B2-A85A-4CAD-B816-D07DC0BCA50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292116" y="3303917"/>
            <a:ext cx="617220" cy="617220"/>
          </a:xfrm>
          <a:prstGeom prst="rect">
            <a:avLst/>
          </a:prstGeom>
        </p:spPr>
      </p:pic>
      <p:sp>
        <p:nvSpPr>
          <p:cNvPr id="11" name="Title 10">
            <a:extLst>
              <a:ext uri="{FF2B5EF4-FFF2-40B4-BE49-F238E27FC236}">
                <a16:creationId xmlns:a16="http://schemas.microsoft.com/office/drawing/2014/main" id="{CAFB28FE-24DF-20F0-529E-9BFB77D5B02E}"/>
              </a:ext>
            </a:extLst>
          </p:cNvPr>
          <p:cNvSpPr>
            <a:spLocks noGrp="1"/>
          </p:cNvSpPr>
          <p:nvPr>
            <p:ph type="title"/>
          </p:nvPr>
        </p:nvSpPr>
        <p:spPr/>
        <p:txBody>
          <a:bodyPr/>
          <a:lstStyle/>
          <a:p>
            <a:r>
              <a:rPr lang="en-US" dirty="0"/>
              <a:t>2-Stage Cycle Flow – Slide Template</a:t>
            </a:r>
          </a:p>
        </p:txBody>
      </p:sp>
    </p:spTree>
    <p:extLst>
      <p:ext uri="{BB962C8B-B14F-4D97-AF65-F5344CB8AC3E}">
        <p14:creationId xmlns:p14="http://schemas.microsoft.com/office/powerpoint/2010/main" val="152931218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2BFAE1-45D3-4B3B-81D2-0BF25FA84FB8}"/>
              </a:ext>
            </a:extLst>
          </p:cNvPr>
          <p:cNvSpPr>
            <a:spLocks noGrp="1"/>
          </p:cNvSpPr>
          <p:nvPr>
            <p:ph type="title"/>
          </p:nvPr>
        </p:nvSpPr>
        <p:spPr/>
        <p:txBody>
          <a:bodyPr>
            <a:noAutofit/>
          </a:bodyPr>
          <a:lstStyle/>
          <a:p>
            <a:r>
              <a:rPr lang="en-US" dirty="0"/>
              <a:t>Teamwork, Solution &amp; Success – Slide Template</a:t>
            </a:r>
          </a:p>
        </p:txBody>
      </p:sp>
      <p:sp>
        <p:nvSpPr>
          <p:cNvPr id="3" name="Shape">
            <a:extLst>
              <a:ext uri="{FF2B5EF4-FFF2-40B4-BE49-F238E27FC236}">
                <a16:creationId xmlns:a16="http://schemas.microsoft.com/office/drawing/2014/main" id="{B83C72A6-71DA-C0A2-171E-B3B59B719296}"/>
              </a:ext>
            </a:extLst>
          </p:cNvPr>
          <p:cNvSpPr/>
          <p:nvPr/>
        </p:nvSpPr>
        <p:spPr>
          <a:xfrm>
            <a:off x="6749202" y="1760992"/>
            <a:ext cx="2329005" cy="3178589"/>
          </a:xfrm>
          <a:custGeom>
            <a:avLst/>
            <a:gdLst/>
            <a:ahLst/>
            <a:cxnLst>
              <a:cxn ang="0">
                <a:pos x="wd2" y="hd2"/>
              </a:cxn>
              <a:cxn ang="5400000">
                <a:pos x="wd2" y="hd2"/>
              </a:cxn>
              <a:cxn ang="10800000">
                <a:pos x="wd2" y="hd2"/>
              </a:cxn>
              <a:cxn ang="16200000">
                <a:pos x="wd2" y="hd2"/>
              </a:cxn>
            </a:cxnLst>
            <a:rect l="0" t="0" r="r" b="b"/>
            <a:pathLst>
              <a:path w="21596" h="21591" extrusionOk="0">
                <a:moveTo>
                  <a:pt x="21454" y="5768"/>
                </a:moveTo>
                <a:lnTo>
                  <a:pt x="13825" y="5805"/>
                </a:lnTo>
                <a:cubicBezTo>
                  <a:pt x="12938" y="5782"/>
                  <a:pt x="12422" y="4910"/>
                  <a:pt x="13147" y="4316"/>
                </a:cubicBezTo>
                <a:cubicBezTo>
                  <a:pt x="13773" y="3854"/>
                  <a:pt x="14160" y="3216"/>
                  <a:pt x="14152" y="2514"/>
                </a:cubicBezTo>
                <a:cubicBezTo>
                  <a:pt x="14140" y="1117"/>
                  <a:pt x="12583" y="-9"/>
                  <a:pt x="10676" y="0"/>
                </a:cubicBezTo>
                <a:cubicBezTo>
                  <a:pt x="8768" y="8"/>
                  <a:pt x="7232" y="1149"/>
                  <a:pt x="7243" y="2546"/>
                </a:cubicBezTo>
                <a:cubicBezTo>
                  <a:pt x="7251" y="3247"/>
                  <a:pt x="7645" y="3883"/>
                  <a:pt x="8284" y="4339"/>
                </a:cubicBezTo>
                <a:cubicBezTo>
                  <a:pt x="9021" y="4925"/>
                  <a:pt x="8520" y="5805"/>
                  <a:pt x="7630" y="5834"/>
                </a:cubicBezTo>
                <a:lnTo>
                  <a:pt x="0" y="5872"/>
                </a:lnTo>
                <a:lnTo>
                  <a:pt x="51" y="11461"/>
                </a:lnTo>
                <a:cubicBezTo>
                  <a:pt x="95" y="12110"/>
                  <a:pt x="1293" y="12477"/>
                  <a:pt x="2093" y="11940"/>
                </a:cubicBezTo>
                <a:cubicBezTo>
                  <a:pt x="2715" y="11475"/>
                  <a:pt x="3578" y="11184"/>
                  <a:pt x="4540" y="11181"/>
                </a:cubicBezTo>
                <a:cubicBezTo>
                  <a:pt x="6447" y="11172"/>
                  <a:pt x="8004" y="12298"/>
                  <a:pt x="8016" y="13695"/>
                </a:cubicBezTo>
                <a:cubicBezTo>
                  <a:pt x="8028" y="15093"/>
                  <a:pt x="6491" y="16233"/>
                  <a:pt x="4583" y="16242"/>
                </a:cubicBezTo>
                <a:cubicBezTo>
                  <a:pt x="3626" y="16247"/>
                  <a:pt x="2755" y="15964"/>
                  <a:pt x="2124" y="15505"/>
                </a:cubicBezTo>
                <a:cubicBezTo>
                  <a:pt x="1312" y="14974"/>
                  <a:pt x="122" y="15352"/>
                  <a:pt x="91" y="16002"/>
                </a:cubicBezTo>
                <a:lnTo>
                  <a:pt x="142" y="21591"/>
                </a:lnTo>
                <a:lnTo>
                  <a:pt x="21025" y="21490"/>
                </a:lnTo>
                <a:cubicBezTo>
                  <a:pt x="21344" y="21487"/>
                  <a:pt x="21600" y="21299"/>
                  <a:pt x="21596" y="21066"/>
                </a:cubicBezTo>
                <a:lnTo>
                  <a:pt x="21454" y="5768"/>
                </a:lnTo>
                <a:close/>
              </a:path>
            </a:pathLst>
          </a:custGeom>
          <a:solidFill>
            <a:schemeClr val="accent3"/>
          </a:solidFill>
          <a:ln w="12700">
            <a:miter lim="400000"/>
          </a:ln>
        </p:spPr>
        <p:txBody>
          <a:bodyPr lIns="28575" tIns="28575" rIns="28575" bIns="28575" anchor="ctr"/>
          <a:lstStyle/>
          <a:p>
            <a:pPr>
              <a:defRPr sz="3000">
                <a:solidFill>
                  <a:srgbClr val="FFFFFF"/>
                </a:solidFill>
              </a:defRPr>
            </a:pPr>
            <a:endParaRPr sz="2250">
              <a:solidFill>
                <a:srgbClr val="FFFFFF"/>
              </a:solidFill>
              <a:latin typeface="Calibri" panose="020F0502020204030204"/>
            </a:endParaRPr>
          </a:p>
        </p:txBody>
      </p:sp>
      <p:sp>
        <p:nvSpPr>
          <p:cNvPr id="4" name="Shape">
            <a:extLst>
              <a:ext uri="{FF2B5EF4-FFF2-40B4-BE49-F238E27FC236}">
                <a16:creationId xmlns:a16="http://schemas.microsoft.com/office/drawing/2014/main" id="{9F48756E-7B82-9936-16D9-CF1F6A102E40}"/>
              </a:ext>
            </a:extLst>
          </p:cNvPr>
          <p:cNvSpPr/>
          <p:nvPr/>
        </p:nvSpPr>
        <p:spPr>
          <a:xfrm>
            <a:off x="3219577" y="2625452"/>
            <a:ext cx="3170420" cy="2314128"/>
          </a:xfrm>
          <a:custGeom>
            <a:avLst/>
            <a:gdLst/>
            <a:ahLst/>
            <a:cxnLst>
              <a:cxn ang="0">
                <a:pos x="wd2" y="hd2"/>
              </a:cxn>
              <a:cxn ang="5400000">
                <a:pos x="wd2" y="hd2"/>
              </a:cxn>
              <a:cxn ang="10800000">
                <a:pos x="wd2" y="hd2"/>
              </a:cxn>
              <a:cxn ang="16200000">
                <a:pos x="wd2" y="hd2"/>
              </a:cxn>
            </a:cxnLst>
            <a:rect l="0" t="0" r="r" b="b"/>
            <a:pathLst>
              <a:path w="21444" h="21600" extrusionOk="0">
                <a:moveTo>
                  <a:pt x="21428" y="10401"/>
                </a:moveTo>
                <a:cubicBezTo>
                  <a:pt x="21295" y="8791"/>
                  <a:pt x="20344" y="7501"/>
                  <a:pt x="19174" y="7343"/>
                </a:cubicBezTo>
                <a:cubicBezTo>
                  <a:pt x="18375" y="7236"/>
                  <a:pt x="17644" y="7644"/>
                  <a:pt x="17136" y="8354"/>
                </a:cubicBezTo>
                <a:cubicBezTo>
                  <a:pt x="16546" y="9088"/>
                  <a:pt x="15675" y="8577"/>
                  <a:pt x="15650" y="7684"/>
                </a:cubicBezTo>
                <a:lnTo>
                  <a:pt x="15650" y="4"/>
                </a:lnTo>
                <a:lnTo>
                  <a:pt x="10084" y="4"/>
                </a:lnTo>
                <a:cubicBezTo>
                  <a:pt x="9437" y="40"/>
                  <a:pt x="9067" y="1246"/>
                  <a:pt x="9598" y="2055"/>
                </a:cubicBezTo>
                <a:cubicBezTo>
                  <a:pt x="10058" y="2686"/>
                  <a:pt x="10346" y="3558"/>
                  <a:pt x="10346" y="4522"/>
                </a:cubicBezTo>
                <a:cubicBezTo>
                  <a:pt x="10346" y="6577"/>
                  <a:pt x="9055" y="8212"/>
                  <a:pt x="7534" y="7978"/>
                </a:cubicBezTo>
                <a:cubicBezTo>
                  <a:pt x="6367" y="7795"/>
                  <a:pt x="5430" y="6482"/>
                  <a:pt x="5318" y="4867"/>
                </a:cubicBezTo>
                <a:cubicBezTo>
                  <a:pt x="5240" y="3765"/>
                  <a:pt x="5537" y="2757"/>
                  <a:pt x="6051" y="2051"/>
                </a:cubicBezTo>
                <a:cubicBezTo>
                  <a:pt x="6583" y="1242"/>
                  <a:pt x="6212" y="36"/>
                  <a:pt x="5565" y="0"/>
                </a:cubicBezTo>
                <a:lnTo>
                  <a:pt x="0" y="0"/>
                </a:lnTo>
                <a:lnTo>
                  <a:pt x="0" y="21021"/>
                </a:lnTo>
                <a:cubicBezTo>
                  <a:pt x="0" y="21342"/>
                  <a:pt x="187" y="21600"/>
                  <a:pt x="420" y="21600"/>
                </a:cubicBezTo>
                <a:lnTo>
                  <a:pt x="15652" y="21600"/>
                </a:lnTo>
                <a:lnTo>
                  <a:pt x="15652" y="13920"/>
                </a:lnTo>
                <a:cubicBezTo>
                  <a:pt x="15678" y="13027"/>
                  <a:pt x="16552" y="12516"/>
                  <a:pt x="17139" y="13250"/>
                </a:cubicBezTo>
                <a:cubicBezTo>
                  <a:pt x="17596" y="13884"/>
                  <a:pt x="18228" y="14277"/>
                  <a:pt x="18927" y="14277"/>
                </a:cubicBezTo>
                <a:cubicBezTo>
                  <a:pt x="20413" y="14281"/>
                  <a:pt x="21600" y="12504"/>
                  <a:pt x="21428" y="10401"/>
                </a:cubicBezTo>
                <a:close/>
              </a:path>
            </a:pathLst>
          </a:custGeom>
          <a:solidFill>
            <a:schemeClr val="accent2"/>
          </a:solidFill>
          <a:ln w="12700">
            <a:miter lim="400000"/>
          </a:ln>
        </p:spPr>
        <p:txBody>
          <a:bodyPr lIns="28575" tIns="28575" rIns="28575" bIns="28575" anchor="ctr"/>
          <a:lstStyle/>
          <a:p>
            <a:pPr>
              <a:defRPr sz="3000">
                <a:solidFill>
                  <a:srgbClr val="FFFFFF"/>
                </a:solidFill>
              </a:defRPr>
            </a:pPr>
            <a:endParaRPr sz="2250">
              <a:solidFill>
                <a:srgbClr val="FFFFFF"/>
              </a:solidFill>
              <a:latin typeface="Calibri" panose="020F0502020204030204"/>
            </a:endParaRPr>
          </a:p>
        </p:txBody>
      </p:sp>
      <p:grpSp>
        <p:nvGrpSpPr>
          <p:cNvPr id="5" name="Group 4">
            <a:extLst>
              <a:ext uri="{FF2B5EF4-FFF2-40B4-BE49-F238E27FC236}">
                <a16:creationId xmlns:a16="http://schemas.microsoft.com/office/drawing/2014/main" id="{26EE90A0-6644-D043-7E82-CC3563F685CF}"/>
              </a:ext>
            </a:extLst>
          </p:cNvPr>
          <p:cNvGrpSpPr/>
          <p:nvPr/>
        </p:nvGrpSpPr>
        <p:grpSpPr>
          <a:xfrm>
            <a:off x="9033582" y="2697703"/>
            <a:ext cx="1320094" cy="2264891"/>
            <a:chOff x="10012775" y="2551211"/>
            <a:chExt cx="1760125" cy="3019855"/>
          </a:xfrm>
        </p:grpSpPr>
        <p:sp>
          <p:nvSpPr>
            <p:cNvPr id="6" name="Shape">
              <a:extLst>
                <a:ext uri="{FF2B5EF4-FFF2-40B4-BE49-F238E27FC236}">
                  <a16:creationId xmlns:a16="http://schemas.microsoft.com/office/drawing/2014/main" id="{1EF1F953-3B89-072C-BA5F-9D58C7614BE2}"/>
                </a:ext>
              </a:extLst>
            </p:cNvPr>
            <p:cNvSpPr/>
            <p:nvPr/>
          </p:nvSpPr>
          <p:spPr>
            <a:xfrm>
              <a:off x="10959109" y="2953545"/>
              <a:ext cx="100861" cy="140642"/>
            </a:xfrm>
            <a:custGeom>
              <a:avLst/>
              <a:gdLst/>
              <a:ahLst/>
              <a:cxnLst>
                <a:cxn ang="0">
                  <a:pos x="wd2" y="hd2"/>
                </a:cxn>
                <a:cxn ang="5400000">
                  <a:pos x="wd2" y="hd2"/>
                </a:cxn>
                <a:cxn ang="10800000">
                  <a:pos x="wd2" y="hd2"/>
                </a:cxn>
                <a:cxn ang="16200000">
                  <a:pos x="wd2" y="hd2"/>
                </a:cxn>
              </a:cxnLst>
              <a:rect l="0" t="0" r="r" b="b"/>
              <a:pathLst>
                <a:path w="19032" h="20461" extrusionOk="0">
                  <a:moveTo>
                    <a:pt x="0" y="0"/>
                  </a:moveTo>
                  <a:cubicBezTo>
                    <a:pt x="0" y="0"/>
                    <a:pt x="6630" y="4617"/>
                    <a:pt x="17109" y="8162"/>
                  </a:cubicBezTo>
                  <a:cubicBezTo>
                    <a:pt x="17109" y="8162"/>
                    <a:pt x="13901" y="9151"/>
                    <a:pt x="11869" y="8162"/>
                  </a:cubicBezTo>
                  <a:cubicBezTo>
                    <a:pt x="9838" y="7172"/>
                    <a:pt x="17216" y="15169"/>
                    <a:pt x="18392" y="15994"/>
                  </a:cubicBezTo>
                  <a:cubicBezTo>
                    <a:pt x="19568" y="16818"/>
                    <a:pt x="9410" y="13191"/>
                    <a:pt x="5240" y="9811"/>
                  </a:cubicBezTo>
                  <a:cubicBezTo>
                    <a:pt x="1070" y="6430"/>
                    <a:pt x="15398" y="17972"/>
                    <a:pt x="18499" y="19786"/>
                  </a:cubicBezTo>
                  <a:cubicBezTo>
                    <a:pt x="21600" y="21600"/>
                    <a:pt x="10265" y="19374"/>
                    <a:pt x="7806" y="17643"/>
                  </a:cubicBezTo>
                  <a:cubicBezTo>
                    <a:pt x="5347" y="15911"/>
                    <a:pt x="0" y="0"/>
                    <a:pt x="0" y="0"/>
                  </a:cubicBezTo>
                  <a:close/>
                </a:path>
              </a:pathLst>
            </a:custGeom>
            <a:solidFill>
              <a:srgbClr val="C19763"/>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7" name="Shape">
              <a:extLst>
                <a:ext uri="{FF2B5EF4-FFF2-40B4-BE49-F238E27FC236}">
                  <a16:creationId xmlns:a16="http://schemas.microsoft.com/office/drawing/2014/main" id="{5AA4459C-65E0-121F-6695-3206ED28D92B}"/>
                </a:ext>
              </a:extLst>
            </p:cNvPr>
            <p:cNvSpPr/>
            <p:nvPr/>
          </p:nvSpPr>
          <p:spPr>
            <a:xfrm>
              <a:off x="10069441" y="2823212"/>
              <a:ext cx="1703459" cy="2747854"/>
            </a:xfrm>
            <a:custGeom>
              <a:avLst/>
              <a:gdLst/>
              <a:ahLst/>
              <a:cxnLst>
                <a:cxn ang="0">
                  <a:pos x="wd2" y="hd2"/>
                </a:cxn>
                <a:cxn ang="5400000">
                  <a:pos x="wd2" y="hd2"/>
                </a:cxn>
                <a:cxn ang="10800000">
                  <a:pos x="wd2" y="hd2"/>
                </a:cxn>
                <a:cxn ang="16200000">
                  <a:pos x="wd2" y="hd2"/>
                </a:cxn>
              </a:cxnLst>
              <a:rect l="0" t="0" r="r" b="b"/>
              <a:pathLst>
                <a:path w="21486" h="21587" extrusionOk="0">
                  <a:moveTo>
                    <a:pt x="1020" y="0"/>
                  </a:moveTo>
                  <a:cubicBezTo>
                    <a:pt x="1527" y="191"/>
                    <a:pt x="2085" y="316"/>
                    <a:pt x="2514" y="597"/>
                  </a:cubicBezTo>
                  <a:cubicBezTo>
                    <a:pt x="2678" y="703"/>
                    <a:pt x="2985" y="721"/>
                    <a:pt x="3228" y="779"/>
                  </a:cubicBezTo>
                  <a:cubicBezTo>
                    <a:pt x="3307" y="797"/>
                    <a:pt x="3414" y="801"/>
                    <a:pt x="3457" y="837"/>
                  </a:cubicBezTo>
                  <a:cubicBezTo>
                    <a:pt x="3850" y="1171"/>
                    <a:pt x="4436" y="1184"/>
                    <a:pt x="5023" y="1229"/>
                  </a:cubicBezTo>
                  <a:cubicBezTo>
                    <a:pt x="5530" y="1269"/>
                    <a:pt x="6030" y="1353"/>
                    <a:pt x="6545" y="1273"/>
                  </a:cubicBezTo>
                  <a:cubicBezTo>
                    <a:pt x="6659" y="1255"/>
                    <a:pt x="6774" y="1251"/>
                    <a:pt x="6759" y="1162"/>
                  </a:cubicBezTo>
                  <a:cubicBezTo>
                    <a:pt x="6745" y="1086"/>
                    <a:pt x="6624" y="1126"/>
                    <a:pt x="6552" y="1122"/>
                  </a:cubicBezTo>
                  <a:cubicBezTo>
                    <a:pt x="6423" y="1117"/>
                    <a:pt x="6288" y="1122"/>
                    <a:pt x="6159" y="1122"/>
                  </a:cubicBezTo>
                  <a:cubicBezTo>
                    <a:pt x="6123" y="1095"/>
                    <a:pt x="6087" y="1086"/>
                    <a:pt x="6037" y="1100"/>
                  </a:cubicBezTo>
                  <a:cubicBezTo>
                    <a:pt x="6030" y="1091"/>
                    <a:pt x="6016" y="1086"/>
                    <a:pt x="5995" y="1086"/>
                  </a:cubicBezTo>
                  <a:cubicBezTo>
                    <a:pt x="6581" y="975"/>
                    <a:pt x="7038" y="708"/>
                    <a:pt x="7617" y="556"/>
                  </a:cubicBezTo>
                  <a:cubicBezTo>
                    <a:pt x="7581" y="739"/>
                    <a:pt x="7410" y="824"/>
                    <a:pt x="7217" y="908"/>
                  </a:cubicBezTo>
                  <a:cubicBezTo>
                    <a:pt x="6824" y="1086"/>
                    <a:pt x="6831" y="1126"/>
                    <a:pt x="7167" y="1344"/>
                  </a:cubicBezTo>
                  <a:cubicBezTo>
                    <a:pt x="7510" y="1567"/>
                    <a:pt x="7874" y="1781"/>
                    <a:pt x="8039" y="2083"/>
                  </a:cubicBezTo>
                  <a:cubicBezTo>
                    <a:pt x="8060" y="2075"/>
                    <a:pt x="8082" y="2070"/>
                    <a:pt x="8096" y="2057"/>
                  </a:cubicBezTo>
                  <a:cubicBezTo>
                    <a:pt x="8403" y="1705"/>
                    <a:pt x="8468" y="1291"/>
                    <a:pt x="8818" y="948"/>
                  </a:cubicBezTo>
                  <a:cubicBezTo>
                    <a:pt x="8846" y="917"/>
                    <a:pt x="8846" y="815"/>
                    <a:pt x="8661" y="832"/>
                  </a:cubicBezTo>
                  <a:cubicBezTo>
                    <a:pt x="8360" y="864"/>
                    <a:pt x="8418" y="757"/>
                    <a:pt x="8503" y="650"/>
                  </a:cubicBezTo>
                  <a:cubicBezTo>
                    <a:pt x="8539" y="605"/>
                    <a:pt x="8611" y="565"/>
                    <a:pt x="8582" y="507"/>
                  </a:cubicBezTo>
                  <a:cubicBezTo>
                    <a:pt x="8582" y="507"/>
                    <a:pt x="8589" y="503"/>
                    <a:pt x="8589" y="503"/>
                  </a:cubicBezTo>
                  <a:cubicBezTo>
                    <a:pt x="8646" y="463"/>
                    <a:pt x="8696" y="427"/>
                    <a:pt x="8768" y="378"/>
                  </a:cubicBezTo>
                  <a:cubicBezTo>
                    <a:pt x="8775" y="485"/>
                    <a:pt x="8811" y="574"/>
                    <a:pt x="8789" y="659"/>
                  </a:cubicBezTo>
                  <a:cubicBezTo>
                    <a:pt x="8753" y="783"/>
                    <a:pt x="8918" y="815"/>
                    <a:pt x="9018" y="855"/>
                  </a:cubicBezTo>
                  <a:cubicBezTo>
                    <a:pt x="9175" y="908"/>
                    <a:pt x="9132" y="783"/>
                    <a:pt x="9197" y="748"/>
                  </a:cubicBezTo>
                  <a:cubicBezTo>
                    <a:pt x="9268" y="712"/>
                    <a:pt x="9318" y="654"/>
                    <a:pt x="9354" y="605"/>
                  </a:cubicBezTo>
                  <a:cubicBezTo>
                    <a:pt x="9497" y="423"/>
                    <a:pt x="9740" y="401"/>
                    <a:pt x="10004" y="548"/>
                  </a:cubicBezTo>
                  <a:cubicBezTo>
                    <a:pt x="10004" y="583"/>
                    <a:pt x="10004" y="614"/>
                    <a:pt x="10083" y="628"/>
                  </a:cubicBezTo>
                  <a:cubicBezTo>
                    <a:pt x="10355" y="668"/>
                    <a:pt x="10626" y="721"/>
                    <a:pt x="10898" y="761"/>
                  </a:cubicBezTo>
                  <a:cubicBezTo>
                    <a:pt x="11076" y="788"/>
                    <a:pt x="11212" y="846"/>
                    <a:pt x="11277" y="944"/>
                  </a:cubicBezTo>
                  <a:cubicBezTo>
                    <a:pt x="11741" y="1625"/>
                    <a:pt x="12292" y="2284"/>
                    <a:pt x="12692" y="2987"/>
                  </a:cubicBezTo>
                  <a:cubicBezTo>
                    <a:pt x="13021" y="3561"/>
                    <a:pt x="13042" y="4176"/>
                    <a:pt x="13392" y="4741"/>
                  </a:cubicBezTo>
                  <a:cubicBezTo>
                    <a:pt x="13435" y="4808"/>
                    <a:pt x="13507" y="4848"/>
                    <a:pt x="13557" y="4901"/>
                  </a:cubicBezTo>
                  <a:cubicBezTo>
                    <a:pt x="13621" y="4964"/>
                    <a:pt x="13742" y="5008"/>
                    <a:pt x="13785" y="5071"/>
                  </a:cubicBezTo>
                  <a:cubicBezTo>
                    <a:pt x="14128" y="5587"/>
                    <a:pt x="14786" y="5952"/>
                    <a:pt x="15394" y="6339"/>
                  </a:cubicBezTo>
                  <a:cubicBezTo>
                    <a:pt x="15572" y="6451"/>
                    <a:pt x="15615" y="6597"/>
                    <a:pt x="15729" y="6727"/>
                  </a:cubicBezTo>
                  <a:cubicBezTo>
                    <a:pt x="16144" y="7185"/>
                    <a:pt x="16466" y="7679"/>
                    <a:pt x="16766" y="8160"/>
                  </a:cubicBezTo>
                  <a:cubicBezTo>
                    <a:pt x="17052" y="8623"/>
                    <a:pt x="17030" y="9157"/>
                    <a:pt x="16880" y="9678"/>
                  </a:cubicBezTo>
                  <a:cubicBezTo>
                    <a:pt x="16780" y="10039"/>
                    <a:pt x="16773" y="10413"/>
                    <a:pt x="16837" y="10791"/>
                  </a:cubicBezTo>
                  <a:cubicBezTo>
                    <a:pt x="16873" y="10982"/>
                    <a:pt x="17230" y="11218"/>
                    <a:pt x="16845" y="11423"/>
                  </a:cubicBezTo>
                  <a:cubicBezTo>
                    <a:pt x="16830" y="11432"/>
                    <a:pt x="16887" y="11499"/>
                    <a:pt x="16923" y="11535"/>
                  </a:cubicBezTo>
                  <a:cubicBezTo>
                    <a:pt x="17030" y="11637"/>
                    <a:pt x="17073" y="11753"/>
                    <a:pt x="17038" y="11873"/>
                  </a:cubicBezTo>
                  <a:cubicBezTo>
                    <a:pt x="17009" y="11971"/>
                    <a:pt x="17052" y="12060"/>
                    <a:pt x="17130" y="12149"/>
                  </a:cubicBezTo>
                  <a:cubicBezTo>
                    <a:pt x="17331" y="12376"/>
                    <a:pt x="17416" y="12616"/>
                    <a:pt x="17345" y="12879"/>
                  </a:cubicBezTo>
                  <a:cubicBezTo>
                    <a:pt x="17295" y="13053"/>
                    <a:pt x="17352" y="13222"/>
                    <a:pt x="17502" y="13373"/>
                  </a:cubicBezTo>
                  <a:cubicBezTo>
                    <a:pt x="17638" y="13507"/>
                    <a:pt x="17738" y="13649"/>
                    <a:pt x="17795" y="13800"/>
                  </a:cubicBezTo>
                  <a:cubicBezTo>
                    <a:pt x="17895" y="14077"/>
                    <a:pt x="18102" y="14312"/>
                    <a:pt x="18374" y="14548"/>
                  </a:cubicBezTo>
                  <a:cubicBezTo>
                    <a:pt x="18789" y="14913"/>
                    <a:pt x="19017" y="15345"/>
                    <a:pt x="19260" y="15764"/>
                  </a:cubicBezTo>
                  <a:cubicBezTo>
                    <a:pt x="19768" y="16641"/>
                    <a:pt x="20218" y="17531"/>
                    <a:pt x="20690" y="18417"/>
                  </a:cubicBezTo>
                  <a:cubicBezTo>
                    <a:pt x="20711" y="18457"/>
                    <a:pt x="20769" y="18515"/>
                    <a:pt x="20747" y="18542"/>
                  </a:cubicBezTo>
                  <a:cubicBezTo>
                    <a:pt x="20561" y="18782"/>
                    <a:pt x="20876" y="18916"/>
                    <a:pt x="21033" y="19080"/>
                  </a:cubicBezTo>
                  <a:cubicBezTo>
                    <a:pt x="21269" y="19321"/>
                    <a:pt x="21519" y="19557"/>
                    <a:pt x="21483" y="19859"/>
                  </a:cubicBezTo>
                  <a:cubicBezTo>
                    <a:pt x="21476" y="19935"/>
                    <a:pt x="21469" y="20015"/>
                    <a:pt x="21383" y="20069"/>
                  </a:cubicBezTo>
                  <a:cubicBezTo>
                    <a:pt x="21126" y="20242"/>
                    <a:pt x="21133" y="20465"/>
                    <a:pt x="21083" y="20674"/>
                  </a:cubicBezTo>
                  <a:cubicBezTo>
                    <a:pt x="21040" y="20852"/>
                    <a:pt x="21026" y="21030"/>
                    <a:pt x="21004" y="21208"/>
                  </a:cubicBezTo>
                  <a:cubicBezTo>
                    <a:pt x="20997" y="21262"/>
                    <a:pt x="20997" y="21324"/>
                    <a:pt x="20883" y="21320"/>
                  </a:cubicBezTo>
                  <a:cubicBezTo>
                    <a:pt x="20733" y="21320"/>
                    <a:pt x="20768" y="21244"/>
                    <a:pt x="20776" y="21186"/>
                  </a:cubicBezTo>
                  <a:cubicBezTo>
                    <a:pt x="20819" y="20914"/>
                    <a:pt x="20869" y="20638"/>
                    <a:pt x="20926" y="20327"/>
                  </a:cubicBezTo>
                  <a:cubicBezTo>
                    <a:pt x="20468" y="20469"/>
                    <a:pt x="20232" y="20692"/>
                    <a:pt x="20004" y="20910"/>
                  </a:cubicBezTo>
                  <a:cubicBezTo>
                    <a:pt x="19832" y="21075"/>
                    <a:pt x="19696" y="21257"/>
                    <a:pt x="19532" y="21426"/>
                  </a:cubicBezTo>
                  <a:cubicBezTo>
                    <a:pt x="19439" y="21515"/>
                    <a:pt x="19303" y="21573"/>
                    <a:pt x="19117" y="21578"/>
                  </a:cubicBezTo>
                  <a:cubicBezTo>
                    <a:pt x="18324" y="21600"/>
                    <a:pt x="17538" y="21591"/>
                    <a:pt x="16766" y="21466"/>
                  </a:cubicBezTo>
                  <a:cubicBezTo>
                    <a:pt x="16673" y="21453"/>
                    <a:pt x="16566" y="21440"/>
                    <a:pt x="16544" y="21377"/>
                  </a:cubicBezTo>
                  <a:cubicBezTo>
                    <a:pt x="16523" y="21320"/>
                    <a:pt x="16609" y="21284"/>
                    <a:pt x="16694" y="21275"/>
                  </a:cubicBezTo>
                  <a:cubicBezTo>
                    <a:pt x="17037" y="21226"/>
                    <a:pt x="17288" y="21084"/>
                    <a:pt x="17566" y="20968"/>
                  </a:cubicBezTo>
                  <a:cubicBezTo>
                    <a:pt x="17666" y="20928"/>
                    <a:pt x="17738" y="20865"/>
                    <a:pt x="17881" y="20874"/>
                  </a:cubicBezTo>
                  <a:cubicBezTo>
                    <a:pt x="18002" y="21079"/>
                    <a:pt x="18317" y="21075"/>
                    <a:pt x="18574" y="21124"/>
                  </a:cubicBezTo>
                  <a:cubicBezTo>
                    <a:pt x="18310" y="21244"/>
                    <a:pt x="17988" y="21239"/>
                    <a:pt x="17652" y="21257"/>
                  </a:cubicBezTo>
                  <a:cubicBezTo>
                    <a:pt x="18460" y="21511"/>
                    <a:pt x="19718" y="20968"/>
                    <a:pt x="20061" y="20233"/>
                  </a:cubicBezTo>
                  <a:cubicBezTo>
                    <a:pt x="19918" y="20207"/>
                    <a:pt x="19782" y="20238"/>
                    <a:pt x="19639" y="20238"/>
                  </a:cubicBezTo>
                  <a:cubicBezTo>
                    <a:pt x="19296" y="20242"/>
                    <a:pt x="18946" y="20291"/>
                    <a:pt x="18631" y="20162"/>
                  </a:cubicBezTo>
                  <a:cubicBezTo>
                    <a:pt x="18438" y="19913"/>
                    <a:pt x="18646" y="19681"/>
                    <a:pt x="18731" y="19450"/>
                  </a:cubicBezTo>
                  <a:cubicBezTo>
                    <a:pt x="18760" y="19365"/>
                    <a:pt x="18782" y="19298"/>
                    <a:pt x="18653" y="19263"/>
                  </a:cubicBezTo>
                  <a:cubicBezTo>
                    <a:pt x="17852" y="19058"/>
                    <a:pt x="17688" y="18586"/>
                    <a:pt x="17402" y="18154"/>
                  </a:cubicBezTo>
                  <a:cubicBezTo>
                    <a:pt x="16723" y="17126"/>
                    <a:pt x="16130" y="16075"/>
                    <a:pt x="15408" y="15060"/>
                  </a:cubicBezTo>
                  <a:cubicBezTo>
                    <a:pt x="14586" y="13907"/>
                    <a:pt x="13814" y="12741"/>
                    <a:pt x="12878" y="11601"/>
                  </a:cubicBezTo>
                  <a:cubicBezTo>
                    <a:pt x="12692" y="11739"/>
                    <a:pt x="12577" y="11917"/>
                    <a:pt x="12449" y="12082"/>
                  </a:cubicBezTo>
                  <a:cubicBezTo>
                    <a:pt x="12177" y="12438"/>
                    <a:pt x="11913" y="12794"/>
                    <a:pt x="11663" y="13159"/>
                  </a:cubicBezTo>
                  <a:cubicBezTo>
                    <a:pt x="11563" y="13306"/>
                    <a:pt x="11405" y="13413"/>
                    <a:pt x="11191" y="13480"/>
                  </a:cubicBezTo>
                  <a:cubicBezTo>
                    <a:pt x="10855" y="13582"/>
                    <a:pt x="10698" y="13743"/>
                    <a:pt x="10905" y="13938"/>
                  </a:cubicBezTo>
                  <a:cubicBezTo>
                    <a:pt x="11312" y="14321"/>
                    <a:pt x="11248" y="14753"/>
                    <a:pt x="11291" y="15167"/>
                  </a:cubicBezTo>
                  <a:cubicBezTo>
                    <a:pt x="11362" y="15813"/>
                    <a:pt x="11591" y="16445"/>
                    <a:pt x="11691" y="17090"/>
                  </a:cubicBezTo>
                  <a:cubicBezTo>
                    <a:pt x="11705" y="17179"/>
                    <a:pt x="11727" y="17268"/>
                    <a:pt x="11741" y="17357"/>
                  </a:cubicBezTo>
                  <a:cubicBezTo>
                    <a:pt x="11784" y="17593"/>
                    <a:pt x="11863" y="17816"/>
                    <a:pt x="12127" y="18012"/>
                  </a:cubicBezTo>
                  <a:cubicBezTo>
                    <a:pt x="12313" y="18150"/>
                    <a:pt x="12363" y="18350"/>
                    <a:pt x="12363" y="18537"/>
                  </a:cubicBezTo>
                  <a:cubicBezTo>
                    <a:pt x="12363" y="18635"/>
                    <a:pt x="12370" y="18706"/>
                    <a:pt x="12577" y="18653"/>
                  </a:cubicBezTo>
                  <a:cubicBezTo>
                    <a:pt x="12763" y="18604"/>
                    <a:pt x="12742" y="18724"/>
                    <a:pt x="12813" y="18773"/>
                  </a:cubicBezTo>
                  <a:cubicBezTo>
                    <a:pt x="13185" y="19018"/>
                    <a:pt x="13242" y="19276"/>
                    <a:pt x="13049" y="19606"/>
                  </a:cubicBezTo>
                  <a:cubicBezTo>
                    <a:pt x="12870" y="19913"/>
                    <a:pt x="12863" y="20247"/>
                    <a:pt x="12878" y="20576"/>
                  </a:cubicBezTo>
                  <a:cubicBezTo>
                    <a:pt x="12878" y="20634"/>
                    <a:pt x="12878" y="20696"/>
                    <a:pt x="12870" y="20754"/>
                  </a:cubicBezTo>
                  <a:cubicBezTo>
                    <a:pt x="12870" y="20803"/>
                    <a:pt x="12842" y="20843"/>
                    <a:pt x="12749" y="20839"/>
                  </a:cubicBezTo>
                  <a:cubicBezTo>
                    <a:pt x="12642" y="20834"/>
                    <a:pt x="12649" y="20785"/>
                    <a:pt x="12649" y="20741"/>
                  </a:cubicBezTo>
                  <a:cubicBezTo>
                    <a:pt x="12663" y="20487"/>
                    <a:pt x="12685" y="20233"/>
                    <a:pt x="12706" y="19980"/>
                  </a:cubicBezTo>
                  <a:cubicBezTo>
                    <a:pt x="12713" y="19904"/>
                    <a:pt x="12778" y="19793"/>
                    <a:pt x="12599" y="19775"/>
                  </a:cubicBezTo>
                  <a:cubicBezTo>
                    <a:pt x="12456" y="19761"/>
                    <a:pt x="12292" y="19779"/>
                    <a:pt x="12156" y="19855"/>
                  </a:cubicBezTo>
                  <a:cubicBezTo>
                    <a:pt x="11713" y="20113"/>
                    <a:pt x="11470" y="20456"/>
                    <a:pt x="11155" y="20768"/>
                  </a:cubicBezTo>
                  <a:cubicBezTo>
                    <a:pt x="11005" y="20914"/>
                    <a:pt x="10798" y="21003"/>
                    <a:pt x="10555" y="21012"/>
                  </a:cubicBezTo>
                  <a:cubicBezTo>
                    <a:pt x="9933" y="21035"/>
                    <a:pt x="9311" y="21052"/>
                    <a:pt x="8703" y="20941"/>
                  </a:cubicBezTo>
                  <a:cubicBezTo>
                    <a:pt x="8582" y="20919"/>
                    <a:pt x="8403" y="20932"/>
                    <a:pt x="8382" y="20839"/>
                  </a:cubicBezTo>
                  <a:cubicBezTo>
                    <a:pt x="8360" y="20732"/>
                    <a:pt x="8539" y="20705"/>
                    <a:pt x="8675" y="20670"/>
                  </a:cubicBezTo>
                  <a:cubicBezTo>
                    <a:pt x="8732" y="20656"/>
                    <a:pt x="8789" y="20647"/>
                    <a:pt x="8846" y="20638"/>
                  </a:cubicBezTo>
                  <a:cubicBezTo>
                    <a:pt x="9175" y="20652"/>
                    <a:pt x="9490" y="20634"/>
                    <a:pt x="9761" y="20505"/>
                  </a:cubicBezTo>
                  <a:cubicBezTo>
                    <a:pt x="9854" y="20460"/>
                    <a:pt x="9969" y="20465"/>
                    <a:pt x="10026" y="20492"/>
                  </a:cubicBezTo>
                  <a:cubicBezTo>
                    <a:pt x="10154" y="20549"/>
                    <a:pt x="10240" y="20509"/>
                    <a:pt x="10347" y="20483"/>
                  </a:cubicBezTo>
                  <a:cubicBezTo>
                    <a:pt x="10712" y="20394"/>
                    <a:pt x="11219" y="19957"/>
                    <a:pt x="11377" y="19574"/>
                  </a:cubicBezTo>
                  <a:cubicBezTo>
                    <a:pt x="10983" y="19704"/>
                    <a:pt x="10576" y="19717"/>
                    <a:pt x="10154" y="19717"/>
                  </a:cubicBezTo>
                  <a:cubicBezTo>
                    <a:pt x="10026" y="19677"/>
                    <a:pt x="9940" y="19623"/>
                    <a:pt x="9911" y="19521"/>
                  </a:cubicBezTo>
                  <a:cubicBezTo>
                    <a:pt x="9804" y="19094"/>
                    <a:pt x="9640" y="18671"/>
                    <a:pt x="9454" y="18257"/>
                  </a:cubicBezTo>
                  <a:cubicBezTo>
                    <a:pt x="9168" y="17633"/>
                    <a:pt x="8889" y="17010"/>
                    <a:pt x="8675" y="16378"/>
                  </a:cubicBezTo>
                  <a:cubicBezTo>
                    <a:pt x="8382" y="15506"/>
                    <a:pt x="8074" y="14633"/>
                    <a:pt x="7867" y="13752"/>
                  </a:cubicBezTo>
                  <a:cubicBezTo>
                    <a:pt x="7824" y="13551"/>
                    <a:pt x="7903" y="13364"/>
                    <a:pt x="7996" y="13182"/>
                  </a:cubicBezTo>
                  <a:cubicBezTo>
                    <a:pt x="8332" y="12514"/>
                    <a:pt x="8368" y="11806"/>
                    <a:pt x="8718" y="11138"/>
                  </a:cubicBezTo>
                  <a:cubicBezTo>
                    <a:pt x="8946" y="10702"/>
                    <a:pt x="9147" y="10252"/>
                    <a:pt x="9432" y="9830"/>
                  </a:cubicBezTo>
                  <a:cubicBezTo>
                    <a:pt x="9633" y="9536"/>
                    <a:pt x="9926" y="9260"/>
                    <a:pt x="10226" y="8993"/>
                  </a:cubicBezTo>
                  <a:cubicBezTo>
                    <a:pt x="10383" y="8855"/>
                    <a:pt x="10390" y="8743"/>
                    <a:pt x="10283" y="8605"/>
                  </a:cubicBezTo>
                  <a:cubicBezTo>
                    <a:pt x="10204" y="8498"/>
                    <a:pt x="10140" y="8392"/>
                    <a:pt x="10054" y="8258"/>
                  </a:cubicBezTo>
                  <a:cubicBezTo>
                    <a:pt x="9983" y="8392"/>
                    <a:pt x="9919" y="8498"/>
                    <a:pt x="9868" y="8610"/>
                  </a:cubicBezTo>
                  <a:cubicBezTo>
                    <a:pt x="9840" y="8672"/>
                    <a:pt x="9804" y="8734"/>
                    <a:pt x="9690" y="8726"/>
                  </a:cubicBezTo>
                  <a:cubicBezTo>
                    <a:pt x="9604" y="8717"/>
                    <a:pt x="9583" y="8650"/>
                    <a:pt x="9568" y="8601"/>
                  </a:cubicBezTo>
                  <a:cubicBezTo>
                    <a:pt x="9447" y="8209"/>
                    <a:pt x="9325" y="7813"/>
                    <a:pt x="9204" y="7421"/>
                  </a:cubicBezTo>
                  <a:cubicBezTo>
                    <a:pt x="9104" y="7118"/>
                    <a:pt x="9011" y="6811"/>
                    <a:pt x="8889" y="6513"/>
                  </a:cubicBezTo>
                  <a:cubicBezTo>
                    <a:pt x="8846" y="6402"/>
                    <a:pt x="8761" y="6281"/>
                    <a:pt x="8496" y="6317"/>
                  </a:cubicBezTo>
                  <a:cubicBezTo>
                    <a:pt x="8332" y="6339"/>
                    <a:pt x="8310" y="6246"/>
                    <a:pt x="8267" y="6184"/>
                  </a:cubicBezTo>
                  <a:cubicBezTo>
                    <a:pt x="8103" y="5952"/>
                    <a:pt x="7939" y="5721"/>
                    <a:pt x="7717" y="5507"/>
                  </a:cubicBezTo>
                  <a:cubicBezTo>
                    <a:pt x="7617" y="5413"/>
                    <a:pt x="7531" y="5400"/>
                    <a:pt x="7410" y="5467"/>
                  </a:cubicBezTo>
                  <a:cubicBezTo>
                    <a:pt x="6738" y="5836"/>
                    <a:pt x="5944" y="5832"/>
                    <a:pt x="5115" y="5796"/>
                  </a:cubicBezTo>
                  <a:cubicBezTo>
                    <a:pt x="3886" y="5747"/>
                    <a:pt x="2649" y="5721"/>
                    <a:pt x="1420" y="5725"/>
                  </a:cubicBezTo>
                  <a:cubicBezTo>
                    <a:pt x="927" y="5729"/>
                    <a:pt x="913" y="5707"/>
                    <a:pt x="870" y="5391"/>
                  </a:cubicBezTo>
                  <a:cubicBezTo>
                    <a:pt x="848" y="5222"/>
                    <a:pt x="848" y="5048"/>
                    <a:pt x="841" y="4879"/>
                  </a:cubicBezTo>
                  <a:cubicBezTo>
                    <a:pt x="884" y="4683"/>
                    <a:pt x="848" y="4483"/>
                    <a:pt x="948" y="4296"/>
                  </a:cubicBezTo>
                  <a:cubicBezTo>
                    <a:pt x="1692" y="4394"/>
                    <a:pt x="2471" y="4376"/>
                    <a:pt x="3193" y="4545"/>
                  </a:cubicBezTo>
                  <a:cubicBezTo>
                    <a:pt x="3357" y="4585"/>
                    <a:pt x="3464" y="4532"/>
                    <a:pt x="3586" y="4483"/>
                  </a:cubicBezTo>
                  <a:cubicBezTo>
                    <a:pt x="3764" y="4412"/>
                    <a:pt x="3979" y="4385"/>
                    <a:pt x="4122" y="4474"/>
                  </a:cubicBezTo>
                  <a:cubicBezTo>
                    <a:pt x="4443" y="4683"/>
                    <a:pt x="4794" y="4625"/>
                    <a:pt x="5144" y="4559"/>
                  </a:cubicBezTo>
                  <a:cubicBezTo>
                    <a:pt x="5523" y="4487"/>
                    <a:pt x="5944" y="4496"/>
                    <a:pt x="6295" y="4354"/>
                  </a:cubicBezTo>
                  <a:cubicBezTo>
                    <a:pt x="6402" y="4309"/>
                    <a:pt x="6573" y="4296"/>
                    <a:pt x="6473" y="4185"/>
                  </a:cubicBezTo>
                  <a:cubicBezTo>
                    <a:pt x="6073" y="3748"/>
                    <a:pt x="6309" y="3281"/>
                    <a:pt x="6287" y="2827"/>
                  </a:cubicBezTo>
                  <a:cubicBezTo>
                    <a:pt x="6280" y="2725"/>
                    <a:pt x="6280" y="2702"/>
                    <a:pt x="6116" y="2671"/>
                  </a:cubicBezTo>
                  <a:cubicBezTo>
                    <a:pt x="5251" y="2511"/>
                    <a:pt x="4372" y="2377"/>
                    <a:pt x="3478" y="2284"/>
                  </a:cubicBezTo>
                  <a:cubicBezTo>
                    <a:pt x="3378" y="2275"/>
                    <a:pt x="3300" y="2248"/>
                    <a:pt x="3243" y="2195"/>
                  </a:cubicBezTo>
                  <a:cubicBezTo>
                    <a:pt x="3021" y="1990"/>
                    <a:pt x="2678" y="1856"/>
                    <a:pt x="2342" y="1767"/>
                  </a:cubicBezTo>
                  <a:cubicBezTo>
                    <a:pt x="1606" y="1576"/>
                    <a:pt x="984" y="1273"/>
                    <a:pt x="291" y="1037"/>
                  </a:cubicBezTo>
                  <a:cubicBezTo>
                    <a:pt x="-67" y="917"/>
                    <a:pt x="-81" y="828"/>
                    <a:pt x="176" y="623"/>
                  </a:cubicBezTo>
                  <a:cubicBezTo>
                    <a:pt x="255" y="561"/>
                    <a:pt x="341" y="499"/>
                    <a:pt x="426" y="436"/>
                  </a:cubicBezTo>
                  <a:cubicBezTo>
                    <a:pt x="548" y="472"/>
                    <a:pt x="655" y="481"/>
                    <a:pt x="741" y="387"/>
                  </a:cubicBezTo>
                  <a:cubicBezTo>
                    <a:pt x="863" y="272"/>
                    <a:pt x="984" y="147"/>
                    <a:pt x="1020" y="0"/>
                  </a:cubicBezTo>
                  <a:close/>
                  <a:moveTo>
                    <a:pt x="20325" y="19957"/>
                  </a:moveTo>
                  <a:cubicBezTo>
                    <a:pt x="20611" y="19744"/>
                    <a:pt x="20611" y="19744"/>
                    <a:pt x="20325" y="19637"/>
                  </a:cubicBezTo>
                  <a:cubicBezTo>
                    <a:pt x="20325" y="19730"/>
                    <a:pt x="20325" y="19824"/>
                    <a:pt x="20325" y="19957"/>
                  </a:cubicBezTo>
                  <a:close/>
                </a:path>
              </a:pathLst>
            </a:custGeom>
            <a:solidFill>
              <a:srgbClr val="060708"/>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8" name="Shape">
              <a:extLst>
                <a:ext uri="{FF2B5EF4-FFF2-40B4-BE49-F238E27FC236}">
                  <a16:creationId xmlns:a16="http://schemas.microsoft.com/office/drawing/2014/main" id="{DB71C564-E1CC-5B1B-570D-BC8A0222ECE2}"/>
                </a:ext>
              </a:extLst>
            </p:cNvPr>
            <p:cNvSpPr/>
            <p:nvPr/>
          </p:nvSpPr>
          <p:spPr>
            <a:xfrm>
              <a:off x="10477442" y="2568212"/>
              <a:ext cx="421298" cy="523214"/>
            </a:xfrm>
            <a:custGeom>
              <a:avLst/>
              <a:gdLst/>
              <a:ahLst/>
              <a:cxnLst>
                <a:cxn ang="0">
                  <a:pos x="wd2" y="hd2"/>
                </a:cxn>
                <a:cxn ang="5400000">
                  <a:pos x="wd2" y="hd2"/>
                </a:cxn>
                <a:cxn ang="10800000">
                  <a:pos x="wd2" y="hd2"/>
                </a:cxn>
                <a:cxn ang="16200000">
                  <a:pos x="wd2" y="hd2"/>
                </a:cxn>
              </a:cxnLst>
              <a:rect l="0" t="0" r="r" b="b"/>
              <a:pathLst>
                <a:path w="21075" h="21422" extrusionOk="0">
                  <a:moveTo>
                    <a:pt x="21020" y="9474"/>
                  </a:moveTo>
                  <a:cubicBezTo>
                    <a:pt x="20538" y="7014"/>
                    <a:pt x="19886" y="4578"/>
                    <a:pt x="18327" y="2397"/>
                  </a:cubicBezTo>
                  <a:cubicBezTo>
                    <a:pt x="17646" y="1446"/>
                    <a:pt x="16739" y="611"/>
                    <a:pt x="15350" y="379"/>
                  </a:cubicBezTo>
                  <a:cubicBezTo>
                    <a:pt x="12912" y="-39"/>
                    <a:pt x="10474" y="-178"/>
                    <a:pt x="8037" y="309"/>
                  </a:cubicBezTo>
                  <a:cubicBezTo>
                    <a:pt x="3303" y="1237"/>
                    <a:pt x="1602" y="3372"/>
                    <a:pt x="1545" y="7037"/>
                  </a:cubicBezTo>
                  <a:lnTo>
                    <a:pt x="1460" y="7455"/>
                  </a:lnTo>
                  <a:cubicBezTo>
                    <a:pt x="2084" y="8662"/>
                    <a:pt x="1092" y="9497"/>
                    <a:pt x="383" y="10378"/>
                  </a:cubicBezTo>
                  <a:cubicBezTo>
                    <a:pt x="-14" y="10866"/>
                    <a:pt x="-297" y="11376"/>
                    <a:pt x="553" y="11585"/>
                  </a:cubicBezTo>
                  <a:cubicBezTo>
                    <a:pt x="1517" y="11840"/>
                    <a:pt x="1716" y="12536"/>
                    <a:pt x="1687" y="13000"/>
                  </a:cubicBezTo>
                  <a:cubicBezTo>
                    <a:pt x="1631" y="13882"/>
                    <a:pt x="2311" y="14578"/>
                    <a:pt x="2283" y="15436"/>
                  </a:cubicBezTo>
                  <a:cubicBezTo>
                    <a:pt x="2254" y="16109"/>
                    <a:pt x="2736" y="16318"/>
                    <a:pt x="3473" y="16225"/>
                  </a:cubicBezTo>
                  <a:cubicBezTo>
                    <a:pt x="5798" y="15645"/>
                    <a:pt x="7612" y="14253"/>
                    <a:pt x="9908" y="13464"/>
                  </a:cubicBezTo>
                  <a:cubicBezTo>
                    <a:pt x="9766" y="14415"/>
                    <a:pt x="9086" y="14856"/>
                    <a:pt x="8321" y="15297"/>
                  </a:cubicBezTo>
                  <a:cubicBezTo>
                    <a:pt x="6761" y="16225"/>
                    <a:pt x="6790" y="16434"/>
                    <a:pt x="8122" y="17571"/>
                  </a:cubicBezTo>
                  <a:cubicBezTo>
                    <a:pt x="9483" y="18731"/>
                    <a:pt x="10928" y="19844"/>
                    <a:pt x="11580" y="21422"/>
                  </a:cubicBezTo>
                  <a:cubicBezTo>
                    <a:pt x="11665" y="21376"/>
                    <a:pt x="11751" y="21352"/>
                    <a:pt x="11807" y="21283"/>
                  </a:cubicBezTo>
                  <a:cubicBezTo>
                    <a:pt x="13026" y="19450"/>
                    <a:pt x="13281" y="17292"/>
                    <a:pt x="14670" y="15506"/>
                  </a:cubicBezTo>
                  <a:lnTo>
                    <a:pt x="15436" y="15019"/>
                  </a:lnTo>
                  <a:cubicBezTo>
                    <a:pt x="16059" y="15297"/>
                    <a:pt x="15889" y="14647"/>
                    <a:pt x="16144" y="14462"/>
                  </a:cubicBezTo>
                  <a:cubicBezTo>
                    <a:pt x="16428" y="14276"/>
                    <a:pt x="16626" y="13975"/>
                    <a:pt x="16768" y="13719"/>
                  </a:cubicBezTo>
                  <a:cubicBezTo>
                    <a:pt x="17335" y="12768"/>
                    <a:pt x="18299" y="12652"/>
                    <a:pt x="19348" y="13418"/>
                  </a:cubicBezTo>
                  <a:cubicBezTo>
                    <a:pt x="20453" y="12258"/>
                    <a:pt x="21303" y="10959"/>
                    <a:pt x="21020" y="9474"/>
                  </a:cubicBezTo>
                  <a:close/>
                </a:path>
              </a:pathLst>
            </a:custGeom>
            <a:solidFill>
              <a:srgbClr val="F1CCA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9" name="Shape">
              <a:extLst>
                <a:ext uri="{FF2B5EF4-FFF2-40B4-BE49-F238E27FC236}">
                  <a16:creationId xmlns:a16="http://schemas.microsoft.com/office/drawing/2014/main" id="{25B0360F-658C-346B-806C-F81370C1EF8E}"/>
                </a:ext>
              </a:extLst>
            </p:cNvPr>
            <p:cNvSpPr/>
            <p:nvPr/>
          </p:nvSpPr>
          <p:spPr>
            <a:xfrm>
              <a:off x="10018442" y="3134879"/>
              <a:ext cx="129597" cy="313678"/>
            </a:xfrm>
            <a:custGeom>
              <a:avLst/>
              <a:gdLst/>
              <a:ahLst/>
              <a:cxnLst>
                <a:cxn ang="0">
                  <a:pos x="wd2" y="hd2"/>
                </a:cxn>
                <a:cxn ang="5400000">
                  <a:pos x="wd2" y="hd2"/>
                </a:cxn>
                <a:cxn ang="10800000">
                  <a:pos x="wd2" y="hd2"/>
                </a:cxn>
                <a:cxn ang="16200000">
                  <a:pos x="wd2" y="hd2"/>
                </a:cxn>
              </a:cxnLst>
              <a:rect l="0" t="0" r="r" b="b"/>
              <a:pathLst>
                <a:path w="21385" h="21013" extrusionOk="0">
                  <a:moveTo>
                    <a:pt x="21385" y="15964"/>
                  </a:moveTo>
                  <a:cubicBezTo>
                    <a:pt x="20076" y="17597"/>
                    <a:pt x="20544" y="19305"/>
                    <a:pt x="19982" y="20937"/>
                  </a:cubicBezTo>
                  <a:cubicBezTo>
                    <a:pt x="15494" y="21317"/>
                    <a:pt x="12689" y="20216"/>
                    <a:pt x="11099" y="18850"/>
                  </a:cubicBezTo>
                  <a:cubicBezTo>
                    <a:pt x="7452" y="15813"/>
                    <a:pt x="3431" y="12814"/>
                    <a:pt x="4273" y="9207"/>
                  </a:cubicBezTo>
                  <a:cubicBezTo>
                    <a:pt x="4647" y="7461"/>
                    <a:pt x="2403" y="5905"/>
                    <a:pt x="1655" y="4234"/>
                  </a:cubicBezTo>
                  <a:cubicBezTo>
                    <a:pt x="1281" y="3361"/>
                    <a:pt x="907" y="2488"/>
                    <a:pt x="253" y="1615"/>
                  </a:cubicBezTo>
                  <a:cubicBezTo>
                    <a:pt x="-215" y="970"/>
                    <a:pt x="-121" y="400"/>
                    <a:pt x="1281" y="97"/>
                  </a:cubicBezTo>
                  <a:cubicBezTo>
                    <a:pt x="3058" y="-283"/>
                    <a:pt x="3245" y="552"/>
                    <a:pt x="4180" y="894"/>
                  </a:cubicBezTo>
                  <a:cubicBezTo>
                    <a:pt x="6518" y="1729"/>
                    <a:pt x="7640" y="2564"/>
                    <a:pt x="6424" y="3817"/>
                  </a:cubicBezTo>
                  <a:cubicBezTo>
                    <a:pt x="6331" y="3931"/>
                    <a:pt x="6331" y="4159"/>
                    <a:pt x="6424" y="4159"/>
                  </a:cubicBezTo>
                  <a:cubicBezTo>
                    <a:pt x="11847" y="4956"/>
                    <a:pt x="10352" y="7044"/>
                    <a:pt x="11100" y="8600"/>
                  </a:cubicBezTo>
                  <a:cubicBezTo>
                    <a:pt x="12035" y="10650"/>
                    <a:pt x="15120" y="12093"/>
                    <a:pt x="17832" y="13687"/>
                  </a:cubicBezTo>
                  <a:cubicBezTo>
                    <a:pt x="19234" y="14446"/>
                    <a:pt x="21104" y="15015"/>
                    <a:pt x="21385" y="15964"/>
                  </a:cubicBezTo>
                  <a:close/>
                </a:path>
              </a:pathLst>
            </a:custGeom>
            <a:solidFill>
              <a:srgbClr val="F1CCA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10" name="Shape">
              <a:extLst>
                <a:ext uri="{FF2B5EF4-FFF2-40B4-BE49-F238E27FC236}">
                  <a16:creationId xmlns:a16="http://schemas.microsoft.com/office/drawing/2014/main" id="{8E7ED5C8-C8B7-7270-4415-6BB864BC66CA}"/>
                </a:ext>
              </a:extLst>
            </p:cNvPr>
            <p:cNvSpPr/>
            <p:nvPr/>
          </p:nvSpPr>
          <p:spPr>
            <a:xfrm>
              <a:off x="11469110" y="5395881"/>
              <a:ext cx="190968" cy="147459"/>
            </a:xfrm>
            <a:custGeom>
              <a:avLst/>
              <a:gdLst/>
              <a:ahLst/>
              <a:cxnLst>
                <a:cxn ang="0">
                  <a:pos x="wd2" y="hd2"/>
                </a:cxn>
                <a:cxn ang="5400000">
                  <a:pos x="wd2" y="hd2"/>
                </a:cxn>
                <a:cxn ang="10800000">
                  <a:pos x="wd2" y="hd2"/>
                </a:cxn>
                <a:cxn ang="16200000">
                  <a:pos x="wd2" y="hd2"/>
                </a:cxn>
              </a:cxnLst>
              <a:rect l="0" t="0" r="r" b="b"/>
              <a:pathLst>
                <a:path w="21600" h="18550" extrusionOk="0">
                  <a:moveTo>
                    <a:pt x="8781" y="0"/>
                  </a:moveTo>
                  <a:cubicBezTo>
                    <a:pt x="11601" y="2067"/>
                    <a:pt x="14742" y="1283"/>
                    <a:pt x="17818" y="1212"/>
                  </a:cubicBezTo>
                  <a:cubicBezTo>
                    <a:pt x="19036" y="1141"/>
                    <a:pt x="20318" y="713"/>
                    <a:pt x="21600" y="1141"/>
                  </a:cubicBezTo>
                  <a:cubicBezTo>
                    <a:pt x="18459" y="12903"/>
                    <a:pt x="7243" y="21600"/>
                    <a:pt x="0" y="17537"/>
                  </a:cubicBezTo>
                  <a:cubicBezTo>
                    <a:pt x="3076" y="17251"/>
                    <a:pt x="5897" y="17251"/>
                    <a:pt x="8268" y="15398"/>
                  </a:cubicBezTo>
                  <a:cubicBezTo>
                    <a:pt x="5961" y="14614"/>
                    <a:pt x="3141" y="14685"/>
                    <a:pt x="2051" y="11406"/>
                  </a:cubicBezTo>
                  <a:cubicBezTo>
                    <a:pt x="4615" y="9481"/>
                    <a:pt x="6153" y="6844"/>
                    <a:pt x="6666" y="3422"/>
                  </a:cubicBezTo>
                  <a:cubicBezTo>
                    <a:pt x="6858" y="1996"/>
                    <a:pt x="7563" y="784"/>
                    <a:pt x="8781" y="0"/>
                  </a:cubicBezTo>
                  <a:close/>
                </a:path>
              </a:pathLst>
            </a:custGeom>
            <a:solidFill>
              <a:srgbClr val="F1CCA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11" name="Shape">
              <a:extLst>
                <a:ext uri="{FF2B5EF4-FFF2-40B4-BE49-F238E27FC236}">
                  <a16:creationId xmlns:a16="http://schemas.microsoft.com/office/drawing/2014/main" id="{D4839114-CC0B-4EE5-4646-617549518410}"/>
                </a:ext>
              </a:extLst>
            </p:cNvPr>
            <p:cNvSpPr/>
            <p:nvPr/>
          </p:nvSpPr>
          <p:spPr>
            <a:xfrm>
              <a:off x="10772109" y="5322214"/>
              <a:ext cx="200600" cy="136168"/>
            </a:xfrm>
            <a:custGeom>
              <a:avLst/>
              <a:gdLst/>
              <a:ahLst/>
              <a:cxnLst>
                <a:cxn ang="0">
                  <a:pos x="wd2" y="hd2"/>
                </a:cxn>
                <a:cxn ang="5400000">
                  <a:pos x="wd2" y="hd2"/>
                </a:cxn>
                <a:cxn ang="10800000">
                  <a:pos x="wd2" y="hd2"/>
                </a:cxn>
                <a:cxn ang="16200000">
                  <a:pos x="wd2" y="hd2"/>
                </a:cxn>
              </a:cxnLst>
              <a:rect l="0" t="0" r="r" b="b"/>
              <a:pathLst>
                <a:path w="21600" h="21360" extrusionOk="0">
                  <a:moveTo>
                    <a:pt x="11166" y="2845"/>
                  </a:moveTo>
                  <a:cubicBezTo>
                    <a:pt x="14705" y="2845"/>
                    <a:pt x="18244" y="2489"/>
                    <a:pt x="21600" y="0"/>
                  </a:cubicBezTo>
                  <a:cubicBezTo>
                    <a:pt x="20258" y="7556"/>
                    <a:pt x="15986" y="16267"/>
                    <a:pt x="12814" y="18133"/>
                  </a:cubicBezTo>
                  <a:cubicBezTo>
                    <a:pt x="11898" y="18667"/>
                    <a:pt x="11166" y="19467"/>
                    <a:pt x="10068" y="18311"/>
                  </a:cubicBezTo>
                  <a:cubicBezTo>
                    <a:pt x="9580" y="17778"/>
                    <a:pt x="8603" y="17689"/>
                    <a:pt x="7810" y="18578"/>
                  </a:cubicBezTo>
                  <a:cubicBezTo>
                    <a:pt x="5492" y="21245"/>
                    <a:pt x="2807" y="21600"/>
                    <a:pt x="0" y="21245"/>
                  </a:cubicBezTo>
                  <a:cubicBezTo>
                    <a:pt x="1892" y="18578"/>
                    <a:pt x="4515" y="18222"/>
                    <a:pt x="6834" y="17067"/>
                  </a:cubicBezTo>
                  <a:cubicBezTo>
                    <a:pt x="8909" y="16089"/>
                    <a:pt x="10007" y="14311"/>
                    <a:pt x="10312" y="11200"/>
                  </a:cubicBezTo>
                  <a:cubicBezTo>
                    <a:pt x="10556" y="8356"/>
                    <a:pt x="10922" y="5600"/>
                    <a:pt x="11166" y="2845"/>
                  </a:cubicBezTo>
                  <a:close/>
                </a:path>
              </a:pathLst>
            </a:custGeom>
            <a:solidFill>
              <a:srgbClr val="F1CCA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12" name="Shape">
              <a:extLst>
                <a:ext uri="{FF2B5EF4-FFF2-40B4-BE49-F238E27FC236}">
                  <a16:creationId xmlns:a16="http://schemas.microsoft.com/office/drawing/2014/main" id="{EAB8ABF6-1461-A669-3E33-AF9893B8876B}"/>
                </a:ext>
              </a:extLst>
            </p:cNvPr>
            <p:cNvSpPr/>
            <p:nvPr/>
          </p:nvSpPr>
          <p:spPr>
            <a:xfrm>
              <a:off x="10012775" y="2551211"/>
              <a:ext cx="137517" cy="335572"/>
            </a:xfrm>
            <a:custGeom>
              <a:avLst/>
              <a:gdLst/>
              <a:ahLst/>
              <a:cxnLst>
                <a:cxn ang="0">
                  <a:pos x="wd2" y="hd2"/>
                </a:cxn>
                <a:cxn ang="5400000">
                  <a:pos x="wd2" y="hd2"/>
                </a:cxn>
                <a:cxn ang="10800000">
                  <a:pos x="wd2" y="hd2"/>
                </a:cxn>
                <a:cxn ang="16200000">
                  <a:pos x="wd2" y="hd2"/>
                </a:cxn>
              </a:cxnLst>
              <a:rect l="0" t="0" r="r" b="b"/>
              <a:pathLst>
                <a:path w="21136" h="21283" extrusionOk="0">
                  <a:moveTo>
                    <a:pt x="20526" y="16876"/>
                  </a:moveTo>
                  <a:cubicBezTo>
                    <a:pt x="18959" y="15258"/>
                    <a:pt x="13820" y="15294"/>
                    <a:pt x="12078" y="13749"/>
                  </a:cubicBezTo>
                  <a:cubicBezTo>
                    <a:pt x="9465" y="11449"/>
                    <a:pt x="6852" y="9184"/>
                    <a:pt x="7200" y="6561"/>
                  </a:cubicBezTo>
                  <a:cubicBezTo>
                    <a:pt x="7200" y="5554"/>
                    <a:pt x="7200" y="4548"/>
                    <a:pt x="7287" y="3578"/>
                  </a:cubicBezTo>
                  <a:cubicBezTo>
                    <a:pt x="8333" y="3075"/>
                    <a:pt x="8158" y="2428"/>
                    <a:pt x="8071" y="1853"/>
                  </a:cubicBezTo>
                  <a:cubicBezTo>
                    <a:pt x="7984" y="1206"/>
                    <a:pt x="9290" y="199"/>
                    <a:pt x="6939" y="20"/>
                  </a:cubicBezTo>
                  <a:cubicBezTo>
                    <a:pt x="4501" y="-160"/>
                    <a:pt x="4762" y="954"/>
                    <a:pt x="4413" y="1565"/>
                  </a:cubicBezTo>
                  <a:cubicBezTo>
                    <a:pt x="3542" y="3362"/>
                    <a:pt x="2846" y="5195"/>
                    <a:pt x="1888" y="7028"/>
                  </a:cubicBezTo>
                  <a:cubicBezTo>
                    <a:pt x="494" y="9759"/>
                    <a:pt x="-464" y="12527"/>
                    <a:pt x="233" y="15330"/>
                  </a:cubicBezTo>
                  <a:cubicBezTo>
                    <a:pt x="843" y="17666"/>
                    <a:pt x="2062" y="18205"/>
                    <a:pt x="7723" y="18277"/>
                  </a:cubicBezTo>
                  <a:cubicBezTo>
                    <a:pt x="8333" y="18421"/>
                    <a:pt x="8943" y="18601"/>
                    <a:pt x="9552" y="18744"/>
                  </a:cubicBezTo>
                  <a:cubicBezTo>
                    <a:pt x="10162" y="19823"/>
                    <a:pt x="12949" y="20182"/>
                    <a:pt x="13994" y="21081"/>
                  </a:cubicBezTo>
                  <a:cubicBezTo>
                    <a:pt x="15475" y="21368"/>
                    <a:pt x="16782" y="21440"/>
                    <a:pt x="17827" y="20685"/>
                  </a:cubicBezTo>
                  <a:cubicBezTo>
                    <a:pt x="19220" y="19679"/>
                    <a:pt x="20701" y="18673"/>
                    <a:pt x="21136" y="17451"/>
                  </a:cubicBezTo>
                  <a:cubicBezTo>
                    <a:pt x="21048" y="17307"/>
                    <a:pt x="20787" y="17091"/>
                    <a:pt x="20526" y="16876"/>
                  </a:cubicBezTo>
                  <a:close/>
                </a:path>
              </a:pathLst>
            </a:custGeom>
            <a:solidFill>
              <a:srgbClr val="F1CCA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13" name="Shape">
              <a:extLst>
                <a:ext uri="{FF2B5EF4-FFF2-40B4-BE49-F238E27FC236}">
                  <a16:creationId xmlns:a16="http://schemas.microsoft.com/office/drawing/2014/main" id="{951AAAD0-D87D-1202-72A5-384F3DCB2550}"/>
                </a:ext>
              </a:extLst>
            </p:cNvPr>
            <p:cNvSpPr/>
            <p:nvPr/>
          </p:nvSpPr>
          <p:spPr>
            <a:xfrm>
              <a:off x="10551109" y="2964878"/>
              <a:ext cx="9635" cy="3866"/>
            </a:xfrm>
            <a:custGeom>
              <a:avLst/>
              <a:gdLst/>
              <a:ahLst/>
              <a:cxnLst>
                <a:cxn ang="0">
                  <a:pos x="wd2" y="hd2"/>
                </a:cxn>
                <a:cxn ang="5400000">
                  <a:pos x="wd2" y="hd2"/>
                </a:cxn>
                <a:cxn ang="10800000">
                  <a:pos x="wd2" y="hd2"/>
                </a:cxn>
                <a:cxn ang="16200000">
                  <a:pos x="wd2" y="hd2"/>
                </a:cxn>
              </a:cxnLst>
              <a:rect l="0" t="0" r="r" b="b"/>
              <a:pathLst>
                <a:path w="21600" h="16372" extrusionOk="0">
                  <a:moveTo>
                    <a:pt x="0" y="4371"/>
                  </a:moveTo>
                  <a:cubicBezTo>
                    <a:pt x="8896" y="-5228"/>
                    <a:pt x="15248" y="1968"/>
                    <a:pt x="21600" y="16372"/>
                  </a:cubicBezTo>
                  <a:cubicBezTo>
                    <a:pt x="13976" y="11567"/>
                    <a:pt x="7624" y="6762"/>
                    <a:pt x="0" y="4371"/>
                  </a:cubicBezTo>
                  <a:close/>
                </a:path>
              </a:pathLst>
            </a:custGeom>
            <a:solidFill>
              <a:srgbClr val="F1CCA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14" name="Line">
              <a:extLst>
                <a:ext uri="{FF2B5EF4-FFF2-40B4-BE49-F238E27FC236}">
                  <a16:creationId xmlns:a16="http://schemas.microsoft.com/office/drawing/2014/main" id="{E7954DEC-2AA4-F3F4-DAE8-CA41F3449D7B}"/>
                </a:ext>
              </a:extLst>
            </p:cNvPr>
            <p:cNvSpPr/>
            <p:nvPr/>
          </p:nvSpPr>
          <p:spPr>
            <a:xfrm>
              <a:off x="11684443" y="5327881"/>
              <a:ext cx="0" cy="40801"/>
            </a:xfrm>
            <a:prstGeom prst="line">
              <a:avLst/>
            </a:prstGeom>
            <a:solidFill>
              <a:srgbClr val="F1CCA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15" name="Shape">
              <a:extLst>
                <a:ext uri="{FF2B5EF4-FFF2-40B4-BE49-F238E27FC236}">
                  <a16:creationId xmlns:a16="http://schemas.microsoft.com/office/drawing/2014/main" id="{3685D5BC-A51D-2D32-9F0A-08FBAED89709}"/>
                </a:ext>
              </a:extLst>
            </p:cNvPr>
            <p:cNvSpPr/>
            <p:nvPr/>
          </p:nvSpPr>
          <p:spPr>
            <a:xfrm>
              <a:off x="10534109" y="2562545"/>
              <a:ext cx="413670" cy="401973"/>
            </a:xfrm>
            <a:custGeom>
              <a:avLst/>
              <a:gdLst/>
              <a:ahLst/>
              <a:cxnLst>
                <a:cxn ang="0">
                  <a:pos x="wd2" y="hd2"/>
                </a:cxn>
                <a:cxn ang="5400000">
                  <a:pos x="wd2" y="hd2"/>
                </a:cxn>
                <a:cxn ang="10800000">
                  <a:pos x="wd2" y="hd2"/>
                </a:cxn>
                <a:cxn ang="16200000">
                  <a:pos x="wd2" y="hd2"/>
                </a:cxn>
              </a:cxnLst>
              <a:rect l="0" t="0" r="r" b="b"/>
              <a:pathLst>
                <a:path w="21600" h="21340" extrusionOk="0">
                  <a:moveTo>
                    <a:pt x="7486" y="20708"/>
                  </a:moveTo>
                  <a:cubicBezTo>
                    <a:pt x="7486" y="20708"/>
                    <a:pt x="10563" y="18121"/>
                    <a:pt x="11125" y="14782"/>
                  </a:cubicBezTo>
                  <a:cubicBezTo>
                    <a:pt x="11125" y="14782"/>
                    <a:pt x="11836" y="10540"/>
                    <a:pt x="11125" y="10299"/>
                  </a:cubicBezTo>
                  <a:cubicBezTo>
                    <a:pt x="10415" y="10089"/>
                    <a:pt x="9261" y="9848"/>
                    <a:pt x="8255" y="10690"/>
                  </a:cubicBezTo>
                  <a:cubicBezTo>
                    <a:pt x="8255" y="10690"/>
                    <a:pt x="7279" y="9908"/>
                    <a:pt x="6154" y="9728"/>
                  </a:cubicBezTo>
                  <a:cubicBezTo>
                    <a:pt x="5060" y="9547"/>
                    <a:pt x="4172" y="7772"/>
                    <a:pt x="4438" y="7201"/>
                  </a:cubicBezTo>
                  <a:cubicBezTo>
                    <a:pt x="4705" y="6629"/>
                    <a:pt x="5415" y="5516"/>
                    <a:pt x="5000" y="5005"/>
                  </a:cubicBezTo>
                  <a:cubicBezTo>
                    <a:pt x="4557" y="4493"/>
                    <a:pt x="1746" y="3651"/>
                    <a:pt x="0" y="4222"/>
                  </a:cubicBezTo>
                  <a:cubicBezTo>
                    <a:pt x="0" y="4222"/>
                    <a:pt x="592" y="2026"/>
                    <a:pt x="4142" y="913"/>
                  </a:cubicBezTo>
                  <a:cubicBezTo>
                    <a:pt x="7663" y="-200"/>
                    <a:pt x="12250" y="-200"/>
                    <a:pt x="13818" y="402"/>
                  </a:cubicBezTo>
                  <a:cubicBezTo>
                    <a:pt x="15416" y="1003"/>
                    <a:pt x="17842" y="4252"/>
                    <a:pt x="18730" y="7501"/>
                  </a:cubicBezTo>
                  <a:cubicBezTo>
                    <a:pt x="19617" y="10750"/>
                    <a:pt x="18907" y="16226"/>
                    <a:pt x="21600" y="19264"/>
                  </a:cubicBezTo>
                  <a:cubicBezTo>
                    <a:pt x="21600" y="19264"/>
                    <a:pt x="19174" y="18542"/>
                    <a:pt x="18197" y="18362"/>
                  </a:cubicBezTo>
                  <a:cubicBezTo>
                    <a:pt x="17221" y="18181"/>
                    <a:pt x="15446" y="17971"/>
                    <a:pt x="15179" y="18873"/>
                  </a:cubicBezTo>
                  <a:cubicBezTo>
                    <a:pt x="14913" y="19776"/>
                    <a:pt x="15179" y="21069"/>
                    <a:pt x="15830" y="21340"/>
                  </a:cubicBezTo>
                  <a:cubicBezTo>
                    <a:pt x="15830" y="21340"/>
                    <a:pt x="13966" y="20558"/>
                    <a:pt x="13493" y="19144"/>
                  </a:cubicBezTo>
                  <a:cubicBezTo>
                    <a:pt x="13019" y="17730"/>
                    <a:pt x="12901" y="16527"/>
                    <a:pt x="12901" y="16527"/>
                  </a:cubicBezTo>
                  <a:cubicBezTo>
                    <a:pt x="12901" y="16527"/>
                    <a:pt x="12339" y="18813"/>
                    <a:pt x="10859" y="20106"/>
                  </a:cubicBezTo>
                  <a:cubicBezTo>
                    <a:pt x="9380" y="21400"/>
                    <a:pt x="10859" y="19114"/>
                    <a:pt x="10859" y="19114"/>
                  </a:cubicBezTo>
                  <a:cubicBezTo>
                    <a:pt x="10859" y="19114"/>
                    <a:pt x="9261" y="20588"/>
                    <a:pt x="7486" y="20708"/>
                  </a:cubicBezTo>
                  <a:close/>
                </a:path>
              </a:pathLst>
            </a:custGeom>
            <a:solidFill>
              <a:srgbClr val="C19763"/>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grpSp>
      <p:grpSp>
        <p:nvGrpSpPr>
          <p:cNvPr id="16" name="Group 15">
            <a:extLst>
              <a:ext uri="{FF2B5EF4-FFF2-40B4-BE49-F238E27FC236}">
                <a16:creationId xmlns:a16="http://schemas.microsoft.com/office/drawing/2014/main" id="{BD6367B0-40F7-DFA4-9A89-BD11F77CE432}"/>
              </a:ext>
            </a:extLst>
          </p:cNvPr>
          <p:cNvGrpSpPr/>
          <p:nvPr/>
        </p:nvGrpSpPr>
        <p:grpSpPr>
          <a:xfrm>
            <a:off x="1820489" y="2897911"/>
            <a:ext cx="1441781" cy="2064683"/>
            <a:chOff x="419100" y="2885545"/>
            <a:chExt cx="1878847" cy="2690578"/>
          </a:xfrm>
        </p:grpSpPr>
        <p:sp>
          <p:nvSpPr>
            <p:cNvPr id="17" name="Shape">
              <a:extLst>
                <a:ext uri="{FF2B5EF4-FFF2-40B4-BE49-F238E27FC236}">
                  <a16:creationId xmlns:a16="http://schemas.microsoft.com/office/drawing/2014/main" id="{A173D3B5-1EE4-DC3F-3733-C04CBCB22404}"/>
                </a:ext>
              </a:extLst>
            </p:cNvPr>
            <p:cNvSpPr/>
            <p:nvPr/>
          </p:nvSpPr>
          <p:spPr>
            <a:xfrm>
              <a:off x="1603434" y="3191545"/>
              <a:ext cx="185301" cy="393267"/>
            </a:xfrm>
            <a:custGeom>
              <a:avLst/>
              <a:gdLst/>
              <a:ahLst/>
              <a:cxnLst>
                <a:cxn ang="0">
                  <a:pos x="wd2" y="hd2"/>
                </a:cxn>
                <a:cxn ang="5400000">
                  <a:pos x="wd2" y="hd2"/>
                </a:cxn>
                <a:cxn ang="10800000">
                  <a:pos x="wd2" y="hd2"/>
                </a:cxn>
                <a:cxn ang="16200000">
                  <a:pos x="wd2" y="hd2"/>
                </a:cxn>
              </a:cxnLst>
              <a:rect l="0" t="0" r="r" b="b"/>
              <a:pathLst>
                <a:path w="21600" h="21600" extrusionOk="0">
                  <a:moveTo>
                    <a:pt x="18363" y="1681"/>
                  </a:moveTo>
                  <a:lnTo>
                    <a:pt x="18429" y="8497"/>
                  </a:lnTo>
                  <a:lnTo>
                    <a:pt x="21600" y="14753"/>
                  </a:lnTo>
                  <a:lnTo>
                    <a:pt x="11031" y="21600"/>
                  </a:lnTo>
                  <a:lnTo>
                    <a:pt x="0" y="2770"/>
                  </a:lnTo>
                  <a:lnTo>
                    <a:pt x="6209" y="0"/>
                  </a:lnTo>
                  <a:close/>
                </a:path>
              </a:pathLst>
            </a:custGeom>
            <a:solidFill>
              <a:srgbClr val="F4F5F5"/>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18" name="Shape">
              <a:extLst>
                <a:ext uri="{FF2B5EF4-FFF2-40B4-BE49-F238E27FC236}">
                  <a16:creationId xmlns:a16="http://schemas.microsoft.com/office/drawing/2014/main" id="{2CC9E99E-1CDD-44F1-C608-EC71DA131E40}"/>
                </a:ext>
              </a:extLst>
            </p:cNvPr>
            <p:cNvSpPr/>
            <p:nvPr/>
          </p:nvSpPr>
          <p:spPr>
            <a:xfrm>
              <a:off x="2158769" y="3656212"/>
              <a:ext cx="74234" cy="188332"/>
            </a:xfrm>
            <a:custGeom>
              <a:avLst/>
              <a:gdLst/>
              <a:ahLst/>
              <a:cxnLst>
                <a:cxn ang="0">
                  <a:pos x="wd2" y="hd2"/>
                </a:cxn>
                <a:cxn ang="5400000">
                  <a:pos x="wd2" y="hd2"/>
                </a:cxn>
                <a:cxn ang="10800000">
                  <a:pos x="wd2" y="hd2"/>
                </a:cxn>
                <a:cxn ang="16200000">
                  <a:pos x="wd2" y="hd2"/>
                </a:cxn>
              </a:cxnLst>
              <a:rect l="0" t="0" r="r" b="b"/>
              <a:pathLst>
                <a:path w="21600" h="21176" extrusionOk="0">
                  <a:moveTo>
                    <a:pt x="19456" y="9557"/>
                  </a:moveTo>
                  <a:cubicBezTo>
                    <a:pt x="19456" y="9557"/>
                    <a:pt x="19456" y="18669"/>
                    <a:pt x="17808" y="20134"/>
                  </a:cubicBezTo>
                  <a:cubicBezTo>
                    <a:pt x="16159" y="21600"/>
                    <a:pt x="2638" y="21090"/>
                    <a:pt x="2638" y="21090"/>
                  </a:cubicBezTo>
                  <a:lnTo>
                    <a:pt x="0" y="4906"/>
                  </a:lnTo>
                  <a:lnTo>
                    <a:pt x="3298" y="0"/>
                  </a:lnTo>
                  <a:lnTo>
                    <a:pt x="21600" y="4205"/>
                  </a:lnTo>
                  <a:lnTo>
                    <a:pt x="19456" y="9557"/>
                  </a:lnTo>
                  <a:close/>
                </a:path>
              </a:pathLst>
            </a:custGeom>
            <a:solidFill>
              <a:srgbClr val="F4F5F5"/>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19" name="Shape">
              <a:extLst>
                <a:ext uri="{FF2B5EF4-FFF2-40B4-BE49-F238E27FC236}">
                  <a16:creationId xmlns:a16="http://schemas.microsoft.com/office/drawing/2014/main" id="{9301BD03-D016-E305-29D9-776F7FB1A9CD}"/>
                </a:ext>
              </a:extLst>
            </p:cNvPr>
            <p:cNvSpPr/>
            <p:nvPr/>
          </p:nvSpPr>
          <p:spPr>
            <a:xfrm>
              <a:off x="1745102" y="3344546"/>
              <a:ext cx="80476" cy="941966"/>
            </a:xfrm>
            <a:custGeom>
              <a:avLst/>
              <a:gdLst/>
              <a:ahLst/>
              <a:cxnLst>
                <a:cxn ang="0">
                  <a:pos x="wd2" y="hd2"/>
                </a:cxn>
                <a:cxn ang="5400000">
                  <a:pos x="wd2" y="hd2"/>
                </a:cxn>
                <a:cxn ang="10800000">
                  <a:pos x="wd2" y="hd2"/>
                </a:cxn>
                <a:cxn ang="16200000">
                  <a:pos x="wd2" y="hd2"/>
                </a:cxn>
              </a:cxnLst>
              <a:rect l="0" t="0" r="r" b="b"/>
              <a:pathLst>
                <a:path w="21451" h="21423" extrusionOk="0">
                  <a:moveTo>
                    <a:pt x="3474" y="0"/>
                  </a:moveTo>
                  <a:cubicBezTo>
                    <a:pt x="3474" y="0"/>
                    <a:pt x="6797" y="193"/>
                    <a:pt x="9214" y="451"/>
                  </a:cubicBezTo>
                  <a:cubicBezTo>
                    <a:pt x="11631" y="709"/>
                    <a:pt x="9214" y="1431"/>
                    <a:pt x="9214" y="1431"/>
                  </a:cubicBezTo>
                  <a:cubicBezTo>
                    <a:pt x="9214" y="1431"/>
                    <a:pt x="16615" y="2011"/>
                    <a:pt x="17975" y="2848"/>
                  </a:cubicBezTo>
                  <a:cubicBezTo>
                    <a:pt x="19334" y="3686"/>
                    <a:pt x="21298" y="21239"/>
                    <a:pt x="21449" y="21420"/>
                  </a:cubicBezTo>
                  <a:cubicBezTo>
                    <a:pt x="21600" y="21600"/>
                    <a:pt x="14652" y="15169"/>
                    <a:pt x="10875" y="12024"/>
                  </a:cubicBezTo>
                  <a:cubicBezTo>
                    <a:pt x="7099" y="8867"/>
                    <a:pt x="1813" y="1907"/>
                    <a:pt x="3323" y="1456"/>
                  </a:cubicBezTo>
                  <a:cubicBezTo>
                    <a:pt x="3323" y="1456"/>
                    <a:pt x="0" y="928"/>
                    <a:pt x="0" y="735"/>
                  </a:cubicBezTo>
                  <a:cubicBezTo>
                    <a:pt x="0" y="541"/>
                    <a:pt x="3474" y="0"/>
                    <a:pt x="3474" y="0"/>
                  </a:cubicBezTo>
                  <a:close/>
                </a:path>
              </a:pathLst>
            </a:custGeom>
            <a:solidFill>
              <a:srgbClr val="2AB9E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20" name="Line">
              <a:extLst>
                <a:ext uri="{FF2B5EF4-FFF2-40B4-BE49-F238E27FC236}">
                  <a16:creationId xmlns:a16="http://schemas.microsoft.com/office/drawing/2014/main" id="{F47F931B-E4FC-DDE6-2DD2-69FEF7E7B219}"/>
                </a:ext>
              </a:extLst>
            </p:cNvPr>
            <p:cNvSpPr/>
            <p:nvPr/>
          </p:nvSpPr>
          <p:spPr>
            <a:xfrm>
              <a:off x="419100" y="3225545"/>
              <a:ext cx="1775523" cy="2350578"/>
            </a:xfrm>
            <a:custGeom>
              <a:avLst/>
              <a:gdLst/>
              <a:ahLst/>
              <a:cxnLst>
                <a:cxn ang="0">
                  <a:pos x="wd2" y="hd2"/>
                </a:cxn>
                <a:cxn ang="5400000">
                  <a:pos x="wd2" y="hd2"/>
                </a:cxn>
                <a:cxn ang="10800000">
                  <a:pos x="wd2" y="hd2"/>
                </a:cxn>
                <a:cxn ang="16200000">
                  <a:pos x="wd2" y="hd2"/>
                </a:cxn>
              </a:cxnLst>
              <a:rect l="0" t="0" r="r" b="b"/>
              <a:pathLst>
                <a:path w="21533" h="21543" extrusionOk="0">
                  <a:moveTo>
                    <a:pt x="16006" y="1618"/>
                  </a:moveTo>
                  <a:cubicBezTo>
                    <a:pt x="15937" y="1426"/>
                    <a:pt x="15772" y="1265"/>
                    <a:pt x="15717" y="1067"/>
                  </a:cubicBezTo>
                  <a:cubicBezTo>
                    <a:pt x="15580" y="730"/>
                    <a:pt x="15243" y="506"/>
                    <a:pt x="14913" y="283"/>
                  </a:cubicBezTo>
                  <a:cubicBezTo>
                    <a:pt x="14865" y="252"/>
                    <a:pt x="14790" y="236"/>
                    <a:pt x="14769" y="179"/>
                  </a:cubicBezTo>
                  <a:cubicBezTo>
                    <a:pt x="14645" y="132"/>
                    <a:pt x="14522" y="96"/>
                    <a:pt x="14405" y="44"/>
                  </a:cubicBezTo>
                  <a:cubicBezTo>
                    <a:pt x="14281" y="-13"/>
                    <a:pt x="14171" y="-13"/>
                    <a:pt x="14054" y="34"/>
                  </a:cubicBezTo>
                  <a:cubicBezTo>
                    <a:pt x="13931" y="210"/>
                    <a:pt x="13772" y="325"/>
                    <a:pt x="13504" y="397"/>
                  </a:cubicBezTo>
                  <a:cubicBezTo>
                    <a:pt x="13181" y="486"/>
                    <a:pt x="12865" y="636"/>
                    <a:pt x="12597" y="802"/>
                  </a:cubicBezTo>
                  <a:cubicBezTo>
                    <a:pt x="12247" y="1015"/>
                    <a:pt x="11924" y="1249"/>
                    <a:pt x="11704" y="1561"/>
                  </a:cubicBezTo>
                  <a:cubicBezTo>
                    <a:pt x="11498" y="1857"/>
                    <a:pt x="11237" y="2132"/>
                    <a:pt x="11072" y="2449"/>
                  </a:cubicBezTo>
                  <a:cubicBezTo>
                    <a:pt x="10941" y="2708"/>
                    <a:pt x="10865" y="2979"/>
                    <a:pt x="10804" y="3254"/>
                  </a:cubicBezTo>
                  <a:cubicBezTo>
                    <a:pt x="10769" y="3410"/>
                    <a:pt x="10673" y="3555"/>
                    <a:pt x="10618" y="3711"/>
                  </a:cubicBezTo>
                  <a:cubicBezTo>
                    <a:pt x="10529" y="3960"/>
                    <a:pt x="10391" y="4194"/>
                    <a:pt x="10233" y="4417"/>
                  </a:cubicBezTo>
                  <a:cubicBezTo>
                    <a:pt x="10096" y="4609"/>
                    <a:pt x="10013" y="4817"/>
                    <a:pt x="9855" y="5004"/>
                  </a:cubicBezTo>
                  <a:cubicBezTo>
                    <a:pt x="9807" y="5066"/>
                    <a:pt x="9766" y="5129"/>
                    <a:pt x="9745" y="5201"/>
                  </a:cubicBezTo>
                  <a:cubicBezTo>
                    <a:pt x="9704" y="5316"/>
                    <a:pt x="9649" y="5430"/>
                    <a:pt x="9512" y="5503"/>
                  </a:cubicBezTo>
                  <a:cubicBezTo>
                    <a:pt x="9463" y="5529"/>
                    <a:pt x="9429" y="5565"/>
                    <a:pt x="9402" y="5601"/>
                  </a:cubicBezTo>
                  <a:cubicBezTo>
                    <a:pt x="9079" y="6069"/>
                    <a:pt x="8570" y="6437"/>
                    <a:pt x="8158" y="6853"/>
                  </a:cubicBezTo>
                  <a:cubicBezTo>
                    <a:pt x="7780" y="7237"/>
                    <a:pt x="7422" y="7632"/>
                    <a:pt x="7058" y="8027"/>
                  </a:cubicBezTo>
                  <a:cubicBezTo>
                    <a:pt x="6859" y="8240"/>
                    <a:pt x="6673" y="8453"/>
                    <a:pt x="6529" y="8686"/>
                  </a:cubicBezTo>
                  <a:cubicBezTo>
                    <a:pt x="6474" y="8769"/>
                    <a:pt x="6467" y="8826"/>
                    <a:pt x="6577" y="8878"/>
                  </a:cubicBezTo>
                  <a:cubicBezTo>
                    <a:pt x="6852" y="9003"/>
                    <a:pt x="6914" y="9164"/>
                    <a:pt x="6879" y="9413"/>
                  </a:cubicBezTo>
                  <a:cubicBezTo>
                    <a:pt x="6804" y="9953"/>
                    <a:pt x="6996" y="10468"/>
                    <a:pt x="7319" y="10951"/>
                  </a:cubicBezTo>
                  <a:cubicBezTo>
                    <a:pt x="7415" y="11096"/>
                    <a:pt x="7512" y="11241"/>
                    <a:pt x="7629" y="11377"/>
                  </a:cubicBezTo>
                  <a:cubicBezTo>
                    <a:pt x="7704" y="11470"/>
                    <a:pt x="7704" y="11595"/>
                    <a:pt x="7704" y="11704"/>
                  </a:cubicBezTo>
                  <a:cubicBezTo>
                    <a:pt x="7725" y="12275"/>
                    <a:pt x="7725" y="12851"/>
                    <a:pt x="7787" y="13423"/>
                  </a:cubicBezTo>
                  <a:cubicBezTo>
                    <a:pt x="7828" y="13766"/>
                    <a:pt x="7897" y="14108"/>
                    <a:pt x="7862" y="14451"/>
                  </a:cubicBezTo>
                  <a:cubicBezTo>
                    <a:pt x="7855" y="14560"/>
                    <a:pt x="7855" y="14659"/>
                    <a:pt x="7697" y="14732"/>
                  </a:cubicBezTo>
                  <a:cubicBezTo>
                    <a:pt x="7594" y="14778"/>
                    <a:pt x="7512" y="14872"/>
                    <a:pt x="7457" y="14939"/>
                  </a:cubicBezTo>
                  <a:cubicBezTo>
                    <a:pt x="7326" y="15095"/>
                    <a:pt x="7120" y="15121"/>
                    <a:pt x="6941" y="15168"/>
                  </a:cubicBezTo>
                  <a:cubicBezTo>
                    <a:pt x="6694" y="15235"/>
                    <a:pt x="6488" y="15344"/>
                    <a:pt x="6268" y="15443"/>
                  </a:cubicBezTo>
                  <a:cubicBezTo>
                    <a:pt x="5361" y="15864"/>
                    <a:pt x="4584" y="16404"/>
                    <a:pt x="3807" y="16939"/>
                  </a:cubicBezTo>
                  <a:cubicBezTo>
                    <a:pt x="3622" y="17069"/>
                    <a:pt x="3409" y="17173"/>
                    <a:pt x="3216" y="17297"/>
                  </a:cubicBezTo>
                  <a:cubicBezTo>
                    <a:pt x="3120" y="17359"/>
                    <a:pt x="3010" y="17417"/>
                    <a:pt x="2935" y="17489"/>
                  </a:cubicBezTo>
                  <a:cubicBezTo>
                    <a:pt x="2667" y="17775"/>
                    <a:pt x="2241" y="17941"/>
                    <a:pt x="1979" y="18211"/>
                  </a:cubicBezTo>
                  <a:cubicBezTo>
                    <a:pt x="1753" y="18450"/>
                    <a:pt x="1436" y="18590"/>
                    <a:pt x="1168" y="18777"/>
                  </a:cubicBezTo>
                  <a:cubicBezTo>
                    <a:pt x="1065" y="18850"/>
                    <a:pt x="983" y="18954"/>
                    <a:pt x="804" y="18928"/>
                  </a:cubicBezTo>
                  <a:cubicBezTo>
                    <a:pt x="784" y="18923"/>
                    <a:pt x="749" y="18949"/>
                    <a:pt x="729" y="18969"/>
                  </a:cubicBezTo>
                  <a:cubicBezTo>
                    <a:pt x="550" y="19167"/>
                    <a:pt x="323" y="19338"/>
                    <a:pt x="227" y="19572"/>
                  </a:cubicBezTo>
                  <a:cubicBezTo>
                    <a:pt x="206" y="19624"/>
                    <a:pt x="172" y="19686"/>
                    <a:pt x="179" y="19738"/>
                  </a:cubicBezTo>
                  <a:cubicBezTo>
                    <a:pt x="193" y="19863"/>
                    <a:pt x="144" y="19977"/>
                    <a:pt x="62" y="20076"/>
                  </a:cubicBezTo>
                  <a:cubicBezTo>
                    <a:pt x="-48" y="20206"/>
                    <a:pt x="-7" y="20309"/>
                    <a:pt x="151" y="20398"/>
                  </a:cubicBezTo>
                  <a:cubicBezTo>
                    <a:pt x="454" y="20564"/>
                    <a:pt x="811" y="20637"/>
                    <a:pt x="1155" y="20720"/>
                  </a:cubicBezTo>
                  <a:cubicBezTo>
                    <a:pt x="1217" y="20735"/>
                    <a:pt x="1278" y="20741"/>
                    <a:pt x="1333" y="20761"/>
                  </a:cubicBezTo>
                  <a:cubicBezTo>
                    <a:pt x="1505" y="20824"/>
                    <a:pt x="1636" y="20808"/>
                    <a:pt x="1704" y="20657"/>
                  </a:cubicBezTo>
                  <a:cubicBezTo>
                    <a:pt x="1739" y="20580"/>
                    <a:pt x="1801" y="20569"/>
                    <a:pt x="1890" y="20611"/>
                  </a:cubicBezTo>
                  <a:cubicBezTo>
                    <a:pt x="2055" y="20678"/>
                    <a:pt x="2234" y="20730"/>
                    <a:pt x="2385" y="20818"/>
                  </a:cubicBezTo>
                  <a:cubicBezTo>
                    <a:pt x="2419" y="20829"/>
                    <a:pt x="2454" y="20834"/>
                    <a:pt x="2488" y="20850"/>
                  </a:cubicBezTo>
                  <a:cubicBezTo>
                    <a:pt x="2777" y="20995"/>
                    <a:pt x="3058" y="21146"/>
                    <a:pt x="3354" y="21286"/>
                  </a:cubicBezTo>
                  <a:cubicBezTo>
                    <a:pt x="3601" y="21405"/>
                    <a:pt x="3897" y="21426"/>
                    <a:pt x="4165" y="21436"/>
                  </a:cubicBezTo>
                  <a:cubicBezTo>
                    <a:pt x="4515" y="21447"/>
                    <a:pt x="4845" y="21338"/>
                    <a:pt x="5154" y="21218"/>
                  </a:cubicBezTo>
                  <a:cubicBezTo>
                    <a:pt x="5313" y="21156"/>
                    <a:pt x="5471" y="21088"/>
                    <a:pt x="5629" y="21021"/>
                  </a:cubicBezTo>
                  <a:cubicBezTo>
                    <a:pt x="5759" y="20927"/>
                    <a:pt x="5917" y="20855"/>
                    <a:pt x="5849" y="20678"/>
                  </a:cubicBezTo>
                  <a:cubicBezTo>
                    <a:pt x="5780" y="20491"/>
                    <a:pt x="5697" y="20439"/>
                    <a:pt x="5443" y="20491"/>
                  </a:cubicBezTo>
                  <a:cubicBezTo>
                    <a:pt x="5148" y="20548"/>
                    <a:pt x="4859" y="20611"/>
                    <a:pt x="4550" y="20600"/>
                  </a:cubicBezTo>
                  <a:cubicBezTo>
                    <a:pt x="4316" y="20595"/>
                    <a:pt x="4130" y="20554"/>
                    <a:pt x="3993" y="20387"/>
                  </a:cubicBezTo>
                  <a:cubicBezTo>
                    <a:pt x="3890" y="20263"/>
                    <a:pt x="3780" y="20143"/>
                    <a:pt x="3649" y="20029"/>
                  </a:cubicBezTo>
                  <a:cubicBezTo>
                    <a:pt x="3416" y="19842"/>
                    <a:pt x="3505" y="19593"/>
                    <a:pt x="3849" y="19437"/>
                  </a:cubicBezTo>
                  <a:cubicBezTo>
                    <a:pt x="3959" y="19390"/>
                    <a:pt x="4034" y="19328"/>
                    <a:pt x="4117" y="19260"/>
                  </a:cubicBezTo>
                  <a:cubicBezTo>
                    <a:pt x="4151" y="19229"/>
                    <a:pt x="4192" y="19193"/>
                    <a:pt x="4240" y="19172"/>
                  </a:cubicBezTo>
                  <a:cubicBezTo>
                    <a:pt x="5209" y="18736"/>
                    <a:pt x="6048" y="18164"/>
                    <a:pt x="6886" y="17604"/>
                  </a:cubicBezTo>
                  <a:cubicBezTo>
                    <a:pt x="7237" y="17370"/>
                    <a:pt x="7635" y="17183"/>
                    <a:pt x="8041" y="17001"/>
                  </a:cubicBezTo>
                  <a:cubicBezTo>
                    <a:pt x="8680" y="16715"/>
                    <a:pt x="9312" y="16430"/>
                    <a:pt x="9944" y="16144"/>
                  </a:cubicBezTo>
                  <a:cubicBezTo>
                    <a:pt x="10295" y="15988"/>
                    <a:pt x="10426" y="15698"/>
                    <a:pt x="10590" y="15438"/>
                  </a:cubicBezTo>
                  <a:cubicBezTo>
                    <a:pt x="10817" y="15074"/>
                    <a:pt x="10879" y="14669"/>
                    <a:pt x="10968" y="14280"/>
                  </a:cubicBezTo>
                  <a:cubicBezTo>
                    <a:pt x="11044" y="13973"/>
                    <a:pt x="11092" y="13662"/>
                    <a:pt x="11161" y="13334"/>
                  </a:cubicBezTo>
                  <a:cubicBezTo>
                    <a:pt x="11319" y="13397"/>
                    <a:pt x="11456" y="13449"/>
                    <a:pt x="11587" y="13516"/>
                  </a:cubicBezTo>
                  <a:cubicBezTo>
                    <a:pt x="12144" y="13781"/>
                    <a:pt x="12687" y="14056"/>
                    <a:pt x="13202" y="14368"/>
                  </a:cubicBezTo>
                  <a:cubicBezTo>
                    <a:pt x="13339" y="14451"/>
                    <a:pt x="13291" y="14545"/>
                    <a:pt x="13271" y="14638"/>
                  </a:cubicBezTo>
                  <a:cubicBezTo>
                    <a:pt x="13188" y="15002"/>
                    <a:pt x="12941" y="15329"/>
                    <a:pt x="12797" y="15677"/>
                  </a:cubicBezTo>
                  <a:cubicBezTo>
                    <a:pt x="12652" y="16035"/>
                    <a:pt x="12494" y="16383"/>
                    <a:pt x="12432" y="16757"/>
                  </a:cubicBezTo>
                  <a:cubicBezTo>
                    <a:pt x="12370" y="17121"/>
                    <a:pt x="12206" y="17469"/>
                    <a:pt x="12034" y="17816"/>
                  </a:cubicBezTo>
                  <a:cubicBezTo>
                    <a:pt x="11944" y="17993"/>
                    <a:pt x="11855" y="18170"/>
                    <a:pt x="11821" y="18362"/>
                  </a:cubicBezTo>
                  <a:cubicBezTo>
                    <a:pt x="11786" y="18554"/>
                    <a:pt x="11628" y="18725"/>
                    <a:pt x="11580" y="18918"/>
                  </a:cubicBezTo>
                  <a:cubicBezTo>
                    <a:pt x="11518" y="19130"/>
                    <a:pt x="11408" y="19333"/>
                    <a:pt x="11388" y="19556"/>
                  </a:cubicBezTo>
                  <a:cubicBezTo>
                    <a:pt x="11381" y="19655"/>
                    <a:pt x="11340" y="19769"/>
                    <a:pt x="11168" y="19795"/>
                  </a:cubicBezTo>
                  <a:cubicBezTo>
                    <a:pt x="11120" y="19800"/>
                    <a:pt x="11092" y="19826"/>
                    <a:pt x="11078" y="19863"/>
                  </a:cubicBezTo>
                  <a:cubicBezTo>
                    <a:pt x="10996" y="20143"/>
                    <a:pt x="10810" y="20413"/>
                    <a:pt x="10859" y="20714"/>
                  </a:cubicBezTo>
                  <a:cubicBezTo>
                    <a:pt x="10865" y="20766"/>
                    <a:pt x="10879" y="20818"/>
                    <a:pt x="10893" y="20870"/>
                  </a:cubicBezTo>
                  <a:cubicBezTo>
                    <a:pt x="10996" y="20933"/>
                    <a:pt x="10927" y="21021"/>
                    <a:pt x="10941" y="21094"/>
                  </a:cubicBezTo>
                  <a:cubicBezTo>
                    <a:pt x="10955" y="21156"/>
                    <a:pt x="10955" y="21213"/>
                    <a:pt x="11017" y="21265"/>
                  </a:cubicBezTo>
                  <a:cubicBezTo>
                    <a:pt x="11154" y="21374"/>
                    <a:pt x="11312" y="21457"/>
                    <a:pt x="11525" y="21468"/>
                  </a:cubicBezTo>
                  <a:cubicBezTo>
                    <a:pt x="11793" y="21478"/>
                    <a:pt x="12068" y="21483"/>
                    <a:pt x="12336" y="21494"/>
                  </a:cubicBezTo>
                  <a:cubicBezTo>
                    <a:pt x="12425" y="21499"/>
                    <a:pt x="12494" y="21478"/>
                    <a:pt x="12542" y="21416"/>
                  </a:cubicBezTo>
                  <a:cubicBezTo>
                    <a:pt x="12618" y="21327"/>
                    <a:pt x="12714" y="21296"/>
                    <a:pt x="12845" y="21338"/>
                  </a:cubicBezTo>
                  <a:cubicBezTo>
                    <a:pt x="12934" y="21364"/>
                    <a:pt x="13044" y="21369"/>
                    <a:pt x="13133" y="21395"/>
                  </a:cubicBezTo>
                  <a:cubicBezTo>
                    <a:pt x="13841" y="21587"/>
                    <a:pt x="14556" y="21571"/>
                    <a:pt x="15277" y="21468"/>
                  </a:cubicBezTo>
                  <a:cubicBezTo>
                    <a:pt x="15717" y="21405"/>
                    <a:pt x="16143" y="21327"/>
                    <a:pt x="16563" y="21213"/>
                  </a:cubicBezTo>
                  <a:cubicBezTo>
                    <a:pt x="16721" y="21156"/>
                    <a:pt x="16886" y="21109"/>
                    <a:pt x="17030" y="21026"/>
                  </a:cubicBezTo>
                  <a:cubicBezTo>
                    <a:pt x="17202" y="20927"/>
                    <a:pt x="17236" y="20798"/>
                    <a:pt x="17140" y="20605"/>
                  </a:cubicBezTo>
                  <a:cubicBezTo>
                    <a:pt x="17064" y="20465"/>
                    <a:pt x="16899" y="20496"/>
                    <a:pt x="16762" y="20512"/>
                  </a:cubicBezTo>
                  <a:cubicBezTo>
                    <a:pt x="16460" y="20553"/>
                    <a:pt x="16157" y="20595"/>
                    <a:pt x="15862" y="20522"/>
                  </a:cubicBezTo>
                  <a:cubicBezTo>
                    <a:pt x="15332" y="20387"/>
                    <a:pt x="14817" y="20221"/>
                    <a:pt x="14357" y="19967"/>
                  </a:cubicBezTo>
                  <a:cubicBezTo>
                    <a:pt x="14240" y="19899"/>
                    <a:pt x="14082" y="19863"/>
                    <a:pt x="14075" y="19722"/>
                  </a:cubicBezTo>
                  <a:cubicBezTo>
                    <a:pt x="14075" y="19691"/>
                    <a:pt x="14054" y="19655"/>
                    <a:pt x="14082" y="19624"/>
                  </a:cubicBezTo>
                  <a:cubicBezTo>
                    <a:pt x="14425" y="19234"/>
                    <a:pt x="14494" y="18767"/>
                    <a:pt x="14700" y="18341"/>
                  </a:cubicBezTo>
                  <a:cubicBezTo>
                    <a:pt x="15222" y="17282"/>
                    <a:pt x="15600" y="16186"/>
                    <a:pt x="16219" y="15147"/>
                  </a:cubicBezTo>
                  <a:cubicBezTo>
                    <a:pt x="16377" y="14882"/>
                    <a:pt x="16569" y="14628"/>
                    <a:pt x="16631" y="14337"/>
                  </a:cubicBezTo>
                  <a:cubicBezTo>
                    <a:pt x="16666" y="14160"/>
                    <a:pt x="16618" y="13994"/>
                    <a:pt x="16542" y="13833"/>
                  </a:cubicBezTo>
                  <a:cubicBezTo>
                    <a:pt x="16329" y="13397"/>
                    <a:pt x="16020" y="12997"/>
                    <a:pt x="15642" y="12628"/>
                  </a:cubicBezTo>
                  <a:cubicBezTo>
                    <a:pt x="15092" y="12083"/>
                    <a:pt x="14535" y="11537"/>
                    <a:pt x="13958" y="11013"/>
                  </a:cubicBezTo>
                  <a:cubicBezTo>
                    <a:pt x="13944" y="10997"/>
                    <a:pt x="13930" y="10982"/>
                    <a:pt x="13910" y="10971"/>
                  </a:cubicBezTo>
                  <a:cubicBezTo>
                    <a:pt x="13738" y="10883"/>
                    <a:pt x="13766" y="10821"/>
                    <a:pt x="13889" y="10691"/>
                  </a:cubicBezTo>
                  <a:cubicBezTo>
                    <a:pt x="14116" y="10457"/>
                    <a:pt x="14247" y="10177"/>
                    <a:pt x="14363" y="9901"/>
                  </a:cubicBezTo>
                  <a:cubicBezTo>
                    <a:pt x="14480" y="9611"/>
                    <a:pt x="14673" y="9340"/>
                    <a:pt x="14762" y="9039"/>
                  </a:cubicBezTo>
                  <a:cubicBezTo>
                    <a:pt x="14790" y="8951"/>
                    <a:pt x="14838" y="8863"/>
                    <a:pt x="14948" y="8795"/>
                  </a:cubicBezTo>
                  <a:cubicBezTo>
                    <a:pt x="15030" y="8743"/>
                    <a:pt x="15099" y="8660"/>
                    <a:pt x="15030" y="8567"/>
                  </a:cubicBezTo>
                  <a:cubicBezTo>
                    <a:pt x="14996" y="8515"/>
                    <a:pt x="15030" y="8473"/>
                    <a:pt x="15051" y="8432"/>
                  </a:cubicBezTo>
                  <a:cubicBezTo>
                    <a:pt x="15243" y="8016"/>
                    <a:pt x="15422" y="7601"/>
                    <a:pt x="15573" y="7175"/>
                  </a:cubicBezTo>
                  <a:cubicBezTo>
                    <a:pt x="15600" y="7097"/>
                    <a:pt x="15649" y="7029"/>
                    <a:pt x="15717" y="6962"/>
                  </a:cubicBezTo>
                  <a:cubicBezTo>
                    <a:pt x="15786" y="6899"/>
                    <a:pt x="15827" y="6827"/>
                    <a:pt x="15807" y="6718"/>
                  </a:cubicBezTo>
                  <a:cubicBezTo>
                    <a:pt x="15779" y="6598"/>
                    <a:pt x="15875" y="6468"/>
                    <a:pt x="15958" y="6354"/>
                  </a:cubicBezTo>
                  <a:cubicBezTo>
                    <a:pt x="15985" y="6318"/>
                    <a:pt x="16020" y="6318"/>
                    <a:pt x="16061" y="6349"/>
                  </a:cubicBezTo>
                  <a:cubicBezTo>
                    <a:pt x="16384" y="6593"/>
                    <a:pt x="16796" y="6666"/>
                    <a:pt x="17236" y="6671"/>
                  </a:cubicBezTo>
                  <a:lnTo>
                    <a:pt x="17380" y="6666"/>
                  </a:lnTo>
                  <a:cubicBezTo>
                    <a:pt x="17539" y="6603"/>
                    <a:pt x="17717" y="6598"/>
                    <a:pt x="17889" y="6577"/>
                  </a:cubicBezTo>
                  <a:cubicBezTo>
                    <a:pt x="18885" y="6442"/>
                    <a:pt x="19889" y="6344"/>
                    <a:pt x="20878" y="6188"/>
                  </a:cubicBezTo>
                  <a:cubicBezTo>
                    <a:pt x="21023" y="6167"/>
                    <a:pt x="21057" y="6126"/>
                    <a:pt x="21023" y="6032"/>
                  </a:cubicBezTo>
                  <a:cubicBezTo>
                    <a:pt x="20975" y="5907"/>
                    <a:pt x="21037" y="5871"/>
                    <a:pt x="21202" y="5897"/>
                  </a:cubicBezTo>
                  <a:cubicBezTo>
                    <a:pt x="21463" y="5933"/>
                    <a:pt x="21449" y="5923"/>
                    <a:pt x="21490" y="5721"/>
                  </a:cubicBezTo>
                  <a:cubicBezTo>
                    <a:pt x="21552" y="5414"/>
                    <a:pt x="21531" y="5108"/>
                    <a:pt x="21525" y="4806"/>
                  </a:cubicBezTo>
                  <a:cubicBezTo>
                    <a:pt x="21518" y="4640"/>
                    <a:pt x="21456" y="4458"/>
                    <a:pt x="21263" y="4334"/>
                  </a:cubicBezTo>
                  <a:cubicBezTo>
                    <a:pt x="21153" y="4287"/>
                    <a:pt x="21037" y="4297"/>
                    <a:pt x="20920" y="4297"/>
                  </a:cubicBezTo>
                  <a:cubicBezTo>
                    <a:pt x="20624" y="4282"/>
                    <a:pt x="20329" y="4282"/>
                    <a:pt x="20040" y="4240"/>
                  </a:cubicBezTo>
                  <a:cubicBezTo>
                    <a:pt x="19985" y="4235"/>
                    <a:pt x="19923" y="4220"/>
                    <a:pt x="19875" y="4230"/>
                  </a:cubicBezTo>
                  <a:cubicBezTo>
                    <a:pt x="19518" y="4318"/>
                    <a:pt x="19181" y="4235"/>
                    <a:pt x="18837" y="4162"/>
                  </a:cubicBezTo>
                  <a:cubicBezTo>
                    <a:pt x="18528" y="4095"/>
                    <a:pt x="18226" y="4001"/>
                    <a:pt x="17916" y="3960"/>
                  </a:cubicBezTo>
                  <a:cubicBezTo>
                    <a:pt x="17600" y="3918"/>
                    <a:pt x="17422" y="3742"/>
                    <a:pt x="17195" y="3612"/>
                  </a:cubicBezTo>
                  <a:cubicBezTo>
                    <a:pt x="17167" y="3596"/>
                    <a:pt x="17147" y="3565"/>
                    <a:pt x="17140" y="3539"/>
                  </a:cubicBezTo>
                </a:path>
              </a:pathLst>
            </a:custGeom>
            <a:solidFill>
              <a:srgbClr val="060708"/>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21" name="Shape">
              <a:extLst>
                <a:ext uri="{FF2B5EF4-FFF2-40B4-BE49-F238E27FC236}">
                  <a16:creationId xmlns:a16="http://schemas.microsoft.com/office/drawing/2014/main" id="{4FF73096-F967-9EB5-B741-8BAE822997FB}"/>
                </a:ext>
              </a:extLst>
            </p:cNvPr>
            <p:cNvSpPr/>
            <p:nvPr/>
          </p:nvSpPr>
          <p:spPr>
            <a:xfrm>
              <a:off x="1580768" y="2942211"/>
              <a:ext cx="360225" cy="405841"/>
            </a:xfrm>
            <a:custGeom>
              <a:avLst/>
              <a:gdLst/>
              <a:ahLst/>
              <a:cxnLst>
                <a:cxn ang="0">
                  <a:pos x="wd2" y="hd2"/>
                </a:cxn>
                <a:cxn ang="5400000">
                  <a:pos x="wd2" y="hd2"/>
                </a:cxn>
                <a:cxn ang="10800000">
                  <a:pos x="wd2" y="hd2"/>
                </a:cxn>
                <a:cxn ang="16200000">
                  <a:pos x="wd2" y="hd2"/>
                </a:cxn>
              </a:cxnLst>
              <a:rect l="0" t="0" r="r" b="b"/>
              <a:pathLst>
                <a:path w="21388" h="21426" extrusionOk="0">
                  <a:moveTo>
                    <a:pt x="19749" y="7066"/>
                  </a:moveTo>
                  <a:cubicBezTo>
                    <a:pt x="20018" y="6617"/>
                    <a:pt x="19884" y="6168"/>
                    <a:pt x="19817" y="5720"/>
                  </a:cubicBezTo>
                  <a:cubicBezTo>
                    <a:pt x="19615" y="4463"/>
                    <a:pt x="19346" y="3236"/>
                    <a:pt x="18975" y="2010"/>
                  </a:cubicBezTo>
                  <a:cubicBezTo>
                    <a:pt x="17932" y="1471"/>
                    <a:pt x="16890" y="963"/>
                    <a:pt x="15846" y="424"/>
                  </a:cubicBezTo>
                  <a:cubicBezTo>
                    <a:pt x="14904" y="-54"/>
                    <a:pt x="13761" y="-174"/>
                    <a:pt x="12919" y="305"/>
                  </a:cubicBezTo>
                  <a:cubicBezTo>
                    <a:pt x="12045" y="813"/>
                    <a:pt x="12280" y="1830"/>
                    <a:pt x="12549" y="2668"/>
                  </a:cubicBezTo>
                  <a:cubicBezTo>
                    <a:pt x="12583" y="2818"/>
                    <a:pt x="12650" y="2997"/>
                    <a:pt x="12751" y="3147"/>
                  </a:cubicBezTo>
                  <a:cubicBezTo>
                    <a:pt x="13222" y="4074"/>
                    <a:pt x="13626" y="4942"/>
                    <a:pt x="12415" y="5750"/>
                  </a:cubicBezTo>
                  <a:cubicBezTo>
                    <a:pt x="12146" y="5929"/>
                    <a:pt x="11977" y="6408"/>
                    <a:pt x="12011" y="6737"/>
                  </a:cubicBezTo>
                  <a:cubicBezTo>
                    <a:pt x="12045" y="7515"/>
                    <a:pt x="11304" y="7754"/>
                    <a:pt x="10867" y="8173"/>
                  </a:cubicBezTo>
                  <a:cubicBezTo>
                    <a:pt x="10564" y="8472"/>
                    <a:pt x="10161" y="8532"/>
                    <a:pt x="9858" y="8023"/>
                  </a:cubicBezTo>
                  <a:cubicBezTo>
                    <a:pt x="9521" y="7425"/>
                    <a:pt x="8882" y="7066"/>
                    <a:pt x="8277" y="6677"/>
                  </a:cubicBezTo>
                  <a:cubicBezTo>
                    <a:pt x="7536" y="6198"/>
                    <a:pt x="5854" y="6318"/>
                    <a:pt x="5282" y="6946"/>
                  </a:cubicBezTo>
                  <a:cubicBezTo>
                    <a:pt x="4609" y="7634"/>
                    <a:pt x="4105" y="8412"/>
                    <a:pt x="3970" y="9369"/>
                  </a:cubicBezTo>
                  <a:cubicBezTo>
                    <a:pt x="3768" y="10656"/>
                    <a:pt x="4206" y="12182"/>
                    <a:pt x="2322" y="12780"/>
                  </a:cubicBezTo>
                  <a:cubicBezTo>
                    <a:pt x="2288" y="12780"/>
                    <a:pt x="2254" y="12900"/>
                    <a:pt x="2288" y="12930"/>
                  </a:cubicBezTo>
                  <a:cubicBezTo>
                    <a:pt x="2624" y="13647"/>
                    <a:pt x="2019" y="13707"/>
                    <a:pt x="1514" y="13917"/>
                  </a:cubicBezTo>
                  <a:cubicBezTo>
                    <a:pt x="976" y="14156"/>
                    <a:pt x="404" y="14365"/>
                    <a:pt x="0" y="14814"/>
                  </a:cubicBezTo>
                  <a:cubicBezTo>
                    <a:pt x="34" y="14934"/>
                    <a:pt x="34" y="15024"/>
                    <a:pt x="67" y="15143"/>
                  </a:cubicBezTo>
                  <a:cubicBezTo>
                    <a:pt x="639" y="14844"/>
                    <a:pt x="1211" y="14874"/>
                    <a:pt x="1783" y="15203"/>
                  </a:cubicBezTo>
                  <a:cubicBezTo>
                    <a:pt x="2355" y="15502"/>
                    <a:pt x="2961" y="15712"/>
                    <a:pt x="3566" y="15981"/>
                  </a:cubicBezTo>
                  <a:cubicBezTo>
                    <a:pt x="4778" y="16250"/>
                    <a:pt x="5619" y="17028"/>
                    <a:pt x="6628" y="17627"/>
                  </a:cubicBezTo>
                  <a:cubicBezTo>
                    <a:pt x="7873" y="18374"/>
                    <a:pt x="9219" y="19003"/>
                    <a:pt x="10026" y="20229"/>
                  </a:cubicBezTo>
                  <a:cubicBezTo>
                    <a:pt x="10262" y="20588"/>
                    <a:pt x="10464" y="21007"/>
                    <a:pt x="10699" y="21426"/>
                  </a:cubicBezTo>
                  <a:cubicBezTo>
                    <a:pt x="11036" y="20977"/>
                    <a:pt x="10531" y="20558"/>
                    <a:pt x="10901" y="20080"/>
                  </a:cubicBezTo>
                  <a:cubicBezTo>
                    <a:pt x="11708" y="18973"/>
                    <a:pt x="12684" y="18584"/>
                    <a:pt x="14097" y="18883"/>
                  </a:cubicBezTo>
                  <a:cubicBezTo>
                    <a:pt x="14736" y="19033"/>
                    <a:pt x="15443" y="18973"/>
                    <a:pt x="16116" y="18973"/>
                  </a:cubicBezTo>
                  <a:cubicBezTo>
                    <a:pt x="17293" y="18943"/>
                    <a:pt x="17731" y="18614"/>
                    <a:pt x="17865" y="17567"/>
                  </a:cubicBezTo>
                  <a:cubicBezTo>
                    <a:pt x="17899" y="17267"/>
                    <a:pt x="17966" y="17028"/>
                    <a:pt x="18236" y="16849"/>
                  </a:cubicBezTo>
                  <a:cubicBezTo>
                    <a:pt x="18673" y="16520"/>
                    <a:pt x="18942" y="16161"/>
                    <a:pt x="18740" y="15622"/>
                  </a:cubicBezTo>
                  <a:cubicBezTo>
                    <a:pt x="18707" y="15502"/>
                    <a:pt x="18740" y="15263"/>
                    <a:pt x="18807" y="15233"/>
                  </a:cubicBezTo>
                  <a:cubicBezTo>
                    <a:pt x="19682" y="14934"/>
                    <a:pt x="19480" y="14216"/>
                    <a:pt x="19649" y="13618"/>
                  </a:cubicBezTo>
                  <a:cubicBezTo>
                    <a:pt x="19750" y="13319"/>
                    <a:pt x="20120" y="13259"/>
                    <a:pt x="20490" y="13169"/>
                  </a:cubicBezTo>
                  <a:cubicBezTo>
                    <a:pt x="21365" y="12959"/>
                    <a:pt x="21600" y="12541"/>
                    <a:pt x="21196" y="11823"/>
                  </a:cubicBezTo>
                  <a:cubicBezTo>
                    <a:pt x="20826" y="11105"/>
                    <a:pt x="20523" y="10387"/>
                    <a:pt x="20019" y="9699"/>
                  </a:cubicBezTo>
                  <a:cubicBezTo>
                    <a:pt x="20019" y="9699"/>
                    <a:pt x="19480" y="8681"/>
                    <a:pt x="19480" y="8292"/>
                  </a:cubicBezTo>
                  <a:cubicBezTo>
                    <a:pt x="19447" y="7844"/>
                    <a:pt x="19749" y="7066"/>
                    <a:pt x="19749" y="7066"/>
                  </a:cubicBezTo>
                  <a:close/>
                </a:path>
              </a:pathLst>
            </a:custGeom>
            <a:solidFill>
              <a:srgbClr val="F1CCA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22" name="Shape">
              <a:extLst>
                <a:ext uri="{FF2B5EF4-FFF2-40B4-BE49-F238E27FC236}">
                  <a16:creationId xmlns:a16="http://schemas.microsoft.com/office/drawing/2014/main" id="{693ED674-1AF2-CE02-9A21-9B55E9E8EB35}"/>
                </a:ext>
              </a:extLst>
            </p:cNvPr>
            <p:cNvSpPr/>
            <p:nvPr/>
          </p:nvSpPr>
          <p:spPr>
            <a:xfrm>
              <a:off x="1546768" y="2885545"/>
              <a:ext cx="364974" cy="337349"/>
            </a:xfrm>
            <a:custGeom>
              <a:avLst/>
              <a:gdLst/>
              <a:ahLst/>
              <a:cxnLst>
                <a:cxn ang="0">
                  <a:pos x="wd2" y="hd2"/>
                </a:cxn>
                <a:cxn ang="5400000">
                  <a:pos x="wd2" y="hd2"/>
                </a:cxn>
                <a:cxn ang="10800000">
                  <a:pos x="wd2" y="hd2"/>
                </a:cxn>
                <a:cxn ang="16200000">
                  <a:pos x="wd2" y="hd2"/>
                </a:cxn>
              </a:cxnLst>
              <a:rect l="0" t="0" r="r" b="b"/>
              <a:pathLst>
                <a:path w="21240" h="21467" extrusionOk="0">
                  <a:moveTo>
                    <a:pt x="1747" y="21467"/>
                  </a:moveTo>
                  <a:cubicBezTo>
                    <a:pt x="2143" y="20926"/>
                    <a:pt x="2703" y="20674"/>
                    <a:pt x="3231" y="20385"/>
                  </a:cubicBezTo>
                  <a:cubicBezTo>
                    <a:pt x="3725" y="20097"/>
                    <a:pt x="4319" y="20025"/>
                    <a:pt x="3989" y="19195"/>
                  </a:cubicBezTo>
                  <a:cubicBezTo>
                    <a:pt x="3956" y="19159"/>
                    <a:pt x="3989" y="19015"/>
                    <a:pt x="4022" y="19015"/>
                  </a:cubicBezTo>
                  <a:cubicBezTo>
                    <a:pt x="5869" y="18258"/>
                    <a:pt x="5473" y="16419"/>
                    <a:pt x="5638" y="14904"/>
                  </a:cubicBezTo>
                  <a:cubicBezTo>
                    <a:pt x="5770" y="13750"/>
                    <a:pt x="6265" y="12849"/>
                    <a:pt x="6924" y="11983"/>
                  </a:cubicBezTo>
                  <a:cubicBezTo>
                    <a:pt x="7485" y="11226"/>
                    <a:pt x="9134" y="11082"/>
                    <a:pt x="9859" y="11659"/>
                  </a:cubicBezTo>
                  <a:cubicBezTo>
                    <a:pt x="10453" y="12127"/>
                    <a:pt x="11079" y="12596"/>
                    <a:pt x="11409" y="13281"/>
                  </a:cubicBezTo>
                  <a:cubicBezTo>
                    <a:pt x="11706" y="13895"/>
                    <a:pt x="12102" y="13822"/>
                    <a:pt x="12398" y="13462"/>
                  </a:cubicBezTo>
                  <a:cubicBezTo>
                    <a:pt x="12827" y="12957"/>
                    <a:pt x="13553" y="12668"/>
                    <a:pt x="13520" y="11731"/>
                  </a:cubicBezTo>
                  <a:cubicBezTo>
                    <a:pt x="13487" y="11334"/>
                    <a:pt x="13651" y="10757"/>
                    <a:pt x="13915" y="10541"/>
                  </a:cubicBezTo>
                  <a:cubicBezTo>
                    <a:pt x="15069" y="9603"/>
                    <a:pt x="14674" y="8522"/>
                    <a:pt x="14245" y="7404"/>
                  </a:cubicBezTo>
                  <a:cubicBezTo>
                    <a:pt x="14179" y="7223"/>
                    <a:pt x="14113" y="7043"/>
                    <a:pt x="14047" y="6827"/>
                  </a:cubicBezTo>
                  <a:cubicBezTo>
                    <a:pt x="13783" y="5817"/>
                    <a:pt x="13552" y="4591"/>
                    <a:pt x="14410" y="3978"/>
                  </a:cubicBezTo>
                  <a:cubicBezTo>
                    <a:pt x="15234" y="3401"/>
                    <a:pt x="16323" y="3545"/>
                    <a:pt x="17279" y="4122"/>
                  </a:cubicBezTo>
                  <a:cubicBezTo>
                    <a:pt x="18301" y="4771"/>
                    <a:pt x="19323" y="5384"/>
                    <a:pt x="20346" y="6033"/>
                  </a:cubicBezTo>
                  <a:cubicBezTo>
                    <a:pt x="21467" y="5348"/>
                    <a:pt x="21368" y="4807"/>
                    <a:pt x="20939" y="3545"/>
                  </a:cubicBezTo>
                  <a:cubicBezTo>
                    <a:pt x="20544" y="2319"/>
                    <a:pt x="19653" y="2788"/>
                    <a:pt x="19027" y="2391"/>
                  </a:cubicBezTo>
                  <a:cubicBezTo>
                    <a:pt x="16092" y="552"/>
                    <a:pt x="12827" y="228"/>
                    <a:pt x="9529" y="11"/>
                  </a:cubicBezTo>
                  <a:cubicBezTo>
                    <a:pt x="7221" y="-133"/>
                    <a:pt x="5605" y="1093"/>
                    <a:pt x="3923" y="2680"/>
                  </a:cubicBezTo>
                  <a:cubicBezTo>
                    <a:pt x="1384" y="5096"/>
                    <a:pt x="560" y="8233"/>
                    <a:pt x="65" y="11587"/>
                  </a:cubicBezTo>
                  <a:cubicBezTo>
                    <a:pt x="-133" y="12993"/>
                    <a:pt x="131" y="14471"/>
                    <a:pt x="691" y="15770"/>
                  </a:cubicBezTo>
                  <a:cubicBezTo>
                    <a:pt x="1384" y="17320"/>
                    <a:pt x="1582" y="18907"/>
                    <a:pt x="1516" y="20602"/>
                  </a:cubicBezTo>
                  <a:cubicBezTo>
                    <a:pt x="1549" y="20962"/>
                    <a:pt x="1450" y="21251"/>
                    <a:pt x="1747" y="21467"/>
                  </a:cubicBezTo>
                  <a:close/>
                </a:path>
              </a:pathLst>
            </a:custGeom>
            <a:solidFill>
              <a:srgbClr val="060708"/>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sp>
          <p:nvSpPr>
            <p:cNvPr id="23" name="Shape">
              <a:extLst>
                <a:ext uri="{FF2B5EF4-FFF2-40B4-BE49-F238E27FC236}">
                  <a16:creationId xmlns:a16="http://schemas.microsoft.com/office/drawing/2014/main" id="{B7994C87-F7A2-9A7E-1996-08BCC8C94110}"/>
                </a:ext>
              </a:extLst>
            </p:cNvPr>
            <p:cNvSpPr/>
            <p:nvPr/>
          </p:nvSpPr>
          <p:spPr>
            <a:xfrm>
              <a:off x="2147435" y="3457879"/>
              <a:ext cx="150512" cy="302842"/>
            </a:xfrm>
            <a:custGeom>
              <a:avLst/>
              <a:gdLst/>
              <a:ahLst/>
              <a:cxnLst>
                <a:cxn ang="0">
                  <a:pos x="wd2" y="hd2"/>
                </a:cxn>
                <a:cxn ang="5400000">
                  <a:pos x="wd2" y="hd2"/>
                </a:cxn>
                <a:cxn ang="10800000">
                  <a:pos x="wd2" y="hd2"/>
                </a:cxn>
                <a:cxn ang="16200000">
                  <a:pos x="wd2" y="hd2"/>
                </a:cxn>
              </a:cxnLst>
              <a:rect l="0" t="0" r="r" b="b"/>
              <a:pathLst>
                <a:path w="21487" h="21377" extrusionOk="0">
                  <a:moveTo>
                    <a:pt x="0" y="16482"/>
                  </a:moveTo>
                  <a:cubicBezTo>
                    <a:pt x="1375" y="16442"/>
                    <a:pt x="2750" y="16402"/>
                    <a:pt x="4045" y="16762"/>
                  </a:cubicBezTo>
                  <a:cubicBezTo>
                    <a:pt x="7362" y="16402"/>
                    <a:pt x="8575" y="16682"/>
                    <a:pt x="9627" y="18202"/>
                  </a:cubicBezTo>
                  <a:cubicBezTo>
                    <a:pt x="10193" y="19002"/>
                    <a:pt x="10679" y="19802"/>
                    <a:pt x="10679" y="20682"/>
                  </a:cubicBezTo>
                  <a:cubicBezTo>
                    <a:pt x="10679" y="21562"/>
                    <a:pt x="11569" y="21482"/>
                    <a:pt x="12620" y="21122"/>
                  </a:cubicBezTo>
                  <a:cubicBezTo>
                    <a:pt x="15128" y="20282"/>
                    <a:pt x="16503" y="19002"/>
                    <a:pt x="17879" y="17762"/>
                  </a:cubicBezTo>
                  <a:cubicBezTo>
                    <a:pt x="20144" y="15722"/>
                    <a:pt x="20063" y="13442"/>
                    <a:pt x="20548" y="11242"/>
                  </a:cubicBezTo>
                  <a:cubicBezTo>
                    <a:pt x="21196" y="8282"/>
                    <a:pt x="20710" y="5282"/>
                    <a:pt x="21438" y="2322"/>
                  </a:cubicBezTo>
                  <a:cubicBezTo>
                    <a:pt x="21600" y="1802"/>
                    <a:pt x="21357" y="1282"/>
                    <a:pt x="20791" y="842"/>
                  </a:cubicBezTo>
                  <a:cubicBezTo>
                    <a:pt x="20387" y="522"/>
                    <a:pt x="20467" y="-38"/>
                    <a:pt x="19335" y="2"/>
                  </a:cubicBezTo>
                  <a:cubicBezTo>
                    <a:pt x="18445" y="42"/>
                    <a:pt x="18040" y="442"/>
                    <a:pt x="17636" y="802"/>
                  </a:cubicBezTo>
                  <a:cubicBezTo>
                    <a:pt x="17312" y="1082"/>
                    <a:pt x="17150" y="1402"/>
                    <a:pt x="16827" y="1722"/>
                  </a:cubicBezTo>
                  <a:cubicBezTo>
                    <a:pt x="16665" y="1882"/>
                    <a:pt x="16503" y="2122"/>
                    <a:pt x="15856" y="2042"/>
                  </a:cubicBezTo>
                  <a:cubicBezTo>
                    <a:pt x="12377" y="1682"/>
                    <a:pt x="11811" y="1922"/>
                    <a:pt x="10679" y="3522"/>
                  </a:cubicBezTo>
                  <a:cubicBezTo>
                    <a:pt x="8737" y="6282"/>
                    <a:pt x="6148" y="8842"/>
                    <a:pt x="3236" y="11402"/>
                  </a:cubicBezTo>
                  <a:cubicBezTo>
                    <a:pt x="1456" y="12962"/>
                    <a:pt x="324" y="14682"/>
                    <a:pt x="0" y="16482"/>
                  </a:cubicBezTo>
                  <a:close/>
                </a:path>
              </a:pathLst>
            </a:custGeom>
            <a:solidFill>
              <a:srgbClr val="F1CCA7"/>
            </a:solidFill>
            <a:ln w="12700">
              <a:miter lim="400000"/>
            </a:ln>
          </p:spPr>
          <p:txBody>
            <a:bodyPr lIns="28575" tIns="28575" rIns="28575" bIns="28575" anchor="ctr"/>
            <a:lstStyle/>
            <a:p>
              <a:pPr>
                <a:defRPr sz="3000">
                  <a:solidFill>
                    <a:srgbClr val="FFFFFF"/>
                  </a:solidFill>
                  <a:effectLst>
                    <a:outerShdw blurRad="38100" dist="12700" dir="5400000" rotWithShape="0">
                      <a:srgbClr val="000000">
                        <a:alpha val="50000"/>
                      </a:srgbClr>
                    </a:outerShdw>
                  </a:effectLst>
                </a:defRPr>
              </a:pPr>
              <a:endParaRPr sz="2250">
                <a:solidFill>
                  <a:srgbClr val="FFFFFF"/>
                </a:solidFill>
                <a:effectLst>
                  <a:outerShdw blurRad="38100" dist="12700" dir="5400000" rotWithShape="0">
                    <a:srgbClr val="000000">
                      <a:alpha val="50000"/>
                    </a:srgbClr>
                  </a:outerShdw>
                </a:effectLst>
                <a:latin typeface="Calibri" panose="020F0502020204030204"/>
              </a:endParaRPr>
            </a:p>
          </p:txBody>
        </p:sp>
      </p:grpSp>
      <p:sp>
        <p:nvSpPr>
          <p:cNvPr id="25" name="TextBox 24">
            <a:extLst>
              <a:ext uri="{FF2B5EF4-FFF2-40B4-BE49-F238E27FC236}">
                <a16:creationId xmlns:a16="http://schemas.microsoft.com/office/drawing/2014/main" id="{1C7A6DE6-F453-DF82-6F9F-C1F2421D8BE3}"/>
              </a:ext>
            </a:extLst>
          </p:cNvPr>
          <p:cNvSpPr txBox="1"/>
          <p:nvPr/>
        </p:nvSpPr>
        <p:spPr>
          <a:xfrm>
            <a:off x="7237028" y="2843754"/>
            <a:ext cx="1277594" cy="338554"/>
          </a:xfrm>
          <a:prstGeom prst="rect">
            <a:avLst/>
          </a:prstGeom>
          <a:noFill/>
        </p:spPr>
        <p:txBody>
          <a:bodyPr wrap="square" lIns="0" rIns="0" rtlCol="0" anchor="b">
            <a:spAutoFit/>
          </a:bodyPr>
          <a:lstStyle/>
          <a:p>
            <a:pPr algn="ctr"/>
            <a:r>
              <a:rPr lang="en-US" sz="1600" b="1" noProof="1">
                <a:solidFill>
                  <a:prstClr val="black"/>
                </a:solidFill>
                <a:latin typeface="Calibri" panose="020F0502020204030204"/>
              </a:rPr>
              <a:t>Lorem Ipsum</a:t>
            </a:r>
          </a:p>
        </p:txBody>
      </p:sp>
      <p:sp>
        <p:nvSpPr>
          <p:cNvPr id="26" name="TextBox 25">
            <a:extLst>
              <a:ext uri="{FF2B5EF4-FFF2-40B4-BE49-F238E27FC236}">
                <a16:creationId xmlns:a16="http://schemas.microsoft.com/office/drawing/2014/main" id="{3B566774-4B70-B66E-5DAC-632A58E0EF56}"/>
              </a:ext>
            </a:extLst>
          </p:cNvPr>
          <p:cNvSpPr txBox="1"/>
          <p:nvPr/>
        </p:nvSpPr>
        <p:spPr>
          <a:xfrm>
            <a:off x="7684443" y="3343820"/>
            <a:ext cx="1277594" cy="1200329"/>
          </a:xfrm>
          <a:prstGeom prst="rect">
            <a:avLst/>
          </a:prstGeom>
          <a:noFill/>
        </p:spPr>
        <p:txBody>
          <a:bodyPr wrap="square" lIns="0" rIns="0" rtlCol="0" anchor="t">
            <a:spAutoFit/>
          </a:bodyPr>
          <a:lstStyle/>
          <a:p>
            <a:pPr algn="just"/>
            <a:r>
              <a:rPr lang="en-US" sz="9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nvGrpSpPr>
          <p:cNvPr id="27" name="Group 26">
            <a:extLst>
              <a:ext uri="{FF2B5EF4-FFF2-40B4-BE49-F238E27FC236}">
                <a16:creationId xmlns:a16="http://schemas.microsoft.com/office/drawing/2014/main" id="{9BA97D31-56C7-B9DF-7DD3-C3AEBFC06E26}"/>
              </a:ext>
            </a:extLst>
          </p:cNvPr>
          <p:cNvGrpSpPr/>
          <p:nvPr/>
        </p:nvGrpSpPr>
        <p:grpSpPr>
          <a:xfrm>
            <a:off x="3414206" y="3619251"/>
            <a:ext cx="1871408" cy="1121502"/>
            <a:chOff x="332936" y="2638026"/>
            <a:chExt cx="2926080" cy="1495336"/>
          </a:xfrm>
        </p:grpSpPr>
        <p:sp>
          <p:nvSpPr>
            <p:cNvPr id="28" name="TextBox 27">
              <a:extLst>
                <a:ext uri="{FF2B5EF4-FFF2-40B4-BE49-F238E27FC236}">
                  <a16:creationId xmlns:a16="http://schemas.microsoft.com/office/drawing/2014/main" id="{B74BCAB1-FFC9-E837-32A9-FC145A12AAD7}"/>
                </a:ext>
              </a:extLst>
            </p:cNvPr>
            <p:cNvSpPr txBox="1"/>
            <p:nvPr/>
          </p:nvSpPr>
          <p:spPr>
            <a:xfrm>
              <a:off x="332936" y="2638026"/>
              <a:ext cx="2926080" cy="451405"/>
            </a:xfrm>
            <a:prstGeom prst="rect">
              <a:avLst/>
            </a:prstGeom>
            <a:noFill/>
          </p:spPr>
          <p:txBody>
            <a:bodyPr wrap="square" lIns="0" rIns="0" rtlCol="0" anchor="b">
              <a:spAutoFit/>
            </a:bodyPr>
            <a:lstStyle/>
            <a:p>
              <a:pPr algn="ctr"/>
              <a:r>
                <a:rPr lang="en-US" sz="1600" b="1" noProof="1">
                  <a:solidFill>
                    <a:prstClr val="black"/>
                  </a:solidFill>
                  <a:latin typeface="Calibri" panose="020F0502020204030204"/>
                </a:rPr>
                <a:t>Lorem Ipsum</a:t>
              </a:r>
            </a:p>
          </p:txBody>
        </p:sp>
        <p:sp>
          <p:nvSpPr>
            <p:cNvPr id="29" name="TextBox 28">
              <a:extLst>
                <a:ext uri="{FF2B5EF4-FFF2-40B4-BE49-F238E27FC236}">
                  <a16:creationId xmlns:a16="http://schemas.microsoft.com/office/drawing/2014/main" id="{7447C744-BA24-5541-9863-EBADCED23C9B}"/>
                </a:ext>
              </a:extLst>
            </p:cNvPr>
            <p:cNvSpPr txBox="1"/>
            <p:nvPr/>
          </p:nvSpPr>
          <p:spPr>
            <a:xfrm>
              <a:off x="332936" y="3086922"/>
              <a:ext cx="2926080" cy="1046440"/>
            </a:xfrm>
            <a:prstGeom prst="rect">
              <a:avLst/>
            </a:prstGeom>
            <a:noFill/>
          </p:spPr>
          <p:txBody>
            <a:bodyPr wrap="square" lIns="0" rIns="0" rtlCol="0" anchor="t">
              <a:spAutoFit/>
            </a:bodyPr>
            <a:lstStyle/>
            <a:p>
              <a:pPr algn="just"/>
              <a:r>
                <a:rPr lang="en-US" sz="9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pic>
        <p:nvPicPr>
          <p:cNvPr id="33" name="Graphic 32" descr="Lights On with solid fill">
            <a:extLst>
              <a:ext uri="{FF2B5EF4-FFF2-40B4-BE49-F238E27FC236}">
                <a16:creationId xmlns:a16="http://schemas.microsoft.com/office/drawing/2014/main" id="{EB54745C-1356-047E-72D7-AEC010BCB4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624177" y="1865568"/>
            <a:ext cx="554292" cy="554292"/>
          </a:xfrm>
          <a:prstGeom prst="rect">
            <a:avLst/>
          </a:prstGeom>
        </p:spPr>
      </p:pic>
      <p:pic>
        <p:nvPicPr>
          <p:cNvPr id="34" name="Graphic 33" descr="Chat with solid fill">
            <a:extLst>
              <a:ext uri="{FF2B5EF4-FFF2-40B4-BE49-F238E27FC236}">
                <a16:creationId xmlns:a16="http://schemas.microsoft.com/office/drawing/2014/main" id="{2BA230DF-1250-9392-BB3A-441AC7E428D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091808" y="2864441"/>
            <a:ext cx="554292" cy="554292"/>
          </a:xfrm>
          <a:prstGeom prst="rect">
            <a:avLst/>
          </a:prstGeom>
        </p:spPr>
      </p:pic>
    </p:spTree>
    <p:extLst>
      <p:ext uri="{BB962C8B-B14F-4D97-AF65-F5344CB8AC3E}">
        <p14:creationId xmlns:p14="http://schemas.microsoft.com/office/powerpoint/2010/main" val="267432758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9E5D95-B1A7-A10B-5EB5-A26C5A0AF493}"/>
              </a:ext>
            </a:extLst>
          </p:cNvPr>
          <p:cNvSpPr>
            <a:spLocks noGrp="1"/>
          </p:cNvSpPr>
          <p:nvPr>
            <p:ph type="title"/>
          </p:nvPr>
        </p:nvSpPr>
        <p:spPr/>
        <p:txBody>
          <a:bodyPr>
            <a:noAutofit/>
          </a:bodyPr>
          <a:lstStyle/>
          <a:p>
            <a:r>
              <a:rPr lang="en-US" dirty="0"/>
              <a:t>2-Step Semi-Radial Block List – Slide Template</a:t>
            </a:r>
          </a:p>
        </p:txBody>
      </p:sp>
      <p:pic>
        <p:nvPicPr>
          <p:cNvPr id="15" name="Graphic 14" descr="Research with solid fill">
            <a:extLst>
              <a:ext uri="{FF2B5EF4-FFF2-40B4-BE49-F238E27FC236}">
                <a16:creationId xmlns:a16="http://schemas.microsoft.com/office/drawing/2014/main" id="{1CDFF768-59EA-D593-DAAB-C738942404C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71519" y="2396023"/>
            <a:ext cx="837489" cy="837489"/>
          </a:xfrm>
          <a:prstGeom prst="rect">
            <a:avLst/>
          </a:prstGeom>
        </p:spPr>
      </p:pic>
      <p:pic>
        <p:nvPicPr>
          <p:cNvPr id="14" name="Graphic 13" descr="Hourglass 30% with solid fill">
            <a:extLst>
              <a:ext uri="{FF2B5EF4-FFF2-40B4-BE49-F238E27FC236}">
                <a16:creationId xmlns:a16="http://schemas.microsoft.com/office/drawing/2014/main" id="{C51258AA-2F8A-71E5-221C-90429898DE5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71519" y="3944192"/>
            <a:ext cx="837489" cy="837489"/>
          </a:xfrm>
          <a:prstGeom prst="rect">
            <a:avLst/>
          </a:prstGeom>
        </p:spPr>
      </p:pic>
      <p:sp>
        <p:nvSpPr>
          <p:cNvPr id="4" name="Freeform 3">
            <a:extLst>
              <a:ext uri="{FF2B5EF4-FFF2-40B4-BE49-F238E27FC236}">
                <a16:creationId xmlns:a16="http://schemas.microsoft.com/office/drawing/2014/main" id="{75937BE9-C877-873A-71C4-5B1E9C2C4703}"/>
              </a:ext>
            </a:extLst>
          </p:cNvPr>
          <p:cNvSpPr/>
          <p:nvPr/>
        </p:nvSpPr>
        <p:spPr>
          <a:xfrm>
            <a:off x="2602775" y="2808105"/>
            <a:ext cx="1801920" cy="1558827"/>
          </a:xfrm>
          <a:custGeom>
            <a:avLst/>
            <a:gdLst>
              <a:gd name="connsiteX0" fmla="*/ 268088 w 357450"/>
              <a:gd name="connsiteY0" fmla="*/ 0 h 309227"/>
              <a:gd name="connsiteX1" fmla="*/ 89363 w 357450"/>
              <a:gd name="connsiteY1" fmla="*/ 0 h 309227"/>
              <a:gd name="connsiteX2" fmla="*/ 0 w 357450"/>
              <a:gd name="connsiteY2" fmla="*/ 154878 h 309227"/>
              <a:gd name="connsiteX3" fmla="*/ 89363 w 357450"/>
              <a:gd name="connsiteY3" fmla="*/ 309228 h 309227"/>
              <a:gd name="connsiteX4" fmla="*/ 268088 w 357450"/>
              <a:gd name="connsiteY4" fmla="*/ 309228 h 309227"/>
              <a:gd name="connsiteX5" fmla="*/ 357451 w 357450"/>
              <a:gd name="connsiteY5" fmla="*/ 154878 h 309227"/>
              <a:gd name="connsiteX6" fmla="*/ 268088 w 357450"/>
              <a:gd name="connsiteY6" fmla="*/ 0 h 30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450" h="309227">
                <a:moveTo>
                  <a:pt x="268088" y="0"/>
                </a:moveTo>
                <a:lnTo>
                  <a:pt x="89363" y="0"/>
                </a:lnTo>
                <a:lnTo>
                  <a:pt x="0" y="154878"/>
                </a:lnTo>
                <a:lnTo>
                  <a:pt x="89363" y="309228"/>
                </a:lnTo>
                <a:lnTo>
                  <a:pt x="268088" y="309228"/>
                </a:lnTo>
                <a:lnTo>
                  <a:pt x="357451" y="154878"/>
                </a:lnTo>
                <a:lnTo>
                  <a:pt x="268088" y="0"/>
                </a:lnTo>
                <a:close/>
              </a:path>
            </a:pathLst>
          </a:custGeom>
          <a:solidFill>
            <a:schemeClr val="tx2"/>
          </a:solidFill>
          <a:ln w="0" cap="flat">
            <a:noFill/>
            <a:prstDash val="solid"/>
            <a:miter/>
          </a:ln>
        </p:spPr>
        <p:txBody>
          <a:bodyPr rtlCol="0" anchor="ctr"/>
          <a:lstStyle/>
          <a:p>
            <a:endParaRPr lang="en-US" sz="1400">
              <a:solidFill>
                <a:srgbClr val="000000"/>
              </a:solidFill>
              <a:latin typeface="Calibri" panose="020F0502020204030204"/>
            </a:endParaRPr>
          </a:p>
        </p:txBody>
      </p:sp>
      <p:grpSp>
        <p:nvGrpSpPr>
          <p:cNvPr id="16" name="Group 15">
            <a:extLst>
              <a:ext uri="{FF2B5EF4-FFF2-40B4-BE49-F238E27FC236}">
                <a16:creationId xmlns:a16="http://schemas.microsoft.com/office/drawing/2014/main" id="{1C9000D6-E6C0-E455-010E-968D1E6DBD3F}"/>
              </a:ext>
            </a:extLst>
          </p:cNvPr>
          <p:cNvGrpSpPr/>
          <p:nvPr/>
        </p:nvGrpSpPr>
        <p:grpSpPr>
          <a:xfrm>
            <a:off x="4039517" y="2125950"/>
            <a:ext cx="5549708" cy="1420265"/>
            <a:chOff x="2515517" y="2125949"/>
            <a:chExt cx="5549708" cy="1420265"/>
          </a:xfrm>
        </p:grpSpPr>
        <p:sp>
          <p:nvSpPr>
            <p:cNvPr id="7" name="Freeform 6">
              <a:extLst>
                <a:ext uri="{FF2B5EF4-FFF2-40B4-BE49-F238E27FC236}">
                  <a16:creationId xmlns:a16="http://schemas.microsoft.com/office/drawing/2014/main" id="{DB339096-5861-8D5B-2633-B07EB56DA567}"/>
                </a:ext>
              </a:extLst>
            </p:cNvPr>
            <p:cNvSpPr/>
            <p:nvPr/>
          </p:nvSpPr>
          <p:spPr>
            <a:xfrm>
              <a:off x="2683303" y="2125949"/>
              <a:ext cx="5381922" cy="1380744"/>
            </a:xfrm>
            <a:custGeom>
              <a:avLst/>
              <a:gdLst>
                <a:gd name="connsiteX0" fmla="*/ 761433 w 897856"/>
                <a:gd name="connsiteY0" fmla="*/ 0 h 273283"/>
                <a:gd name="connsiteX1" fmla="*/ 0 w 897856"/>
                <a:gd name="connsiteY1" fmla="*/ 0 h 273283"/>
                <a:gd name="connsiteX2" fmla="*/ 0 w 897856"/>
                <a:gd name="connsiteY2" fmla="*/ 273283 h 273283"/>
                <a:gd name="connsiteX3" fmla="*/ 761433 w 897856"/>
                <a:gd name="connsiteY3" fmla="*/ 273283 h 273283"/>
                <a:gd name="connsiteX4" fmla="*/ 897856 w 897856"/>
                <a:gd name="connsiteY4" fmla="*/ 136906 h 273283"/>
                <a:gd name="connsiteX5" fmla="*/ 897856 w 897856"/>
                <a:gd name="connsiteY5" fmla="*/ 136906 h 273283"/>
                <a:gd name="connsiteX6" fmla="*/ 761433 w 897856"/>
                <a:gd name="connsiteY6" fmla="*/ 529 h 273283"/>
                <a:gd name="connsiteX7" fmla="*/ 757731 w 897856"/>
                <a:gd name="connsiteY7" fmla="*/ 259011 h 273283"/>
                <a:gd name="connsiteX8" fmla="*/ 635056 w 897856"/>
                <a:gd name="connsiteY8" fmla="*/ 136377 h 273283"/>
                <a:gd name="connsiteX9" fmla="*/ 757731 w 897856"/>
                <a:gd name="connsiteY9" fmla="*/ 13743 h 273283"/>
                <a:gd name="connsiteX10" fmla="*/ 880407 w 897856"/>
                <a:gd name="connsiteY10" fmla="*/ 136377 h 273283"/>
                <a:gd name="connsiteX11" fmla="*/ 757731 w 897856"/>
                <a:gd name="connsiteY11" fmla="*/ 259011 h 273283"/>
                <a:gd name="connsiteX0" fmla="*/ 761733 w 898156"/>
                <a:gd name="connsiteY0" fmla="*/ 0 h 273283"/>
                <a:gd name="connsiteX1" fmla="*/ 300 w 898156"/>
                <a:gd name="connsiteY1" fmla="*/ 0 h 273283"/>
                <a:gd name="connsiteX2" fmla="*/ 0 w 898156"/>
                <a:gd name="connsiteY2" fmla="*/ 138231 h 273283"/>
                <a:gd name="connsiteX3" fmla="*/ 300 w 898156"/>
                <a:gd name="connsiteY3" fmla="*/ 273283 h 273283"/>
                <a:gd name="connsiteX4" fmla="*/ 761733 w 898156"/>
                <a:gd name="connsiteY4" fmla="*/ 273283 h 273283"/>
                <a:gd name="connsiteX5" fmla="*/ 898156 w 898156"/>
                <a:gd name="connsiteY5" fmla="*/ 136906 h 273283"/>
                <a:gd name="connsiteX6" fmla="*/ 898156 w 898156"/>
                <a:gd name="connsiteY6" fmla="*/ 136906 h 273283"/>
                <a:gd name="connsiteX7" fmla="*/ 761733 w 898156"/>
                <a:gd name="connsiteY7" fmla="*/ 529 h 273283"/>
                <a:gd name="connsiteX8" fmla="*/ 761733 w 898156"/>
                <a:gd name="connsiteY8" fmla="*/ 0 h 273283"/>
                <a:gd name="connsiteX9" fmla="*/ 758031 w 898156"/>
                <a:gd name="connsiteY9" fmla="*/ 259011 h 273283"/>
                <a:gd name="connsiteX10" fmla="*/ 635356 w 898156"/>
                <a:gd name="connsiteY10" fmla="*/ 136377 h 273283"/>
                <a:gd name="connsiteX11" fmla="*/ 758031 w 898156"/>
                <a:gd name="connsiteY11" fmla="*/ 13743 h 273283"/>
                <a:gd name="connsiteX12" fmla="*/ 880707 w 898156"/>
                <a:gd name="connsiteY12" fmla="*/ 136377 h 273283"/>
                <a:gd name="connsiteX13" fmla="*/ 758031 w 898156"/>
                <a:gd name="connsiteY13" fmla="*/ 259011 h 273283"/>
                <a:gd name="connsiteX0" fmla="*/ 784056 w 920479"/>
                <a:gd name="connsiteY0" fmla="*/ 0 h 273283"/>
                <a:gd name="connsiteX1" fmla="*/ 22623 w 920479"/>
                <a:gd name="connsiteY1" fmla="*/ 0 h 273283"/>
                <a:gd name="connsiteX2" fmla="*/ 0 w 920479"/>
                <a:gd name="connsiteY2" fmla="*/ 139519 h 273283"/>
                <a:gd name="connsiteX3" fmla="*/ 22623 w 920479"/>
                <a:gd name="connsiteY3" fmla="*/ 273283 h 273283"/>
                <a:gd name="connsiteX4" fmla="*/ 784056 w 920479"/>
                <a:gd name="connsiteY4" fmla="*/ 273283 h 273283"/>
                <a:gd name="connsiteX5" fmla="*/ 920479 w 920479"/>
                <a:gd name="connsiteY5" fmla="*/ 136906 h 273283"/>
                <a:gd name="connsiteX6" fmla="*/ 920479 w 920479"/>
                <a:gd name="connsiteY6" fmla="*/ 136906 h 273283"/>
                <a:gd name="connsiteX7" fmla="*/ 784056 w 920479"/>
                <a:gd name="connsiteY7" fmla="*/ 529 h 273283"/>
                <a:gd name="connsiteX8" fmla="*/ 784056 w 920479"/>
                <a:gd name="connsiteY8" fmla="*/ 0 h 273283"/>
                <a:gd name="connsiteX9" fmla="*/ 780354 w 920479"/>
                <a:gd name="connsiteY9" fmla="*/ 259011 h 273283"/>
                <a:gd name="connsiteX10" fmla="*/ 657679 w 920479"/>
                <a:gd name="connsiteY10" fmla="*/ 136377 h 273283"/>
                <a:gd name="connsiteX11" fmla="*/ 780354 w 920479"/>
                <a:gd name="connsiteY11" fmla="*/ 13743 h 273283"/>
                <a:gd name="connsiteX12" fmla="*/ 903030 w 920479"/>
                <a:gd name="connsiteY12" fmla="*/ 136377 h 273283"/>
                <a:gd name="connsiteX13" fmla="*/ 780354 w 920479"/>
                <a:gd name="connsiteY13" fmla="*/ 259011 h 273283"/>
                <a:gd name="connsiteX0" fmla="*/ 931198 w 1067621"/>
                <a:gd name="connsiteY0" fmla="*/ 0 h 273283"/>
                <a:gd name="connsiteX1" fmla="*/ 169765 w 1067621"/>
                <a:gd name="connsiteY1" fmla="*/ 0 h 273283"/>
                <a:gd name="connsiteX2" fmla="*/ 0 w 1067621"/>
                <a:gd name="connsiteY2" fmla="*/ 154706 h 273283"/>
                <a:gd name="connsiteX3" fmla="*/ 169765 w 1067621"/>
                <a:gd name="connsiteY3" fmla="*/ 273283 h 273283"/>
                <a:gd name="connsiteX4" fmla="*/ 931198 w 1067621"/>
                <a:gd name="connsiteY4" fmla="*/ 273283 h 273283"/>
                <a:gd name="connsiteX5" fmla="*/ 1067621 w 1067621"/>
                <a:gd name="connsiteY5" fmla="*/ 136906 h 273283"/>
                <a:gd name="connsiteX6" fmla="*/ 1067621 w 1067621"/>
                <a:gd name="connsiteY6" fmla="*/ 136906 h 273283"/>
                <a:gd name="connsiteX7" fmla="*/ 931198 w 1067621"/>
                <a:gd name="connsiteY7" fmla="*/ 529 h 273283"/>
                <a:gd name="connsiteX8" fmla="*/ 931198 w 1067621"/>
                <a:gd name="connsiteY8" fmla="*/ 0 h 273283"/>
                <a:gd name="connsiteX9" fmla="*/ 927496 w 1067621"/>
                <a:gd name="connsiteY9" fmla="*/ 259011 h 273283"/>
                <a:gd name="connsiteX10" fmla="*/ 804821 w 1067621"/>
                <a:gd name="connsiteY10" fmla="*/ 136377 h 273283"/>
                <a:gd name="connsiteX11" fmla="*/ 927496 w 1067621"/>
                <a:gd name="connsiteY11" fmla="*/ 13743 h 273283"/>
                <a:gd name="connsiteX12" fmla="*/ 1050172 w 1067621"/>
                <a:gd name="connsiteY12" fmla="*/ 136377 h 273283"/>
                <a:gd name="connsiteX13" fmla="*/ 927496 w 1067621"/>
                <a:gd name="connsiteY13" fmla="*/ 259011 h 27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7621" h="273283">
                  <a:moveTo>
                    <a:pt x="931198" y="0"/>
                  </a:moveTo>
                  <a:lnTo>
                    <a:pt x="169765" y="0"/>
                  </a:lnTo>
                  <a:lnTo>
                    <a:pt x="0" y="154706"/>
                  </a:lnTo>
                  <a:lnTo>
                    <a:pt x="169765" y="273283"/>
                  </a:lnTo>
                  <a:lnTo>
                    <a:pt x="931198" y="273283"/>
                  </a:lnTo>
                  <a:cubicBezTo>
                    <a:pt x="1006812" y="273283"/>
                    <a:pt x="1067621" y="211966"/>
                    <a:pt x="1067621" y="136906"/>
                  </a:cubicBezTo>
                  <a:lnTo>
                    <a:pt x="1067621" y="136906"/>
                  </a:lnTo>
                  <a:cubicBezTo>
                    <a:pt x="1067621" y="61317"/>
                    <a:pt x="1006284" y="529"/>
                    <a:pt x="931198" y="529"/>
                  </a:cubicBezTo>
                  <a:lnTo>
                    <a:pt x="931198" y="0"/>
                  </a:lnTo>
                  <a:close/>
                  <a:moveTo>
                    <a:pt x="927496" y="259011"/>
                  </a:moveTo>
                  <a:cubicBezTo>
                    <a:pt x="859814" y="259011"/>
                    <a:pt x="804821" y="204037"/>
                    <a:pt x="804821" y="136377"/>
                  </a:cubicBezTo>
                  <a:cubicBezTo>
                    <a:pt x="804821" y="68717"/>
                    <a:pt x="859814" y="13743"/>
                    <a:pt x="927496" y="13743"/>
                  </a:cubicBezTo>
                  <a:cubicBezTo>
                    <a:pt x="995180" y="13743"/>
                    <a:pt x="1050172" y="68717"/>
                    <a:pt x="1050172" y="136377"/>
                  </a:cubicBezTo>
                  <a:cubicBezTo>
                    <a:pt x="1050172" y="204037"/>
                    <a:pt x="995180" y="259011"/>
                    <a:pt x="927496" y="259011"/>
                  </a:cubicBezTo>
                  <a:close/>
                </a:path>
              </a:pathLst>
            </a:custGeom>
            <a:solidFill>
              <a:srgbClr val="805AAB"/>
            </a:solidFill>
            <a:ln w="0" cap="flat">
              <a:noFill/>
              <a:prstDash val="solid"/>
              <a:miter/>
            </a:ln>
          </p:spPr>
          <p:txBody>
            <a:bodyPr rtlCol="0" anchor="ctr"/>
            <a:lstStyle/>
            <a:p>
              <a:endParaRPr lang="en-US" sz="1400">
                <a:solidFill>
                  <a:srgbClr val="000000"/>
                </a:solidFill>
                <a:latin typeface="Calibri" panose="020F0502020204030204"/>
              </a:endParaRPr>
            </a:p>
          </p:txBody>
        </p:sp>
        <p:grpSp>
          <p:nvGrpSpPr>
            <p:cNvPr id="3" name="Group 2">
              <a:extLst>
                <a:ext uri="{FF2B5EF4-FFF2-40B4-BE49-F238E27FC236}">
                  <a16:creationId xmlns:a16="http://schemas.microsoft.com/office/drawing/2014/main" id="{6BF7AF2B-2445-4E73-C592-5706F56A9389}"/>
                </a:ext>
              </a:extLst>
            </p:cNvPr>
            <p:cNvGrpSpPr/>
            <p:nvPr/>
          </p:nvGrpSpPr>
          <p:grpSpPr>
            <a:xfrm>
              <a:off x="3665770" y="2247971"/>
              <a:ext cx="3001529" cy="1105718"/>
              <a:chOff x="8921977" y="1488121"/>
              <a:chExt cx="2926080" cy="1216696"/>
            </a:xfrm>
          </p:grpSpPr>
          <p:sp>
            <p:nvSpPr>
              <p:cNvPr id="9" name="TextBox 8">
                <a:extLst>
                  <a:ext uri="{FF2B5EF4-FFF2-40B4-BE49-F238E27FC236}">
                    <a16:creationId xmlns:a16="http://schemas.microsoft.com/office/drawing/2014/main" id="{326730AF-9712-8CB9-AFBC-A2873350B33C}"/>
                  </a:ext>
                </a:extLst>
              </p:cNvPr>
              <p:cNvSpPr txBox="1"/>
              <p:nvPr/>
            </p:nvSpPr>
            <p:spPr>
              <a:xfrm>
                <a:off x="8921977" y="1488121"/>
                <a:ext cx="2926080" cy="440268"/>
              </a:xfrm>
              <a:prstGeom prst="rect">
                <a:avLst/>
              </a:prstGeom>
              <a:noFill/>
            </p:spPr>
            <p:txBody>
              <a:bodyPr wrap="square" lIns="0" rIns="0" rtlCol="0" anchor="b">
                <a:spAutoFit/>
              </a:bodyPr>
              <a:lstStyle/>
              <a:p>
                <a:r>
                  <a:rPr lang="en-US" sz="2000" b="1" noProof="1">
                    <a:solidFill>
                      <a:srgbClr val="FFFFFF"/>
                    </a:solidFill>
                    <a:latin typeface="Calibri" panose="020F0502020204030204"/>
                  </a:rPr>
                  <a:t>Lorem Ipsum</a:t>
                </a:r>
              </a:p>
            </p:txBody>
          </p:sp>
          <p:sp>
            <p:nvSpPr>
              <p:cNvPr id="10" name="TextBox 9">
                <a:extLst>
                  <a:ext uri="{FF2B5EF4-FFF2-40B4-BE49-F238E27FC236}">
                    <a16:creationId xmlns:a16="http://schemas.microsoft.com/office/drawing/2014/main" id="{F7AE0116-2E62-2E01-622C-EC00977284A2}"/>
                  </a:ext>
                </a:extLst>
              </p:cNvPr>
              <p:cNvSpPr txBox="1"/>
              <p:nvPr/>
            </p:nvSpPr>
            <p:spPr>
              <a:xfrm>
                <a:off x="8921977" y="1925882"/>
                <a:ext cx="2926080" cy="778935"/>
              </a:xfrm>
              <a:prstGeom prst="rect">
                <a:avLst/>
              </a:prstGeom>
              <a:noFill/>
            </p:spPr>
            <p:txBody>
              <a:bodyPr wrap="square" lIns="0" rIns="0" rtlCol="0" anchor="t">
                <a:spAutoFit/>
              </a:bodyPr>
              <a:lstStyle/>
              <a:p>
                <a:r>
                  <a:rPr lang="en-US" sz="1000" noProof="1">
                    <a:solidFill>
                      <a:srgbClr val="FFFFFF"/>
                    </a:solidFill>
                    <a:latin typeface="Calibri" panose="020F0502020204030204"/>
                  </a:rPr>
                  <a:t>Lorem ipsum dolor sit amet, nibh est. A magna maecenas, quam magna nec quis, lorem nunc. Suspendisse viverra sodales mauris, cras pharetra proin egestas arcu erat dolor, at amet. </a:t>
                </a:r>
              </a:p>
            </p:txBody>
          </p:sp>
        </p:grpSp>
        <p:sp>
          <p:nvSpPr>
            <p:cNvPr id="6" name="Freeform 5">
              <a:extLst>
                <a:ext uri="{FF2B5EF4-FFF2-40B4-BE49-F238E27FC236}">
                  <a16:creationId xmlns:a16="http://schemas.microsoft.com/office/drawing/2014/main" id="{23A57DC4-7AF8-76A3-8C81-7ED7AA92B2CE}"/>
                </a:ext>
              </a:extLst>
            </p:cNvPr>
            <p:cNvSpPr/>
            <p:nvPr/>
          </p:nvSpPr>
          <p:spPr>
            <a:xfrm>
              <a:off x="2515517" y="2125951"/>
              <a:ext cx="1020907" cy="1420263"/>
            </a:xfrm>
            <a:custGeom>
              <a:avLst/>
              <a:gdLst>
                <a:gd name="connsiteX0" fmla="*/ 0 w 202519"/>
                <a:gd name="connsiteY0" fmla="*/ 126863 h 281740"/>
                <a:gd name="connsiteX1" fmla="*/ 202520 w 202519"/>
                <a:gd name="connsiteY1" fmla="*/ 0 h 281740"/>
                <a:gd name="connsiteX2" fmla="*/ 202520 w 202519"/>
                <a:gd name="connsiteY2" fmla="*/ 273283 h 281740"/>
                <a:gd name="connsiteX3" fmla="*/ 89363 w 202519"/>
                <a:gd name="connsiteY3" fmla="*/ 281741 h 281740"/>
                <a:gd name="connsiteX4" fmla="*/ 0 w 202519"/>
                <a:gd name="connsiteY4" fmla="*/ 126863 h 281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519" h="281740">
                  <a:moveTo>
                    <a:pt x="0" y="126863"/>
                  </a:moveTo>
                  <a:lnTo>
                    <a:pt x="202520" y="0"/>
                  </a:lnTo>
                  <a:lnTo>
                    <a:pt x="202520" y="273283"/>
                  </a:lnTo>
                  <a:lnTo>
                    <a:pt x="89363" y="281741"/>
                  </a:lnTo>
                  <a:lnTo>
                    <a:pt x="0" y="126863"/>
                  </a:lnTo>
                  <a:close/>
                </a:path>
              </a:pathLst>
            </a:custGeom>
            <a:solidFill>
              <a:srgbClr val="583F7B"/>
            </a:solidFill>
            <a:ln w="0" cap="flat">
              <a:noFill/>
              <a:prstDash val="solid"/>
              <a:miter/>
            </a:ln>
          </p:spPr>
          <p:txBody>
            <a:bodyPr rtlCol="0" anchor="ctr"/>
            <a:lstStyle/>
            <a:p>
              <a:endParaRPr lang="en-US" sz="1400">
                <a:solidFill>
                  <a:srgbClr val="000000"/>
                </a:solidFill>
                <a:latin typeface="Calibri" panose="020F0502020204030204"/>
              </a:endParaRPr>
            </a:p>
          </p:txBody>
        </p:sp>
        <p:sp>
          <p:nvSpPr>
            <p:cNvPr id="39" name="TextBox 38">
              <a:extLst>
                <a:ext uri="{FF2B5EF4-FFF2-40B4-BE49-F238E27FC236}">
                  <a16:creationId xmlns:a16="http://schemas.microsoft.com/office/drawing/2014/main" id="{63A6D56D-B315-91D5-1A25-8524E5D8E928}"/>
                </a:ext>
              </a:extLst>
            </p:cNvPr>
            <p:cNvSpPr txBox="1"/>
            <p:nvPr/>
          </p:nvSpPr>
          <p:spPr>
            <a:xfrm>
              <a:off x="2895356" y="2659422"/>
              <a:ext cx="625060" cy="338554"/>
            </a:xfrm>
            <a:prstGeom prst="rect">
              <a:avLst/>
            </a:prstGeom>
            <a:noFill/>
          </p:spPr>
          <p:txBody>
            <a:bodyPr wrap="square" lIns="0" rIns="0" rtlCol="0" anchor="ctr">
              <a:spAutoFit/>
            </a:bodyPr>
            <a:lstStyle/>
            <a:p>
              <a:pPr algn="ctr"/>
              <a:r>
                <a:rPr lang="en-US" sz="1600" b="1" noProof="1">
                  <a:solidFill>
                    <a:srgbClr val="FFFFFF"/>
                  </a:solidFill>
                  <a:latin typeface="Calibri" panose="020F0502020204030204"/>
                </a:rPr>
                <a:t>01</a:t>
              </a:r>
            </a:p>
          </p:txBody>
        </p:sp>
      </p:grpSp>
      <p:grpSp>
        <p:nvGrpSpPr>
          <p:cNvPr id="17" name="Group 16">
            <a:extLst>
              <a:ext uri="{FF2B5EF4-FFF2-40B4-BE49-F238E27FC236}">
                <a16:creationId xmlns:a16="http://schemas.microsoft.com/office/drawing/2014/main" id="{45B99F6F-115B-CDF0-7205-0743442A8AB9}"/>
              </a:ext>
            </a:extLst>
          </p:cNvPr>
          <p:cNvGrpSpPr/>
          <p:nvPr/>
        </p:nvGrpSpPr>
        <p:grpSpPr>
          <a:xfrm>
            <a:off x="4039517" y="3631489"/>
            <a:ext cx="5549708" cy="1420263"/>
            <a:chOff x="2515517" y="3631488"/>
            <a:chExt cx="5549708" cy="1420263"/>
          </a:xfrm>
        </p:grpSpPr>
        <p:sp>
          <p:nvSpPr>
            <p:cNvPr id="8" name="Freeform 7">
              <a:extLst>
                <a:ext uri="{FF2B5EF4-FFF2-40B4-BE49-F238E27FC236}">
                  <a16:creationId xmlns:a16="http://schemas.microsoft.com/office/drawing/2014/main" id="{8EE3B718-E8C6-2C8B-637B-EA47BA0B68C0}"/>
                </a:ext>
              </a:extLst>
            </p:cNvPr>
            <p:cNvSpPr/>
            <p:nvPr/>
          </p:nvSpPr>
          <p:spPr>
            <a:xfrm>
              <a:off x="2682617" y="3671007"/>
              <a:ext cx="5382608" cy="1380744"/>
            </a:xfrm>
            <a:custGeom>
              <a:avLst/>
              <a:gdLst>
                <a:gd name="connsiteX0" fmla="*/ 761433 w 897856"/>
                <a:gd name="connsiteY0" fmla="*/ 0 h 273283"/>
                <a:gd name="connsiteX1" fmla="*/ 0 w 897856"/>
                <a:gd name="connsiteY1" fmla="*/ 0 h 273283"/>
                <a:gd name="connsiteX2" fmla="*/ 0 w 897856"/>
                <a:gd name="connsiteY2" fmla="*/ 273283 h 273283"/>
                <a:gd name="connsiteX3" fmla="*/ 761433 w 897856"/>
                <a:gd name="connsiteY3" fmla="*/ 273283 h 273283"/>
                <a:gd name="connsiteX4" fmla="*/ 897856 w 897856"/>
                <a:gd name="connsiteY4" fmla="*/ 136906 h 273283"/>
                <a:gd name="connsiteX5" fmla="*/ 897856 w 897856"/>
                <a:gd name="connsiteY5" fmla="*/ 136906 h 273283"/>
                <a:gd name="connsiteX6" fmla="*/ 761433 w 897856"/>
                <a:gd name="connsiteY6" fmla="*/ 528 h 273283"/>
                <a:gd name="connsiteX7" fmla="*/ 757731 w 897856"/>
                <a:gd name="connsiteY7" fmla="*/ 259011 h 273283"/>
                <a:gd name="connsiteX8" fmla="*/ 635056 w 897856"/>
                <a:gd name="connsiteY8" fmla="*/ 136377 h 273283"/>
                <a:gd name="connsiteX9" fmla="*/ 757731 w 897856"/>
                <a:gd name="connsiteY9" fmla="*/ 13743 h 273283"/>
                <a:gd name="connsiteX10" fmla="*/ 880407 w 897856"/>
                <a:gd name="connsiteY10" fmla="*/ 136377 h 273283"/>
                <a:gd name="connsiteX11" fmla="*/ 757731 w 897856"/>
                <a:gd name="connsiteY11" fmla="*/ 259011 h 273283"/>
                <a:gd name="connsiteX0" fmla="*/ 761733 w 898156"/>
                <a:gd name="connsiteY0" fmla="*/ 0 h 273283"/>
                <a:gd name="connsiteX1" fmla="*/ 300 w 898156"/>
                <a:gd name="connsiteY1" fmla="*/ 0 h 273283"/>
                <a:gd name="connsiteX2" fmla="*/ 0 w 898156"/>
                <a:gd name="connsiteY2" fmla="*/ 136770 h 273283"/>
                <a:gd name="connsiteX3" fmla="*/ 300 w 898156"/>
                <a:gd name="connsiteY3" fmla="*/ 273283 h 273283"/>
                <a:gd name="connsiteX4" fmla="*/ 761733 w 898156"/>
                <a:gd name="connsiteY4" fmla="*/ 273283 h 273283"/>
                <a:gd name="connsiteX5" fmla="*/ 898156 w 898156"/>
                <a:gd name="connsiteY5" fmla="*/ 136906 h 273283"/>
                <a:gd name="connsiteX6" fmla="*/ 898156 w 898156"/>
                <a:gd name="connsiteY6" fmla="*/ 136906 h 273283"/>
                <a:gd name="connsiteX7" fmla="*/ 761733 w 898156"/>
                <a:gd name="connsiteY7" fmla="*/ 528 h 273283"/>
                <a:gd name="connsiteX8" fmla="*/ 761733 w 898156"/>
                <a:gd name="connsiteY8" fmla="*/ 0 h 273283"/>
                <a:gd name="connsiteX9" fmla="*/ 758031 w 898156"/>
                <a:gd name="connsiteY9" fmla="*/ 259011 h 273283"/>
                <a:gd name="connsiteX10" fmla="*/ 635356 w 898156"/>
                <a:gd name="connsiteY10" fmla="*/ 136377 h 273283"/>
                <a:gd name="connsiteX11" fmla="*/ 758031 w 898156"/>
                <a:gd name="connsiteY11" fmla="*/ 13743 h 273283"/>
                <a:gd name="connsiteX12" fmla="*/ 880707 w 898156"/>
                <a:gd name="connsiteY12" fmla="*/ 136377 h 273283"/>
                <a:gd name="connsiteX13" fmla="*/ 758031 w 898156"/>
                <a:gd name="connsiteY13" fmla="*/ 259011 h 273283"/>
                <a:gd name="connsiteX0" fmla="*/ 782339 w 918762"/>
                <a:gd name="connsiteY0" fmla="*/ 0 h 273283"/>
                <a:gd name="connsiteX1" fmla="*/ 20906 w 918762"/>
                <a:gd name="connsiteY1" fmla="*/ 0 h 273283"/>
                <a:gd name="connsiteX2" fmla="*/ 0 w 918762"/>
                <a:gd name="connsiteY2" fmla="*/ 137629 h 273283"/>
                <a:gd name="connsiteX3" fmla="*/ 20906 w 918762"/>
                <a:gd name="connsiteY3" fmla="*/ 273283 h 273283"/>
                <a:gd name="connsiteX4" fmla="*/ 782339 w 918762"/>
                <a:gd name="connsiteY4" fmla="*/ 273283 h 273283"/>
                <a:gd name="connsiteX5" fmla="*/ 918762 w 918762"/>
                <a:gd name="connsiteY5" fmla="*/ 136906 h 273283"/>
                <a:gd name="connsiteX6" fmla="*/ 918762 w 918762"/>
                <a:gd name="connsiteY6" fmla="*/ 136906 h 273283"/>
                <a:gd name="connsiteX7" fmla="*/ 782339 w 918762"/>
                <a:gd name="connsiteY7" fmla="*/ 528 h 273283"/>
                <a:gd name="connsiteX8" fmla="*/ 782339 w 918762"/>
                <a:gd name="connsiteY8" fmla="*/ 0 h 273283"/>
                <a:gd name="connsiteX9" fmla="*/ 778637 w 918762"/>
                <a:gd name="connsiteY9" fmla="*/ 259011 h 273283"/>
                <a:gd name="connsiteX10" fmla="*/ 655962 w 918762"/>
                <a:gd name="connsiteY10" fmla="*/ 136377 h 273283"/>
                <a:gd name="connsiteX11" fmla="*/ 778637 w 918762"/>
                <a:gd name="connsiteY11" fmla="*/ 13743 h 273283"/>
                <a:gd name="connsiteX12" fmla="*/ 901313 w 918762"/>
                <a:gd name="connsiteY12" fmla="*/ 136377 h 273283"/>
                <a:gd name="connsiteX13" fmla="*/ 778637 w 918762"/>
                <a:gd name="connsiteY13" fmla="*/ 259011 h 273283"/>
                <a:gd name="connsiteX0" fmla="*/ 793071 w 929494"/>
                <a:gd name="connsiteY0" fmla="*/ 0 h 273283"/>
                <a:gd name="connsiteX1" fmla="*/ 31638 w 929494"/>
                <a:gd name="connsiteY1" fmla="*/ 0 h 273283"/>
                <a:gd name="connsiteX2" fmla="*/ 0 w 929494"/>
                <a:gd name="connsiteY2" fmla="*/ 138481 h 273283"/>
                <a:gd name="connsiteX3" fmla="*/ 31638 w 929494"/>
                <a:gd name="connsiteY3" fmla="*/ 273283 h 273283"/>
                <a:gd name="connsiteX4" fmla="*/ 793071 w 929494"/>
                <a:gd name="connsiteY4" fmla="*/ 273283 h 273283"/>
                <a:gd name="connsiteX5" fmla="*/ 929494 w 929494"/>
                <a:gd name="connsiteY5" fmla="*/ 136906 h 273283"/>
                <a:gd name="connsiteX6" fmla="*/ 929494 w 929494"/>
                <a:gd name="connsiteY6" fmla="*/ 136906 h 273283"/>
                <a:gd name="connsiteX7" fmla="*/ 793071 w 929494"/>
                <a:gd name="connsiteY7" fmla="*/ 528 h 273283"/>
                <a:gd name="connsiteX8" fmla="*/ 793071 w 929494"/>
                <a:gd name="connsiteY8" fmla="*/ 0 h 273283"/>
                <a:gd name="connsiteX9" fmla="*/ 789369 w 929494"/>
                <a:gd name="connsiteY9" fmla="*/ 259011 h 273283"/>
                <a:gd name="connsiteX10" fmla="*/ 666694 w 929494"/>
                <a:gd name="connsiteY10" fmla="*/ 136377 h 273283"/>
                <a:gd name="connsiteX11" fmla="*/ 789369 w 929494"/>
                <a:gd name="connsiteY11" fmla="*/ 13743 h 273283"/>
                <a:gd name="connsiteX12" fmla="*/ 912045 w 929494"/>
                <a:gd name="connsiteY12" fmla="*/ 136377 h 273283"/>
                <a:gd name="connsiteX13" fmla="*/ 789369 w 929494"/>
                <a:gd name="connsiteY13" fmla="*/ 259011 h 273283"/>
                <a:gd name="connsiteX0" fmla="*/ 931334 w 1067757"/>
                <a:gd name="connsiteY0" fmla="*/ 0 h 273283"/>
                <a:gd name="connsiteX1" fmla="*/ 169901 w 1067757"/>
                <a:gd name="connsiteY1" fmla="*/ 0 h 273283"/>
                <a:gd name="connsiteX2" fmla="*/ 0 w 1067757"/>
                <a:gd name="connsiteY2" fmla="*/ 132153 h 273283"/>
                <a:gd name="connsiteX3" fmla="*/ 169901 w 1067757"/>
                <a:gd name="connsiteY3" fmla="*/ 273283 h 273283"/>
                <a:gd name="connsiteX4" fmla="*/ 931334 w 1067757"/>
                <a:gd name="connsiteY4" fmla="*/ 273283 h 273283"/>
                <a:gd name="connsiteX5" fmla="*/ 1067757 w 1067757"/>
                <a:gd name="connsiteY5" fmla="*/ 136906 h 273283"/>
                <a:gd name="connsiteX6" fmla="*/ 1067757 w 1067757"/>
                <a:gd name="connsiteY6" fmla="*/ 136906 h 273283"/>
                <a:gd name="connsiteX7" fmla="*/ 931334 w 1067757"/>
                <a:gd name="connsiteY7" fmla="*/ 528 h 273283"/>
                <a:gd name="connsiteX8" fmla="*/ 931334 w 1067757"/>
                <a:gd name="connsiteY8" fmla="*/ 0 h 273283"/>
                <a:gd name="connsiteX9" fmla="*/ 927632 w 1067757"/>
                <a:gd name="connsiteY9" fmla="*/ 259011 h 273283"/>
                <a:gd name="connsiteX10" fmla="*/ 804957 w 1067757"/>
                <a:gd name="connsiteY10" fmla="*/ 136377 h 273283"/>
                <a:gd name="connsiteX11" fmla="*/ 927632 w 1067757"/>
                <a:gd name="connsiteY11" fmla="*/ 13743 h 273283"/>
                <a:gd name="connsiteX12" fmla="*/ 1050308 w 1067757"/>
                <a:gd name="connsiteY12" fmla="*/ 136377 h 273283"/>
                <a:gd name="connsiteX13" fmla="*/ 927632 w 1067757"/>
                <a:gd name="connsiteY13" fmla="*/ 259011 h 27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7757" h="273283">
                  <a:moveTo>
                    <a:pt x="931334" y="0"/>
                  </a:moveTo>
                  <a:lnTo>
                    <a:pt x="169901" y="0"/>
                  </a:lnTo>
                  <a:lnTo>
                    <a:pt x="0" y="132153"/>
                  </a:lnTo>
                  <a:lnTo>
                    <a:pt x="169901" y="273283"/>
                  </a:lnTo>
                  <a:lnTo>
                    <a:pt x="931334" y="273283"/>
                  </a:lnTo>
                  <a:cubicBezTo>
                    <a:pt x="1006948" y="273283"/>
                    <a:pt x="1067757" y="211966"/>
                    <a:pt x="1067757" y="136906"/>
                  </a:cubicBezTo>
                  <a:lnTo>
                    <a:pt x="1067757" y="136906"/>
                  </a:lnTo>
                  <a:cubicBezTo>
                    <a:pt x="1067757" y="61317"/>
                    <a:pt x="1006420" y="528"/>
                    <a:pt x="931334" y="528"/>
                  </a:cubicBezTo>
                  <a:lnTo>
                    <a:pt x="931334" y="0"/>
                  </a:lnTo>
                  <a:close/>
                  <a:moveTo>
                    <a:pt x="927632" y="259011"/>
                  </a:moveTo>
                  <a:cubicBezTo>
                    <a:pt x="859950" y="259011"/>
                    <a:pt x="804957" y="204037"/>
                    <a:pt x="804957" y="136377"/>
                  </a:cubicBezTo>
                  <a:cubicBezTo>
                    <a:pt x="804957" y="68717"/>
                    <a:pt x="859950" y="13743"/>
                    <a:pt x="927632" y="13743"/>
                  </a:cubicBezTo>
                  <a:cubicBezTo>
                    <a:pt x="995316" y="13743"/>
                    <a:pt x="1050308" y="68717"/>
                    <a:pt x="1050308" y="136377"/>
                  </a:cubicBezTo>
                  <a:cubicBezTo>
                    <a:pt x="1050308" y="204037"/>
                    <a:pt x="995316" y="259011"/>
                    <a:pt x="927632" y="259011"/>
                  </a:cubicBezTo>
                  <a:close/>
                </a:path>
              </a:pathLst>
            </a:custGeom>
            <a:solidFill>
              <a:schemeClr val="accent2"/>
            </a:solidFill>
            <a:ln w="0" cap="flat">
              <a:noFill/>
              <a:prstDash val="solid"/>
              <a:miter/>
            </a:ln>
          </p:spPr>
          <p:txBody>
            <a:bodyPr rtlCol="0" anchor="ctr"/>
            <a:lstStyle/>
            <a:p>
              <a:endParaRPr lang="en-US" sz="1400">
                <a:solidFill>
                  <a:srgbClr val="000000"/>
                </a:solidFill>
                <a:latin typeface="Calibri" panose="020F0502020204030204"/>
              </a:endParaRPr>
            </a:p>
          </p:txBody>
        </p:sp>
        <p:grpSp>
          <p:nvGrpSpPr>
            <p:cNvPr id="11" name="Group 10">
              <a:extLst>
                <a:ext uri="{FF2B5EF4-FFF2-40B4-BE49-F238E27FC236}">
                  <a16:creationId xmlns:a16="http://schemas.microsoft.com/office/drawing/2014/main" id="{D17BDCCD-53D7-C2C5-E90E-901B5087F83A}"/>
                </a:ext>
              </a:extLst>
            </p:cNvPr>
            <p:cNvGrpSpPr/>
            <p:nvPr/>
          </p:nvGrpSpPr>
          <p:grpSpPr>
            <a:xfrm>
              <a:off x="3665770" y="3796140"/>
              <a:ext cx="3001529" cy="1105718"/>
              <a:chOff x="8921977" y="1488121"/>
              <a:chExt cx="2926080" cy="1216696"/>
            </a:xfrm>
          </p:grpSpPr>
          <p:sp>
            <p:nvSpPr>
              <p:cNvPr id="12" name="TextBox 11">
                <a:extLst>
                  <a:ext uri="{FF2B5EF4-FFF2-40B4-BE49-F238E27FC236}">
                    <a16:creationId xmlns:a16="http://schemas.microsoft.com/office/drawing/2014/main" id="{6BA52237-3742-82E1-A8E1-AEE942CA9309}"/>
                  </a:ext>
                </a:extLst>
              </p:cNvPr>
              <p:cNvSpPr txBox="1"/>
              <p:nvPr/>
            </p:nvSpPr>
            <p:spPr>
              <a:xfrm>
                <a:off x="8921977" y="1488121"/>
                <a:ext cx="2926080" cy="440268"/>
              </a:xfrm>
              <a:prstGeom prst="rect">
                <a:avLst/>
              </a:prstGeom>
              <a:noFill/>
            </p:spPr>
            <p:txBody>
              <a:bodyPr wrap="square" lIns="0" rIns="0" rtlCol="0" anchor="b">
                <a:spAutoFit/>
              </a:bodyPr>
              <a:lstStyle/>
              <a:p>
                <a:r>
                  <a:rPr lang="en-US" sz="2000" b="1" noProof="1">
                    <a:solidFill>
                      <a:srgbClr val="000000"/>
                    </a:solidFill>
                    <a:latin typeface="Calibri" panose="020F0502020204030204"/>
                  </a:rPr>
                  <a:t>Lorem Ipsum</a:t>
                </a:r>
              </a:p>
            </p:txBody>
          </p:sp>
          <p:sp>
            <p:nvSpPr>
              <p:cNvPr id="13" name="TextBox 12">
                <a:extLst>
                  <a:ext uri="{FF2B5EF4-FFF2-40B4-BE49-F238E27FC236}">
                    <a16:creationId xmlns:a16="http://schemas.microsoft.com/office/drawing/2014/main" id="{13E7D34C-F037-81A5-A186-0C398938F62E}"/>
                  </a:ext>
                </a:extLst>
              </p:cNvPr>
              <p:cNvSpPr txBox="1"/>
              <p:nvPr/>
            </p:nvSpPr>
            <p:spPr>
              <a:xfrm>
                <a:off x="8921977" y="1925882"/>
                <a:ext cx="2926080" cy="778935"/>
              </a:xfrm>
              <a:prstGeom prst="rect">
                <a:avLst/>
              </a:prstGeom>
              <a:noFill/>
            </p:spPr>
            <p:txBody>
              <a:bodyPr wrap="square" lIns="0" rIns="0" rtlCol="0" anchor="t">
                <a:spAutoFit/>
              </a:bodyPr>
              <a:lstStyle/>
              <a:p>
                <a:r>
                  <a:rPr lang="en-US" sz="1000" noProof="1">
                    <a:solidFill>
                      <a:srgbClr val="000000"/>
                    </a:solidFill>
                    <a:latin typeface="Calibri" panose="020F0502020204030204"/>
                  </a:rPr>
                  <a:t>Lorem ipsum dolor sit amet, nibh est. A magna maecenas, quam magna nec quis, lorem nunc. Suspendisse viverra sodales mauris, cras pharetra proin egestas arcu erat dolor, at amet. </a:t>
                </a:r>
              </a:p>
            </p:txBody>
          </p:sp>
        </p:grpSp>
        <p:sp>
          <p:nvSpPr>
            <p:cNvPr id="5" name="Freeform 4">
              <a:extLst>
                <a:ext uri="{FF2B5EF4-FFF2-40B4-BE49-F238E27FC236}">
                  <a16:creationId xmlns:a16="http://schemas.microsoft.com/office/drawing/2014/main" id="{4B212087-0ADA-55E5-0BD6-66E345F48084}"/>
                </a:ext>
              </a:extLst>
            </p:cNvPr>
            <p:cNvSpPr/>
            <p:nvPr/>
          </p:nvSpPr>
          <p:spPr>
            <a:xfrm>
              <a:off x="2515517" y="3631488"/>
              <a:ext cx="1020907" cy="1420263"/>
            </a:xfrm>
            <a:custGeom>
              <a:avLst/>
              <a:gdLst>
                <a:gd name="connsiteX0" fmla="*/ 202520 w 202519"/>
                <a:gd name="connsiteY0" fmla="*/ 281741 h 281740"/>
                <a:gd name="connsiteX1" fmla="*/ 0 w 202519"/>
                <a:gd name="connsiteY1" fmla="*/ 154878 h 281740"/>
                <a:gd name="connsiteX2" fmla="*/ 89363 w 202519"/>
                <a:gd name="connsiteY2" fmla="*/ 0 h 281740"/>
                <a:gd name="connsiteX3" fmla="*/ 202520 w 202519"/>
                <a:gd name="connsiteY3" fmla="*/ 8458 h 281740"/>
                <a:gd name="connsiteX4" fmla="*/ 202520 w 202519"/>
                <a:gd name="connsiteY4" fmla="*/ 281741 h 281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519" h="281740">
                  <a:moveTo>
                    <a:pt x="202520" y="281741"/>
                  </a:moveTo>
                  <a:lnTo>
                    <a:pt x="0" y="154878"/>
                  </a:lnTo>
                  <a:lnTo>
                    <a:pt x="89363" y="0"/>
                  </a:lnTo>
                  <a:lnTo>
                    <a:pt x="202520" y="8458"/>
                  </a:lnTo>
                  <a:lnTo>
                    <a:pt x="202520" y="281741"/>
                  </a:lnTo>
                  <a:close/>
                </a:path>
              </a:pathLst>
            </a:custGeom>
            <a:solidFill>
              <a:schemeClr val="accent2">
                <a:lumMod val="75000"/>
              </a:schemeClr>
            </a:solidFill>
            <a:ln w="0" cap="flat">
              <a:noFill/>
              <a:prstDash val="solid"/>
              <a:miter/>
            </a:ln>
          </p:spPr>
          <p:txBody>
            <a:bodyPr rtlCol="0" anchor="ctr"/>
            <a:lstStyle/>
            <a:p>
              <a:endParaRPr lang="en-US" sz="1400">
                <a:solidFill>
                  <a:srgbClr val="000000"/>
                </a:solidFill>
                <a:latin typeface="Calibri" panose="020F0502020204030204"/>
              </a:endParaRPr>
            </a:p>
          </p:txBody>
        </p:sp>
        <p:sp>
          <p:nvSpPr>
            <p:cNvPr id="40" name="TextBox 39">
              <a:extLst>
                <a:ext uri="{FF2B5EF4-FFF2-40B4-BE49-F238E27FC236}">
                  <a16:creationId xmlns:a16="http://schemas.microsoft.com/office/drawing/2014/main" id="{35EB9EAF-8D28-1AE1-7C00-AD2A1BA50D64}"/>
                </a:ext>
              </a:extLst>
            </p:cNvPr>
            <p:cNvSpPr txBox="1"/>
            <p:nvPr/>
          </p:nvSpPr>
          <p:spPr>
            <a:xfrm>
              <a:off x="2895356" y="4207593"/>
              <a:ext cx="625060" cy="338554"/>
            </a:xfrm>
            <a:prstGeom prst="rect">
              <a:avLst/>
            </a:prstGeom>
            <a:noFill/>
          </p:spPr>
          <p:txBody>
            <a:bodyPr wrap="square" lIns="0" rIns="0" rtlCol="0" anchor="ctr">
              <a:spAutoFit/>
            </a:bodyPr>
            <a:lstStyle/>
            <a:p>
              <a:pPr algn="ctr"/>
              <a:r>
                <a:rPr lang="en-US" sz="1600" b="1" noProof="1">
                  <a:solidFill>
                    <a:srgbClr val="FFFFFF"/>
                  </a:solidFill>
                  <a:latin typeface="Calibri" panose="020F0502020204030204"/>
                </a:rPr>
                <a:t>02</a:t>
              </a:r>
            </a:p>
          </p:txBody>
        </p:sp>
      </p:grpSp>
      <p:grpSp>
        <p:nvGrpSpPr>
          <p:cNvPr id="44" name="Group 43">
            <a:extLst>
              <a:ext uri="{FF2B5EF4-FFF2-40B4-BE49-F238E27FC236}">
                <a16:creationId xmlns:a16="http://schemas.microsoft.com/office/drawing/2014/main" id="{2DF82AF8-80EC-1055-4F8E-00C9B18FBC3F}"/>
              </a:ext>
            </a:extLst>
          </p:cNvPr>
          <p:cNvGrpSpPr/>
          <p:nvPr/>
        </p:nvGrpSpPr>
        <p:grpSpPr>
          <a:xfrm>
            <a:off x="3083445" y="3007731"/>
            <a:ext cx="840583" cy="1159575"/>
            <a:chOff x="332936" y="2445966"/>
            <a:chExt cx="2975111" cy="1275957"/>
          </a:xfrm>
        </p:grpSpPr>
        <p:sp>
          <p:nvSpPr>
            <p:cNvPr id="45" name="TextBox 44">
              <a:extLst>
                <a:ext uri="{FF2B5EF4-FFF2-40B4-BE49-F238E27FC236}">
                  <a16:creationId xmlns:a16="http://schemas.microsoft.com/office/drawing/2014/main" id="{CAF91D80-74D9-FC8D-2999-FE6623749A90}"/>
                </a:ext>
              </a:extLst>
            </p:cNvPr>
            <p:cNvSpPr txBox="1"/>
            <p:nvPr/>
          </p:nvSpPr>
          <p:spPr>
            <a:xfrm>
              <a:off x="332936" y="2445966"/>
              <a:ext cx="2926080" cy="643466"/>
            </a:xfrm>
            <a:prstGeom prst="rect">
              <a:avLst/>
            </a:prstGeom>
            <a:noFill/>
          </p:spPr>
          <p:txBody>
            <a:bodyPr wrap="square" lIns="0" rIns="0" rtlCol="0" anchor="b">
              <a:spAutoFit/>
            </a:bodyPr>
            <a:lstStyle/>
            <a:p>
              <a:pPr algn="ctr"/>
              <a:r>
                <a:rPr lang="en-US" sz="1600" b="1" noProof="1">
                  <a:solidFill>
                    <a:srgbClr val="FFFFFF"/>
                  </a:solidFill>
                  <a:latin typeface="Calibri" panose="020F0502020204030204"/>
                </a:rPr>
                <a:t>Lorem Ipsum</a:t>
              </a:r>
            </a:p>
          </p:txBody>
        </p:sp>
        <p:sp>
          <p:nvSpPr>
            <p:cNvPr id="46" name="TextBox 45">
              <a:extLst>
                <a:ext uri="{FF2B5EF4-FFF2-40B4-BE49-F238E27FC236}">
                  <a16:creationId xmlns:a16="http://schemas.microsoft.com/office/drawing/2014/main" id="{3FC3CF4D-6C35-278F-DCD9-017A7A96378C}"/>
                </a:ext>
              </a:extLst>
            </p:cNvPr>
            <p:cNvSpPr txBox="1"/>
            <p:nvPr/>
          </p:nvSpPr>
          <p:spPr>
            <a:xfrm>
              <a:off x="332936" y="3086923"/>
              <a:ext cx="2975111" cy="635000"/>
            </a:xfrm>
            <a:prstGeom prst="rect">
              <a:avLst/>
            </a:prstGeom>
            <a:noFill/>
          </p:spPr>
          <p:txBody>
            <a:bodyPr wrap="square" lIns="0" rIns="0" rtlCol="0" anchor="t">
              <a:spAutoFit/>
            </a:bodyPr>
            <a:lstStyle/>
            <a:p>
              <a:pPr algn="ctr"/>
              <a:r>
                <a:rPr lang="en-US" sz="1050" noProof="1">
                  <a:solidFill>
                    <a:srgbClr val="FFFFFF"/>
                  </a:solidFill>
                  <a:latin typeface="Calibri" panose="020F0502020204030204"/>
                </a:rPr>
                <a:t>Lorem ipsum dolor sit amet, nibh est amet. </a:t>
              </a:r>
            </a:p>
          </p:txBody>
        </p:sp>
      </p:grpSp>
    </p:spTree>
    <p:extLst>
      <p:ext uri="{BB962C8B-B14F-4D97-AF65-F5344CB8AC3E}">
        <p14:creationId xmlns:p14="http://schemas.microsoft.com/office/powerpoint/2010/main" val="15132852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9E5D95-B1A7-A10B-5EB5-A26C5A0AF493}"/>
              </a:ext>
            </a:extLst>
          </p:cNvPr>
          <p:cNvSpPr>
            <a:spLocks noGrp="1"/>
          </p:cNvSpPr>
          <p:nvPr>
            <p:ph type="title"/>
          </p:nvPr>
        </p:nvSpPr>
        <p:spPr/>
        <p:txBody>
          <a:bodyPr/>
          <a:lstStyle/>
          <a:p>
            <a:r>
              <a:rPr lang="en-US" dirty="0"/>
              <a:t>Central Contrast Comparison – Slide Template</a:t>
            </a:r>
          </a:p>
        </p:txBody>
      </p:sp>
      <p:sp>
        <p:nvSpPr>
          <p:cNvPr id="5" name="Freeform 5">
            <a:extLst>
              <a:ext uri="{FF2B5EF4-FFF2-40B4-BE49-F238E27FC236}">
                <a16:creationId xmlns:a16="http://schemas.microsoft.com/office/drawing/2014/main" id="{581C3EB1-87B3-9BA4-85FE-A71565A53559}"/>
              </a:ext>
            </a:extLst>
          </p:cNvPr>
          <p:cNvSpPr/>
          <p:nvPr/>
        </p:nvSpPr>
        <p:spPr>
          <a:xfrm>
            <a:off x="6938636" y="2090677"/>
            <a:ext cx="3559143" cy="2676646"/>
          </a:xfrm>
          <a:custGeom>
            <a:avLst/>
            <a:gdLst>
              <a:gd name="connsiteX0" fmla="*/ 0 w 643326"/>
              <a:gd name="connsiteY0" fmla="*/ 0 h 483812"/>
              <a:gd name="connsiteX1" fmla="*/ 441474 w 643326"/>
              <a:gd name="connsiteY1" fmla="*/ 0 h 483812"/>
              <a:gd name="connsiteX2" fmla="*/ 643326 w 643326"/>
              <a:gd name="connsiteY2" fmla="*/ 108931 h 483812"/>
              <a:gd name="connsiteX3" fmla="*/ 606537 w 643326"/>
              <a:gd name="connsiteY3" fmla="*/ 120462 h 483812"/>
              <a:gd name="connsiteX4" fmla="*/ 441474 w 643326"/>
              <a:gd name="connsiteY4" fmla="*/ 36801 h 483812"/>
              <a:gd name="connsiteX5" fmla="*/ 46600 w 643326"/>
              <a:gd name="connsiteY5" fmla="*/ 36801 h 483812"/>
              <a:gd name="connsiteX6" fmla="*/ 0 w 643326"/>
              <a:gd name="connsiteY6" fmla="*/ 0 h 483812"/>
              <a:gd name="connsiteX7" fmla="*/ 441474 w 643326"/>
              <a:gd name="connsiteY7" fmla="*/ 447011 h 483812"/>
              <a:gd name="connsiteX8" fmla="*/ 46600 w 643326"/>
              <a:gd name="connsiteY8" fmla="*/ 447011 h 483812"/>
              <a:gd name="connsiteX9" fmla="*/ 0 w 643326"/>
              <a:gd name="connsiteY9" fmla="*/ 483812 h 483812"/>
              <a:gd name="connsiteX10" fmla="*/ 441474 w 643326"/>
              <a:gd name="connsiteY10" fmla="*/ 483812 h 483812"/>
              <a:gd name="connsiteX11" fmla="*/ 643326 w 643326"/>
              <a:gd name="connsiteY11" fmla="*/ 374881 h 483812"/>
              <a:gd name="connsiteX12" fmla="*/ 606537 w 643326"/>
              <a:gd name="connsiteY12" fmla="*/ 363350 h 483812"/>
              <a:gd name="connsiteX13" fmla="*/ 441474 w 643326"/>
              <a:gd name="connsiteY13" fmla="*/ 447011 h 48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3326" h="483812">
                <a:moveTo>
                  <a:pt x="0" y="0"/>
                </a:moveTo>
                <a:lnTo>
                  <a:pt x="441474" y="0"/>
                </a:lnTo>
                <a:cubicBezTo>
                  <a:pt x="525600" y="0"/>
                  <a:pt x="599915" y="43425"/>
                  <a:pt x="643326" y="108931"/>
                </a:cubicBezTo>
                <a:cubicBezTo>
                  <a:pt x="630327" y="111139"/>
                  <a:pt x="618064" y="115065"/>
                  <a:pt x="606537" y="120462"/>
                </a:cubicBezTo>
                <a:cubicBezTo>
                  <a:pt x="569257" y="69677"/>
                  <a:pt x="509167" y="36801"/>
                  <a:pt x="441474" y="36801"/>
                </a:cubicBezTo>
                <a:lnTo>
                  <a:pt x="46600" y="36801"/>
                </a:lnTo>
                <a:cubicBezTo>
                  <a:pt x="32375" y="23062"/>
                  <a:pt x="16678" y="10550"/>
                  <a:pt x="0" y="0"/>
                </a:cubicBezTo>
                <a:close/>
                <a:moveTo>
                  <a:pt x="441474" y="447011"/>
                </a:moveTo>
                <a:lnTo>
                  <a:pt x="46600" y="447011"/>
                </a:lnTo>
                <a:cubicBezTo>
                  <a:pt x="32375" y="460750"/>
                  <a:pt x="16678" y="473263"/>
                  <a:pt x="0" y="483812"/>
                </a:cubicBezTo>
                <a:lnTo>
                  <a:pt x="441474" y="483812"/>
                </a:lnTo>
                <a:cubicBezTo>
                  <a:pt x="525600" y="483812"/>
                  <a:pt x="599915" y="440387"/>
                  <a:pt x="643326" y="374881"/>
                </a:cubicBezTo>
                <a:cubicBezTo>
                  <a:pt x="630327" y="372673"/>
                  <a:pt x="618064" y="368747"/>
                  <a:pt x="606537" y="363350"/>
                </a:cubicBezTo>
                <a:cubicBezTo>
                  <a:pt x="569257" y="414135"/>
                  <a:pt x="509167" y="447011"/>
                  <a:pt x="441474" y="447011"/>
                </a:cubicBezTo>
                <a:close/>
              </a:path>
            </a:pathLst>
          </a:custGeom>
          <a:solidFill>
            <a:schemeClr val="accent4"/>
          </a:solidFill>
          <a:ln w="245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 name="Freeform 6">
            <a:extLst>
              <a:ext uri="{FF2B5EF4-FFF2-40B4-BE49-F238E27FC236}">
                <a16:creationId xmlns:a16="http://schemas.microsoft.com/office/drawing/2014/main" id="{7774A991-3980-4E0F-313B-BC9AC9F44289}"/>
              </a:ext>
            </a:extLst>
          </p:cNvPr>
          <p:cNvSpPr/>
          <p:nvPr/>
        </p:nvSpPr>
        <p:spPr>
          <a:xfrm>
            <a:off x="1694222" y="2090677"/>
            <a:ext cx="3559143" cy="2676646"/>
          </a:xfrm>
          <a:custGeom>
            <a:avLst/>
            <a:gdLst>
              <a:gd name="connsiteX0" fmla="*/ 36790 w 643326"/>
              <a:gd name="connsiteY0" fmla="*/ 120462 h 483812"/>
              <a:gd name="connsiteX1" fmla="*/ 0 w 643326"/>
              <a:gd name="connsiteY1" fmla="*/ 108931 h 483812"/>
              <a:gd name="connsiteX2" fmla="*/ 201852 w 643326"/>
              <a:gd name="connsiteY2" fmla="*/ 0 h 483812"/>
              <a:gd name="connsiteX3" fmla="*/ 643326 w 643326"/>
              <a:gd name="connsiteY3" fmla="*/ 0 h 483812"/>
              <a:gd name="connsiteX4" fmla="*/ 596726 w 643326"/>
              <a:gd name="connsiteY4" fmla="*/ 36801 h 483812"/>
              <a:gd name="connsiteX5" fmla="*/ 201852 w 643326"/>
              <a:gd name="connsiteY5" fmla="*/ 36801 h 483812"/>
              <a:gd name="connsiteX6" fmla="*/ 36790 w 643326"/>
              <a:gd name="connsiteY6" fmla="*/ 120462 h 483812"/>
              <a:gd name="connsiteX7" fmla="*/ 596726 w 643326"/>
              <a:gd name="connsiteY7" fmla="*/ 447011 h 483812"/>
              <a:gd name="connsiteX8" fmla="*/ 201852 w 643326"/>
              <a:gd name="connsiteY8" fmla="*/ 447011 h 483812"/>
              <a:gd name="connsiteX9" fmla="*/ 36790 w 643326"/>
              <a:gd name="connsiteY9" fmla="*/ 363350 h 483812"/>
              <a:gd name="connsiteX10" fmla="*/ 0 w 643326"/>
              <a:gd name="connsiteY10" fmla="*/ 374881 h 483812"/>
              <a:gd name="connsiteX11" fmla="*/ 201852 w 643326"/>
              <a:gd name="connsiteY11" fmla="*/ 483812 h 483812"/>
              <a:gd name="connsiteX12" fmla="*/ 643326 w 643326"/>
              <a:gd name="connsiteY12" fmla="*/ 483812 h 483812"/>
              <a:gd name="connsiteX13" fmla="*/ 596726 w 643326"/>
              <a:gd name="connsiteY13" fmla="*/ 447011 h 48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3326" h="483812">
                <a:moveTo>
                  <a:pt x="36790" y="120462"/>
                </a:moveTo>
                <a:cubicBezTo>
                  <a:pt x="25262" y="114820"/>
                  <a:pt x="12999" y="110894"/>
                  <a:pt x="0" y="108931"/>
                </a:cubicBezTo>
                <a:cubicBezTo>
                  <a:pt x="43412" y="43425"/>
                  <a:pt x="117726" y="0"/>
                  <a:pt x="201852" y="0"/>
                </a:cubicBezTo>
                <a:lnTo>
                  <a:pt x="643326" y="0"/>
                </a:lnTo>
                <a:cubicBezTo>
                  <a:pt x="626403" y="10550"/>
                  <a:pt x="610951" y="23062"/>
                  <a:pt x="596726" y="36801"/>
                </a:cubicBezTo>
                <a:lnTo>
                  <a:pt x="201852" y="36801"/>
                </a:lnTo>
                <a:cubicBezTo>
                  <a:pt x="134159" y="36801"/>
                  <a:pt x="74070" y="69677"/>
                  <a:pt x="36790" y="120462"/>
                </a:cubicBezTo>
                <a:close/>
                <a:moveTo>
                  <a:pt x="596726" y="447011"/>
                </a:moveTo>
                <a:lnTo>
                  <a:pt x="201852" y="447011"/>
                </a:lnTo>
                <a:cubicBezTo>
                  <a:pt x="134159" y="447011"/>
                  <a:pt x="74070" y="414135"/>
                  <a:pt x="36790" y="363350"/>
                </a:cubicBezTo>
                <a:cubicBezTo>
                  <a:pt x="25262" y="368993"/>
                  <a:pt x="12999" y="372918"/>
                  <a:pt x="0" y="374881"/>
                </a:cubicBezTo>
                <a:cubicBezTo>
                  <a:pt x="43412" y="440387"/>
                  <a:pt x="117726" y="483812"/>
                  <a:pt x="201852" y="483812"/>
                </a:cubicBezTo>
                <a:lnTo>
                  <a:pt x="643326" y="483812"/>
                </a:lnTo>
                <a:cubicBezTo>
                  <a:pt x="626403" y="473263"/>
                  <a:pt x="610951" y="460750"/>
                  <a:pt x="596726" y="447011"/>
                </a:cubicBezTo>
                <a:close/>
              </a:path>
            </a:pathLst>
          </a:custGeom>
          <a:solidFill>
            <a:schemeClr val="accent1"/>
          </a:solidFill>
          <a:ln w="245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06B44026-17A2-0E7C-8420-7D4F100BAC6B}"/>
              </a:ext>
            </a:extLst>
          </p:cNvPr>
          <p:cNvGrpSpPr/>
          <p:nvPr/>
        </p:nvGrpSpPr>
        <p:grpSpPr>
          <a:xfrm>
            <a:off x="4847657" y="2180261"/>
            <a:ext cx="2496688" cy="2497479"/>
            <a:chOff x="4847656" y="2149038"/>
            <a:chExt cx="2496688" cy="2497479"/>
          </a:xfrm>
        </p:grpSpPr>
        <p:sp>
          <p:nvSpPr>
            <p:cNvPr id="3" name="Freeform 3">
              <a:extLst>
                <a:ext uri="{FF2B5EF4-FFF2-40B4-BE49-F238E27FC236}">
                  <a16:creationId xmlns:a16="http://schemas.microsoft.com/office/drawing/2014/main" id="{EF2675AC-F5DC-B1C5-EEE8-10E2C48FC25C}"/>
                </a:ext>
              </a:extLst>
            </p:cNvPr>
            <p:cNvSpPr/>
            <p:nvPr/>
          </p:nvSpPr>
          <p:spPr>
            <a:xfrm>
              <a:off x="4847656" y="2149038"/>
              <a:ext cx="1248344" cy="2497479"/>
            </a:xfrm>
            <a:custGeom>
              <a:avLst/>
              <a:gdLst>
                <a:gd name="connsiteX0" fmla="*/ 225642 w 225642"/>
                <a:gd name="connsiteY0" fmla="*/ 12512 h 451427"/>
                <a:gd name="connsiteX1" fmla="*/ 225642 w 225642"/>
                <a:gd name="connsiteY1" fmla="*/ 0 h 451427"/>
                <a:gd name="connsiteX2" fmla="*/ 0 w 225642"/>
                <a:gd name="connsiteY2" fmla="*/ 225714 h 451427"/>
                <a:gd name="connsiteX3" fmla="*/ 225642 w 225642"/>
                <a:gd name="connsiteY3" fmla="*/ 451427 h 451427"/>
                <a:gd name="connsiteX4" fmla="*/ 225642 w 225642"/>
                <a:gd name="connsiteY4" fmla="*/ 438915 h 451427"/>
                <a:gd name="connsiteX5" fmla="*/ 12754 w 225642"/>
                <a:gd name="connsiteY5" fmla="*/ 225959 h 451427"/>
                <a:gd name="connsiteX6" fmla="*/ 225642 w 225642"/>
                <a:gd name="connsiteY6" fmla="*/ 13003 h 451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642" h="451427">
                  <a:moveTo>
                    <a:pt x="225642" y="12512"/>
                  </a:moveTo>
                  <a:lnTo>
                    <a:pt x="225642" y="0"/>
                  </a:lnTo>
                  <a:cubicBezTo>
                    <a:pt x="101294" y="0"/>
                    <a:pt x="0" y="101080"/>
                    <a:pt x="0" y="225714"/>
                  </a:cubicBezTo>
                  <a:cubicBezTo>
                    <a:pt x="0" y="350347"/>
                    <a:pt x="101049" y="451427"/>
                    <a:pt x="225642" y="451427"/>
                  </a:cubicBezTo>
                  <a:lnTo>
                    <a:pt x="225642" y="438915"/>
                  </a:lnTo>
                  <a:cubicBezTo>
                    <a:pt x="108161" y="438915"/>
                    <a:pt x="12754" y="343477"/>
                    <a:pt x="12754" y="225959"/>
                  </a:cubicBezTo>
                  <a:cubicBezTo>
                    <a:pt x="12754" y="108441"/>
                    <a:pt x="108161" y="13003"/>
                    <a:pt x="225642" y="13003"/>
                  </a:cubicBezTo>
                  <a:close/>
                </a:path>
              </a:pathLst>
            </a:custGeom>
            <a:solidFill>
              <a:schemeClr val="accent1"/>
            </a:solidFill>
            <a:ln w="245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 name="Freeform 4">
              <a:extLst>
                <a:ext uri="{FF2B5EF4-FFF2-40B4-BE49-F238E27FC236}">
                  <a16:creationId xmlns:a16="http://schemas.microsoft.com/office/drawing/2014/main" id="{6A47898A-2EE9-4FFB-9451-2A41FD885B28}"/>
                </a:ext>
              </a:extLst>
            </p:cNvPr>
            <p:cNvSpPr/>
            <p:nvPr/>
          </p:nvSpPr>
          <p:spPr>
            <a:xfrm>
              <a:off x="6096000" y="2149038"/>
              <a:ext cx="1248344" cy="2497479"/>
            </a:xfrm>
            <a:custGeom>
              <a:avLst/>
              <a:gdLst>
                <a:gd name="connsiteX0" fmla="*/ 0 w 225642"/>
                <a:gd name="connsiteY0" fmla="*/ 12512 h 451427"/>
                <a:gd name="connsiteX1" fmla="*/ 0 w 225642"/>
                <a:gd name="connsiteY1" fmla="*/ 0 h 451427"/>
                <a:gd name="connsiteX2" fmla="*/ 225642 w 225642"/>
                <a:gd name="connsiteY2" fmla="*/ 225714 h 451427"/>
                <a:gd name="connsiteX3" fmla="*/ 0 w 225642"/>
                <a:gd name="connsiteY3" fmla="*/ 451427 h 451427"/>
                <a:gd name="connsiteX4" fmla="*/ 0 w 225642"/>
                <a:gd name="connsiteY4" fmla="*/ 438915 h 451427"/>
                <a:gd name="connsiteX5" fmla="*/ 212889 w 225642"/>
                <a:gd name="connsiteY5" fmla="*/ 225959 h 451427"/>
                <a:gd name="connsiteX6" fmla="*/ 0 w 225642"/>
                <a:gd name="connsiteY6" fmla="*/ 13003 h 451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642" h="451427">
                  <a:moveTo>
                    <a:pt x="0" y="12512"/>
                  </a:moveTo>
                  <a:lnTo>
                    <a:pt x="0" y="0"/>
                  </a:lnTo>
                  <a:cubicBezTo>
                    <a:pt x="124349" y="0"/>
                    <a:pt x="225642" y="101080"/>
                    <a:pt x="225642" y="225714"/>
                  </a:cubicBezTo>
                  <a:cubicBezTo>
                    <a:pt x="225642" y="350347"/>
                    <a:pt x="124349" y="451427"/>
                    <a:pt x="0" y="451427"/>
                  </a:cubicBezTo>
                  <a:lnTo>
                    <a:pt x="0" y="438915"/>
                  </a:lnTo>
                  <a:cubicBezTo>
                    <a:pt x="117481" y="438915"/>
                    <a:pt x="212889" y="343477"/>
                    <a:pt x="212889" y="225959"/>
                  </a:cubicBezTo>
                  <a:cubicBezTo>
                    <a:pt x="212889" y="108441"/>
                    <a:pt x="117481" y="13003"/>
                    <a:pt x="0" y="13003"/>
                  </a:cubicBezTo>
                  <a:close/>
                </a:path>
              </a:pathLst>
            </a:custGeom>
            <a:solidFill>
              <a:schemeClr val="accent4"/>
            </a:solidFill>
            <a:ln w="245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 name="Freeform 7">
            <a:extLst>
              <a:ext uri="{FF2B5EF4-FFF2-40B4-BE49-F238E27FC236}">
                <a16:creationId xmlns:a16="http://schemas.microsoft.com/office/drawing/2014/main" id="{25C3968F-D992-6243-B03B-26E525CD6EC8}"/>
              </a:ext>
            </a:extLst>
          </p:cNvPr>
          <p:cNvSpPr/>
          <p:nvPr/>
        </p:nvSpPr>
        <p:spPr>
          <a:xfrm>
            <a:off x="992707" y="2846709"/>
            <a:ext cx="1164218" cy="1164583"/>
          </a:xfrm>
          <a:custGeom>
            <a:avLst/>
            <a:gdLst>
              <a:gd name="connsiteX0" fmla="*/ 105218 w 210436"/>
              <a:gd name="connsiteY0" fmla="*/ 210502 h 210502"/>
              <a:gd name="connsiteX1" fmla="*/ 0 w 210436"/>
              <a:gd name="connsiteY1" fmla="*/ 105251 h 210502"/>
              <a:gd name="connsiteX2" fmla="*/ 105218 w 210436"/>
              <a:gd name="connsiteY2" fmla="*/ 0 h 210502"/>
              <a:gd name="connsiteX3" fmla="*/ 210436 w 210436"/>
              <a:gd name="connsiteY3" fmla="*/ 105251 h 210502"/>
              <a:gd name="connsiteX4" fmla="*/ 105218 w 210436"/>
              <a:gd name="connsiteY4" fmla="*/ 210502 h 210502"/>
              <a:gd name="connsiteX5" fmla="*/ 105218 w 210436"/>
              <a:gd name="connsiteY5" fmla="*/ 12758 h 210502"/>
              <a:gd name="connsiteX6" fmla="*/ 12754 w 210436"/>
              <a:gd name="connsiteY6" fmla="*/ 105251 h 210502"/>
              <a:gd name="connsiteX7" fmla="*/ 105218 w 210436"/>
              <a:gd name="connsiteY7" fmla="*/ 197745 h 210502"/>
              <a:gd name="connsiteX8" fmla="*/ 197682 w 210436"/>
              <a:gd name="connsiteY8" fmla="*/ 105251 h 210502"/>
              <a:gd name="connsiteX9" fmla="*/ 105218 w 210436"/>
              <a:gd name="connsiteY9" fmla="*/ 12758 h 21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36" h="210502">
                <a:moveTo>
                  <a:pt x="105218" y="210502"/>
                </a:moveTo>
                <a:cubicBezTo>
                  <a:pt x="47336" y="210502"/>
                  <a:pt x="0" y="163397"/>
                  <a:pt x="0" y="105251"/>
                </a:cubicBezTo>
                <a:cubicBezTo>
                  <a:pt x="0" y="47105"/>
                  <a:pt x="47091" y="0"/>
                  <a:pt x="105218" y="0"/>
                </a:cubicBezTo>
                <a:cubicBezTo>
                  <a:pt x="163345" y="0"/>
                  <a:pt x="210436" y="47105"/>
                  <a:pt x="210436" y="105251"/>
                </a:cubicBezTo>
                <a:cubicBezTo>
                  <a:pt x="210436" y="163397"/>
                  <a:pt x="163345" y="210502"/>
                  <a:pt x="105218" y="210502"/>
                </a:cubicBezTo>
                <a:close/>
                <a:moveTo>
                  <a:pt x="105218" y="12758"/>
                </a:moveTo>
                <a:cubicBezTo>
                  <a:pt x="54203" y="12758"/>
                  <a:pt x="12754" y="54220"/>
                  <a:pt x="12754" y="105251"/>
                </a:cubicBezTo>
                <a:cubicBezTo>
                  <a:pt x="12754" y="156282"/>
                  <a:pt x="54203" y="197745"/>
                  <a:pt x="105218" y="197745"/>
                </a:cubicBezTo>
                <a:cubicBezTo>
                  <a:pt x="156233" y="197745"/>
                  <a:pt x="197682" y="156282"/>
                  <a:pt x="197682" y="105251"/>
                </a:cubicBezTo>
                <a:cubicBezTo>
                  <a:pt x="197682" y="54220"/>
                  <a:pt x="156233" y="12758"/>
                  <a:pt x="105218" y="12758"/>
                </a:cubicBezTo>
                <a:close/>
              </a:path>
            </a:pathLst>
          </a:custGeom>
          <a:solidFill>
            <a:schemeClr val="accent1">
              <a:lumMod val="75000"/>
            </a:schemeClr>
          </a:solidFill>
          <a:ln w="245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 name="Freeform 8">
            <a:extLst>
              <a:ext uri="{FF2B5EF4-FFF2-40B4-BE49-F238E27FC236}">
                <a16:creationId xmlns:a16="http://schemas.microsoft.com/office/drawing/2014/main" id="{E718DAC0-054F-F967-0F9E-D2CA008B7467}"/>
              </a:ext>
            </a:extLst>
          </p:cNvPr>
          <p:cNvSpPr/>
          <p:nvPr/>
        </p:nvSpPr>
        <p:spPr>
          <a:xfrm>
            <a:off x="10035076" y="2846709"/>
            <a:ext cx="1164218" cy="1164583"/>
          </a:xfrm>
          <a:custGeom>
            <a:avLst/>
            <a:gdLst>
              <a:gd name="connsiteX0" fmla="*/ 105218 w 210436"/>
              <a:gd name="connsiteY0" fmla="*/ 210502 h 210502"/>
              <a:gd name="connsiteX1" fmla="*/ 0 w 210436"/>
              <a:gd name="connsiteY1" fmla="*/ 105251 h 210502"/>
              <a:gd name="connsiteX2" fmla="*/ 105218 w 210436"/>
              <a:gd name="connsiteY2" fmla="*/ 0 h 210502"/>
              <a:gd name="connsiteX3" fmla="*/ 210436 w 210436"/>
              <a:gd name="connsiteY3" fmla="*/ 105251 h 210502"/>
              <a:gd name="connsiteX4" fmla="*/ 105218 w 210436"/>
              <a:gd name="connsiteY4" fmla="*/ 210502 h 210502"/>
              <a:gd name="connsiteX5" fmla="*/ 105218 w 210436"/>
              <a:gd name="connsiteY5" fmla="*/ 12758 h 210502"/>
              <a:gd name="connsiteX6" fmla="*/ 12754 w 210436"/>
              <a:gd name="connsiteY6" fmla="*/ 105251 h 210502"/>
              <a:gd name="connsiteX7" fmla="*/ 105218 w 210436"/>
              <a:gd name="connsiteY7" fmla="*/ 197745 h 210502"/>
              <a:gd name="connsiteX8" fmla="*/ 197682 w 210436"/>
              <a:gd name="connsiteY8" fmla="*/ 105251 h 210502"/>
              <a:gd name="connsiteX9" fmla="*/ 105218 w 210436"/>
              <a:gd name="connsiteY9" fmla="*/ 12758 h 21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36" h="210502">
                <a:moveTo>
                  <a:pt x="105218" y="210502"/>
                </a:moveTo>
                <a:cubicBezTo>
                  <a:pt x="47336" y="210502"/>
                  <a:pt x="0" y="163397"/>
                  <a:pt x="0" y="105251"/>
                </a:cubicBezTo>
                <a:cubicBezTo>
                  <a:pt x="0" y="47105"/>
                  <a:pt x="47091" y="0"/>
                  <a:pt x="105218" y="0"/>
                </a:cubicBezTo>
                <a:cubicBezTo>
                  <a:pt x="163346" y="0"/>
                  <a:pt x="210436" y="47105"/>
                  <a:pt x="210436" y="105251"/>
                </a:cubicBezTo>
                <a:cubicBezTo>
                  <a:pt x="210436" y="163397"/>
                  <a:pt x="163346" y="210502"/>
                  <a:pt x="105218" y="210502"/>
                </a:cubicBezTo>
                <a:close/>
                <a:moveTo>
                  <a:pt x="105218" y="12758"/>
                </a:moveTo>
                <a:cubicBezTo>
                  <a:pt x="54203" y="12758"/>
                  <a:pt x="12754" y="54220"/>
                  <a:pt x="12754" y="105251"/>
                </a:cubicBezTo>
                <a:cubicBezTo>
                  <a:pt x="12754" y="156282"/>
                  <a:pt x="54203" y="197745"/>
                  <a:pt x="105218" y="197745"/>
                </a:cubicBezTo>
                <a:cubicBezTo>
                  <a:pt x="156233" y="197745"/>
                  <a:pt x="197682" y="156282"/>
                  <a:pt x="197682" y="105251"/>
                </a:cubicBezTo>
                <a:cubicBezTo>
                  <a:pt x="197682" y="54220"/>
                  <a:pt x="156233" y="12758"/>
                  <a:pt x="105218" y="12758"/>
                </a:cubicBezTo>
                <a:close/>
              </a:path>
            </a:pathLst>
          </a:custGeom>
          <a:solidFill>
            <a:schemeClr val="accent4">
              <a:lumMod val="75000"/>
            </a:schemeClr>
          </a:solidFill>
          <a:ln w="245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9" name="Group 8">
            <a:extLst>
              <a:ext uri="{FF2B5EF4-FFF2-40B4-BE49-F238E27FC236}">
                <a16:creationId xmlns:a16="http://schemas.microsoft.com/office/drawing/2014/main" id="{8F42D2F6-3A6D-874F-66B3-B1B853EE93D1}"/>
              </a:ext>
            </a:extLst>
          </p:cNvPr>
          <p:cNvGrpSpPr/>
          <p:nvPr/>
        </p:nvGrpSpPr>
        <p:grpSpPr>
          <a:xfrm>
            <a:off x="2636982" y="2783924"/>
            <a:ext cx="1730616" cy="1290153"/>
            <a:chOff x="332936" y="2627766"/>
            <a:chExt cx="2926080" cy="1290153"/>
          </a:xfrm>
        </p:grpSpPr>
        <p:sp>
          <p:nvSpPr>
            <p:cNvPr id="10" name="TextBox 9">
              <a:extLst>
                <a:ext uri="{FF2B5EF4-FFF2-40B4-BE49-F238E27FC236}">
                  <a16:creationId xmlns:a16="http://schemas.microsoft.com/office/drawing/2014/main" id="{908BDD53-0DB0-326F-BA0F-50131CC43829}"/>
                </a:ext>
              </a:extLst>
            </p:cNvPr>
            <p:cNvSpPr txBox="1"/>
            <p:nvPr/>
          </p:nvSpPr>
          <p:spPr>
            <a:xfrm>
              <a:off x="332936" y="2627766"/>
              <a:ext cx="2926080" cy="46166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1">
                  <a:ln>
                    <a:noFill/>
                  </a:ln>
                  <a:solidFill>
                    <a:srgbClr val="000000"/>
                  </a:solidFill>
                  <a:effectLst/>
                  <a:uLnTx/>
                  <a:uFillTx/>
                  <a:latin typeface="Calibri" panose="020F0502020204030204"/>
                  <a:ea typeface="+mn-ea"/>
                  <a:cs typeface="+mn-cs"/>
                </a:rPr>
                <a:t>Lorem Ipsum</a:t>
              </a:r>
            </a:p>
          </p:txBody>
        </p:sp>
        <p:sp>
          <p:nvSpPr>
            <p:cNvPr id="11" name="TextBox 10">
              <a:extLst>
                <a:ext uri="{FF2B5EF4-FFF2-40B4-BE49-F238E27FC236}">
                  <a16:creationId xmlns:a16="http://schemas.microsoft.com/office/drawing/2014/main" id="{DD987614-F474-41CF-66D4-373CADC2DCDF}"/>
                </a:ext>
              </a:extLst>
            </p:cNvPr>
            <p:cNvSpPr txBox="1"/>
            <p:nvPr/>
          </p:nvSpPr>
          <p:spPr>
            <a:xfrm>
              <a:off x="332936" y="3086922"/>
              <a:ext cx="2926080" cy="830997"/>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1">
                  <a:ln>
                    <a:noFill/>
                  </a:ln>
                  <a:solidFill>
                    <a:srgbClr val="000000">
                      <a:lumMod val="65000"/>
                      <a:lumOff val="35000"/>
                    </a:srgbClr>
                  </a:solidFill>
                  <a:effectLst/>
                  <a:uLnTx/>
                  <a:uFillTx/>
                  <a:latin typeface="Calibri" panose="020F0502020204030204"/>
                  <a:ea typeface="+mn-ea"/>
                  <a:cs typeface="+mn-cs"/>
                </a:rPr>
                <a:t>Lorem ipsum dolor sit amet, nibh est. A magna maecenas, quam magna nec quis, lorem nunc</a:t>
              </a:r>
            </a:p>
          </p:txBody>
        </p:sp>
      </p:grpSp>
      <p:grpSp>
        <p:nvGrpSpPr>
          <p:cNvPr id="12" name="Group 11">
            <a:extLst>
              <a:ext uri="{FF2B5EF4-FFF2-40B4-BE49-F238E27FC236}">
                <a16:creationId xmlns:a16="http://schemas.microsoft.com/office/drawing/2014/main" id="{AF01B6E7-018F-5FB8-744D-AED597ABDA54}"/>
              </a:ext>
            </a:extLst>
          </p:cNvPr>
          <p:cNvGrpSpPr/>
          <p:nvPr/>
        </p:nvGrpSpPr>
        <p:grpSpPr>
          <a:xfrm>
            <a:off x="7829467" y="2783924"/>
            <a:ext cx="1730616" cy="1290153"/>
            <a:chOff x="332936" y="2627766"/>
            <a:chExt cx="2926080" cy="1290153"/>
          </a:xfrm>
        </p:grpSpPr>
        <p:sp>
          <p:nvSpPr>
            <p:cNvPr id="13" name="TextBox 12">
              <a:extLst>
                <a:ext uri="{FF2B5EF4-FFF2-40B4-BE49-F238E27FC236}">
                  <a16:creationId xmlns:a16="http://schemas.microsoft.com/office/drawing/2014/main" id="{084CE0FA-53B9-3B8E-1275-65DECD1D3DFD}"/>
                </a:ext>
              </a:extLst>
            </p:cNvPr>
            <p:cNvSpPr txBox="1"/>
            <p:nvPr/>
          </p:nvSpPr>
          <p:spPr>
            <a:xfrm>
              <a:off x="332936" y="2627766"/>
              <a:ext cx="2926080" cy="46166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1">
                  <a:ln>
                    <a:noFill/>
                  </a:ln>
                  <a:solidFill>
                    <a:srgbClr val="000000"/>
                  </a:solidFill>
                  <a:effectLst/>
                  <a:uLnTx/>
                  <a:uFillTx/>
                  <a:latin typeface="Calibri" panose="020F0502020204030204"/>
                  <a:ea typeface="+mn-ea"/>
                  <a:cs typeface="+mn-cs"/>
                </a:rPr>
                <a:t>Lorem Ipsum</a:t>
              </a:r>
            </a:p>
          </p:txBody>
        </p:sp>
        <p:sp>
          <p:nvSpPr>
            <p:cNvPr id="14" name="TextBox 13">
              <a:extLst>
                <a:ext uri="{FF2B5EF4-FFF2-40B4-BE49-F238E27FC236}">
                  <a16:creationId xmlns:a16="http://schemas.microsoft.com/office/drawing/2014/main" id="{609BC2E7-6252-7732-BB24-37A44E2E5FED}"/>
                </a:ext>
              </a:extLst>
            </p:cNvPr>
            <p:cNvSpPr txBox="1"/>
            <p:nvPr/>
          </p:nvSpPr>
          <p:spPr>
            <a:xfrm>
              <a:off x="332936" y="3086922"/>
              <a:ext cx="2926080" cy="830997"/>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1">
                  <a:ln>
                    <a:noFill/>
                  </a:ln>
                  <a:solidFill>
                    <a:srgbClr val="000000">
                      <a:lumMod val="65000"/>
                      <a:lumOff val="35000"/>
                    </a:srgbClr>
                  </a:solidFill>
                  <a:effectLst/>
                  <a:uLnTx/>
                  <a:uFillTx/>
                  <a:latin typeface="Calibri" panose="020F0502020204030204"/>
                  <a:ea typeface="+mn-ea"/>
                  <a:cs typeface="+mn-cs"/>
                </a:rPr>
                <a:t>Lorem ipsum dolor sit amet, nibh est. A magna maecenas, quam magna nec quis, lorem nunc</a:t>
              </a:r>
            </a:p>
          </p:txBody>
        </p:sp>
      </p:grpSp>
      <p:pic>
        <p:nvPicPr>
          <p:cNvPr id="15" name="Graphic 14" descr="Angel face with solid fill with solid fill">
            <a:extLst>
              <a:ext uri="{FF2B5EF4-FFF2-40B4-BE49-F238E27FC236}">
                <a16:creationId xmlns:a16="http://schemas.microsoft.com/office/drawing/2014/main" id="{89B74987-E9B6-80C2-2334-557710E95E82}"/>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10251425" y="3063240"/>
            <a:ext cx="731520" cy="731520"/>
          </a:xfrm>
          <a:prstGeom prst="rect">
            <a:avLst/>
          </a:prstGeom>
        </p:spPr>
      </p:pic>
      <p:pic>
        <p:nvPicPr>
          <p:cNvPr id="16" name="Graphic 15" descr="Devil face with solid fill with solid fill">
            <a:extLst>
              <a:ext uri="{FF2B5EF4-FFF2-40B4-BE49-F238E27FC236}">
                <a16:creationId xmlns:a16="http://schemas.microsoft.com/office/drawing/2014/main" id="{D7370624-114E-D63E-2884-72201A49144B}"/>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1209056" y="3063240"/>
            <a:ext cx="731520" cy="731520"/>
          </a:xfrm>
          <a:prstGeom prst="rect">
            <a:avLst/>
          </a:prstGeom>
        </p:spPr>
      </p:pic>
      <p:sp>
        <p:nvSpPr>
          <p:cNvPr id="17" name="TextBox 16">
            <a:extLst>
              <a:ext uri="{FF2B5EF4-FFF2-40B4-BE49-F238E27FC236}">
                <a16:creationId xmlns:a16="http://schemas.microsoft.com/office/drawing/2014/main" id="{75683AC8-3EF3-E27C-DC5C-AF455370822E}"/>
              </a:ext>
            </a:extLst>
          </p:cNvPr>
          <p:cNvSpPr txBox="1"/>
          <p:nvPr/>
        </p:nvSpPr>
        <p:spPr>
          <a:xfrm>
            <a:off x="5347443" y="2767281"/>
            <a:ext cx="149711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1">
                <a:ln>
                  <a:noFill/>
                </a:ln>
                <a:solidFill>
                  <a:srgbClr val="000000"/>
                </a:solidFill>
                <a:effectLst/>
                <a:uLnTx/>
                <a:uFillTx/>
                <a:latin typeface="Calibri" panose="020F0502020204030204"/>
                <a:ea typeface="+mn-ea"/>
                <a:cs typeface="+mn-cs"/>
              </a:rPr>
              <a:t>Lorem Ipsum</a:t>
            </a:r>
          </a:p>
        </p:txBody>
      </p:sp>
    </p:spTree>
    <p:extLst>
      <p:ext uri="{BB962C8B-B14F-4D97-AF65-F5344CB8AC3E}">
        <p14:creationId xmlns:p14="http://schemas.microsoft.com/office/powerpoint/2010/main" val="54465154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2BFAE1-45D3-4B3B-81D2-0BF25FA84FB8}"/>
              </a:ext>
            </a:extLst>
          </p:cNvPr>
          <p:cNvSpPr>
            <a:spLocks noGrp="1"/>
          </p:cNvSpPr>
          <p:nvPr>
            <p:ph type="title"/>
          </p:nvPr>
        </p:nvSpPr>
        <p:spPr/>
        <p:txBody>
          <a:bodyPr>
            <a:noAutofit/>
          </a:bodyPr>
          <a:lstStyle/>
          <a:p>
            <a:r>
              <a:rPr lang="en-US" dirty="0"/>
              <a:t>Connected Radial Lists – Slide Template</a:t>
            </a:r>
          </a:p>
        </p:txBody>
      </p:sp>
      <p:sp>
        <p:nvSpPr>
          <p:cNvPr id="4" name="Shape">
            <a:extLst>
              <a:ext uri="{FF2B5EF4-FFF2-40B4-BE49-F238E27FC236}">
                <a16:creationId xmlns:a16="http://schemas.microsoft.com/office/drawing/2014/main" id="{E5119373-E088-4A76-A02E-EF66A081929E}"/>
              </a:ext>
            </a:extLst>
          </p:cNvPr>
          <p:cNvSpPr/>
          <p:nvPr/>
        </p:nvSpPr>
        <p:spPr>
          <a:xfrm>
            <a:off x="1821263" y="2358100"/>
            <a:ext cx="2621954" cy="262195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4836" y="0"/>
                  <a:pt x="0" y="4836"/>
                  <a:pt x="0" y="10800"/>
                </a:cubicBezTo>
                <a:cubicBezTo>
                  <a:pt x="0" y="16764"/>
                  <a:pt x="4836" y="21600"/>
                  <a:pt x="10800" y="21600"/>
                </a:cubicBezTo>
                <a:cubicBezTo>
                  <a:pt x="16764" y="21600"/>
                  <a:pt x="21600" y="16764"/>
                  <a:pt x="21600" y="10800"/>
                </a:cubicBezTo>
                <a:cubicBezTo>
                  <a:pt x="21600" y="4836"/>
                  <a:pt x="16764" y="0"/>
                  <a:pt x="10800" y="0"/>
                </a:cubicBezTo>
                <a:close/>
                <a:moveTo>
                  <a:pt x="10800" y="18951"/>
                </a:moveTo>
                <a:cubicBezTo>
                  <a:pt x="6297" y="18951"/>
                  <a:pt x="2649" y="15303"/>
                  <a:pt x="2649" y="10800"/>
                </a:cubicBezTo>
                <a:cubicBezTo>
                  <a:pt x="2649" y="6297"/>
                  <a:pt x="6297" y="2650"/>
                  <a:pt x="10800" y="2650"/>
                </a:cubicBezTo>
                <a:cubicBezTo>
                  <a:pt x="15303" y="2650"/>
                  <a:pt x="18951" y="6297"/>
                  <a:pt x="18951" y="10800"/>
                </a:cubicBezTo>
                <a:cubicBezTo>
                  <a:pt x="18951" y="15303"/>
                  <a:pt x="15303" y="18951"/>
                  <a:pt x="10800" y="18951"/>
                </a:cubicBezTo>
                <a:close/>
              </a:path>
            </a:pathLst>
          </a:custGeom>
          <a:gradFill flip="none" rotWithShape="1">
            <a:gsLst>
              <a:gs pos="61000">
                <a:schemeClr val="accent3"/>
              </a:gs>
              <a:gs pos="100000">
                <a:schemeClr val="accent3">
                  <a:lumMod val="50000"/>
                </a:schemeClr>
              </a:gs>
            </a:gsLst>
            <a:path path="shape">
              <a:fillToRect l="50000" t="50000" r="50000" b="50000"/>
            </a:path>
            <a:tileRect/>
          </a:gradFill>
          <a:ln w="12700">
            <a:miter lim="400000"/>
          </a:ln>
        </p:spPr>
        <p:txBody>
          <a:bodyPr lIns="28575" tIns="28575" rIns="28575" bIns="28575" anchor="ctr"/>
          <a:lstStyle/>
          <a:p>
            <a:endParaRPr sz="2800">
              <a:solidFill>
                <a:srgbClr val="FFFFFF"/>
              </a:solidFill>
              <a:latin typeface="Calibri" panose="020F0502020204030204"/>
            </a:endParaRPr>
          </a:p>
        </p:txBody>
      </p:sp>
      <p:sp>
        <p:nvSpPr>
          <p:cNvPr id="5" name="Shape">
            <a:extLst>
              <a:ext uri="{FF2B5EF4-FFF2-40B4-BE49-F238E27FC236}">
                <a16:creationId xmlns:a16="http://schemas.microsoft.com/office/drawing/2014/main" id="{D14794CE-60DC-4E8F-A742-FE2CD0BAE00D}"/>
              </a:ext>
            </a:extLst>
          </p:cNvPr>
          <p:cNvSpPr/>
          <p:nvPr/>
        </p:nvSpPr>
        <p:spPr>
          <a:xfrm>
            <a:off x="3119260" y="1723526"/>
            <a:ext cx="1957096" cy="3885339"/>
          </a:xfrm>
          <a:custGeom>
            <a:avLst/>
            <a:gdLst/>
            <a:ahLst/>
            <a:cxnLst>
              <a:cxn ang="0">
                <a:pos x="wd2" y="hd2"/>
              </a:cxn>
              <a:cxn ang="5400000">
                <a:pos x="wd2" y="hd2"/>
              </a:cxn>
              <a:cxn ang="10800000">
                <a:pos x="wd2" y="hd2"/>
              </a:cxn>
              <a:cxn ang="16200000">
                <a:pos x="wd2" y="hd2"/>
              </a:cxn>
            </a:cxnLst>
            <a:rect l="0" t="0" r="r" b="b"/>
            <a:pathLst>
              <a:path w="21600" h="21600" extrusionOk="0">
                <a:moveTo>
                  <a:pt x="159" y="21600"/>
                </a:moveTo>
                <a:cubicBezTo>
                  <a:pt x="64" y="21600"/>
                  <a:pt x="0" y="21568"/>
                  <a:pt x="0" y="21520"/>
                </a:cubicBezTo>
                <a:cubicBezTo>
                  <a:pt x="0" y="21472"/>
                  <a:pt x="64" y="21440"/>
                  <a:pt x="159" y="21440"/>
                </a:cubicBezTo>
                <a:cubicBezTo>
                  <a:pt x="11811" y="21440"/>
                  <a:pt x="21282" y="16669"/>
                  <a:pt x="21282" y="10800"/>
                </a:cubicBezTo>
                <a:cubicBezTo>
                  <a:pt x="21282" y="4931"/>
                  <a:pt x="11811" y="160"/>
                  <a:pt x="159" y="160"/>
                </a:cubicBezTo>
                <a:cubicBezTo>
                  <a:pt x="64" y="160"/>
                  <a:pt x="0" y="128"/>
                  <a:pt x="0" y="80"/>
                </a:cubicBezTo>
                <a:cubicBezTo>
                  <a:pt x="0" y="32"/>
                  <a:pt x="64" y="0"/>
                  <a:pt x="159" y="0"/>
                </a:cubicBezTo>
                <a:cubicBezTo>
                  <a:pt x="11986" y="0"/>
                  <a:pt x="21600" y="4843"/>
                  <a:pt x="21600" y="10800"/>
                </a:cubicBezTo>
                <a:cubicBezTo>
                  <a:pt x="21600" y="16757"/>
                  <a:pt x="11986" y="21600"/>
                  <a:pt x="159" y="21600"/>
                </a:cubicBezTo>
                <a:close/>
              </a:path>
            </a:pathLst>
          </a:custGeom>
          <a:solidFill>
            <a:schemeClr val="accent3"/>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6" name="Shape">
            <a:extLst>
              <a:ext uri="{FF2B5EF4-FFF2-40B4-BE49-F238E27FC236}">
                <a16:creationId xmlns:a16="http://schemas.microsoft.com/office/drawing/2014/main" id="{3E978297-E10A-4CA0-9294-32184F7BC032}"/>
              </a:ext>
            </a:extLst>
          </p:cNvPr>
          <p:cNvSpPr/>
          <p:nvPr/>
        </p:nvSpPr>
        <p:spPr>
          <a:xfrm>
            <a:off x="7748784" y="2358100"/>
            <a:ext cx="2621954" cy="262195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4836" y="0"/>
                  <a:pt x="0" y="4836"/>
                  <a:pt x="0" y="10800"/>
                </a:cubicBezTo>
                <a:cubicBezTo>
                  <a:pt x="0" y="16764"/>
                  <a:pt x="4836" y="21600"/>
                  <a:pt x="10800" y="21600"/>
                </a:cubicBezTo>
                <a:cubicBezTo>
                  <a:pt x="16764" y="21600"/>
                  <a:pt x="21600" y="16764"/>
                  <a:pt x="21600" y="10800"/>
                </a:cubicBezTo>
                <a:cubicBezTo>
                  <a:pt x="21600" y="4836"/>
                  <a:pt x="16764" y="0"/>
                  <a:pt x="10800" y="0"/>
                </a:cubicBezTo>
                <a:close/>
                <a:moveTo>
                  <a:pt x="10800" y="18951"/>
                </a:moveTo>
                <a:cubicBezTo>
                  <a:pt x="6297" y="18951"/>
                  <a:pt x="2649" y="15303"/>
                  <a:pt x="2649" y="10800"/>
                </a:cubicBezTo>
                <a:cubicBezTo>
                  <a:pt x="2649" y="6297"/>
                  <a:pt x="6297" y="2650"/>
                  <a:pt x="10800" y="2650"/>
                </a:cubicBezTo>
                <a:cubicBezTo>
                  <a:pt x="15303" y="2650"/>
                  <a:pt x="18951" y="6297"/>
                  <a:pt x="18951" y="10800"/>
                </a:cubicBezTo>
                <a:cubicBezTo>
                  <a:pt x="18951" y="15303"/>
                  <a:pt x="15303" y="18951"/>
                  <a:pt x="10800" y="18951"/>
                </a:cubicBezTo>
                <a:close/>
              </a:path>
            </a:pathLst>
          </a:custGeom>
          <a:gradFill flip="none" rotWithShape="1">
            <a:gsLst>
              <a:gs pos="61000">
                <a:schemeClr val="accent6"/>
              </a:gs>
              <a:gs pos="100000">
                <a:schemeClr val="accent6">
                  <a:lumMod val="50000"/>
                </a:schemeClr>
              </a:gs>
            </a:gsLst>
            <a:path path="shape">
              <a:fillToRect l="50000" t="50000" r="50000" b="50000"/>
            </a:path>
            <a:tileRect/>
          </a:gra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7" name="Rectangle">
            <a:extLst>
              <a:ext uri="{FF2B5EF4-FFF2-40B4-BE49-F238E27FC236}">
                <a16:creationId xmlns:a16="http://schemas.microsoft.com/office/drawing/2014/main" id="{117F7057-4FD3-426F-9042-10BEE8BAF37B}"/>
              </a:ext>
            </a:extLst>
          </p:cNvPr>
          <p:cNvSpPr/>
          <p:nvPr/>
        </p:nvSpPr>
        <p:spPr>
          <a:xfrm>
            <a:off x="5066258" y="3656098"/>
            <a:ext cx="2062374" cy="28844"/>
          </a:xfrm>
          <a:prstGeom prst="rect">
            <a:avLst/>
          </a:prstGeom>
          <a:solidFill>
            <a:schemeClr val="bg2">
              <a:lumMod val="90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8" name="Shape">
            <a:extLst>
              <a:ext uri="{FF2B5EF4-FFF2-40B4-BE49-F238E27FC236}">
                <a16:creationId xmlns:a16="http://schemas.microsoft.com/office/drawing/2014/main" id="{4B621F8C-DF09-47CE-AEC6-8D8B31FD77DC}"/>
              </a:ext>
            </a:extLst>
          </p:cNvPr>
          <p:cNvSpPr/>
          <p:nvPr/>
        </p:nvSpPr>
        <p:spPr>
          <a:xfrm>
            <a:off x="4994147" y="3007099"/>
            <a:ext cx="2193619" cy="189652"/>
          </a:xfrm>
          <a:custGeom>
            <a:avLst/>
            <a:gdLst/>
            <a:ahLst/>
            <a:cxnLst>
              <a:cxn ang="0">
                <a:pos x="wd2" y="hd2"/>
              </a:cxn>
              <a:cxn ang="5400000">
                <a:pos x="wd2" y="hd2"/>
              </a:cxn>
              <a:cxn ang="10800000">
                <a:pos x="wd2" y="hd2"/>
              </a:cxn>
              <a:cxn ang="16200000">
                <a:pos x="wd2" y="hd2"/>
              </a:cxn>
            </a:cxnLst>
            <a:rect l="0" t="0" r="r" b="b"/>
            <a:pathLst>
              <a:path w="21600" h="16807" extrusionOk="0">
                <a:moveTo>
                  <a:pt x="21529" y="16807"/>
                </a:moveTo>
                <a:cubicBezTo>
                  <a:pt x="14514" y="-2237"/>
                  <a:pt x="7101" y="-2237"/>
                  <a:pt x="85" y="16807"/>
                </a:cubicBezTo>
                <a:lnTo>
                  <a:pt x="0" y="14379"/>
                </a:lnTo>
                <a:cubicBezTo>
                  <a:pt x="7072" y="-4793"/>
                  <a:pt x="14542" y="-4793"/>
                  <a:pt x="21600" y="14379"/>
                </a:cubicBezTo>
                <a:lnTo>
                  <a:pt x="21529" y="16807"/>
                </a:lnTo>
                <a:close/>
              </a:path>
            </a:pathLst>
          </a:custGeom>
          <a:solidFill>
            <a:schemeClr val="bg2">
              <a:lumMod val="90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9" name="Shape">
            <a:extLst>
              <a:ext uri="{FF2B5EF4-FFF2-40B4-BE49-F238E27FC236}">
                <a16:creationId xmlns:a16="http://schemas.microsoft.com/office/drawing/2014/main" id="{5E54DA10-395F-4AA1-BC13-C94524885CE3}"/>
              </a:ext>
            </a:extLst>
          </p:cNvPr>
          <p:cNvSpPr/>
          <p:nvPr/>
        </p:nvSpPr>
        <p:spPr>
          <a:xfrm>
            <a:off x="4792235" y="2343679"/>
            <a:ext cx="2621954" cy="352626"/>
          </a:xfrm>
          <a:custGeom>
            <a:avLst/>
            <a:gdLst/>
            <a:ahLst/>
            <a:cxnLst>
              <a:cxn ang="0">
                <a:pos x="wd2" y="hd2"/>
              </a:cxn>
              <a:cxn ang="5400000">
                <a:pos x="wd2" y="hd2"/>
              </a:cxn>
              <a:cxn ang="10800000">
                <a:pos x="wd2" y="hd2"/>
              </a:cxn>
              <a:cxn ang="16200000">
                <a:pos x="wd2" y="hd2"/>
              </a:cxn>
            </a:cxnLst>
            <a:rect l="0" t="0" r="r" b="b"/>
            <a:pathLst>
              <a:path w="21600" h="16504" extrusionOk="0">
                <a:moveTo>
                  <a:pt x="21481" y="16504"/>
                </a:moveTo>
                <a:cubicBezTo>
                  <a:pt x="14792" y="-3679"/>
                  <a:pt x="6796" y="-3679"/>
                  <a:pt x="107" y="16504"/>
                </a:cubicBezTo>
                <a:lnTo>
                  <a:pt x="0" y="15289"/>
                </a:lnTo>
                <a:cubicBezTo>
                  <a:pt x="6760" y="-5096"/>
                  <a:pt x="14840" y="-5096"/>
                  <a:pt x="21600" y="15289"/>
                </a:cubicBezTo>
                <a:lnTo>
                  <a:pt x="21481" y="16504"/>
                </a:lnTo>
                <a:close/>
              </a:path>
            </a:pathLst>
          </a:custGeom>
          <a:solidFill>
            <a:schemeClr val="bg2">
              <a:lumMod val="90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0" name="Shape">
            <a:extLst>
              <a:ext uri="{FF2B5EF4-FFF2-40B4-BE49-F238E27FC236}">
                <a16:creationId xmlns:a16="http://schemas.microsoft.com/office/drawing/2014/main" id="{A3408DD3-00D7-4F7E-8F7E-01FC7FA0F5A7}"/>
              </a:ext>
            </a:extLst>
          </p:cNvPr>
          <p:cNvSpPr/>
          <p:nvPr/>
        </p:nvSpPr>
        <p:spPr>
          <a:xfrm>
            <a:off x="4994146" y="4146452"/>
            <a:ext cx="2195062" cy="188932"/>
          </a:xfrm>
          <a:custGeom>
            <a:avLst/>
            <a:gdLst/>
            <a:ahLst/>
            <a:cxnLst>
              <a:cxn ang="0">
                <a:pos x="wd2" y="hd2"/>
              </a:cxn>
              <a:cxn ang="5400000">
                <a:pos x="wd2" y="hd2"/>
              </a:cxn>
              <a:cxn ang="10800000">
                <a:pos x="wd2" y="hd2"/>
              </a:cxn>
              <a:cxn ang="16200000">
                <a:pos x="wd2" y="hd2"/>
              </a:cxn>
            </a:cxnLst>
            <a:rect l="0" t="0" r="r" b="b"/>
            <a:pathLst>
              <a:path w="21600" h="18991" extrusionOk="0">
                <a:moveTo>
                  <a:pt x="10800" y="18991"/>
                </a:moveTo>
                <a:cubicBezTo>
                  <a:pt x="7167" y="18991"/>
                  <a:pt x="3534" y="13627"/>
                  <a:pt x="0" y="2754"/>
                </a:cubicBezTo>
                <a:lnTo>
                  <a:pt x="85" y="0"/>
                </a:lnTo>
                <a:cubicBezTo>
                  <a:pt x="7096" y="21600"/>
                  <a:pt x="14504" y="21600"/>
                  <a:pt x="21515" y="0"/>
                </a:cubicBezTo>
                <a:lnTo>
                  <a:pt x="21600" y="2754"/>
                </a:lnTo>
                <a:cubicBezTo>
                  <a:pt x="18066" y="13627"/>
                  <a:pt x="14433" y="18991"/>
                  <a:pt x="10800" y="18991"/>
                </a:cubicBezTo>
                <a:close/>
              </a:path>
            </a:pathLst>
          </a:custGeom>
          <a:solidFill>
            <a:schemeClr val="bg2">
              <a:lumMod val="90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1" name="Shape">
            <a:extLst>
              <a:ext uri="{FF2B5EF4-FFF2-40B4-BE49-F238E27FC236}">
                <a16:creationId xmlns:a16="http://schemas.microsoft.com/office/drawing/2014/main" id="{9E7DCACE-9E85-477D-8EB3-A1DEB06DA45F}"/>
              </a:ext>
            </a:extLst>
          </p:cNvPr>
          <p:cNvSpPr/>
          <p:nvPr/>
        </p:nvSpPr>
        <p:spPr>
          <a:xfrm>
            <a:off x="4792237" y="4651229"/>
            <a:ext cx="2620509" cy="351903"/>
          </a:xfrm>
          <a:custGeom>
            <a:avLst/>
            <a:gdLst/>
            <a:ahLst/>
            <a:cxnLst>
              <a:cxn ang="0">
                <a:pos x="wd2" y="hd2"/>
              </a:cxn>
              <a:cxn ang="5400000">
                <a:pos x="wd2" y="hd2"/>
              </a:cxn>
              <a:cxn ang="10800000">
                <a:pos x="wd2" y="hd2"/>
              </a:cxn>
              <a:cxn ang="16200000">
                <a:pos x="wd2" y="hd2"/>
              </a:cxn>
            </a:cxnLst>
            <a:rect l="0" t="0" r="r" b="b"/>
            <a:pathLst>
              <a:path w="21600" h="17627" extrusionOk="0">
                <a:moveTo>
                  <a:pt x="10806" y="17627"/>
                </a:moveTo>
                <a:cubicBezTo>
                  <a:pt x="7097" y="17627"/>
                  <a:pt x="3388" y="12209"/>
                  <a:pt x="0" y="1300"/>
                </a:cubicBezTo>
                <a:lnTo>
                  <a:pt x="107" y="0"/>
                </a:lnTo>
                <a:cubicBezTo>
                  <a:pt x="6800" y="21600"/>
                  <a:pt x="14800" y="21600"/>
                  <a:pt x="21493" y="0"/>
                </a:cubicBezTo>
                <a:lnTo>
                  <a:pt x="21600" y="1300"/>
                </a:lnTo>
                <a:cubicBezTo>
                  <a:pt x="18224" y="12209"/>
                  <a:pt x="14515" y="17627"/>
                  <a:pt x="10806" y="17627"/>
                </a:cubicBezTo>
                <a:close/>
              </a:path>
            </a:pathLst>
          </a:custGeom>
          <a:solidFill>
            <a:schemeClr val="bg2">
              <a:lumMod val="90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2" name="Circle">
            <a:extLst>
              <a:ext uri="{FF2B5EF4-FFF2-40B4-BE49-F238E27FC236}">
                <a16:creationId xmlns:a16="http://schemas.microsoft.com/office/drawing/2014/main" id="{BA4BA691-AAFE-40AC-90A9-7499BC180CC5}"/>
              </a:ext>
            </a:extLst>
          </p:cNvPr>
          <p:cNvSpPr/>
          <p:nvPr/>
        </p:nvSpPr>
        <p:spPr>
          <a:xfrm>
            <a:off x="4922036" y="4074342"/>
            <a:ext cx="164420" cy="164412"/>
          </a:xfrm>
          <a:prstGeom prst="ellipse">
            <a:avLst/>
          </a:prstGeom>
          <a:solidFill>
            <a:schemeClr val="accent3">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3" name="Circle">
            <a:extLst>
              <a:ext uri="{FF2B5EF4-FFF2-40B4-BE49-F238E27FC236}">
                <a16:creationId xmlns:a16="http://schemas.microsoft.com/office/drawing/2014/main" id="{1801DE95-4A35-45CF-92F3-D3B8C737779A}"/>
              </a:ext>
            </a:extLst>
          </p:cNvPr>
          <p:cNvSpPr/>
          <p:nvPr/>
        </p:nvSpPr>
        <p:spPr>
          <a:xfrm>
            <a:off x="4705703" y="4579119"/>
            <a:ext cx="164420" cy="164412"/>
          </a:xfrm>
          <a:prstGeom prst="ellipse">
            <a:avLst/>
          </a:prstGeom>
          <a:solidFill>
            <a:schemeClr val="accent3">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4" name="Circle">
            <a:extLst>
              <a:ext uri="{FF2B5EF4-FFF2-40B4-BE49-F238E27FC236}">
                <a16:creationId xmlns:a16="http://schemas.microsoft.com/office/drawing/2014/main" id="{7944EA7A-C094-415E-A33C-19DEA1B8D42F}"/>
              </a:ext>
            </a:extLst>
          </p:cNvPr>
          <p:cNvSpPr/>
          <p:nvPr/>
        </p:nvSpPr>
        <p:spPr>
          <a:xfrm>
            <a:off x="4705703" y="2603280"/>
            <a:ext cx="164420" cy="164413"/>
          </a:xfrm>
          <a:prstGeom prst="ellipse">
            <a:avLst/>
          </a:prstGeom>
          <a:solidFill>
            <a:schemeClr val="accent3">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5" name="Circle">
            <a:extLst>
              <a:ext uri="{FF2B5EF4-FFF2-40B4-BE49-F238E27FC236}">
                <a16:creationId xmlns:a16="http://schemas.microsoft.com/office/drawing/2014/main" id="{F882378B-5235-44AF-B5E4-A24184DBC57C}"/>
              </a:ext>
            </a:extLst>
          </p:cNvPr>
          <p:cNvSpPr/>
          <p:nvPr/>
        </p:nvSpPr>
        <p:spPr>
          <a:xfrm>
            <a:off x="4922036" y="3108056"/>
            <a:ext cx="164420" cy="164413"/>
          </a:xfrm>
          <a:prstGeom prst="ellipse">
            <a:avLst/>
          </a:prstGeom>
          <a:solidFill>
            <a:schemeClr val="accent3">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6" name="Circle">
            <a:extLst>
              <a:ext uri="{FF2B5EF4-FFF2-40B4-BE49-F238E27FC236}">
                <a16:creationId xmlns:a16="http://schemas.microsoft.com/office/drawing/2014/main" id="{95BA2FE8-44BE-4A3A-B88B-46A3755DE066}"/>
              </a:ext>
            </a:extLst>
          </p:cNvPr>
          <p:cNvSpPr/>
          <p:nvPr/>
        </p:nvSpPr>
        <p:spPr>
          <a:xfrm>
            <a:off x="4979724" y="3583987"/>
            <a:ext cx="164420" cy="164412"/>
          </a:xfrm>
          <a:prstGeom prst="ellipse">
            <a:avLst/>
          </a:prstGeom>
          <a:solidFill>
            <a:schemeClr val="accent3">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7" name="Shape">
            <a:extLst>
              <a:ext uri="{FF2B5EF4-FFF2-40B4-BE49-F238E27FC236}">
                <a16:creationId xmlns:a16="http://schemas.microsoft.com/office/drawing/2014/main" id="{9C8FDFF9-E359-44AE-A016-FA2283AA24B1}"/>
              </a:ext>
            </a:extLst>
          </p:cNvPr>
          <p:cNvSpPr/>
          <p:nvPr/>
        </p:nvSpPr>
        <p:spPr>
          <a:xfrm>
            <a:off x="7114208" y="1723526"/>
            <a:ext cx="1957096" cy="3885339"/>
          </a:xfrm>
          <a:custGeom>
            <a:avLst/>
            <a:gdLst/>
            <a:ahLst/>
            <a:cxnLst>
              <a:cxn ang="0">
                <a:pos x="wd2" y="hd2"/>
              </a:cxn>
              <a:cxn ang="5400000">
                <a:pos x="wd2" y="hd2"/>
              </a:cxn>
              <a:cxn ang="10800000">
                <a:pos x="wd2" y="hd2"/>
              </a:cxn>
              <a:cxn ang="16200000">
                <a:pos x="wd2" y="hd2"/>
              </a:cxn>
            </a:cxnLst>
            <a:rect l="0" t="0" r="r" b="b"/>
            <a:pathLst>
              <a:path w="21600" h="21600" extrusionOk="0">
                <a:moveTo>
                  <a:pt x="21441" y="21600"/>
                </a:moveTo>
                <a:cubicBezTo>
                  <a:pt x="9614" y="21600"/>
                  <a:pt x="0" y="16757"/>
                  <a:pt x="0" y="10800"/>
                </a:cubicBezTo>
                <a:cubicBezTo>
                  <a:pt x="0" y="4843"/>
                  <a:pt x="9614" y="0"/>
                  <a:pt x="21441" y="0"/>
                </a:cubicBezTo>
                <a:cubicBezTo>
                  <a:pt x="21536" y="0"/>
                  <a:pt x="21600" y="32"/>
                  <a:pt x="21600" y="80"/>
                </a:cubicBezTo>
                <a:cubicBezTo>
                  <a:pt x="21600" y="128"/>
                  <a:pt x="21536" y="160"/>
                  <a:pt x="21441" y="160"/>
                </a:cubicBezTo>
                <a:cubicBezTo>
                  <a:pt x="9789" y="160"/>
                  <a:pt x="318" y="4931"/>
                  <a:pt x="318" y="10800"/>
                </a:cubicBezTo>
                <a:cubicBezTo>
                  <a:pt x="318" y="16669"/>
                  <a:pt x="9789" y="21440"/>
                  <a:pt x="21441" y="21440"/>
                </a:cubicBezTo>
                <a:cubicBezTo>
                  <a:pt x="21536" y="21440"/>
                  <a:pt x="21600" y="21472"/>
                  <a:pt x="21600" y="21520"/>
                </a:cubicBezTo>
                <a:cubicBezTo>
                  <a:pt x="21600" y="21568"/>
                  <a:pt x="21536" y="21600"/>
                  <a:pt x="21441" y="21600"/>
                </a:cubicBezTo>
                <a:close/>
              </a:path>
            </a:pathLst>
          </a:custGeom>
          <a:solidFill>
            <a:schemeClr val="accent6"/>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8" name="Circle">
            <a:extLst>
              <a:ext uri="{FF2B5EF4-FFF2-40B4-BE49-F238E27FC236}">
                <a16:creationId xmlns:a16="http://schemas.microsoft.com/office/drawing/2014/main" id="{CA3A7F0F-874B-4DDE-A020-579B3154702D}"/>
              </a:ext>
            </a:extLst>
          </p:cNvPr>
          <p:cNvSpPr/>
          <p:nvPr/>
        </p:nvSpPr>
        <p:spPr>
          <a:xfrm>
            <a:off x="7042098" y="3583987"/>
            <a:ext cx="164420" cy="164412"/>
          </a:xfrm>
          <a:prstGeom prst="ellipse">
            <a:avLst/>
          </a:prstGeom>
          <a:solidFill>
            <a:schemeClr val="accent6">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19" name="Circle">
            <a:extLst>
              <a:ext uri="{FF2B5EF4-FFF2-40B4-BE49-F238E27FC236}">
                <a16:creationId xmlns:a16="http://schemas.microsoft.com/office/drawing/2014/main" id="{392A50ED-1FF4-42C2-A734-E61BA09ADAC9}"/>
              </a:ext>
            </a:extLst>
          </p:cNvPr>
          <p:cNvSpPr/>
          <p:nvPr/>
        </p:nvSpPr>
        <p:spPr>
          <a:xfrm>
            <a:off x="7316120" y="2603280"/>
            <a:ext cx="164420" cy="164413"/>
          </a:xfrm>
          <a:prstGeom prst="ellipse">
            <a:avLst/>
          </a:prstGeom>
          <a:solidFill>
            <a:schemeClr val="accent6">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20" name="Circle">
            <a:extLst>
              <a:ext uri="{FF2B5EF4-FFF2-40B4-BE49-F238E27FC236}">
                <a16:creationId xmlns:a16="http://schemas.microsoft.com/office/drawing/2014/main" id="{6FACE42F-AAC2-423C-BAB3-789813731827}"/>
              </a:ext>
            </a:extLst>
          </p:cNvPr>
          <p:cNvSpPr/>
          <p:nvPr/>
        </p:nvSpPr>
        <p:spPr>
          <a:xfrm>
            <a:off x="7316120" y="4579119"/>
            <a:ext cx="164420" cy="164412"/>
          </a:xfrm>
          <a:prstGeom prst="ellipse">
            <a:avLst/>
          </a:prstGeom>
          <a:solidFill>
            <a:schemeClr val="accent6">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21" name="Circle">
            <a:extLst>
              <a:ext uri="{FF2B5EF4-FFF2-40B4-BE49-F238E27FC236}">
                <a16:creationId xmlns:a16="http://schemas.microsoft.com/office/drawing/2014/main" id="{B6938DD9-4627-4F2A-A803-6DD401605E3F}"/>
              </a:ext>
            </a:extLst>
          </p:cNvPr>
          <p:cNvSpPr/>
          <p:nvPr/>
        </p:nvSpPr>
        <p:spPr>
          <a:xfrm>
            <a:off x="7099787" y="4074342"/>
            <a:ext cx="164420" cy="164412"/>
          </a:xfrm>
          <a:prstGeom prst="ellipse">
            <a:avLst/>
          </a:prstGeom>
          <a:solidFill>
            <a:schemeClr val="accent6">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sp>
        <p:nvSpPr>
          <p:cNvPr id="22" name="Circle">
            <a:extLst>
              <a:ext uri="{FF2B5EF4-FFF2-40B4-BE49-F238E27FC236}">
                <a16:creationId xmlns:a16="http://schemas.microsoft.com/office/drawing/2014/main" id="{9DD8D1EE-AB75-47D2-9FA3-8B5756C7B387}"/>
              </a:ext>
            </a:extLst>
          </p:cNvPr>
          <p:cNvSpPr/>
          <p:nvPr/>
        </p:nvSpPr>
        <p:spPr>
          <a:xfrm>
            <a:off x="7099787" y="3108056"/>
            <a:ext cx="164420" cy="164413"/>
          </a:xfrm>
          <a:prstGeom prst="ellipse">
            <a:avLst/>
          </a:prstGeom>
          <a:solidFill>
            <a:schemeClr val="accent6">
              <a:lumMod val="75000"/>
            </a:schemeClr>
          </a:solidFill>
          <a:ln w="12700">
            <a:miter lim="400000"/>
          </a:ln>
        </p:spPr>
        <p:txBody>
          <a:bodyPr lIns="28575" tIns="28575" rIns="28575" bIns="28575" anchor="ctr"/>
          <a:lstStyle/>
          <a:p>
            <a:pPr>
              <a:defRPr sz="3000">
                <a:solidFill>
                  <a:srgbClr val="FFFFFF"/>
                </a:solidFill>
              </a:defRPr>
            </a:pPr>
            <a:endParaRPr sz="2800">
              <a:solidFill>
                <a:srgbClr val="FFFFFF"/>
              </a:solidFill>
              <a:latin typeface="Calibri" panose="020F0502020204030204"/>
            </a:endParaRPr>
          </a:p>
        </p:txBody>
      </p:sp>
      <p:grpSp>
        <p:nvGrpSpPr>
          <p:cNvPr id="23" name="Group 22">
            <a:extLst>
              <a:ext uri="{FF2B5EF4-FFF2-40B4-BE49-F238E27FC236}">
                <a16:creationId xmlns:a16="http://schemas.microsoft.com/office/drawing/2014/main" id="{C75F932A-7318-461A-BCD7-3B541CF5521C}"/>
              </a:ext>
            </a:extLst>
          </p:cNvPr>
          <p:cNvGrpSpPr/>
          <p:nvPr/>
        </p:nvGrpSpPr>
        <p:grpSpPr>
          <a:xfrm>
            <a:off x="2350272" y="3008144"/>
            <a:ext cx="1569133" cy="1321868"/>
            <a:chOff x="9024862" y="1289822"/>
            <a:chExt cx="2946180" cy="2109680"/>
          </a:xfrm>
        </p:grpSpPr>
        <p:sp>
          <p:nvSpPr>
            <p:cNvPr id="24" name="TextBox 23">
              <a:extLst>
                <a:ext uri="{FF2B5EF4-FFF2-40B4-BE49-F238E27FC236}">
                  <a16:creationId xmlns:a16="http://schemas.microsoft.com/office/drawing/2014/main" id="{E3B1AD77-5039-4DB7-BFF8-E66364ABDCE7}"/>
                </a:ext>
              </a:extLst>
            </p:cNvPr>
            <p:cNvSpPr txBox="1"/>
            <p:nvPr/>
          </p:nvSpPr>
          <p:spPr>
            <a:xfrm>
              <a:off x="9024862" y="1289822"/>
              <a:ext cx="2946178" cy="638569"/>
            </a:xfrm>
            <a:prstGeom prst="rect">
              <a:avLst/>
            </a:prstGeom>
            <a:noFill/>
          </p:spPr>
          <p:txBody>
            <a:bodyPr wrap="square" lIns="0" rIns="0" rtlCol="0" anchor="b">
              <a:spAutoFit/>
            </a:bodyPr>
            <a:lstStyle/>
            <a:p>
              <a:pPr algn="ctr"/>
              <a:r>
                <a:rPr lang="en-US" sz="2000" b="1" noProof="1">
                  <a:solidFill>
                    <a:prstClr val="black"/>
                  </a:solidFill>
                  <a:latin typeface="Calibri" panose="020F0502020204030204"/>
                </a:rPr>
                <a:t>Lorem Ipsum</a:t>
              </a:r>
            </a:p>
          </p:txBody>
        </p:sp>
        <p:sp>
          <p:nvSpPr>
            <p:cNvPr id="25" name="TextBox 24">
              <a:extLst>
                <a:ext uri="{FF2B5EF4-FFF2-40B4-BE49-F238E27FC236}">
                  <a16:creationId xmlns:a16="http://schemas.microsoft.com/office/drawing/2014/main" id="{19DE2099-2452-4336-AEC7-71D2CECCB60B}"/>
                </a:ext>
              </a:extLst>
            </p:cNvPr>
            <p:cNvSpPr txBox="1"/>
            <p:nvPr/>
          </p:nvSpPr>
          <p:spPr>
            <a:xfrm>
              <a:off x="9024862" y="1925882"/>
              <a:ext cx="2946180" cy="1473620"/>
            </a:xfrm>
            <a:prstGeom prst="rect">
              <a:avLst/>
            </a:prstGeom>
            <a:noFill/>
          </p:spPr>
          <p:txBody>
            <a:bodyPr wrap="square" lIns="0" rIns="0" rtlCol="0" anchor="t">
              <a:spAutoFit/>
            </a:bodyPr>
            <a:lstStyle/>
            <a:p>
              <a:pPr algn="ctr"/>
              <a:r>
                <a:rPr lang="en-US" sz="9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grpSp>
        <p:nvGrpSpPr>
          <p:cNvPr id="26" name="Group 25">
            <a:extLst>
              <a:ext uri="{FF2B5EF4-FFF2-40B4-BE49-F238E27FC236}">
                <a16:creationId xmlns:a16="http://schemas.microsoft.com/office/drawing/2014/main" id="{06FC7CC2-08A2-48B6-80C1-415DF4E63E99}"/>
              </a:ext>
            </a:extLst>
          </p:cNvPr>
          <p:cNvGrpSpPr/>
          <p:nvPr/>
        </p:nvGrpSpPr>
        <p:grpSpPr>
          <a:xfrm>
            <a:off x="8275195" y="3008144"/>
            <a:ext cx="1569133" cy="1321868"/>
            <a:chOff x="9000248" y="1289822"/>
            <a:chExt cx="2946182" cy="2109680"/>
          </a:xfrm>
        </p:grpSpPr>
        <p:sp>
          <p:nvSpPr>
            <p:cNvPr id="27" name="TextBox 26">
              <a:extLst>
                <a:ext uri="{FF2B5EF4-FFF2-40B4-BE49-F238E27FC236}">
                  <a16:creationId xmlns:a16="http://schemas.microsoft.com/office/drawing/2014/main" id="{D60D4C68-F3BC-4E1B-913C-C6FFBE290AE4}"/>
                </a:ext>
              </a:extLst>
            </p:cNvPr>
            <p:cNvSpPr txBox="1"/>
            <p:nvPr/>
          </p:nvSpPr>
          <p:spPr>
            <a:xfrm>
              <a:off x="9000248" y="1289822"/>
              <a:ext cx="2946180" cy="638569"/>
            </a:xfrm>
            <a:prstGeom prst="rect">
              <a:avLst/>
            </a:prstGeom>
            <a:noFill/>
          </p:spPr>
          <p:txBody>
            <a:bodyPr wrap="square" lIns="0" rIns="0" rtlCol="0" anchor="b">
              <a:spAutoFit/>
            </a:bodyPr>
            <a:lstStyle/>
            <a:p>
              <a:pPr algn="ctr"/>
              <a:r>
                <a:rPr lang="en-US" sz="2000" b="1" noProof="1">
                  <a:solidFill>
                    <a:prstClr val="black"/>
                  </a:solidFill>
                  <a:latin typeface="Calibri" panose="020F0502020204030204"/>
                </a:rPr>
                <a:t>Lorem Ipsum</a:t>
              </a:r>
            </a:p>
          </p:txBody>
        </p:sp>
        <p:sp>
          <p:nvSpPr>
            <p:cNvPr id="28" name="TextBox 27">
              <a:extLst>
                <a:ext uri="{FF2B5EF4-FFF2-40B4-BE49-F238E27FC236}">
                  <a16:creationId xmlns:a16="http://schemas.microsoft.com/office/drawing/2014/main" id="{D45D0727-1C28-4D7C-BAB2-45F1827D8C2B}"/>
                </a:ext>
              </a:extLst>
            </p:cNvPr>
            <p:cNvSpPr txBox="1"/>
            <p:nvPr/>
          </p:nvSpPr>
          <p:spPr>
            <a:xfrm>
              <a:off x="9000250" y="1925882"/>
              <a:ext cx="2946180" cy="1473620"/>
            </a:xfrm>
            <a:prstGeom prst="rect">
              <a:avLst/>
            </a:prstGeom>
            <a:noFill/>
          </p:spPr>
          <p:txBody>
            <a:bodyPr wrap="square" lIns="0" rIns="0" rtlCol="0" anchor="t">
              <a:spAutoFit/>
            </a:bodyPr>
            <a:lstStyle/>
            <a:p>
              <a:pPr algn="ctr"/>
              <a:r>
                <a:rPr lang="en-US" sz="900" noProof="1">
                  <a:solidFill>
                    <a:prstClr val="black">
                      <a:lumMod val="65000"/>
                      <a:lumOff val="35000"/>
                    </a:prstClr>
                  </a:solidFill>
                  <a:latin typeface="Calibri" panose="020F0502020204030204"/>
                </a:rPr>
                <a:t>Lorem ipsum dolor sit amet, nibh est. A magna maecenas, quam magna nec quis, lorem nunc. Suspendisse viverra sodales mauris, cras pharetra proin egestas arcu erat dolor, at amet. </a:t>
              </a:r>
            </a:p>
          </p:txBody>
        </p:sp>
      </p:grpSp>
      <p:sp>
        <p:nvSpPr>
          <p:cNvPr id="30" name="TextBox 29">
            <a:extLst>
              <a:ext uri="{FF2B5EF4-FFF2-40B4-BE49-F238E27FC236}">
                <a16:creationId xmlns:a16="http://schemas.microsoft.com/office/drawing/2014/main" id="{49696FA1-CAF2-411F-BC78-634554756B0A}"/>
              </a:ext>
            </a:extLst>
          </p:cNvPr>
          <p:cNvSpPr txBox="1"/>
          <p:nvPr/>
        </p:nvSpPr>
        <p:spPr>
          <a:xfrm>
            <a:off x="5426792" y="2540324"/>
            <a:ext cx="1404771" cy="369332"/>
          </a:xfrm>
          <a:prstGeom prst="rect">
            <a:avLst/>
          </a:prstGeom>
          <a:noFill/>
        </p:spPr>
        <p:txBody>
          <a:bodyPr wrap="square" lIns="0" rIns="0" rtlCol="0" anchor="ctr">
            <a:spAutoFit/>
          </a:bodyPr>
          <a:lstStyle/>
          <a:p>
            <a:pPr algn="ctr"/>
            <a:r>
              <a:rPr lang="en-US" noProof="1">
                <a:solidFill>
                  <a:prstClr val="black"/>
                </a:solidFill>
                <a:latin typeface="Calibri" panose="020F0502020204030204"/>
              </a:rPr>
              <a:t>Lorem Ipsum</a:t>
            </a:r>
          </a:p>
        </p:txBody>
      </p:sp>
      <p:sp>
        <p:nvSpPr>
          <p:cNvPr id="31" name="TextBox 30">
            <a:extLst>
              <a:ext uri="{FF2B5EF4-FFF2-40B4-BE49-F238E27FC236}">
                <a16:creationId xmlns:a16="http://schemas.microsoft.com/office/drawing/2014/main" id="{9C203578-6175-430C-981B-8FBDAE2F0E1E}"/>
              </a:ext>
            </a:extLst>
          </p:cNvPr>
          <p:cNvSpPr txBox="1"/>
          <p:nvPr/>
        </p:nvSpPr>
        <p:spPr>
          <a:xfrm>
            <a:off x="5426792" y="3168331"/>
            <a:ext cx="1404771" cy="369332"/>
          </a:xfrm>
          <a:prstGeom prst="rect">
            <a:avLst/>
          </a:prstGeom>
          <a:noFill/>
        </p:spPr>
        <p:txBody>
          <a:bodyPr wrap="square" lIns="0" rIns="0" rtlCol="0" anchor="ctr">
            <a:spAutoFit/>
          </a:bodyPr>
          <a:lstStyle/>
          <a:p>
            <a:pPr algn="ctr"/>
            <a:r>
              <a:rPr lang="en-US" noProof="1">
                <a:solidFill>
                  <a:prstClr val="black"/>
                </a:solidFill>
                <a:latin typeface="Calibri" panose="020F0502020204030204"/>
              </a:rPr>
              <a:t>Lorem Ipsum</a:t>
            </a:r>
          </a:p>
        </p:txBody>
      </p:sp>
      <p:sp>
        <p:nvSpPr>
          <p:cNvPr id="32" name="TextBox 31">
            <a:extLst>
              <a:ext uri="{FF2B5EF4-FFF2-40B4-BE49-F238E27FC236}">
                <a16:creationId xmlns:a16="http://schemas.microsoft.com/office/drawing/2014/main" id="{B7FD8026-C58F-4AD3-95E2-9EE847579F3C}"/>
              </a:ext>
            </a:extLst>
          </p:cNvPr>
          <p:cNvSpPr txBox="1"/>
          <p:nvPr/>
        </p:nvSpPr>
        <p:spPr>
          <a:xfrm>
            <a:off x="5426792" y="3750387"/>
            <a:ext cx="1404771" cy="369332"/>
          </a:xfrm>
          <a:prstGeom prst="rect">
            <a:avLst/>
          </a:prstGeom>
          <a:noFill/>
        </p:spPr>
        <p:txBody>
          <a:bodyPr wrap="square" lIns="0" rIns="0" rtlCol="0" anchor="ctr">
            <a:spAutoFit/>
          </a:bodyPr>
          <a:lstStyle/>
          <a:p>
            <a:pPr algn="ctr"/>
            <a:r>
              <a:rPr lang="en-US" noProof="1">
                <a:solidFill>
                  <a:prstClr val="black"/>
                </a:solidFill>
                <a:latin typeface="Calibri" panose="020F0502020204030204"/>
              </a:rPr>
              <a:t>Lorem Ipsum</a:t>
            </a:r>
          </a:p>
        </p:txBody>
      </p:sp>
      <p:sp>
        <p:nvSpPr>
          <p:cNvPr id="33" name="TextBox 32">
            <a:extLst>
              <a:ext uri="{FF2B5EF4-FFF2-40B4-BE49-F238E27FC236}">
                <a16:creationId xmlns:a16="http://schemas.microsoft.com/office/drawing/2014/main" id="{E26B437E-1195-4D29-B5F7-B15CDB3EC6F1}"/>
              </a:ext>
            </a:extLst>
          </p:cNvPr>
          <p:cNvSpPr txBox="1"/>
          <p:nvPr/>
        </p:nvSpPr>
        <p:spPr>
          <a:xfrm>
            <a:off x="5426792" y="4401368"/>
            <a:ext cx="1404771" cy="369332"/>
          </a:xfrm>
          <a:prstGeom prst="rect">
            <a:avLst/>
          </a:prstGeom>
          <a:noFill/>
        </p:spPr>
        <p:txBody>
          <a:bodyPr wrap="square" lIns="0" rIns="0" rtlCol="0" anchor="ctr">
            <a:spAutoFit/>
          </a:bodyPr>
          <a:lstStyle/>
          <a:p>
            <a:pPr algn="ctr"/>
            <a:r>
              <a:rPr lang="en-US" noProof="1">
                <a:solidFill>
                  <a:prstClr val="black"/>
                </a:solidFill>
                <a:latin typeface="Calibri" panose="020F0502020204030204"/>
              </a:rPr>
              <a:t>Lorem Ipsum</a:t>
            </a:r>
          </a:p>
        </p:txBody>
      </p:sp>
      <p:sp>
        <p:nvSpPr>
          <p:cNvPr id="34" name="TextBox 33">
            <a:extLst>
              <a:ext uri="{FF2B5EF4-FFF2-40B4-BE49-F238E27FC236}">
                <a16:creationId xmlns:a16="http://schemas.microsoft.com/office/drawing/2014/main" id="{6B2D3D06-2D2F-4361-8C69-815BA293D225}"/>
              </a:ext>
            </a:extLst>
          </p:cNvPr>
          <p:cNvSpPr txBox="1"/>
          <p:nvPr/>
        </p:nvSpPr>
        <p:spPr>
          <a:xfrm>
            <a:off x="5426792" y="5052352"/>
            <a:ext cx="1404771" cy="369332"/>
          </a:xfrm>
          <a:prstGeom prst="rect">
            <a:avLst/>
          </a:prstGeom>
          <a:noFill/>
        </p:spPr>
        <p:txBody>
          <a:bodyPr wrap="square" lIns="0" rIns="0" rtlCol="0" anchor="ctr">
            <a:spAutoFit/>
          </a:bodyPr>
          <a:lstStyle/>
          <a:p>
            <a:pPr algn="ctr"/>
            <a:r>
              <a:rPr lang="en-US" noProof="1">
                <a:solidFill>
                  <a:prstClr val="black"/>
                </a:solidFill>
                <a:latin typeface="Calibri" panose="020F0502020204030204"/>
              </a:rPr>
              <a:t>Lorem Ipsum</a:t>
            </a:r>
          </a:p>
        </p:txBody>
      </p:sp>
      <p:grpSp>
        <p:nvGrpSpPr>
          <p:cNvPr id="35" name="Graphic 31" descr="Gears">
            <a:extLst>
              <a:ext uri="{FF2B5EF4-FFF2-40B4-BE49-F238E27FC236}">
                <a16:creationId xmlns:a16="http://schemas.microsoft.com/office/drawing/2014/main" id="{3FF93A23-1A19-4218-A221-BD550C5007F3}"/>
              </a:ext>
            </a:extLst>
          </p:cNvPr>
          <p:cNvGrpSpPr/>
          <p:nvPr/>
        </p:nvGrpSpPr>
        <p:grpSpPr>
          <a:xfrm>
            <a:off x="4422390" y="4417212"/>
            <a:ext cx="178670" cy="216213"/>
            <a:chOff x="4136976" y="4308093"/>
            <a:chExt cx="209140" cy="253085"/>
          </a:xfrm>
          <a:solidFill>
            <a:srgbClr val="4CC1EF"/>
          </a:solidFill>
        </p:grpSpPr>
        <p:sp>
          <p:nvSpPr>
            <p:cNvPr id="36" name="Freeform: Shape 35">
              <a:extLst>
                <a:ext uri="{FF2B5EF4-FFF2-40B4-BE49-F238E27FC236}">
                  <a16:creationId xmlns:a16="http://schemas.microsoft.com/office/drawing/2014/main" id="{651A6FF0-2F01-4647-9BE1-7B02CC6F286D}"/>
                </a:ext>
              </a:extLst>
            </p:cNvPr>
            <p:cNvSpPr/>
            <p:nvPr/>
          </p:nvSpPr>
          <p:spPr>
            <a:xfrm>
              <a:off x="4209469" y="4308093"/>
              <a:ext cx="136647" cy="136326"/>
            </a:xfrm>
            <a:custGeom>
              <a:avLst/>
              <a:gdLst>
                <a:gd name="connsiteX0" fmla="*/ 68324 w 136647"/>
                <a:gd name="connsiteY0" fmla="*/ 92381 h 136326"/>
                <a:gd name="connsiteX1" fmla="*/ 44266 w 136647"/>
                <a:gd name="connsiteY1" fmla="*/ 68324 h 136326"/>
                <a:gd name="connsiteX2" fmla="*/ 68324 w 136647"/>
                <a:gd name="connsiteY2" fmla="*/ 44266 h 136326"/>
                <a:gd name="connsiteX3" fmla="*/ 92381 w 136647"/>
                <a:gd name="connsiteY3" fmla="*/ 68324 h 136326"/>
                <a:gd name="connsiteX4" fmla="*/ 68324 w 136647"/>
                <a:gd name="connsiteY4" fmla="*/ 92381 h 136326"/>
                <a:gd name="connsiteX5" fmla="*/ 122533 w 136647"/>
                <a:gd name="connsiteY5" fmla="*/ 53247 h 136326"/>
                <a:gd name="connsiteX6" fmla="*/ 117401 w 136647"/>
                <a:gd name="connsiteY6" fmla="*/ 40738 h 136326"/>
                <a:gd name="connsiteX7" fmla="*/ 122533 w 136647"/>
                <a:gd name="connsiteY7" fmla="*/ 25661 h 136326"/>
                <a:gd name="connsiteX8" fmla="*/ 110986 w 136647"/>
                <a:gd name="connsiteY8" fmla="*/ 14114 h 136326"/>
                <a:gd name="connsiteX9" fmla="*/ 95910 w 136647"/>
                <a:gd name="connsiteY9" fmla="*/ 19246 h 136326"/>
                <a:gd name="connsiteX10" fmla="*/ 83400 w 136647"/>
                <a:gd name="connsiteY10" fmla="*/ 14114 h 136326"/>
                <a:gd name="connsiteX11" fmla="*/ 76343 w 136647"/>
                <a:gd name="connsiteY11" fmla="*/ 0 h 136326"/>
                <a:gd name="connsiteX12" fmla="*/ 60304 w 136647"/>
                <a:gd name="connsiteY12" fmla="*/ 0 h 136326"/>
                <a:gd name="connsiteX13" fmla="*/ 53247 w 136647"/>
                <a:gd name="connsiteY13" fmla="*/ 14114 h 136326"/>
                <a:gd name="connsiteX14" fmla="*/ 40738 w 136647"/>
                <a:gd name="connsiteY14" fmla="*/ 19246 h 136326"/>
                <a:gd name="connsiteX15" fmla="*/ 25661 w 136647"/>
                <a:gd name="connsiteY15" fmla="*/ 14114 h 136326"/>
                <a:gd name="connsiteX16" fmla="*/ 14114 w 136647"/>
                <a:gd name="connsiteY16" fmla="*/ 25661 h 136326"/>
                <a:gd name="connsiteX17" fmla="*/ 19246 w 136647"/>
                <a:gd name="connsiteY17" fmla="*/ 40738 h 136326"/>
                <a:gd name="connsiteX18" fmla="*/ 14114 w 136647"/>
                <a:gd name="connsiteY18" fmla="*/ 53247 h 136326"/>
                <a:gd name="connsiteX19" fmla="*/ 0 w 136647"/>
                <a:gd name="connsiteY19" fmla="*/ 60304 h 136326"/>
                <a:gd name="connsiteX20" fmla="*/ 0 w 136647"/>
                <a:gd name="connsiteY20" fmla="*/ 76343 h 136326"/>
                <a:gd name="connsiteX21" fmla="*/ 14114 w 136647"/>
                <a:gd name="connsiteY21" fmla="*/ 83400 h 136326"/>
                <a:gd name="connsiteX22" fmla="*/ 19246 w 136647"/>
                <a:gd name="connsiteY22" fmla="*/ 95910 h 136326"/>
                <a:gd name="connsiteX23" fmla="*/ 14114 w 136647"/>
                <a:gd name="connsiteY23" fmla="*/ 110986 h 136326"/>
                <a:gd name="connsiteX24" fmla="*/ 25341 w 136647"/>
                <a:gd name="connsiteY24" fmla="*/ 122212 h 136326"/>
                <a:gd name="connsiteX25" fmla="*/ 40417 w 136647"/>
                <a:gd name="connsiteY25" fmla="*/ 117080 h 136326"/>
                <a:gd name="connsiteX26" fmla="*/ 52927 w 136647"/>
                <a:gd name="connsiteY26" fmla="*/ 122212 h 136326"/>
                <a:gd name="connsiteX27" fmla="*/ 59984 w 136647"/>
                <a:gd name="connsiteY27" fmla="*/ 136326 h 136326"/>
                <a:gd name="connsiteX28" fmla="*/ 76022 w 136647"/>
                <a:gd name="connsiteY28" fmla="*/ 136326 h 136326"/>
                <a:gd name="connsiteX29" fmla="*/ 83079 w 136647"/>
                <a:gd name="connsiteY29" fmla="*/ 122212 h 136326"/>
                <a:gd name="connsiteX30" fmla="*/ 95589 w 136647"/>
                <a:gd name="connsiteY30" fmla="*/ 117080 h 136326"/>
                <a:gd name="connsiteX31" fmla="*/ 110665 w 136647"/>
                <a:gd name="connsiteY31" fmla="*/ 122212 h 136326"/>
                <a:gd name="connsiteX32" fmla="*/ 122212 w 136647"/>
                <a:gd name="connsiteY32" fmla="*/ 110986 h 136326"/>
                <a:gd name="connsiteX33" fmla="*/ 117080 w 136647"/>
                <a:gd name="connsiteY33" fmla="*/ 95910 h 136326"/>
                <a:gd name="connsiteX34" fmla="*/ 122533 w 136647"/>
                <a:gd name="connsiteY34" fmla="*/ 83400 h 136326"/>
                <a:gd name="connsiteX35" fmla="*/ 136647 w 136647"/>
                <a:gd name="connsiteY35" fmla="*/ 76343 h 136326"/>
                <a:gd name="connsiteX36" fmla="*/ 136647 w 136647"/>
                <a:gd name="connsiteY36" fmla="*/ 60304 h 136326"/>
                <a:gd name="connsiteX37" fmla="*/ 122533 w 136647"/>
                <a:gd name="connsiteY37" fmla="*/ 53247 h 13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6647" h="136326">
                  <a:moveTo>
                    <a:pt x="68324" y="92381"/>
                  </a:moveTo>
                  <a:cubicBezTo>
                    <a:pt x="54851" y="92381"/>
                    <a:pt x="44266" y="81475"/>
                    <a:pt x="44266" y="68324"/>
                  </a:cubicBezTo>
                  <a:cubicBezTo>
                    <a:pt x="44266" y="55172"/>
                    <a:pt x="55172" y="44266"/>
                    <a:pt x="68324" y="44266"/>
                  </a:cubicBezTo>
                  <a:cubicBezTo>
                    <a:pt x="81796" y="44266"/>
                    <a:pt x="92381" y="55172"/>
                    <a:pt x="92381" y="68324"/>
                  </a:cubicBezTo>
                  <a:cubicBezTo>
                    <a:pt x="92381" y="81475"/>
                    <a:pt x="81475" y="92381"/>
                    <a:pt x="68324" y="92381"/>
                  </a:cubicBezTo>
                  <a:close/>
                  <a:moveTo>
                    <a:pt x="122533" y="53247"/>
                  </a:moveTo>
                  <a:cubicBezTo>
                    <a:pt x="121250" y="48757"/>
                    <a:pt x="119646" y="44587"/>
                    <a:pt x="117401" y="40738"/>
                  </a:cubicBezTo>
                  <a:lnTo>
                    <a:pt x="122533" y="25661"/>
                  </a:lnTo>
                  <a:lnTo>
                    <a:pt x="110986" y="14114"/>
                  </a:lnTo>
                  <a:lnTo>
                    <a:pt x="95910" y="19246"/>
                  </a:lnTo>
                  <a:cubicBezTo>
                    <a:pt x="92060" y="17001"/>
                    <a:pt x="87890" y="15397"/>
                    <a:pt x="83400" y="14114"/>
                  </a:cubicBezTo>
                  <a:lnTo>
                    <a:pt x="76343" y="0"/>
                  </a:lnTo>
                  <a:lnTo>
                    <a:pt x="60304" y="0"/>
                  </a:lnTo>
                  <a:lnTo>
                    <a:pt x="53247" y="14114"/>
                  </a:lnTo>
                  <a:cubicBezTo>
                    <a:pt x="48757" y="15397"/>
                    <a:pt x="44587" y="17001"/>
                    <a:pt x="40738" y="19246"/>
                  </a:cubicBezTo>
                  <a:lnTo>
                    <a:pt x="25661" y="14114"/>
                  </a:lnTo>
                  <a:lnTo>
                    <a:pt x="14114" y="25661"/>
                  </a:lnTo>
                  <a:lnTo>
                    <a:pt x="19246" y="40738"/>
                  </a:lnTo>
                  <a:cubicBezTo>
                    <a:pt x="17001" y="44587"/>
                    <a:pt x="15397" y="48757"/>
                    <a:pt x="14114" y="53247"/>
                  </a:cubicBezTo>
                  <a:lnTo>
                    <a:pt x="0" y="60304"/>
                  </a:lnTo>
                  <a:lnTo>
                    <a:pt x="0" y="76343"/>
                  </a:lnTo>
                  <a:lnTo>
                    <a:pt x="14114" y="83400"/>
                  </a:lnTo>
                  <a:cubicBezTo>
                    <a:pt x="15397" y="87890"/>
                    <a:pt x="17001" y="92060"/>
                    <a:pt x="19246" y="95910"/>
                  </a:cubicBezTo>
                  <a:lnTo>
                    <a:pt x="14114" y="110986"/>
                  </a:lnTo>
                  <a:lnTo>
                    <a:pt x="25341" y="122212"/>
                  </a:lnTo>
                  <a:lnTo>
                    <a:pt x="40417" y="117080"/>
                  </a:lnTo>
                  <a:cubicBezTo>
                    <a:pt x="44266" y="119326"/>
                    <a:pt x="48436" y="120929"/>
                    <a:pt x="52927" y="122212"/>
                  </a:cubicBezTo>
                  <a:lnTo>
                    <a:pt x="59984" y="136326"/>
                  </a:lnTo>
                  <a:lnTo>
                    <a:pt x="76022" y="136326"/>
                  </a:lnTo>
                  <a:lnTo>
                    <a:pt x="83079" y="122212"/>
                  </a:lnTo>
                  <a:cubicBezTo>
                    <a:pt x="87570" y="120929"/>
                    <a:pt x="91740" y="119326"/>
                    <a:pt x="95589" y="117080"/>
                  </a:cubicBezTo>
                  <a:lnTo>
                    <a:pt x="110665" y="122212"/>
                  </a:lnTo>
                  <a:lnTo>
                    <a:pt x="122212" y="110986"/>
                  </a:lnTo>
                  <a:lnTo>
                    <a:pt x="117080" y="95910"/>
                  </a:lnTo>
                  <a:cubicBezTo>
                    <a:pt x="119326" y="92060"/>
                    <a:pt x="121250" y="87570"/>
                    <a:pt x="122533" y="83400"/>
                  </a:cubicBezTo>
                  <a:lnTo>
                    <a:pt x="136647" y="76343"/>
                  </a:lnTo>
                  <a:lnTo>
                    <a:pt x="136647" y="60304"/>
                  </a:lnTo>
                  <a:lnTo>
                    <a:pt x="122533" y="53247"/>
                  </a:ln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37" name="Freeform: Shape 36">
              <a:extLst>
                <a:ext uri="{FF2B5EF4-FFF2-40B4-BE49-F238E27FC236}">
                  <a16:creationId xmlns:a16="http://schemas.microsoft.com/office/drawing/2014/main" id="{4A103628-294F-4F13-B6B8-7852927529C3}"/>
                </a:ext>
              </a:extLst>
            </p:cNvPr>
            <p:cNvSpPr/>
            <p:nvPr/>
          </p:nvSpPr>
          <p:spPr>
            <a:xfrm>
              <a:off x="4136976" y="4424852"/>
              <a:ext cx="136647" cy="136326"/>
            </a:xfrm>
            <a:custGeom>
              <a:avLst/>
              <a:gdLst>
                <a:gd name="connsiteX0" fmla="*/ 68324 w 136647"/>
                <a:gd name="connsiteY0" fmla="*/ 92381 h 136326"/>
                <a:gd name="connsiteX1" fmla="*/ 44266 w 136647"/>
                <a:gd name="connsiteY1" fmla="*/ 68324 h 136326"/>
                <a:gd name="connsiteX2" fmla="*/ 68324 w 136647"/>
                <a:gd name="connsiteY2" fmla="*/ 44266 h 136326"/>
                <a:gd name="connsiteX3" fmla="*/ 92381 w 136647"/>
                <a:gd name="connsiteY3" fmla="*/ 68324 h 136326"/>
                <a:gd name="connsiteX4" fmla="*/ 68324 w 136647"/>
                <a:gd name="connsiteY4" fmla="*/ 92381 h 136326"/>
                <a:gd name="connsiteX5" fmla="*/ 68324 w 136647"/>
                <a:gd name="connsiteY5" fmla="*/ 92381 h 136326"/>
                <a:gd name="connsiteX6" fmla="*/ 117401 w 136647"/>
                <a:gd name="connsiteY6" fmla="*/ 40737 h 136326"/>
                <a:gd name="connsiteX7" fmla="*/ 122533 w 136647"/>
                <a:gd name="connsiteY7" fmla="*/ 25661 h 136326"/>
                <a:gd name="connsiteX8" fmla="*/ 110986 w 136647"/>
                <a:gd name="connsiteY8" fmla="*/ 14114 h 136326"/>
                <a:gd name="connsiteX9" fmla="*/ 95910 w 136647"/>
                <a:gd name="connsiteY9" fmla="*/ 19246 h 136326"/>
                <a:gd name="connsiteX10" fmla="*/ 83400 w 136647"/>
                <a:gd name="connsiteY10" fmla="*/ 14114 h 136326"/>
                <a:gd name="connsiteX11" fmla="*/ 76343 w 136647"/>
                <a:gd name="connsiteY11" fmla="*/ 0 h 136326"/>
                <a:gd name="connsiteX12" fmla="*/ 60304 w 136647"/>
                <a:gd name="connsiteY12" fmla="*/ 0 h 136326"/>
                <a:gd name="connsiteX13" fmla="*/ 53247 w 136647"/>
                <a:gd name="connsiteY13" fmla="*/ 14114 h 136326"/>
                <a:gd name="connsiteX14" fmla="*/ 40738 w 136647"/>
                <a:gd name="connsiteY14" fmla="*/ 19246 h 136326"/>
                <a:gd name="connsiteX15" fmla="*/ 25661 w 136647"/>
                <a:gd name="connsiteY15" fmla="*/ 14114 h 136326"/>
                <a:gd name="connsiteX16" fmla="*/ 14435 w 136647"/>
                <a:gd name="connsiteY16" fmla="*/ 25341 h 136326"/>
                <a:gd name="connsiteX17" fmla="*/ 19246 w 136647"/>
                <a:gd name="connsiteY17" fmla="*/ 40417 h 136326"/>
                <a:gd name="connsiteX18" fmla="*/ 14114 w 136647"/>
                <a:gd name="connsiteY18" fmla="*/ 52927 h 136326"/>
                <a:gd name="connsiteX19" fmla="*/ 0 w 136647"/>
                <a:gd name="connsiteY19" fmla="*/ 59984 h 136326"/>
                <a:gd name="connsiteX20" fmla="*/ 0 w 136647"/>
                <a:gd name="connsiteY20" fmla="*/ 76022 h 136326"/>
                <a:gd name="connsiteX21" fmla="*/ 14114 w 136647"/>
                <a:gd name="connsiteY21" fmla="*/ 83079 h 136326"/>
                <a:gd name="connsiteX22" fmla="*/ 19246 w 136647"/>
                <a:gd name="connsiteY22" fmla="*/ 95589 h 136326"/>
                <a:gd name="connsiteX23" fmla="*/ 14435 w 136647"/>
                <a:gd name="connsiteY23" fmla="*/ 110665 h 136326"/>
                <a:gd name="connsiteX24" fmla="*/ 25661 w 136647"/>
                <a:gd name="connsiteY24" fmla="*/ 121892 h 136326"/>
                <a:gd name="connsiteX25" fmla="*/ 40738 w 136647"/>
                <a:gd name="connsiteY25" fmla="*/ 117080 h 136326"/>
                <a:gd name="connsiteX26" fmla="*/ 53247 w 136647"/>
                <a:gd name="connsiteY26" fmla="*/ 122212 h 136326"/>
                <a:gd name="connsiteX27" fmla="*/ 60304 w 136647"/>
                <a:gd name="connsiteY27" fmla="*/ 136326 h 136326"/>
                <a:gd name="connsiteX28" fmla="*/ 76343 w 136647"/>
                <a:gd name="connsiteY28" fmla="*/ 136326 h 136326"/>
                <a:gd name="connsiteX29" fmla="*/ 83400 w 136647"/>
                <a:gd name="connsiteY29" fmla="*/ 122212 h 136326"/>
                <a:gd name="connsiteX30" fmla="*/ 95910 w 136647"/>
                <a:gd name="connsiteY30" fmla="*/ 117080 h 136326"/>
                <a:gd name="connsiteX31" fmla="*/ 110986 w 136647"/>
                <a:gd name="connsiteY31" fmla="*/ 122212 h 136326"/>
                <a:gd name="connsiteX32" fmla="*/ 122213 w 136647"/>
                <a:gd name="connsiteY32" fmla="*/ 110665 h 136326"/>
                <a:gd name="connsiteX33" fmla="*/ 117401 w 136647"/>
                <a:gd name="connsiteY33" fmla="*/ 95910 h 136326"/>
                <a:gd name="connsiteX34" fmla="*/ 122533 w 136647"/>
                <a:gd name="connsiteY34" fmla="*/ 83400 h 136326"/>
                <a:gd name="connsiteX35" fmla="*/ 136647 w 136647"/>
                <a:gd name="connsiteY35" fmla="*/ 76343 h 136326"/>
                <a:gd name="connsiteX36" fmla="*/ 136647 w 136647"/>
                <a:gd name="connsiteY36" fmla="*/ 60304 h 136326"/>
                <a:gd name="connsiteX37" fmla="*/ 122533 w 136647"/>
                <a:gd name="connsiteY37" fmla="*/ 53247 h 136326"/>
                <a:gd name="connsiteX38" fmla="*/ 117401 w 136647"/>
                <a:gd name="connsiteY38" fmla="*/ 40737 h 13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6647" h="136326">
                  <a:moveTo>
                    <a:pt x="68324" y="92381"/>
                  </a:moveTo>
                  <a:cubicBezTo>
                    <a:pt x="54851" y="92381"/>
                    <a:pt x="44266" y="81475"/>
                    <a:pt x="44266" y="68324"/>
                  </a:cubicBezTo>
                  <a:cubicBezTo>
                    <a:pt x="44266" y="54851"/>
                    <a:pt x="55172" y="44266"/>
                    <a:pt x="68324" y="44266"/>
                  </a:cubicBezTo>
                  <a:cubicBezTo>
                    <a:pt x="81796" y="44266"/>
                    <a:pt x="92381" y="55172"/>
                    <a:pt x="92381" y="68324"/>
                  </a:cubicBezTo>
                  <a:cubicBezTo>
                    <a:pt x="92381" y="81475"/>
                    <a:pt x="81796" y="92381"/>
                    <a:pt x="68324" y="92381"/>
                  </a:cubicBezTo>
                  <a:lnTo>
                    <a:pt x="68324" y="92381"/>
                  </a:lnTo>
                  <a:close/>
                  <a:moveTo>
                    <a:pt x="117401" y="40737"/>
                  </a:moveTo>
                  <a:lnTo>
                    <a:pt x="122533" y="25661"/>
                  </a:lnTo>
                  <a:lnTo>
                    <a:pt x="110986" y="14114"/>
                  </a:lnTo>
                  <a:lnTo>
                    <a:pt x="95910" y="19246"/>
                  </a:lnTo>
                  <a:cubicBezTo>
                    <a:pt x="92060" y="17001"/>
                    <a:pt x="87570" y="15397"/>
                    <a:pt x="83400" y="14114"/>
                  </a:cubicBezTo>
                  <a:lnTo>
                    <a:pt x="76343" y="0"/>
                  </a:lnTo>
                  <a:lnTo>
                    <a:pt x="60304" y="0"/>
                  </a:lnTo>
                  <a:lnTo>
                    <a:pt x="53247" y="14114"/>
                  </a:lnTo>
                  <a:cubicBezTo>
                    <a:pt x="48757" y="15397"/>
                    <a:pt x="44587" y="17001"/>
                    <a:pt x="40738" y="19246"/>
                  </a:cubicBezTo>
                  <a:lnTo>
                    <a:pt x="25661" y="14114"/>
                  </a:lnTo>
                  <a:lnTo>
                    <a:pt x="14435" y="25341"/>
                  </a:lnTo>
                  <a:lnTo>
                    <a:pt x="19246" y="40417"/>
                  </a:lnTo>
                  <a:cubicBezTo>
                    <a:pt x="17001" y="44266"/>
                    <a:pt x="15397" y="48757"/>
                    <a:pt x="14114" y="52927"/>
                  </a:cubicBezTo>
                  <a:lnTo>
                    <a:pt x="0" y="59984"/>
                  </a:lnTo>
                  <a:lnTo>
                    <a:pt x="0" y="76022"/>
                  </a:lnTo>
                  <a:lnTo>
                    <a:pt x="14114" y="83079"/>
                  </a:lnTo>
                  <a:cubicBezTo>
                    <a:pt x="15397" y="87570"/>
                    <a:pt x="17001" y="91740"/>
                    <a:pt x="19246" y="95589"/>
                  </a:cubicBezTo>
                  <a:lnTo>
                    <a:pt x="14435" y="110665"/>
                  </a:lnTo>
                  <a:lnTo>
                    <a:pt x="25661" y="121892"/>
                  </a:lnTo>
                  <a:lnTo>
                    <a:pt x="40738" y="117080"/>
                  </a:lnTo>
                  <a:cubicBezTo>
                    <a:pt x="44587" y="119326"/>
                    <a:pt x="48757" y="120929"/>
                    <a:pt x="53247" y="122212"/>
                  </a:cubicBezTo>
                  <a:lnTo>
                    <a:pt x="60304" y="136326"/>
                  </a:lnTo>
                  <a:lnTo>
                    <a:pt x="76343" y="136326"/>
                  </a:lnTo>
                  <a:lnTo>
                    <a:pt x="83400" y="122212"/>
                  </a:lnTo>
                  <a:cubicBezTo>
                    <a:pt x="87890" y="120929"/>
                    <a:pt x="92060" y="119326"/>
                    <a:pt x="95910" y="117080"/>
                  </a:cubicBezTo>
                  <a:lnTo>
                    <a:pt x="110986" y="122212"/>
                  </a:lnTo>
                  <a:lnTo>
                    <a:pt x="122213" y="110665"/>
                  </a:lnTo>
                  <a:lnTo>
                    <a:pt x="117401" y="95910"/>
                  </a:lnTo>
                  <a:cubicBezTo>
                    <a:pt x="119646" y="92060"/>
                    <a:pt x="121250" y="87890"/>
                    <a:pt x="122533" y="83400"/>
                  </a:cubicBezTo>
                  <a:lnTo>
                    <a:pt x="136647" y="76343"/>
                  </a:lnTo>
                  <a:lnTo>
                    <a:pt x="136647" y="60304"/>
                  </a:lnTo>
                  <a:lnTo>
                    <a:pt x="122533" y="53247"/>
                  </a:lnTo>
                  <a:cubicBezTo>
                    <a:pt x="121250" y="48757"/>
                    <a:pt x="119646" y="44587"/>
                    <a:pt x="117401" y="40737"/>
                  </a:cubicBez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grpSp>
      <p:sp>
        <p:nvSpPr>
          <p:cNvPr id="38" name="Graphic 36" descr="Coins">
            <a:extLst>
              <a:ext uri="{FF2B5EF4-FFF2-40B4-BE49-F238E27FC236}">
                <a16:creationId xmlns:a16="http://schemas.microsoft.com/office/drawing/2014/main" id="{389E1842-1FAD-4E11-BA96-6DC1419E4508}"/>
              </a:ext>
            </a:extLst>
          </p:cNvPr>
          <p:cNvSpPr/>
          <p:nvPr/>
        </p:nvSpPr>
        <p:spPr>
          <a:xfrm>
            <a:off x="7598953" y="4502700"/>
            <a:ext cx="221461" cy="189811"/>
          </a:xfrm>
          <a:custGeom>
            <a:avLst/>
            <a:gdLst>
              <a:gd name="connsiteX0" fmla="*/ 241005 w 259228"/>
              <a:gd name="connsiteY0" fmla="*/ 185151 h 222181"/>
              <a:gd name="connsiteX1" fmla="*/ 228662 w 259228"/>
              <a:gd name="connsiteY1" fmla="*/ 195643 h 222181"/>
              <a:gd name="connsiteX2" fmla="*/ 228662 w 259228"/>
              <a:gd name="connsiteY2" fmla="*/ 184534 h 222181"/>
              <a:gd name="connsiteX3" fmla="*/ 241005 w 259228"/>
              <a:gd name="connsiteY3" fmla="*/ 179597 h 222181"/>
              <a:gd name="connsiteX4" fmla="*/ 241005 w 259228"/>
              <a:gd name="connsiteY4" fmla="*/ 185151 h 222181"/>
              <a:gd name="connsiteX5" fmla="*/ 216318 w 259228"/>
              <a:gd name="connsiteY5" fmla="*/ 164785 h 222181"/>
              <a:gd name="connsiteX6" fmla="*/ 216318 w 259228"/>
              <a:gd name="connsiteY6" fmla="*/ 153676 h 222181"/>
              <a:gd name="connsiteX7" fmla="*/ 228662 w 259228"/>
              <a:gd name="connsiteY7" fmla="*/ 148738 h 222181"/>
              <a:gd name="connsiteX8" fmla="*/ 228662 w 259228"/>
              <a:gd name="connsiteY8" fmla="*/ 154293 h 222181"/>
              <a:gd name="connsiteX9" fmla="*/ 216318 w 259228"/>
              <a:gd name="connsiteY9" fmla="*/ 164785 h 222181"/>
              <a:gd name="connsiteX10" fmla="*/ 216318 w 259228"/>
              <a:gd name="connsiteY10" fmla="*/ 199346 h 222181"/>
              <a:gd name="connsiteX11" fmla="*/ 203975 w 259228"/>
              <a:gd name="connsiteY11" fmla="*/ 201506 h 222181"/>
              <a:gd name="connsiteX12" fmla="*/ 203975 w 259228"/>
              <a:gd name="connsiteY12" fmla="*/ 189471 h 222181"/>
              <a:gd name="connsiteX13" fmla="*/ 216318 w 259228"/>
              <a:gd name="connsiteY13" fmla="*/ 187620 h 222181"/>
              <a:gd name="connsiteX14" fmla="*/ 216318 w 259228"/>
              <a:gd name="connsiteY14" fmla="*/ 199346 h 222181"/>
              <a:gd name="connsiteX15" fmla="*/ 191632 w 259228"/>
              <a:gd name="connsiteY15" fmla="*/ 158613 h 222181"/>
              <a:gd name="connsiteX16" fmla="*/ 203975 w 259228"/>
              <a:gd name="connsiteY16" fmla="*/ 156761 h 222181"/>
              <a:gd name="connsiteX17" fmla="*/ 203975 w 259228"/>
              <a:gd name="connsiteY17" fmla="*/ 168488 h 222181"/>
              <a:gd name="connsiteX18" fmla="*/ 191632 w 259228"/>
              <a:gd name="connsiteY18" fmla="*/ 170648 h 222181"/>
              <a:gd name="connsiteX19" fmla="*/ 191632 w 259228"/>
              <a:gd name="connsiteY19" fmla="*/ 158613 h 222181"/>
              <a:gd name="connsiteX20" fmla="*/ 191632 w 259228"/>
              <a:gd name="connsiteY20" fmla="*/ 203049 h 222181"/>
              <a:gd name="connsiteX21" fmla="*/ 179288 w 259228"/>
              <a:gd name="connsiteY21" fmla="*/ 203666 h 222181"/>
              <a:gd name="connsiteX22" fmla="*/ 179288 w 259228"/>
              <a:gd name="connsiteY22" fmla="*/ 191323 h 222181"/>
              <a:gd name="connsiteX23" fmla="*/ 191632 w 259228"/>
              <a:gd name="connsiteY23" fmla="*/ 190706 h 222181"/>
              <a:gd name="connsiteX24" fmla="*/ 191632 w 259228"/>
              <a:gd name="connsiteY24" fmla="*/ 203049 h 222181"/>
              <a:gd name="connsiteX25" fmla="*/ 166945 w 259228"/>
              <a:gd name="connsiteY25" fmla="*/ 172808 h 222181"/>
              <a:gd name="connsiteX26" fmla="*/ 166945 w 259228"/>
              <a:gd name="connsiteY26" fmla="*/ 160464 h 222181"/>
              <a:gd name="connsiteX27" fmla="*/ 179288 w 259228"/>
              <a:gd name="connsiteY27" fmla="*/ 159847 h 222181"/>
              <a:gd name="connsiteX28" fmla="*/ 179288 w 259228"/>
              <a:gd name="connsiteY28" fmla="*/ 172191 h 222181"/>
              <a:gd name="connsiteX29" fmla="*/ 166945 w 259228"/>
              <a:gd name="connsiteY29" fmla="*/ 172808 h 222181"/>
              <a:gd name="connsiteX30" fmla="*/ 166945 w 259228"/>
              <a:gd name="connsiteY30" fmla="*/ 203666 h 222181"/>
              <a:gd name="connsiteX31" fmla="*/ 154601 w 259228"/>
              <a:gd name="connsiteY31" fmla="*/ 203049 h 222181"/>
              <a:gd name="connsiteX32" fmla="*/ 154601 w 259228"/>
              <a:gd name="connsiteY32" fmla="*/ 191323 h 222181"/>
              <a:gd name="connsiteX33" fmla="*/ 160773 w 259228"/>
              <a:gd name="connsiteY33" fmla="*/ 191323 h 222181"/>
              <a:gd name="connsiteX34" fmla="*/ 166945 w 259228"/>
              <a:gd name="connsiteY34" fmla="*/ 191323 h 222181"/>
              <a:gd name="connsiteX35" fmla="*/ 166945 w 259228"/>
              <a:gd name="connsiteY35" fmla="*/ 203666 h 222181"/>
              <a:gd name="connsiteX36" fmla="*/ 142258 w 259228"/>
              <a:gd name="connsiteY36" fmla="*/ 159847 h 222181"/>
              <a:gd name="connsiteX37" fmla="*/ 154601 w 259228"/>
              <a:gd name="connsiteY37" fmla="*/ 160464 h 222181"/>
              <a:gd name="connsiteX38" fmla="*/ 154601 w 259228"/>
              <a:gd name="connsiteY38" fmla="*/ 172808 h 222181"/>
              <a:gd name="connsiteX39" fmla="*/ 142258 w 259228"/>
              <a:gd name="connsiteY39" fmla="*/ 172191 h 222181"/>
              <a:gd name="connsiteX40" fmla="*/ 142258 w 259228"/>
              <a:gd name="connsiteY40" fmla="*/ 159847 h 222181"/>
              <a:gd name="connsiteX41" fmla="*/ 142258 w 259228"/>
              <a:gd name="connsiteY41" fmla="*/ 201506 h 222181"/>
              <a:gd name="connsiteX42" fmla="*/ 129914 w 259228"/>
              <a:gd name="connsiteY42" fmla="*/ 199346 h 222181"/>
              <a:gd name="connsiteX43" fmla="*/ 129914 w 259228"/>
              <a:gd name="connsiteY43" fmla="*/ 189471 h 222181"/>
              <a:gd name="connsiteX44" fmla="*/ 142258 w 259228"/>
              <a:gd name="connsiteY44" fmla="*/ 190706 h 222181"/>
              <a:gd name="connsiteX45" fmla="*/ 142258 w 259228"/>
              <a:gd name="connsiteY45" fmla="*/ 201506 h 222181"/>
              <a:gd name="connsiteX46" fmla="*/ 117571 w 259228"/>
              <a:gd name="connsiteY46" fmla="*/ 168488 h 222181"/>
              <a:gd name="connsiteX47" fmla="*/ 117571 w 259228"/>
              <a:gd name="connsiteY47" fmla="*/ 156453 h 222181"/>
              <a:gd name="connsiteX48" fmla="*/ 129914 w 259228"/>
              <a:gd name="connsiteY48" fmla="*/ 158304 h 222181"/>
              <a:gd name="connsiteX49" fmla="*/ 129914 w 259228"/>
              <a:gd name="connsiteY49" fmla="*/ 170648 h 222181"/>
              <a:gd name="connsiteX50" fmla="*/ 117571 w 259228"/>
              <a:gd name="connsiteY50" fmla="*/ 168488 h 222181"/>
              <a:gd name="connsiteX51" fmla="*/ 117571 w 259228"/>
              <a:gd name="connsiteY51" fmla="*/ 195643 h 222181"/>
              <a:gd name="connsiteX52" fmla="*/ 105228 w 259228"/>
              <a:gd name="connsiteY52" fmla="*/ 185151 h 222181"/>
              <a:gd name="connsiteX53" fmla="*/ 105228 w 259228"/>
              <a:gd name="connsiteY53" fmla="*/ 184534 h 222181"/>
              <a:gd name="connsiteX54" fmla="*/ 105536 w 259228"/>
              <a:gd name="connsiteY54" fmla="*/ 184534 h 222181"/>
              <a:gd name="connsiteX55" fmla="*/ 108005 w 259228"/>
              <a:gd name="connsiteY55" fmla="*/ 185151 h 222181"/>
              <a:gd name="connsiteX56" fmla="*/ 117571 w 259228"/>
              <a:gd name="connsiteY56" fmla="*/ 187311 h 222181"/>
              <a:gd name="connsiteX57" fmla="*/ 117571 w 259228"/>
              <a:gd name="connsiteY57" fmla="*/ 195643 h 222181"/>
              <a:gd name="connsiteX58" fmla="*/ 68197 w 259228"/>
              <a:gd name="connsiteY58" fmla="*/ 153676 h 222181"/>
              <a:gd name="connsiteX59" fmla="*/ 74369 w 259228"/>
              <a:gd name="connsiteY59" fmla="*/ 153984 h 222181"/>
              <a:gd name="connsiteX60" fmla="*/ 74369 w 259228"/>
              <a:gd name="connsiteY60" fmla="*/ 154293 h 222181"/>
              <a:gd name="connsiteX61" fmla="*/ 77455 w 259228"/>
              <a:gd name="connsiteY61" fmla="*/ 166328 h 222181"/>
              <a:gd name="connsiteX62" fmla="*/ 68197 w 259228"/>
              <a:gd name="connsiteY62" fmla="*/ 165710 h 222181"/>
              <a:gd name="connsiteX63" fmla="*/ 68197 w 259228"/>
              <a:gd name="connsiteY63" fmla="*/ 153676 h 222181"/>
              <a:gd name="connsiteX64" fmla="*/ 55854 w 259228"/>
              <a:gd name="connsiteY64" fmla="*/ 116645 h 222181"/>
              <a:gd name="connsiteX65" fmla="*/ 68197 w 259228"/>
              <a:gd name="connsiteY65" fmla="*/ 118497 h 222181"/>
              <a:gd name="connsiteX66" fmla="*/ 68197 w 259228"/>
              <a:gd name="connsiteY66" fmla="*/ 130840 h 222181"/>
              <a:gd name="connsiteX67" fmla="*/ 55854 w 259228"/>
              <a:gd name="connsiteY67" fmla="*/ 128680 h 222181"/>
              <a:gd name="connsiteX68" fmla="*/ 55854 w 259228"/>
              <a:gd name="connsiteY68" fmla="*/ 116645 h 222181"/>
              <a:gd name="connsiteX69" fmla="*/ 55854 w 259228"/>
              <a:gd name="connsiteY69" fmla="*/ 164476 h 222181"/>
              <a:gd name="connsiteX70" fmla="*/ 43511 w 259228"/>
              <a:gd name="connsiteY70" fmla="*/ 162316 h 222181"/>
              <a:gd name="connsiteX71" fmla="*/ 43511 w 259228"/>
              <a:gd name="connsiteY71" fmla="*/ 150281 h 222181"/>
              <a:gd name="connsiteX72" fmla="*/ 55854 w 259228"/>
              <a:gd name="connsiteY72" fmla="*/ 152133 h 222181"/>
              <a:gd name="connsiteX73" fmla="*/ 55854 w 259228"/>
              <a:gd name="connsiteY73" fmla="*/ 164476 h 222181"/>
              <a:gd name="connsiteX74" fmla="*/ 31167 w 259228"/>
              <a:gd name="connsiteY74" fmla="*/ 114177 h 222181"/>
              <a:gd name="connsiteX75" fmla="*/ 31167 w 259228"/>
              <a:gd name="connsiteY75" fmla="*/ 108622 h 222181"/>
              <a:gd name="connsiteX76" fmla="*/ 43511 w 259228"/>
              <a:gd name="connsiteY76" fmla="*/ 113251 h 222181"/>
              <a:gd name="connsiteX77" fmla="*/ 43511 w 259228"/>
              <a:gd name="connsiteY77" fmla="*/ 124669 h 222181"/>
              <a:gd name="connsiteX78" fmla="*/ 31167 w 259228"/>
              <a:gd name="connsiteY78" fmla="*/ 114177 h 222181"/>
              <a:gd name="connsiteX79" fmla="*/ 31167 w 259228"/>
              <a:gd name="connsiteY79" fmla="*/ 158613 h 222181"/>
              <a:gd name="connsiteX80" fmla="*/ 18824 w 259228"/>
              <a:gd name="connsiteY80" fmla="*/ 148121 h 222181"/>
              <a:gd name="connsiteX81" fmla="*/ 18824 w 259228"/>
              <a:gd name="connsiteY81" fmla="*/ 142566 h 222181"/>
              <a:gd name="connsiteX82" fmla="*/ 31167 w 259228"/>
              <a:gd name="connsiteY82" fmla="*/ 147195 h 222181"/>
              <a:gd name="connsiteX83" fmla="*/ 31167 w 259228"/>
              <a:gd name="connsiteY83" fmla="*/ 158613 h 222181"/>
              <a:gd name="connsiteX84" fmla="*/ 18824 w 259228"/>
              <a:gd name="connsiteY84" fmla="*/ 62334 h 222181"/>
              <a:gd name="connsiteX85" fmla="*/ 31167 w 259228"/>
              <a:gd name="connsiteY85" fmla="*/ 66963 h 222181"/>
              <a:gd name="connsiteX86" fmla="*/ 31167 w 259228"/>
              <a:gd name="connsiteY86" fmla="*/ 78381 h 222181"/>
              <a:gd name="connsiteX87" fmla="*/ 18824 w 259228"/>
              <a:gd name="connsiteY87" fmla="*/ 67889 h 222181"/>
              <a:gd name="connsiteX88" fmla="*/ 18824 w 259228"/>
              <a:gd name="connsiteY88" fmla="*/ 62334 h 222181"/>
              <a:gd name="connsiteX89" fmla="*/ 55854 w 259228"/>
              <a:gd name="connsiteY89" fmla="*/ 72209 h 222181"/>
              <a:gd name="connsiteX90" fmla="*/ 55854 w 259228"/>
              <a:gd name="connsiteY90" fmla="*/ 84552 h 222181"/>
              <a:gd name="connsiteX91" fmla="*/ 43511 w 259228"/>
              <a:gd name="connsiteY91" fmla="*/ 82392 h 222181"/>
              <a:gd name="connsiteX92" fmla="*/ 43511 w 259228"/>
              <a:gd name="connsiteY92" fmla="*/ 70357 h 222181"/>
              <a:gd name="connsiteX93" fmla="*/ 55854 w 259228"/>
              <a:gd name="connsiteY93" fmla="*/ 72209 h 222181"/>
              <a:gd name="connsiteX94" fmla="*/ 86713 w 259228"/>
              <a:gd name="connsiteY94" fmla="*/ 18515 h 222181"/>
              <a:gd name="connsiteX95" fmla="*/ 154601 w 259228"/>
              <a:gd name="connsiteY95" fmla="*/ 37030 h 222181"/>
              <a:gd name="connsiteX96" fmla="*/ 86713 w 259228"/>
              <a:gd name="connsiteY96" fmla="*/ 55545 h 222181"/>
              <a:gd name="connsiteX97" fmla="*/ 18824 w 259228"/>
              <a:gd name="connsiteY97" fmla="*/ 37030 h 222181"/>
              <a:gd name="connsiteX98" fmla="*/ 86713 w 259228"/>
              <a:gd name="connsiteY98" fmla="*/ 18515 h 222181"/>
              <a:gd name="connsiteX99" fmla="*/ 105228 w 259228"/>
              <a:gd name="connsiteY99" fmla="*/ 164785 h 222181"/>
              <a:gd name="connsiteX100" fmla="*/ 92884 w 259228"/>
              <a:gd name="connsiteY100" fmla="*/ 154293 h 222181"/>
              <a:gd name="connsiteX101" fmla="*/ 92884 w 259228"/>
              <a:gd name="connsiteY101" fmla="*/ 148738 h 222181"/>
              <a:gd name="connsiteX102" fmla="*/ 105228 w 259228"/>
              <a:gd name="connsiteY102" fmla="*/ 153367 h 222181"/>
              <a:gd name="connsiteX103" fmla="*/ 105228 w 259228"/>
              <a:gd name="connsiteY103" fmla="*/ 164785 h 222181"/>
              <a:gd name="connsiteX104" fmla="*/ 142258 w 259228"/>
              <a:gd name="connsiteY104" fmla="*/ 78381 h 222181"/>
              <a:gd name="connsiteX105" fmla="*/ 142258 w 259228"/>
              <a:gd name="connsiteY105" fmla="*/ 67272 h 222181"/>
              <a:gd name="connsiteX106" fmla="*/ 154601 w 259228"/>
              <a:gd name="connsiteY106" fmla="*/ 62334 h 222181"/>
              <a:gd name="connsiteX107" fmla="*/ 154601 w 259228"/>
              <a:gd name="connsiteY107" fmla="*/ 67889 h 222181"/>
              <a:gd name="connsiteX108" fmla="*/ 142258 w 259228"/>
              <a:gd name="connsiteY108" fmla="*/ 78381 h 222181"/>
              <a:gd name="connsiteX109" fmla="*/ 117571 w 259228"/>
              <a:gd name="connsiteY109" fmla="*/ 84244 h 222181"/>
              <a:gd name="connsiteX110" fmla="*/ 117571 w 259228"/>
              <a:gd name="connsiteY110" fmla="*/ 72209 h 222181"/>
              <a:gd name="connsiteX111" fmla="*/ 129914 w 259228"/>
              <a:gd name="connsiteY111" fmla="*/ 70357 h 222181"/>
              <a:gd name="connsiteX112" fmla="*/ 129914 w 259228"/>
              <a:gd name="connsiteY112" fmla="*/ 82084 h 222181"/>
              <a:gd name="connsiteX113" fmla="*/ 117571 w 259228"/>
              <a:gd name="connsiteY113" fmla="*/ 84244 h 222181"/>
              <a:gd name="connsiteX114" fmla="*/ 92884 w 259228"/>
              <a:gd name="connsiteY114" fmla="*/ 86404 h 222181"/>
              <a:gd name="connsiteX115" fmla="*/ 92884 w 259228"/>
              <a:gd name="connsiteY115" fmla="*/ 74061 h 222181"/>
              <a:gd name="connsiteX116" fmla="*/ 105228 w 259228"/>
              <a:gd name="connsiteY116" fmla="*/ 73443 h 222181"/>
              <a:gd name="connsiteX117" fmla="*/ 105228 w 259228"/>
              <a:gd name="connsiteY117" fmla="*/ 85787 h 222181"/>
              <a:gd name="connsiteX118" fmla="*/ 92884 w 259228"/>
              <a:gd name="connsiteY118" fmla="*/ 86404 h 222181"/>
              <a:gd name="connsiteX119" fmla="*/ 68197 w 259228"/>
              <a:gd name="connsiteY119" fmla="*/ 85787 h 222181"/>
              <a:gd name="connsiteX120" fmla="*/ 68197 w 259228"/>
              <a:gd name="connsiteY120" fmla="*/ 73443 h 222181"/>
              <a:gd name="connsiteX121" fmla="*/ 80541 w 259228"/>
              <a:gd name="connsiteY121" fmla="*/ 74061 h 222181"/>
              <a:gd name="connsiteX122" fmla="*/ 80541 w 259228"/>
              <a:gd name="connsiteY122" fmla="*/ 86404 h 222181"/>
              <a:gd name="connsiteX123" fmla="*/ 68197 w 259228"/>
              <a:gd name="connsiteY123" fmla="*/ 85787 h 222181"/>
              <a:gd name="connsiteX124" fmla="*/ 228662 w 259228"/>
              <a:gd name="connsiteY124" fmla="*/ 123434 h 222181"/>
              <a:gd name="connsiteX125" fmla="*/ 160773 w 259228"/>
              <a:gd name="connsiteY125" fmla="*/ 141949 h 222181"/>
              <a:gd name="connsiteX126" fmla="*/ 92884 w 259228"/>
              <a:gd name="connsiteY126" fmla="*/ 123434 h 222181"/>
              <a:gd name="connsiteX127" fmla="*/ 160773 w 259228"/>
              <a:gd name="connsiteY127" fmla="*/ 104919 h 222181"/>
              <a:gd name="connsiteX128" fmla="*/ 228662 w 259228"/>
              <a:gd name="connsiteY128" fmla="*/ 123434 h 222181"/>
              <a:gd name="connsiteX129" fmla="*/ 247177 w 259228"/>
              <a:gd name="connsiteY129" fmla="*/ 132692 h 222181"/>
              <a:gd name="connsiteX130" fmla="*/ 247177 w 259228"/>
              <a:gd name="connsiteY130" fmla="*/ 123434 h 222181"/>
              <a:gd name="connsiteX131" fmla="*/ 213541 w 259228"/>
              <a:gd name="connsiteY131" fmla="*/ 92576 h 222181"/>
              <a:gd name="connsiteX132" fmla="*/ 184843 w 259228"/>
              <a:gd name="connsiteY132" fmla="*/ 87638 h 222181"/>
              <a:gd name="connsiteX133" fmla="*/ 185151 w 259228"/>
              <a:gd name="connsiteY133" fmla="*/ 83318 h 222181"/>
              <a:gd name="connsiteX134" fmla="*/ 172808 w 259228"/>
              <a:gd name="connsiteY134" fmla="*/ 61717 h 222181"/>
              <a:gd name="connsiteX135" fmla="*/ 172808 w 259228"/>
              <a:gd name="connsiteY135" fmla="*/ 37030 h 222181"/>
              <a:gd name="connsiteX136" fmla="*/ 139172 w 259228"/>
              <a:gd name="connsiteY136" fmla="*/ 6172 h 222181"/>
              <a:gd name="connsiteX137" fmla="*/ 86404 w 259228"/>
              <a:gd name="connsiteY137" fmla="*/ 0 h 222181"/>
              <a:gd name="connsiteX138" fmla="*/ 0 w 259228"/>
              <a:gd name="connsiteY138" fmla="*/ 37030 h 222181"/>
              <a:gd name="connsiteX139" fmla="*/ 0 w 259228"/>
              <a:gd name="connsiteY139" fmla="*/ 67889 h 222181"/>
              <a:gd name="connsiteX140" fmla="*/ 12343 w 259228"/>
              <a:gd name="connsiteY140" fmla="*/ 89490 h 222181"/>
              <a:gd name="connsiteX141" fmla="*/ 12343 w 259228"/>
              <a:gd name="connsiteY141" fmla="*/ 95353 h 222181"/>
              <a:gd name="connsiteX142" fmla="*/ 0 w 259228"/>
              <a:gd name="connsiteY142" fmla="*/ 117262 h 222181"/>
              <a:gd name="connsiteX143" fmla="*/ 0 w 259228"/>
              <a:gd name="connsiteY143" fmla="*/ 148121 h 222181"/>
              <a:gd name="connsiteX144" fmla="*/ 33636 w 259228"/>
              <a:gd name="connsiteY144" fmla="*/ 178980 h 222181"/>
              <a:gd name="connsiteX145" fmla="*/ 86404 w 259228"/>
              <a:gd name="connsiteY145" fmla="*/ 185151 h 222181"/>
              <a:gd name="connsiteX146" fmla="*/ 120040 w 259228"/>
              <a:gd name="connsiteY146" fmla="*/ 216010 h 222181"/>
              <a:gd name="connsiteX147" fmla="*/ 172808 w 259228"/>
              <a:gd name="connsiteY147" fmla="*/ 222182 h 222181"/>
              <a:gd name="connsiteX148" fmla="*/ 259212 w 259228"/>
              <a:gd name="connsiteY148" fmla="*/ 185151 h 222181"/>
              <a:gd name="connsiteX149" fmla="*/ 259212 w 259228"/>
              <a:gd name="connsiteY149" fmla="*/ 154293 h 222181"/>
              <a:gd name="connsiteX150" fmla="*/ 247177 w 259228"/>
              <a:gd name="connsiteY150" fmla="*/ 132692 h 222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259228" h="222181">
                <a:moveTo>
                  <a:pt x="241005" y="185151"/>
                </a:moveTo>
                <a:cubicBezTo>
                  <a:pt x="241005" y="189163"/>
                  <a:pt x="236376" y="192866"/>
                  <a:pt x="228662" y="195643"/>
                </a:cubicBezTo>
                <a:lnTo>
                  <a:pt x="228662" y="184534"/>
                </a:lnTo>
                <a:cubicBezTo>
                  <a:pt x="232982" y="183300"/>
                  <a:pt x="237302" y="181448"/>
                  <a:pt x="241005" y="179597"/>
                </a:cubicBezTo>
                <a:lnTo>
                  <a:pt x="241005" y="185151"/>
                </a:lnTo>
                <a:close/>
                <a:moveTo>
                  <a:pt x="216318" y="164785"/>
                </a:moveTo>
                <a:lnTo>
                  <a:pt x="216318" y="153676"/>
                </a:lnTo>
                <a:cubicBezTo>
                  <a:pt x="220639" y="152441"/>
                  <a:pt x="224959" y="150590"/>
                  <a:pt x="228662" y="148738"/>
                </a:cubicBezTo>
                <a:lnTo>
                  <a:pt x="228662" y="154293"/>
                </a:lnTo>
                <a:cubicBezTo>
                  <a:pt x="228662" y="158304"/>
                  <a:pt x="224033" y="162007"/>
                  <a:pt x="216318" y="164785"/>
                </a:cubicBezTo>
                <a:close/>
                <a:moveTo>
                  <a:pt x="216318" y="199346"/>
                </a:moveTo>
                <a:cubicBezTo>
                  <a:pt x="212615" y="200272"/>
                  <a:pt x="208295" y="200889"/>
                  <a:pt x="203975" y="201506"/>
                </a:cubicBezTo>
                <a:lnTo>
                  <a:pt x="203975" y="189471"/>
                </a:lnTo>
                <a:cubicBezTo>
                  <a:pt x="207987" y="188854"/>
                  <a:pt x="212307" y="188237"/>
                  <a:pt x="216318" y="187620"/>
                </a:cubicBezTo>
                <a:lnTo>
                  <a:pt x="216318" y="199346"/>
                </a:lnTo>
                <a:close/>
                <a:moveTo>
                  <a:pt x="191632" y="158613"/>
                </a:moveTo>
                <a:cubicBezTo>
                  <a:pt x="195643" y="157996"/>
                  <a:pt x="199963" y="157379"/>
                  <a:pt x="203975" y="156761"/>
                </a:cubicBezTo>
                <a:lnTo>
                  <a:pt x="203975" y="168488"/>
                </a:lnTo>
                <a:cubicBezTo>
                  <a:pt x="200272" y="169413"/>
                  <a:pt x="195952" y="170031"/>
                  <a:pt x="191632" y="170648"/>
                </a:cubicBezTo>
                <a:lnTo>
                  <a:pt x="191632" y="158613"/>
                </a:lnTo>
                <a:close/>
                <a:moveTo>
                  <a:pt x="191632" y="203049"/>
                </a:moveTo>
                <a:cubicBezTo>
                  <a:pt x="187620" y="203358"/>
                  <a:pt x="183608" y="203666"/>
                  <a:pt x="179288" y="203666"/>
                </a:cubicBezTo>
                <a:lnTo>
                  <a:pt x="179288" y="191323"/>
                </a:lnTo>
                <a:cubicBezTo>
                  <a:pt x="182991" y="191323"/>
                  <a:pt x="187311" y="191014"/>
                  <a:pt x="191632" y="190706"/>
                </a:cubicBezTo>
                <a:lnTo>
                  <a:pt x="191632" y="203049"/>
                </a:lnTo>
                <a:close/>
                <a:moveTo>
                  <a:pt x="166945" y="172808"/>
                </a:moveTo>
                <a:lnTo>
                  <a:pt x="166945" y="160464"/>
                </a:lnTo>
                <a:cubicBezTo>
                  <a:pt x="170648" y="160464"/>
                  <a:pt x="174968" y="160156"/>
                  <a:pt x="179288" y="159847"/>
                </a:cubicBezTo>
                <a:lnTo>
                  <a:pt x="179288" y="172191"/>
                </a:lnTo>
                <a:cubicBezTo>
                  <a:pt x="175277" y="172499"/>
                  <a:pt x="171265" y="172499"/>
                  <a:pt x="166945" y="172808"/>
                </a:cubicBezTo>
                <a:close/>
                <a:moveTo>
                  <a:pt x="166945" y="203666"/>
                </a:moveTo>
                <a:cubicBezTo>
                  <a:pt x="162625" y="203666"/>
                  <a:pt x="158613" y="203358"/>
                  <a:pt x="154601" y="203049"/>
                </a:cubicBezTo>
                <a:lnTo>
                  <a:pt x="154601" y="191323"/>
                </a:lnTo>
                <a:cubicBezTo>
                  <a:pt x="156761" y="191323"/>
                  <a:pt x="158613" y="191323"/>
                  <a:pt x="160773" y="191323"/>
                </a:cubicBezTo>
                <a:cubicBezTo>
                  <a:pt x="162625" y="191323"/>
                  <a:pt x="164785" y="191323"/>
                  <a:pt x="166945" y="191323"/>
                </a:cubicBezTo>
                <a:lnTo>
                  <a:pt x="166945" y="203666"/>
                </a:lnTo>
                <a:close/>
                <a:moveTo>
                  <a:pt x="142258" y="159847"/>
                </a:moveTo>
                <a:cubicBezTo>
                  <a:pt x="146269" y="160156"/>
                  <a:pt x="150281" y="160464"/>
                  <a:pt x="154601" y="160464"/>
                </a:cubicBezTo>
                <a:lnTo>
                  <a:pt x="154601" y="172808"/>
                </a:lnTo>
                <a:cubicBezTo>
                  <a:pt x="150281" y="172808"/>
                  <a:pt x="146269" y="172499"/>
                  <a:pt x="142258" y="172191"/>
                </a:cubicBezTo>
                <a:lnTo>
                  <a:pt x="142258" y="159847"/>
                </a:lnTo>
                <a:close/>
                <a:moveTo>
                  <a:pt x="142258" y="201506"/>
                </a:moveTo>
                <a:cubicBezTo>
                  <a:pt x="137938" y="200889"/>
                  <a:pt x="133617" y="200272"/>
                  <a:pt x="129914" y="199346"/>
                </a:cubicBezTo>
                <a:lnTo>
                  <a:pt x="129914" y="189471"/>
                </a:lnTo>
                <a:cubicBezTo>
                  <a:pt x="133926" y="190089"/>
                  <a:pt x="137938" y="190397"/>
                  <a:pt x="142258" y="190706"/>
                </a:cubicBezTo>
                <a:lnTo>
                  <a:pt x="142258" y="201506"/>
                </a:lnTo>
                <a:close/>
                <a:moveTo>
                  <a:pt x="117571" y="168488"/>
                </a:moveTo>
                <a:lnTo>
                  <a:pt x="117571" y="156453"/>
                </a:lnTo>
                <a:cubicBezTo>
                  <a:pt x="121583" y="157070"/>
                  <a:pt x="125594" y="157996"/>
                  <a:pt x="129914" y="158304"/>
                </a:cubicBezTo>
                <a:lnTo>
                  <a:pt x="129914" y="170648"/>
                </a:lnTo>
                <a:cubicBezTo>
                  <a:pt x="125594" y="170031"/>
                  <a:pt x="121274" y="169413"/>
                  <a:pt x="117571" y="168488"/>
                </a:cubicBezTo>
                <a:close/>
                <a:moveTo>
                  <a:pt x="117571" y="195643"/>
                </a:moveTo>
                <a:cubicBezTo>
                  <a:pt x="109856" y="192557"/>
                  <a:pt x="105228" y="188854"/>
                  <a:pt x="105228" y="185151"/>
                </a:cubicBezTo>
                <a:lnTo>
                  <a:pt x="105228" y="184534"/>
                </a:lnTo>
                <a:cubicBezTo>
                  <a:pt x="105228" y="184534"/>
                  <a:pt x="105228" y="184534"/>
                  <a:pt x="105536" y="184534"/>
                </a:cubicBezTo>
                <a:cubicBezTo>
                  <a:pt x="106462" y="184843"/>
                  <a:pt x="107079" y="185151"/>
                  <a:pt x="108005" y="185151"/>
                </a:cubicBezTo>
                <a:cubicBezTo>
                  <a:pt x="111091" y="186077"/>
                  <a:pt x="114177" y="186694"/>
                  <a:pt x="117571" y="187311"/>
                </a:cubicBezTo>
                <a:lnTo>
                  <a:pt x="117571" y="195643"/>
                </a:lnTo>
                <a:close/>
                <a:moveTo>
                  <a:pt x="68197" y="153676"/>
                </a:moveTo>
                <a:cubicBezTo>
                  <a:pt x="70357" y="153676"/>
                  <a:pt x="72209" y="153984"/>
                  <a:pt x="74369" y="153984"/>
                </a:cubicBezTo>
                <a:lnTo>
                  <a:pt x="74369" y="154293"/>
                </a:lnTo>
                <a:cubicBezTo>
                  <a:pt x="74369" y="158613"/>
                  <a:pt x="75295" y="162933"/>
                  <a:pt x="77455" y="166328"/>
                </a:cubicBezTo>
                <a:cubicBezTo>
                  <a:pt x="74369" y="166328"/>
                  <a:pt x="71283" y="166019"/>
                  <a:pt x="68197" y="165710"/>
                </a:cubicBezTo>
                <a:lnTo>
                  <a:pt x="68197" y="153676"/>
                </a:lnTo>
                <a:close/>
                <a:moveTo>
                  <a:pt x="55854" y="116645"/>
                </a:moveTo>
                <a:cubicBezTo>
                  <a:pt x="59866" y="117262"/>
                  <a:pt x="63877" y="118188"/>
                  <a:pt x="68197" y="118497"/>
                </a:cubicBezTo>
                <a:lnTo>
                  <a:pt x="68197" y="130840"/>
                </a:lnTo>
                <a:cubicBezTo>
                  <a:pt x="63877" y="130223"/>
                  <a:pt x="59557" y="129606"/>
                  <a:pt x="55854" y="128680"/>
                </a:cubicBezTo>
                <a:lnTo>
                  <a:pt x="55854" y="116645"/>
                </a:lnTo>
                <a:close/>
                <a:moveTo>
                  <a:pt x="55854" y="164476"/>
                </a:moveTo>
                <a:cubicBezTo>
                  <a:pt x="51534" y="163859"/>
                  <a:pt x="47214" y="163242"/>
                  <a:pt x="43511" y="162316"/>
                </a:cubicBezTo>
                <a:lnTo>
                  <a:pt x="43511" y="150281"/>
                </a:lnTo>
                <a:cubicBezTo>
                  <a:pt x="47522" y="150898"/>
                  <a:pt x="51534" y="151824"/>
                  <a:pt x="55854" y="152133"/>
                </a:cubicBezTo>
                <a:lnTo>
                  <a:pt x="55854" y="164476"/>
                </a:lnTo>
                <a:close/>
                <a:moveTo>
                  <a:pt x="31167" y="114177"/>
                </a:moveTo>
                <a:lnTo>
                  <a:pt x="31167" y="108622"/>
                </a:lnTo>
                <a:cubicBezTo>
                  <a:pt x="34870" y="110474"/>
                  <a:pt x="38882" y="112017"/>
                  <a:pt x="43511" y="113251"/>
                </a:cubicBezTo>
                <a:lnTo>
                  <a:pt x="43511" y="124669"/>
                </a:lnTo>
                <a:cubicBezTo>
                  <a:pt x="35796" y="121891"/>
                  <a:pt x="31167" y="118188"/>
                  <a:pt x="31167" y="114177"/>
                </a:cubicBezTo>
                <a:close/>
                <a:moveTo>
                  <a:pt x="31167" y="158613"/>
                </a:moveTo>
                <a:cubicBezTo>
                  <a:pt x="23452" y="155527"/>
                  <a:pt x="18824" y="151824"/>
                  <a:pt x="18824" y="148121"/>
                </a:cubicBezTo>
                <a:lnTo>
                  <a:pt x="18824" y="142566"/>
                </a:lnTo>
                <a:cubicBezTo>
                  <a:pt x="22527" y="144418"/>
                  <a:pt x="26538" y="145961"/>
                  <a:pt x="31167" y="147195"/>
                </a:cubicBezTo>
                <a:lnTo>
                  <a:pt x="31167" y="158613"/>
                </a:lnTo>
                <a:close/>
                <a:moveTo>
                  <a:pt x="18824" y="62334"/>
                </a:moveTo>
                <a:cubicBezTo>
                  <a:pt x="22527" y="64186"/>
                  <a:pt x="26538" y="65729"/>
                  <a:pt x="31167" y="66963"/>
                </a:cubicBezTo>
                <a:lnTo>
                  <a:pt x="31167" y="78381"/>
                </a:lnTo>
                <a:cubicBezTo>
                  <a:pt x="23452" y="75295"/>
                  <a:pt x="18824" y="71592"/>
                  <a:pt x="18824" y="67889"/>
                </a:cubicBezTo>
                <a:lnTo>
                  <a:pt x="18824" y="62334"/>
                </a:lnTo>
                <a:close/>
                <a:moveTo>
                  <a:pt x="55854" y="72209"/>
                </a:moveTo>
                <a:lnTo>
                  <a:pt x="55854" y="84552"/>
                </a:lnTo>
                <a:cubicBezTo>
                  <a:pt x="51534" y="83935"/>
                  <a:pt x="47214" y="83318"/>
                  <a:pt x="43511" y="82392"/>
                </a:cubicBezTo>
                <a:lnTo>
                  <a:pt x="43511" y="70357"/>
                </a:lnTo>
                <a:cubicBezTo>
                  <a:pt x="47522" y="70975"/>
                  <a:pt x="51534" y="71592"/>
                  <a:pt x="55854" y="72209"/>
                </a:cubicBezTo>
                <a:close/>
                <a:moveTo>
                  <a:pt x="86713" y="18515"/>
                </a:moveTo>
                <a:cubicBezTo>
                  <a:pt x="124360" y="18515"/>
                  <a:pt x="154601" y="26847"/>
                  <a:pt x="154601" y="37030"/>
                </a:cubicBezTo>
                <a:cubicBezTo>
                  <a:pt x="154601" y="47214"/>
                  <a:pt x="124360" y="55545"/>
                  <a:pt x="86713" y="55545"/>
                </a:cubicBezTo>
                <a:cubicBezTo>
                  <a:pt x="49065" y="55545"/>
                  <a:pt x="18824" y="47214"/>
                  <a:pt x="18824" y="37030"/>
                </a:cubicBezTo>
                <a:cubicBezTo>
                  <a:pt x="18824" y="26847"/>
                  <a:pt x="49065" y="18515"/>
                  <a:pt x="86713" y="18515"/>
                </a:cubicBezTo>
                <a:close/>
                <a:moveTo>
                  <a:pt x="105228" y="164785"/>
                </a:moveTo>
                <a:cubicBezTo>
                  <a:pt x="97513" y="161699"/>
                  <a:pt x="92884" y="157996"/>
                  <a:pt x="92884" y="154293"/>
                </a:cubicBezTo>
                <a:lnTo>
                  <a:pt x="92884" y="148738"/>
                </a:lnTo>
                <a:cubicBezTo>
                  <a:pt x="96587" y="150590"/>
                  <a:pt x="100599" y="152133"/>
                  <a:pt x="105228" y="153367"/>
                </a:cubicBezTo>
                <a:lnTo>
                  <a:pt x="105228" y="164785"/>
                </a:lnTo>
                <a:close/>
                <a:moveTo>
                  <a:pt x="142258" y="78381"/>
                </a:moveTo>
                <a:lnTo>
                  <a:pt x="142258" y="67272"/>
                </a:lnTo>
                <a:cubicBezTo>
                  <a:pt x="146578" y="66037"/>
                  <a:pt x="150898" y="64186"/>
                  <a:pt x="154601" y="62334"/>
                </a:cubicBezTo>
                <a:lnTo>
                  <a:pt x="154601" y="67889"/>
                </a:lnTo>
                <a:cubicBezTo>
                  <a:pt x="154601" y="71900"/>
                  <a:pt x="149973" y="75603"/>
                  <a:pt x="142258" y="78381"/>
                </a:cubicBezTo>
                <a:close/>
                <a:moveTo>
                  <a:pt x="117571" y="84244"/>
                </a:moveTo>
                <a:lnTo>
                  <a:pt x="117571" y="72209"/>
                </a:lnTo>
                <a:cubicBezTo>
                  <a:pt x="121583" y="71592"/>
                  <a:pt x="125903" y="70975"/>
                  <a:pt x="129914" y="70357"/>
                </a:cubicBezTo>
                <a:lnTo>
                  <a:pt x="129914" y="82084"/>
                </a:lnTo>
                <a:cubicBezTo>
                  <a:pt x="126211" y="83009"/>
                  <a:pt x="121891" y="83627"/>
                  <a:pt x="117571" y="84244"/>
                </a:cubicBezTo>
                <a:close/>
                <a:moveTo>
                  <a:pt x="92884" y="86404"/>
                </a:moveTo>
                <a:lnTo>
                  <a:pt x="92884" y="74061"/>
                </a:lnTo>
                <a:cubicBezTo>
                  <a:pt x="96587" y="74061"/>
                  <a:pt x="100907" y="73752"/>
                  <a:pt x="105228" y="73443"/>
                </a:cubicBezTo>
                <a:lnTo>
                  <a:pt x="105228" y="85787"/>
                </a:lnTo>
                <a:cubicBezTo>
                  <a:pt x="101216" y="86095"/>
                  <a:pt x="97204" y="86095"/>
                  <a:pt x="92884" y="86404"/>
                </a:cubicBezTo>
                <a:close/>
                <a:moveTo>
                  <a:pt x="68197" y="85787"/>
                </a:moveTo>
                <a:lnTo>
                  <a:pt x="68197" y="73443"/>
                </a:lnTo>
                <a:cubicBezTo>
                  <a:pt x="72209" y="73752"/>
                  <a:pt x="76221" y="74061"/>
                  <a:pt x="80541" y="74061"/>
                </a:cubicBezTo>
                <a:lnTo>
                  <a:pt x="80541" y="86404"/>
                </a:lnTo>
                <a:cubicBezTo>
                  <a:pt x="76221" y="86095"/>
                  <a:pt x="72209" y="86095"/>
                  <a:pt x="68197" y="85787"/>
                </a:cubicBezTo>
                <a:close/>
                <a:moveTo>
                  <a:pt x="228662" y="123434"/>
                </a:moveTo>
                <a:cubicBezTo>
                  <a:pt x="228662" y="133617"/>
                  <a:pt x="198420" y="141949"/>
                  <a:pt x="160773" y="141949"/>
                </a:cubicBezTo>
                <a:cubicBezTo>
                  <a:pt x="123126" y="141949"/>
                  <a:pt x="92884" y="133617"/>
                  <a:pt x="92884" y="123434"/>
                </a:cubicBezTo>
                <a:cubicBezTo>
                  <a:pt x="92884" y="113251"/>
                  <a:pt x="123126" y="104919"/>
                  <a:pt x="160773" y="104919"/>
                </a:cubicBezTo>
                <a:cubicBezTo>
                  <a:pt x="198420" y="104919"/>
                  <a:pt x="228662" y="113251"/>
                  <a:pt x="228662" y="123434"/>
                </a:cubicBezTo>
                <a:close/>
                <a:moveTo>
                  <a:pt x="247177" y="132692"/>
                </a:moveTo>
                <a:lnTo>
                  <a:pt x="247177" y="123434"/>
                </a:lnTo>
                <a:cubicBezTo>
                  <a:pt x="247177" y="108931"/>
                  <a:pt x="235759" y="98439"/>
                  <a:pt x="213541" y="92576"/>
                </a:cubicBezTo>
                <a:cubicBezTo>
                  <a:pt x="205209" y="90416"/>
                  <a:pt x="195643" y="88564"/>
                  <a:pt x="184843" y="87638"/>
                </a:cubicBezTo>
                <a:cubicBezTo>
                  <a:pt x="185151" y="86404"/>
                  <a:pt x="185151" y="84861"/>
                  <a:pt x="185151" y="83318"/>
                </a:cubicBezTo>
                <a:cubicBezTo>
                  <a:pt x="185151" y="74678"/>
                  <a:pt x="181140" y="67272"/>
                  <a:pt x="172808" y="61717"/>
                </a:cubicBezTo>
                <a:lnTo>
                  <a:pt x="172808" y="37030"/>
                </a:lnTo>
                <a:cubicBezTo>
                  <a:pt x="172808" y="22527"/>
                  <a:pt x="161390" y="12035"/>
                  <a:pt x="139172" y="6172"/>
                </a:cubicBezTo>
                <a:cubicBezTo>
                  <a:pt x="124669" y="2160"/>
                  <a:pt x="106153" y="0"/>
                  <a:pt x="86404" y="0"/>
                </a:cubicBezTo>
                <a:cubicBezTo>
                  <a:pt x="60483" y="0"/>
                  <a:pt x="0" y="3703"/>
                  <a:pt x="0" y="37030"/>
                </a:cubicBezTo>
                <a:lnTo>
                  <a:pt x="0" y="67889"/>
                </a:lnTo>
                <a:cubicBezTo>
                  <a:pt x="0" y="76529"/>
                  <a:pt x="4012" y="83935"/>
                  <a:pt x="12343" y="89490"/>
                </a:cubicBezTo>
                <a:lnTo>
                  <a:pt x="12343" y="95353"/>
                </a:lnTo>
                <a:cubicBezTo>
                  <a:pt x="4937" y="100599"/>
                  <a:pt x="0" y="107696"/>
                  <a:pt x="0" y="117262"/>
                </a:cubicBezTo>
                <a:lnTo>
                  <a:pt x="0" y="148121"/>
                </a:lnTo>
                <a:cubicBezTo>
                  <a:pt x="0" y="162625"/>
                  <a:pt x="11418" y="173116"/>
                  <a:pt x="33636" y="178980"/>
                </a:cubicBezTo>
                <a:cubicBezTo>
                  <a:pt x="48139" y="182991"/>
                  <a:pt x="66654" y="185151"/>
                  <a:pt x="86404" y="185151"/>
                </a:cubicBezTo>
                <a:cubicBezTo>
                  <a:pt x="86404" y="199655"/>
                  <a:pt x="97822" y="210147"/>
                  <a:pt x="120040" y="216010"/>
                </a:cubicBezTo>
                <a:cubicBezTo>
                  <a:pt x="134543" y="220021"/>
                  <a:pt x="153058" y="222182"/>
                  <a:pt x="172808" y="222182"/>
                </a:cubicBezTo>
                <a:cubicBezTo>
                  <a:pt x="198729" y="222182"/>
                  <a:pt x="259212" y="218478"/>
                  <a:pt x="259212" y="185151"/>
                </a:cubicBezTo>
                <a:lnTo>
                  <a:pt x="259212" y="154293"/>
                </a:lnTo>
                <a:cubicBezTo>
                  <a:pt x="259520" y="145652"/>
                  <a:pt x="255509" y="138246"/>
                  <a:pt x="247177" y="132692"/>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grpSp>
        <p:nvGrpSpPr>
          <p:cNvPr id="39" name="Graphic 35" descr="Presentation with media">
            <a:extLst>
              <a:ext uri="{FF2B5EF4-FFF2-40B4-BE49-F238E27FC236}">
                <a16:creationId xmlns:a16="http://schemas.microsoft.com/office/drawing/2014/main" id="{E7646A57-E0A2-4927-8ADF-07D7FC471992}"/>
              </a:ext>
            </a:extLst>
          </p:cNvPr>
          <p:cNvGrpSpPr/>
          <p:nvPr/>
        </p:nvGrpSpPr>
        <p:grpSpPr>
          <a:xfrm>
            <a:off x="7330322" y="3966077"/>
            <a:ext cx="253083" cy="253083"/>
            <a:chOff x="7540819" y="3780023"/>
            <a:chExt cx="296242" cy="296242"/>
          </a:xfrm>
        </p:grpSpPr>
        <p:sp>
          <p:nvSpPr>
            <p:cNvPr id="40" name="Freeform: Shape 39">
              <a:extLst>
                <a:ext uri="{FF2B5EF4-FFF2-40B4-BE49-F238E27FC236}">
                  <a16:creationId xmlns:a16="http://schemas.microsoft.com/office/drawing/2014/main" id="{86921C5E-2EB5-4EB4-BBF7-18DF92C15170}"/>
                </a:ext>
              </a:extLst>
            </p:cNvPr>
            <p:cNvSpPr/>
            <p:nvPr/>
          </p:nvSpPr>
          <p:spPr>
            <a:xfrm>
              <a:off x="7667339" y="3863341"/>
              <a:ext cx="61717" cy="79645"/>
            </a:xfrm>
            <a:custGeom>
              <a:avLst/>
              <a:gdLst>
                <a:gd name="connsiteX0" fmla="*/ 0 w 61717"/>
                <a:gd name="connsiteY0" fmla="*/ 0 h 79645"/>
                <a:gd name="connsiteX1" fmla="*/ 61717 w 61717"/>
                <a:gd name="connsiteY1" fmla="*/ 39808 h 79645"/>
                <a:gd name="connsiteX2" fmla="*/ 0 w 61717"/>
                <a:gd name="connsiteY2" fmla="*/ 79646 h 79645"/>
                <a:gd name="connsiteX3" fmla="*/ 0 w 61717"/>
                <a:gd name="connsiteY3" fmla="*/ 0 h 79645"/>
              </a:gdLst>
              <a:ahLst/>
              <a:cxnLst>
                <a:cxn ang="0">
                  <a:pos x="connsiteX0" y="connsiteY0"/>
                </a:cxn>
                <a:cxn ang="0">
                  <a:pos x="connsiteX1" y="connsiteY1"/>
                </a:cxn>
                <a:cxn ang="0">
                  <a:pos x="connsiteX2" y="connsiteY2"/>
                </a:cxn>
                <a:cxn ang="0">
                  <a:pos x="connsiteX3" y="connsiteY3"/>
                </a:cxn>
              </a:cxnLst>
              <a:rect l="l" t="t" r="r" b="b"/>
              <a:pathLst>
                <a:path w="61717" h="79645">
                  <a:moveTo>
                    <a:pt x="0" y="0"/>
                  </a:moveTo>
                  <a:lnTo>
                    <a:pt x="61717" y="39808"/>
                  </a:lnTo>
                  <a:lnTo>
                    <a:pt x="0" y="79646"/>
                  </a:lnTo>
                  <a:lnTo>
                    <a:pt x="0" y="0"/>
                  </a:ln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41" name="Freeform: Shape 40">
              <a:extLst>
                <a:ext uri="{FF2B5EF4-FFF2-40B4-BE49-F238E27FC236}">
                  <a16:creationId xmlns:a16="http://schemas.microsoft.com/office/drawing/2014/main" id="{18E743F4-362B-438B-8F10-6A140F13BAA9}"/>
                </a:ext>
              </a:extLst>
            </p:cNvPr>
            <p:cNvSpPr/>
            <p:nvPr/>
          </p:nvSpPr>
          <p:spPr>
            <a:xfrm>
              <a:off x="7571677" y="3813967"/>
              <a:ext cx="234524" cy="231439"/>
            </a:xfrm>
            <a:custGeom>
              <a:avLst/>
              <a:gdLst>
                <a:gd name="connsiteX0" fmla="*/ 203666 w 234524"/>
                <a:gd name="connsiteY0" fmla="*/ 33944 h 231439"/>
                <a:gd name="connsiteX1" fmla="*/ 203666 w 234524"/>
                <a:gd name="connsiteY1" fmla="*/ 145035 h 231439"/>
                <a:gd name="connsiteX2" fmla="*/ 30859 w 234524"/>
                <a:gd name="connsiteY2" fmla="*/ 145035 h 231439"/>
                <a:gd name="connsiteX3" fmla="*/ 30859 w 234524"/>
                <a:gd name="connsiteY3" fmla="*/ 33944 h 231439"/>
                <a:gd name="connsiteX4" fmla="*/ 228353 w 234524"/>
                <a:gd name="connsiteY4" fmla="*/ 151207 h 231439"/>
                <a:gd name="connsiteX5" fmla="*/ 222182 w 234524"/>
                <a:gd name="connsiteY5" fmla="*/ 151207 h 231439"/>
                <a:gd name="connsiteX6" fmla="*/ 222182 w 234524"/>
                <a:gd name="connsiteY6" fmla="*/ 24687 h 231439"/>
                <a:gd name="connsiteX7" fmla="*/ 228353 w 234524"/>
                <a:gd name="connsiteY7" fmla="*/ 24687 h 231439"/>
                <a:gd name="connsiteX8" fmla="*/ 234525 w 234524"/>
                <a:gd name="connsiteY8" fmla="*/ 18515 h 231439"/>
                <a:gd name="connsiteX9" fmla="*/ 228353 w 234524"/>
                <a:gd name="connsiteY9" fmla="*/ 12343 h 231439"/>
                <a:gd name="connsiteX10" fmla="*/ 123434 w 234524"/>
                <a:gd name="connsiteY10" fmla="*/ 12343 h 231439"/>
                <a:gd name="connsiteX11" fmla="*/ 123434 w 234524"/>
                <a:gd name="connsiteY11" fmla="*/ 6172 h 231439"/>
                <a:gd name="connsiteX12" fmla="*/ 117262 w 234524"/>
                <a:gd name="connsiteY12" fmla="*/ 0 h 231439"/>
                <a:gd name="connsiteX13" fmla="*/ 111091 w 234524"/>
                <a:gd name="connsiteY13" fmla="*/ 6172 h 231439"/>
                <a:gd name="connsiteX14" fmla="*/ 111091 w 234524"/>
                <a:gd name="connsiteY14" fmla="*/ 12343 h 231439"/>
                <a:gd name="connsiteX15" fmla="*/ 6172 w 234524"/>
                <a:gd name="connsiteY15" fmla="*/ 12343 h 231439"/>
                <a:gd name="connsiteX16" fmla="*/ 0 w 234524"/>
                <a:gd name="connsiteY16" fmla="*/ 18515 h 231439"/>
                <a:gd name="connsiteX17" fmla="*/ 6172 w 234524"/>
                <a:gd name="connsiteY17" fmla="*/ 24687 h 231439"/>
                <a:gd name="connsiteX18" fmla="*/ 12343 w 234524"/>
                <a:gd name="connsiteY18" fmla="*/ 24687 h 231439"/>
                <a:gd name="connsiteX19" fmla="*/ 12343 w 234524"/>
                <a:gd name="connsiteY19" fmla="*/ 151207 h 231439"/>
                <a:gd name="connsiteX20" fmla="*/ 6172 w 234524"/>
                <a:gd name="connsiteY20" fmla="*/ 151207 h 231439"/>
                <a:gd name="connsiteX21" fmla="*/ 0 w 234524"/>
                <a:gd name="connsiteY21" fmla="*/ 157379 h 231439"/>
                <a:gd name="connsiteX22" fmla="*/ 6172 w 234524"/>
                <a:gd name="connsiteY22" fmla="*/ 163550 h 231439"/>
                <a:gd name="connsiteX23" fmla="*/ 100414 w 234524"/>
                <a:gd name="connsiteY23" fmla="*/ 163550 h 231439"/>
                <a:gd name="connsiteX24" fmla="*/ 52892 w 234524"/>
                <a:gd name="connsiteY24" fmla="*/ 211072 h 231439"/>
                <a:gd name="connsiteX25" fmla="*/ 52938 w 234524"/>
                <a:gd name="connsiteY25" fmla="*/ 219852 h 231439"/>
                <a:gd name="connsiteX26" fmla="*/ 61717 w 234524"/>
                <a:gd name="connsiteY26" fmla="*/ 219805 h 231439"/>
                <a:gd name="connsiteX27" fmla="*/ 111091 w 234524"/>
                <a:gd name="connsiteY27" fmla="*/ 170432 h 231439"/>
                <a:gd name="connsiteX28" fmla="*/ 111091 w 234524"/>
                <a:gd name="connsiteY28" fmla="*/ 225267 h 231439"/>
                <a:gd name="connsiteX29" fmla="*/ 117262 w 234524"/>
                <a:gd name="connsiteY29" fmla="*/ 231439 h 231439"/>
                <a:gd name="connsiteX30" fmla="*/ 123434 w 234524"/>
                <a:gd name="connsiteY30" fmla="*/ 225267 h 231439"/>
                <a:gd name="connsiteX31" fmla="*/ 123434 w 234524"/>
                <a:gd name="connsiteY31" fmla="*/ 170339 h 231439"/>
                <a:gd name="connsiteX32" fmla="*/ 172808 w 234524"/>
                <a:gd name="connsiteY32" fmla="*/ 219713 h 231439"/>
                <a:gd name="connsiteX33" fmla="*/ 181541 w 234524"/>
                <a:gd name="connsiteY33" fmla="*/ 219713 h 231439"/>
                <a:gd name="connsiteX34" fmla="*/ 181541 w 234524"/>
                <a:gd name="connsiteY34" fmla="*/ 210980 h 231439"/>
                <a:gd name="connsiteX35" fmla="*/ 134111 w 234524"/>
                <a:gd name="connsiteY35" fmla="*/ 163550 h 231439"/>
                <a:gd name="connsiteX36" fmla="*/ 228353 w 234524"/>
                <a:gd name="connsiteY36" fmla="*/ 163550 h 231439"/>
                <a:gd name="connsiteX37" fmla="*/ 234525 w 234524"/>
                <a:gd name="connsiteY37" fmla="*/ 157379 h 231439"/>
                <a:gd name="connsiteX38" fmla="*/ 228353 w 234524"/>
                <a:gd name="connsiteY38" fmla="*/ 151207 h 2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4524" h="231439">
                  <a:moveTo>
                    <a:pt x="203666" y="33944"/>
                  </a:moveTo>
                  <a:lnTo>
                    <a:pt x="203666" y="145035"/>
                  </a:lnTo>
                  <a:lnTo>
                    <a:pt x="30859" y="145035"/>
                  </a:lnTo>
                  <a:lnTo>
                    <a:pt x="30859" y="33944"/>
                  </a:lnTo>
                  <a:close/>
                  <a:moveTo>
                    <a:pt x="228353" y="151207"/>
                  </a:moveTo>
                  <a:lnTo>
                    <a:pt x="222182" y="151207"/>
                  </a:lnTo>
                  <a:lnTo>
                    <a:pt x="222182" y="24687"/>
                  </a:lnTo>
                  <a:lnTo>
                    <a:pt x="228353" y="24687"/>
                  </a:lnTo>
                  <a:cubicBezTo>
                    <a:pt x="231762" y="24687"/>
                    <a:pt x="234525" y="21924"/>
                    <a:pt x="234525" y="18515"/>
                  </a:cubicBezTo>
                  <a:cubicBezTo>
                    <a:pt x="234525" y="15106"/>
                    <a:pt x="231762" y="12343"/>
                    <a:pt x="228353" y="12343"/>
                  </a:cubicBezTo>
                  <a:lnTo>
                    <a:pt x="123434" y="12343"/>
                  </a:lnTo>
                  <a:lnTo>
                    <a:pt x="123434" y="6172"/>
                  </a:lnTo>
                  <a:cubicBezTo>
                    <a:pt x="123434" y="2763"/>
                    <a:pt x="120671" y="0"/>
                    <a:pt x="117262" y="0"/>
                  </a:cubicBezTo>
                  <a:cubicBezTo>
                    <a:pt x="113854" y="0"/>
                    <a:pt x="111091" y="2763"/>
                    <a:pt x="111091" y="6172"/>
                  </a:cubicBezTo>
                  <a:lnTo>
                    <a:pt x="111091" y="12343"/>
                  </a:lnTo>
                  <a:lnTo>
                    <a:pt x="6172" y="12343"/>
                  </a:lnTo>
                  <a:cubicBezTo>
                    <a:pt x="2763" y="12343"/>
                    <a:pt x="0" y="15106"/>
                    <a:pt x="0" y="18515"/>
                  </a:cubicBezTo>
                  <a:cubicBezTo>
                    <a:pt x="0" y="21924"/>
                    <a:pt x="2763" y="24687"/>
                    <a:pt x="6172" y="24687"/>
                  </a:cubicBezTo>
                  <a:lnTo>
                    <a:pt x="12343" y="24687"/>
                  </a:lnTo>
                  <a:lnTo>
                    <a:pt x="12343" y="151207"/>
                  </a:lnTo>
                  <a:lnTo>
                    <a:pt x="6172" y="151207"/>
                  </a:lnTo>
                  <a:cubicBezTo>
                    <a:pt x="2763" y="151207"/>
                    <a:pt x="0" y="153970"/>
                    <a:pt x="0" y="157379"/>
                  </a:cubicBezTo>
                  <a:cubicBezTo>
                    <a:pt x="0" y="160787"/>
                    <a:pt x="2763" y="163550"/>
                    <a:pt x="6172" y="163550"/>
                  </a:cubicBezTo>
                  <a:lnTo>
                    <a:pt x="100414" y="163550"/>
                  </a:lnTo>
                  <a:lnTo>
                    <a:pt x="52892" y="211072"/>
                  </a:lnTo>
                  <a:cubicBezTo>
                    <a:pt x="50480" y="213510"/>
                    <a:pt x="50501" y="217440"/>
                    <a:pt x="52938" y="219852"/>
                  </a:cubicBezTo>
                  <a:cubicBezTo>
                    <a:pt x="55375" y="222263"/>
                    <a:pt x="59305" y="222243"/>
                    <a:pt x="61717" y="219805"/>
                  </a:cubicBezTo>
                  <a:lnTo>
                    <a:pt x="111091" y="170432"/>
                  </a:lnTo>
                  <a:lnTo>
                    <a:pt x="111091" y="225267"/>
                  </a:lnTo>
                  <a:cubicBezTo>
                    <a:pt x="111091" y="228676"/>
                    <a:pt x="113854" y="231439"/>
                    <a:pt x="117262" y="231439"/>
                  </a:cubicBezTo>
                  <a:cubicBezTo>
                    <a:pt x="120671" y="231439"/>
                    <a:pt x="123434" y="228676"/>
                    <a:pt x="123434" y="225267"/>
                  </a:cubicBezTo>
                  <a:lnTo>
                    <a:pt x="123434" y="170339"/>
                  </a:lnTo>
                  <a:lnTo>
                    <a:pt x="172808" y="219713"/>
                  </a:lnTo>
                  <a:cubicBezTo>
                    <a:pt x="175219" y="222124"/>
                    <a:pt x="179129" y="222124"/>
                    <a:pt x="181541" y="219713"/>
                  </a:cubicBezTo>
                  <a:cubicBezTo>
                    <a:pt x="183952" y="217301"/>
                    <a:pt x="183952" y="213391"/>
                    <a:pt x="181541" y="210980"/>
                  </a:cubicBezTo>
                  <a:lnTo>
                    <a:pt x="134111" y="163550"/>
                  </a:lnTo>
                  <a:lnTo>
                    <a:pt x="228353" y="163550"/>
                  </a:lnTo>
                  <a:cubicBezTo>
                    <a:pt x="231762" y="163550"/>
                    <a:pt x="234525" y="160787"/>
                    <a:pt x="234525" y="157379"/>
                  </a:cubicBezTo>
                  <a:cubicBezTo>
                    <a:pt x="234525" y="153970"/>
                    <a:pt x="231762" y="151207"/>
                    <a:pt x="228353" y="151207"/>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grpSp>
      <p:grpSp>
        <p:nvGrpSpPr>
          <p:cNvPr id="42" name="Graphic 30" descr="Target">
            <a:extLst>
              <a:ext uri="{FF2B5EF4-FFF2-40B4-BE49-F238E27FC236}">
                <a16:creationId xmlns:a16="http://schemas.microsoft.com/office/drawing/2014/main" id="{48C71B33-EF31-4952-9BBF-1E56A7A72BDC}"/>
              </a:ext>
            </a:extLst>
          </p:cNvPr>
          <p:cNvGrpSpPr/>
          <p:nvPr/>
        </p:nvGrpSpPr>
        <p:grpSpPr>
          <a:xfrm>
            <a:off x="4574167" y="3956086"/>
            <a:ext cx="263073" cy="263073"/>
            <a:chOff x="4314636" y="3768328"/>
            <a:chExt cx="307937" cy="307937"/>
          </a:xfrm>
        </p:grpSpPr>
        <p:sp>
          <p:nvSpPr>
            <p:cNvPr id="43" name="Freeform: Shape 42">
              <a:extLst>
                <a:ext uri="{FF2B5EF4-FFF2-40B4-BE49-F238E27FC236}">
                  <a16:creationId xmlns:a16="http://schemas.microsoft.com/office/drawing/2014/main" id="{1988077A-AA21-4E09-8C12-6A0709A7C9E5}"/>
                </a:ext>
              </a:extLst>
            </p:cNvPr>
            <p:cNvSpPr/>
            <p:nvPr/>
          </p:nvSpPr>
          <p:spPr>
            <a:xfrm>
              <a:off x="4442943" y="3896635"/>
              <a:ext cx="51322" cy="51322"/>
            </a:xfrm>
            <a:custGeom>
              <a:avLst/>
              <a:gdLst>
                <a:gd name="connsiteX0" fmla="*/ 25661 w 51322"/>
                <a:gd name="connsiteY0" fmla="*/ 51323 h 51322"/>
                <a:gd name="connsiteX1" fmla="*/ 0 w 51322"/>
                <a:gd name="connsiteY1" fmla="*/ 25661 h 51322"/>
                <a:gd name="connsiteX2" fmla="*/ 25661 w 51322"/>
                <a:gd name="connsiteY2" fmla="*/ 0 h 51322"/>
                <a:gd name="connsiteX3" fmla="*/ 51323 w 51322"/>
                <a:gd name="connsiteY3" fmla="*/ 25661 h 51322"/>
                <a:gd name="connsiteX4" fmla="*/ 25661 w 51322"/>
                <a:gd name="connsiteY4" fmla="*/ 51323 h 51322"/>
                <a:gd name="connsiteX5" fmla="*/ 25661 w 51322"/>
                <a:gd name="connsiteY5" fmla="*/ 12831 h 51322"/>
                <a:gd name="connsiteX6" fmla="*/ 12831 w 51322"/>
                <a:gd name="connsiteY6" fmla="*/ 25661 h 51322"/>
                <a:gd name="connsiteX7" fmla="*/ 25661 w 51322"/>
                <a:gd name="connsiteY7" fmla="*/ 38492 h 51322"/>
                <a:gd name="connsiteX8" fmla="*/ 38492 w 51322"/>
                <a:gd name="connsiteY8" fmla="*/ 25661 h 51322"/>
                <a:gd name="connsiteX9" fmla="*/ 25661 w 51322"/>
                <a:gd name="connsiteY9" fmla="*/ 12831 h 5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22" h="51322">
                  <a:moveTo>
                    <a:pt x="25661" y="51323"/>
                  </a:moveTo>
                  <a:cubicBezTo>
                    <a:pt x="11489" y="51323"/>
                    <a:pt x="0" y="39834"/>
                    <a:pt x="0" y="25661"/>
                  </a:cubicBezTo>
                  <a:cubicBezTo>
                    <a:pt x="0" y="11489"/>
                    <a:pt x="11489" y="0"/>
                    <a:pt x="25661" y="0"/>
                  </a:cubicBezTo>
                  <a:cubicBezTo>
                    <a:pt x="39834" y="0"/>
                    <a:pt x="51323" y="11489"/>
                    <a:pt x="51323" y="25661"/>
                  </a:cubicBezTo>
                  <a:cubicBezTo>
                    <a:pt x="51323" y="39834"/>
                    <a:pt x="39834" y="51323"/>
                    <a:pt x="25661" y="51323"/>
                  </a:cubicBezTo>
                  <a:close/>
                  <a:moveTo>
                    <a:pt x="25661" y="12831"/>
                  </a:moveTo>
                  <a:cubicBezTo>
                    <a:pt x="18575" y="12831"/>
                    <a:pt x="12831" y="18575"/>
                    <a:pt x="12831" y="25661"/>
                  </a:cubicBezTo>
                  <a:cubicBezTo>
                    <a:pt x="12831" y="32747"/>
                    <a:pt x="18575" y="38492"/>
                    <a:pt x="25661" y="38492"/>
                  </a:cubicBezTo>
                  <a:cubicBezTo>
                    <a:pt x="32747" y="38492"/>
                    <a:pt x="38492" y="32747"/>
                    <a:pt x="38492" y="25661"/>
                  </a:cubicBezTo>
                  <a:cubicBezTo>
                    <a:pt x="38492" y="18575"/>
                    <a:pt x="32747" y="12831"/>
                    <a:pt x="25661" y="12831"/>
                  </a:cubicBez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44" name="Freeform: Shape 43">
              <a:extLst>
                <a:ext uri="{FF2B5EF4-FFF2-40B4-BE49-F238E27FC236}">
                  <a16:creationId xmlns:a16="http://schemas.microsoft.com/office/drawing/2014/main" id="{57C86E8B-BBAA-4536-9266-6BFCAFC93FC2}"/>
                </a:ext>
              </a:extLst>
            </p:cNvPr>
            <p:cNvSpPr/>
            <p:nvPr/>
          </p:nvSpPr>
          <p:spPr>
            <a:xfrm>
              <a:off x="4337089" y="3790781"/>
              <a:ext cx="263029" cy="263029"/>
            </a:xfrm>
            <a:custGeom>
              <a:avLst/>
              <a:gdLst>
                <a:gd name="connsiteX0" fmla="*/ 243783 w 263029"/>
                <a:gd name="connsiteY0" fmla="*/ 125099 h 263029"/>
                <a:gd name="connsiteX1" fmla="*/ 137930 w 263029"/>
                <a:gd name="connsiteY1" fmla="*/ 19246 h 263029"/>
                <a:gd name="connsiteX2" fmla="*/ 137930 w 263029"/>
                <a:gd name="connsiteY2" fmla="*/ 0 h 263029"/>
                <a:gd name="connsiteX3" fmla="*/ 125099 w 263029"/>
                <a:gd name="connsiteY3" fmla="*/ 0 h 263029"/>
                <a:gd name="connsiteX4" fmla="*/ 125099 w 263029"/>
                <a:gd name="connsiteY4" fmla="*/ 19246 h 263029"/>
                <a:gd name="connsiteX5" fmla="*/ 19246 w 263029"/>
                <a:gd name="connsiteY5" fmla="*/ 125099 h 263029"/>
                <a:gd name="connsiteX6" fmla="*/ 0 w 263029"/>
                <a:gd name="connsiteY6" fmla="*/ 125099 h 263029"/>
                <a:gd name="connsiteX7" fmla="*/ 0 w 263029"/>
                <a:gd name="connsiteY7" fmla="*/ 137930 h 263029"/>
                <a:gd name="connsiteX8" fmla="*/ 19246 w 263029"/>
                <a:gd name="connsiteY8" fmla="*/ 137930 h 263029"/>
                <a:gd name="connsiteX9" fmla="*/ 125099 w 263029"/>
                <a:gd name="connsiteY9" fmla="*/ 243783 h 263029"/>
                <a:gd name="connsiteX10" fmla="*/ 125099 w 263029"/>
                <a:gd name="connsiteY10" fmla="*/ 263030 h 263029"/>
                <a:gd name="connsiteX11" fmla="*/ 137930 w 263029"/>
                <a:gd name="connsiteY11" fmla="*/ 263030 h 263029"/>
                <a:gd name="connsiteX12" fmla="*/ 137930 w 263029"/>
                <a:gd name="connsiteY12" fmla="*/ 243783 h 263029"/>
                <a:gd name="connsiteX13" fmla="*/ 243783 w 263029"/>
                <a:gd name="connsiteY13" fmla="*/ 137930 h 263029"/>
                <a:gd name="connsiteX14" fmla="*/ 263030 w 263029"/>
                <a:gd name="connsiteY14" fmla="*/ 137930 h 263029"/>
                <a:gd name="connsiteX15" fmla="*/ 263030 w 263029"/>
                <a:gd name="connsiteY15" fmla="*/ 125099 h 263029"/>
                <a:gd name="connsiteX16" fmla="*/ 196182 w 263029"/>
                <a:gd name="connsiteY16" fmla="*/ 137930 h 263029"/>
                <a:gd name="connsiteX17" fmla="*/ 137930 w 263029"/>
                <a:gd name="connsiteY17" fmla="*/ 196182 h 263029"/>
                <a:gd name="connsiteX18" fmla="*/ 137930 w 263029"/>
                <a:gd name="connsiteY18" fmla="*/ 170007 h 263029"/>
                <a:gd name="connsiteX19" fmla="*/ 125099 w 263029"/>
                <a:gd name="connsiteY19" fmla="*/ 170007 h 263029"/>
                <a:gd name="connsiteX20" fmla="*/ 125099 w 263029"/>
                <a:gd name="connsiteY20" fmla="*/ 196182 h 263029"/>
                <a:gd name="connsiteX21" fmla="*/ 66848 w 263029"/>
                <a:gd name="connsiteY21" fmla="*/ 137930 h 263029"/>
                <a:gd name="connsiteX22" fmla="*/ 93023 w 263029"/>
                <a:gd name="connsiteY22" fmla="*/ 137930 h 263029"/>
                <a:gd name="connsiteX23" fmla="*/ 93023 w 263029"/>
                <a:gd name="connsiteY23" fmla="*/ 125099 h 263029"/>
                <a:gd name="connsiteX24" fmla="*/ 66848 w 263029"/>
                <a:gd name="connsiteY24" fmla="*/ 125099 h 263029"/>
                <a:gd name="connsiteX25" fmla="*/ 125099 w 263029"/>
                <a:gd name="connsiteY25" fmla="*/ 66848 h 263029"/>
                <a:gd name="connsiteX26" fmla="*/ 125099 w 263029"/>
                <a:gd name="connsiteY26" fmla="*/ 93023 h 263029"/>
                <a:gd name="connsiteX27" fmla="*/ 137930 w 263029"/>
                <a:gd name="connsiteY27" fmla="*/ 93023 h 263029"/>
                <a:gd name="connsiteX28" fmla="*/ 137930 w 263029"/>
                <a:gd name="connsiteY28" fmla="*/ 66848 h 263029"/>
                <a:gd name="connsiteX29" fmla="*/ 196182 w 263029"/>
                <a:gd name="connsiteY29" fmla="*/ 125099 h 263029"/>
                <a:gd name="connsiteX30" fmla="*/ 170007 w 263029"/>
                <a:gd name="connsiteY30" fmla="*/ 125099 h 263029"/>
                <a:gd name="connsiteX31" fmla="*/ 170007 w 263029"/>
                <a:gd name="connsiteY31" fmla="*/ 137930 h 263029"/>
                <a:gd name="connsiteX32" fmla="*/ 125099 w 263029"/>
                <a:gd name="connsiteY32" fmla="*/ 38492 h 263029"/>
                <a:gd name="connsiteX33" fmla="*/ 125099 w 263029"/>
                <a:gd name="connsiteY33" fmla="*/ 53985 h 263029"/>
                <a:gd name="connsiteX34" fmla="*/ 53953 w 263029"/>
                <a:gd name="connsiteY34" fmla="*/ 125099 h 263029"/>
                <a:gd name="connsiteX35" fmla="*/ 38492 w 263029"/>
                <a:gd name="connsiteY35" fmla="*/ 125099 h 263029"/>
                <a:gd name="connsiteX36" fmla="*/ 125099 w 263029"/>
                <a:gd name="connsiteY36" fmla="*/ 38492 h 263029"/>
                <a:gd name="connsiteX37" fmla="*/ 38492 w 263029"/>
                <a:gd name="connsiteY37" fmla="*/ 137930 h 263029"/>
                <a:gd name="connsiteX38" fmla="*/ 53985 w 263029"/>
                <a:gd name="connsiteY38" fmla="*/ 137930 h 263029"/>
                <a:gd name="connsiteX39" fmla="*/ 125099 w 263029"/>
                <a:gd name="connsiteY39" fmla="*/ 209076 h 263029"/>
                <a:gd name="connsiteX40" fmla="*/ 125099 w 263029"/>
                <a:gd name="connsiteY40" fmla="*/ 224537 h 263029"/>
                <a:gd name="connsiteX41" fmla="*/ 38492 w 263029"/>
                <a:gd name="connsiteY41" fmla="*/ 137930 h 263029"/>
                <a:gd name="connsiteX42" fmla="*/ 137930 w 263029"/>
                <a:gd name="connsiteY42" fmla="*/ 224537 h 263029"/>
                <a:gd name="connsiteX43" fmla="*/ 137930 w 263029"/>
                <a:gd name="connsiteY43" fmla="*/ 209076 h 263029"/>
                <a:gd name="connsiteX44" fmla="*/ 209076 w 263029"/>
                <a:gd name="connsiteY44" fmla="*/ 137930 h 263029"/>
                <a:gd name="connsiteX45" fmla="*/ 224537 w 263029"/>
                <a:gd name="connsiteY45" fmla="*/ 137930 h 263029"/>
                <a:gd name="connsiteX46" fmla="*/ 137930 w 263029"/>
                <a:gd name="connsiteY46" fmla="*/ 224537 h 263029"/>
                <a:gd name="connsiteX47" fmla="*/ 209076 w 263029"/>
                <a:gd name="connsiteY47" fmla="*/ 125099 h 263029"/>
                <a:gd name="connsiteX48" fmla="*/ 137930 w 263029"/>
                <a:gd name="connsiteY48" fmla="*/ 53953 h 263029"/>
                <a:gd name="connsiteX49" fmla="*/ 137930 w 263029"/>
                <a:gd name="connsiteY49" fmla="*/ 38492 h 263029"/>
                <a:gd name="connsiteX50" fmla="*/ 224537 w 263029"/>
                <a:gd name="connsiteY50" fmla="*/ 125099 h 26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63029" h="263029">
                  <a:moveTo>
                    <a:pt x="243783" y="125099"/>
                  </a:moveTo>
                  <a:cubicBezTo>
                    <a:pt x="240420" y="68089"/>
                    <a:pt x="194940" y="22610"/>
                    <a:pt x="137930" y="19246"/>
                  </a:cubicBezTo>
                  <a:lnTo>
                    <a:pt x="137930" y="0"/>
                  </a:lnTo>
                  <a:lnTo>
                    <a:pt x="125099" y="0"/>
                  </a:lnTo>
                  <a:lnTo>
                    <a:pt x="125099" y="19246"/>
                  </a:lnTo>
                  <a:cubicBezTo>
                    <a:pt x="68089" y="22610"/>
                    <a:pt x="22610" y="68089"/>
                    <a:pt x="19246" y="125099"/>
                  </a:cubicBezTo>
                  <a:lnTo>
                    <a:pt x="0" y="125099"/>
                  </a:lnTo>
                  <a:lnTo>
                    <a:pt x="0" y="137930"/>
                  </a:lnTo>
                  <a:lnTo>
                    <a:pt x="19246" y="137930"/>
                  </a:lnTo>
                  <a:cubicBezTo>
                    <a:pt x="22610" y="194940"/>
                    <a:pt x="68089" y="240420"/>
                    <a:pt x="125099" y="243783"/>
                  </a:cubicBezTo>
                  <a:lnTo>
                    <a:pt x="125099" y="263030"/>
                  </a:lnTo>
                  <a:lnTo>
                    <a:pt x="137930" y="263030"/>
                  </a:lnTo>
                  <a:lnTo>
                    <a:pt x="137930" y="243783"/>
                  </a:lnTo>
                  <a:cubicBezTo>
                    <a:pt x="194940" y="240420"/>
                    <a:pt x="240420" y="194940"/>
                    <a:pt x="243783" y="137930"/>
                  </a:cubicBezTo>
                  <a:lnTo>
                    <a:pt x="263030" y="137930"/>
                  </a:lnTo>
                  <a:lnTo>
                    <a:pt x="263030" y="125099"/>
                  </a:lnTo>
                  <a:close/>
                  <a:moveTo>
                    <a:pt x="196182" y="137930"/>
                  </a:moveTo>
                  <a:cubicBezTo>
                    <a:pt x="193099" y="168735"/>
                    <a:pt x="168735" y="193099"/>
                    <a:pt x="137930" y="196182"/>
                  </a:cubicBezTo>
                  <a:lnTo>
                    <a:pt x="137930" y="170007"/>
                  </a:lnTo>
                  <a:lnTo>
                    <a:pt x="125099" y="170007"/>
                  </a:lnTo>
                  <a:lnTo>
                    <a:pt x="125099" y="196182"/>
                  </a:lnTo>
                  <a:cubicBezTo>
                    <a:pt x="94295" y="193099"/>
                    <a:pt x="69931" y="168735"/>
                    <a:pt x="66848" y="137930"/>
                  </a:cubicBezTo>
                  <a:lnTo>
                    <a:pt x="93023" y="137930"/>
                  </a:lnTo>
                  <a:lnTo>
                    <a:pt x="93023" y="125099"/>
                  </a:lnTo>
                  <a:lnTo>
                    <a:pt x="66848" y="125099"/>
                  </a:lnTo>
                  <a:cubicBezTo>
                    <a:pt x="69931" y="94295"/>
                    <a:pt x="94295" y="69931"/>
                    <a:pt x="125099" y="66848"/>
                  </a:cubicBezTo>
                  <a:lnTo>
                    <a:pt x="125099" y="93023"/>
                  </a:lnTo>
                  <a:lnTo>
                    <a:pt x="137930" y="93023"/>
                  </a:lnTo>
                  <a:lnTo>
                    <a:pt x="137930" y="66848"/>
                  </a:lnTo>
                  <a:cubicBezTo>
                    <a:pt x="168735" y="69931"/>
                    <a:pt x="193099" y="94295"/>
                    <a:pt x="196182" y="125099"/>
                  </a:cubicBezTo>
                  <a:lnTo>
                    <a:pt x="170007" y="125099"/>
                  </a:lnTo>
                  <a:lnTo>
                    <a:pt x="170007" y="137930"/>
                  </a:lnTo>
                  <a:close/>
                  <a:moveTo>
                    <a:pt x="125099" y="38492"/>
                  </a:moveTo>
                  <a:lnTo>
                    <a:pt x="125099" y="53985"/>
                  </a:lnTo>
                  <a:cubicBezTo>
                    <a:pt x="87215" y="57167"/>
                    <a:pt x="57152" y="87216"/>
                    <a:pt x="53953" y="125099"/>
                  </a:cubicBezTo>
                  <a:lnTo>
                    <a:pt x="38492" y="125099"/>
                  </a:lnTo>
                  <a:cubicBezTo>
                    <a:pt x="41791" y="78703"/>
                    <a:pt x="78703" y="41791"/>
                    <a:pt x="125099" y="38492"/>
                  </a:cubicBezTo>
                  <a:close/>
                  <a:moveTo>
                    <a:pt x="38492" y="137930"/>
                  </a:moveTo>
                  <a:lnTo>
                    <a:pt x="53985" y="137930"/>
                  </a:lnTo>
                  <a:cubicBezTo>
                    <a:pt x="57167" y="175815"/>
                    <a:pt x="87216" y="205877"/>
                    <a:pt x="125099" y="209076"/>
                  </a:cubicBezTo>
                  <a:lnTo>
                    <a:pt x="125099" y="224537"/>
                  </a:lnTo>
                  <a:cubicBezTo>
                    <a:pt x="78703" y="221239"/>
                    <a:pt x="41791" y="184327"/>
                    <a:pt x="38492" y="137930"/>
                  </a:cubicBezTo>
                  <a:close/>
                  <a:moveTo>
                    <a:pt x="137930" y="224537"/>
                  </a:moveTo>
                  <a:lnTo>
                    <a:pt x="137930" y="209076"/>
                  </a:lnTo>
                  <a:cubicBezTo>
                    <a:pt x="175826" y="205892"/>
                    <a:pt x="205892" y="175826"/>
                    <a:pt x="209076" y="137930"/>
                  </a:cubicBezTo>
                  <a:lnTo>
                    <a:pt x="224537" y="137930"/>
                  </a:lnTo>
                  <a:cubicBezTo>
                    <a:pt x="221239" y="184327"/>
                    <a:pt x="184327" y="221239"/>
                    <a:pt x="137930" y="224537"/>
                  </a:cubicBezTo>
                  <a:close/>
                  <a:moveTo>
                    <a:pt x="209076" y="125099"/>
                  </a:moveTo>
                  <a:cubicBezTo>
                    <a:pt x="205892" y="87204"/>
                    <a:pt x="175826" y="57137"/>
                    <a:pt x="137930" y="53953"/>
                  </a:cubicBezTo>
                  <a:lnTo>
                    <a:pt x="137930" y="38492"/>
                  </a:lnTo>
                  <a:cubicBezTo>
                    <a:pt x="184327" y="41791"/>
                    <a:pt x="221239" y="78703"/>
                    <a:pt x="224537" y="125099"/>
                  </a:cubicBez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grpSp>
      <p:grpSp>
        <p:nvGrpSpPr>
          <p:cNvPr id="45" name="Graphic 29" descr="Bullseye">
            <a:extLst>
              <a:ext uri="{FF2B5EF4-FFF2-40B4-BE49-F238E27FC236}">
                <a16:creationId xmlns:a16="http://schemas.microsoft.com/office/drawing/2014/main" id="{B25DD08F-A089-4F89-866D-AD0133580B8E}"/>
              </a:ext>
            </a:extLst>
          </p:cNvPr>
          <p:cNvGrpSpPr/>
          <p:nvPr/>
        </p:nvGrpSpPr>
        <p:grpSpPr>
          <a:xfrm>
            <a:off x="4635594" y="3543635"/>
            <a:ext cx="263073" cy="263073"/>
            <a:chOff x="4386538" y="3285538"/>
            <a:chExt cx="307937" cy="307937"/>
          </a:xfrm>
        </p:grpSpPr>
        <p:sp>
          <p:nvSpPr>
            <p:cNvPr id="46" name="Freeform: Shape 45">
              <a:extLst>
                <a:ext uri="{FF2B5EF4-FFF2-40B4-BE49-F238E27FC236}">
                  <a16:creationId xmlns:a16="http://schemas.microsoft.com/office/drawing/2014/main" id="{A6AE304B-776F-48FF-8B88-861E643B45F7}"/>
                </a:ext>
              </a:extLst>
            </p:cNvPr>
            <p:cNvSpPr/>
            <p:nvPr/>
          </p:nvSpPr>
          <p:spPr>
            <a:xfrm>
              <a:off x="4503297" y="3312803"/>
              <a:ext cx="163912" cy="163591"/>
            </a:xfrm>
            <a:custGeom>
              <a:avLst/>
              <a:gdLst>
                <a:gd name="connsiteX0" fmla="*/ 135043 w 163912"/>
                <a:gd name="connsiteY0" fmla="*/ 28869 h 163591"/>
                <a:gd name="connsiteX1" fmla="*/ 131836 w 163912"/>
                <a:gd name="connsiteY1" fmla="*/ 0 h 163591"/>
                <a:gd name="connsiteX2" fmla="*/ 96551 w 163912"/>
                <a:gd name="connsiteY2" fmla="*/ 35284 h 163591"/>
                <a:gd name="connsiteX3" fmla="*/ 98476 w 163912"/>
                <a:gd name="connsiteY3" fmla="*/ 51964 h 163591"/>
                <a:gd name="connsiteX4" fmla="*/ 47153 w 163912"/>
                <a:gd name="connsiteY4" fmla="*/ 103287 h 163591"/>
                <a:gd name="connsiteX5" fmla="*/ 32077 w 163912"/>
                <a:gd name="connsiteY5" fmla="*/ 99438 h 163591"/>
                <a:gd name="connsiteX6" fmla="*/ 0 w 163912"/>
                <a:gd name="connsiteY6" fmla="*/ 131515 h 163591"/>
                <a:gd name="connsiteX7" fmla="*/ 32077 w 163912"/>
                <a:gd name="connsiteY7" fmla="*/ 163592 h 163591"/>
                <a:gd name="connsiteX8" fmla="*/ 64154 w 163912"/>
                <a:gd name="connsiteY8" fmla="*/ 131515 h 163591"/>
                <a:gd name="connsiteX9" fmla="*/ 60625 w 163912"/>
                <a:gd name="connsiteY9" fmla="*/ 116759 h 163591"/>
                <a:gd name="connsiteX10" fmla="*/ 111948 w 163912"/>
                <a:gd name="connsiteY10" fmla="*/ 65437 h 163591"/>
                <a:gd name="connsiteX11" fmla="*/ 128628 w 163912"/>
                <a:gd name="connsiteY11" fmla="*/ 67361 h 163591"/>
                <a:gd name="connsiteX12" fmla="*/ 163912 w 163912"/>
                <a:gd name="connsiteY12" fmla="*/ 32077 h 163591"/>
                <a:gd name="connsiteX13" fmla="*/ 135043 w 163912"/>
                <a:gd name="connsiteY13" fmla="*/ 28869 h 16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912" h="163591">
                  <a:moveTo>
                    <a:pt x="135043" y="28869"/>
                  </a:moveTo>
                  <a:lnTo>
                    <a:pt x="131836" y="0"/>
                  </a:lnTo>
                  <a:lnTo>
                    <a:pt x="96551" y="35284"/>
                  </a:lnTo>
                  <a:lnTo>
                    <a:pt x="98476" y="51964"/>
                  </a:lnTo>
                  <a:lnTo>
                    <a:pt x="47153" y="103287"/>
                  </a:lnTo>
                  <a:cubicBezTo>
                    <a:pt x="42662" y="101042"/>
                    <a:pt x="37530" y="99438"/>
                    <a:pt x="32077" y="99438"/>
                  </a:cubicBezTo>
                  <a:cubicBezTo>
                    <a:pt x="14435" y="99438"/>
                    <a:pt x="0" y="113873"/>
                    <a:pt x="0" y="131515"/>
                  </a:cubicBezTo>
                  <a:cubicBezTo>
                    <a:pt x="0" y="149157"/>
                    <a:pt x="14435" y="163592"/>
                    <a:pt x="32077" y="163592"/>
                  </a:cubicBezTo>
                  <a:cubicBezTo>
                    <a:pt x="49719" y="163592"/>
                    <a:pt x="64154" y="149157"/>
                    <a:pt x="64154" y="131515"/>
                  </a:cubicBezTo>
                  <a:cubicBezTo>
                    <a:pt x="64154" y="126062"/>
                    <a:pt x="62870" y="121250"/>
                    <a:pt x="60625" y="116759"/>
                  </a:cubicBezTo>
                  <a:lnTo>
                    <a:pt x="111948" y="65437"/>
                  </a:lnTo>
                  <a:lnTo>
                    <a:pt x="128628" y="67361"/>
                  </a:lnTo>
                  <a:lnTo>
                    <a:pt x="163912" y="32077"/>
                  </a:lnTo>
                  <a:lnTo>
                    <a:pt x="135043" y="28869"/>
                  </a:ln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47" name="Freeform: Shape 46">
              <a:extLst>
                <a:ext uri="{FF2B5EF4-FFF2-40B4-BE49-F238E27FC236}">
                  <a16:creationId xmlns:a16="http://schemas.microsoft.com/office/drawing/2014/main" id="{227FF85D-C2DE-4733-9DBC-D24ABC0DE02A}"/>
                </a:ext>
              </a:extLst>
            </p:cNvPr>
            <p:cNvSpPr/>
            <p:nvPr/>
          </p:nvSpPr>
          <p:spPr>
            <a:xfrm>
              <a:off x="4413803" y="3322426"/>
              <a:ext cx="243783" cy="243783"/>
            </a:xfrm>
            <a:custGeom>
              <a:avLst/>
              <a:gdLst>
                <a:gd name="connsiteX0" fmla="*/ 227104 w 243783"/>
                <a:gd name="connsiteY0" fmla="*/ 66720 h 243783"/>
                <a:gd name="connsiteX1" fmla="*/ 222934 w 243783"/>
                <a:gd name="connsiteY1" fmla="*/ 71210 h 243783"/>
                <a:gd name="connsiteX2" fmla="*/ 216839 w 243783"/>
                <a:gd name="connsiteY2" fmla="*/ 70569 h 243783"/>
                <a:gd name="connsiteX3" fmla="*/ 210103 w 243783"/>
                <a:gd name="connsiteY3" fmla="*/ 69607 h 243783"/>
                <a:gd name="connsiteX4" fmla="*/ 224537 w 243783"/>
                <a:gd name="connsiteY4" fmla="*/ 121892 h 243783"/>
                <a:gd name="connsiteX5" fmla="*/ 121892 w 243783"/>
                <a:gd name="connsiteY5" fmla="*/ 224537 h 243783"/>
                <a:gd name="connsiteX6" fmla="*/ 19246 w 243783"/>
                <a:gd name="connsiteY6" fmla="*/ 121892 h 243783"/>
                <a:gd name="connsiteX7" fmla="*/ 121892 w 243783"/>
                <a:gd name="connsiteY7" fmla="*/ 19246 h 243783"/>
                <a:gd name="connsiteX8" fmla="*/ 174177 w 243783"/>
                <a:gd name="connsiteY8" fmla="*/ 33681 h 243783"/>
                <a:gd name="connsiteX9" fmla="*/ 173535 w 243783"/>
                <a:gd name="connsiteY9" fmla="*/ 27265 h 243783"/>
                <a:gd name="connsiteX10" fmla="*/ 172573 w 243783"/>
                <a:gd name="connsiteY10" fmla="*/ 20850 h 243783"/>
                <a:gd name="connsiteX11" fmla="*/ 177064 w 243783"/>
                <a:gd name="connsiteY11" fmla="*/ 16359 h 243783"/>
                <a:gd name="connsiteX12" fmla="*/ 179309 w 243783"/>
                <a:gd name="connsiteY12" fmla="*/ 14114 h 243783"/>
                <a:gd name="connsiteX13" fmla="*/ 121892 w 243783"/>
                <a:gd name="connsiteY13" fmla="*/ 0 h 243783"/>
                <a:gd name="connsiteX14" fmla="*/ 0 w 243783"/>
                <a:gd name="connsiteY14" fmla="*/ 121892 h 243783"/>
                <a:gd name="connsiteX15" fmla="*/ 121892 w 243783"/>
                <a:gd name="connsiteY15" fmla="*/ 243783 h 243783"/>
                <a:gd name="connsiteX16" fmla="*/ 243783 w 243783"/>
                <a:gd name="connsiteY16" fmla="*/ 121892 h 243783"/>
                <a:gd name="connsiteX17" fmla="*/ 229349 w 243783"/>
                <a:gd name="connsiteY17" fmla="*/ 64795 h 243783"/>
                <a:gd name="connsiteX18" fmla="*/ 227104 w 243783"/>
                <a:gd name="connsiteY18" fmla="*/ 66720 h 243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3783" h="243783">
                  <a:moveTo>
                    <a:pt x="227104" y="66720"/>
                  </a:moveTo>
                  <a:lnTo>
                    <a:pt x="222934" y="71210"/>
                  </a:lnTo>
                  <a:lnTo>
                    <a:pt x="216839" y="70569"/>
                  </a:lnTo>
                  <a:lnTo>
                    <a:pt x="210103" y="69607"/>
                  </a:lnTo>
                  <a:cubicBezTo>
                    <a:pt x="219084" y="85003"/>
                    <a:pt x="224537" y="102646"/>
                    <a:pt x="224537" y="121892"/>
                  </a:cubicBezTo>
                  <a:cubicBezTo>
                    <a:pt x="224537" y="178347"/>
                    <a:pt x="178347" y="224537"/>
                    <a:pt x="121892" y="224537"/>
                  </a:cubicBezTo>
                  <a:cubicBezTo>
                    <a:pt x="65437" y="224537"/>
                    <a:pt x="19246" y="178347"/>
                    <a:pt x="19246" y="121892"/>
                  </a:cubicBezTo>
                  <a:cubicBezTo>
                    <a:pt x="19246" y="65437"/>
                    <a:pt x="65437" y="19246"/>
                    <a:pt x="121892" y="19246"/>
                  </a:cubicBezTo>
                  <a:cubicBezTo>
                    <a:pt x="140817" y="19246"/>
                    <a:pt x="158780" y="24378"/>
                    <a:pt x="174177" y="33681"/>
                  </a:cubicBezTo>
                  <a:lnTo>
                    <a:pt x="173535" y="27265"/>
                  </a:lnTo>
                  <a:lnTo>
                    <a:pt x="172573" y="20850"/>
                  </a:lnTo>
                  <a:lnTo>
                    <a:pt x="177064" y="16359"/>
                  </a:lnTo>
                  <a:lnTo>
                    <a:pt x="179309" y="14114"/>
                  </a:lnTo>
                  <a:cubicBezTo>
                    <a:pt x="161988" y="5132"/>
                    <a:pt x="142742" y="0"/>
                    <a:pt x="121892" y="0"/>
                  </a:cubicBezTo>
                  <a:cubicBezTo>
                    <a:pt x="54531" y="0"/>
                    <a:pt x="0" y="54531"/>
                    <a:pt x="0" y="121892"/>
                  </a:cubicBezTo>
                  <a:cubicBezTo>
                    <a:pt x="0" y="189253"/>
                    <a:pt x="54531" y="243783"/>
                    <a:pt x="121892" y="243783"/>
                  </a:cubicBezTo>
                  <a:cubicBezTo>
                    <a:pt x="189253" y="243783"/>
                    <a:pt x="243783" y="189253"/>
                    <a:pt x="243783" y="121892"/>
                  </a:cubicBezTo>
                  <a:cubicBezTo>
                    <a:pt x="243783" y="101042"/>
                    <a:pt x="238651" y="81796"/>
                    <a:pt x="229349" y="64795"/>
                  </a:cubicBezTo>
                  <a:lnTo>
                    <a:pt x="227104" y="66720"/>
                  </a:ln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48" name="Freeform: Shape 47">
              <a:extLst>
                <a:ext uri="{FF2B5EF4-FFF2-40B4-BE49-F238E27FC236}">
                  <a16:creationId xmlns:a16="http://schemas.microsoft.com/office/drawing/2014/main" id="{4AAFA06A-9455-4214-AE15-638DF1E29ED2}"/>
                </a:ext>
              </a:extLst>
            </p:cNvPr>
            <p:cNvSpPr/>
            <p:nvPr/>
          </p:nvSpPr>
          <p:spPr>
            <a:xfrm>
              <a:off x="4458710" y="3367333"/>
              <a:ext cx="153968" cy="153968"/>
            </a:xfrm>
            <a:custGeom>
              <a:avLst/>
              <a:gdLst>
                <a:gd name="connsiteX0" fmla="*/ 130552 w 153968"/>
                <a:gd name="connsiteY0" fmla="*/ 55172 h 153968"/>
                <a:gd name="connsiteX1" fmla="*/ 134722 w 153968"/>
                <a:gd name="connsiteY1" fmla="*/ 76984 h 153968"/>
                <a:gd name="connsiteX2" fmla="*/ 76984 w 153968"/>
                <a:gd name="connsiteY2" fmla="*/ 134722 h 153968"/>
                <a:gd name="connsiteX3" fmla="*/ 19246 w 153968"/>
                <a:gd name="connsiteY3" fmla="*/ 76984 h 153968"/>
                <a:gd name="connsiteX4" fmla="*/ 76984 w 153968"/>
                <a:gd name="connsiteY4" fmla="*/ 19246 h 153968"/>
                <a:gd name="connsiteX5" fmla="*/ 98796 w 153968"/>
                <a:gd name="connsiteY5" fmla="*/ 23416 h 153968"/>
                <a:gd name="connsiteX6" fmla="*/ 113231 w 153968"/>
                <a:gd name="connsiteY6" fmla="*/ 8981 h 153968"/>
                <a:gd name="connsiteX7" fmla="*/ 76984 w 153968"/>
                <a:gd name="connsiteY7" fmla="*/ 0 h 153968"/>
                <a:gd name="connsiteX8" fmla="*/ 0 w 153968"/>
                <a:gd name="connsiteY8" fmla="*/ 76984 h 153968"/>
                <a:gd name="connsiteX9" fmla="*/ 76984 w 153968"/>
                <a:gd name="connsiteY9" fmla="*/ 153969 h 153968"/>
                <a:gd name="connsiteX10" fmla="*/ 153969 w 153968"/>
                <a:gd name="connsiteY10" fmla="*/ 76984 h 153968"/>
                <a:gd name="connsiteX11" fmla="*/ 144987 w 153968"/>
                <a:gd name="connsiteY11" fmla="*/ 40738 h 153968"/>
                <a:gd name="connsiteX12" fmla="*/ 130552 w 153968"/>
                <a:gd name="connsiteY12" fmla="*/ 55172 h 15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968" h="153968">
                  <a:moveTo>
                    <a:pt x="130552" y="55172"/>
                  </a:moveTo>
                  <a:cubicBezTo>
                    <a:pt x="133439" y="61908"/>
                    <a:pt x="134722" y="69286"/>
                    <a:pt x="134722" y="76984"/>
                  </a:cubicBezTo>
                  <a:cubicBezTo>
                    <a:pt x="134722" y="108740"/>
                    <a:pt x="108740" y="134722"/>
                    <a:pt x="76984" y="134722"/>
                  </a:cubicBezTo>
                  <a:cubicBezTo>
                    <a:pt x="45228" y="134722"/>
                    <a:pt x="19246" y="108740"/>
                    <a:pt x="19246" y="76984"/>
                  </a:cubicBezTo>
                  <a:cubicBezTo>
                    <a:pt x="19246" y="45228"/>
                    <a:pt x="45228" y="19246"/>
                    <a:pt x="76984" y="19246"/>
                  </a:cubicBezTo>
                  <a:cubicBezTo>
                    <a:pt x="84683" y="19246"/>
                    <a:pt x="92060" y="20850"/>
                    <a:pt x="98796" y="23416"/>
                  </a:cubicBezTo>
                  <a:lnTo>
                    <a:pt x="113231" y="8981"/>
                  </a:lnTo>
                  <a:cubicBezTo>
                    <a:pt x="102325" y="3208"/>
                    <a:pt x="90136" y="0"/>
                    <a:pt x="76984" y="0"/>
                  </a:cubicBezTo>
                  <a:cubicBezTo>
                    <a:pt x="34643" y="0"/>
                    <a:pt x="0" y="34643"/>
                    <a:pt x="0" y="76984"/>
                  </a:cubicBezTo>
                  <a:cubicBezTo>
                    <a:pt x="0" y="119326"/>
                    <a:pt x="34643" y="153969"/>
                    <a:pt x="76984" y="153969"/>
                  </a:cubicBezTo>
                  <a:cubicBezTo>
                    <a:pt x="119326" y="153969"/>
                    <a:pt x="153969" y="119326"/>
                    <a:pt x="153969" y="76984"/>
                  </a:cubicBezTo>
                  <a:cubicBezTo>
                    <a:pt x="153969" y="63833"/>
                    <a:pt x="150761" y="51644"/>
                    <a:pt x="144987" y="40738"/>
                  </a:cubicBezTo>
                  <a:lnTo>
                    <a:pt x="130552" y="55172"/>
                  </a:ln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grpSp>
      <p:grpSp>
        <p:nvGrpSpPr>
          <p:cNvPr id="49" name="Graphic 32" descr="Database">
            <a:extLst>
              <a:ext uri="{FF2B5EF4-FFF2-40B4-BE49-F238E27FC236}">
                <a16:creationId xmlns:a16="http://schemas.microsoft.com/office/drawing/2014/main" id="{6BBAEC50-9102-44DA-AF4F-F218C5C46A9A}"/>
              </a:ext>
            </a:extLst>
          </p:cNvPr>
          <p:cNvGrpSpPr/>
          <p:nvPr/>
        </p:nvGrpSpPr>
        <p:grpSpPr>
          <a:xfrm>
            <a:off x="7383048" y="3089740"/>
            <a:ext cx="147630" cy="200356"/>
            <a:chOff x="7602536" y="2754239"/>
            <a:chExt cx="172807" cy="234524"/>
          </a:xfrm>
          <a:solidFill>
            <a:srgbClr val="A2B969"/>
          </a:solidFill>
        </p:grpSpPr>
        <p:sp>
          <p:nvSpPr>
            <p:cNvPr id="50" name="Freeform: Shape 49">
              <a:extLst>
                <a:ext uri="{FF2B5EF4-FFF2-40B4-BE49-F238E27FC236}">
                  <a16:creationId xmlns:a16="http://schemas.microsoft.com/office/drawing/2014/main" id="{AFB6D75C-273A-414D-B4FF-F8CEB7824AB7}"/>
                </a:ext>
              </a:extLst>
            </p:cNvPr>
            <p:cNvSpPr/>
            <p:nvPr/>
          </p:nvSpPr>
          <p:spPr>
            <a:xfrm>
              <a:off x="7602536" y="2754239"/>
              <a:ext cx="172807" cy="49373"/>
            </a:xfrm>
            <a:custGeom>
              <a:avLst/>
              <a:gdLst>
                <a:gd name="connsiteX0" fmla="*/ 172808 w 172807"/>
                <a:gd name="connsiteY0" fmla="*/ 24687 h 49373"/>
                <a:gd name="connsiteX1" fmla="*/ 86404 w 172807"/>
                <a:gd name="connsiteY1" fmla="*/ 49374 h 49373"/>
                <a:gd name="connsiteX2" fmla="*/ 0 w 172807"/>
                <a:gd name="connsiteY2" fmla="*/ 24687 h 49373"/>
                <a:gd name="connsiteX3" fmla="*/ 86404 w 172807"/>
                <a:gd name="connsiteY3" fmla="*/ 0 h 49373"/>
                <a:gd name="connsiteX4" fmla="*/ 172808 w 172807"/>
                <a:gd name="connsiteY4" fmla="*/ 24687 h 49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07" h="49373">
                  <a:moveTo>
                    <a:pt x="172808" y="24687"/>
                  </a:moveTo>
                  <a:cubicBezTo>
                    <a:pt x="172808" y="38321"/>
                    <a:pt x="134123" y="49374"/>
                    <a:pt x="86404" y="49374"/>
                  </a:cubicBezTo>
                  <a:cubicBezTo>
                    <a:pt x="38684" y="49374"/>
                    <a:pt x="0" y="38321"/>
                    <a:pt x="0" y="24687"/>
                  </a:cubicBezTo>
                  <a:cubicBezTo>
                    <a:pt x="0" y="11053"/>
                    <a:pt x="38684" y="0"/>
                    <a:pt x="86404" y="0"/>
                  </a:cubicBezTo>
                  <a:cubicBezTo>
                    <a:pt x="134123" y="0"/>
                    <a:pt x="172808" y="11053"/>
                    <a:pt x="172808" y="24687"/>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51" name="Freeform: Shape 50">
              <a:extLst>
                <a:ext uri="{FF2B5EF4-FFF2-40B4-BE49-F238E27FC236}">
                  <a16:creationId xmlns:a16="http://schemas.microsoft.com/office/drawing/2014/main" id="{91F73633-DDE3-4F0A-B30E-E1FBAF3E0B7C}"/>
                </a:ext>
              </a:extLst>
            </p:cNvPr>
            <p:cNvSpPr/>
            <p:nvPr/>
          </p:nvSpPr>
          <p:spPr>
            <a:xfrm>
              <a:off x="7602536" y="2791269"/>
              <a:ext cx="172807" cy="74060"/>
            </a:xfrm>
            <a:custGeom>
              <a:avLst/>
              <a:gdLst>
                <a:gd name="connsiteX0" fmla="*/ 148121 w 172807"/>
                <a:gd name="connsiteY0" fmla="*/ 49374 h 74060"/>
                <a:gd name="connsiteX1" fmla="*/ 141949 w 172807"/>
                <a:gd name="connsiteY1" fmla="*/ 43202 h 74060"/>
                <a:gd name="connsiteX2" fmla="*/ 148121 w 172807"/>
                <a:gd name="connsiteY2" fmla="*/ 37030 h 74060"/>
                <a:gd name="connsiteX3" fmla="*/ 154293 w 172807"/>
                <a:gd name="connsiteY3" fmla="*/ 43202 h 74060"/>
                <a:gd name="connsiteX4" fmla="*/ 148121 w 172807"/>
                <a:gd name="connsiteY4" fmla="*/ 49374 h 74060"/>
                <a:gd name="connsiteX5" fmla="*/ 86404 w 172807"/>
                <a:gd name="connsiteY5" fmla="*/ 24687 h 74060"/>
                <a:gd name="connsiteX6" fmla="*/ 0 w 172807"/>
                <a:gd name="connsiteY6" fmla="*/ 0 h 74060"/>
                <a:gd name="connsiteX7" fmla="*/ 0 w 172807"/>
                <a:gd name="connsiteY7" fmla="*/ 49374 h 74060"/>
                <a:gd name="connsiteX8" fmla="*/ 86404 w 172807"/>
                <a:gd name="connsiteY8" fmla="*/ 74061 h 74060"/>
                <a:gd name="connsiteX9" fmla="*/ 172808 w 172807"/>
                <a:gd name="connsiteY9" fmla="*/ 49374 h 74060"/>
                <a:gd name="connsiteX10" fmla="*/ 172808 w 172807"/>
                <a:gd name="connsiteY10" fmla="*/ 0 h 74060"/>
                <a:gd name="connsiteX11" fmla="*/ 86404 w 172807"/>
                <a:gd name="connsiteY11" fmla="*/ 24687 h 7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807" h="74060">
                  <a:moveTo>
                    <a:pt x="148121" y="49374"/>
                  </a:moveTo>
                  <a:cubicBezTo>
                    <a:pt x="144418" y="49374"/>
                    <a:pt x="141949" y="46905"/>
                    <a:pt x="141949" y="43202"/>
                  </a:cubicBezTo>
                  <a:cubicBezTo>
                    <a:pt x="141949" y="39499"/>
                    <a:pt x="144418" y="37030"/>
                    <a:pt x="148121" y="37030"/>
                  </a:cubicBezTo>
                  <a:cubicBezTo>
                    <a:pt x="151824" y="37030"/>
                    <a:pt x="154293" y="39499"/>
                    <a:pt x="154293" y="43202"/>
                  </a:cubicBezTo>
                  <a:cubicBezTo>
                    <a:pt x="154293" y="46905"/>
                    <a:pt x="151824" y="49374"/>
                    <a:pt x="148121" y="49374"/>
                  </a:cubicBezTo>
                  <a:close/>
                  <a:moveTo>
                    <a:pt x="86404" y="24687"/>
                  </a:moveTo>
                  <a:cubicBezTo>
                    <a:pt x="38882" y="24687"/>
                    <a:pt x="0" y="13578"/>
                    <a:pt x="0" y="0"/>
                  </a:cubicBezTo>
                  <a:lnTo>
                    <a:pt x="0" y="49374"/>
                  </a:lnTo>
                  <a:cubicBezTo>
                    <a:pt x="0" y="62951"/>
                    <a:pt x="38882" y="74061"/>
                    <a:pt x="86404" y="74061"/>
                  </a:cubicBezTo>
                  <a:cubicBezTo>
                    <a:pt x="133926" y="74061"/>
                    <a:pt x="172808" y="62951"/>
                    <a:pt x="172808" y="49374"/>
                  </a:cubicBezTo>
                  <a:lnTo>
                    <a:pt x="172808" y="0"/>
                  </a:lnTo>
                  <a:cubicBezTo>
                    <a:pt x="172808" y="13578"/>
                    <a:pt x="133926" y="24687"/>
                    <a:pt x="86404" y="24687"/>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52" name="Freeform: Shape 51">
              <a:extLst>
                <a:ext uri="{FF2B5EF4-FFF2-40B4-BE49-F238E27FC236}">
                  <a16:creationId xmlns:a16="http://schemas.microsoft.com/office/drawing/2014/main" id="{2D30A69B-CDFC-46E2-B45E-724124BD1605}"/>
                </a:ext>
              </a:extLst>
            </p:cNvPr>
            <p:cNvSpPr/>
            <p:nvPr/>
          </p:nvSpPr>
          <p:spPr>
            <a:xfrm>
              <a:off x="7602536" y="2852986"/>
              <a:ext cx="172807" cy="74060"/>
            </a:xfrm>
            <a:custGeom>
              <a:avLst/>
              <a:gdLst>
                <a:gd name="connsiteX0" fmla="*/ 148121 w 172807"/>
                <a:gd name="connsiteY0" fmla="*/ 49374 h 74060"/>
                <a:gd name="connsiteX1" fmla="*/ 141949 w 172807"/>
                <a:gd name="connsiteY1" fmla="*/ 43202 h 74060"/>
                <a:gd name="connsiteX2" fmla="*/ 148121 w 172807"/>
                <a:gd name="connsiteY2" fmla="*/ 37030 h 74060"/>
                <a:gd name="connsiteX3" fmla="*/ 154293 w 172807"/>
                <a:gd name="connsiteY3" fmla="*/ 43202 h 74060"/>
                <a:gd name="connsiteX4" fmla="*/ 148121 w 172807"/>
                <a:gd name="connsiteY4" fmla="*/ 49374 h 74060"/>
                <a:gd name="connsiteX5" fmla="*/ 86404 w 172807"/>
                <a:gd name="connsiteY5" fmla="*/ 24687 h 74060"/>
                <a:gd name="connsiteX6" fmla="*/ 0 w 172807"/>
                <a:gd name="connsiteY6" fmla="*/ 0 h 74060"/>
                <a:gd name="connsiteX7" fmla="*/ 0 w 172807"/>
                <a:gd name="connsiteY7" fmla="*/ 49374 h 74060"/>
                <a:gd name="connsiteX8" fmla="*/ 86404 w 172807"/>
                <a:gd name="connsiteY8" fmla="*/ 74061 h 74060"/>
                <a:gd name="connsiteX9" fmla="*/ 172808 w 172807"/>
                <a:gd name="connsiteY9" fmla="*/ 49374 h 74060"/>
                <a:gd name="connsiteX10" fmla="*/ 172808 w 172807"/>
                <a:gd name="connsiteY10" fmla="*/ 0 h 74060"/>
                <a:gd name="connsiteX11" fmla="*/ 86404 w 172807"/>
                <a:gd name="connsiteY11" fmla="*/ 24687 h 7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807" h="74060">
                  <a:moveTo>
                    <a:pt x="148121" y="49374"/>
                  </a:moveTo>
                  <a:cubicBezTo>
                    <a:pt x="144418" y="49374"/>
                    <a:pt x="141949" y="46905"/>
                    <a:pt x="141949" y="43202"/>
                  </a:cubicBezTo>
                  <a:cubicBezTo>
                    <a:pt x="141949" y="39499"/>
                    <a:pt x="144418" y="37030"/>
                    <a:pt x="148121" y="37030"/>
                  </a:cubicBezTo>
                  <a:cubicBezTo>
                    <a:pt x="151824" y="37030"/>
                    <a:pt x="154293" y="39499"/>
                    <a:pt x="154293" y="43202"/>
                  </a:cubicBezTo>
                  <a:cubicBezTo>
                    <a:pt x="154293" y="46905"/>
                    <a:pt x="151824" y="49374"/>
                    <a:pt x="148121" y="49374"/>
                  </a:cubicBezTo>
                  <a:close/>
                  <a:moveTo>
                    <a:pt x="86404" y="24687"/>
                  </a:moveTo>
                  <a:cubicBezTo>
                    <a:pt x="38882" y="24687"/>
                    <a:pt x="0" y="13578"/>
                    <a:pt x="0" y="0"/>
                  </a:cubicBezTo>
                  <a:lnTo>
                    <a:pt x="0" y="49374"/>
                  </a:lnTo>
                  <a:cubicBezTo>
                    <a:pt x="0" y="62951"/>
                    <a:pt x="38882" y="74061"/>
                    <a:pt x="86404" y="74061"/>
                  </a:cubicBezTo>
                  <a:cubicBezTo>
                    <a:pt x="133926" y="74061"/>
                    <a:pt x="172808" y="62951"/>
                    <a:pt x="172808" y="49374"/>
                  </a:cubicBezTo>
                  <a:lnTo>
                    <a:pt x="172808" y="0"/>
                  </a:lnTo>
                  <a:cubicBezTo>
                    <a:pt x="172808" y="13578"/>
                    <a:pt x="133926" y="24687"/>
                    <a:pt x="86404" y="24687"/>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53" name="Freeform: Shape 52">
              <a:extLst>
                <a:ext uri="{FF2B5EF4-FFF2-40B4-BE49-F238E27FC236}">
                  <a16:creationId xmlns:a16="http://schemas.microsoft.com/office/drawing/2014/main" id="{E6D32E6B-2503-4B74-A691-407FCAC16231}"/>
                </a:ext>
              </a:extLst>
            </p:cNvPr>
            <p:cNvSpPr/>
            <p:nvPr/>
          </p:nvSpPr>
          <p:spPr>
            <a:xfrm>
              <a:off x="7602536" y="2914703"/>
              <a:ext cx="172807" cy="74060"/>
            </a:xfrm>
            <a:custGeom>
              <a:avLst/>
              <a:gdLst>
                <a:gd name="connsiteX0" fmla="*/ 148121 w 172807"/>
                <a:gd name="connsiteY0" fmla="*/ 49374 h 74060"/>
                <a:gd name="connsiteX1" fmla="*/ 141949 w 172807"/>
                <a:gd name="connsiteY1" fmla="*/ 43202 h 74060"/>
                <a:gd name="connsiteX2" fmla="*/ 148121 w 172807"/>
                <a:gd name="connsiteY2" fmla="*/ 37030 h 74060"/>
                <a:gd name="connsiteX3" fmla="*/ 154293 w 172807"/>
                <a:gd name="connsiteY3" fmla="*/ 43202 h 74060"/>
                <a:gd name="connsiteX4" fmla="*/ 148121 w 172807"/>
                <a:gd name="connsiteY4" fmla="*/ 49374 h 74060"/>
                <a:gd name="connsiteX5" fmla="*/ 86404 w 172807"/>
                <a:gd name="connsiteY5" fmla="*/ 24687 h 74060"/>
                <a:gd name="connsiteX6" fmla="*/ 0 w 172807"/>
                <a:gd name="connsiteY6" fmla="*/ 0 h 74060"/>
                <a:gd name="connsiteX7" fmla="*/ 0 w 172807"/>
                <a:gd name="connsiteY7" fmla="*/ 49374 h 74060"/>
                <a:gd name="connsiteX8" fmla="*/ 86404 w 172807"/>
                <a:gd name="connsiteY8" fmla="*/ 74061 h 74060"/>
                <a:gd name="connsiteX9" fmla="*/ 172808 w 172807"/>
                <a:gd name="connsiteY9" fmla="*/ 49374 h 74060"/>
                <a:gd name="connsiteX10" fmla="*/ 172808 w 172807"/>
                <a:gd name="connsiteY10" fmla="*/ 0 h 74060"/>
                <a:gd name="connsiteX11" fmla="*/ 86404 w 172807"/>
                <a:gd name="connsiteY11" fmla="*/ 24687 h 7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807" h="74060">
                  <a:moveTo>
                    <a:pt x="148121" y="49374"/>
                  </a:moveTo>
                  <a:cubicBezTo>
                    <a:pt x="144418" y="49374"/>
                    <a:pt x="141949" y="46905"/>
                    <a:pt x="141949" y="43202"/>
                  </a:cubicBezTo>
                  <a:cubicBezTo>
                    <a:pt x="141949" y="39499"/>
                    <a:pt x="144418" y="37030"/>
                    <a:pt x="148121" y="37030"/>
                  </a:cubicBezTo>
                  <a:cubicBezTo>
                    <a:pt x="151824" y="37030"/>
                    <a:pt x="154293" y="39499"/>
                    <a:pt x="154293" y="43202"/>
                  </a:cubicBezTo>
                  <a:cubicBezTo>
                    <a:pt x="154293" y="46905"/>
                    <a:pt x="151824" y="49374"/>
                    <a:pt x="148121" y="49374"/>
                  </a:cubicBezTo>
                  <a:close/>
                  <a:moveTo>
                    <a:pt x="86404" y="24687"/>
                  </a:moveTo>
                  <a:cubicBezTo>
                    <a:pt x="38882" y="24687"/>
                    <a:pt x="0" y="13578"/>
                    <a:pt x="0" y="0"/>
                  </a:cubicBezTo>
                  <a:lnTo>
                    <a:pt x="0" y="49374"/>
                  </a:lnTo>
                  <a:cubicBezTo>
                    <a:pt x="0" y="62951"/>
                    <a:pt x="38882" y="74061"/>
                    <a:pt x="86404" y="74061"/>
                  </a:cubicBezTo>
                  <a:cubicBezTo>
                    <a:pt x="133926" y="74061"/>
                    <a:pt x="172808" y="62951"/>
                    <a:pt x="172808" y="49374"/>
                  </a:cubicBezTo>
                  <a:lnTo>
                    <a:pt x="172808" y="0"/>
                  </a:lnTo>
                  <a:cubicBezTo>
                    <a:pt x="172808" y="13578"/>
                    <a:pt x="133926" y="24687"/>
                    <a:pt x="86404" y="24687"/>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grpSp>
      <p:grpSp>
        <p:nvGrpSpPr>
          <p:cNvPr id="54" name="Graphic 34" descr="Upward trend">
            <a:extLst>
              <a:ext uri="{FF2B5EF4-FFF2-40B4-BE49-F238E27FC236}">
                <a16:creationId xmlns:a16="http://schemas.microsoft.com/office/drawing/2014/main" id="{93FAF604-F1C8-4856-9D08-306AE97183B3}"/>
              </a:ext>
            </a:extLst>
          </p:cNvPr>
          <p:cNvGrpSpPr/>
          <p:nvPr/>
        </p:nvGrpSpPr>
        <p:grpSpPr>
          <a:xfrm>
            <a:off x="7294012" y="3493182"/>
            <a:ext cx="253083" cy="253083"/>
            <a:chOff x="7498316" y="3226482"/>
            <a:chExt cx="296242" cy="296242"/>
          </a:xfrm>
        </p:grpSpPr>
        <p:sp>
          <p:nvSpPr>
            <p:cNvPr id="55" name="Freeform: Shape 54">
              <a:extLst>
                <a:ext uri="{FF2B5EF4-FFF2-40B4-BE49-F238E27FC236}">
                  <a16:creationId xmlns:a16="http://schemas.microsoft.com/office/drawing/2014/main" id="{0D4E541A-C7CA-4C20-AD32-36DDA23D833D}"/>
                </a:ext>
              </a:extLst>
            </p:cNvPr>
            <p:cNvSpPr/>
            <p:nvPr/>
          </p:nvSpPr>
          <p:spPr>
            <a:xfrm>
              <a:off x="7541517" y="3269683"/>
              <a:ext cx="209838" cy="209838"/>
            </a:xfrm>
            <a:custGeom>
              <a:avLst/>
              <a:gdLst>
                <a:gd name="connsiteX0" fmla="*/ 18515 w 209838"/>
                <a:gd name="connsiteY0" fmla="*/ 0 h 209838"/>
                <a:gd name="connsiteX1" fmla="*/ 0 w 209838"/>
                <a:gd name="connsiteY1" fmla="*/ 0 h 209838"/>
                <a:gd name="connsiteX2" fmla="*/ 0 w 209838"/>
                <a:gd name="connsiteY2" fmla="*/ 209838 h 209838"/>
                <a:gd name="connsiteX3" fmla="*/ 209838 w 209838"/>
                <a:gd name="connsiteY3" fmla="*/ 209838 h 209838"/>
                <a:gd name="connsiteX4" fmla="*/ 209838 w 209838"/>
                <a:gd name="connsiteY4" fmla="*/ 191323 h 209838"/>
                <a:gd name="connsiteX5" fmla="*/ 18515 w 209838"/>
                <a:gd name="connsiteY5" fmla="*/ 191323 h 209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838" h="209838">
                  <a:moveTo>
                    <a:pt x="18515" y="0"/>
                  </a:moveTo>
                  <a:lnTo>
                    <a:pt x="0" y="0"/>
                  </a:lnTo>
                  <a:lnTo>
                    <a:pt x="0" y="209838"/>
                  </a:lnTo>
                  <a:lnTo>
                    <a:pt x="209838" y="209838"/>
                  </a:lnTo>
                  <a:lnTo>
                    <a:pt x="209838" y="191323"/>
                  </a:lnTo>
                  <a:lnTo>
                    <a:pt x="18515" y="191323"/>
                  </a:ln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56" name="Freeform: Shape 55">
              <a:extLst>
                <a:ext uri="{FF2B5EF4-FFF2-40B4-BE49-F238E27FC236}">
                  <a16:creationId xmlns:a16="http://schemas.microsoft.com/office/drawing/2014/main" id="{D16F2862-D5FA-4782-BA01-03071782CC23}"/>
                </a:ext>
              </a:extLst>
            </p:cNvPr>
            <p:cNvSpPr/>
            <p:nvPr/>
          </p:nvSpPr>
          <p:spPr>
            <a:xfrm>
              <a:off x="7572067" y="3322143"/>
              <a:ext cx="179288" cy="105227"/>
            </a:xfrm>
            <a:custGeom>
              <a:avLst/>
              <a:gdLst>
                <a:gd name="connsiteX0" fmla="*/ 129914 w 179288"/>
                <a:gd name="connsiteY0" fmla="*/ 0 h 105227"/>
                <a:gd name="connsiteX1" fmla="*/ 148121 w 179288"/>
                <a:gd name="connsiteY1" fmla="*/ 18207 h 105227"/>
                <a:gd name="connsiteX2" fmla="*/ 123743 w 179288"/>
                <a:gd name="connsiteY2" fmla="*/ 42585 h 105227"/>
                <a:gd name="connsiteX3" fmla="*/ 105228 w 179288"/>
                <a:gd name="connsiteY3" fmla="*/ 24070 h 105227"/>
                <a:gd name="connsiteX4" fmla="*/ 74369 w 179288"/>
                <a:gd name="connsiteY4" fmla="*/ 54928 h 105227"/>
                <a:gd name="connsiteX5" fmla="*/ 55854 w 179288"/>
                <a:gd name="connsiteY5" fmla="*/ 36413 h 105227"/>
                <a:gd name="connsiteX6" fmla="*/ 0 w 179288"/>
                <a:gd name="connsiteY6" fmla="*/ 92267 h 105227"/>
                <a:gd name="connsiteX7" fmla="*/ 12961 w 179288"/>
                <a:gd name="connsiteY7" fmla="*/ 105228 h 105227"/>
                <a:gd name="connsiteX8" fmla="*/ 55854 w 179288"/>
                <a:gd name="connsiteY8" fmla="*/ 62334 h 105227"/>
                <a:gd name="connsiteX9" fmla="*/ 74369 w 179288"/>
                <a:gd name="connsiteY9" fmla="*/ 80849 h 105227"/>
                <a:gd name="connsiteX10" fmla="*/ 105228 w 179288"/>
                <a:gd name="connsiteY10" fmla="*/ 49991 h 105227"/>
                <a:gd name="connsiteX11" fmla="*/ 123743 w 179288"/>
                <a:gd name="connsiteY11" fmla="*/ 68506 h 105227"/>
                <a:gd name="connsiteX12" fmla="*/ 161082 w 179288"/>
                <a:gd name="connsiteY12" fmla="*/ 31167 h 105227"/>
                <a:gd name="connsiteX13" fmla="*/ 179288 w 179288"/>
                <a:gd name="connsiteY13" fmla="*/ 49374 h 105227"/>
                <a:gd name="connsiteX14" fmla="*/ 179288 w 179288"/>
                <a:gd name="connsiteY14" fmla="*/ 0 h 10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288" h="105227">
                  <a:moveTo>
                    <a:pt x="129914" y="0"/>
                  </a:moveTo>
                  <a:lnTo>
                    <a:pt x="148121" y="18207"/>
                  </a:lnTo>
                  <a:lnTo>
                    <a:pt x="123743" y="42585"/>
                  </a:lnTo>
                  <a:lnTo>
                    <a:pt x="105228" y="24070"/>
                  </a:lnTo>
                  <a:lnTo>
                    <a:pt x="74369" y="54928"/>
                  </a:lnTo>
                  <a:lnTo>
                    <a:pt x="55854" y="36413"/>
                  </a:lnTo>
                  <a:lnTo>
                    <a:pt x="0" y="92267"/>
                  </a:lnTo>
                  <a:lnTo>
                    <a:pt x="12961" y="105228"/>
                  </a:lnTo>
                  <a:lnTo>
                    <a:pt x="55854" y="62334"/>
                  </a:lnTo>
                  <a:lnTo>
                    <a:pt x="74369" y="80849"/>
                  </a:lnTo>
                  <a:lnTo>
                    <a:pt x="105228" y="49991"/>
                  </a:lnTo>
                  <a:lnTo>
                    <a:pt x="123743" y="68506"/>
                  </a:lnTo>
                  <a:lnTo>
                    <a:pt x="161082" y="31167"/>
                  </a:lnTo>
                  <a:lnTo>
                    <a:pt x="179288" y="49374"/>
                  </a:lnTo>
                  <a:lnTo>
                    <a:pt x="179288" y="0"/>
                  </a:ln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grpSp>
      <p:grpSp>
        <p:nvGrpSpPr>
          <p:cNvPr id="57" name="Graphic 33" descr="Venn diagram">
            <a:extLst>
              <a:ext uri="{FF2B5EF4-FFF2-40B4-BE49-F238E27FC236}">
                <a16:creationId xmlns:a16="http://schemas.microsoft.com/office/drawing/2014/main" id="{E45E78D3-4DDE-42E4-9879-C71FAF6D032D}"/>
              </a:ext>
            </a:extLst>
          </p:cNvPr>
          <p:cNvGrpSpPr/>
          <p:nvPr/>
        </p:nvGrpSpPr>
        <p:grpSpPr>
          <a:xfrm>
            <a:off x="7528501" y="2603279"/>
            <a:ext cx="253083" cy="253083"/>
            <a:chOff x="7772795" y="2184817"/>
            <a:chExt cx="296242" cy="296242"/>
          </a:xfrm>
        </p:grpSpPr>
        <p:sp>
          <p:nvSpPr>
            <p:cNvPr id="58" name="Freeform: Shape 57">
              <a:extLst>
                <a:ext uri="{FF2B5EF4-FFF2-40B4-BE49-F238E27FC236}">
                  <a16:creationId xmlns:a16="http://schemas.microsoft.com/office/drawing/2014/main" id="{49D9BE9C-05AB-40CB-8D85-DA2A558E2256}"/>
                </a:ext>
              </a:extLst>
            </p:cNvPr>
            <p:cNvSpPr/>
            <p:nvPr/>
          </p:nvSpPr>
          <p:spPr>
            <a:xfrm>
              <a:off x="7857655" y="2231382"/>
              <a:ext cx="126520" cy="80911"/>
            </a:xfrm>
            <a:custGeom>
              <a:avLst/>
              <a:gdLst>
                <a:gd name="connsiteX0" fmla="*/ 771 w 126520"/>
                <a:gd name="connsiteY0" fmla="*/ 72518 h 80911"/>
                <a:gd name="connsiteX1" fmla="*/ 63260 w 126520"/>
                <a:gd name="connsiteY1" fmla="*/ 80911 h 80911"/>
                <a:gd name="connsiteX2" fmla="*/ 125749 w 126520"/>
                <a:gd name="connsiteY2" fmla="*/ 72518 h 80911"/>
                <a:gd name="connsiteX3" fmla="*/ 126520 w 126520"/>
                <a:gd name="connsiteY3" fmla="*/ 63260 h 80911"/>
                <a:gd name="connsiteX4" fmla="*/ 63260 w 126520"/>
                <a:gd name="connsiteY4" fmla="*/ 0 h 80911"/>
                <a:gd name="connsiteX5" fmla="*/ 0 w 126520"/>
                <a:gd name="connsiteY5" fmla="*/ 63260 h 80911"/>
                <a:gd name="connsiteX6" fmla="*/ 771 w 126520"/>
                <a:gd name="connsiteY6" fmla="*/ 72518 h 80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520" h="80911">
                  <a:moveTo>
                    <a:pt x="771" y="72518"/>
                  </a:moveTo>
                  <a:cubicBezTo>
                    <a:pt x="21789" y="65617"/>
                    <a:pt x="44808" y="68709"/>
                    <a:pt x="63260" y="80911"/>
                  </a:cubicBezTo>
                  <a:cubicBezTo>
                    <a:pt x="81712" y="68709"/>
                    <a:pt x="104731" y="65617"/>
                    <a:pt x="125749" y="72518"/>
                  </a:cubicBezTo>
                  <a:cubicBezTo>
                    <a:pt x="126240" y="69456"/>
                    <a:pt x="126498" y="66361"/>
                    <a:pt x="126520" y="63260"/>
                  </a:cubicBezTo>
                  <a:cubicBezTo>
                    <a:pt x="126520" y="28323"/>
                    <a:pt x="98197" y="0"/>
                    <a:pt x="63260" y="0"/>
                  </a:cubicBezTo>
                  <a:cubicBezTo>
                    <a:pt x="28323" y="0"/>
                    <a:pt x="0" y="28323"/>
                    <a:pt x="0" y="63260"/>
                  </a:cubicBezTo>
                  <a:cubicBezTo>
                    <a:pt x="22" y="66361"/>
                    <a:pt x="280" y="69456"/>
                    <a:pt x="771" y="72518"/>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59" name="Freeform: Shape 58">
              <a:extLst>
                <a:ext uri="{FF2B5EF4-FFF2-40B4-BE49-F238E27FC236}">
                  <a16:creationId xmlns:a16="http://schemas.microsoft.com/office/drawing/2014/main" id="{68C1FFDC-FF55-41D3-948D-8D5E461C0D77}"/>
                </a:ext>
              </a:extLst>
            </p:cNvPr>
            <p:cNvSpPr/>
            <p:nvPr/>
          </p:nvSpPr>
          <p:spPr>
            <a:xfrm>
              <a:off x="7928815" y="2316644"/>
              <a:ext cx="95284" cy="119360"/>
            </a:xfrm>
            <a:custGeom>
              <a:avLst/>
              <a:gdLst>
                <a:gd name="connsiteX0" fmla="*/ 61162 w 95284"/>
                <a:gd name="connsiteY0" fmla="*/ 62 h 119360"/>
                <a:gd name="connsiteX1" fmla="*/ 23545 w 95284"/>
                <a:gd name="connsiteY1" fmla="*/ 43264 h 119360"/>
                <a:gd name="connsiteX2" fmla="*/ 24687 w 95284"/>
                <a:gd name="connsiteY2" fmla="*/ 56101 h 119360"/>
                <a:gd name="connsiteX3" fmla="*/ 0 w 95284"/>
                <a:gd name="connsiteY3" fmla="*/ 110535 h 119360"/>
                <a:gd name="connsiteX4" fmla="*/ 32031 w 95284"/>
                <a:gd name="connsiteY4" fmla="*/ 119361 h 119360"/>
                <a:gd name="connsiteX5" fmla="*/ 95285 w 95284"/>
                <a:gd name="connsiteY5" fmla="*/ 56156 h 119360"/>
                <a:gd name="connsiteX6" fmla="*/ 61162 w 95284"/>
                <a:gd name="connsiteY6" fmla="*/ 0 h 11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84" h="119360">
                  <a:moveTo>
                    <a:pt x="61162" y="62"/>
                  </a:moveTo>
                  <a:cubicBezTo>
                    <a:pt x="55047" y="18994"/>
                    <a:pt x="41457" y="34603"/>
                    <a:pt x="23545" y="43264"/>
                  </a:cubicBezTo>
                  <a:cubicBezTo>
                    <a:pt x="24302" y="47501"/>
                    <a:pt x="24684" y="51797"/>
                    <a:pt x="24687" y="56101"/>
                  </a:cubicBezTo>
                  <a:cubicBezTo>
                    <a:pt x="24690" y="76956"/>
                    <a:pt x="15692" y="96798"/>
                    <a:pt x="0" y="110535"/>
                  </a:cubicBezTo>
                  <a:cubicBezTo>
                    <a:pt x="9686" y="116312"/>
                    <a:pt x="20754" y="119362"/>
                    <a:pt x="32031" y="119361"/>
                  </a:cubicBezTo>
                  <a:cubicBezTo>
                    <a:pt x="66952" y="119374"/>
                    <a:pt x="95271" y="91077"/>
                    <a:pt x="95285" y="56156"/>
                  </a:cubicBezTo>
                  <a:cubicBezTo>
                    <a:pt x="95294" y="32533"/>
                    <a:pt x="82133" y="10875"/>
                    <a:pt x="61162" y="0"/>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60" name="Freeform: Shape 59">
              <a:extLst>
                <a:ext uri="{FF2B5EF4-FFF2-40B4-BE49-F238E27FC236}">
                  <a16:creationId xmlns:a16="http://schemas.microsoft.com/office/drawing/2014/main" id="{0EB24A2C-B753-4C26-A92A-7347E0ABADE6}"/>
                </a:ext>
              </a:extLst>
            </p:cNvPr>
            <p:cNvSpPr/>
            <p:nvPr/>
          </p:nvSpPr>
          <p:spPr>
            <a:xfrm>
              <a:off x="7900333" y="2323680"/>
              <a:ext cx="41165" cy="34345"/>
            </a:xfrm>
            <a:custGeom>
              <a:avLst/>
              <a:gdLst>
                <a:gd name="connsiteX0" fmla="*/ 41165 w 41165"/>
                <a:gd name="connsiteY0" fmla="*/ 30859 h 34345"/>
                <a:gd name="connsiteX1" fmla="*/ 20583 w 41165"/>
                <a:gd name="connsiteY1" fmla="*/ 0 h 34345"/>
                <a:gd name="connsiteX2" fmla="*/ 0 w 41165"/>
                <a:gd name="connsiteY2" fmla="*/ 30859 h 34345"/>
                <a:gd name="connsiteX3" fmla="*/ 41165 w 41165"/>
                <a:gd name="connsiteY3" fmla="*/ 30859 h 34345"/>
              </a:gdLst>
              <a:ahLst/>
              <a:cxnLst>
                <a:cxn ang="0">
                  <a:pos x="connsiteX0" y="connsiteY0"/>
                </a:cxn>
                <a:cxn ang="0">
                  <a:pos x="connsiteX1" y="connsiteY1"/>
                </a:cxn>
                <a:cxn ang="0">
                  <a:pos x="connsiteX2" y="connsiteY2"/>
                </a:cxn>
                <a:cxn ang="0">
                  <a:pos x="connsiteX3" y="connsiteY3"/>
                </a:cxn>
              </a:cxnLst>
              <a:rect l="l" t="t" r="r" b="b"/>
              <a:pathLst>
                <a:path w="41165" h="34345">
                  <a:moveTo>
                    <a:pt x="41165" y="30859"/>
                  </a:moveTo>
                  <a:cubicBezTo>
                    <a:pt x="37521" y="18756"/>
                    <a:pt x="30356" y="8014"/>
                    <a:pt x="20583" y="0"/>
                  </a:cubicBezTo>
                  <a:cubicBezTo>
                    <a:pt x="10809" y="8014"/>
                    <a:pt x="3644" y="18756"/>
                    <a:pt x="0" y="30859"/>
                  </a:cubicBezTo>
                  <a:cubicBezTo>
                    <a:pt x="13328" y="35508"/>
                    <a:pt x="27837" y="35508"/>
                    <a:pt x="41165" y="30859"/>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61" name="Freeform: Shape 60">
              <a:extLst>
                <a:ext uri="{FF2B5EF4-FFF2-40B4-BE49-F238E27FC236}">
                  <a16:creationId xmlns:a16="http://schemas.microsoft.com/office/drawing/2014/main" id="{7B262B04-873E-4537-AEF1-53B29BF7C945}"/>
                </a:ext>
              </a:extLst>
            </p:cNvPr>
            <p:cNvSpPr/>
            <p:nvPr/>
          </p:nvSpPr>
          <p:spPr>
            <a:xfrm>
              <a:off x="7817718" y="2316768"/>
              <a:ext cx="95297" cy="119360"/>
            </a:xfrm>
            <a:custGeom>
              <a:avLst/>
              <a:gdLst>
                <a:gd name="connsiteX0" fmla="*/ 63267 w 95297"/>
                <a:gd name="connsiteY0" fmla="*/ 119299 h 119360"/>
                <a:gd name="connsiteX1" fmla="*/ 95298 w 95297"/>
                <a:gd name="connsiteY1" fmla="*/ 110474 h 119360"/>
                <a:gd name="connsiteX2" fmla="*/ 70611 w 95297"/>
                <a:gd name="connsiteY2" fmla="*/ 56039 h 119360"/>
                <a:gd name="connsiteX3" fmla="*/ 71753 w 95297"/>
                <a:gd name="connsiteY3" fmla="*/ 43202 h 119360"/>
                <a:gd name="connsiteX4" fmla="*/ 34136 w 95297"/>
                <a:gd name="connsiteY4" fmla="*/ 0 h 119360"/>
                <a:gd name="connsiteX5" fmla="*/ 7111 w 95297"/>
                <a:gd name="connsiteY5" fmla="*/ 85238 h 119360"/>
                <a:gd name="connsiteX6" fmla="*/ 63267 w 95297"/>
                <a:gd name="connsiteY6" fmla="*/ 119361 h 11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97" h="119360">
                  <a:moveTo>
                    <a:pt x="63267" y="119299"/>
                  </a:moveTo>
                  <a:cubicBezTo>
                    <a:pt x="74544" y="119300"/>
                    <a:pt x="85612" y="116251"/>
                    <a:pt x="95298" y="110474"/>
                  </a:cubicBezTo>
                  <a:cubicBezTo>
                    <a:pt x="79606" y="96736"/>
                    <a:pt x="70608" y="76894"/>
                    <a:pt x="70611" y="56039"/>
                  </a:cubicBezTo>
                  <a:cubicBezTo>
                    <a:pt x="70614" y="51735"/>
                    <a:pt x="70996" y="47439"/>
                    <a:pt x="71753" y="43202"/>
                  </a:cubicBezTo>
                  <a:cubicBezTo>
                    <a:pt x="53841" y="34542"/>
                    <a:pt x="40251" y="18933"/>
                    <a:pt x="34136" y="0"/>
                  </a:cubicBezTo>
                  <a:cubicBezTo>
                    <a:pt x="3135" y="16075"/>
                    <a:pt x="-8964" y="54237"/>
                    <a:pt x="7111" y="85238"/>
                  </a:cubicBezTo>
                  <a:cubicBezTo>
                    <a:pt x="17985" y="106210"/>
                    <a:pt x="39643" y="119370"/>
                    <a:pt x="63267" y="119361"/>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62" name="Freeform: Shape 61">
              <a:extLst>
                <a:ext uri="{FF2B5EF4-FFF2-40B4-BE49-F238E27FC236}">
                  <a16:creationId xmlns:a16="http://schemas.microsoft.com/office/drawing/2014/main" id="{864CD8BE-0064-467C-92E3-6D5A3BF24E88}"/>
                </a:ext>
              </a:extLst>
            </p:cNvPr>
            <p:cNvSpPr/>
            <p:nvPr/>
          </p:nvSpPr>
          <p:spPr>
            <a:xfrm>
              <a:off x="7897586" y="2363549"/>
              <a:ext cx="46658" cy="58260"/>
            </a:xfrm>
            <a:custGeom>
              <a:avLst/>
              <a:gdLst>
                <a:gd name="connsiteX0" fmla="*/ 23329 w 46658"/>
                <a:gd name="connsiteY0" fmla="*/ 58261 h 58260"/>
                <a:gd name="connsiteX1" fmla="*/ 46658 w 46658"/>
                <a:gd name="connsiteY1" fmla="*/ 9258 h 58260"/>
                <a:gd name="connsiteX2" fmla="*/ 45918 w 46658"/>
                <a:gd name="connsiteY2" fmla="*/ 0 h 58260"/>
                <a:gd name="connsiteX3" fmla="*/ 741 w 46658"/>
                <a:gd name="connsiteY3" fmla="*/ 0 h 58260"/>
                <a:gd name="connsiteX4" fmla="*/ 0 w 46658"/>
                <a:gd name="connsiteY4" fmla="*/ 9258 h 58260"/>
                <a:gd name="connsiteX5" fmla="*/ 23329 w 46658"/>
                <a:gd name="connsiteY5" fmla="*/ 58261 h 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58" h="58260">
                  <a:moveTo>
                    <a:pt x="23329" y="58261"/>
                  </a:moveTo>
                  <a:cubicBezTo>
                    <a:pt x="38091" y="46275"/>
                    <a:pt x="46662" y="28273"/>
                    <a:pt x="46658" y="9258"/>
                  </a:cubicBezTo>
                  <a:cubicBezTo>
                    <a:pt x="46631" y="6158"/>
                    <a:pt x="46383" y="3065"/>
                    <a:pt x="45918" y="0"/>
                  </a:cubicBezTo>
                  <a:cubicBezTo>
                    <a:pt x="31243" y="4815"/>
                    <a:pt x="15415" y="4815"/>
                    <a:pt x="741" y="0"/>
                  </a:cubicBezTo>
                  <a:cubicBezTo>
                    <a:pt x="275" y="3065"/>
                    <a:pt x="27" y="6158"/>
                    <a:pt x="0" y="9258"/>
                  </a:cubicBezTo>
                  <a:cubicBezTo>
                    <a:pt x="-4" y="28273"/>
                    <a:pt x="8567" y="46275"/>
                    <a:pt x="23329" y="58261"/>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63" name="Freeform: Shape 62">
              <a:extLst>
                <a:ext uri="{FF2B5EF4-FFF2-40B4-BE49-F238E27FC236}">
                  <a16:creationId xmlns:a16="http://schemas.microsoft.com/office/drawing/2014/main" id="{25B1779D-105C-460F-AB5C-3439472182AC}"/>
                </a:ext>
              </a:extLst>
            </p:cNvPr>
            <p:cNvSpPr/>
            <p:nvPr/>
          </p:nvSpPr>
          <p:spPr>
            <a:xfrm>
              <a:off x="7928970" y="2309581"/>
              <a:ext cx="52459" cy="41131"/>
            </a:xfrm>
            <a:custGeom>
              <a:avLst/>
              <a:gdLst>
                <a:gd name="connsiteX0" fmla="*/ 52460 w 52459"/>
                <a:gd name="connsiteY0" fmla="*/ 3453 h 41131"/>
                <a:gd name="connsiteX1" fmla="*/ 0 w 52459"/>
                <a:gd name="connsiteY1" fmla="*/ 8760 h 41131"/>
                <a:gd name="connsiteX2" fmla="*/ 21231 w 52459"/>
                <a:gd name="connsiteY2" fmla="*/ 41131 h 41131"/>
                <a:gd name="connsiteX3" fmla="*/ 52460 w 52459"/>
                <a:gd name="connsiteY3" fmla="*/ 3453 h 41131"/>
              </a:gdLst>
              <a:ahLst/>
              <a:cxnLst>
                <a:cxn ang="0">
                  <a:pos x="connsiteX0" y="connsiteY0"/>
                </a:cxn>
                <a:cxn ang="0">
                  <a:pos x="connsiteX1" y="connsiteY1"/>
                </a:cxn>
                <a:cxn ang="0">
                  <a:pos x="connsiteX2" y="connsiteY2"/>
                </a:cxn>
                <a:cxn ang="0">
                  <a:pos x="connsiteX3" y="connsiteY3"/>
                </a:cxn>
              </a:cxnLst>
              <a:rect l="l" t="t" r="r" b="b"/>
              <a:pathLst>
                <a:path w="52459" h="41131">
                  <a:moveTo>
                    <a:pt x="52460" y="3453"/>
                  </a:moveTo>
                  <a:cubicBezTo>
                    <a:pt x="35044" y="-2582"/>
                    <a:pt x="15854" y="-640"/>
                    <a:pt x="0" y="8760"/>
                  </a:cubicBezTo>
                  <a:cubicBezTo>
                    <a:pt x="9876" y="17431"/>
                    <a:pt x="17214" y="28619"/>
                    <a:pt x="21231" y="41131"/>
                  </a:cubicBezTo>
                  <a:cubicBezTo>
                    <a:pt x="36254" y="33245"/>
                    <a:pt x="47498" y="19678"/>
                    <a:pt x="52460" y="3453"/>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sp>
          <p:nvSpPr>
            <p:cNvPr id="64" name="Freeform: Shape 63">
              <a:extLst>
                <a:ext uri="{FF2B5EF4-FFF2-40B4-BE49-F238E27FC236}">
                  <a16:creationId xmlns:a16="http://schemas.microsoft.com/office/drawing/2014/main" id="{BB04A5B9-1090-43C6-BC16-C7259B70D766}"/>
                </a:ext>
              </a:extLst>
            </p:cNvPr>
            <p:cNvSpPr/>
            <p:nvPr/>
          </p:nvSpPr>
          <p:spPr>
            <a:xfrm>
              <a:off x="7860402" y="2309547"/>
              <a:ext cx="52613" cy="41165"/>
            </a:xfrm>
            <a:custGeom>
              <a:avLst/>
              <a:gdLst>
                <a:gd name="connsiteX0" fmla="*/ 20583 w 52613"/>
                <a:gd name="connsiteY0" fmla="*/ 0 h 41165"/>
                <a:gd name="connsiteX1" fmla="*/ 0 w 52613"/>
                <a:gd name="connsiteY1" fmla="*/ 3487 h 41165"/>
                <a:gd name="connsiteX2" fmla="*/ 31383 w 52613"/>
                <a:gd name="connsiteY2" fmla="*/ 41165 h 41165"/>
                <a:gd name="connsiteX3" fmla="*/ 52614 w 52613"/>
                <a:gd name="connsiteY3" fmla="*/ 8795 h 41165"/>
                <a:gd name="connsiteX4" fmla="*/ 20583 w 52613"/>
                <a:gd name="connsiteY4" fmla="*/ 0 h 41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13" h="41165">
                  <a:moveTo>
                    <a:pt x="20583" y="0"/>
                  </a:moveTo>
                  <a:cubicBezTo>
                    <a:pt x="13576" y="16"/>
                    <a:pt x="6621" y="1194"/>
                    <a:pt x="0" y="3487"/>
                  </a:cubicBezTo>
                  <a:cubicBezTo>
                    <a:pt x="4998" y="19740"/>
                    <a:pt x="16302" y="33311"/>
                    <a:pt x="31383" y="41165"/>
                  </a:cubicBezTo>
                  <a:cubicBezTo>
                    <a:pt x="35400" y="28653"/>
                    <a:pt x="42738" y="17465"/>
                    <a:pt x="52614" y="8795"/>
                  </a:cubicBezTo>
                  <a:cubicBezTo>
                    <a:pt x="42920" y="3041"/>
                    <a:pt x="31856" y="3"/>
                    <a:pt x="20583" y="0"/>
                  </a:cubicBezTo>
                  <a:close/>
                </a:path>
              </a:pathLst>
            </a:custGeom>
            <a:solidFill>
              <a:schemeClr val="accent6"/>
            </a:solidFill>
            <a:ln w="3076" cap="flat">
              <a:noFill/>
              <a:prstDash val="solid"/>
              <a:miter/>
            </a:ln>
          </p:spPr>
          <p:txBody>
            <a:bodyPr rtlCol="0" anchor="ctr"/>
            <a:lstStyle/>
            <a:p>
              <a:endParaRPr lang="en-US" sz="1600">
                <a:solidFill>
                  <a:prstClr val="black"/>
                </a:solidFill>
                <a:latin typeface="Calibri" panose="020F0502020204030204"/>
              </a:endParaRPr>
            </a:p>
          </p:txBody>
        </p:sp>
      </p:grpSp>
      <p:grpSp>
        <p:nvGrpSpPr>
          <p:cNvPr id="65" name="Graphic 28" descr="Stopwatch">
            <a:extLst>
              <a:ext uri="{FF2B5EF4-FFF2-40B4-BE49-F238E27FC236}">
                <a16:creationId xmlns:a16="http://schemas.microsoft.com/office/drawing/2014/main" id="{9DF3F579-5C30-489B-ACE5-7B430164BF60}"/>
              </a:ext>
            </a:extLst>
          </p:cNvPr>
          <p:cNvGrpSpPr/>
          <p:nvPr/>
        </p:nvGrpSpPr>
        <p:grpSpPr>
          <a:xfrm>
            <a:off x="4599537" y="3082825"/>
            <a:ext cx="263073" cy="263073"/>
            <a:chOff x="4344332" y="2746143"/>
            <a:chExt cx="307937" cy="307937"/>
          </a:xfrm>
        </p:grpSpPr>
        <p:sp>
          <p:nvSpPr>
            <p:cNvPr id="66" name="Freeform: Shape 65">
              <a:extLst>
                <a:ext uri="{FF2B5EF4-FFF2-40B4-BE49-F238E27FC236}">
                  <a16:creationId xmlns:a16="http://schemas.microsoft.com/office/drawing/2014/main" id="{D4C3CFC0-B80B-47AB-8DDF-FBEC67C8500B}"/>
                </a:ext>
              </a:extLst>
            </p:cNvPr>
            <p:cNvSpPr/>
            <p:nvPr/>
          </p:nvSpPr>
          <p:spPr>
            <a:xfrm>
              <a:off x="4491885" y="2845580"/>
              <a:ext cx="12830" cy="12830"/>
            </a:xfrm>
            <a:custGeom>
              <a:avLst/>
              <a:gdLst>
                <a:gd name="connsiteX0" fmla="*/ 12831 w 12830"/>
                <a:gd name="connsiteY0" fmla="*/ 6415 h 12830"/>
                <a:gd name="connsiteX1" fmla="*/ 6415 w 12830"/>
                <a:gd name="connsiteY1" fmla="*/ 12831 h 12830"/>
                <a:gd name="connsiteX2" fmla="*/ 0 w 12830"/>
                <a:gd name="connsiteY2" fmla="*/ 6415 h 12830"/>
                <a:gd name="connsiteX3" fmla="*/ 6415 w 12830"/>
                <a:gd name="connsiteY3" fmla="*/ 0 h 12830"/>
                <a:gd name="connsiteX4" fmla="*/ 12831 w 12830"/>
                <a:gd name="connsiteY4" fmla="*/ 6415 h 12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 h="12830">
                  <a:moveTo>
                    <a:pt x="12831" y="6415"/>
                  </a:moveTo>
                  <a:cubicBezTo>
                    <a:pt x="12831" y="9958"/>
                    <a:pt x="9958" y="12831"/>
                    <a:pt x="6415" y="12831"/>
                  </a:cubicBezTo>
                  <a:cubicBezTo>
                    <a:pt x="2872" y="12831"/>
                    <a:pt x="0" y="9958"/>
                    <a:pt x="0" y="6415"/>
                  </a:cubicBezTo>
                  <a:cubicBezTo>
                    <a:pt x="0" y="2872"/>
                    <a:pt x="2872" y="0"/>
                    <a:pt x="6415" y="0"/>
                  </a:cubicBezTo>
                  <a:cubicBezTo>
                    <a:pt x="9958" y="0"/>
                    <a:pt x="12831" y="2872"/>
                    <a:pt x="12831" y="6415"/>
                  </a:cubicBez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67" name="Freeform: Shape 66">
              <a:extLst>
                <a:ext uri="{FF2B5EF4-FFF2-40B4-BE49-F238E27FC236}">
                  <a16:creationId xmlns:a16="http://schemas.microsoft.com/office/drawing/2014/main" id="{ECD5FB23-75B4-4485-9510-2C2D323CF4EE}"/>
                </a:ext>
              </a:extLst>
            </p:cNvPr>
            <p:cNvSpPr/>
            <p:nvPr/>
          </p:nvSpPr>
          <p:spPr>
            <a:xfrm>
              <a:off x="4491885" y="2973888"/>
              <a:ext cx="12830" cy="12830"/>
            </a:xfrm>
            <a:custGeom>
              <a:avLst/>
              <a:gdLst>
                <a:gd name="connsiteX0" fmla="*/ 12831 w 12830"/>
                <a:gd name="connsiteY0" fmla="*/ 6415 h 12830"/>
                <a:gd name="connsiteX1" fmla="*/ 6415 w 12830"/>
                <a:gd name="connsiteY1" fmla="*/ 12831 h 12830"/>
                <a:gd name="connsiteX2" fmla="*/ 0 w 12830"/>
                <a:gd name="connsiteY2" fmla="*/ 6415 h 12830"/>
                <a:gd name="connsiteX3" fmla="*/ 6415 w 12830"/>
                <a:gd name="connsiteY3" fmla="*/ 0 h 12830"/>
                <a:gd name="connsiteX4" fmla="*/ 12831 w 12830"/>
                <a:gd name="connsiteY4" fmla="*/ 6415 h 12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 h="12830">
                  <a:moveTo>
                    <a:pt x="12831" y="6415"/>
                  </a:moveTo>
                  <a:cubicBezTo>
                    <a:pt x="12831" y="9958"/>
                    <a:pt x="9958" y="12831"/>
                    <a:pt x="6415" y="12831"/>
                  </a:cubicBezTo>
                  <a:cubicBezTo>
                    <a:pt x="2872" y="12831"/>
                    <a:pt x="0" y="9958"/>
                    <a:pt x="0" y="6415"/>
                  </a:cubicBezTo>
                  <a:cubicBezTo>
                    <a:pt x="0" y="2872"/>
                    <a:pt x="2872" y="0"/>
                    <a:pt x="6415" y="0"/>
                  </a:cubicBezTo>
                  <a:cubicBezTo>
                    <a:pt x="9958" y="0"/>
                    <a:pt x="12831" y="2872"/>
                    <a:pt x="12831" y="6415"/>
                  </a:cubicBez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68" name="Freeform: Shape 67">
              <a:extLst>
                <a:ext uri="{FF2B5EF4-FFF2-40B4-BE49-F238E27FC236}">
                  <a16:creationId xmlns:a16="http://schemas.microsoft.com/office/drawing/2014/main" id="{A329979C-B6DF-4583-8059-19B6701EE884}"/>
                </a:ext>
              </a:extLst>
            </p:cNvPr>
            <p:cNvSpPr/>
            <p:nvPr/>
          </p:nvSpPr>
          <p:spPr>
            <a:xfrm>
              <a:off x="4556038" y="2906526"/>
              <a:ext cx="12830" cy="12830"/>
            </a:xfrm>
            <a:custGeom>
              <a:avLst/>
              <a:gdLst>
                <a:gd name="connsiteX0" fmla="*/ 12831 w 12830"/>
                <a:gd name="connsiteY0" fmla="*/ 6415 h 12830"/>
                <a:gd name="connsiteX1" fmla="*/ 6415 w 12830"/>
                <a:gd name="connsiteY1" fmla="*/ 12831 h 12830"/>
                <a:gd name="connsiteX2" fmla="*/ 0 w 12830"/>
                <a:gd name="connsiteY2" fmla="*/ 6415 h 12830"/>
                <a:gd name="connsiteX3" fmla="*/ 6415 w 12830"/>
                <a:gd name="connsiteY3" fmla="*/ 0 h 12830"/>
                <a:gd name="connsiteX4" fmla="*/ 12831 w 12830"/>
                <a:gd name="connsiteY4" fmla="*/ 6415 h 12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 h="12830">
                  <a:moveTo>
                    <a:pt x="12831" y="6415"/>
                  </a:moveTo>
                  <a:cubicBezTo>
                    <a:pt x="12831" y="9958"/>
                    <a:pt x="9958" y="12831"/>
                    <a:pt x="6415" y="12831"/>
                  </a:cubicBezTo>
                  <a:cubicBezTo>
                    <a:pt x="2872" y="12831"/>
                    <a:pt x="0" y="9958"/>
                    <a:pt x="0" y="6415"/>
                  </a:cubicBezTo>
                  <a:cubicBezTo>
                    <a:pt x="0" y="2872"/>
                    <a:pt x="2872" y="0"/>
                    <a:pt x="6415" y="0"/>
                  </a:cubicBezTo>
                  <a:cubicBezTo>
                    <a:pt x="9958" y="0"/>
                    <a:pt x="12831" y="2872"/>
                    <a:pt x="12831" y="6415"/>
                  </a:cubicBez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69" name="Freeform: Shape 68">
              <a:extLst>
                <a:ext uri="{FF2B5EF4-FFF2-40B4-BE49-F238E27FC236}">
                  <a16:creationId xmlns:a16="http://schemas.microsoft.com/office/drawing/2014/main" id="{3E241B66-280F-4923-8695-3008C1F226B8}"/>
                </a:ext>
              </a:extLst>
            </p:cNvPr>
            <p:cNvSpPr/>
            <p:nvPr/>
          </p:nvSpPr>
          <p:spPr>
            <a:xfrm>
              <a:off x="4427731" y="2906526"/>
              <a:ext cx="12830" cy="12830"/>
            </a:xfrm>
            <a:custGeom>
              <a:avLst/>
              <a:gdLst>
                <a:gd name="connsiteX0" fmla="*/ 12831 w 12830"/>
                <a:gd name="connsiteY0" fmla="*/ 6415 h 12830"/>
                <a:gd name="connsiteX1" fmla="*/ 6415 w 12830"/>
                <a:gd name="connsiteY1" fmla="*/ 12831 h 12830"/>
                <a:gd name="connsiteX2" fmla="*/ 0 w 12830"/>
                <a:gd name="connsiteY2" fmla="*/ 6415 h 12830"/>
                <a:gd name="connsiteX3" fmla="*/ 6415 w 12830"/>
                <a:gd name="connsiteY3" fmla="*/ 0 h 12830"/>
                <a:gd name="connsiteX4" fmla="*/ 12831 w 12830"/>
                <a:gd name="connsiteY4" fmla="*/ 6415 h 12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 h="12830">
                  <a:moveTo>
                    <a:pt x="12831" y="6415"/>
                  </a:moveTo>
                  <a:cubicBezTo>
                    <a:pt x="12831" y="9958"/>
                    <a:pt x="9958" y="12831"/>
                    <a:pt x="6415" y="12831"/>
                  </a:cubicBezTo>
                  <a:cubicBezTo>
                    <a:pt x="2872" y="12831"/>
                    <a:pt x="0" y="9958"/>
                    <a:pt x="0" y="6415"/>
                  </a:cubicBezTo>
                  <a:cubicBezTo>
                    <a:pt x="0" y="2872"/>
                    <a:pt x="2872" y="0"/>
                    <a:pt x="6415" y="0"/>
                  </a:cubicBezTo>
                  <a:cubicBezTo>
                    <a:pt x="9958" y="0"/>
                    <a:pt x="12831" y="2872"/>
                    <a:pt x="12831" y="6415"/>
                  </a:cubicBez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70" name="Freeform: Shape 69">
              <a:extLst>
                <a:ext uri="{FF2B5EF4-FFF2-40B4-BE49-F238E27FC236}">
                  <a16:creationId xmlns:a16="http://schemas.microsoft.com/office/drawing/2014/main" id="{6C900D6A-ADA8-4855-BDD2-161E6ACCDB0C}"/>
                </a:ext>
              </a:extLst>
            </p:cNvPr>
            <p:cNvSpPr/>
            <p:nvPr/>
          </p:nvSpPr>
          <p:spPr>
            <a:xfrm>
              <a:off x="4491885" y="2868034"/>
              <a:ext cx="42662" cy="81154"/>
            </a:xfrm>
            <a:custGeom>
              <a:avLst/>
              <a:gdLst>
                <a:gd name="connsiteX0" fmla="*/ 12831 w 42662"/>
                <a:gd name="connsiteY0" fmla="*/ 0 h 81154"/>
                <a:gd name="connsiteX1" fmla="*/ 0 w 42662"/>
                <a:gd name="connsiteY1" fmla="*/ 0 h 81154"/>
                <a:gd name="connsiteX2" fmla="*/ 0 w 42662"/>
                <a:gd name="connsiteY2" fmla="*/ 44907 h 81154"/>
                <a:gd name="connsiteX3" fmla="*/ 1925 w 42662"/>
                <a:gd name="connsiteY3" fmla="*/ 49398 h 81154"/>
                <a:gd name="connsiteX4" fmla="*/ 33681 w 42662"/>
                <a:gd name="connsiteY4" fmla="*/ 81154 h 81154"/>
                <a:gd name="connsiteX5" fmla="*/ 42662 w 42662"/>
                <a:gd name="connsiteY5" fmla="*/ 72173 h 81154"/>
                <a:gd name="connsiteX6" fmla="*/ 12831 w 42662"/>
                <a:gd name="connsiteY6" fmla="*/ 42341 h 81154"/>
                <a:gd name="connsiteX7" fmla="*/ 12831 w 42662"/>
                <a:gd name="connsiteY7" fmla="*/ 0 h 8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662" h="81154">
                  <a:moveTo>
                    <a:pt x="12831" y="0"/>
                  </a:moveTo>
                  <a:lnTo>
                    <a:pt x="0" y="0"/>
                  </a:lnTo>
                  <a:lnTo>
                    <a:pt x="0" y="44907"/>
                  </a:lnTo>
                  <a:cubicBezTo>
                    <a:pt x="0" y="46511"/>
                    <a:pt x="642" y="48115"/>
                    <a:pt x="1925" y="49398"/>
                  </a:cubicBezTo>
                  <a:lnTo>
                    <a:pt x="33681" y="81154"/>
                  </a:lnTo>
                  <a:lnTo>
                    <a:pt x="42662" y="72173"/>
                  </a:lnTo>
                  <a:lnTo>
                    <a:pt x="12831" y="42341"/>
                  </a:lnTo>
                  <a:lnTo>
                    <a:pt x="12831" y="0"/>
                  </a:ln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71" name="Freeform: Shape 70">
              <a:extLst>
                <a:ext uri="{FF2B5EF4-FFF2-40B4-BE49-F238E27FC236}">
                  <a16:creationId xmlns:a16="http://schemas.microsoft.com/office/drawing/2014/main" id="{4F3850D5-4D69-413B-9567-2F26B91510A6}"/>
                </a:ext>
              </a:extLst>
            </p:cNvPr>
            <p:cNvSpPr/>
            <p:nvPr/>
          </p:nvSpPr>
          <p:spPr>
            <a:xfrm>
              <a:off x="4389337" y="2775012"/>
              <a:ext cx="218313" cy="250023"/>
            </a:xfrm>
            <a:custGeom>
              <a:avLst/>
              <a:gdLst>
                <a:gd name="connsiteX0" fmla="*/ 108963 w 218313"/>
                <a:gd name="connsiteY0" fmla="*/ 230953 h 250023"/>
                <a:gd name="connsiteX1" fmla="*/ 19148 w 218313"/>
                <a:gd name="connsiteY1" fmla="*/ 141138 h 250023"/>
                <a:gd name="connsiteX2" fmla="*/ 108963 w 218313"/>
                <a:gd name="connsiteY2" fmla="*/ 51323 h 250023"/>
                <a:gd name="connsiteX3" fmla="*/ 198778 w 218313"/>
                <a:gd name="connsiteY3" fmla="*/ 141138 h 250023"/>
                <a:gd name="connsiteX4" fmla="*/ 108963 w 218313"/>
                <a:gd name="connsiteY4" fmla="*/ 230953 h 250023"/>
                <a:gd name="connsiteX5" fmla="*/ 108963 w 218313"/>
                <a:gd name="connsiteY5" fmla="*/ 230953 h 250023"/>
                <a:gd name="connsiteX6" fmla="*/ 184985 w 218313"/>
                <a:gd name="connsiteY6" fmla="*/ 62870 h 250023"/>
                <a:gd name="connsiteX7" fmla="*/ 194608 w 218313"/>
                <a:gd name="connsiteY7" fmla="*/ 53247 h 250023"/>
                <a:gd name="connsiteX8" fmla="*/ 194287 w 218313"/>
                <a:gd name="connsiteY8" fmla="*/ 39775 h 250023"/>
                <a:gd name="connsiteX9" fmla="*/ 180815 w 218313"/>
                <a:gd name="connsiteY9" fmla="*/ 39454 h 250023"/>
                <a:gd name="connsiteX10" fmla="*/ 169909 w 218313"/>
                <a:gd name="connsiteY10" fmla="*/ 50681 h 250023"/>
                <a:gd name="connsiteX11" fmla="*/ 118586 w 218313"/>
                <a:gd name="connsiteY11" fmla="*/ 32718 h 250023"/>
                <a:gd name="connsiteX12" fmla="*/ 118586 w 218313"/>
                <a:gd name="connsiteY12" fmla="*/ 19246 h 250023"/>
                <a:gd name="connsiteX13" fmla="*/ 147455 w 218313"/>
                <a:gd name="connsiteY13" fmla="*/ 19246 h 250023"/>
                <a:gd name="connsiteX14" fmla="*/ 147455 w 218313"/>
                <a:gd name="connsiteY14" fmla="*/ 0 h 250023"/>
                <a:gd name="connsiteX15" fmla="*/ 70471 w 218313"/>
                <a:gd name="connsiteY15" fmla="*/ 0 h 250023"/>
                <a:gd name="connsiteX16" fmla="*/ 70471 w 218313"/>
                <a:gd name="connsiteY16" fmla="*/ 19246 h 250023"/>
                <a:gd name="connsiteX17" fmla="*/ 99340 w 218313"/>
                <a:gd name="connsiteY17" fmla="*/ 19246 h 250023"/>
                <a:gd name="connsiteX18" fmla="*/ 99340 w 218313"/>
                <a:gd name="connsiteY18" fmla="*/ 32398 h 250023"/>
                <a:gd name="connsiteX19" fmla="*/ 864 w 218313"/>
                <a:gd name="connsiteY19" fmla="*/ 127345 h 250023"/>
                <a:gd name="connsiteX20" fmla="*/ 72716 w 218313"/>
                <a:gd name="connsiteY20" fmla="*/ 243783 h 250023"/>
                <a:gd name="connsiteX21" fmla="*/ 201986 w 218313"/>
                <a:gd name="connsiteY21" fmla="*/ 198555 h 250023"/>
                <a:gd name="connsiteX22" fmla="*/ 184985 w 218313"/>
                <a:gd name="connsiteY22" fmla="*/ 62870 h 250023"/>
                <a:gd name="connsiteX23" fmla="*/ 184985 w 218313"/>
                <a:gd name="connsiteY23" fmla="*/ 62870 h 25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8313" h="250023">
                  <a:moveTo>
                    <a:pt x="108963" y="230953"/>
                  </a:moveTo>
                  <a:cubicBezTo>
                    <a:pt x="59244" y="230953"/>
                    <a:pt x="19148" y="190857"/>
                    <a:pt x="19148" y="141138"/>
                  </a:cubicBezTo>
                  <a:cubicBezTo>
                    <a:pt x="19148" y="91419"/>
                    <a:pt x="59244" y="51323"/>
                    <a:pt x="108963" y="51323"/>
                  </a:cubicBezTo>
                  <a:cubicBezTo>
                    <a:pt x="158682" y="51323"/>
                    <a:pt x="198778" y="91419"/>
                    <a:pt x="198778" y="141138"/>
                  </a:cubicBezTo>
                  <a:cubicBezTo>
                    <a:pt x="198778" y="190857"/>
                    <a:pt x="158682" y="230953"/>
                    <a:pt x="108963" y="230953"/>
                  </a:cubicBezTo>
                  <a:lnTo>
                    <a:pt x="108963" y="230953"/>
                  </a:lnTo>
                  <a:close/>
                  <a:moveTo>
                    <a:pt x="184985" y="62870"/>
                  </a:moveTo>
                  <a:lnTo>
                    <a:pt x="194608" y="53247"/>
                  </a:lnTo>
                  <a:cubicBezTo>
                    <a:pt x="198136" y="49398"/>
                    <a:pt x="198136" y="43624"/>
                    <a:pt x="194287" y="39775"/>
                  </a:cubicBezTo>
                  <a:cubicBezTo>
                    <a:pt x="190759" y="36247"/>
                    <a:pt x="184664" y="35926"/>
                    <a:pt x="180815" y="39454"/>
                  </a:cubicBezTo>
                  <a:lnTo>
                    <a:pt x="169909" y="50681"/>
                  </a:lnTo>
                  <a:cubicBezTo>
                    <a:pt x="154512" y="40417"/>
                    <a:pt x="136870" y="34001"/>
                    <a:pt x="118586" y="32718"/>
                  </a:cubicBezTo>
                  <a:lnTo>
                    <a:pt x="118586" y="19246"/>
                  </a:lnTo>
                  <a:lnTo>
                    <a:pt x="147455" y="19246"/>
                  </a:lnTo>
                  <a:lnTo>
                    <a:pt x="147455" y="0"/>
                  </a:lnTo>
                  <a:lnTo>
                    <a:pt x="70471" y="0"/>
                  </a:lnTo>
                  <a:lnTo>
                    <a:pt x="70471" y="19246"/>
                  </a:lnTo>
                  <a:lnTo>
                    <a:pt x="99340" y="19246"/>
                  </a:lnTo>
                  <a:lnTo>
                    <a:pt x="99340" y="32398"/>
                  </a:lnTo>
                  <a:cubicBezTo>
                    <a:pt x="48338" y="36888"/>
                    <a:pt x="7280" y="76343"/>
                    <a:pt x="864" y="127345"/>
                  </a:cubicBezTo>
                  <a:cubicBezTo>
                    <a:pt x="-5551" y="178347"/>
                    <a:pt x="24280" y="226783"/>
                    <a:pt x="72716" y="243783"/>
                  </a:cubicBezTo>
                  <a:cubicBezTo>
                    <a:pt x="121152" y="260784"/>
                    <a:pt x="174720" y="242180"/>
                    <a:pt x="201986" y="198555"/>
                  </a:cubicBezTo>
                  <a:cubicBezTo>
                    <a:pt x="229251" y="154931"/>
                    <a:pt x="221552" y="98476"/>
                    <a:pt x="184985" y="62870"/>
                  </a:cubicBezTo>
                  <a:lnTo>
                    <a:pt x="184985" y="62870"/>
                  </a:ln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grpSp>
      <p:grpSp>
        <p:nvGrpSpPr>
          <p:cNvPr id="72" name="Graphic 27" descr="Lightbulb">
            <a:extLst>
              <a:ext uri="{FF2B5EF4-FFF2-40B4-BE49-F238E27FC236}">
                <a16:creationId xmlns:a16="http://schemas.microsoft.com/office/drawing/2014/main" id="{22604B4D-9819-4CC4-845D-420C2AEE55A6}"/>
              </a:ext>
            </a:extLst>
          </p:cNvPr>
          <p:cNvGrpSpPr/>
          <p:nvPr/>
        </p:nvGrpSpPr>
        <p:grpSpPr>
          <a:xfrm>
            <a:off x="4380191" y="2604042"/>
            <a:ext cx="263073" cy="263073"/>
            <a:chOff x="4087579" y="2185710"/>
            <a:chExt cx="307937" cy="307937"/>
          </a:xfrm>
        </p:grpSpPr>
        <p:sp>
          <p:nvSpPr>
            <p:cNvPr id="73" name="Freeform: Shape 72">
              <a:extLst>
                <a:ext uri="{FF2B5EF4-FFF2-40B4-BE49-F238E27FC236}">
                  <a16:creationId xmlns:a16="http://schemas.microsoft.com/office/drawing/2014/main" id="{F73A2392-DD38-4DC9-89AD-B9C294865433}"/>
                </a:ext>
              </a:extLst>
            </p:cNvPr>
            <p:cNvSpPr/>
            <p:nvPr/>
          </p:nvSpPr>
          <p:spPr>
            <a:xfrm>
              <a:off x="4199847" y="2391001"/>
              <a:ext cx="83399" cy="19246"/>
            </a:xfrm>
            <a:custGeom>
              <a:avLst/>
              <a:gdLst>
                <a:gd name="connsiteX0" fmla="*/ 9623 w 83399"/>
                <a:gd name="connsiteY0" fmla="*/ 0 h 19246"/>
                <a:gd name="connsiteX1" fmla="*/ 73777 w 83399"/>
                <a:gd name="connsiteY1" fmla="*/ 0 h 19246"/>
                <a:gd name="connsiteX2" fmla="*/ 83400 w 83399"/>
                <a:gd name="connsiteY2" fmla="*/ 9623 h 19246"/>
                <a:gd name="connsiteX3" fmla="*/ 73777 w 83399"/>
                <a:gd name="connsiteY3" fmla="*/ 19246 h 19246"/>
                <a:gd name="connsiteX4" fmla="*/ 9623 w 83399"/>
                <a:gd name="connsiteY4" fmla="*/ 19246 h 19246"/>
                <a:gd name="connsiteX5" fmla="*/ 0 w 83399"/>
                <a:gd name="connsiteY5" fmla="*/ 9623 h 19246"/>
                <a:gd name="connsiteX6" fmla="*/ 9623 w 83399"/>
                <a:gd name="connsiteY6" fmla="*/ 0 h 1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99" h="19246">
                  <a:moveTo>
                    <a:pt x="9623" y="0"/>
                  </a:moveTo>
                  <a:lnTo>
                    <a:pt x="73777" y="0"/>
                  </a:lnTo>
                  <a:cubicBezTo>
                    <a:pt x="79230" y="0"/>
                    <a:pt x="83400" y="4170"/>
                    <a:pt x="83400" y="9623"/>
                  </a:cubicBezTo>
                  <a:cubicBezTo>
                    <a:pt x="83400" y="15076"/>
                    <a:pt x="79230" y="19246"/>
                    <a:pt x="73777" y="19246"/>
                  </a:cubicBezTo>
                  <a:lnTo>
                    <a:pt x="9623" y="19246"/>
                  </a:lnTo>
                  <a:cubicBezTo>
                    <a:pt x="4170" y="19246"/>
                    <a:pt x="0" y="15076"/>
                    <a:pt x="0" y="9623"/>
                  </a:cubicBezTo>
                  <a:cubicBezTo>
                    <a:pt x="0" y="4170"/>
                    <a:pt x="4170" y="0"/>
                    <a:pt x="9623" y="0"/>
                  </a:cubicBez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74" name="Freeform: Shape 73">
              <a:extLst>
                <a:ext uri="{FF2B5EF4-FFF2-40B4-BE49-F238E27FC236}">
                  <a16:creationId xmlns:a16="http://schemas.microsoft.com/office/drawing/2014/main" id="{BD2FF55F-80C9-4781-AC07-2DD97BB86AC0}"/>
                </a:ext>
              </a:extLst>
            </p:cNvPr>
            <p:cNvSpPr/>
            <p:nvPr/>
          </p:nvSpPr>
          <p:spPr>
            <a:xfrm>
              <a:off x="4199847" y="2423078"/>
              <a:ext cx="83399" cy="19246"/>
            </a:xfrm>
            <a:custGeom>
              <a:avLst/>
              <a:gdLst>
                <a:gd name="connsiteX0" fmla="*/ 9623 w 83399"/>
                <a:gd name="connsiteY0" fmla="*/ 0 h 19246"/>
                <a:gd name="connsiteX1" fmla="*/ 73777 w 83399"/>
                <a:gd name="connsiteY1" fmla="*/ 0 h 19246"/>
                <a:gd name="connsiteX2" fmla="*/ 83400 w 83399"/>
                <a:gd name="connsiteY2" fmla="*/ 9623 h 19246"/>
                <a:gd name="connsiteX3" fmla="*/ 73777 w 83399"/>
                <a:gd name="connsiteY3" fmla="*/ 19246 h 19246"/>
                <a:gd name="connsiteX4" fmla="*/ 9623 w 83399"/>
                <a:gd name="connsiteY4" fmla="*/ 19246 h 19246"/>
                <a:gd name="connsiteX5" fmla="*/ 0 w 83399"/>
                <a:gd name="connsiteY5" fmla="*/ 9623 h 19246"/>
                <a:gd name="connsiteX6" fmla="*/ 9623 w 83399"/>
                <a:gd name="connsiteY6" fmla="*/ 0 h 1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99" h="19246">
                  <a:moveTo>
                    <a:pt x="9623" y="0"/>
                  </a:moveTo>
                  <a:lnTo>
                    <a:pt x="73777" y="0"/>
                  </a:lnTo>
                  <a:cubicBezTo>
                    <a:pt x="79230" y="0"/>
                    <a:pt x="83400" y="4170"/>
                    <a:pt x="83400" y="9623"/>
                  </a:cubicBezTo>
                  <a:cubicBezTo>
                    <a:pt x="83400" y="15076"/>
                    <a:pt x="79230" y="19246"/>
                    <a:pt x="73777" y="19246"/>
                  </a:cubicBezTo>
                  <a:lnTo>
                    <a:pt x="9623" y="19246"/>
                  </a:lnTo>
                  <a:cubicBezTo>
                    <a:pt x="4170" y="19246"/>
                    <a:pt x="0" y="15076"/>
                    <a:pt x="0" y="9623"/>
                  </a:cubicBezTo>
                  <a:cubicBezTo>
                    <a:pt x="0" y="4170"/>
                    <a:pt x="4170" y="0"/>
                    <a:pt x="9623" y="0"/>
                  </a:cubicBez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75" name="Freeform: Shape 74">
              <a:extLst>
                <a:ext uri="{FF2B5EF4-FFF2-40B4-BE49-F238E27FC236}">
                  <a16:creationId xmlns:a16="http://schemas.microsoft.com/office/drawing/2014/main" id="{AA5ADFB4-72BD-41DF-9FAD-A7281D0AC637}"/>
                </a:ext>
              </a:extLst>
            </p:cNvPr>
            <p:cNvSpPr/>
            <p:nvPr/>
          </p:nvSpPr>
          <p:spPr>
            <a:xfrm>
              <a:off x="4220697" y="2455154"/>
              <a:ext cx="41699" cy="19246"/>
            </a:xfrm>
            <a:custGeom>
              <a:avLst/>
              <a:gdLst>
                <a:gd name="connsiteX0" fmla="*/ 0 w 41699"/>
                <a:gd name="connsiteY0" fmla="*/ 0 h 19246"/>
                <a:gd name="connsiteX1" fmla="*/ 20850 w 41699"/>
                <a:gd name="connsiteY1" fmla="*/ 19246 h 19246"/>
                <a:gd name="connsiteX2" fmla="*/ 41700 w 41699"/>
                <a:gd name="connsiteY2" fmla="*/ 0 h 19246"/>
                <a:gd name="connsiteX3" fmla="*/ 0 w 41699"/>
                <a:gd name="connsiteY3" fmla="*/ 0 h 19246"/>
              </a:gdLst>
              <a:ahLst/>
              <a:cxnLst>
                <a:cxn ang="0">
                  <a:pos x="connsiteX0" y="connsiteY0"/>
                </a:cxn>
                <a:cxn ang="0">
                  <a:pos x="connsiteX1" y="connsiteY1"/>
                </a:cxn>
                <a:cxn ang="0">
                  <a:pos x="connsiteX2" y="connsiteY2"/>
                </a:cxn>
                <a:cxn ang="0">
                  <a:pos x="connsiteX3" y="connsiteY3"/>
                </a:cxn>
              </a:cxnLst>
              <a:rect l="l" t="t" r="r" b="b"/>
              <a:pathLst>
                <a:path w="41699" h="19246">
                  <a:moveTo>
                    <a:pt x="0" y="0"/>
                  </a:moveTo>
                  <a:cubicBezTo>
                    <a:pt x="962" y="10906"/>
                    <a:pt x="9944" y="19246"/>
                    <a:pt x="20850" y="19246"/>
                  </a:cubicBezTo>
                  <a:cubicBezTo>
                    <a:pt x="31756" y="19246"/>
                    <a:pt x="40738" y="10906"/>
                    <a:pt x="41700" y="0"/>
                  </a:cubicBezTo>
                  <a:lnTo>
                    <a:pt x="0" y="0"/>
                  </a:ln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sp>
          <p:nvSpPr>
            <p:cNvPr id="76" name="Freeform: Shape 75">
              <a:extLst>
                <a:ext uri="{FF2B5EF4-FFF2-40B4-BE49-F238E27FC236}">
                  <a16:creationId xmlns:a16="http://schemas.microsoft.com/office/drawing/2014/main" id="{AAE06665-9B21-49B9-93B6-2A96789E2CD1}"/>
                </a:ext>
              </a:extLst>
            </p:cNvPr>
            <p:cNvSpPr/>
            <p:nvPr/>
          </p:nvSpPr>
          <p:spPr>
            <a:xfrm>
              <a:off x="4158147" y="2204956"/>
              <a:ext cx="166799" cy="173214"/>
            </a:xfrm>
            <a:custGeom>
              <a:avLst/>
              <a:gdLst>
                <a:gd name="connsiteX0" fmla="*/ 83400 w 166799"/>
                <a:gd name="connsiteY0" fmla="*/ 0 h 173214"/>
                <a:gd name="connsiteX1" fmla="*/ 83400 w 166799"/>
                <a:gd name="connsiteY1" fmla="*/ 0 h 173214"/>
                <a:gd name="connsiteX2" fmla="*/ 83400 w 166799"/>
                <a:gd name="connsiteY2" fmla="*/ 0 h 173214"/>
                <a:gd name="connsiteX3" fmla="*/ 0 w 166799"/>
                <a:gd name="connsiteY3" fmla="*/ 82437 h 173214"/>
                <a:gd name="connsiteX4" fmla="*/ 0 w 166799"/>
                <a:gd name="connsiteY4" fmla="*/ 85324 h 173214"/>
                <a:gd name="connsiteX5" fmla="*/ 5774 w 166799"/>
                <a:gd name="connsiteY5" fmla="*/ 114193 h 173214"/>
                <a:gd name="connsiteX6" fmla="*/ 20208 w 166799"/>
                <a:gd name="connsiteY6" fmla="*/ 137930 h 173214"/>
                <a:gd name="connsiteX7" fmla="*/ 39775 w 166799"/>
                <a:gd name="connsiteY7" fmla="*/ 169686 h 173214"/>
                <a:gd name="connsiteX8" fmla="*/ 45549 w 166799"/>
                <a:gd name="connsiteY8" fmla="*/ 173215 h 173214"/>
                <a:gd name="connsiteX9" fmla="*/ 121250 w 166799"/>
                <a:gd name="connsiteY9" fmla="*/ 173215 h 173214"/>
                <a:gd name="connsiteX10" fmla="*/ 127024 w 166799"/>
                <a:gd name="connsiteY10" fmla="*/ 169686 h 173214"/>
                <a:gd name="connsiteX11" fmla="*/ 146591 w 166799"/>
                <a:gd name="connsiteY11" fmla="*/ 137930 h 173214"/>
                <a:gd name="connsiteX12" fmla="*/ 161025 w 166799"/>
                <a:gd name="connsiteY12" fmla="*/ 114193 h 173214"/>
                <a:gd name="connsiteX13" fmla="*/ 166799 w 166799"/>
                <a:gd name="connsiteY13" fmla="*/ 85324 h 173214"/>
                <a:gd name="connsiteX14" fmla="*/ 166799 w 166799"/>
                <a:gd name="connsiteY14" fmla="*/ 82437 h 173214"/>
                <a:gd name="connsiteX15" fmla="*/ 83400 w 166799"/>
                <a:gd name="connsiteY15" fmla="*/ 0 h 173214"/>
                <a:gd name="connsiteX16" fmla="*/ 147553 w 166799"/>
                <a:gd name="connsiteY16" fmla="*/ 85003 h 173214"/>
                <a:gd name="connsiteX17" fmla="*/ 143062 w 166799"/>
                <a:gd name="connsiteY17" fmla="*/ 107457 h 173214"/>
                <a:gd name="connsiteX18" fmla="*/ 132156 w 166799"/>
                <a:gd name="connsiteY18" fmla="*/ 125099 h 173214"/>
                <a:gd name="connsiteX19" fmla="*/ 113552 w 166799"/>
                <a:gd name="connsiteY19" fmla="*/ 153969 h 173214"/>
                <a:gd name="connsiteX20" fmla="*/ 83400 w 166799"/>
                <a:gd name="connsiteY20" fmla="*/ 153969 h 173214"/>
                <a:gd name="connsiteX21" fmla="*/ 53568 w 166799"/>
                <a:gd name="connsiteY21" fmla="*/ 153969 h 173214"/>
                <a:gd name="connsiteX22" fmla="*/ 34964 w 166799"/>
                <a:gd name="connsiteY22" fmla="*/ 125099 h 173214"/>
                <a:gd name="connsiteX23" fmla="*/ 24058 w 166799"/>
                <a:gd name="connsiteY23" fmla="*/ 107457 h 173214"/>
                <a:gd name="connsiteX24" fmla="*/ 19567 w 166799"/>
                <a:gd name="connsiteY24" fmla="*/ 85003 h 173214"/>
                <a:gd name="connsiteX25" fmla="*/ 19567 w 166799"/>
                <a:gd name="connsiteY25" fmla="*/ 82437 h 173214"/>
                <a:gd name="connsiteX26" fmla="*/ 83720 w 166799"/>
                <a:gd name="connsiteY26" fmla="*/ 18925 h 173214"/>
                <a:gd name="connsiteX27" fmla="*/ 83720 w 166799"/>
                <a:gd name="connsiteY27" fmla="*/ 18925 h 173214"/>
                <a:gd name="connsiteX28" fmla="*/ 83720 w 166799"/>
                <a:gd name="connsiteY28" fmla="*/ 18925 h 173214"/>
                <a:gd name="connsiteX29" fmla="*/ 83720 w 166799"/>
                <a:gd name="connsiteY29" fmla="*/ 18925 h 173214"/>
                <a:gd name="connsiteX30" fmla="*/ 83720 w 166799"/>
                <a:gd name="connsiteY30" fmla="*/ 18925 h 173214"/>
                <a:gd name="connsiteX31" fmla="*/ 83720 w 166799"/>
                <a:gd name="connsiteY31" fmla="*/ 18925 h 173214"/>
                <a:gd name="connsiteX32" fmla="*/ 83720 w 166799"/>
                <a:gd name="connsiteY32" fmla="*/ 18925 h 173214"/>
                <a:gd name="connsiteX33" fmla="*/ 147874 w 166799"/>
                <a:gd name="connsiteY33" fmla="*/ 82437 h 173214"/>
                <a:gd name="connsiteX34" fmla="*/ 147874 w 166799"/>
                <a:gd name="connsiteY34" fmla="*/ 85003 h 17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6799" h="173214">
                  <a:moveTo>
                    <a:pt x="83400" y="0"/>
                  </a:moveTo>
                  <a:cubicBezTo>
                    <a:pt x="83400" y="0"/>
                    <a:pt x="83400" y="0"/>
                    <a:pt x="83400" y="0"/>
                  </a:cubicBezTo>
                  <a:cubicBezTo>
                    <a:pt x="83400" y="0"/>
                    <a:pt x="83400" y="0"/>
                    <a:pt x="83400" y="0"/>
                  </a:cubicBezTo>
                  <a:cubicBezTo>
                    <a:pt x="37851" y="321"/>
                    <a:pt x="962" y="36888"/>
                    <a:pt x="0" y="82437"/>
                  </a:cubicBezTo>
                  <a:lnTo>
                    <a:pt x="0" y="85324"/>
                  </a:lnTo>
                  <a:cubicBezTo>
                    <a:pt x="321" y="95268"/>
                    <a:pt x="2245" y="104891"/>
                    <a:pt x="5774" y="114193"/>
                  </a:cubicBezTo>
                  <a:cubicBezTo>
                    <a:pt x="9302" y="122854"/>
                    <a:pt x="14114" y="130873"/>
                    <a:pt x="20208" y="137930"/>
                  </a:cubicBezTo>
                  <a:cubicBezTo>
                    <a:pt x="27907" y="146270"/>
                    <a:pt x="36247" y="162629"/>
                    <a:pt x="39775" y="169686"/>
                  </a:cubicBezTo>
                  <a:cubicBezTo>
                    <a:pt x="40738" y="171931"/>
                    <a:pt x="42983" y="173215"/>
                    <a:pt x="45549" y="173215"/>
                  </a:cubicBezTo>
                  <a:lnTo>
                    <a:pt x="121250" y="173215"/>
                  </a:lnTo>
                  <a:cubicBezTo>
                    <a:pt x="123816" y="173215"/>
                    <a:pt x="126062" y="171931"/>
                    <a:pt x="127024" y="169686"/>
                  </a:cubicBezTo>
                  <a:cubicBezTo>
                    <a:pt x="130552" y="162629"/>
                    <a:pt x="138892" y="146270"/>
                    <a:pt x="146591" y="137930"/>
                  </a:cubicBezTo>
                  <a:cubicBezTo>
                    <a:pt x="152685" y="130873"/>
                    <a:pt x="157818" y="122854"/>
                    <a:pt x="161025" y="114193"/>
                  </a:cubicBezTo>
                  <a:cubicBezTo>
                    <a:pt x="164554" y="104891"/>
                    <a:pt x="166478" y="95268"/>
                    <a:pt x="166799" y="85324"/>
                  </a:cubicBezTo>
                  <a:lnTo>
                    <a:pt x="166799" y="82437"/>
                  </a:lnTo>
                  <a:cubicBezTo>
                    <a:pt x="165837" y="36888"/>
                    <a:pt x="128949" y="321"/>
                    <a:pt x="83400" y="0"/>
                  </a:cubicBezTo>
                  <a:close/>
                  <a:moveTo>
                    <a:pt x="147553" y="85003"/>
                  </a:moveTo>
                  <a:cubicBezTo>
                    <a:pt x="147232" y="92702"/>
                    <a:pt x="145629" y="100400"/>
                    <a:pt x="143062" y="107457"/>
                  </a:cubicBezTo>
                  <a:cubicBezTo>
                    <a:pt x="140496" y="113873"/>
                    <a:pt x="136968" y="119967"/>
                    <a:pt x="132156" y="125099"/>
                  </a:cubicBezTo>
                  <a:cubicBezTo>
                    <a:pt x="124779" y="134081"/>
                    <a:pt x="118363" y="143704"/>
                    <a:pt x="113552" y="153969"/>
                  </a:cubicBezTo>
                  <a:lnTo>
                    <a:pt x="83400" y="153969"/>
                  </a:lnTo>
                  <a:lnTo>
                    <a:pt x="53568" y="153969"/>
                  </a:lnTo>
                  <a:cubicBezTo>
                    <a:pt x="48436" y="143704"/>
                    <a:pt x="42021" y="134081"/>
                    <a:pt x="34964" y="125099"/>
                  </a:cubicBezTo>
                  <a:cubicBezTo>
                    <a:pt x="30473" y="119967"/>
                    <a:pt x="26624" y="113873"/>
                    <a:pt x="24058" y="107457"/>
                  </a:cubicBezTo>
                  <a:cubicBezTo>
                    <a:pt x="21171" y="100400"/>
                    <a:pt x="19888" y="92702"/>
                    <a:pt x="19567" y="85003"/>
                  </a:cubicBezTo>
                  <a:lnTo>
                    <a:pt x="19567" y="82437"/>
                  </a:lnTo>
                  <a:cubicBezTo>
                    <a:pt x="20208" y="47474"/>
                    <a:pt x="48757" y="19246"/>
                    <a:pt x="83720" y="18925"/>
                  </a:cubicBezTo>
                  <a:lnTo>
                    <a:pt x="83720" y="18925"/>
                  </a:lnTo>
                  <a:lnTo>
                    <a:pt x="83720" y="18925"/>
                  </a:lnTo>
                  <a:cubicBezTo>
                    <a:pt x="83720" y="18925"/>
                    <a:pt x="83720" y="18925"/>
                    <a:pt x="83720" y="18925"/>
                  </a:cubicBezTo>
                  <a:cubicBezTo>
                    <a:pt x="83720" y="18925"/>
                    <a:pt x="83720" y="18925"/>
                    <a:pt x="83720" y="18925"/>
                  </a:cubicBezTo>
                  <a:lnTo>
                    <a:pt x="83720" y="18925"/>
                  </a:lnTo>
                  <a:lnTo>
                    <a:pt x="83720" y="18925"/>
                  </a:lnTo>
                  <a:cubicBezTo>
                    <a:pt x="118684" y="19246"/>
                    <a:pt x="147232" y="47153"/>
                    <a:pt x="147874" y="82437"/>
                  </a:cubicBezTo>
                  <a:lnTo>
                    <a:pt x="147874" y="85003"/>
                  </a:lnTo>
                  <a:close/>
                </a:path>
              </a:pathLst>
            </a:custGeom>
            <a:solidFill>
              <a:schemeClr val="accent3"/>
            </a:solidFill>
            <a:ln w="3175" cap="flat">
              <a:noFill/>
              <a:prstDash val="solid"/>
              <a:miter/>
            </a:ln>
          </p:spPr>
          <p:txBody>
            <a:bodyPr rtlCol="0" anchor="ctr"/>
            <a:lstStyle/>
            <a:p>
              <a:endParaRPr lang="en-US" sz="1600">
                <a:solidFill>
                  <a:prstClr val="black"/>
                </a:solidFill>
                <a:latin typeface="Calibri" panose="020F0502020204030204"/>
              </a:endParaRPr>
            </a:p>
          </p:txBody>
        </p:sp>
      </p:grpSp>
    </p:spTree>
    <p:extLst>
      <p:ext uri="{BB962C8B-B14F-4D97-AF65-F5344CB8AC3E}">
        <p14:creationId xmlns:p14="http://schemas.microsoft.com/office/powerpoint/2010/main" val="288573111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04A3FC-7E4C-2E15-28BE-AFE81FEB2646}"/>
            </a:ext>
          </a:extLst>
        </p:cNvPr>
        <p:cNvGrpSpPr/>
        <p:nvPr/>
      </p:nvGrpSpPr>
      <p:grpSpPr>
        <a:xfrm>
          <a:off x="0" y="0"/>
          <a:ext cx="0" cy="0"/>
          <a:chOff x="0" y="0"/>
          <a:chExt cx="0" cy="0"/>
        </a:xfrm>
      </p:grpSpPr>
      <p:sp>
        <p:nvSpPr>
          <p:cNvPr id="16" name="Freeform: Shape 15">
            <a:extLst>
              <a:ext uri="{FF2B5EF4-FFF2-40B4-BE49-F238E27FC236}">
                <a16:creationId xmlns:a16="http://schemas.microsoft.com/office/drawing/2014/main" id="{05F62F41-D5EE-8CEE-2812-C48E8E70A6A7}"/>
              </a:ext>
            </a:extLst>
          </p:cNvPr>
          <p:cNvSpPr/>
          <p:nvPr/>
        </p:nvSpPr>
        <p:spPr>
          <a:xfrm flipH="1">
            <a:off x="6316312" y="1945948"/>
            <a:ext cx="3945626" cy="3237032"/>
          </a:xfrm>
          <a:custGeom>
            <a:avLst/>
            <a:gdLst>
              <a:gd name="connsiteX0" fmla="*/ 4399338 w 5260835"/>
              <a:gd name="connsiteY0" fmla="*/ 926399 h 4316042"/>
              <a:gd name="connsiteX1" fmla="*/ 4879879 w 5260835"/>
              <a:gd name="connsiteY1" fmla="*/ 2539003 h 4316042"/>
              <a:gd name="connsiteX2" fmla="*/ 5256005 w 5260835"/>
              <a:gd name="connsiteY2" fmla="*/ 3649415 h 4316042"/>
              <a:gd name="connsiteX3" fmla="*/ 5260835 w 5260835"/>
              <a:gd name="connsiteY3" fmla="*/ 3673187 h 4316042"/>
              <a:gd name="connsiteX4" fmla="*/ 5260835 w 5260835"/>
              <a:gd name="connsiteY4" fmla="*/ 4316042 h 4316042"/>
              <a:gd name="connsiteX5" fmla="*/ 4220021 w 5260835"/>
              <a:gd name="connsiteY5" fmla="*/ 4316042 h 4316042"/>
              <a:gd name="connsiteX6" fmla="*/ 796489 w 5260835"/>
              <a:gd name="connsiteY6" fmla="*/ 3025331 h 4316042"/>
              <a:gd name="connsiteX7" fmla="*/ 3906343 w 5260835"/>
              <a:gd name="connsiteY7" fmla="*/ 3025331 h 4316042"/>
              <a:gd name="connsiteX8" fmla="*/ 4399338 w 5260835"/>
              <a:gd name="connsiteY8" fmla="*/ 2532336 h 4316042"/>
              <a:gd name="connsiteX9" fmla="*/ 478831 w 5260835"/>
              <a:gd name="connsiteY9" fmla="*/ 0 h 4316042"/>
              <a:gd name="connsiteX10" fmla="*/ 3768108 w 5260835"/>
              <a:gd name="connsiteY10" fmla="*/ 0 h 4316042"/>
              <a:gd name="connsiteX11" fmla="*/ 4177617 w 5260835"/>
              <a:gd name="connsiteY11" fmla="*/ 230540 h 4316042"/>
              <a:gd name="connsiteX12" fmla="*/ 4180124 w 5260835"/>
              <a:gd name="connsiteY12" fmla="*/ 235588 h 4316042"/>
              <a:gd name="connsiteX13" fmla="*/ 4098239 w 5260835"/>
              <a:gd name="connsiteY13" fmla="*/ 191143 h 4316042"/>
              <a:gd name="connsiteX14" fmla="*/ 3906343 w 5260835"/>
              <a:gd name="connsiteY14" fmla="*/ 152401 h 4316042"/>
              <a:gd name="connsiteX15" fmla="*/ 645395 w 5260835"/>
              <a:gd name="connsiteY15" fmla="*/ 152401 h 4316042"/>
              <a:gd name="connsiteX16" fmla="*/ 152400 w 5260835"/>
              <a:gd name="connsiteY16" fmla="*/ 645396 h 4316042"/>
              <a:gd name="connsiteX17" fmla="*/ 152400 w 5260835"/>
              <a:gd name="connsiteY17" fmla="*/ 2532336 h 4316042"/>
              <a:gd name="connsiteX18" fmla="*/ 191142 w 5260835"/>
              <a:gd name="connsiteY18" fmla="*/ 2724232 h 4316042"/>
              <a:gd name="connsiteX19" fmla="*/ 235645 w 5260835"/>
              <a:gd name="connsiteY19" fmla="*/ 2806222 h 4316042"/>
              <a:gd name="connsiteX20" fmla="*/ 230540 w 5260835"/>
              <a:gd name="connsiteY20" fmla="*/ 2803609 h 4316042"/>
              <a:gd name="connsiteX21" fmla="*/ 0 w 5260835"/>
              <a:gd name="connsiteY21" fmla="*/ 2394100 h 4316042"/>
              <a:gd name="connsiteX22" fmla="*/ 0 w 5260835"/>
              <a:gd name="connsiteY22" fmla="*/ 478831 h 4316042"/>
              <a:gd name="connsiteX23" fmla="*/ 478831 w 5260835"/>
              <a:gd name="connsiteY23" fmla="*/ 0 h 431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260835" h="4316042">
                <a:moveTo>
                  <a:pt x="4399338" y="926399"/>
                </a:moveTo>
                <a:lnTo>
                  <a:pt x="4879879" y="2539003"/>
                </a:lnTo>
                <a:lnTo>
                  <a:pt x="5256005" y="3649415"/>
                </a:lnTo>
                <a:cubicBezTo>
                  <a:pt x="5259114" y="3656733"/>
                  <a:pt x="5260835" y="3664769"/>
                  <a:pt x="5260835" y="3673187"/>
                </a:cubicBezTo>
                <a:lnTo>
                  <a:pt x="5260835" y="4316042"/>
                </a:lnTo>
                <a:lnTo>
                  <a:pt x="4220021" y="4316042"/>
                </a:lnTo>
                <a:lnTo>
                  <a:pt x="796489" y="3025331"/>
                </a:lnTo>
                <a:lnTo>
                  <a:pt x="3906343" y="3025331"/>
                </a:lnTo>
                <a:cubicBezTo>
                  <a:pt x="4178617" y="3025331"/>
                  <a:pt x="4399338" y="2804610"/>
                  <a:pt x="4399338" y="2532336"/>
                </a:cubicBezTo>
                <a:close/>
                <a:moveTo>
                  <a:pt x="478831" y="0"/>
                </a:moveTo>
                <a:lnTo>
                  <a:pt x="3768108" y="0"/>
                </a:lnTo>
                <a:cubicBezTo>
                  <a:pt x="3941654" y="0"/>
                  <a:pt x="4093636" y="92326"/>
                  <a:pt x="4177617" y="230540"/>
                </a:cubicBezTo>
                <a:lnTo>
                  <a:pt x="4180124" y="235588"/>
                </a:lnTo>
                <a:lnTo>
                  <a:pt x="4098239" y="191143"/>
                </a:lnTo>
                <a:cubicBezTo>
                  <a:pt x="4039258" y="166196"/>
                  <a:pt x="3974412" y="152401"/>
                  <a:pt x="3906343" y="152401"/>
                </a:cubicBezTo>
                <a:lnTo>
                  <a:pt x="645395" y="152401"/>
                </a:lnTo>
                <a:cubicBezTo>
                  <a:pt x="373121" y="152401"/>
                  <a:pt x="152400" y="373122"/>
                  <a:pt x="152400" y="645396"/>
                </a:cubicBezTo>
                <a:lnTo>
                  <a:pt x="152400" y="2532336"/>
                </a:lnTo>
                <a:cubicBezTo>
                  <a:pt x="152400" y="2600405"/>
                  <a:pt x="166195" y="2665251"/>
                  <a:pt x="191142" y="2724232"/>
                </a:cubicBezTo>
                <a:lnTo>
                  <a:pt x="235645" y="2806222"/>
                </a:lnTo>
                <a:lnTo>
                  <a:pt x="230540" y="2803609"/>
                </a:lnTo>
                <a:cubicBezTo>
                  <a:pt x="92326" y="2719628"/>
                  <a:pt x="0" y="2567645"/>
                  <a:pt x="0" y="2394100"/>
                </a:cubicBezTo>
                <a:lnTo>
                  <a:pt x="0" y="478831"/>
                </a:lnTo>
                <a:cubicBezTo>
                  <a:pt x="0" y="214380"/>
                  <a:pt x="214380" y="0"/>
                  <a:pt x="478831" y="0"/>
                </a:cubicBezTo>
                <a:close/>
              </a:path>
            </a:pathLst>
          </a:custGeom>
          <a:solidFill>
            <a:schemeClr val="accent5">
              <a:lumMod val="40000"/>
              <a:lumOff val="60000"/>
            </a:schemeClr>
          </a:solidFill>
          <a:ln w="14288" cap="flat">
            <a:noFill/>
            <a:prstDash val="solid"/>
            <a:miter/>
          </a:ln>
        </p:spPr>
        <p:txBody>
          <a:bodyPr wrap="square" rtlCol="0" anchor="ctr">
            <a:noAutofit/>
          </a:bodyPr>
          <a:lstStyle/>
          <a:p>
            <a:endParaRPr lang="en-US" sz="1500">
              <a:solidFill>
                <a:srgbClr val="000000"/>
              </a:solidFill>
              <a:latin typeface="Calibri" panose="020F0502020204030204"/>
            </a:endParaRPr>
          </a:p>
        </p:txBody>
      </p:sp>
      <p:sp>
        <p:nvSpPr>
          <p:cNvPr id="15" name="Freeform: Shape 14">
            <a:extLst>
              <a:ext uri="{FF2B5EF4-FFF2-40B4-BE49-F238E27FC236}">
                <a16:creationId xmlns:a16="http://schemas.microsoft.com/office/drawing/2014/main" id="{19D647E0-56AE-1C2F-CD40-A6F821BD89C9}"/>
              </a:ext>
            </a:extLst>
          </p:cNvPr>
          <p:cNvSpPr/>
          <p:nvPr/>
        </p:nvSpPr>
        <p:spPr>
          <a:xfrm>
            <a:off x="1930062" y="1945947"/>
            <a:ext cx="3945626" cy="3237032"/>
          </a:xfrm>
          <a:custGeom>
            <a:avLst/>
            <a:gdLst>
              <a:gd name="connsiteX0" fmla="*/ 4399338 w 5260835"/>
              <a:gd name="connsiteY0" fmla="*/ 926399 h 4316042"/>
              <a:gd name="connsiteX1" fmla="*/ 4879879 w 5260835"/>
              <a:gd name="connsiteY1" fmla="*/ 2539003 h 4316042"/>
              <a:gd name="connsiteX2" fmla="*/ 5256005 w 5260835"/>
              <a:gd name="connsiteY2" fmla="*/ 3649415 h 4316042"/>
              <a:gd name="connsiteX3" fmla="*/ 5260835 w 5260835"/>
              <a:gd name="connsiteY3" fmla="*/ 3673187 h 4316042"/>
              <a:gd name="connsiteX4" fmla="*/ 5260835 w 5260835"/>
              <a:gd name="connsiteY4" fmla="*/ 4316042 h 4316042"/>
              <a:gd name="connsiteX5" fmla="*/ 4220021 w 5260835"/>
              <a:gd name="connsiteY5" fmla="*/ 4316042 h 4316042"/>
              <a:gd name="connsiteX6" fmla="*/ 796489 w 5260835"/>
              <a:gd name="connsiteY6" fmla="*/ 3025331 h 4316042"/>
              <a:gd name="connsiteX7" fmla="*/ 3906343 w 5260835"/>
              <a:gd name="connsiteY7" fmla="*/ 3025331 h 4316042"/>
              <a:gd name="connsiteX8" fmla="*/ 4399338 w 5260835"/>
              <a:gd name="connsiteY8" fmla="*/ 2532336 h 4316042"/>
              <a:gd name="connsiteX9" fmla="*/ 478831 w 5260835"/>
              <a:gd name="connsiteY9" fmla="*/ 0 h 4316042"/>
              <a:gd name="connsiteX10" fmla="*/ 3768108 w 5260835"/>
              <a:gd name="connsiteY10" fmla="*/ 0 h 4316042"/>
              <a:gd name="connsiteX11" fmla="*/ 4177617 w 5260835"/>
              <a:gd name="connsiteY11" fmla="*/ 230540 h 4316042"/>
              <a:gd name="connsiteX12" fmla="*/ 4180124 w 5260835"/>
              <a:gd name="connsiteY12" fmla="*/ 235588 h 4316042"/>
              <a:gd name="connsiteX13" fmla="*/ 4098239 w 5260835"/>
              <a:gd name="connsiteY13" fmla="*/ 191143 h 4316042"/>
              <a:gd name="connsiteX14" fmla="*/ 3906343 w 5260835"/>
              <a:gd name="connsiteY14" fmla="*/ 152401 h 4316042"/>
              <a:gd name="connsiteX15" fmla="*/ 645395 w 5260835"/>
              <a:gd name="connsiteY15" fmla="*/ 152401 h 4316042"/>
              <a:gd name="connsiteX16" fmla="*/ 152400 w 5260835"/>
              <a:gd name="connsiteY16" fmla="*/ 645396 h 4316042"/>
              <a:gd name="connsiteX17" fmla="*/ 152400 w 5260835"/>
              <a:gd name="connsiteY17" fmla="*/ 2532336 h 4316042"/>
              <a:gd name="connsiteX18" fmla="*/ 191142 w 5260835"/>
              <a:gd name="connsiteY18" fmla="*/ 2724232 h 4316042"/>
              <a:gd name="connsiteX19" fmla="*/ 235645 w 5260835"/>
              <a:gd name="connsiteY19" fmla="*/ 2806222 h 4316042"/>
              <a:gd name="connsiteX20" fmla="*/ 230540 w 5260835"/>
              <a:gd name="connsiteY20" fmla="*/ 2803609 h 4316042"/>
              <a:gd name="connsiteX21" fmla="*/ 0 w 5260835"/>
              <a:gd name="connsiteY21" fmla="*/ 2394100 h 4316042"/>
              <a:gd name="connsiteX22" fmla="*/ 0 w 5260835"/>
              <a:gd name="connsiteY22" fmla="*/ 478831 h 4316042"/>
              <a:gd name="connsiteX23" fmla="*/ 478831 w 5260835"/>
              <a:gd name="connsiteY23" fmla="*/ 0 h 431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260835" h="4316042">
                <a:moveTo>
                  <a:pt x="4399338" y="926399"/>
                </a:moveTo>
                <a:lnTo>
                  <a:pt x="4879879" y="2539003"/>
                </a:lnTo>
                <a:lnTo>
                  <a:pt x="5256005" y="3649415"/>
                </a:lnTo>
                <a:cubicBezTo>
                  <a:pt x="5259114" y="3656733"/>
                  <a:pt x="5260835" y="3664769"/>
                  <a:pt x="5260835" y="3673187"/>
                </a:cubicBezTo>
                <a:lnTo>
                  <a:pt x="5260835" y="4316042"/>
                </a:lnTo>
                <a:lnTo>
                  <a:pt x="4220021" y="4316042"/>
                </a:lnTo>
                <a:lnTo>
                  <a:pt x="796489" y="3025331"/>
                </a:lnTo>
                <a:lnTo>
                  <a:pt x="3906343" y="3025331"/>
                </a:lnTo>
                <a:cubicBezTo>
                  <a:pt x="4178617" y="3025331"/>
                  <a:pt x="4399338" y="2804610"/>
                  <a:pt x="4399338" y="2532336"/>
                </a:cubicBezTo>
                <a:close/>
                <a:moveTo>
                  <a:pt x="478831" y="0"/>
                </a:moveTo>
                <a:lnTo>
                  <a:pt x="3768108" y="0"/>
                </a:lnTo>
                <a:cubicBezTo>
                  <a:pt x="3941654" y="0"/>
                  <a:pt x="4093636" y="92326"/>
                  <a:pt x="4177617" y="230540"/>
                </a:cubicBezTo>
                <a:lnTo>
                  <a:pt x="4180124" y="235588"/>
                </a:lnTo>
                <a:lnTo>
                  <a:pt x="4098239" y="191143"/>
                </a:lnTo>
                <a:cubicBezTo>
                  <a:pt x="4039258" y="166196"/>
                  <a:pt x="3974412" y="152401"/>
                  <a:pt x="3906343" y="152401"/>
                </a:cubicBezTo>
                <a:lnTo>
                  <a:pt x="645395" y="152401"/>
                </a:lnTo>
                <a:cubicBezTo>
                  <a:pt x="373121" y="152401"/>
                  <a:pt x="152400" y="373122"/>
                  <a:pt x="152400" y="645396"/>
                </a:cubicBezTo>
                <a:lnTo>
                  <a:pt x="152400" y="2532336"/>
                </a:lnTo>
                <a:cubicBezTo>
                  <a:pt x="152400" y="2600405"/>
                  <a:pt x="166195" y="2665251"/>
                  <a:pt x="191142" y="2724232"/>
                </a:cubicBezTo>
                <a:lnTo>
                  <a:pt x="235645" y="2806222"/>
                </a:lnTo>
                <a:lnTo>
                  <a:pt x="230540" y="2803609"/>
                </a:lnTo>
                <a:cubicBezTo>
                  <a:pt x="92326" y="2719628"/>
                  <a:pt x="0" y="2567645"/>
                  <a:pt x="0" y="2394100"/>
                </a:cubicBezTo>
                <a:lnTo>
                  <a:pt x="0" y="478831"/>
                </a:lnTo>
                <a:cubicBezTo>
                  <a:pt x="0" y="214380"/>
                  <a:pt x="214380" y="0"/>
                  <a:pt x="478831" y="0"/>
                </a:cubicBezTo>
                <a:close/>
              </a:path>
            </a:pathLst>
          </a:custGeom>
          <a:solidFill>
            <a:schemeClr val="accent2">
              <a:lumMod val="40000"/>
              <a:lumOff val="60000"/>
            </a:schemeClr>
          </a:solidFill>
          <a:ln w="14288" cap="flat">
            <a:noFill/>
            <a:prstDash val="solid"/>
            <a:miter/>
          </a:ln>
        </p:spPr>
        <p:txBody>
          <a:bodyPr wrap="square" rtlCol="0" anchor="ctr">
            <a:noAutofit/>
          </a:bodyPr>
          <a:lstStyle/>
          <a:p>
            <a:endParaRPr lang="en-US" sz="1500">
              <a:solidFill>
                <a:srgbClr val="000000"/>
              </a:solidFill>
              <a:latin typeface="Calibri" panose="020F0502020204030204"/>
            </a:endParaRPr>
          </a:p>
        </p:txBody>
      </p:sp>
      <p:sp>
        <p:nvSpPr>
          <p:cNvPr id="2" name="Title 1">
            <a:extLst>
              <a:ext uri="{FF2B5EF4-FFF2-40B4-BE49-F238E27FC236}">
                <a16:creationId xmlns:a16="http://schemas.microsoft.com/office/drawing/2014/main" id="{531B3B3F-A435-899E-D1B4-DB63711FAB51}"/>
              </a:ext>
            </a:extLst>
          </p:cNvPr>
          <p:cNvSpPr>
            <a:spLocks noGrp="1"/>
          </p:cNvSpPr>
          <p:nvPr>
            <p:ph type="title"/>
          </p:nvPr>
        </p:nvSpPr>
        <p:spPr/>
        <p:txBody>
          <a:bodyPr>
            <a:noAutofit/>
          </a:bodyPr>
          <a:lstStyle/>
          <a:p>
            <a:r>
              <a:rPr lang="en-US" dirty="0"/>
              <a:t>Dual Screen Projection – Slide Template</a:t>
            </a:r>
          </a:p>
        </p:txBody>
      </p:sp>
      <p:sp>
        <p:nvSpPr>
          <p:cNvPr id="4" name="Rectangle: Rounded Corners 3">
            <a:extLst>
              <a:ext uri="{FF2B5EF4-FFF2-40B4-BE49-F238E27FC236}">
                <a16:creationId xmlns:a16="http://schemas.microsoft.com/office/drawing/2014/main" id="{B7389FD1-0E1E-F1B9-B98C-7EE16E0EE6A3}"/>
              </a:ext>
            </a:extLst>
          </p:cNvPr>
          <p:cNvSpPr/>
          <p:nvPr/>
        </p:nvSpPr>
        <p:spPr>
          <a:xfrm>
            <a:off x="7076735" y="1945948"/>
            <a:ext cx="3185204" cy="2154698"/>
          </a:xfrm>
          <a:prstGeom prst="roundRect">
            <a:avLst/>
          </a:prstGeom>
          <a:solidFill>
            <a:schemeClr val="accent5"/>
          </a:solidFill>
          <a:ln w="14288" cap="flat">
            <a:noFill/>
            <a:prstDash val="solid"/>
            <a:miter/>
          </a:ln>
        </p:spPr>
        <p:txBody>
          <a:bodyPr rtlCol="0" anchor="ctr"/>
          <a:lstStyle/>
          <a:p>
            <a:endParaRPr lang="en-US" sz="1500">
              <a:solidFill>
                <a:srgbClr val="000000"/>
              </a:solidFill>
              <a:latin typeface="Calibri" panose="020F0502020204030204"/>
            </a:endParaRPr>
          </a:p>
        </p:txBody>
      </p:sp>
      <p:pic>
        <p:nvPicPr>
          <p:cNvPr id="5" name="Graphic 4" descr="Laptop with solid fill">
            <a:extLst>
              <a:ext uri="{FF2B5EF4-FFF2-40B4-BE49-F238E27FC236}">
                <a16:creationId xmlns:a16="http://schemas.microsoft.com/office/drawing/2014/main" id="{6AB5EFCB-19F7-23A3-667E-5A3BF556A04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155599" y="4425329"/>
            <a:ext cx="1102038" cy="1102038"/>
          </a:xfrm>
          <a:prstGeom prst="rect">
            <a:avLst/>
          </a:prstGeom>
        </p:spPr>
      </p:pic>
      <p:grpSp>
        <p:nvGrpSpPr>
          <p:cNvPr id="6" name="Group 5">
            <a:extLst>
              <a:ext uri="{FF2B5EF4-FFF2-40B4-BE49-F238E27FC236}">
                <a16:creationId xmlns:a16="http://schemas.microsoft.com/office/drawing/2014/main" id="{276298EF-D1C3-40C5-6ECF-5C0D975C6F2F}"/>
              </a:ext>
            </a:extLst>
          </p:cNvPr>
          <p:cNvGrpSpPr/>
          <p:nvPr/>
        </p:nvGrpSpPr>
        <p:grpSpPr>
          <a:xfrm>
            <a:off x="7499738" y="2146917"/>
            <a:ext cx="2339201" cy="1659988"/>
            <a:chOff x="8921977" y="1126324"/>
            <a:chExt cx="2926080" cy="2076460"/>
          </a:xfrm>
        </p:grpSpPr>
        <p:sp>
          <p:nvSpPr>
            <p:cNvPr id="7" name="TextBox 6">
              <a:extLst>
                <a:ext uri="{FF2B5EF4-FFF2-40B4-BE49-F238E27FC236}">
                  <a16:creationId xmlns:a16="http://schemas.microsoft.com/office/drawing/2014/main" id="{1EBB56C4-5FD6-B364-0173-836AB0A04193}"/>
                </a:ext>
              </a:extLst>
            </p:cNvPr>
            <p:cNvSpPr txBox="1"/>
            <p:nvPr/>
          </p:nvSpPr>
          <p:spPr>
            <a:xfrm>
              <a:off x="8921977" y="1126324"/>
              <a:ext cx="2926080" cy="577491"/>
            </a:xfrm>
            <a:prstGeom prst="rect">
              <a:avLst/>
            </a:prstGeom>
            <a:noFill/>
          </p:spPr>
          <p:txBody>
            <a:bodyPr wrap="square" lIns="0" rIns="0" rtlCol="0" anchor="b">
              <a:spAutoFit/>
            </a:bodyPr>
            <a:lstStyle/>
            <a:p>
              <a:pPr algn="ctr"/>
              <a:r>
                <a:rPr lang="en-US" sz="2400" b="1" noProof="1">
                  <a:solidFill>
                    <a:srgbClr val="000000">
                      <a:lumMod val="85000"/>
                      <a:lumOff val="15000"/>
                    </a:srgbClr>
                  </a:solidFill>
                  <a:latin typeface="Calibri" panose="020F0502020204030204"/>
                </a:rPr>
                <a:t>Lorem Ipsum</a:t>
              </a:r>
            </a:p>
          </p:txBody>
        </p:sp>
        <p:sp>
          <p:nvSpPr>
            <p:cNvPr id="8" name="TextBox 7">
              <a:extLst>
                <a:ext uri="{FF2B5EF4-FFF2-40B4-BE49-F238E27FC236}">
                  <a16:creationId xmlns:a16="http://schemas.microsoft.com/office/drawing/2014/main" id="{587A7BE1-FC94-2C4B-C77C-E5305ADE2AD0}"/>
                </a:ext>
              </a:extLst>
            </p:cNvPr>
            <p:cNvSpPr txBox="1"/>
            <p:nvPr/>
          </p:nvSpPr>
          <p:spPr>
            <a:xfrm>
              <a:off x="8921977" y="1701306"/>
              <a:ext cx="2926080" cy="1501478"/>
            </a:xfrm>
            <a:prstGeom prst="rect">
              <a:avLst/>
            </a:prstGeom>
            <a:noFill/>
          </p:spPr>
          <p:txBody>
            <a:bodyPr wrap="square" lIns="0" rIns="0" rtlCol="0" anchor="t">
              <a:spAutoFit/>
            </a:bodyPr>
            <a:lstStyle/>
            <a:p>
              <a:pPr algn="just"/>
              <a:r>
                <a:rPr lang="en-US" sz="1200" noProof="1">
                  <a:solidFill>
                    <a:srgbClr val="000000">
                      <a:lumMod val="85000"/>
                      <a:lumOff val="15000"/>
                    </a:srgbClr>
                  </a:solidFill>
                  <a:latin typeface="Calibri" panose="020F0502020204030204"/>
                </a:rPr>
                <a:t>Lorem ipsum dolor sit amet, nibh est. A magna maecenas, quam magna nec quis, lorem nunc. Suspendisse viverra sodales mauris, cras pharetra proin egestas arcu erat dolor, at amet. Fusce tincidunt libero ut nunc.</a:t>
              </a:r>
            </a:p>
          </p:txBody>
        </p:sp>
      </p:grpSp>
      <p:sp>
        <p:nvSpPr>
          <p:cNvPr id="10" name="Rectangle: Rounded Corners 9">
            <a:extLst>
              <a:ext uri="{FF2B5EF4-FFF2-40B4-BE49-F238E27FC236}">
                <a16:creationId xmlns:a16="http://schemas.microsoft.com/office/drawing/2014/main" id="{52B6FD36-85A4-A83C-AEAD-D2BC9DBB5B85}"/>
              </a:ext>
            </a:extLst>
          </p:cNvPr>
          <p:cNvSpPr/>
          <p:nvPr/>
        </p:nvSpPr>
        <p:spPr>
          <a:xfrm>
            <a:off x="1930061" y="1945948"/>
            <a:ext cx="3185204" cy="2154698"/>
          </a:xfrm>
          <a:prstGeom prst="roundRect">
            <a:avLst/>
          </a:prstGeom>
          <a:solidFill>
            <a:schemeClr val="accent2"/>
          </a:solidFill>
          <a:ln w="14288" cap="flat">
            <a:noFill/>
            <a:prstDash val="solid"/>
            <a:miter/>
          </a:ln>
        </p:spPr>
        <p:txBody>
          <a:bodyPr rtlCol="0" anchor="ctr"/>
          <a:lstStyle/>
          <a:p>
            <a:endParaRPr lang="en-US" sz="1500">
              <a:solidFill>
                <a:srgbClr val="000000"/>
              </a:solidFill>
              <a:latin typeface="Calibri" panose="020F0502020204030204"/>
            </a:endParaRPr>
          </a:p>
        </p:txBody>
      </p:sp>
      <p:pic>
        <p:nvPicPr>
          <p:cNvPr id="11" name="Graphic 10" descr="Laptop with solid fill">
            <a:extLst>
              <a:ext uri="{FF2B5EF4-FFF2-40B4-BE49-F238E27FC236}">
                <a16:creationId xmlns:a16="http://schemas.microsoft.com/office/drawing/2014/main" id="{CCCFDF86-09EE-0761-7893-B6F6B8841AA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934363" y="4425328"/>
            <a:ext cx="1102038" cy="1102038"/>
          </a:xfrm>
          <a:prstGeom prst="rect">
            <a:avLst/>
          </a:prstGeom>
        </p:spPr>
      </p:pic>
      <p:grpSp>
        <p:nvGrpSpPr>
          <p:cNvPr id="12" name="Group 11">
            <a:extLst>
              <a:ext uri="{FF2B5EF4-FFF2-40B4-BE49-F238E27FC236}">
                <a16:creationId xmlns:a16="http://schemas.microsoft.com/office/drawing/2014/main" id="{DF4D3C85-C8FD-494E-DEEE-C3A6365E5B48}"/>
              </a:ext>
            </a:extLst>
          </p:cNvPr>
          <p:cNvGrpSpPr/>
          <p:nvPr/>
        </p:nvGrpSpPr>
        <p:grpSpPr>
          <a:xfrm>
            <a:off x="2353064" y="2146917"/>
            <a:ext cx="2339201" cy="1659988"/>
            <a:chOff x="332936" y="2511940"/>
            <a:chExt cx="2926080" cy="2076460"/>
          </a:xfrm>
        </p:grpSpPr>
        <p:sp>
          <p:nvSpPr>
            <p:cNvPr id="13" name="TextBox 12">
              <a:extLst>
                <a:ext uri="{FF2B5EF4-FFF2-40B4-BE49-F238E27FC236}">
                  <a16:creationId xmlns:a16="http://schemas.microsoft.com/office/drawing/2014/main" id="{A58F91C8-EE10-99EA-345B-C22A5C06C6D6}"/>
                </a:ext>
              </a:extLst>
            </p:cNvPr>
            <p:cNvSpPr txBox="1"/>
            <p:nvPr/>
          </p:nvSpPr>
          <p:spPr>
            <a:xfrm>
              <a:off x="332936" y="2511940"/>
              <a:ext cx="2926080" cy="577491"/>
            </a:xfrm>
            <a:prstGeom prst="rect">
              <a:avLst/>
            </a:prstGeom>
            <a:noFill/>
          </p:spPr>
          <p:txBody>
            <a:bodyPr wrap="square" lIns="0" rIns="0" rtlCol="0" anchor="b">
              <a:spAutoFit/>
            </a:bodyPr>
            <a:lstStyle/>
            <a:p>
              <a:pPr algn="ctr"/>
              <a:r>
                <a:rPr lang="en-US" sz="2400" b="1" noProof="1">
                  <a:solidFill>
                    <a:srgbClr val="000000">
                      <a:lumMod val="85000"/>
                      <a:lumOff val="15000"/>
                    </a:srgbClr>
                  </a:solidFill>
                  <a:latin typeface="Calibri" panose="020F0502020204030204"/>
                </a:rPr>
                <a:t>Lorem Ipsum</a:t>
              </a:r>
            </a:p>
          </p:txBody>
        </p:sp>
        <p:sp>
          <p:nvSpPr>
            <p:cNvPr id="14" name="TextBox 13">
              <a:extLst>
                <a:ext uri="{FF2B5EF4-FFF2-40B4-BE49-F238E27FC236}">
                  <a16:creationId xmlns:a16="http://schemas.microsoft.com/office/drawing/2014/main" id="{AD0DEE71-880B-99D6-B929-E851C39B3969}"/>
                </a:ext>
              </a:extLst>
            </p:cNvPr>
            <p:cNvSpPr txBox="1"/>
            <p:nvPr/>
          </p:nvSpPr>
          <p:spPr>
            <a:xfrm>
              <a:off x="332936" y="3086922"/>
              <a:ext cx="2926080" cy="1501478"/>
            </a:xfrm>
            <a:prstGeom prst="rect">
              <a:avLst/>
            </a:prstGeom>
            <a:noFill/>
          </p:spPr>
          <p:txBody>
            <a:bodyPr wrap="square" lIns="0" rIns="0" rtlCol="0" anchor="t">
              <a:spAutoFit/>
            </a:bodyPr>
            <a:lstStyle/>
            <a:p>
              <a:pPr algn="just"/>
              <a:r>
                <a:rPr lang="en-US" sz="1200" noProof="1">
                  <a:solidFill>
                    <a:srgbClr val="000000">
                      <a:lumMod val="85000"/>
                      <a:lumOff val="15000"/>
                    </a:srgbClr>
                  </a:solidFill>
                  <a:latin typeface="Calibri" panose="020F0502020204030204"/>
                </a:rPr>
                <a:t>Lorem ipsum dolor sit amet, nibh est. A magna maecenas, quam magna nec quis, lorem nunc. Suspendisse viverra sodales mauris, cras pharetra proin egestas arcu erat dolor, at amet. Fusce tincidunt libero ut nunc.</a:t>
              </a:r>
            </a:p>
          </p:txBody>
        </p:sp>
      </p:grpSp>
    </p:spTree>
    <p:extLst>
      <p:ext uri="{BB962C8B-B14F-4D97-AF65-F5344CB8AC3E}">
        <p14:creationId xmlns:p14="http://schemas.microsoft.com/office/powerpoint/2010/main" val="203133541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348"/>
        <p:cNvGrpSpPr/>
        <p:nvPr/>
      </p:nvGrpSpPr>
      <p:grpSpPr>
        <a:xfrm>
          <a:off x="0" y="0"/>
          <a:ext cx="0" cy="0"/>
          <a:chOff x="0" y="0"/>
          <a:chExt cx="0" cy="0"/>
        </a:xfrm>
      </p:grpSpPr>
      <p:sp>
        <p:nvSpPr>
          <p:cNvPr id="349" name="Google Shape;349;p40"/>
          <p:cNvSpPr txBox="1">
            <a:spLocks noGrp="1"/>
          </p:cNvSpPr>
          <p:nvPr>
            <p:ph type="subTitle" idx="4"/>
          </p:nvPr>
        </p:nvSpPr>
        <p:spPr>
          <a:xfrm>
            <a:off x="2170967" y="4030467"/>
            <a:ext cx="8356800" cy="473600"/>
          </a:xfrm>
          <a:prstGeom prst="rect">
            <a:avLst/>
          </a:prstGeom>
        </p:spPr>
        <p:txBody>
          <a:bodyPr spcFirstLastPara="1" wrap="square" lIns="121900" tIns="121900" rIns="121900" bIns="121900" anchor="b" anchorCtr="0">
            <a:noAutofit/>
          </a:bodyPr>
          <a:lstStyle/>
          <a:p>
            <a:pPr marL="0" indent="0"/>
            <a:r>
              <a:rPr lang="en"/>
              <a:t>The goal</a:t>
            </a:r>
            <a:endParaRPr/>
          </a:p>
        </p:txBody>
      </p:sp>
      <p:sp>
        <p:nvSpPr>
          <p:cNvPr id="350" name="Google Shape;350;p40"/>
          <p:cNvSpPr txBox="1">
            <a:spLocks noGrp="1"/>
          </p:cNvSpPr>
          <p:nvPr>
            <p:ph type="title"/>
          </p:nvPr>
        </p:nvSpPr>
        <p:spPr>
          <a:xfrm>
            <a:off x="960000" y="719333"/>
            <a:ext cx="10272000" cy="763600"/>
          </a:xfrm>
          <a:prstGeom prst="rect">
            <a:avLst/>
          </a:prstGeom>
        </p:spPr>
        <p:txBody>
          <a:bodyPr spcFirstLastPara="1" wrap="square" lIns="121900" tIns="121900" rIns="121900" bIns="121900" anchor="t" anchorCtr="0">
            <a:noAutofit/>
          </a:bodyPr>
          <a:lstStyle/>
          <a:p>
            <a:r>
              <a:rPr lang="en"/>
              <a:t>Objectives</a:t>
            </a:r>
            <a:endParaRPr/>
          </a:p>
        </p:txBody>
      </p:sp>
      <p:sp>
        <p:nvSpPr>
          <p:cNvPr id="351" name="Google Shape;351;p40"/>
          <p:cNvSpPr txBox="1">
            <a:spLocks noGrp="1"/>
          </p:cNvSpPr>
          <p:nvPr>
            <p:ph type="subTitle" idx="1"/>
          </p:nvPr>
        </p:nvSpPr>
        <p:spPr>
          <a:xfrm>
            <a:off x="2170967" y="4373233"/>
            <a:ext cx="8356800" cy="937200"/>
          </a:xfrm>
          <a:prstGeom prst="rect">
            <a:avLst/>
          </a:prstGeom>
        </p:spPr>
        <p:txBody>
          <a:bodyPr spcFirstLastPara="1" wrap="square" lIns="121900" tIns="121900" rIns="121900" bIns="121900" anchor="t" anchorCtr="0">
            <a:noAutofit/>
          </a:bodyPr>
          <a:lstStyle/>
          <a:p>
            <a:pPr marL="0" indent="0"/>
            <a:r>
              <a:rPr lang="en"/>
              <a:t>Goals inside a company are usually specific and measurable, with clearly defined deadlines and outcomes. The company’s goals help focus the actions of the organization and ensure resources are used effectively</a:t>
            </a:r>
            <a:endParaRPr/>
          </a:p>
        </p:txBody>
      </p:sp>
      <p:sp>
        <p:nvSpPr>
          <p:cNvPr id="352" name="Google Shape;352;p40"/>
          <p:cNvSpPr txBox="1">
            <a:spLocks noGrp="1"/>
          </p:cNvSpPr>
          <p:nvPr>
            <p:ph type="subTitle" idx="2"/>
          </p:nvPr>
        </p:nvSpPr>
        <p:spPr>
          <a:xfrm>
            <a:off x="2170967" y="2460399"/>
            <a:ext cx="8356800" cy="937200"/>
          </a:xfrm>
          <a:prstGeom prst="rect">
            <a:avLst/>
          </a:prstGeom>
        </p:spPr>
        <p:txBody>
          <a:bodyPr spcFirstLastPara="1" wrap="square" lIns="121900" tIns="121900" rIns="121900" bIns="121900" anchor="t" anchorCtr="0">
            <a:noAutofit/>
          </a:bodyPr>
          <a:lstStyle/>
          <a:p>
            <a:pPr marL="0" indent="0"/>
            <a:r>
              <a:rPr lang="en"/>
              <a:t>An aim in a corporate context is a goal or desired result that the organization seeks to achieve. The aim should be clear and achievable, and often serves as the basis for further planning actions inside the organization</a:t>
            </a:r>
            <a:endParaRPr/>
          </a:p>
        </p:txBody>
      </p:sp>
      <p:sp>
        <p:nvSpPr>
          <p:cNvPr id="353" name="Google Shape;353;p40"/>
          <p:cNvSpPr txBox="1">
            <a:spLocks noGrp="1"/>
          </p:cNvSpPr>
          <p:nvPr>
            <p:ph type="subTitle" idx="3"/>
          </p:nvPr>
        </p:nvSpPr>
        <p:spPr>
          <a:xfrm>
            <a:off x="2170967" y="2117567"/>
            <a:ext cx="8356800" cy="473600"/>
          </a:xfrm>
          <a:prstGeom prst="rect">
            <a:avLst/>
          </a:prstGeom>
        </p:spPr>
        <p:txBody>
          <a:bodyPr spcFirstLastPara="1" wrap="square" lIns="121900" tIns="121900" rIns="121900" bIns="121900" anchor="b" anchorCtr="0">
            <a:noAutofit/>
          </a:bodyPr>
          <a:lstStyle/>
          <a:p>
            <a:pPr marL="0" indent="0"/>
            <a:r>
              <a:rPr lang="en"/>
              <a:t>Our aim</a:t>
            </a:r>
            <a:endParaRPr/>
          </a:p>
        </p:txBody>
      </p:sp>
      <p:sp>
        <p:nvSpPr>
          <p:cNvPr id="354" name="Google Shape;354;p40"/>
          <p:cNvSpPr/>
          <p:nvPr/>
        </p:nvSpPr>
        <p:spPr>
          <a:xfrm>
            <a:off x="950967" y="2219152"/>
            <a:ext cx="915200" cy="937200"/>
          </a:xfrm>
          <a:prstGeom prst="rect">
            <a:avLst/>
          </a:prstGeom>
          <a:solidFill>
            <a:schemeClr val="dk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Raleway Medium"/>
              <a:ea typeface="Raleway Medium"/>
              <a:cs typeface="Raleway Medium"/>
              <a:sym typeface="Raleway Medium"/>
            </a:endParaRPr>
          </a:p>
        </p:txBody>
      </p:sp>
      <p:sp>
        <p:nvSpPr>
          <p:cNvPr id="355" name="Google Shape;355;p40"/>
          <p:cNvSpPr/>
          <p:nvPr/>
        </p:nvSpPr>
        <p:spPr>
          <a:xfrm>
            <a:off x="950967" y="4131971"/>
            <a:ext cx="915200" cy="937200"/>
          </a:xfrm>
          <a:prstGeom prst="rect">
            <a:avLst/>
          </a:prstGeom>
          <a:solidFill>
            <a:schemeClr val="dk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Raleway Medium"/>
              <a:ea typeface="Raleway Medium"/>
              <a:cs typeface="Raleway Medium"/>
              <a:sym typeface="Raleway Medium"/>
            </a:endParaRPr>
          </a:p>
        </p:txBody>
      </p:sp>
      <p:grpSp>
        <p:nvGrpSpPr>
          <p:cNvPr id="356" name="Google Shape;356;p40"/>
          <p:cNvGrpSpPr/>
          <p:nvPr/>
        </p:nvGrpSpPr>
        <p:grpSpPr>
          <a:xfrm>
            <a:off x="1155878" y="4347881"/>
            <a:ext cx="505380" cy="505380"/>
            <a:chOff x="3984786" y="3963895"/>
            <a:chExt cx="379035" cy="379035"/>
          </a:xfrm>
        </p:grpSpPr>
        <p:sp>
          <p:nvSpPr>
            <p:cNvPr id="357" name="Google Shape;357;p40"/>
            <p:cNvSpPr/>
            <p:nvPr/>
          </p:nvSpPr>
          <p:spPr>
            <a:xfrm>
              <a:off x="4140864" y="3963895"/>
              <a:ext cx="66906" cy="66906"/>
            </a:xfrm>
            <a:custGeom>
              <a:avLst/>
              <a:gdLst/>
              <a:ahLst/>
              <a:cxnLst/>
              <a:rect l="l" t="t" r="r" b="b"/>
              <a:pathLst>
                <a:path w="2413" h="2413" extrusionOk="0">
                  <a:moveTo>
                    <a:pt x="1206" y="1"/>
                  </a:moveTo>
                  <a:cubicBezTo>
                    <a:pt x="540" y="1"/>
                    <a:pt x="1" y="541"/>
                    <a:pt x="1" y="1207"/>
                  </a:cubicBezTo>
                  <a:cubicBezTo>
                    <a:pt x="1" y="1874"/>
                    <a:pt x="540" y="2413"/>
                    <a:pt x="1206" y="2413"/>
                  </a:cubicBezTo>
                  <a:cubicBezTo>
                    <a:pt x="1872" y="2413"/>
                    <a:pt x="2413" y="1874"/>
                    <a:pt x="2413" y="1207"/>
                  </a:cubicBezTo>
                  <a:cubicBezTo>
                    <a:pt x="2413" y="541"/>
                    <a:pt x="1872" y="1"/>
                    <a:pt x="120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 name="Google Shape;358;p40"/>
            <p:cNvSpPr/>
            <p:nvPr/>
          </p:nvSpPr>
          <p:spPr>
            <a:xfrm>
              <a:off x="4029400" y="4164531"/>
              <a:ext cx="66906" cy="66906"/>
            </a:xfrm>
            <a:custGeom>
              <a:avLst/>
              <a:gdLst/>
              <a:ahLst/>
              <a:cxnLst/>
              <a:rect l="l" t="t" r="r" b="b"/>
              <a:pathLst>
                <a:path w="2413" h="2413" extrusionOk="0">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 name="Google Shape;359;p40"/>
            <p:cNvSpPr/>
            <p:nvPr/>
          </p:nvSpPr>
          <p:spPr>
            <a:xfrm>
              <a:off x="3984786" y="4030829"/>
              <a:ext cx="379035" cy="312101"/>
            </a:xfrm>
            <a:custGeom>
              <a:avLst/>
              <a:gdLst/>
              <a:ahLst/>
              <a:cxnLst/>
              <a:rect l="l" t="t" r="r" b="b"/>
              <a:pathLst>
                <a:path w="13670" h="11256" extrusionOk="0">
                  <a:moveTo>
                    <a:pt x="6848" y="1"/>
                  </a:moveTo>
                  <a:cubicBezTo>
                    <a:pt x="5295" y="1"/>
                    <a:pt x="4031" y="1263"/>
                    <a:pt x="4031" y="2815"/>
                  </a:cubicBezTo>
                  <a:lnTo>
                    <a:pt x="4031" y="4021"/>
                  </a:lnTo>
                  <a:lnTo>
                    <a:pt x="6435" y="4021"/>
                  </a:lnTo>
                  <a:lnTo>
                    <a:pt x="6435" y="7043"/>
                  </a:lnTo>
                  <a:lnTo>
                    <a:pt x="4956" y="8225"/>
                  </a:lnTo>
                  <a:cubicBezTo>
                    <a:pt x="4439" y="7620"/>
                    <a:pt x="3671" y="7236"/>
                    <a:pt x="2815" y="7236"/>
                  </a:cubicBezTo>
                  <a:cubicBezTo>
                    <a:pt x="2769" y="7236"/>
                    <a:pt x="2723" y="7237"/>
                    <a:pt x="2677" y="7239"/>
                  </a:cubicBezTo>
                  <a:cubicBezTo>
                    <a:pt x="1205" y="7311"/>
                    <a:pt x="1" y="8605"/>
                    <a:pt x="1" y="10081"/>
                  </a:cubicBezTo>
                  <a:lnTo>
                    <a:pt x="1" y="11255"/>
                  </a:lnTo>
                  <a:lnTo>
                    <a:pt x="5634" y="11255"/>
                  </a:lnTo>
                  <a:lnTo>
                    <a:pt x="5634" y="10050"/>
                  </a:lnTo>
                  <a:cubicBezTo>
                    <a:pt x="5634" y="9644"/>
                    <a:pt x="5548" y="9258"/>
                    <a:pt x="5393" y="8909"/>
                  </a:cubicBezTo>
                  <a:lnTo>
                    <a:pt x="6835" y="7750"/>
                  </a:lnTo>
                  <a:lnTo>
                    <a:pt x="8277" y="8909"/>
                  </a:lnTo>
                  <a:cubicBezTo>
                    <a:pt x="8122" y="9258"/>
                    <a:pt x="8036" y="9644"/>
                    <a:pt x="8036" y="10050"/>
                  </a:cubicBezTo>
                  <a:lnTo>
                    <a:pt x="8036" y="11255"/>
                  </a:lnTo>
                  <a:lnTo>
                    <a:pt x="13669" y="11255"/>
                  </a:lnTo>
                  <a:lnTo>
                    <a:pt x="13669" y="10050"/>
                  </a:lnTo>
                  <a:cubicBezTo>
                    <a:pt x="13669" y="8498"/>
                    <a:pt x="12407" y="7236"/>
                    <a:pt x="10855" y="7236"/>
                  </a:cubicBezTo>
                  <a:cubicBezTo>
                    <a:pt x="9999" y="7236"/>
                    <a:pt x="9231" y="7620"/>
                    <a:pt x="8714" y="8225"/>
                  </a:cubicBezTo>
                  <a:lnTo>
                    <a:pt x="7235" y="7043"/>
                  </a:lnTo>
                  <a:lnTo>
                    <a:pt x="7235" y="4021"/>
                  </a:lnTo>
                  <a:lnTo>
                    <a:pt x="9665" y="4021"/>
                  </a:lnTo>
                  <a:lnTo>
                    <a:pt x="9665" y="2843"/>
                  </a:lnTo>
                  <a:cubicBezTo>
                    <a:pt x="9665" y="1366"/>
                    <a:pt x="8537" y="118"/>
                    <a:pt x="7063" y="9"/>
                  </a:cubicBezTo>
                  <a:cubicBezTo>
                    <a:pt x="6991" y="4"/>
                    <a:pt x="6919" y="1"/>
                    <a:pt x="684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 name="Google Shape;360;p40"/>
            <p:cNvSpPr/>
            <p:nvPr/>
          </p:nvSpPr>
          <p:spPr>
            <a:xfrm>
              <a:off x="4252357" y="4164531"/>
              <a:ext cx="66906" cy="66906"/>
            </a:xfrm>
            <a:custGeom>
              <a:avLst/>
              <a:gdLst/>
              <a:ahLst/>
              <a:cxnLst/>
              <a:rect l="l" t="t" r="r" b="b"/>
              <a:pathLst>
                <a:path w="2413" h="2413" extrusionOk="0">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61" name="Google Shape;361;p40"/>
          <p:cNvGrpSpPr/>
          <p:nvPr/>
        </p:nvGrpSpPr>
        <p:grpSpPr>
          <a:xfrm>
            <a:off x="1170683" y="2435081"/>
            <a:ext cx="475767" cy="505343"/>
            <a:chOff x="4790492" y="3367504"/>
            <a:chExt cx="356825" cy="379007"/>
          </a:xfrm>
        </p:grpSpPr>
        <p:sp>
          <p:nvSpPr>
            <p:cNvPr id="362" name="Google Shape;362;p40"/>
            <p:cNvSpPr/>
            <p:nvPr/>
          </p:nvSpPr>
          <p:spPr>
            <a:xfrm>
              <a:off x="4856289" y="3657284"/>
              <a:ext cx="24483" cy="22348"/>
            </a:xfrm>
            <a:custGeom>
              <a:avLst/>
              <a:gdLst/>
              <a:ahLst/>
              <a:cxnLst/>
              <a:rect l="l" t="t" r="r" b="b"/>
              <a:pathLst>
                <a:path w="883" h="806" extrusionOk="0">
                  <a:moveTo>
                    <a:pt x="441" y="1"/>
                  </a:moveTo>
                  <a:cubicBezTo>
                    <a:pt x="339" y="1"/>
                    <a:pt x="236" y="40"/>
                    <a:pt x="158" y="119"/>
                  </a:cubicBezTo>
                  <a:cubicBezTo>
                    <a:pt x="0" y="276"/>
                    <a:pt x="0" y="531"/>
                    <a:pt x="158" y="688"/>
                  </a:cubicBezTo>
                  <a:cubicBezTo>
                    <a:pt x="236" y="766"/>
                    <a:pt x="339" y="806"/>
                    <a:pt x="441" y="806"/>
                  </a:cubicBezTo>
                  <a:cubicBezTo>
                    <a:pt x="544" y="806"/>
                    <a:pt x="647" y="766"/>
                    <a:pt x="726" y="688"/>
                  </a:cubicBezTo>
                  <a:cubicBezTo>
                    <a:pt x="882" y="531"/>
                    <a:pt x="882" y="276"/>
                    <a:pt x="726" y="119"/>
                  </a:cubicBezTo>
                  <a:cubicBezTo>
                    <a:pt x="647" y="40"/>
                    <a:pt x="544" y="1"/>
                    <a:pt x="44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 name="Google Shape;363;p40"/>
            <p:cNvSpPr/>
            <p:nvPr/>
          </p:nvSpPr>
          <p:spPr>
            <a:xfrm>
              <a:off x="4965092" y="3523527"/>
              <a:ext cx="26064" cy="22348"/>
            </a:xfrm>
            <a:custGeom>
              <a:avLst/>
              <a:gdLst/>
              <a:ahLst/>
              <a:cxnLst/>
              <a:rect l="l" t="t" r="r" b="b"/>
              <a:pathLst>
                <a:path w="940" h="806" extrusionOk="0">
                  <a:moveTo>
                    <a:pt x="538" y="1"/>
                  </a:moveTo>
                  <a:cubicBezTo>
                    <a:pt x="181" y="1"/>
                    <a:pt x="0" y="435"/>
                    <a:pt x="253" y="688"/>
                  </a:cubicBezTo>
                  <a:cubicBezTo>
                    <a:pt x="334" y="769"/>
                    <a:pt x="435" y="805"/>
                    <a:pt x="534" y="805"/>
                  </a:cubicBezTo>
                  <a:cubicBezTo>
                    <a:pt x="741" y="805"/>
                    <a:pt x="940" y="645"/>
                    <a:pt x="940" y="403"/>
                  </a:cubicBezTo>
                  <a:cubicBezTo>
                    <a:pt x="940" y="179"/>
                    <a:pt x="758" y="1"/>
                    <a:pt x="53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 name="Google Shape;364;p40"/>
            <p:cNvSpPr/>
            <p:nvPr/>
          </p:nvSpPr>
          <p:spPr>
            <a:xfrm>
              <a:off x="4790492" y="3434106"/>
              <a:ext cx="267265" cy="312406"/>
            </a:xfrm>
            <a:custGeom>
              <a:avLst/>
              <a:gdLst/>
              <a:ahLst/>
              <a:cxnLst/>
              <a:rect l="l" t="t" r="r" b="b"/>
              <a:pathLst>
                <a:path w="9639" h="11267" extrusionOk="0">
                  <a:moveTo>
                    <a:pt x="3334" y="2539"/>
                  </a:moveTo>
                  <a:lnTo>
                    <a:pt x="3903" y="3109"/>
                  </a:lnTo>
                  <a:lnTo>
                    <a:pt x="3334" y="3677"/>
                  </a:lnTo>
                  <a:lnTo>
                    <a:pt x="3903" y="4246"/>
                  </a:lnTo>
                  <a:lnTo>
                    <a:pt x="3334" y="4814"/>
                  </a:lnTo>
                  <a:lnTo>
                    <a:pt x="2766" y="4246"/>
                  </a:lnTo>
                  <a:lnTo>
                    <a:pt x="2196" y="4814"/>
                  </a:lnTo>
                  <a:lnTo>
                    <a:pt x="1628" y="4246"/>
                  </a:lnTo>
                  <a:lnTo>
                    <a:pt x="2196" y="3677"/>
                  </a:lnTo>
                  <a:lnTo>
                    <a:pt x="1628" y="3109"/>
                  </a:lnTo>
                  <a:lnTo>
                    <a:pt x="2196" y="2539"/>
                  </a:lnTo>
                  <a:lnTo>
                    <a:pt x="2766" y="3109"/>
                  </a:lnTo>
                  <a:lnTo>
                    <a:pt x="3334" y="2539"/>
                  </a:lnTo>
                  <a:close/>
                  <a:moveTo>
                    <a:pt x="7403" y="7267"/>
                  </a:moveTo>
                  <a:lnTo>
                    <a:pt x="7971" y="7835"/>
                  </a:lnTo>
                  <a:lnTo>
                    <a:pt x="7403" y="8403"/>
                  </a:lnTo>
                  <a:lnTo>
                    <a:pt x="7971" y="8972"/>
                  </a:lnTo>
                  <a:lnTo>
                    <a:pt x="7403" y="9542"/>
                  </a:lnTo>
                  <a:lnTo>
                    <a:pt x="6835" y="8972"/>
                  </a:lnTo>
                  <a:lnTo>
                    <a:pt x="6266" y="9542"/>
                  </a:lnTo>
                  <a:lnTo>
                    <a:pt x="5698" y="8972"/>
                  </a:lnTo>
                  <a:lnTo>
                    <a:pt x="6266" y="8403"/>
                  </a:lnTo>
                  <a:lnTo>
                    <a:pt x="5698" y="7835"/>
                  </a:lnTo>
                  <a:lnTo>
                    <a:pt x="6266" y="7267"/>
                  </a:lnTo>
                  <a:lnTo>
                    <a:pt x="6835" y="7835"/>
                  </a:lnTo>
                  <a:lnTo>
                    <a:pt x="7403" y="7267"/>
                  </a:lnTo>
                  <a:close/>
                  <a:moveTo>
                    <a:pt x="6853" y="2416"/>
                  </a:moveTo>
                  <a:cubicBezTo>
                    <a:pt x="7141" y="2416"/>
                    <a:pt x="7436" y="2524"/>
                    <a:pt x="7688" y="2776"/>
                  </a:cubicBezTo>
                  <a:cubicBezTo>
                    <a:pt x="8158" y="3246"/>
                    <a:pt x="8158" y="4010"/>
                    <a:pt x="7688" y="4481"/>
                  </a:cubicBezTo>
                  <a:cubicBezTo>
                    <a:pt x="7453" y="4716"/>
                    <a:pt x="7144" y="4834"/>
                    <a:pt x="6836" y="4834"/>
                  </a:cubicBezTo>
                  <a:cubicBezTo>
                    <a:pt x="6646" y="4834"/>
                    <a:pt x="6456" y="4789"/>
                    <a:pt x="6283" y="4700"/>
                  </a:cubicBezTo>
                  <a:cubicBezTo>
                    <a:pt x="5260" y="5555"/>
                    <a:pt x="4424" y="6631"/>
                    <a:pt x="3850" y="7834"/>
                  </a:cubicBezTo>
                  <a:cubicBezTo>
                    <a:pt x="4326" y="8633"/>
                    <a:pt x="3755" y="9658"/>
                    <a:pt x="2814" y="9658"/>
                  </a:cubicBezTo>
                  <a:cubicBezTo>
                    <a:pt x="1748" y="9658"/>
                    <a:pt x="1200" y="8361"/>
                    <a:pt x="1961" y="7600"/>
                  </a:cubicBezTo>
                  <a:cubicBezTo>
                    <a:pt x="2196" y="7365"/>
                    <a:pt x="2505" y="7247"/>
                    <a:pt x="2813" y="7247"/>
                  </a:cubicBezTo>
                  <a:cubicBezTo>
                    <a:pt x="2947" y="7247"/>
                    <a:pt x="3081" y="7269"/>
                    <a:pt x="3209" y="7314"/>
                  </a:cubicBezTo>
                  <a:cubicBezTo>
                    <a:pt x="3822" y="6091"/>
                    <a:pt x="4686" y="4995"/>
                    <a:pt x="5730" y="4114"/>
                  </a:cubicBezTo>
                  <a:cubicBezTo>
                    <a:pt x="5339" y="3221"/>
                    <a:pt x="6067" y="2416"/>
                    <a:pt x="6853" y="2416"/>
                  </a:cubicBezTo>
                  <a:close/>
                  <a:moveTo>
                    <a:pt x="1" y="0"/>
                  </a:moveTo>
                  <a:lnTo>
                    <a:pt x="1" y="11267"/>
                  </a:lnTo>
                  <a:lnTo>
                    <a:pt x="9638" y="11267"/>
                  </a:lnTo>
                  <a:lnTo>
                    <a:pt x="9638" y="0"/>
                  </a:lnTo>
                  <a:lnTo>
                    <a:pt x="8836" y="0"/>
                  </a:lnTo>
                  <a:lnTo>
                    <a:pt x="8836" y="1603"/>
                  </a:lnTo>
                  <a:lnTo>
                    <a:pt x="801" y="1603"/>
                  </a:lnTo>
                  <a:lnTo>
                    <a:pt x="801"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 name="Google Shape;365;p40"/>
            <p:cNvSpPr/>
            <p:nvPr/>
          </p:nvSpPr>
          <p:spPr>
            <a:xfrm>
              <a:off x="4834884" y="3367504"/>
              <a:ext cx="178426" cy="88811"/>
            </a:xfrm>
            <a:custGeom>
              <a:avLst/>
              <a:gdLst/>
              <a:ahLst/>
              <a:cxnLst/>
              <a:rect l="l" t="t" r="r" b="b"/>
              <a:pathLst>
                <a:path w="6435" h="3203" extrusionOk="0">
                  <a:moveTo>
                    <a:pt x="3218" y="0"/>
                  </a:moveTo>
                  <a:cubicBezTo>
                    <a:pt x="2329" y="0"/>
                    <a:pt x="1609" y="718"/>
                    <a:pt x="1609" y="1602"/>
                  </a:cubicBezTo>
                  <a:lnTo>
                    <a:pt x="1" y="1602"/>
                  </a:lnTo>
                  <a:lnTo>
                    <a:pt x="1" y="3203"/>
                  </a:lnTo>
                  <a:lnTo>
                    <a:pt x="6435" y="3203"/>
                  </a:lnTo>
                  <a:lnTo>
                    <a:pt x="6435" y="1602"/>
                  </a:lnTo>
                  <a:lnTo>
                    <a:pt x="4826" y="1602"/>
                  </a:lnTo>
                  <a:cubicBezTo>
                    <a:pt x="4826" y="718"/>
                    <a:pt x="4106" y="0"/>
                    <a:pt x="3218"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 name="Google Shape;366;p40"/>
            <p:cNvSpPr/>
            <p:nvPr/>
          </p:nvSpPr>
          <p:spPr>
            <a:xfrm>
              <a:off x="5080660" y="3523665"/>
              <a:ext cx="66657" cy="219574"/>
            </a:xfrm>
            <a:custGeom>
              <a:avLst/>
              <a:gdLst/>
              <a:ahLst/>
              <a:cxnLst/>
              <a:rect l="l" t="t" r="r" b="b"/>
              <a:pathLst>
                <a:path w="2404" h="7919" extrusionOk="0">
                  <a:moveTo>
                    <a:pt x="0" y="0"/>
                  </a:moveTo>
                  <a:lnTo>
                    <a:pt x="0" y="4903"/>
                  </a:lnTo>
                  <a:lnTo>
                    <a:pt x="1203" y="7919"/>
                  </a:lnTo>
                  <a:lnTo>
                    <a:pt x="2403" y="4903"/>
                  </a:lnTo>
                  <a:lnTo>
                    <a:pt x="240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 name="Google Shape;367;p40"/>
            <p:cNvSpPr/>
            <p:nvPr/>
          </p:nvSpPr>
          <p:spPr>
            <a:xfrm>
              <a:off x="5080660" y="3457064"/>
              <a:ext cx="66657" cy="44419"/>
            </a:xfrm>
            <a:custGeom>
              <a:avLst/>
              <a:gdLst/>
              <a:ahLst/>
              <a:cxnLst/>
              <a:rect l="l" t="t" r="r" b="b"/>
              <a:pathLst>
                <a:path w="2404" h="1602" extrusionOk="0">
                  <a:moveTo>
                    <a:pt x="0" y="1"/>
                  </a:moveTo>
                  <a:lnTo>
                    <a:pt x="0" y="1602"/>
                  </a:lnTo>
                  <a:lnTo>
                    <a:pt x="2403" y="1602"/>
                  </a:lnTo>
                  <a:lnTo>
                    <a:pt x="240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15652484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1A8B5E-0FA0-2629-D027-728413E0FBA9}"/>
            </a:ext>
          </a:extLst>
        </p:cNvPr>
        <p:cNvGrpSpPr/>
        <p:nvPr/>
      </p:nvGrpSpPr>
      <p:grpSpPr>
        <a:xfrm>
          <a:off x="0" y="0"/>
          <a:ext cx="0" cy="0"/>
          <a:chOff x="0" y="0"/>
          <a:chExt cx="0" cy="0"/>
        </a:xfrm>
      </p:grpSpPr>
      <p:grpSp>
        <p:nvGrpSpPr>
          <p:cNvPr id="107" name="Group 106">
            <a:extLst>
              <a:ext uri="{FF2B5EF4-FFF2-40B4-BE49-F238E27FC236}">
                <a16:creationId xmlns:a16="http://schemas.microsoft.com/office/drawing/2014/main" id="{1CFFE2BF-0E43-F026-F19C-62AA5C9E06F4}"/>
              </a:ext>
            </a:extLst>
          </p:cNvPr>
          <p:cNvGrpSpPr/>
          <p:nvPr/>
        </p:nvGrpSpPr>
        <p:grpSpPr>
          <a:xfrm>
            <a:off x="7176113" y="3161436"/>
            <a:ext cx="3482591" cy="1056180"/>
            <a:chOff x="7174524" y="3161436"/>
            <a:chExt cx="3482591" cy="1056180"/>
          </a:xfrm>
        </p:grpSpPr>
        <p:sp>
          <p:nvSpPr>
            <p:cNvPr id="94" name="Freeform: Shape 93">
              <a:extLst>
                <a:ext uri="{FF2B5EF4-FFF2-40B4-BE49-F238E27FC236}">
                  <a16:creationId xmlns:a16="http://schemas.microsoft.com/office/drawing/2014/main" id="{79E4D635-B3D5-38DF-6CD2-D36E50DF6D08}"/>
                </a:ext>
              </a:extLst>
            </p:cNvPr>
            <p:cNvSpPr/>
            <p:nvPr/>
          </p:nvSpPr>
          <p:spPr>
            <a:xfrm>
              <a:off x="7174524" y="3161436"/>
              <a:ext cx="3482483" cy="326440"/>
            </a:xfrm>
            <a:custGeom>
              <a:avLst/>
              <a:gdLst>
                <a:gd name="connsiteX0" fmla="*/ 0 w 3482483"/>
                <a:gd name="connsiteY0" fmla="*/ 0 h 326440"/>
                <a:gd name="connsiteX1" fmla="*/ 3319263 w 3482483"/>
                <a:gd name="connsiteY1" fmla="*/ 0 h 326440"/>
                <a:gd name="connsiteX2" fmla="*/ 3482483 w 3482483"/>
                <a:gd name="connsiteY2" fmla="*/ 163220 h 326440"/>
                <a:gd name="connsiteX3" fmla="*/ 3319263 w 3482483"/>
                <a:gd name="connsiteY3" fmla="*/ 326440 h 326440"/>
                <a:gd name="connsiteX4" fmla="*/ 0 w 3482483"/>
                <a:gd name="connsiteY4" fmla="*/ 326440 h 326440"/>
                <a:gd name="connsiteX5" fmla="*/ 0 w 3482483"/>
                <a:gd name="connsiteY5" fmla="*/ 0 h 32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2483" h="326440">
                  <a:moveTo>
                    <a:pt x="0" y="0"/>
                  </a:moveTo>
                  <a:lnTo>
                    <a:pt x="3319263" y="0"/>
                  </a:lnTo>
                  <a:cubicBezTo>
                    <a:pt x="3409077" y="0"/>
                    <a:pt x="3482483" y="73406"/>
                    <a:pt x="3482483" y="163220"/>
                  </a:cubicBezTo>
                  <a:cubicBezTo>
                    <a:pt x="3482483" y="253034"/>
                    <a:pt x="3409077" y="326440"/>
                    <a:pt x="3319263" y="326440"/>
                  </a:cubicBezTo>
                  <a:lnTo>
                    <a:pt x="0" y="326440"/>
                  </a:lnTo>
                  <a:lnTo>
                    <a:pt x="0" y="0"/>
                  </a:lnTo>
                  <a:close/>
                </a:path>
              </a:pathLst>
            </a:custGeom>
            <a:solidFill>
              <a:schemeClr val="accent1">
                <a:lumMod val="75000"/>
              </a:schemeClr>
            </a:solidFill>
            <a:ln w="9525" cap="flat">
              <a:noFill/>
              <a:prstDash val="solid"/>
              <a:miter/>
            </a:ln>
          </p:spPr>
          <p:txBody>
            <a:bodyPr wrap="square" rtlCol="0" anchor="ctr">
              <a:noAutofit/>
            </a:bodyPr>
            <a:lstStyle/>
            <a:p>
              <a:pPr defTabSz="1218987"/>
              <a:endParaRPr lang="en-IN" sz="2400">
                <a:solidFill>
                  <a:prstClr val="black"/>
                </a:solidFill>
                <a:latin typeface="Segoe UI"/>
              </a:endParaRPr>
            </a:p>
          </p:txBody>
        </p:sp>
        <p:sp>
          <p:nvSpPr>
            <p:cNvPr id="91" name="Freeform: Shape 90">
              <a:extLst>
                <a:ext uri="{FF2B5EF4-FFF2-40B4-BE49-F238E27FC236}">
                  <a16:creationId xmlns:a16="http://schemas.microsoft.com/office/drawing/2014/main" id="{D202D28D-23FA-00F8-9E4B-57B567E9A128}"/>
                </a:ext>
              </a:extLst>
            </p:cNvPr>
            <p:cNvSpPr/>
            <p:nvPr/>
          </p:nvSpPr>
          <p:spPr>
            <a:xfrm>
              <a:off x="7174524" y="3526304"/>
              <a:ext cx="3482483" cy="326440"/>
            </a:xfrm>
            <a:custGeom>
              <a:avLst/>
              <a:gdLst>
                <a:gd name="connsiteX0" fmla="*/ 0 w 3482483"/>
                <a:gd name="connsiteY0" fmla="*/ 0 h 326440"/>
                <a:gd name="connsiteX1" fmla="*/ 3319263 w 3482483"/>
                <a:gd name="connsiteY1" fmla="*/ 0 h 326440"/>
                <a:gd name="connsiteX2" fmla="*/ 3482483 w 3482483"/>
                <a:gd name="connsiteY2" fmla="*/ 163220 h 326440"/>
                <a:gd name="connsiteX3" fmla="*/ 3319263 w 3482483"/>
                <a:gd name="connsiteY3" fmla="*/ 326440 h 326440"/>
                <a:gd name="connsiteX4" fmla="*/ 0 w 3482483"/>
                <a:gd name="connsiteY4" fmla="*/ 326440 h 326440"/>
                <a:gd name="connsiteX5" fmla="*/ 0 w 3482483"/>
                <a:gd name="connsiteY5" fmla="*/ 0 h 32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2483" h="326440">
                  <a:moveTo>
                    <a:pt x="0" y="0"/>
                  </a:moveTo>
                  <a:lnTo>
                    <a:pt x="3319263" y="0"/>
                  </a:lnTo>
                  <a:cubicBezTo>
                    <a:pt x="3409077" y="0"/>
                    <a:pt x="3482483" y="73406"/>
                    <a:pt x="3482483" y="163220"/>
                  </a:cubicBezTo>
                  <a:cubicBezTo>
                    <a:pt x="3482483" y="253034"/>
                    <a:pt x="3409077" y="326440"/>
                    <a:pt x="3319263" y="326440"/>
                  </a:cubicBezTo>
                  <a:lnTo>
                    <a:pt x="0" y="326440"/>
                  </a:lnTo>
                  <a:lnTo>
                    <a:pt x="0" y="0"/>
                  </a:lnTo>
                  <a:close/>
                </a:path>
              </a:pathLst>
            </a:custGeom>
            <a:solidFill>
              <a:schemeClr val="accent2">
                <a:lumMod val="75000"/>
              </a:schemeClr>
            </a:solidFill>
            <a:ln w="9525" cap="flat">
              <a:noFill/>
              <a:prstDash val="solid"/>
              <a:miter/>
            </a:ln>
          </p:spPr>
          <p:txBody>
            <a:bodyPr wrap="square" rtlCol="0" anchor="ctr">
              <a:noAutofit/>
            </a:bodyPr>
            <a:lstStyle/>
            <a:p>
              <a:pPr defTabSz="1218987"/>
              <a:endParaRPr lang="en-IN" sz="2400">
                <a:solidFill>
                  <a:prstClr val="black"/>
                </a:solidFill>
                <a:latin typeface="Segoe UI"/>
              </a:endParaRPr>
            </a:p>
          </p:txBody>
        </p:sp>
        <p:sp>
          <p:nvSpPr>
            <p:cNvPr id="88" name="Freeform: Shape 87">
              <a:extLst>
                <a:ext uri="{FF2B5EF4-FFF2-40B4-BE49-F238E27FC236}">
                  <a16:creationId xmlns:a16="http://schemas.microsoft.com/office/drawing/2014/main" id="{1E9484AE-B95C-8488-62D8-9E9BC5674AA4}"/>
                </a:ext>
              </a:extLst>
            </p:cNvPr>
            <p:cNvSpPr/>
            <p:nvPr/>
          </p:nvSpPr>
          <p:spPr>
            <a:xfrm>
              <a:off x="7174524" y="3891176"/>
              <a:ext cx="3482591" cy="326440"/>
            </a:xfrm>
            <a:custGeom>
              <a:avLst/>
              <a:gdLst>
                <a:gd name="connsiteX0" fmla="*/ 0 w 3482591"/>
                <a:gd name="connsiteY0" fmla="*/ 0 h 326440"/>
                <a:gd name="connsiteX1" fmla="*/ 3319371 w 3482591"/>
                <a:gd name="connsiteY1" fmla="*/ 0 h 326440"/>
                <a:gd name="connsiteX2" fmla="*/ 3482591 w 3482591"/>
                <a:gd name="connsiteY2" fmla="*/ 163220 h 326440"/>
                <a:gd name="connsiteX3" fmla="*/ 3319371 w 3482591"/>
                <a:gd name="connsiteY3" fmla="*/ 326440 h 326440"/>
                <a:gd name="connsiteX4" fmla="*/ 0 w 3482591"/>
                <a:gd name="connsiteY4" fmla="*/ 326440 h 326440"/>
                <a:gd name="connsiteX5" fmla="*/ 0 w 3482591"/>
                <a:gd name="connsiteY5" fmla="*/ 0 h 32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2591" h="326440">
                  <a:moveTo>
                    <a:pt x="0" y="0"/>
                  </a:moveTo>
                  <a:lnTo>
                    <a:pt x="3319371" y="0"/>
                  </a:lnTo>
                  <a:cubicBezTo>
                    <a:pt x="3409184" y="0"/>
                    <a:pt x="3482591" y="73406"/>
                    <a:pt x="3482591" y="163220"/>
                  </a:cubicBezTo>
                  <a:cubicBezTo>
                    <a:pt x="3482591" y="253034"/>
                    <a:pt x="3409184" y="326440"/>
                    <a:pt x="3319371" y="326440"/>
                  </a:cubicBezTo>
                  <a:lnTo>
                    <a:pt x="0" y="326440"/>
                  </a:lnTo>
                  <a:lnTo>
                    <a:pt x="0" y="0"/>
                  </a:lnTo>
                  <a:close/>
                </a:path>
              </a:pathLst>
            </a:custGeom>
            <a:solidFill>
              <a:schemeClr val="accent5">
                <a:lumMod val="75000"/>
              </a:schemeClr>
            </a:solidFill>
            <a:ln w="9525" cap="flat">
              <a:noFill/>
              <a:prstDash val="solid"/>
              <a:miter/>
            </a:ln>
          </p:spPr>
          <p:txBody>
            <a:bodyPr wrap="square" rtlCol="0" anchor="ctr">
              <a:noAutofit/>
            </a:bodyPr>
            <a:lstStyle/>
            <a:p>
              <a:pPr defTabSz="1218987"/>
              <a:endParaRPr lang="en-IN" sz="2400">
                <a:solidFill>
                  <a:prstClr val="black"/>
                </a:solidFill>
                <a:latin typeface="Segoe UI"/>
              </a:endParaRPr>
            </a:p>
          </p:txBody>
        </p:sp>
        <p:sp>
          <p:nvSpPr>
            <p:cNvPr id="103" name="TextBox 102">
              <a:extLst>
                <a:ext uri="{FF2B5EF4-FFF2-40B4-BE49-F238E27FC236}">
                  <a16:creationId xmlns:a16="http://schemas.microsoft.com/office/drawing/2014/main" id="{DBEE26CA-D8FD-07DE-C2CE-E14831C25A76}"/>
                </a:ext>
              </a:extLst>
            </p:cNvPr>
            <p:cNvSpPr txBox="1"/>
            <p:nvPr/>
          </p:nvSpPr>
          <p:spPr>
            <a:xfrm>
              <a:off x="8043134" y="3216400"/>
              <a:ext cx="1800900" cy="216512"/>
            </a:xfrm>
            <a:prstGeom prst="rect">
              <a:avLst/>
            </a:prstGeom>
            <a:noFill/>
          </p:spPr>
          <p:txBody>
            <a:bodyPr wrap="square" lIns="0" tIns="0" rIns="0" bIns="0" rtlCol="0" anchor="ctr">
              <a:noAutofit/>
            </a:bodyPr>
            <a:lstStyle/>
            <a:p>
              <a:pPr defTabSz="1218987"/>
              <a:r>
                <a:rPr lang="en-IN" sz="1400" b="1">
                  <a:solidFill>
                    <a:prstClr val="white"/>
                  </a:solidFill>
                  <a:latin typeface="Segoe UI"/>
                </a:rPr>
                <a:t>Placeholder</a:t>
              </a:r>
            </a:p>
          </p:txBody>
        </p:sp>
        <p:sp>
          <p:nvSpPr>
            <p:cNvPr id="104" name="TextBox 103">
              <a:extLst>
                <a:ext uri="{FF2B5EF4-FFF2-40B4-BE49-F238E27FC236}">
                  <a16:creationId xmlns:a16="http://schemas.microsoft.com/office/drawing/2014/main" id="{A7642CBD-E42F-1615-FAD3-A163EFDE3DC2}"/>
                </a:ext>
              </a:extLst>
            </p:cNvPr>
            <p:cNvSpPr txBox="1"/>
            <p:nvPr/>
          </p:nvSpPr>
          <p:spPr>
            <a:xfrm>
              <a:off x="8043134" y="3581268"/>
              <a:ext cx="1800900" cy="216512"/>
            </a:xfrm>
            <a:prstGeom prst="rect">
              <a:avLst/>
            </a:prstGeom>
            <a:noFill/>
          </p:spPr>
          <p:txBody>
            <a:bodyPr wrap="square" lIns="0" tIns="0" rIns="0" bIns="0" rtlCol="0" anchor="ctr">
              <a:noAutofit/>
            </a:bodyPr>
            <a:lstStyle/>
            <a:p>
              <a:pPr defTabSz="1218987"/>
              <a:r>
                <a:rPr lang="en-IN" sz="1400" b="1">
                  <a:solidFill>
                    <a:prstClr val="white"/>
                  </a:solidFill>
                  <a:latin typeface="Segoe UI"/>
                </a:rPr>
                <a:t>Placeholder</a:t>
              </a:r>
            </a:p>
          </p:txBody>
        </p:sp>
        <p:sp>
          <p:nvSpPr>
            <p:cNvPr id="105" name="TextBox 104">
              <a:extLst>
                <a:ext uri="{FF2B5EF4-FFF2-40B4-BE49-F238E27FC236}">
                  <a16:creationId xmlns:a16="http://schemas.microsoft.com/office/drawing/2014/main" id="{30BC32B0-89B5-6013-E2CC-77C7329CBD61}"/>
                </a:ext>
              </a:extLst>
            </p:cNvPr>
            <p:cNvSpPr txBox="1"/>
            <p:nvPr/>
          </p:nvSpPr>
          <p:spPr>
            <a:xfrm>
              <a:off x="8043134" y="3946140"/>
              <a:ext cx="1800900" cy="216512"/>
            </a:xfrm>
            <a:prstGeom prst="rect">
              <a:avLst/>
            </a:prstGeom>
            <a:noFill/>
          </p:spPr>
          <p:txBody>
            <a:bodyPr wrap="square" lIns="0" tIns="0" rIns="0" bIns="0" rtlCol="0" anchor="ctr">
              <a:noAutofit/>
            </a:bodyPr>
            <a:lstStyle/>
            <a:p>
              <a:pPr defTabSz="1218987"/>
              <a:r>
                <a:rPr lang="en-IN" sz="1400" b="1">
                  <a:solidFill>
                    <a:prstClr val="white"/>
                  </a:solidFill>
                  <a:latin typeface="Segoe UI"/>
                </a:rPr>
                <a:t>Placeholder</a:t>
              </a:r>
            </a:p>
          </p:txBody>
        </p:sp>
      </p:grpSp>
      <p:grpSp>
        <p:nvGrpSpPr>
          <p:cNvPr id="100" name="Group 99">
            <a:extLst>
              <a:ext uri="{FF2B5EF4-FFF2-40B4-BE49-F238E27FC236}">
                <a16:creationId xmlns:a16="http://schemas.microsoft.com/office/drawing/2014/main" id="{AE482DB7-DADE-0771-EA5F-129EAF7CBA31}"/>
              </a:ext>
            </a:extLst>
          </p:cNvPr>
          <p:cNvGrpSpPr/>
          <p:nvPr/>
        </p:nvGrpSpPr>
        <p:grpSpPr>
          <a:xfrm>
            <a:off x="515805" y="2432990"/>
            <a:ext cx="6514087" cy="2631018"/>
            <a:chOff x="514216" y="2432990"/>
            <a:chExt cx="6514087" cy="2631018"/>
          </a:xfrm>
        </p:grpSpPr>
        <p:sp>
          <p:nvSpPr>
            <p:cNvPr id="48" name="Freeform: Shape 47">
              <a:extLst>
                <a:ext uri="{FF2B5EF4-FFF2-40B4-BE49-F238E27FC236}">
                  <a16:creationId xmlns:a16="http://schemas.microsoft.com/office/drawing/2014/main" id="{9163820D-D95F-300E-54B6-5999C81C06CF}"/>
                </a:ext>
              </a:extLst>
            </p:cNvPr>
            <p:cNvSpPr/>
            <p:nvPr/>
          </p:nvSpPr>
          <p:spPr>
            <a:xfrm>
              <a:off x="5818329" y="3162507"/>
              <a:ext cx="150955" cy="324337"/>
            </a:xfrm>
            <a:custGeom>
              <a:avLst/>
              <a:gdLst>
                <a:gd name="connsiteX0" fmla="*/ 0 w 150955"/>
                <a:gd name="connsiteY0" fmla="*/ 0 h 324337"/>
                <a:gd name="connsiteX1" fmla="*/ 150955 w 150955"/>
                <a:gd name="connsiteY1" fmla="*/ 156429 h 324337"/>
                <a:gd name="connsiteX2" fmla="*/ 0 w 150955"/>
                <a:gd name="connsiteY2" fmla="*/ 324337 h 324337"/>
                <a:gd name="connsiteX3" fmla="*/ 0 w 150955"/>
                <a:gd name="connsiteY3" fmla="*/ 0 h 324337"/>
              </a:gdLst>
              <a:ahLst/>
              <a:cxnLst>
                <a:cxn ang="0">
                  <a:pos x="connsiteX0" y="connsiteY0"/>
                </a:cxn>
                <a:cxn ang="0">
                  <a:pos x="connsiteX1" y="connsiteY1"/>
                </a:cxn>
                <a:cxn ang="0">
                  <a:pos x="connsiteX2" y="connsiteY2"/>
                </a:cxn>
                <a:cxn ang="0">
                  <a:pos x="connsiteX3" y="connsiteY3"/>
                </a:cxn>
              </a:cxnLst>
              <a:rect l="l" t="t" r="r" b="b"/>
              <a:pathLst>
                <a:path w="150955" h="324337">
                  <a:moveTo>
                    <a:pt x="0" y="0"/>
                  </a:moveTo>
                  <a:lnTo>
                    <a:pt x="150955" y="156429"/>
                  </a:lnTo>
                  <a:lnTo>
                    <a:pt x="0" y="324337"/>
                  </a:lnTo>
                  <a:lnTo>
                    <a:pt x="0" y="0"/>
                  </a:lnTo>
                  <a:close/>
                </a:path>
              </a:pathLst>
            </a:custGeom>
            <a:solidFill>
              <a:schemeClr val="accent1">
                <a:lumMod val="75000"/>
              </a:schemeClr>
            </a:solidFill>
            <a:ln w="9525" cap="flat">
              <a:noFill/>
              <a:prstDash val="solid"/>
              <a:miter/>
            </a:ln>
          </p:spPr>
          <p:txBody>
            <a:bodyPr rtlCol="0" anchor="ctr"/>
            <a:lstStyle/>
            <a:p>
              <a:pPr defTabSz="1218987"/>
              <a:endParaRPr lang="en-IN" sz="2400">
                <a:solidFill>
                  <a:prstClr val="black"/>
                </a:solidFill>
                <a:latin typeface="Segoe UI"/>
              </a:endParaRPr>
            </a:p>
          </p:txBody>
        </p:sp>
        <p:sp>
          <p:nvSpPr>
            <p:cNvPr id="45" name="Freeform: Shape 44">
              <a:extLst>
                <a:ext uri="{FF2B5EF4-FFF2-40B4-BE49-F238E27FC236}">
                  <a16:creationId xmlns:a16="http://schemas.microsoft.com/office/drawing/2014/main" id="{FA199D80-A92A-8C45-6FBF-A095EE66330B}"/>
                </a:ext>
              </a:extLst>
            </p:cNvPr>
            <p:cNvSpPr/>
            <p:nvPr/>
          </p:nvSpPr>
          <p:spPr>
            <a:xfrm>
              <a:off x="5818329" y="3527498"/>
              <a:ext cx="150955" cy="324444"/>
            </a:xfrm>
            <a:custGeom>
              <a:avLst/>
              <a:gdLst>
                <a:gd name="connsiteX0" fmla="*/ 0 w 150955"/>
                <a:gd name="connsiteY0" fmla="*/ 0 h 324444"/>
                <a:gd name="connsiteX1" fmla="*/ 150955 w 150955"/>
                <a:gd name="connsiteY1" fmla="*/ 193766 h 324444"/>
                <a:gd name="connsiteX2" fmla="*/ 0 w 150955"/>
                <a:gd name="connsiteY2" fmla="*/ 324444 h 324444"/>
                <a:gd name="connsiteX3" fmla="*/ 0 w 150955"/>
                <a:gd name="connsiteY3" fmla="*/ 0 h 324444"/>
              </a:gdLst>
              <a:ahLst/>
              <a:cxnLst>
                <a:cxn ang="0">
                  <a:pos x="connsiteX0" y="connsiteY0"/>
                </a:cxn>
                <a:cxn ang="0">
                  <a:pos x="connsiteX1" y="connsiteY1"/>
                </a:cxn>
                <a:cxn ang="0">
                  <a:pos x="connsiteX2" y="connsiteY2"/>
                </a:cxn>
                <a:cxn ang="0">
                  <a:pos x="connsiteX3" y="connsiteY3"/>
                </a:cxn>
              </a:cxnLst>
              <a:rect l="l" t="t" r="r" b="b"/>
              <a:pathLst>
                <a:path w="150955" h="324444">
                  <a:moveTo>
                    <a:pt x="0" y="0"/>
                  </a:moveTo>
                  <a:lnTo>
                    <a:pt x="150955" y="193766"/>
                  </a:lnTo>
                  <a:lnTo>
                    <a:pt x="0" y="324444"/>
                  </a:lnTo>
                  <a:lnTo>
                    <a:pt x="0" y="0"/>
                  </a:lnTo>
                  <a:close/>
                </a:path>
              </a:pathLst>
            </a:custGeom>
            <a:solidFill>
              <a:schemeClr val="accent1">
                <a:lumMod val="75000"/>
              </a:schemeClr>
            </a:solidFill>
            <a:ln w="9525" cap="flat">
              <a:noFill/>
              <a:prstDash val="solid"/>
              <a:miter/>
            </a:ln>
          </p:spPr>
          <p:txBody>
            <a:bodyPr rtlCol="0" anchor="ctr"/>
            <a:lstStyle/>
            <a:p>
              <a:pPr defTabSz="1218987"/>
              <a:endParaRPr lang="en-IN" sz="2400">
                <a:solidFill>
                  <a:prstClr val="black"/>
                </a:solidFill>
                <a:latin typeface="Segoe UI"/>
              </a:endParaRPr>
            </a:p>
          </p:txBody>
        </p:sp>
        <p:sp>
          <p:nvSpPr>
            <p:cNvPr id="43" name="Freeform: Shape 42">
              <a:extLst>
                <a:ext uri="{FF2B5EF4-FFF2-40B4-BE49-F238E27FC236}">
                  <a16:creationId xmlns:a16="http://schemas.microsoft.com/office/drawing/2014/main" id="{E55203A4-C745-A56E-B6BB-FB66FC7C74EE}"/>
                </a:ext>
              </a:extLst>
            </p:cNvPr>
            <p:cNvSpPr/>
            <p:nvPr/>
          </p:nvSpPr>
          <p:spPr>
            <a:xfrm>
              <a:off x="5818328" y="3891767"/>
              <a:ext cx="192408" cy="324873"/>
            </a:xfrm>
            <a:custGeom>
              <a:avLst/>
              <a:gdLst>
                <a:gd name="connsiteX0" fmla="*/ 0 w 192408"/>
                <a:gd name="connsiteY0" fmla="*/ 0 h 324873"/>
                <a:gd name="connsiteX1" fmla="*/ 192408 w 192408"/>
                <a:gd name="connsiteY1" fmla="*/ 122042 h 324873"/>
                <a:gd name="connsiteX2" fmla="*/ 0 w 192408"/>
                <a:gd name="connsiteY2" fmla="*/ 324873 h 324873"/>
                <a:gd name="connsiteX3" fmla="*/ 0 w 192408"/>
                <a:gd name="connsiteY3" fmla="*/ 0 h 324873"/>
              </a:gdLst>
              <a:ahLst/>
              <a:cxnLst>
                <a:cxn ang="0">
                  <a:pos x="connsiteX0" y="connsiteY0"/>
                </a:cxn>
                <a:cxn ang="0">
                  <a:pos x="connsiteX1" y="connsiteY1"/>
                </a:cxn>
                <a:cxn ang="0">
                  <a:pos x="connsiteX2" y="connsiteY2"/>
                </a:cxn>
                <a:cxn ang="0">
                  <a:pos x="connsiteX3" y="connsiteY3"/>
                </a:cxn>
              </a:cxnLst>
              <a:rect l="l" t="t" r="r" b="b"/>
              <a:pathLst>
                <a:path w="192408" h="324873">
                  <a:moveTo>
                    <a:pt x="0" y="0"/>
                  </a:moveTo>
                  <a:lnTo>
                    <a:pt x="192408" y="122042"/>
                  </a:lnTo>
                  <a:lnTo>
                    <a:pt x="0" y="324873"/>
                  </a:lnTo>
                  <a:lnTo>
                    <a:pt x="0" y="0"/>
                  </a:lnTo>
                  <a:close/>
                </a:path>
              </a:pathLst>
            </a:custGeom>
            <a:solidFill>
              <a:schemeClr val="accent1">
                <a:lumMod val="75000"/>
              </a:schemeClr>
            </a:solidFill>
            <a:ln w="9525" cap="flat">
              <a:noFill/>
              <a:prstDash val="solid"/>
              <a:miter/>
            </a:ln>
          </p:spPr>
          <p:txBody>
            <a:bodyPr rtlCol="0" anchor="ctr"/>
            <a:lstStyle/>
            <a:p>
              <a:pPr defTabSz="1218987"/>
              <a:endParaRPr lang="en-IN" sz="2400">
                <a:solidFill>
                  <a:prstClr val="black"/>
                </a:solidFill>
                <a:latin typeface="Segoe UI"/>
              </a:endParaRPr>
            </a:p>
          </p:txBody>
        </p:sp>
        <p:sp>
          <p:nvSpPr>
            <p:cNvPr id="96" name="Freeform: Shape 95">
              <a:extLst>
                <a:ext uri="{FF2B5EF4-FFF2-40B4-BE49-F238E27FC236}">
                  <a16:creationId xmlns:a16="http://schemas.microsoft.com/office/drawing/2014/main" id="{67BA7C4F-C16F-4729-8D21-43795BA9D47A}"/>
                </a:ext>
              </a:extLst>
            </p:cNvPr>
            <p:cNvSpPr/>
            <p:nvPr/>
          </p:nvSpPr>
          <p:spPr>
            <a:xfrm>
              <a:off x="620258" y="2432990"/>
              <a:ext cx="6408044" cy="1054994"/>
            </a:xfrm>
            <a:custGeom>
              <a:avLst/>
              <a:gdLst>
                <a:gd name="connsiteX0" fmla="*/ 388405 w 6408044"/>
                <a:gd name="connsiteY0" fmla="*/ 0 h 1054994"/>
                <a:gd name="connsiteX1" fmla="*/ 3935853 w 6408044"/>
                <a:gd name="connsiteY1" fmla="*/ 0 h 1054994"/>
                <a:gd name="connsiteX2" fmla="*/ 5197140 w 6408044"/>
                <a:gd name="connsiteY2" fmla="*/ 728553 h 1054994"/>
                <a:gd name="connsiteX3" fmla="*/ 5197141 w 6408044"/>
                <a:gd name="connsiteY3" fmla="*/ 728554 h 1054994"/>
                <a:gd name="connsiteX4" fmla="*/ 6408044 w 6408044"/>
                <a:gd name="connsiteY4" fmla="*/ 728554 h 1054994"/>
                <a:gd name="connsiteX5" fmla="*/ 6408044 w 6408044"/>
                <a:gd name="connsiteY5" fmla="*/ 1054994 h 1054994"/>
                <a:gd name="connsiteX6" fmla="*/ 5197139 w 6408044"/>
                <a:gd name="connsiteY6" fmla="*/ 1054994 h 1054994"/>
                <a:gd name="connsiteX7" fmla="*/ 5197139 w 6408044"/>
                <a:gd name="connsiteY7" fmla="*/ 1054886 h 1054994"/>
                <a:gd name="connsiteX8" fmla="*/ 3935853 w 6408044"/>
                <a:gd name="connsiteY8" fmla="*/ 776700 h 1054994"/>
                <a:gd name="connsiteX9" fmla="*/ 3935853 w 6408044"/>
                <a:gd name="connsiteY9" fmla="*/ 776807 h 1054994"/>
                <a:gd name="connsiteX10" fmla="*/ 388405 w 6408044"/>
                <a:gd name="connsiteY10" fmla="*/ 776807 h 1054994"/>
                <a:gd name="connsiteX11" fmla="*/ 0 w 6408044"/>
                <a:gd name="connsiteY11" fmla="*/ 388404 h 1054994"/>
                <a:gd name="connsiteX12" fmla="*/ 388405 w 6408044"/>
                <a:gd name="connsiteY12" fmla="*/ 0 h 1054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08044" h="1054994">
                  <a:moveTo>
                    <a:pt x="388405" y="0"/>
                  </a:moveTo>
                  <a:lnTo>
                    <a:pt x="3935853" y="0"/>
                  </a:lnTo>
                  <a:lnTo>
                    <a:pt x="5197140" y="728553"/>
                  </a:lnTo>
                  <a:lnTo>
                    <a:pt x="5197141" y="728554"/>
                  </a:lnTo>
                  <a:lnTo>
                    <a:pt x="6408044" y="728554"/>
                  </a:lnTo>
                  <a:lnTo>
                    <a:pt x="6408044" y="1054994"/>
                  </a:lnTo>
                  <a:lnTo>
                    <a:pt x="5197139" y="1054994"/>
                  </a:lnTo>
                  <a:lnTo>
                    <a:pt x="5197139" y="1054886"/>
                  </a:lnTo>
                  <a:lnTo>
                    <a:pt x="3935853" y="776700"/>
                  </a:lnTo>
                  <a:lnTo>
                    <a:pt x="3935853" y="776807"/>
                  </a:lnTo>
                  <a:lnTo>
                    <a:pt x="388405" y="776807"/>
                  </a:lnTo>
                  <a:cubicBezTo>
                    <a:pt x="174772" y="776807"/>
                    <a:pt x="0" y="602036"/>
                    <a:pt x="0" y="388404"/>
                  </a:cubicBezTo>
                  <a:cubicBezTo>
                    <a:pt x="0" y="174771"/>
                    <a:pt x="174772" y="0"/>
                    <a:pt x="388405" y="0"/>
                  </a:cubicBezTo>
                  <a:close/>
                </a:path>
              </a:pathLst>
            </a:custGeom>
            <a:gradFill flip="none" rotWithShape="1">
              <a:gsLst>
                <a:gs pos="0">
                  <a:schemeClr val="accent1"/>
                </a:gs>
                <a:gs pos="100000">
                  <a:schemeClr val="accent1">
                    <a:lumMod val="75000"/>
                  </a:schemeClr>
                </a:gs>
              </a:gsLst>
              <a:lin ang="0" scaled="1"/>
              <a:tileRect/>
            </a:gradFill>
            <a:ln w="9525" cap="flat">
              <a:noFill/>
              <a:prstDash val="solid"/>
              <a:miter/>
            </a:ln>
          </p:spPr>
          <p:txBody>
            <a:bodyPr wrap="square" rtlCol="0" anchor="ctr">
              <a:noAutofit/>
            </a:bodyPr>
            <a:lstStyle/>
            <a:p>
              <a:pPr defTabSz="1218987"/>
              <a:endParaRPr lang="en-IN" sz="2400">
                <a:solidFill>
                  <a:prstClr val="black"/>
                </a:solidFill>
                <a:latin typeface="Segoe UI"/>
              </a:endParaRPr>
            </a:p>
          </p:txBody>
        </p:sp>
        <p:sp>
          <p:nvSpPr>
            <p:cNvPr id="93" name="Freeform: Shape 92">
              <a:extLst>
                <a:ext uri="{FF2B5EF4-FFF2-40B4-BE49-F238E27FC236}">
                  <a16:creationId xmlns:a16="http://schemas.microsoft.com/office/drawing/2014/main" id="{AE9B0DA4-8F8C-A32D-A1EC-81B250893E3B}"/>
                </a:ext>
              </a:extLst>
            </p:cNvPr>
            <p:cNvSpPr/>
            <p:nvPr/>
          </p:nvSpPr>
          <p:spPr>
            <a:xfrm>
              <a:off x="620258" y="3301229"/>
              <a:ext cx="6408044" cy="776700"/>
            </a:xfrm>
            <a:custGeom>
              <a:avLst/>
              <a:gdLst>
                <a:gd name="connsiteX0" fmla="*/ 388405 w 6408044"/>
                <a:gd name="connsiteY0" fmla="*/ 0 h 776700"/>
                <a:gd name="connsiteX1" fmla="*/ 3935853 w 6408044"/>
                <a:gd name="connsiteY1" fmla="*/ 0 h 776700"/>
                <a:gd name="connsiteX2" fmla="*/ 5197140 w 6408044"/>
                <a:gd name="connsiteY2" fmla="*/ 225075 h 776700"/>
                <a:gd name="connsiteX3" fmla="*/ 5197141 w 6408044"/>
                <a:gd name="connsiteY3" fmla="*/ 225076 h 776700"/>
                <a:gd name="connsiteX4" fmla="*/ 6408044 w 6408044"/>
                <a:gd name="connsiteY4" fmla="*/ 225076 h 776700"/>
                <a:gd name="connsiteX5" fmla="*/ 6408044 w 6408044"/>
                <a:gd name="connsiteY5" fmla="*/ 551516 h 776700"/>
                <a:gd name="connsiteX6" fmla="*/ 5197140 w 6408044"/>
                <a:gd name="connsiteY6" fmla="*/ 551516 h 776700"/>
                <a:gd name="connsiteX7" fmla="*/ 3935853 w 6408044"/>
                <a:gd name="connsiteY7" fmla="*/ 776700 h 776700"/>
                <a:gd name="connsiteX8" fmla="*/ 388405 w 6408044"/>
                <a:gd name="connsiteY8" fmla="*/ 776700 h 776700"/>
                <a:gd name="connsiteX9" fmla="*/ 0 w 6408044"/>
                <a:gd name="connsiteY9" fmla="*/ 388296 h 776700"/>
                <a:gd name="connsiteX10" fmla="*/ 388405 w 6408044"/>
                <a:gd name="connsiteY10" fmla="*/ 0 h 77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8044" h="776700">
                  <a:moveTo>
                    <a:pt x="388405" y="0"/>
                  </a:moveTo>
                  <a:lnTo>
                    <a:pt x="3935853" y="0"/>
                  </a:lnTo>
                  <a:lnTo>
                    <a:pt x="5197140" y="225075"/>
                  </a:lnTo>
                  <a:lnTo>
                    <a:pt x="5197141" y="225076"/>
                  </a:lnTo>
                  <a:lnTo>
                    <a:pt x="6408044" y="225076"/>
                  </a:lnTo>
                  <a:lnTo>
                    <a:pt x="6408044" y="551516"/>
                  </a:lnTo>
                  <a:lnTo>
                    <a:pt x="5197140" y="551516"/>
                  </a:lnTo>
                  <a:lnTo>
                    <a:pt x="3935853" y="776700"/>
                  </a:lnTo>
                  <a:lnTo>
                    <a:pt x="388405" y="776700"/>
                  </a:lnTo>
                  <a:cubicBezTo>
                    <a:pt x="174772" y="776700"/>
                    <a:pt x="0" y="601929"/>
                    <a:pt x="0" y="388296"/>
                  </a:cubicBezTo>
                  <a:cubicBezTo>
                    <a:pt x="0" y="174664"/>
                    <a:pt x="174772" y="0"/>
                    <a:pt x="388405" y="0"/>
                  </a:cubicBezTo>
                  <a:close/>
                </a:path>
              </a:pathLst>
            </a:custGeom>
            <a:gradFill flip="none" rotWithShape="1">
              <a:gsLst>
                <a:gs pos="0">
                  <a:schemeClr val="accent2">
                    <a:lumMod val="75000"/>
                  </a:schemeClr>
                </a:gs>
                <a:gs pos="100000">
                  <a:schemeClr val="accent2"/>
                </a:gs>
              </a:gsLst>
              <a:lin ang="10800000" scaled="1"/>
              <a:tileRect/>
            </a:gradFill>
            <a:ln w="9525" cap="flat">
              <a:noFill/>
              <a:prstDash val="solid"/>
              <a:miter/>
            </a:ln>
          </p:spPr>
          <p:txBody>
            <a:bodyPr wrap="square" rtlCol="0" anchor="ctr">
              <a:noAutofit/>
            </a:bodyPr>
            <a:lstStyle/>
            <a:p>
              <a:pPr defTabSz="1218987"/>
              <a:endParaRPr lang="en-IN" sz="2400">
                <a:solidFill>
                  <a:prstClr val="black"/>
                </a:solidFill>
                <a:latin typeface="Segoe UI"/>
              </a:endParaRPr>
            </a:p>
          </p:txBody>
        </p:sp>
        <p:sp>
          <p:nvSpPr>
            <p:cNvPr id="89" name="Freeform: Shape 88">
              <a:extLst>
                <a:ext uri="{FF2B5EF4-FFF2-40B4-BE49-F238E27FC236}">
                  <a16:creationId xmlns:a16="http://schemas.microsoft.com/office/drawing/2014/main" id="{1DE1D10A-998D-0B9F-9266-2E15B86F5055}"/>
                </a:ext>
              </a:extLst>
            </p:cNvPr>
            <p:cNvSpPr/>
            <p:nvPr/>
          </p:nvSpPr>
          <p:spPr>
            <a:xfrm>
              <a:off x="620270" y="3891176"/>
              <a:ext cx="6408033" cy="1054994"/>
            </a:xfrm>
            <a:custGeom>
              <a:avLst/>
              <a:gdLst>
                <a:gd name="connsiteX0" fmla="*/ 5197128 w 6408033"/>
                <a:gd name="connsiteY0" fmla="*/ 0 h 1054994"/>
                <a:gd name="connsiteX1" fmla="*/ 5197129 w 6408033"/>
                <a:gd name="connsiteY1" fmla="*/ 0 h 1054994"/>
                <a:gd name="connsiteX2" fmla="*/ 6408033 w 6408033"/>
                <a:gd name="connsiteY2" fmla="*/ 0 h 1054994"/>
                <a:gd name="connsiteX3" fmla="*/ 6408033 w 6408033"/>
                <a:gd name="connsiteY3" fmla="*/ 326440 h 1054994"/>
                <a:gd name="connsiteX4" fmla="*/ 5197130 w 6408033"/>
                <a:gd name="connsiteY4" fmla="*/ 326440 h 1054994"/>
                <a:gd name="connsiteX5" fmla="*/ 5197129 w 6408033"/>
                <a:gd name="connsiteY5" fmla="*/ 326441 h 1054994"/>
                <a:gd name="connsiteX6" fmla="*/ 3935842 w 6408033"/>
                <a:gd name="connsiteY6" fmla="*/ 1054886 h 1054994"/>
                <a:gd name="connsiteX7" fmla="*/ 3935842 w 6408033"/>
                <a:gd name="connsiteY7" fmla="*/ 1054994 h 1054994"/>
                <a:gd name="connsiteX8" fmla="*/ 388394 w 6408033"/>
                <a:gd name="connsiteY8" fmla="*/ 1054994 h 1054994"/>
                <a:gd name="connsiteX9" fmla="*/ 30635 w 6408033"/>
                <a:gd name="connsiteY9" fmla="*/ 817405 h 1054994"/>
                <a:gd name="connsiteX10" fmla="*/ 0 w 6408033"/>
                <a:gd name="connsiteY10" fmla="*/ 666644 h 1054994"/>
                <a:gd name="connsiteX11" fmla="*/ 30635 w 6408033"/>
                <a:gd name="connsiteY11" fmla="*/ 515883 h 1054994"/>
                <a:gd name="connsiteX12" fmla="*/ 388394 w 6408033"/>
                <a:gd name="connsiteY12" fmla="*/ 278294 h 1054994"/>
                <a:gd name="connsiteX13" fmla="*/ 3935840 w 6408033"/>
                <a:gd name="connsiteY13" fmla="*/ 278294 h 1054994"/>
                <a:gd name="connsiteX14" fmla="*/ 3935840 w 6408033"/>
                <a:gd name="connsiteY14" fmla="*/ 278189 h 1054994"/>
                <a:gd name="connsiteX15" fmla="*/ 3935842 w 6408033"/>
                <a:gd name="connsiteY15" fmla="*/ 278187 h 1054994"/>
                <a:gd name="connsiteX16" fmla="*/ 5197128 w 6408033"/>
                <a:gd name="connsiteY16" fmla="*/ 0 h 1054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08033" h="1054994">
                  <a:moveTo>
                    <a:pt x="5197128" y="0"/>
                  </a:moveTo>
                  <a:lnTo>
                    <a:pt x="5197129" y="0"/>
                  </a:lnTo>
                  <a:lnTo>
                    <a:pt x="6408033" y="0"/>
                  </a:lnTo>
                  <a:lnTo>
                    <a:pt x="6408033" y="326440"/>
                  </a:lnTo>
                  <a:lnTo>
                    <a:pt x="5197130" y="326440"/>
                  </a:lnTo>
                  <a:lnTo>
                    <a:pt x="5197129" y="326441"/>
                  </a:lnTo>
                  <a:lnTo>
                    <a:pt x="3935842" y="1054886"/>
                  </a:lnTo>
                  <a:lnTo>
                    <a:pt x="3935842" y="1054994"/>
                  </a:lnTo>
                  <a:lnTo>
                    <a:pt x="388394" y="1054994"/>
                  </a:lnTo>
                  <a:cubicBezTo>
                    <a:pt x="228169" y="1054994"/>
                    <a:pt x="89804" y="956686"/>
                    <a:pt x="30635" y="817405"/>
                  </a:cubicBezTo>
                  <a:lnTo>
                    <a:pt x="0" y="666644"/>
                  </a:lnTo>
                  <a:lnTo>
                    <a:pt x="30635" y="515883"/>
                  </a:lnTo>
                  <a:cubicBezTo>
                    <a:pt x="89804" y="376603"/>
                    <a:pt x="228169" y="278294"/>
                    <a:pt x="388394" y="278294"/>
                  </a:cubicBezTo>
                  <a:lnTo>
                    <a:pt x="3935840" y="278294"/>
                  </a:lnTo>
                  <a:lnTo>
                    <a:pt x="3935840" y="278189"/>
                  </a:lnTo>
                  <a:lnTo>
                    <a:pt x="3935842" y="278187"/>
                  </a:lnTo>
                  <a:lnTo>
                    <a:pt x="5197128" y="0"/>
                  </a:lnTo>
                  <a:close/>
                </a:path>
              </a:pathLst>
            </a:custGeom>
            <a:gradFill flip="none" rotWithShape="1">
              <a:gsLst>
                <a:gs pos="0">
                  <a:schemeClr val="accent5">
                    <a:lumMod val="75000"/>
                  </a:schemeClr>
                </a:gs>
                <a:gs pos="100000">
                  <a:schemeClr val="accent5"/>
                </a:gs>
              </a:gsLst>
              <a:lin ang="10800000" scaled="1"/>
              <a:tileRect/>
            </a:gradFill>
            <a:ln w="9525" cap="flat">
              <a:noFill/>
              <a:prstDash val="solid"/>
              <a:miter/>
            </a:ln>
          </p:spPr>
          <p:txBody>
            <a:bodyPr wrap="square" rtlCol="0" anchor="ctr">
              <a:noAutofit/>
            </a:bodyPr>
            <a:lstStyle/>
            <a:p>
              <a:pPr defTabSz="1218987"/>
              <a:endParaRPr lang="en-IN" sz="2400">
                <a:solidFill>
                  <a:prstClr val="black"/>
                </a:solidFill>
                <a:latin typeface="Segoe UI"/>
              </a:endParaRPr>
            </a:p>
          </p:txBody>
        </p:sp>
        <p:sp>
          <p:nvSpPr>
            <p:cNvPr id="30" name="Freeform: Shape 29">
              <a:extLst>
                <a:ext uri="{FF2B5EF4-FFF2-40B4-BE49-F238E27FC236}">
                  <a16:creationId xmlns:a16="http://schemas.microsoft.com/office/drawing/2014/main" id="{A76F5618-59F5-1681-1D38-6267CAE4BD02}"/>
                </a:ext>
              </a:extLst>
            </p:cNvPr>
            <p:cNvSpPr/>
            <p:nvPr/>
          </p:nvSpPr>
          <p:spPr>
            <a:xfrm>
              <a:off x="4556110" y="2432990"/>
              <a:ext cx="1262218" cy="1054886"/>
            </a:xfrm>
            <a:custGeom>
              <a:avLst/>
              <a:gdLst>
                <a:gd name="connsiteX0" fmla="*/ 2 w 1262218"/>
                <a:gd name="connsiteY0" fmla="*/ 0 h 1054886"/>
                <a:gd name="connsiteX1" fmla="*/ 1261289 w 1262218"/>
                <a:gd name="connsiteY1" fmla="*/ 728553 h 1054886"/>
                <a:gd name="connsiteX2" fmla="*/ 1262218 w 1262218"/>
                <a:gd name="connsiteY2" fmla="*/ 729516 h 1054886"/>
                <a:gd name="connsiteX3" fmla="*/ 1262218 w 1262218"/>
                <a:gd name="connsiteY3" fmla="*/ 1053853 h 1054886"/>
                <a:gd name="connsiteX4" fmla="*/ 1261289 w 1262218"/>
                <a:gd name="connsiteY4" fmla="*/ 1054886 h 1054886"/>
                <a:gd name="connsiteX5" fmla="*/ 2 w 1262218"/>
                <a:gd name="connsiteY5" fmla="*/ 776700 h 1054886"/>
                <a:gd name="connsiteX6" fmla="*/ 0 w 1262218"/>
                <a:gd name="connsiteY6" fmla="*/ 776698 h 1054886"/>
                <a:gd name="connsiteX7" fmla="*/ 0 w 1262218"/>
                <a:gd name="connsiteY7" fmla="*/ 1 h 1054886"/>
                <a:gd name="connsiteX8" fmla="*/ 2 w 1262218"/>
                <a:gd name="connsiteY8" fmla="*/ 0 h 105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2218" h="1054886">
                  <a:moveTo>
                    <a:pt x="2" y="0"/>
                  </a:moveTo>
                  <a:lnTo>
                    <a:pt x="1261289" y="728553"/>
                  </a:lnTo>
                  <a:lnTo>
                    <a:pt x="1262218" y="729516"/>
                  </a:lnTo>
                  <a:lnTo>
                    <a:pt x="1262218" y="1053853"/>
                  </a:lnTo>
                  <a:lnTo>
                    <a:pt x="1261289" y="1054886"/>
                  </a:lnTo>
                  <a:lnTo>
                    <a:pt x="2" y="776700"/>
                  </a:lnTo>
                  <a:lnTo>
                    <a:pt x="0" y="776698"/>
                  </a:lnTo>
                  <a:lnTo>
                    <a:pt x="0" y="1"/>
                  </a:lnTo>
                  <a:lnTo>
                    <a:pt x="2" y="0"/>
                  </a:lnTo>
                  <a:close/>
                </a:path>
              </a:pathLst>
            </a:custGeom>
            <a:gradFill>
              <a:gsLst>
                <a:gs pos="16000">
                  <a:schemeClr val="tx1">
                    <a:alpha val="14000"/>
                  </a:schemeClr>
                </a:gs>
                <a:gs pos="90000">
                  <a:schemeClr val="tx1">
                    <a:lumMod val="95000"/>
                    <a:lumOff val="5000"/>
                    <a:alpha val="32000"/>
                  </a:schemeClr>
                </a:gs>
              </a:gsLst>
              <a:lin ang="0" scaled="1"/>
            </a:gradFill>
            <a:ln w="9525" cap="flat">
              <a:noFill/>
              <a:prstDash val="solid"/>
              <a:miter/>
            </a:ln>
          </p:spPr>
          <p:txBody>
            <a:bodyPr rtlCol="0" anchor="ctr"/>
            <a:lstStyle/>
            <a:p>
              <a:pPr defTabSz="1218987"/>
              <a:endParaRPr lang="en-IN" sz="2400">
                <a:solidFill>
                  <a:prstClr val="black"/>
                </a:solidFill>
                <a:latin typeface="Segoe UI"/>
              </a:endParaRPr>
            </a:p>
          </p:txBody>
        </p:sp>
        <p:sp>
          <p:nvSpPr>
            <p:cNvPr id="31" name="Freeform: Shape 30">
              <a:extLst>
                <a:ext uri="{FF2B5EF4-FFF2-40B4-BE49-F238E27FC236}">
                  <a16:creationId xmlns:a16="http://schemas.microsoft.com/office/drawing/2014/main" id="{E5F8B8F8-3037-1D19-2A39-28B7A96D532F}"/>
                </a:ext>
              </a:extLst>
            </p:cNvPr>
            <p:cNvSpPr/>
            <p:nvPr/>
          </p:nvSpPr>
          <p:spPr>
            <a:xfrm>
              <a:off x="4556110" y="3301230"/>
              <a:ext cx="1262218" cy="776700"/>
            </a:xfrm>
            <a:custGeom>
              <a:avLst/>
              <a:gdLst>
                <a:gd name="connsiteX0" fmla="*/ 2 w 1262218"/>
                <a:gd name="connsiteY0" fmla="*/ 0 h 776700"/>
                <a:gd name="connsiteX1" fmla="*/ 1261289 w 1262218"/>
                <a:gd name="connsiteY1" fmla="*/ 225075 h 776700"/>
                <a:gd name="connsiteX2" fmla="*/ 1262218 w 1262218"/>
                <a:gd name="connsiteY2" fmla="*/ 226268 h 776700"/>
                <a:gd name="connsiteX3" fmla="*/ 1262218 w 1262218"/>
                <a:gd name="connsiteY3" fmla="*/ 550712 h 776700"/>
                <a:gd name="connsiteX4" fmla="*/ 1261289 w 1262218"/>
                <a:gd name="connsiteY4" fmla="*/ 551516 h 776700"/>
                <a:gd name="connsiteX5" fmla="*/ 2 w 1262218"/>
                <a:gd name="connsiteY5" fmla="*/ 776700 h 776700"/>
                <a:gd name="connsiteX6" fmla="*/ 0 w 1262218"/>
                <a:gd name="connsiteY6" fmla="*/ 776699 h 776700"/>
                <a:gd name="connsiteX7" fmla="*/ 0 w 1262218"/>
                <a:gd name="connsiteY7" fmla="*/ 1 h 776700"/>
                <a:gd name="connsiteX8" fmla="*/ 2 w 1262218"/>
                <a:gd name="connsiteY8" fmla="*/ 0 h 77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2218" h="776700">
                  <a:moveTo>
                    <a:pt x="2" y="0"/>
                  </a:moveTo>
                  <a:lnTo>
                    <a:pt x="1261289" y="225075"/>
                  </a:lnTo>
                  <a:lnTo>
                    <a:pt x="1262218" y="226268"/>
                  </a:lnTo>
                  <a:lnTo>
                    <a:pt x="1262218" y="550712"/>
                  </a:lnTo>
                  <a:lnTo>
                    <a:pt x="1261289" y="551516"/>
                  </a:lnTo>
                  <a:lnTo>
                    <a:pt x="2" y="776700"/>
                  </a:lnTo>
                  <a:lnTo>
                    <a:pt x="0" y="776699"/>
                  </a:lnTo>
                  <a:lnTo>
                    <a:pt x="0" y="1"/>
                  </a:lnTo>
                  <a:lnTo>
                    <a:pt x="2" y="0"/>
                  </a:lnTo>
                  <a:close/>
                </a:path>
              </a:pathLst>
            </a:custGeom>
            <a:gradFill>
              <a:gsLst>
                <a:gs pos="16000">
                  <a:schemeClr val="tx1">
                    <a:alpha val="14000"/>
                  </a:schemeClr>
                </a:gs>
                <a:gs pos="90000">
                  <a:schemeClr val="tx1">
                    <a:lumMod val="95000"/>
                    <a:lumOff val="5000"/>
                    <a:alpha val="32000"/>
                  </a:schemeClr>
                </a:gs>
              </a:gsLst>
              <a:lin ang="0" scaled="1"/>
            </a:gradFill>
            <a:ln w="9525" cap="flat">
              <a:noFill/>
              <a:prstDash val="solid"/>
              <a:miter/>
            </a:ln>
          </p:spPr>
          <p:txBody>
            <a:bodyPr rtlCol="0" anchor="ctr"/>
            <a:lstStyle/>
            <a:p>
              <a:pPr defTabSz="1218987"/>
              <a:endParaRPr lang="en-IN" sz="2400">
                <a:solidFill>
                  <a:prstClr val="black"/>
                </a:solidFill>
                <a:latin typeface="Segoe UI"/>
              </a:endParaRPr>
            </a:p>
          </p:txBody>
        </p:sp>
        <p:sp>
          <p:nvSpPr>
            <p:cNvPr id="32" name="Freeform: Shape 31">
              <a:extLst>
                <a:ext uri="{FF2B5EF4-FFF2-40B4-BE49-F238E27FC236}">
                  <a16:creationId xmlns:a16="http://schemas.microsoft.com/office/drawing/2014/main" id="{B745F008-131F-B2E5-842A-5791CA4EBAE4}"/>
                </a:ext>
              </a:extLst>
            </p:cNvPr>
            <p:cNvSpPr/>
            <p:nvPr/>
          </p:nvSpPr>
          <p:spPr>
            <a:xfrm>
              <a:off x="4556110" y="3891177"/>
              <a:ext cx="1262218" cy="1054886"/>
            </a:xfrm>
            <a:custGeom>
              <a:avLst/>
              <a:gdLst>
                <a:gd name="connsiteX0" fmla="*/ 1261289 w 1262218"/>
                <a:gd name="connsiteY0" fmla="*/ 0 h 1054886"/>
                <a:gd name="connsiteX1" fmla="*/ 1262218 w 1262218"/>
                <a:gd name="connsiteY1" fmla="*/ 589 h 1054886"/>
                <a:gd name="connsiteX2" fmla="*/ 1262218 w 1262218"/>
                <a:gd name="connsiteY2" fmla="*/ 325462 h 1054886"/>
                <a:gd name="connsiteX3" fmla="*/ 1261289 w 1262218"/>
                <a:gd name="connsiteY3" fmla="*/ 326441 h 1054886"/>
                <a:gd name="connsiteX4" fmla="*/ 2 w 1262218"/>
                <a:gd name="connsiteY4" fmla="*/ 1054886 h 1054886"/>
                <a:gd name="connsiteX5" fmla="*/ 0 w 1262218"/>
                <a:gd name="connsiteY5" fmla="*/ 1054885 h 1054886"/>
                <a:gd name="connsiteX6" fmla="*/ 0 w 1262218"/>
                <a:gd name="connsiteY6" fmla="*/ 278189 h 1054886"/>
                <a:gd name="connsiteX7" fmla="*/ 2 w 1262218"/>
                <a:gd name="connsiteY7" fmla="*/ 278187 h 1054886"/>
                <a:gd name="connsiteX8" fmla="*/ 1261289 w 1262218"/>
                <a:gd name="connsiteY8" fmla="*/ 0 h 105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2218" h="1054886">
                  <a:moveTo>
                    <a:pt x="1261289" y="0"/>
                  </a:moveTo>
                  <a:lnTo>
                    <a:pt x="1262218" y="589"/>
                  </a:lnTo>
                  <a:lnTo>
                    <a:pt x="1262218" y="325462"/>
                  </a:lnTo>
                  <a:lnTo>
                    <a:pt x="1261289" y="326441"/>
                  </a:lnTo>
                  <a:lnTo>
                    <a:pt x="2" y="1054886"/>
                  </a:lnTo>
                  <a:lnTo>
                    <a:pt x="0" y="1054885"/>
                  </a:lnTo>
                  <a:lnTo>
                    <a:pt x="0" y="278189"/>
                  </a:lnTo>
                  <a:lnTo>
                    <a:pt x="2" y="278187"/>
                  </a:lnTo>
                  <a:lnTo>
                    <a:pt x="1261289" y="0"/>
                  </a:lnTo>
                  <a:close/>
                </a:path>
              </a:pathLst>
            </a:custGeom>
            <a:gradFill>
              <a:gsLst>
                <a:gs pos="16000">
                  <a:schemeClr val="tx1">
                    <a:alpha val="14000"/>
                  </a:schemeClr>
                </a:gs>
                <a:gs pos="90000">
                  <a:schemeClr val="tx1">
                    <a:lumMod val="95000"/>
                    <a:lumOff val="5000"/>
                    <a:alpha val="32000"/>
                  </a:schemeClr>
                </a:gs>
              </a:gsLst>
              <a:lin ang="0" scaled="1"/>
            </a:gradFill>
            <a:ln w="9525" cap="flat">
              <a:noFill/>
              <a:prstDash val="solid"/>
              <a:miter/>
            </a:ln>
          </p:spPr>
          <p:txBody>
            <a:bodyPr rtlCol="0" anchor="ctr"/>
            <a:lstStyle/>
            <a:p>
              <a:pPr defTabSz="1218987"/>
              <a:endParaRPr lang="en-IN" sz="2400">
                <a:solidFill>
                  <a:prstClr val="black"/>
                </a:solidFill>
                <a:latin typeface="Segoe UI"/>
              </a:endParaRPr>
            </a:p>
          </p:txBody>
        </p:sp>
        <p:sp>
          <p:nvSpPr>
            <p:cNvPr id="50" name="TextBox 49">
              <a:extLst>
                <a:ext uri="{FF2B5EF4-FFF2-40B4-BE49-F238E27FC236}">
                  <a16:creationId xmlns:a16="http://schemas.microsoft.com/office/drawing/2014/main" id="{B5FA71D6-84FC-2980-B8CB-DA23862882E5}"/>
                </a:ext>
              </a:extLst>
            </p:cNvPr>
            <p:cNvSpPr txBox="1"/>
            <p:nvPr/>
          </p:nvSpPr>
          <p:spPr>
            <a:xfrm>
              <a:off x="1580449" y="2678377"/>
              <a:ext cx="2759203" cy="286192"/>
            </a:xfrm>
            <a:prstGeom prst="rect">
              <a:avLst/>
            </a:prstGeom>
            <a:noFill/>
          </p:spPr>
          <p:txBody>
            <a:bodyPr wrap="square" lIns="0" tIns="0" rIns="0" bIns="0" rtlCol="0" anchor="ctr">
              <a:noAutofit/>
            </a:bodyPr>
            <a:lstStyle/>
            <a:p>
              <a:pPr defTabSz="1218987"/>
              <a:r>
                <a:rPr lang="en-IN" b="1">
                  <a:solidFill>
                    <a:prstClr val="white"/>
                  </a:solidFill>
                  <a:latin typeface="Segoe UI"/>
                </a:rPr>
                <a:t>Placeholder</a:t>
              </a:r>
            </a:p>
          </p:txBody>
        </p:sp>
        <p:sp>
          <p:nvSpPr>
            <p:cNvPr id="51" name="TextBox 50">
              <a:extLst>
                <a:ext uri="{FF2B5EF4-FFF2-40B4-BE49-F238E27FC236}">
                  <a16:creationId xmlns:a16="http://schemas.microsoft.com/office/drawing/2014/main" id="{39563916-ECE4-A9FD-9F4A-706D7B986A46}"/>
                </a:ext>
              </a:extLst>
            </p:cNvPr>
            <p:cNvSpPr txBox="1"/>
            <p:nvPr/>
          </p:nvSpPr>
          <p:spPr>
            <a:xfrm>
              <a:off x="1580449" y="3510331"/>
              <a:ext cx="2759203" cy="286192"/>
            </a:xfrm>
            <a:prstGeom prst="rect">
              <a:avLst/>
            </a:prstGeom>
            <a:noFill/>
          </p:spPr>
          <p:txBody>
            <a:bodyPr wrap="square" lIns="0" tIns="0" rIns="0" bIns="0" rtlCol="0" anchor="ctr">
              <a:noAutofit/>
            </a:bodyPr>
            <a:lstStyle/>
            <a:p>
              <a:pPr defTabSz="1218987"/>
              <a:r>
                <a:rPr lang="en-IN" b="1">
                  <a:solidFill>
                    <a:prstClr val="white"/>
                  </a:solidFill>
                  <a:latin typeface="Segoe UI"/>
                </a:rPr>
                <a:t>Placeholder</a:t>
              </a:r>
            </a:p>
          </p:txBody>
        </p:sp>
        <p:sp>
          <p:nvSpPr>
            <p:cNvPr id="52" name="TextBox 51">
              <a:extLst>
                <a:ext uri="{FF2B5EF4-FFF2-40B4-BE49-F238E27FC236}">
                  <a16:creationId xmlns:a16="http://schemas.microsoft.com/office/drawing/2014/main" id="{3D970B11-10B4-4DBF-0AB5-00611D77D5D4}"/>
                </a:ext>
              </a:extLst>
            </p:cNvPr>
            <p:cNvSpPr txBox="1"/>
            <p:nvPr/>
          </p:nvSpPr>
          <p:spPr>
            <a:xfrm>
              <a:off x="1580449" y="4394751"/>
              <a:ext cx="2759203" cy="286192"/>
            </a:xfrm>
            <a:prstGeom prst="rect">
              <a:avLst/>
            </a:prstGeom>
            <a:noFill/>
          </p:spPr>
          <p:txBody>
            <a:bodyPr wrap="square" lIns="0" tIns="0" rIns="0" bIns="0" rtlCol="0" anchor="ctr">
              <a:noAutofit/>
            </a:bodyPr>
            <a:lstStyle/>
            <a:p>
              <a:pPr defTabSz="1218987"/>
              <a:r>
                <a:rPr lang="en-IN" b="1">
                  <a:solidFill>
                    <a:prstClr val="white"/>
                  </a:solidFill>
                  <a:latin typeface="Segoe UI"/>
                </a:rPr>
                <a:t>Placeholder</a:t>
              </a:r>
            </a:p>
          </p:txBody>
        </p:sp>
        <p:sp>
          <p:nvSpPr>
            <p:cNvPr id="64" name="Oval 63">
              <a:extLst>
                <a:ext uri="{FF2B5EF4-FFF2-40B4-BE49-F238E27FC236}">
                  <a16:creationId xmlns:a16="http://schemas.microsoft.com/office/drawing/2014/main" id="{0FF808D8-8791-D8BC-7F64-89AF67A47F43}"/>
                </a:ext>
              </a:extLst>
            </p:cNvPr>
            <p:cNvSpPr/>
            <p:nvPr/>
          </p:nvSpPr>
          <p:spPr>
            <a:xfrm>
              <a:off x="514216" y="2462991"/>
              <a:ext cx="856299" cy="856299"/>
            </a:xfrm>
            <a:prstGeom prst="ellipse">
              <a:avLst/>
            </a:prstGeom>
            <a:solidFill>
              <a:schemeClr val="tx1">
                <a:alpha val="59000"/>
              </a:schemeClr>
            </a:solidFill>
            <a:ln>
              <a:noFill/>
            </a:ln>
            <a:effectLst>
              <a:softEdge rad="127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grpSp>
          <p:nvGrpSpPr>
            <p:cNvPr id="67" name="Group 66">
              <a:extLst>
                <a:ext uri="{FF2B5EF4-FFF2-40B4-BE49-F238E27FC236}">
                  <a16:creationId xmlns:a16="http://schemas.microsoft.com/office/drawing/2014/main" id="{A61AD93D-B812-563A-0A42-382FBDB96BCE}"/>
                </a:ext>
              </a:extLst>
            </p:cNvPr>
            <p:cNvGrpSpPr/>
            <p:nvPr/>
          </p:nvGrpSpPr>
          <p:grpSpPr>
            <a:xfrm>
              <a:off x="649546" y="2459291"/>
              <a:ext cx="719337" cy="719337"/>
              <a:chOff x="649546" y="2459291"/>
              <a:chExt cx="719337" cy="719337"/>
            </a:xfrm>
          </p:grpSpPr>
          <p:sp>
            <p:nvSpPr>
              <p:cNvPr id="35" name="Oval 34">
                <a:extLst>
                  <a:ext uri="{FF2B5EF4-FFF2-40B4-BE49-F238E27FC236}">
                    <a16:creationId xmlns:a16="http://schemas.microsoft.com/office/drawing/2014/main" id="{D726B57A-BF68-811F-091B-74DF2BCD12CF}"/>
                  </a:ext>
                </a:extLst>
              </p:cNvPr>
              <p:cNvSpPr/>
              <p:nvPr/>
            </p:nvSpPr>
            <p:spPr>
              <a:xfrm>
                <a:off x="649546" y="2459291"/>
                <a:ext cx="719337" cy="719337"/>
              </a:xfrm>
              <a:prstGeom prst="ellips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sp>
            <p:nvSpPr>
              <p:cNvPr id="36" name="Oval 35">
                <a:extLst>
                  <a:ext uri="{FF2B5EF4-FFF2-40B4-BE49-F238E27FC236}">
                    <a16:creationId xmlns:a16="http://schemas.microsoft.com/office/drawing/2014/main" id="{6BDDC068-4838-ACDE-5318-77C372340756}"/>
                  </a:ext>
                </a:extLst>
              </p:cNvPr>
              <p:cNvSpPr/>
              <p:nvPr/>
            </p:nvSpPr>
            <p:spPr>
              <a:xfrm>
                <a:off x="704454" y="2514199"/>
                <a:ext cx="609521" cy="609521"/>
              </a:xfrm>
              <a:prstGeom prst="ellipse">
                <a:avLst/>
              </a:prstGeom>
              <a:gradFill>
                <a:gsLst>
                  <a:gs pos="1000">
                    <a:schemeClr val="bg1"/>
                  </a:gs>
                  <a:gs pos="100000">
                    <a:schemeClr val="bg1">
                      <a:lumMod val="9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grpSp>
        <p:sp>
          <p:nvSpPr>
            <p:cNvPr id="65" name="Oval 64">
              <a:extLst>
                <a:ext uri="{FF2B5EF4-FFF2-40B4-BE49-F238E27FC236}">
                  <a16:creationId xmlns:a16="http://schemas.microsoft.com/office/drawing/2014/main" id="{9003946F-ED23-B433-64DE-2A9E7E016844}"/>
                </a:ext>
              </a:extLst>
            </p:cNvPr>
            <p:cNvSpPr/>
            <p:nvPr/>
          </p:nvSpPr>
          <p:spPr>
            <a:xfrm>
              <a:off x="514216" y="3335349"/>
              <a:ext cx="856299" cy="856299"/>
            </a:xfrm>
            <a:prstGeom prst="ellipse">
              <a:avLst/>
            </a:prstGeom>
            <a:solidFill>
              <a:schemeClr val="tx1">
                <a:alpha val="59000"/>
              </a:schemeClr>
            </a:solidFill>
            <a:ln>
              <a:noFill/>
            </a:ln>
            <a:effectLst>
              <a:softEdge rad="127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sp>
          <p:nvSpPr>
            <p:cNvPr id="66" name="Oval 65">
              <a:extLst>
                <a:ext uri="{FF2B5EF4-FFF2-40B4-BE49-F238E27FC236}">
                  <a16:creationId xmlns:a16="http://schemas.microsoft.com/office/drawing/2014/main" id="{F8FB1A34-071E-ECB8-1910-9E01AC2C69FC}"/>
                </a:ext>
              </a:extLst>
            </p:cNvPr>
            <p:cNvSpPr/>
            <p:nvPr/>
          </p:nvSpPr>
          <p:spPr>
            <a:xfrm>
              <a:off x="514216" y="4207709"/>
              <a:ext cx="856299" cy="856299"/>
            </a:xfrm>
            <a:prstGeom prst="ellipse">
              <a:avLst/>
            </a:prstGeom>
            <a:solidFill>
              <a:schemeClr val="tx1">
                <a:alpha val="59000"/>
              </a:schemeClr>
            </a:solidFill>
            <a:ln>
              <a:noFill/>
            </a:ln>
            <a:effectLst>
              <a:softEdge rad="127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grpSp>
          <p:nvGrpSpPr>
            <p:cNvPr id="68" name="Group 67">
              <a:extLst>
                <a:ext uri="{FF2B5EF4-FFF2-40B4-BE49-F238E27FC236}">
                  <a16:creationId xmlns:a16="http://schemas.microsoft.com/office/drawing/2014/main" id="{F3F6745A-BE3A-6431-E15B-3A03D90D10C6}"/>
                </a:ext>
              </a:extLst>
            </p:cNvPr>
            <p:cNvGrpSpPr/>
            <p:nvPr/>
          </p:nvGrpSpPr>
          <p:grpSpPr>
            <a:xfrm>
              <a:off x="649546" y="3327509"/>
              <a:ext cx="719337" cy="719337"/>
              <a:chOff x="649546" y="3327509"/>
              <a:chExt cx="719337" cy="719337"/>
            </a:xfrm>
          </p:grpSpPr>
          <p:sp>
            <p:nvSpPr>
              <p:cNvPr id="42" name="Oval 41">
                <a:extLst>
                  <a:ext uri="{FF2B5EF4-FFF2-40B4-BE49-F238E27FC236}">
                    <a16:creationId xmlns:a16="http://schemas.microsoft.com/office/drawing/2014/main" id="{719F9028-3D9F-D398-8B22-4D39036CF269}"/>
                  </a:ext>
                </a:extLst>
              </p:cNvPr>
              <p:cNvSpPr/>
              <p:nvPr/>
            </p:nvSpPr>
            <p:spPr>
              <a:xfrm>
                <a:off x="649546" y="3327509"/>
                <a:ext cx="719337" cy="719337"/>
              </a:xfrm>
              <a:prstGeom prst="ellips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sp>
            <p:nvSpPr>
              <p:cNvPr id="44" name="Oval 43">
                <a:extLst>
                  <a:ext uri="{FF2B5EF4-FFF2-40B4-BE49-F238E27FC236}">
                    <a16:creationId xmlns:a16="http://schemas.microsoft.com/office/drawing/2014/main" id="{27166297-092C-0D8D-7594-C8579003449C}"/>
                  </a:ext>
                </a:extLst>
              </p:cNvPr>
              <p:cNvSpPr/>
              <p:nvPr/>
            </p:nvSpPr>
            <p:spPr>
              <a:xfrm>
                <a:off x="704454" y="3382417"/>
                <a:ext cx="609521" cy="609521"/>
              </a:xfrm>
              <a:prstGeom prst="ellipse">
                <a:avLst/>
              </a:prstGeom>
              <a:gradFill>
                <a:gsLst>
                  <a:gs pos="1000">
                    <a:schemeClr val="bg1"/>
                  </a:gs>
                  <a:gs pos="100000">
                    <a:schemeClr val="bg1">
                      <a:lumMod val="9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grpSp>
        <p:grpSp>
          <p:nvGrpSpPr>
            <p:cNvPr id="69" name="Group 68">
              <a:extLst>
                <a:ext uri="{FF2B5EF4-FFF2-40B4-BE49-F238E27FC236}">
                  <a16:creationId xmlns:a16="http://schemas.microsoft.com/office/drawing/2014/main" id="{B2AFB2A2-D7EB-CA43-DEFE-32617BF0557D}"/>
                </a:ext>
              </a:extLst>
            </p:cNvPr>
            <p:cNvGrpSpPr/>
            <p:nvPr/>
          </p:nvGrpSpPr>
          <p:grpSpPr>
            <a:xfrm>
              <a:off x="649546" y="4204964"/>
              <a:ext cx="719337" cy="719337"/>
              <a:chOff x="649546" y="4204964"/>
              <a:chExt cx="719337" cy="719337"/>
            </a:xfrm>
          </p:grpSpPr>
          <p:sp>
            <p:nvSpPr>
              <p:cNvPr id="47" name="Oval 46">
                <a:extLst>
                  <a:ext uri="{FF2B5EF4-FFF2-40B4-BE49-F238E27FC236}">
                    <a16:creationId xmlns:a16="http://schemas.microsoft.com/office/drawing/2014/main" id="{5C698140-6747-36D4-9849-30497399D67B}"/>
                  </a:ext>
                </a:extLst>
              </p:cNvPr>
              <p:cNvSpPr/>
              <p:nvPr/>
            </p:nvSpPr>
            <p:spPr>
              <a:xfrm>
                <a:off x="649546" y="4204964"/>
                <a:ext cx="719337" cy="719337"/>
              </a:xfrm>
              <a:prstGeom prst="ellips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sp>
            <p:nvSpPr>
              <p:cNvPr id="49" name="Oval 48">
                <a:extLst>
                  <a:ext uri="{FF2B5EF4-FFF2-40B4-BE49-F238E27FC236}">
                    <a16:creationId xmlns:a16="http://schemas.microsoft.com/office/drawing/2014/main" id="{E45AD1B7-3C8F-2C6B-576C-8279F1042934}"/>
                  </a:ext>
                </a:extLst>
              </p:cNvPr>
              <p:cNvSpPr/>
              <p:nvPr/>
            </p:nvSpPr>
            <p:spPr>
              <a:xfrm>
                <a:off x="704454" y="4259872"/>
                <a:ext cx="609521" cy="609521"/>
              </a:xfrm>
              <a:prstGeom prst="ellipse">
                <a:avLst/>
              </a:prstGeom>
              <a:gradFill>
                <a:gsLst>
                  <a:gs pos="1000">
                    <a:schemeClr val="bg1"/>
                  </a:gs>
                  <a:gs pos="100000">
                    <a:schemeClr val="bg1">
                      <a:lumMod val="9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grpSp>
        <p:pic>
          <p:nvPicPr>
            <p:cNvPr id="79" name="Graphic 78" descr="Briefcase with solid fill">
              <a:extLst>
                <a:ext uri="{FF2B5EF4-FFF2-40B4-BE49-F238E27FC236}">
                  <a16:creationId xmlns:a16="http://schemas.microsoft.com/office/drawing/2014/main" id="{D4965522-13FA-573B-AF6A-BA3E698EB05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68527" y="3546491"/>
              <a:ext cx="281376" cy="281374"/>
            </a:xfrm>
            <a:prstGeom prst="rect">
              <a:avLst/>
            </a:prstGeom>
          </p:spPr>
        </p:pic>
        <p:pic>
          <p:nvPicPr>
            <p:cNvPr id="83" name="Graphic 82" descr="Door Open with solid fill">
              <a:extLst>
                <a:ext uri="{FF2B5EF4-FFF2-40B4-BE49-F238E27FC236}">
                  <a16:creationId xmlns:a16="http://schemas.microsoft.com/office/drawing/2014/main" id="{64EF4882-0E42-78B6-8CED-13B3D344115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68527" y="2678273"/>
              <a:ext cx="281376" cy="281374"/>
            </a:xfrm>
            <a:prstGeom prst="rect">
              <a:avLst/>
            </a:prstGeom>
          </p:spPr>
        </p:pic>
        <p:pic>
          <p:nvPicPr>
            <p:cNvPr id="85" name="Graphic 84" descr="Puzzle with solid fill">
              <a:extLst>
                <a:ext uri="{FF2B5EF4-FFF2-40B4-BE49-F238E27FC236}">
                  <a16:creationId xmlns:a16="http://schemas.microsoft.com/office/drawing/2014/main" id="{4233800D-29CA-7191-A1A8-E3503D6278A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68527" y="4423946"/>
              <a:ext cx="281376" cy="281374"/>
            </a:xfrm>
            <a:prstGeom prst="rect">
              <a:avLst/>
            </a:prstGeom>
          </p:spPr>
        </p:pic>
      </p:grpSp>
      <p:sp>
        <p:nvSpPr>
          <p:cNvPr id="2" name="Title 1">
            <a:extLst>
              <a:ext uri="{FF2B5EF4-FFF2-40B4-BE49-F238E27FC236}">
                <a16:creationId xmlns:a16="http://schemas.microsoft.com/office/drawing/2014/main" id="{D1923D99-1BAA-8838-D27F-2DF53176A585}"/>
              </a:ext>
            </a:extLst>
          </p:cNvPr>
          <p:cNvSpPr>
            <a:spLocks noGrp="1"/>
          </p:cNvSpPr>
          <p:nvPr>
            <p:ph type="title"/>
          </p:nvPr>
        </p:nvSpPr>
        <p:spPr>
          <a:xfrm>
            <a:off x="611030" y="274640"/>
            <a:ext cx="10969943" cy="711081"/>
          </a:xfrm>
        </p:spPr>
        <p:txBody>
          <a:bodyPr anchor="t"/>
          <a:lstStyle/>
          <a:p>
            <a:r>
              <a:rPr lang="en-US"/>
              <a:t>3-Layer Process Flow Slide Template</a:t>
            </a:r>
            <a:endParaRPr lang="en-IN"/>
          </a:p>
        </p:txBody>
      </p:sp>
      <p:sp>
        <p:nvSpPr>
          <p:cNvPr id="53" name="TextBox 52">
            <a:extLst>
              <a:ext uri="{FF2B5EF4-FFF2-40B4-BE49-F238E27FC236}">
                <a16:creationId xmlns:a16="http://schemas.microsoft.com/office/drawing/2014/main" id="{9F07F05D-FC52-3F80-4B39-DD6B93ED3183}"/>
              </a:ext>
            </a:extLst>
          </p:cNvPr>
          <p:cNvSpPr txBox="1"/>
          <p:nvPr/>
        </p:nvSpPr>
        <p:spPr>
          <a:xfrm>
            <a:off x="1871448" y="5217462"/>
            <a:ext cx="1764747" cy="573738"/>
          </a:xfrm>
          <a:prstGeom prst="rect">
            <a:avLst/>
          </a:prstGeom>
          <a:noFill/>
        </p:spPr>
        <p:txBody>
          <a:bodyPr wrap="square" lIns="0" tIns="0" rIns="0" bIns="0" rtlCol="0" anchor="ctr">
            <a:noAutofit/>
          </a:bodyPr>
          <a:lstStyle/>
          <a:p>
            <a:pPr algn="ctr" defTabSz="1218987">
              <a:lnSpc>
                <a:spcPct val="90000"/>
              </a:lnSpc>
            </a:pPr>
            <a:r>
              <a:rPr lang="en-US" sz="1600">
                <a:solidFill>
                  <a:prstClr val="black">
                    <a:lumMod val="85000"/>
                    <a:lumOff val="15000"/>
                  </a:prstClr>
                </a:solidFill>
                <a:latin typeface="Segoe UI"/>
              </a:rPr>
              <a:t>Insert your desired text here.</a:t>
            </a:r>
            <a:endParaRPr lang="en-US" sz="1600" b="1">
              <a:solidFill>
                <a:prstClr val="black"/>
              </a:solidFill>
              <a:latin typeface="Segoe UI"/>
            </a:endParaRPr>
          </a:p>
        </p:txBody>
      </p:sp>
      <p:sp>
        <p:nvSpPr>
          <p:cNvPr id="54" name="TextBox 53">
            <a:extLst>
              <a:ext uri="{FF2B5EF4-FFF2-40B4-BE49-F238E27FC236}">
                <a16:creationId xmlns:a16="http://schemas.microsoft.com/office/drawing/2014/main" id="{3A1442AD-A24A-615F-CFFB-3A54D75243D8}"/>
              </a:ext>
            </a:extLst>
          </p:cNvPr>
          <p:cNvSpPr txBox="1"/>
          <p:nvPr/>
        </p:nvSpPr>
        <p:spPr>
          <a:xfrm>
            <a:off x="1374220" y="1971795"/>
            <a:ext cx="2759203" cy="286192"/>
          </a:xfrm>
          <a:prstGeom prst="rect">
            <a:avLst/>
          </a:prstGeom>
          <a:noFill/>
        </p:spPr>
        <p:txBody>
          <a:bodyPr wrap="square" lIns="0" tIns="0" rIns="0" bIns="0" rtlCol="0" anchor="ctr">
            <a:noAutofit/>
          </a:bodyPr>
          <a:lstStyle/>
          <a:p>
            <a:pPr algn="ctr" defTabSz="1218987"/>
            <a:r>
              <a:rPr lang="en-IN" b="1">
                <a:solidFill>
                  <a:prstClr val="black">
                    <a:lumMod val="85000"/>
                    <a:lumOff val="15000"/>
                  </a:prstClr>
                </a:solidFill>
                <a:latin typeface="Segoe UI"/>
              </a:rPr>
              <a:t>Edit Title Here</a:t>
            </a:r>
          </a:p>
        </p:txBody>
      </p:sp>
      <p:sp>
        <p:nvSpPr>
          <p:cNvPr id="55" name="TextBox 54">
            <a:extLst>
              <a:ext uri="{FF2B5EF4-FFF2-40B4-BE49-F238E27FC236}">
                <a16:creationId xmlns:a16="http://schemas.microsoft.com/office/drawing/2014/main" id="{1AB2BFDB-F9A5-EC78-B0E3-F9C40D126487}"/>
              </a:ext>
            </a:extLst>
          </p:cNvPr>
          <p:cNvSpPr txBox="1"/>
          <p:nvPr/>
        </p:nvSpPr>
        <p:spPr>
          <a:xfrm>
            <a:off x="6221775" y="4732553"/>
            <a:ext cx="1764747" cy="573738"/>
          </a:xfrm>
          <a:prstGeom prst="rect">
            <a:avLst/>
          </a:prstGeom>
          <a:noFill/>
        </p:spPr>
        <p:txBody>
          <a:bodyPr wrap="square" lIns="0" tIns="0" rIns="0" bIns="0" rtlCol="0" anchor="ctr">
            <a:noAutofit/>
          </a:bodyPr>
          <a:lstStyle/>
          <a:p>
            <a:pPr algn="ctr" defTabSz="1218987">
              <a:lnSpc>
                <a:spcPct val="90000"/>
              </a:lnSpc>
            </a:pPr>
            <a:r>
              <a:rPr lang="en-US" sz="1600">
                <a:solidFill>
                  <a:prstClr val="black">
                    <a:lumMod val="85000"/>
                    <a:lumOff val="15000"/>
                  </a:prstClr>
                </a:solidFill>
                <a:latin typeface="Segoe UI"/>
              </a:rPr>
              <a:t>Insert your desired text here.</a:t>
            </a:r>
            <a:endParaRPr lang="en-US" sz="1600" b="1">
              <a:solidFill>
                <a:prstClr val="black"/>
              </a:solidFill>
              <a:latin typeface="Segoe UI"/>
            </a:endParaRPr>
          </a:p>
        </p:txBody>
      </p:sp>
      <p:sp>
        <p:nvSpPr>
          <p:cNvPr id="56" name="TextBox 55">
            <a:extLst>
              <a:ext uri="{FF2B5EF4-FFF2-40B4-BE49-F238E27FC236}">
                <a16:creationId xmlns:a16="http://schemas.microsoft.com/office/drawing/2014/main" id="{42A69F13-F25F-11A1-9F06-21AA3BBB5816}"/>
              </a:ext>
            </a:extLst>
          </p:cNvPr>
          <p:cNvSpPr txBox="1"/>
          <p:nvPr/>
        </p:nvSpPr>
        <p:spPr>
          <a:xfrm>
            <a:off x="5724547" y="2373577"/>
            <a:ext cx="2759203" cy="286192"/>
          </a:xfrm>
          <a:prstGeom prst="rect">
            <a:avLst/>
          </a:prstGeom>
          <a:noFill/>
        </p:spPr>
        <p:txBody>
          <a:bodyPr wrap="square" lIns="0" tIns="0" rIns="0" bIns="0" rtlCol="0" anchor="ctr">
            <a:noAutofit/>
          </a:bodyPr>
          <a:lstStyle/>
          <a:p>
            <a:pPr algn="ctr" defTabSz="1218987"/>
            <a:r>
              <a:rPr lang="en-IN" b="1">
                <a:solidFill>
                  <a:prstClr val="black">
                    <a:lumMod val="85000"/>
                    <a:lumOff val="15000"/>
                  </a:prstClr>
                </a:solidFill>
                <a:latin typeface="Segoe UI"/>
              </a:rPr>
              <a:t>Edit Title Here</a:t>
            </a:r>
          </a:p>
        </p:txBody>
      </p:sp>
      <p:sp>
        <p:nvSpPr>
          <p:cNvPr id="57" name="TextBox 56">
            <a:extLst>
              <a:ext uri="{FF2B5EF4-FFF2-40B4-BE49-F238E27FC236}">
                <a16:creationId xmlns:a16="http://schemas.microsoft.com/office/drawing/2014/main" id="{6BAA405A-D04E-F1FA-2B6E-53DEBA61A14B}"/>
              </a:ext>
            </a:extLst>
          </p:cNvPr>
          <p:cNvSpPr txBox="1"/>
          <p:nvPr/>
        </p:nvSpPr>
        <p:spPr>
          <a:xfrm>
            <a:off x="9907082" y="4732553"/>
            <a:ext cx="1764747" cy="573738"/>
          </a:xfrm>
          <a:prstGeom prst="rect">
            <a:avLst/>
          </a:prstGeom>
          <a:noFill/>
        </p:spPr>
        <p:txBody>
          <a:bodyPr wrap="square" lIns="0" tIns="0" rIns="0" bIns="0" rtlCol="0" anchor="ctr">
            <a:noAutofit/>
          </a:bodyPr>
          <a:lstStyle/>
          <a:p>
            <a:pPr algn="ctr" defTabSz="1218987">
              <a:lnSpc>
                <a:spcPct val="90000"/>
              </a:lnSpc>
            </a:pPr>
            <a:r>
              <a:rPr lang="en-US" sz="1600">
                <a:solidFill>
                  <a:prstClr val="black">
                    <a:lumMod val="85000"/>
                    <a:lumOff val="15000"/>
                  </a:prstClr>
                </a:solidFill>
                <a:latin typeface="Segoe UI"/>
              </a:rPr>
              <a:t>Insert your desired text here.</a:t>
            </a:r>
            <a:endParaRPr lang="en-US" sz="1600" b="1">
              <a:solidFill>
                <a:prstClr val="black"/>
              </a:solidFill>
              <a:latin typeface="Segoe UI"/>
            </a:endParaRPr>
          </a:p>
        </p:txBody>
      </p:sp>
      <p:sp>
        <p:nvSpPr>
          <p:cNvPr id="58" name="TextBox 57">
            <a:extLst>
              <a:ext uri="{FF2B5EF4-FFF2-40B4-BE49-F238E27FC236}">
                <a16:creationId xmlns:a16="http://schemas.microsoft.com/office/drawing/2014/main" id="{ADCF38AE-1D48-E1AC-5555-E6917EEDC45F}"/>
              </a:ext>
            </a:extLst>
          </p:cNvPr>
          <p:cNvSpPr txBox="1"/>
          <p:nvPr/>
        </p:nvSpPr>
        <p:spPr>
          <a:xfrm>
            <a:off x="9409854" y="2373577"/>
            <a:ext cx="2759203" cy="286192"/>
          </a:xfrm>
          <a:prstGeom prst="rect">
            <a:avLst/>
          </a:prstGeom>
          <a:noFill/>
        </p:spPr>
        <p:txBody>
          <a:bodyPr wrap="square" lIns="0" tIns="0" rIns="0" bIns="0" rtlCol="0" anchor="ctr">
            <a:noAutofit/>
          </a:bodyPr>
          <a:lstStyle/>
          <a:p>
            <a:pPr algn="ctr" defTabSz="1218987"/>
            <a:r>
              <a:rPr lang="en-IN" b="1">
                <a:solidFill>
                  <a:prstClr val="black">
                    <a:lumMod val="85000"/>
                    <a:lumOff val="15000"/>
                  </a:prstClr>
                </a:solidFill>
                <a:latin typeface="Segoe UI"/>
              </a:rPr>
              <a:t>Edit Title Here</a:t>
            </a:r>
          </a:p>
        </p:txBody>
      </p:sp>
      <p:grpSp>
        <p:nvGrpSpPr>
          <p:cNvPr id="101" name="Group 100">
            <a:extLst>
              <a:ext uri="{FF2B5EF4-FFF2-40B4-BE49-F238E27FC236}">
                <a16:creationId xmlns:a16="http://schemas.microsoft.com/office/drawing/2014/main" id="{40CB0C44-6F01-FE33-1B9B-90FA354A4470}"/>
              </a:ext>
            </a:extLst>
          </p:cNvPr>
          <p:cNvGrpSpPr/>
          <p:nvPr/>
        </p:nvGrpSpPr>
        <p:grpSpPr>
          <a:xfrm>
            <a:off x="6128868" y="2872949"/>
            <a:ext cx="1767332" cy="1892024"/>
            <a:chOff x="6127280" y="2872949"/>
            <a:chExt cx="1767332" cy="1892024"/>
          </a:xfrm>
        </p:grpSpPr>
        <p:sp>
          <p:nvSpPr>
            <p:cNvPr id="63" name="Oval 62">
              <a:extLst>
                <a:ext uri="{FF2B5EF4-FFF2-40B4-BE49-F238E27FC236}">
                  <a16:creationId xmlns:a16="http://schemas.microsoft.com/office/drawing/2014/main" id="{C42E0B3E-ACB6-6291-BD16-69777777A08F}"/>
                </a:ext>
              </a:extLst>
            </p:cNvPr>
            <p:cNvSpPr/>
            <p:nvPr/>
          </p:nvSpPr>
          <p:spPr>
            <a:xfrm>
              <a:off x="6127280" y="3163895"/>
              <a:ext cx="1601078" cy="1601078"/>
            </a:xfrm>
            <a:prstGeom prst="ellipse">
              <a:avLst/>
            </a:prstGeom>
            <a:solidFill>
              <a:schemeClr val="tx1">
                <a:alpha val="46000"/>
              </a:schemeClr>
            </a:solidFill>
            <a:ln>
              <a:noFill/>
            </a:ln>
            <a:effectLst>
              <a:softEdge rad="215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sp>
          <p:nvSpPr>
            <p:cNvPr id="27" name="Oval 26">
              <a:extLst>
                <a:ext uri="{FF2B5EF4-FFF2-40B4-BE49-F238E27FC236}">
                  <a16:creationId xmlns:a16="http://schemas.microsoft.com/office/drawing/2014/main" id="{4983F1BA-D37F-2790-90AE-A6939F05C75F}"/>
                </a:ext>
              </a:extLst>
            </p:cNvPr>
            <p:cNvSpPr/>
            <p:nvPr/>
          </p:nvSpPr>
          <p:spPr>
            <a:xfrm>
              <a:off x="6293534" y="2872949"/>
              <a:ext cx="1601078" cy="1601078"/>
            </a:xfrm>
            <a:prstGeom prst="ellips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sp>
          <p:nvSpPr>
            <p:cNvPr id="34" name="Oval 33">
              <a:extLst>
                <a:ext uri="{FF2B5EF4-FFF2-40B4-BE49-F238E27FC236}">
                  <a16:creationId xmlns:a16="http://schemas.microsoft.com/office/drawing/2014/main" id="{42FF84FA-3E00-23EC-4C83-CE07CF44E693}"/>
                </a:ext>
              </a:extLst>
            </p:cNvPr>
            <p:cNvSpPr/>
            <p:nvPr/>
          </p:nvSpPr>
          <p:spPr>
            <a:xfrm>
              <a:off x="6415746" y="2995161"/>
              <a:ext cx="1356654" cy="1356654"/>
            </a:xfrm>
            <a:prstGeom prst="ellipse">
              <a:avLst/>
            </a:prstGeom>
            <a:gradFill flip="none" rotWithShape="1">
              <a:gsLst>
                <a:gs pos="1000">
                  <a:schemeClr val="bg1"/>
                </a:gs>
                <a:gs pos="100000">
                  <a:schemeClr val="bg1">
                    <a:lumMod val="9500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pic>
          <p:nvPicPr>
            <p:cNvPr id="71" name="Graphic 70" descr="Modern architecture with solid fill">
              <a:extLst>
                <a:ext uri="{FF2B5EF4-FFF2-40B4-BE49-F238E27FC236}">
                  <a16:creationId xmlns:a16="http://schemas.microsoft.com/office/drawing/2014/main" id="{324C6EFA-C021-03C4-FCE0-764E47F0E95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736440" y="3315855"/>
              <a:ext cx="715266" cy="715266"/>
            </a:xfrm>
            <a:prstGeom prst="rect">
              <a:avLst/>
            </a:prstGeom>
          </p:spPr>
        </p:pic>
      </p:grpSp>
      <p:grpSp>
        <p:nvGrpSpPr>
          <p:cNvPr id="102" name="Group 101">
            <a:extLst>
              <a:ext uri="{FF2B5EF4-FFF2-40B4-BE49-F238E27FC236}">
                <a16:creationId xmlns:a16="http://schemas.microsoft.com/office/drawing/2014/main" id="{FD04D3F0-5330-7AAB-0698-57CA863C2202}"/>
              </a:ext>
            </a:extLst>
          </p:cNvPr>
          <p:cNvGrpSpPr/>
          <p:nvPr/>
        </p:nvGrpSpPr>
        <p:grpSpPr>
          <a:xfrm>
            <a:off x="9811544" y="2872949"/>
            <a:ext cx="1767332" cy="1892024"/>
            <a:chOff x="9809956" y="2872949"/>
            <a:chExt cx="1767332" cy="1892024"/>
          </a:xfrm>
        </p:grpSpPr>
        <p:sp>
          <p:nvSpPr>
            <p:cNvPr id="62" name="Oval 61">
              <a:extLst>
                <a:ext uri="{FF2B5EF4-FFF2-40B4-BE49-F238E27FC236}">
                  <a16:creationId xmlns:a16="http://schemas.microsoft.com/office/drawing/2014/main" id="{30231FC1-6A9A-36F1-B826-8DEC78C9CC1B}"/>
                </a:ext>
              </a:extLst>
            </p:cNvPr>
            <p:cNvSpPr/>
            <p:nvPr/>
          </p:nvSpPr>
          <p:spPr>
            <a:xfrm>
              <a:off x="9809956" y="3163895"/>
              <a:ext cx="1601078" cy="1601078"/>
            </a:xfrm>
            <a:prstGeom prst="ellipse">
              <a:avLst/>
            </a:prstGeom>
            <a:solidFill>
              <a:schemeClr val="tx1">
                <a:alpha val="46000"/>
              </a:schemeClr>
            </a:solidFill>
            <a:ln>
              <a:noFill/>
            </a:ln>
            <a:effectLst>
              <a:softEdge rad="2159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sp>
          <p:nvSpPr>
            <p:cNvPr id="26" name="Oval 25">
              <a:extLst>
                <a:ext uri="{FF2B5EF4-FFF2-40B4-BE49-F238E27FC236}">
                  <a16:creationId xmlns:a16="http://schemas.microsoft.com/office/drawing/2014/main" id="{F12DFFF4-D36A-A461-DA02-50C39E222563}"/>
                </a:ext>
              </a:extLst>
            </p:cNvPr>
            <p:cNvSpPr/>
            <p:nvPr/>
          </p:nvSpPr>
          <p:spPr>
            <a:xfrm>
              <a:off x="9976210" y="2872949"/>
              <a:ext cx="1601078" cy="1601078"/>
            </a:xfrm>
            <a:prstGeom prst="ellips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sp>
          <p:nvSpPr>
            <p:cNvPr id="33" name="Oval 32">
              <a:extLst>
                <a:ext uri="{FF2B5EF4-FFF2-40B4-BE49-F238E27FC236}">
                  <a16:creationId xmlns:a16="http://schemas.microsoft.com/office/drawing/2014/main" id="{09B11543-F681-5F5C-0FD9-DE3ACF994991}"/>
                </a:ext>
              </a:extLst>
            </p:cNvPr>
            <p:cNvSpPr/>
            <p:nvPr/>
          </p:nvSpPr>
          <p:spPr>
            <a:xfrm>
              <a:off x="10098422" y="2995161"/>
              <a:ext cx="1356654" cy="1356654"/>
            </a:xfrm>
            <a:prstGeom prst="ellipse">
              <a:avLst/>
            </a:prstGeom>
            <a:gradFill flip="none" rotWithShape="1">
              <a:gsLst>
                <a:gs pos="1000">
                  <a:schemeClr val="bg1"/>
                </a:gs>
                <a:gs pos="100000">
                  <a:schemeClr val="bg1">
                    <a:lumMod val="9500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8987"/>
              <a:endParaRPr lang="en-IN" sz="2400">
                <a:solidFill>
                  <a:prstClr val="white"/>
                </a:solidFill>
                <a:latin typeface="Segoe UI"/>
              </a:endParaRPr>
            </a:p>
          </p:txBody>
        </p:sp>
        <p:pic>
          <p:nvPicPr>
            <p:cNvPr id="75" name="Graphic 74" descr="City with solid fill">
              <a:extLst>
                <a:ext uri="{FF2B5EF4-FFF2-40B4-BE49-F238E27FC236}">
                  <a16:creationId xmlns:a16="http://schemas.microsoft.com/office/drawing/2014/main" id="{617A1DE2-FF3D-234B-C80D-AA964ED66C78}"/>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419116" y="3315855"/>
              <a:ext cx="715266" cy="715266"/>
            </a:xfrm>
            <a:prstGeom prst="rect">
              <a:avLst/>
            </a:prstGeom>
          </p:spPr>
        </p:pic>
      </p:grpSp>
    </p:spTree>
    <p:extLst>
      <p:ext uri="{BB962C8B-B14F-4D97-AF65-F5344CB8AC3E}">
        <p14:creationId xmlns:p14="http://schemas.microsoft.com/office/powerpoint/2010/main" val="186066644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371"/>
        <p:cNvGrpSpPr/>
        <p:nvPr/>
      </p:nvGrpSpPr>
      <p:grpSpPr>
        <a:xfrm>
          <a:off x="0" y="0"/>
          <a:ext cx="0" cy="0"/>
          <a:chOff x="0" y="0"/>
          <a:chExt cx="0" cy="0"/>
        </a:xfrm>
      </p:grpSpPr>
      <p:sp>
        <p:nvSpPr>
          <p:cNvPr id="372" name="Google Shape;372;p41"/>
          <p:cNvSpPr txBox="1">
            <a:spLocks noGrp="1"/>
          </p:cNvSpPr>
          <p:nvPr>
            <p:ph type="title"/>
          </p:nvPr>
        </p:nvSpPr>
        <p:spPr>
          <a:xfrm>
            <a:off x="960000" y="719333"/>
            <a:ext cx="10272000" cy="763600"/>
          </a:xfrm>
          <a:prstGeom prst="rect">
            <a:avLst/>
          </a:prstGeom>
        </p:spPr>
        <p:txBody>
          <a:bodyPr spcFirstLastPara="1" wrap="square" lIns="121900" tIns="121900" rIns="121900" bIns="121900" anchor="t" anchorCtr="0">
            <a:noAutofit/>
          </a:bodyPr>
          <a:lstStyle/>
          <a:p>
            <a:r>
              <a:rPr lang="en"/>
              <a:t>Resources</a:t>
            </a:r>
            <a:endParaRPr/>
          </a:p>
        </p:txBody>
      </p:sp>
      <p:sp>
        <p:nvSpPr>
          <p:cNvPr id="373" name="Google Shape;373;p41"/>
          <p:cNvSpPr txBox="1">
            <a:spLocks noGrp="1"/>
          </p:cNvSpPr>
          <p:nvPr>
            <p:ph type="subTitle" idx="4"/>
          </p:nvPr>
        </p:nvSpPr>
        <p:spPr>
          <a:xfrm>
            <a:off x="950967" y="2936167"/>
            <a:ext cx="3159600" cy="944400"/>
          </a:xfrm>
          <a:prstGeom prst="rect">
            <a:avLst/>
          </a:prstGeom>
        </p:spPr>
        <p:txBody>
          <a:bodyPr spcFirstLastPara="1" wrap="square" lIns="121900" tIns="121900" rIns="121900" bIns="121900" anchor="b" anchorCtr="0">
            <a:noAutofit/>
          </a:bodyPr>
          <a:lstStyle/>
          <a:p>
            <a:pPr marL="0" indent="0"/>
            <a:r>
              <a:rPr lang="en"/>
              <a:t>Human</a:t>
            </a:r>
            <a:endParaRPr/>
          </a:p>
          <a:p>
            <a:pPr marL="0" indent="0"/>
            <a:r>
              <a:rPr lang="en"/>
              <a:t>resources</a:t>
            </a:r>
            <a:endParaRPr/>
          </a:p>
        </p:txBody>
      </p:sp>
      <p:sp>
        <p:nvSpPr>
          <p:cNvPr id="374" name="Google Shape;374;p41"/>
          <p:cNvSpPr txBox="1">
            <a:spLocks noGrp="1"/>
          </p:cNvSpPr>
          <p:nvPr>
            <p:ph type="subTitle" idx="5"/>
          </p:nvPr>
        </p:nvSpPr>
        <p:spPr>
          <a:xfrm>
            <a:off x="4308476" y="2936167"/>
            <a:ext cx="3159600" cy="944400"/>
          </a:xfrm>
          <a:prstGeom prst="rect">
            <a:avLst/>
          </a:prstGeom>
        </p:spPr>
        <p:txBody>
          <a:bodyPr spcFirstLastPara="1" wrap="square" lIns="121900" tIns="121900" rIns="121900" bIns="121900" anchor="b" anchorCtr="0">
            <a:noAutofit/>
          </a:bodyPr>
          <a:lstStyle/>
          <a:p>
            <a:pPr marL="0" indent="0"/>
            <a:r>
              <a:rPr lang="en"/>
              <a:t>Financial </a:t>
            </a:r>
            <a:endParaRPr/>
          </a:p>
          <a:p>
            <a:pPr marL="0" indent="0"/>
            <a:r>
              <a:rPr lang="en"/>
              <a:t>resources</a:t>
            </a:r>
            <a:endParaRPr/>
          </a:p>
        </p:txBody>
      </p:sp>
      <p:sp>
        <p:nvSpPr>
          <p:cNvPr id="375" name="Google Shape;375;p41"/>
          <p:cNvSpPr txBox="1">
            <a:spLocks noGrp="1"/>
          </p:cNvSpPr>
          <p:nvPr>
            <p:ph type="subTitle" idx="1"/>
          </p:nvPr>
        </p:nvSpPr>
        <p:spPr>
          <a:xfrm>
            <a:off x="950967" y="3713867"/>
            <a:ext cx="3159600" cy="2424800"/>
          </a:xfrm>
          <a:prstGeom prst="rect">
            <a:avLst/>
          </a:prstGeom>
        </p:spPr>
        <p:txBody>
          <a:bodyPr spcFirstLastPara="1" wrap="square" lIns="121900" tIns="121900" rIns="121900" bIns="121900" anchor="t" anchorCtr="0">
            <a:noAutofit/>
          </a:bodyPr>
          <a:lstStyle/>
          <a:p>
            <a:pPr marL="0" indent="0"/>
            <a:r>
              <a:rPr lang="en"/>
              <a:t>The project team is responsible for the successful execution of the project. Our team is composed of experienced professionals with the necessary skills and expertise to complete the project on time and</a:t>
            </a:r>
            <a:endParaRPr/>
          </a:p>
          <a:p>
            <a:pPr marL="0" indent="0"/>
            <a:r>
              <a:rPr lang="en"/>
              <a:t>within budget</a:t>
            </a:r>
            <a:endParaRPr/>
          </a:p>
        </p:txBody>
      </p:sp>
      <p:sp>
        <p:nvSpPr>
          <p:cNvPr id="376" name="Google Shape;376;p41"/>
          <p:cNvSpPr txBox="1">
            <a:spLocks noGrp="1"/>
          </p:cNvSpPr>
          <p:nvPr>
            <p:ph type="subTitle" idx="2"/>
          </p:nvPr>
        </p:nvSpPr>
        <p:spPr>
          <a:xfrm>
            <a:off x="4308481" y="3713867"/>
            <a:ext cx="3159600" cy="2424800"/>
          </a:xfrm>
          <a:prstGeom prst="rect">
            <a:avLst/>
          </a:prstGeom>
        </p:spPr>
        <p:txBody>
          <a:bodyPr spcFirstLastPara="1" wrap="square" lIns="121900" tIns="121900" rIns="121900" bIns="121900" anchor="t" anchorCtr="0">
            <a:noAutofit/>
          </a:bodyPr>
          <a:lstStyle/>
          <a:p>
            <a:pPr marL="0" indent="0"/>
            <a:r>
              <a:rPr lang="en"/>
              <a:t>Our project budget is $100,000. This budget includes all expenses associated with the project, including salaries and equipment. We have allocated these resources to ensure that we are able to complete the project within budget</a:t>
            </a:r>
            <a:endParaRPr/>
          </a:p>
        </p:txBody>
      </p:sp>
      <p:sp>
        <p:nvSpPr>
          <p:cNvPr id="377" name="Google Shape;377;p41"/>
          <p:cNvSpPr txBox="1">
            <a:spLocks noGrp="1"/>
          </p:cNvSpPr>
          <p:nvPr>
            <p:ph type="subTitle" idx="3"/>
          </p:nvPr>
        </p:nvSpPr>
        <p:spPr>
          <a:xfrm>
            <a:off x="7665995" y="3713867"/>
            <a:ext cx="3159600" cy="2424800"/>
          </a:xfrm>
          <a:prstGeom prst="rect">
            <a:avLst/>
          </a:prstGeom>
        </p:spPr>
        <p:txBody>
          <a:bodyPr spcFirstLastPara="1" wrap="square" lIns="121900" tIns="121900" rIns="121900" bIns="121900" anchor="t" anchorCtr="0">
            <a:noAutofit/>
          </a:bodyPr>
          <a:lstStyle/>
          <a:p>
            <a:pPr marL="0" indent="0"/>
            <a:r>
              <a:rPr lang="en"/>
              <a:t>Our project requires a number of specialized pieces of equipment. We will be using [insert equipment and their functions]. All equipment is in good working condition and has been tested and calibrated prior to use</a:t>
            </a:r>
            <a:endParaRPr/>
          </a:p>
        </p:txBody>
      </p:sp>
      <p:sp>
        <p:nvSpPr>
          <p:cNvPr id="378" name="Google Shape;378;p41"/>
          <p:cNvSpPr txBox="1">
            <a:spLocks noGrp="1"/>
          </p:cNvSpPr>
          <p:nvPr>
            <p:ph type="subTitle" idx="6"/>
          </p:nvPr>
        </p:nvSpPr>
        <p:spPr>
          <a:xfrm>
            <a:off x="7665984" y="2936167"/>
            <a:ext cx="3159600" cy="944400"/>
          </a:xfrm>
          <a:prstGeom prst="rect">
            <a:avLst/>
          </a:prstGeom>
        </p:spPr>
        <p:txBody>
          <a:bodyPr spcFirstLastPara="1" wrap="square" lIns="121900" tIns="121900" rIns="121900" bIns="121900" anchor="b" anchorCtr="0">
            <a:noAutofit/>
          </a:bodyPr>
          <a:lstStyle/>
          <a:p>
            <a:pPr marL="0" indent="0"/>
            <a:r>
              <a:rPr lang="en"/>
              <a:t>Physical </a:t>
            </a:r>
            <a:endParaRPr/>
          </a:p>
          <a:p>
            <a:pPr marL="0" indent="0"/>
            <a:r>
              <a:rPr lang="en"/>
              <a:t>resources</a:t>
            </a:r>
            <a:endParaRPr/>
          </a:p>
        </p:txBody>
      </p:sp>
      <p:sp>
        <p:nvSpPr>
          <p:cNvPr id="379" name="Google Shape;379;p41"/>
          <p:cNvSpPr/>
          <p:nvPr/>
        </p:nvSpPr>
        <p:spPr>
          <a:xfrm>
            <a:off x="1052567" y="1889304"/>
            <a:ext cx="745600" cy="763600"/>
          </a:xfrm>
          <a:prstGeom prst="rect">
            <a:avLst/>
          </a:prstGeom>
          <a:solidFill>
            <a:schemeClr val="dk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Raleway Medium"/>
              <a:ea typeface="Raleway Medium"/>
              <a:cs typeface="Raleway Medium"/>
              <a:sym typeface="Raleway Medium"/>
            </a:endParaRPr>
          </a:p>
        </p:txBody>
      </p:sp>
      <p:sp>
        <p:nvSpPr>
          <p:cNvPr id="380" name="Google Shape;380;p41"/>
          <p:cNvSpPr/>
          <p:nvPr/>
        </p:nvSpPr>
        <p:spPr>
          <a:xfrm>
            <a:off x="4410100" y="1889381"/>
            <a:ext cx="745600" cy="763600"/>
          </a:xfrm>
          <a:prstGeom prst="rect">
            <a:avLst/>
          </a:prstGeom>
          <a:solidFill>
            <a:schemeClr val="dk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Raleway Medium"/>
              <a:ea typeface="Raleway Medium"/>
              <a:cs typeface="Raleway Medium"/>
              <a:sym typeface="Raleway Medium"/>
            </a:endParaRPr>
          </a:p>
        </p:txBody>
      </p:sp>
      <p:sp>
        <p:nvSpPr>
          <p:cNvPr id="381" name="Google Shape;381;p41"/>
          <p:cNvSpPr/>
          <p:nvPr/>
        </p:nvSpPr>
        <p:spPr>
          <a:xfrm>
            <a:off x="7869200" y="1889381"/>
            <a:ext cx="745600" cy="763600"/>
          </a:xfrm>
          <a:prstGeom prst="rect">
            <a:avLst/>
          </a:prstGeom>
          <a:solidFill>
            <a:schemeClr val="dk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Raleway Medium"/>
              <a:ea typeface="Raleway Medium"/>
              <a:cs typeface="Raleway Medium"/>
              <a:sym typeface="Raleway Medium"/>
            </a:endParaRPr>
          </a:p>
        </p:txBody>
      </p:sp>
      <p:grpSp>
        <p:nvGrpSpPr>
          <p:cNvPr id="382" name="Google Shape;382;p41"/>
          <p:cNvGrpSpPr/>
          <p:nvPr/>
        </p:nvGrpSpPr>
        <p:grpSpPr>
          <a:xfrm>
            <a:off x="8040828" y="2065343"/>
            <a:ext cx="402667" cy="411763"/>
            <a:chOff x="8044647" y="3963895"/>
            <a:chExt cx="370689" cy="379063"/>
          </a:xfrm>
        </p:grpSpPr>
        <p:sp>
          <p:nvSpPr>
            <p:cNvPr id="383" name="Google Shape;383;p41"/>
            <p:cNvSpPr/>
            <p:nvPr/>
          </p:nvSpPr>
          <p:spPr>
            <a:xfrm>
              <a:off x="8307171" y="4030774"/>
              <a:ext cx="89199" cy="89227"/>
            </a:xfrm>
            <a:custGeom>
              <a:avLst/>
              <a:gdLst/>
              <a:ahLst/>
              <a:cxnLst/>
              <a:rect l="l" t="t" r="r" b="b"/>
              <a:pathLst>
                <a:path w="3217" h="3218" extrusionOk="0">
                  <a:moveTo>
                    <a:pt x="1609" y="1"/>
                  </a:moveTo>
                  <a:cubicBezTo>
                    <a:pt x="721" y="1"/>
                    <a:pt x="1" y="721"/>
                    <a:pt x="1" y="1609"/>
                  </a:cubicBezTo>
                  <a:cubicBezTo>
                    <a:pt x="1" y="2497"/>
                    <a:pt x="721" y="3218"/>
                    <a:pt x="1609" y="3218"/>
                  </a:cubicBezTo>
                  <a:cubicBezTo>
                    <a:pt x="2498" y="3218"/>
                    <a:pt x="3216" y="2497"/>
                    <a:pt x="3216" y="1609"/>
                  </a:cubicBezTo>
                  <a:cubicBezTo>
                    <a:pt x="3216" y="721"/>
                    <a:pt x="2498" y="1"/>
                    <a:pt x="160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 name="Google Shape;384;p41"/>
            <p:cNvSpPr/>
            <p:nvPr/>
          </p:nvSpPr>
          <p:spPr>
            <a:xfrm>
              <a:off x="8044647" y="4205679"/>
              <a:ext cx="257588" cy="137279"/>
            </a:xfrm>
            <a:custGeom>
              <a:avLst/>
              <a:gdLst/>
              <a:ahLst/>
              <a:cxnLst/>
              <a:rect l="l" t="t" r="r" b="b"/>
              <a:pathLst>
                <a:path w="9290" h="4951" extrusionOk="0">
                  <a:moveTo>
                    <a:pt x="7039" y="1"/>
                  </a:moveTo>
                  <a:cubicBezTo>
                    <a:pt x="6608" y="331"/>
                    <a:pt x="6364" y="555"/>
                    <a:pt x="5850" y="555"/>
                  </a:cubicBezTo>
                  <a:cubicBezTo>
                    <a:pt x="5140" y="555"/>
                    <a:pt x="5031" y="125"/>
                    <a:pt x="4645" y="125"/>
                  </a:cubicBezTo>
                  <a:cubicBezTo>
                    <a:pt x="4261" y="125"/>
                    <a:pt x="4148" y="555"/>
                    <a:pt x="3438" y="555"/>
                  </a:cubicBezTo>
                  <a:cubicBezTo>
                    <a:pt x="2963" y="555"/>
                    <a:pt x="2740" y="378"/>
                    <a:pt x="2246" y="7"/>
                  </a:cubicBezTo>
                  <a:lnTo>
                    <a:pt x="1" y="4951"/>
                  </a:lnTo>
                  <a:lnTo>
                    <a:pt x="9289" y="4951"/>
                  </a:lnTo>
                  <a:lnTo>
                    <a:pt x="703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 name="Google Shape;385;p41"/>
            <p:cNvSpPr/>
            <p:nvPr/>
          </p:nvSpPr>
          <p:spPr>
            <a:xfrm>
              <a:off x="8116516" y="3963895"/>
              <a:ext cx="157631" cy="234852"/>
            </a:xfrm>
            <a:custGeom>
              <a:avLst/>
              <a:gdLst/>
              <a:ahLst/>
              <a:cxnLst/>
              <a:rect l="l" t="t" r="r" b="b"/>
              <a:pathLst>
                <a:path w="5685" h="8470" extrusionOk="0">
                  <a:moveTo>
                    <a:pt x="1653" y="1"/>
                  </a:moveTo>
                  <a:lnTo>
                    <a:pt x="1653" y="4423"/>
                  </a:lnTo>
                  <a:lnTo>
                    <a:pt x="0" y="7982"/>
                  </a:lnTo>
                  <a:lnTo>
                    <a:pt x="389" y="8268"/>
                  </a:lnTo>
                  <a:cubicBezTo>
                    <a:pt x="582" y="8397"/>
                    <a:pt x="636" y="8470"/>
                    <a:pt x="849" y="8470"/>
                  </a:cubicBezTo>
                  <a:cubicBezTo>
                    <a:pt x="1238" y="8470"/>
                    <a:pt x="1340" y="8042"/>
                    <a:pt x="2054" y="8042"/>
                  </a:cubicBezTo>
                  <a:cubicBezTo>
                    <a:pt x="2770" y="8042"/>
                    <a:pt x="2870" y="8470"/>
                    <a:pt x="3260" y="8470"/>
                  </a:cubicBezTo>
                  <a:cubicBezTo>
                    <a:pt x="3441" y="8470"/>
                    <a:pt x="3492" y="8455"/>
                    <a:pt x="4103" y="7971"/>
                  </a:cubicBezTo>
                  <a:lnTo>
                    <a:pt x="2453" y="4423"/>
                  </a:lnTo>
                  <a:lnTo>
                    <a:pt x="2456" y="3204"/>
                  </a:lnTo>
                  <a:lnTo>
                    <a:pt x="5685" y="3204"/>
                  </a:lnTo>
                  <a:lnTo>
                    <a:pt x="568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 name="Google Shape;386;p41"/>
            <p:cNvSpPr/>
            <p:nvPr/>
          </p:nvSpPr>
          <p:spPr>
            <a:xfrm>
              <a:off x="8248943" y="4108023"/>
              <a:ext cx="104034" cy="134284"/>
            </a:xfrm>
            <a:custGeom>
              <a:avLst/>
              <a:gdLst/>
              <a:ahLst/>
              <a:cxnLst/>
              <a:rect l="l" t="t" r="r" b="b"/>
              <a:pathLst>
                <a:path w="3752" h="4843" extrusionOk="0">
                  <a:moveTo>
                    <a:pt x="1300" y="1"/>
                  </a:moveTo>
                  <a:lnTo>
                    <a:pt x="0" y="2293"/>
                  </a:lnTo>
                  <a:lnTo>
                    <a:pt x="1061" y="4623"/>
                  </a:lnTo>
                  <a:cubicBezTo>
                    <a:pt x="1240" y="4490"/>
                    <a:pt x="1456" y="4412"/>
                    <a:pt x="1687" y="4412"/>
                  </a:cubicBezTo>
                  <a:cubicBezTo>
                    <a:pt x="1938" y="4412"/>
                    <a:pt x="2206" y="4505"/>
                    <a:pt x="2462" y="4724"/>
                  </a:cubicBezTo>
                  <a:cubicBezTo>
                    <a:pt x="2574" y="4820"/>
                    <a:pt x="2605" y="4842"/>
                    <a:pt x="2704" y="4842"/>
                  </a:cubicBezTo>
                  <a:cubicBezTo>
                    <a:pt x="2961" y="4842"/>
                    <a:pt x="3075" y="4414"/>
                    <a:pt x="3709" y="4414"/>
                  </a:cubicBezTo>
                  <a:lnTo>
                    <a:pt x="3752" y="4414"/>
                  </a:lnTo>
                  <a:lnTo>
                    <a:pt x="1300"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 name="Google Shape;387;p41"/>
            <p:cNvSpPr/>
            <p:nvPr/>
          </p:nvSpPr>
          <p:spPr>
            <a:xfrm>
              <a:off x="8287872" y="4252982"/>
              <a:ext cx="127463" cy="89948"/>
            </a:xfrm>
            <a:custGeom>
              <a:avLst/>
              <a:gdLst/>
              <a:ahLst/>
              <a:cxnLst/>
              <a:rect l="l" t="t" r="r" b="b"/>
              <a:pathLst>
                <a:path w="4597" h="3244" extrusionOk="0">
                  <a:moveTo>
                    <a:pt x="2316" y="0"/>
                  </a:moveTo>
                  <a:cubicBezTo>
                    <a:pt x="2207" y="0"/>
                    <a:pt x="2182" y="18"/>
                    <a:pt x="2063" y="120"/>
                  </a:cubicBezTo>
                  <a:cubicBezTo>
                    <a:pt x="1918" y="242"/>
                    <a:pt x="1699" y="429"/>
                    <a:pt x="1300" y="429"/>
                  </a:cubicBezTo>
                  <a:cubicBezTo>
                    <a:pt x="666" y="429"/>
                    <a:pt x="568" y="10"/>
                    <a:pt x="313" y="10"/>
                  </a:cubicBezTo>
                  <a:cubicBezTo>
                    <a:pt x="232" y="10"/>
                    <a:pt x="135" y="52"/>
                    <a:pt x="0" y="163"/>
                  </a:cubicBezTo>
                  <a:lnTo>
                    <a:pt x="1401" y="3243"/>
                  </a:lnTo>
                  <a:lnTo>
                    <a:pt x="4596" y="3243"/>
                  </a:lnTo>
                  <a:lnTo>
                    <a:pt x="2795" y="1"/>
                  </a:lnTo>
                  <a:cubicBezTo>
                    <a:pt x="2712" y="4"/>
                    <a:pt x="2642" y="5"/>
                    <a:pt x="2583" y="5"/>
                  </a:cubicBezTo>
                  <a:cubicBezTo>
                    <a:pt x="2454" y="5"/>
                    <a:pt x="2374" y="0"/>
                    <a:pt x="231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88" name="Google Shape;388;p41"/>
          <p:cNvGrpSpPr/>
          <p:nvPr/>
        </p:nvGrpSpPr>
        <p:grpSpPr>
          <a:xfrm>
            <a:off x="4573423" y="2065377"/>
            <a:ext cx="419021" cy="411673"/>
            <a:chOff x="1536337" y="3367504"/>
            <a:chExt cx="385745" cy="378979"/>
          </a:xfrm>
        </p:grpSpPr>
        <p:sp>
          <p:nvSpPr>
            <p:cNvPr id="389" name="Google Shape;389;p41"/>
            <p:cNvSpPr/>
            <p:nvPr/>
          </p:nvSpPr>
          <p:spPr>
            <a:xfrm>
              <a:off x="1608844" y="3568501"/>
              <a:ext cx="105475" cy="105475"/>
            </a:xfrm>
            <a:custGeom>
              <a:avLst/>
              <a:gdLst/>
              <a:ahLst/>
              <a:cxnLst/>
              <a:rect l="l" t="t" r="r" b="b"/>
              <a:pathLst>
                <a:path w="3804" h="3804" extrusionOk="0">
                  <a:moveTo>
                    <a:pt x="940" y="1"/>
                  </a:moveTo>
                  <a:lnTo>
                    <a:pt x="0" y="940"/>
                  </a:lnTo>
                  <a:lnTo>
                    <a:pt x="2864" y="3803"/>
                  </a:lnTo>
                  <a:lnTo>
                    <a:pt x="3803" y="2864"/>
                  </a:lnTo>
                  <a:lnTo>
                    <a:pt x="940"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 name="Google Shape;390;p41"/>
            <p:cNvSpPr/>
            <p:nvPr/>
          </p:nvSpPr>
          <p:spPr>
            <a:xfrm>
              <a:off x="1614390" y="3401886"/>
              <a:ext cx="83488" cy="73395"/>
            </a:xfrm>
            <a:custGeom>
              <a:avLst/>
              <a:gdLst/>
              <a:ahLst/>
              <a:cxnLst/>
              <a:rect l="l" t="t" r="r" b="b"/>
              <a:pathLst>
                <a:path w="3011" h="2647" extrusionOk="0">
                  <a:moveTo>
                    <a:pt x="1596" y="1"/>
                  </a:moveTo>
                  <a:lnTo>
                    <a:pt x="1" y="1596"/>
                  </a:lnTo>
                  <a:lnTo>
                    <a:pt x="1053" y="2647"/>
                  </a:lnTo>
                  <a:lnTo>
                    <a:pt x="2337" y="1098"/>
                  </a:lnTo>
                  <a:cubicBezTo>
                    <a:pt x="2547" y="836"/>
                    <a:pt x="2772" y="588"/>
                    <a:pt x="3010" y="356"/>
                  </a:cubicBezTo>
                  <a:lnTo>
                    <a:pt x="1596"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 name="Google Shape;391;p41"/>
            <p:cNvSpPr/>
            <p:nvPr/>
          </p:nvSpPr>
          <p:spPr>
            <a:xfrm>
              <a:off x="1807623" y="3585026"/>
              <a:ext cx="73339" cy="83432"/>
            </a:xfrm>
            <a:custGeom>
              <a:avLst/>
              <a:gdLst/>
              <a:ahLst/>
              <a:cxnLst/>
              <a:rect l="l" t="t" r="r" b="b"/>
              <a:pathLst>
                <a:path w="2645" h="3009" extrusionOk="0">
                  <a:moveTo>
                    <a:pt x="2291" y="1"/>
                  </a:moveTo>
                  <a:cubicBezTo>
                    <a:pt x="2057" y="239"/>
                    <a:pt x="1810" y="464"/>
                    <a:pt x="1547" y="674"/>
                  </a:cubicBezTo>
                  <a:lnTo>
                    <a:pt x="0" y="1958"/>
                  </a:lnTo>
                  <a:lnTo>
                    <a:pt x="1051" y="3009"/>
                  </a:lnTo>
                  <a:lnTo>
                    <a:pt x="2645" y="1415"/>
                  </a:lnTo>
                  <a:lnTo>
                    <a:pt x="2291"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 name="Google Shape;392;p41"/>
            <p:cNvSpPr/>
            <p:nvPr/>
          </p:nvSpPr>
          <p:spPr>
            <a:xfrm>
              <a:off x="1536337" y="3610425"/>
              <a:ext cx="72535" cy="72535"/>
            </a:xfrm>
            <a:custGeom>
              <a:avLst/>
              <a:gdLst/>
              <a:ahLst/>
              <a:cxnLst/>
              <a:rect l="l" t="t" r="r" b="b"/>
              <a:pathLst>
                <a:path w="2616" h="2616" extrusionOk="0">
                  <a:moveTo>
                    <a:pt x="2043" y="1"/>
                  </a:moveTo>
                  <a:lnTo>
                    <a:pt x="0" y="2043"/>
                  </a:lnTo>
                  <a:lnTo>
                    <a:pt x="573" y="2616"/>
                  </a:lnTo>
                  <a:lnTo>
                    <a:pt x="2615" y="573"/>
                  </a:lnTo>
                  <a:lnTo>
                    <a:pt x="204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 name="Google Shape;393;p41"/>
            <p:cNvSpPr/>
            <p:nvPr/>
          </p:nvSpPr>
          <p:spPr>
            <a:xfrm>
              <a:off x="1552225" y="3642173"/>
              <a:ext cx="88395" cy="88423"/>
            </a:xfrm>
            <a:custGeom>
              <a:avLst/>
              <a:gdLst/>
              <a:ahLst/>
              <a:cxnLst/>
              <a:rect l="l" t="t" r="r" b="b"/>
              <a:pathLst>
                <a:path w="3188" h="3189" extrusionOk="0">
                  <a:moveTo>
                    <a:pt x="2615" y="1"/>
                  </a:moveTo>
                  <a:lnTo>
                    <a:pt x="0" y="2616"/>
                  </a:lnTo>
                  <a:lnTo>
                    <a:pt x="573" y="3189"/>
                  </a:lnTo>
                  <a:lnTo>
                    <a:pt x="3188" y="574"/>
                  </a:lnTo>
                  <a:lnTo>
                    <a:pt x="261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 name="Google Shape;394;p41"/>
            <p:cNvSpPr/>
            <p:nvPr/>
          </p:nvSpPr>
          <p:spPr>
            <a:xfrm>
              <a:off x="1599861" y="3673949"/>
              <a:ext cx="72535" cy="72535"/>
            </a:xfrm>
            <a:custGeom>
              <a:avLst/>
              <a:gdLst/>
              <a:ahLst/>
              <a:cxnLst/>
              <a:rect l="l" t="t" r="r" b="b"/>
              <a:pathLst>
                <a:path w="2616" h="2616" extrusionOk="0">
                  <a:moveTo>
                    <a:pt x="2043" y="0"/>
                  </a:moveTo>
                  <a:lnTo>
                    <a:pt x="0" y="2043"/>
                  </a:lnTo>
                  <a:lnTo>
                    <a:pt x="573" y="2615"/>
                  </a:lnTo>
                  <a:lnTo>
                    <a:pt x="2615" y="573"/>
                  </a:lnTo>
                  <a:lnTo>
                    <a:pt x="204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 name="Google Shape;395;p41"/>
            <p:cNvSpPr/>
            <p:nvPr/>
          </p:nvSpPr>
          <p:spPr>
            <a:xfrm>
              <a:off x="1748231" y="3487176"/>
              <a:ext cx="49327" cy="44974"/>
            </a:xfrm>
            <a:custGeom>
              <a:avLst/>
              <a:gdLst/>
              <a:ahLst/>
              <a:cxnLst/>
              <a:rect l="l" t="t" r="r" b="b"/>
              <a:pathLst>
                <a:path w="1779" h="1622" extrusionOk="0">
                  <a:moveTo>
                    <a:pt x="890" y="0"/>
                  </a:moveTo>
                  <a:cubicBezTo>
                    <a:pt x="682" y="0"/>
                    <a:pt x="475" y="80"/>
                    <a:pt x="316" y="238"/>
                  </a:cubicBezTo>
                  <a:cubicBezTo>
                    <a:pt x="1" y="555"/>
                    <a:pt x="1" y="1067"/>
                    <a:pt x="316" y="1384"/>
                  </a:cubicBezTo>
                  <a:cubicBezTo>
                    <a:pt x="475" y="1542"/>
                    <a:pt x="682" y="1621"/>
                    <a:pt x="890" y="1621"/>
                  </a:cubicBezTo>
                  <a:cubicBezTo>
                    <a:pt x="1097" y="1621"/>
                    <a:pt x="1304" y="1542"/>
                    <a:pt x="1463" y="1384"/>
                  </a:cubicBezTo>
                  <a:cubicBezTo>
                    <a:pt x="1778" y="1068"/>
                    <a:pt x="1778" y="554"/>
                    <a:pt x="1463" y="238"/>
                  </a:cubicBezTo>
                  <a:cubicBezTo>
                    <a:pt x="1304" y="80"/>
                    <a:pt x="1097" y="0"/>
                    <a:pt x="890"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 name="Google Shape;396;p41"/>
            <p:cNvSpPr/>
            <p:nvPr/>
          </p:nvSpPr>
          <p:spPr>
            <a:xfrm>
              <a:off x="1811422" y="3367504"/>
              <a:ext cx="110660" cy="103729"/>
            </a:xfrm>
            <a:custGeom>
              <a:avLst/>
              <a:gdLst/>
              <a:ahLst/>
              <a:cxnLst/>
              <a:rect l="l" t="t" r="r" b="b"/>
              <a:pathLst>
                <a:path w="3991" h="3741" extrusionOk="0">
                  <a:moveTo>
                    <a:pt x="1786" y="0"/>
                  </a:moveTo>
                  <a:cubicBezTo>
                    <a:pt x="1268" y="0"/>
                    <a:pt x="661" y="53"/>
                    <a:pt x="1" y="212"/>
                  </a:cubicBezTo>
                  <a:lnTo>
                    <a:pt x="3529" y="3740"/>
                  </a:lnTo>
                  <a:cubicBezTo>
                    <a:pt x="3990" y="1824"/>
                    <a:pt x="3556" y="364"/>
                    <a:pt x="3540" y="201"/>
                  </a:cubicBezTo>
                  <a:cubicBezTo>
                    <a:pt x="3433" y="190"/>
                    <a:pt x="2769" y="0"/>
                    <a:pt x="178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 name="Google Shape;397;p41"/>
            <p:cNvSpPr/>
            <p:nvPr/>
          </p:nvSpPr>
          <p:spPr>
            <a:xfrm>
              <a:off x="1627477" y="3380841"/>
              <a:ext cx="274336" cy="274336"/>
            </a:xfrm>
            <a:custGeom>
              <a:avLst/>
              <a:gdLst/>
              <a:ahLst/>
              <a:cxnLst/>
              <a:rect l="l" t="t" r="r" b="b"/>
              <a:pathLst>
                <a:path w="9894" h="9894" extrusionOk="0">
                  <a:moveTo>
                    <a:pt x="5259" y="3025"/>
                  </a:moveTo>
                  <a:cubicBezTo>
                    <a:pt x="5674" y="3025"/>
                    <a:pt x="6088" y="3183"/>
                    <a:pt x="6405" y="3500"/>
                  </a:cubicBezTo>
                  <a:cubicBezTo>
                    <a:pt x="7036" y="4132"/>
                    <a:pt x="7036" y="5160"/>
                    <a:pt x="6405" y="5791"/>
                  </a:cubicBezTo>
                  <a:cubicBezTo>
                    <a:pt x="6088" y="6108"/>
                    <a:pt x="5674" y="6266"/>
                    <a:pt x="5259" y="6266"/>
                  </a:cubicBezTo>
                  <a:cubicBezTo>
                    <a:pt x="4845" y="6266"/>
                    <a:pt x="4430" y="6108"/>
                    <a:pt x="4113" y="5791"/>
                  </a:cubicBezTo>
                  <a:cubicBezTo>
                    <a:pt x="3480" y="5159"/>
                    <a:pt x="3480" y="4133"/>
                    <a:pt x="4113" y="3500"/>
                  </a:cubicBezTo>
                  <a:cubicBezTo>
                    <a:pt x="4430" y="3183"/>
                    <a:pt x="4845" y="3025"/>
                    <a:pt x="5259" y="3025"/>
                  </a:cubicBezTo>
                  <a:close/>
                  <a:moveTo>
                    <a:pt x="5757" y="0"/>
                  </a:moveTo>
                  <a:cubicBezTo>
                    <a:pt x="4472" y="481"/>
                    <a:pt x="3342" y="1299"/>
                    <a:pt x="2484" y="2370"/>
                  </a:cubicBezTo>
                  <a:lnTo>
                    <a:pt x="1" y="5362"/>
                  </a:lnTo>
                  <a:lnTo>
                    <a:pt x="4531" y="9893"/>
                  </a:lnTo>
                  <a:lnTo>
                    <a:pt x="7524" y="7410"/>
                  </a:lnTo>
                  <a:cubicBezTo>
                    <a:pt x="8595" y="6552"/>
                    <a:pt x="9413" y="5422"/>
                    <a:pt x="9894" y="4136"/>
                  </a:cubicBezTo>
                  <a:lnTo>
                    <a:pt x="5757"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98" name="Google Shape;398;p41"/>
          <p:cNvGrpSpPr/>
          <p:nvPr/>
        </p:nvGrpSpPr>
        <p:grpSpPr>
          <a:xfrm>
            <a:off x="1240277" y="2065274"/>
            <a:ext cx="370335" cy="411813"/>
            <a:chOff x="720012" y="1557287"/>
            <a:chExt cx="340882" cy="379063"/>
          </a:xfrm>
        </p:grpSpPr>
        <p:sp>
          <p:nvSpPr>
            <p:cNvPr id="399" name="Google Shape;399;p41"/>
            <p:cNvSpPr/>
            <p:nvPr/>
          </p:nvSpPr>
          <p:spPr>
            <a:xfrm>
              <a:off x="812705" y="1813821"/>
              <a:ext cx="156217" cy="66990"/>
            </a:xfrm>
            <a:custGeom>
              <a:avLst/>
              <a:gdLst/>
              <a:ahLst/>
              <a:cxnLst/>
              <a:rect l="l" t="t" r="r" b="b"/>
              <a:pathLst>
                <a:path w="5634" h="2416" extrusionOk="0">
                  <a:moveTo>
                    <a:pt x="1134" y="1"/>
                  </a:moveTo>
                  <a:lnTo>
                    <a:pt x="805" y="1615"/>
                  </a:lnTo>
                  <a:lnTo>
                    <a:pt x="0" y="1615"/>
                  </a:lnTo>
                  <a:lnTo>
                    <a:pt x="0" y="2416"/>
                  </a:lnTo>
                  <a:lnTo>
                    <a:pt x="5634" y="2416"/>
                  </a:lnTo>
                  <a:lnTo>
                    <a:pt x="5634" y="1615"/>
                  </a:lnTo>
                  <a:lnTo>
                    <a:pt x="4829" y="1615"/>
                  </a:lnTo>
                  <a:lnTo>
                    <a:pt x="4502" y="1"/>
                  </a:lnTo>
                  <a:cubicBezTo>
                    <a:pt x="3973" y="276"/>
                    <a:pt x="3396" y="414"/>
                    <a:pt x="2818" y="414"/>
                  </a:cubicBezTo>
                  <a:cubicBezTo>
                    <a:pt x="2240" y="414"/>
                    <a:pt x="1662" y="276"/>
                    <a:pt x="113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 name="Google Shape;400;p41"/>
            <p:cNvSpPr/>
            <p:nvPr/>
          </p:nvSpPr>
          <p:spPr>
            <a:xfrm>
              <a:off x="779487" y="1902993"/>
              <a:ext cx="222097" cy="33356"/>
            </a:xfrm>
            <a:custGeom>
              <a:avLst/>
              <a:gdLst/>
              <a:ahLst/>
              <a:cxnLst/>
              <a:rect l="l" t="t" r="r" b="b"/>
              <a:pathLst>
                <a:path w="8010" h="1203" extrusionOk="0">
                  <a:moveTo>
                    <a:pt x="401" y="0"/>
                  </a:moveTo>
                  <a:lnTo>
                    <a:pt x="0" y="1202"/>
                  </a:lnTo>
                  <a:lnTo>
                    <a:pt x="8009" y="1202"/>
                  </a:lnTo>
                  <a:lnTo>
                    <a:pt x="7609"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 name="Google Shape;401;p41"/>
            <p:cNvSpPr/>
            <p:nvPr/>
          </p:nvSpPr>
          <p:spPr>
            <a:xfrm>
              <a:off x="868243" y="1668779"/>
              <a:ext cx="44614" cy="44614"/>
            </a:xfrm>
            <a:custGeom>
              <a:avLst/>
              <a:gdLst/>
              <a:ahLst/>
              <a:cxnLst/>
              <a:rect l="l" t="t" r="r" b="b"/>
              <a:pathLst>
                <a:path w="1609" h="1609" extrusionOk="0">
                  <a:moveTo>
                    <a:pt x="804" y="0"/>
                  </a:moveTo>
                  <a:cubicBezTo>
                    <a:pt x="360" y="0"/>
                    <a:pt x="0" y="361"/>
                    <a:pt x="0" y="804"/>
                  </a:cubicBezTo>
                  <a:cubicBezTo>
                    <a:pt x="0" y="1248"/>
                    <a:pt x="360" y="1609"/>
                    <a:pt x="804" y="1609"/>
                  </a:cubicBezTo>
                  <a:cubicBezTo>
                    <a:pt x="1248" y="1609"/>
                    <a:pt x="1609" y="1248"/>
                    <a:pt x="1609" y="804"/>
                  </a:cubicBezTo>
                  <a:cubicBezTo>
                    <a:pt x="1609" y="361"/>
                    <a:pt x="1248" y="0"/>
                    <a:pt x="80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 name="Google Shape;402;p41"/>
            <p:cNvSpPr/>
            <p:nvPr/>
          </p:nvSpPr>
          <p:spPr>
            <a:xfrm>
              <a:off x="790495" y="1623916"/>
              <a:ext cx="200636" cy="178399"/>
            </a:xfrm>
            <a:custGeom>
              <a:avLst/>
              <a:gdLst/>
              <a:ahLst/>
              <a:cxnLst/>
              <a:rect l="l" t="t" r="r" b="b"/>
              <a:pathLst>
                <a:path w="7236" h="6434" extrusionOk="0">
                  <a:moveTo>
                    <a:pt x="3608" y="815"/>
                  </a:moveTo>
                  <a:cubicBezTo>
                    <a:pt x="4495" y="815"/>
                    <a:pt x="5216" y="1536"/>
                    <a:pt x="5216" y="2423"/>
                  </a:cubicBezTo>
                  <a:cubicBezTo>
                    <a:pt x="5216" y="3310"/>
                    <a:pt x="4495" y="4030"/>
                    <a:pt x="3608" y="4030"/>
                  </a:cubicBezTo>
                  <a:cubicBezTo>
                    <a:pt x="2721" y="4030"/>
                    <a:pt x="1999" y="3310"/>
                    <a:pt x="1999" y="2423"/>
                  </a:cubicBezTo>
                  <a:cubicBezTo>
                    <a:pt x="1999" y="1536"/>
                    <a:pt x="2721" y="815"/>
                    <a:pt x="3608" y="815"/>
                  </a:cubicBezTo>
                  <a:close/>
                  <a:moveTo>
                    <a:pt x="1" y="1"/>
                  </a:moveTo>
                  <a:lnTo>
                    <a:pt x="1" y="2815"/>
                  </a:lnTo>
                  <a:cubicBezTo>
                    <a:pt x="1" y="4817"/>
                    <a:pt x="1624" y="6433"/>
                    <a:pt x="3618" y="6433"/>
                  </a:cubicBezTo>
                  <a:cubicBezTo>
                    <a:pt x="5614" y="6433"/>
                    <a:pt x="7235" y="4815"/>
                    <a:pt x="7235" y="2815"/>
                  </a:cubicBezTo>
                  <a:lnTo>
                    <a:pt x="723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 name="Google Shape;403;p41"/>
            <p:cNvSpPr/>
            <p:nvPr/>
          </p:nvSpPr>
          <p:spPr>
            <a:xfrm>
              <a:off x="790495" y="1557287"/>
              <a:ext cx="200636" cy="44475"/>
            </a:xfrm>
            <a:custGeom>
              <a:avLst/>
              <a:gdLst/>
              <a:ahLst/>
              <a:cxnLst/>
              <a:rect l="l" t="t" r="r" b="b"/>
              <a:pathLst>
                <a:path w="7236" h="1604" extrusionOk="0">
                  <a:moveTo>
                    <a:pt x="1" y="1"/>
                  </a:moveTo>
                  <a:lnTo>
                    <a:pt x="1" y="1603"/>
                  </a:lnTo>
                  <a:lnTo>
                    <a:pt x="7235" y="1603"/>
                  </a:lnTo>
                  <a:cubicBezTo>
                    <a:pt x="7235" y="1127"/>
                    <a:pt x="7235" y="487"/>
                    <a:pt x="7235"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 name="Google Shape;404;p41"/>
            <p:cNvSpPr/>
            <p:nvPr/>
          </p:nvSpPr>
          <p:spPr>
            <a:xfrm>
              <a:off x="1013341" y="1579496"/>
              <a:ext cx="47553" cy="117925"/>
            </a:xfrm>
            <a:custGeom>
              <a:avLst/>
              <a:gdLst/>
              <a:ahLst/>
              <a:cxnLst/>
              <a:rect l="l" t="t" r="r" b="b"/>
              <a:pathLst>
                <a:path w="1715" h="4253" extrusionOk="0">
                  <a:moveTo>
                    <a:pt x="1714" y="0"/>
                  </a:moveTo>
                  <a:lnTo>
                    <a:pt x="0" y="2"/>
                  </a:lnTo>
                  <a:lnTo>
                    <a:pt x="0" y="802"/>
                  </a:lnTo>
                  <a:lnTo>
                    <a:pt x="689" y="802"/>
                  </a:lnTo>
                  <a:lnTo>
                    <a:pt x="56" y="3330"/>
                  </a:lnTo>
                  <a:lnTo>
                    <a:pt x="0" y="3357"/>
                  </a:lnTo>
                  <a:lnTo>
                    <a:pt x="0" y="4253"/>
                  </a:lnTo>
                  <a:lnTo>
                    <a:pt x="744" y="3880"/>
                  </a:lnTo>
                  <a:lnTo>
                    <a:pt x="1714"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 name="Google Shape;405;p41"/>
            <p:cNvSpPr/>
            <p:nvPr/>
          </p:nvSpPr>
          <p:spPr>
            <a:xfrm>
              <a:off x="720012" y="1579524"/>
              <a:ext cx="47580" cy="117897"/>
            </a:xfrm>
            <a:custGeom>
              <a:avLst/>
              <a:gdLst/>
              <a:ahLst/>
              <a:cxnLst/>
              <a:rect l="l" t="t" r="r" b="b"/>
              <a:pathLst>
                <a:path w="1716" h="4252" extrusionOk="0">
                  <a:moveTo>
                    <a:pt x="1" y="1"/>
                  </a:moveTo>
                  <a:lnTo>
                    <a:pt x="971" y="3879"/>
                  </a:lnTo>
                  <a:lnTo>
                    <a:pt x="1716" y="4252"/>
                  </a:lnTo>
                  <a:lnTo>
                    <a:pt x="1716" y="3356"/>
                  </a:lnTo>
                  <a:lnTo>
                    <a:pt x="1659" y="3329"/>
                  </a:lnTo>
                  <a:lnTo>
                    <a:pt x="1026" y="801"/>
                  </a:lnTo>
                  <a:lnTo>
                    <a:pt x="1716" y="801"/>
                  </a:lnTo>
                  <a:lnTo>
                    <a:pt x="1716"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247084014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1DB3B9B0-4341-4598-9F6C-C61EE156135C}"/>
              </a:ext>
            </a:extLst>
          </p:cNvPr>
          <p:cNvGrpSpPr/>
          <p:nvPr/>
        </p:nvGrpSpPr>
        <p:grpSpPr>
          <a:xfrm>
            <a:off x="197699" y="177800"/>
            <a:ext cx="11796602" cy="615101"/>
            <a:chOff x="197699" y="177800"/>
            <a:chExt cx="11796602" cy="615101"/>
          </a:xfrm>
        </p:grpSpPr>
        <p:sp>
          <p:nvSpPr>
            <p:cNvPr id="14" name="Half Frame 13">
              <a:extLst>
                <a:ext uri="{FF2B5EF4-FFF2-40B4-BE49-F238E27FC236}">
                  <a16:creationId xmlns:a16="http://schemas.microsoft.com/office/drawing/2014/main" id="{F29B2B6A-AB41-45D2-95CD-5A3902C2A1AB}"/>
                </a:ext>
              </a:extLst>
            </p:cNvPr>
            <p:cNvSpPr/>
            <p:nvPr/>
          </p:nvSpPr>
          <p:spPr>
            <a:xfrm>
              <a:off x="197699" y="177800"/>
              <a:ext cx="615101" cy="615101"/>
            </a:xfrm>
            <a:prstGeom prst="halfFrame">
              <a:avLst>
                <a:gd name="adj1" fmla="val 10256"/>
                <a:gd name="adj2" fmla="val 1025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5" name="Half Frame 14">
              <a:extLst>
                <a:ext uri="{FF2B5EF4-FFF2-40B4-BE49-F238E27FC236}">
                  <a16:creationId xmlns:a16="http://schemas.microsoft.com/office/drawing/2014/main" id="{0B479F6D-09AF-4941-8C01-980B453DBED4}"/>
                </a:ext>
              </a:extLst>
            </p:cNvPr>
            <p:cNvSpPr/>
            <p:nvPr/>
          </p:nvSpPr>
          <p:spPr>
            <a:xfrm flipH="1">
              <a:off x="11379200" y="177800"/>
              <a:ext cx="615101" cy="615101"/>
            </a:xfrm>
            <a:prstGeom prst="halfFrame">
              <a:avLst>
                <a:gd name="adj1" fmla="val 10256"/>
                <a:gd name="adj2" fmla="val 1025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sp>
        <p:nvSpPr>
          <p:cNvPr id="2" name="Date Placeholder 1">
            <a:extLst>
              <a:ext uri="{FF2B5EF4-FFF2-40B4-BE49-F238E27FC236}">
                <a16:creationId xmlns:a16="http://schemas.microsoft.com/office/drawing/2014/main" id="{C24993B1-92CA-4418-A4E7-1CE39667B5D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E042397-7EDB-41F6-8908-FDD8E0EA6B72}" type="datetime1">
              <a:rPr kumimoji="0" lang="en-US" sz="1200" b="0" i="0" u="none" strike="noStrike" kern="1200" cap="none" spc="0" normalizeH="0" baseline="0" noProof="0" smtClean="0">
                <a:ln>
                  <a:noFill/>
                </a:ln>
                <a:solidFill>
                  <a:prstClr val="black">
                    <a:tint val="75000"/>
                  </a:prst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alibri Light"/>
              <a:ea typeface="+mn-ea"/>
              <a:cs typeface="+mn-cs"/>
            </a:endParaRPr>
          </a:p>
        </p:txBody>
      </p:sp>
      <p:sp>
        <p:nvSpPr>
          <p:cNvPr id="3" name="Slide Number Placeholder 2">
            <a:extLst>
              <a:ext uri="{FF2B5EF4-FFF2-40B4-BE49-F238E27FC236}">
                <a16:creationId xmlns:a16="http://schemas.microsoft.com/office/drawing/2014/main" id="{898EDF39-4C88-48E7-B243-DDB03AA8EB7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7419944-944D-4CCD-B088-42500AB2AC95}" type="slidenum">
              <a:rPr kumimoji="0" lang="en-US" sz="1200" b="0" i="0" u="none" strike="noStrike" kern="1200" cap="none" spc="0" normalizeH="0" baseline="0" noProof="0" smtClean="0">
                <a:ln>
                  <a:noFill/>
                </a:ln>
                <a:solidFill>
                  <a:prstClr val="black">
                    <a:tint val="75000"/>
                  </a:prst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tint val="75000"/>
                </a:prstClr>
              </a:solidFill>
              <a:effectLst/>
              <a:uLnTx/>
              <a:uFillTx/>
              <a:latin typeface="Calibri Light"/>
              <a:ea typeface="+mn-ea"/>
              <a:cs typeface="+mn-cs"/>
            </a:endParaRPr>
          </a:p>
        </p:txBody>
      </p:sp>
      <p:sp>
        <p:nvSpPr>
          <p:cNvPr id="9" name="TextBox 8">
            <a:extLst>
              <a:ext uri="{FF2B5EF4-FFF2-40B4-BE49-F238E27FC236}">
                <a16:creationId xmlns:a16="http://schemas.microsoft.com/office/drawing/2014/main" id="{E97EFFDC-D8E5-4D19-9612-FA9E5CC84444}"/>
              </a:ext>
            </a:extLst>
          </p:cNvPr>
          <p:cNvSpPr txBox="1"/>
          <p:nvPr/>
        </p:nvSpPr>
        <p:spPr>
          <a:xfrm>
            <a:off x="812801" y="313492"/>
            <a:ext cx="10566400" cy="67710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entury Gothic"/>
                <a:ea typeface="+mn-ea"/>
                <a:cs typeface="Segoe UI Semibold" panose="020B0702040204020203" pitchFamily="34" charset="0"/>
              </a:rPr>
              <a:t>SHARED </a:t>
            </a:r>
            <a:r>
              <a:rPr kumimoji="0" lang="en-US" sz="4400" b="0" i="0" u="none" strike="noStrike" kern="1200" cap="none" spc="0" normalizeH="0" baseline="0" noProof="0">
                <a:ln>
                  <a:noFill/>
                </a:ln>
                <a:solidFill>
                  <a:prstClr val="black"/>
                </a:solidFill>
                <a:effectLst/>
                <a:uLnTx/>
                <a:uFillTx/>
                <a:latin typeface="Century Gothic"/>
                <a:ea typeface="+mn-ea"/>
                <a:cs typeface="Segoe UI Semibold" panose="020B0702040204020203" pitchFamily="34" charset="0"/>
              </a:rPr>
              <a:t>VALUES</a:t>
            </a:r>
          </a:p>
        </p:txBody>
      </p:sp>
      <p:grpSp>
        <p:nvGrpSpPr>
          <p:cNvPr id="16" name="Group 15">
            <a:extLst>
              <a:ext uri="{FF2B5EF4-FFF2-40B4-BE49-F238E27FC236}">
                <a16:creationId xmlns:a16="http://schemas.microsoft.com/office/drawing/2014/main" id="{5AA8BCD7-DDB9-499A-A3CB-74260C847F76}"/>
              </a:ext>
            </a:extLst>
          </p:cNvPr>
          <p:cNvGrpSpPr/>
          <p:nvPr/>
        </p:nvGrpSpPr>
        <p:grpSpPr>
          <a:xfrm>
            <a:off x="647700" y="1196142"/>
            <a:ext cx="5448300" cy="5011816"/>
            <a:chOff x="647700" y="1196142"/>
            <a:chExt cx="5448300" cy="5011816"/>
          </a:xfrm>
        </p:grpSpPr>
        <p:sp>
          <p:nvSpPr>
            <p:cNvPr id="54" name="Oval 53">
              <a:extLst>
                <a:ext uri="{FF2B5EF4-FFF2-40B4-BE49-F238E27FC236}">
                  <a16:creationId xmlns:a16="http://schemas.microsoft.com/office/drawing/2014/main" id="{C637FF69-24FE-478B-92C4-F079A6964688}"/>
                </a:ext>
              </a:extLst>
            </p:cNvPr>
            <p:cNvSpPr/>
            <p:nvPr/>
          </p:nvSpPr>
          <p:spPr>
            <a:xfrm>
              <a:off x="1581150" y="1196142"/>
              <a:ext cx="3581400" cy="3581400"/>
            </a:xfrm>
            <a:prstGeom prst="ellipse">
              <a:avLst/>
            </a:prstGeom>
            <a:solidFill>
              <a:srgbClr val="BA4969">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41" name="Oval 40">
              <a:extLst>
                <a:ext uri="{FF2B5EF4-FFF2-40B4-BE49-F238E27FC236}">
                  <a16:creationId xmlns:a16="http://schemas.microsoft.com/office/drawing/2014/main" id="{DDD117CF-41A7-4F91-8030-D075DD8B4017}"/>
                </a:ext>
              </a:extLst>
            </p:cNvPr>
            <p:cNvSpPr/>
            <p:nvPr/>
          </p:nvSpPr>
          <p:spPr>
            <a:xfrm>
              <a:off x="647700" y="2626558"/>
              <a:ext cx="3581400" cy="3581400"/>
            </a:xfrm>
            <a:prstGeom prst="ellipse">
              <a:avLst/>
            </a:prstGeom>
            <a:solidFill>
              <a:srgbClr val="3A566B">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42" name="Oval 41">
              <a:extLst>
                <a:ext uri="{FF2B5EF4-FFF2-40B4-BE49-F238E27FC236}">
                  <a16:creationId xmlns:a16="http://schemas.microsoft.com/office/drawing/2014/main" id="{9046BFC3-5EA1-4D27-8FE1-C15AEBF2DEEF}"/>
                </a:ext>
              </a:extLst>
            </p:cNvPr>
            <p:cNvSpPr/>
            <p:nvPr/>
          </p:nvSpPr>
          <p:spPr>
            <a:xfrm>
              <a:off x="2514600" y="2626558"/>
              <a:ext cx="3581400" cy="3581400"/>
            </a:xfrm>
            <a:prstGeom prst="ellipse">
              <a:avLst/>
            </a:prstGeom>
            <a:solidFill>
              <a:srgbClr val="2FBAC9">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sp>
        <p:nvSpPr>
          <p:cNvPr id="55" name="TextBox 54">
            <a:extLst>
              <a:ext uri="{FF2B5EF4-FFF2-40B4-BE49-F238E27FC236}">
                <a16:creationId xmlns:a16="http://schemas.microsoft.com/office/drawing/2014/main" id="{BB019435-55DE-4D7F-A761-AD11676DBF6E}"/>
              </a:ext>
            </a:extLst>
          </p:cNvPr>
          <p:cNvSpPr txBox="1"/>
          <p:nvPr/>
        </p:nvSpPr>
        <p:spPr>
          <a:xfrm>
            <a:off x="2686050" y="2257226"/>
            <a:ext cx="1371600" cy="246221"/>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alibri Light"/>
                <a:ea typeface="+mn-ea"/>
                <a:cs typeface="+mn-cs"/>
              </a:rPr>
              <a:t>SOCIAL NEED</a:t>
            </a:r>
          </a:p>
        </p:txBody>
      </p:sp>
      <p:sp>
        <p:nvSpPr>
          <p:cNvPr id="57" name="TextBox 56">
            <a:extLst>
              <a:ext uri="{FF2B5EF4-FFF2-40B4-BE49-F238E27FC236}">
                <a16:creationId xmlns:a16="http://schemas.microsoft.com/office/drawing/2014/main" id="{6AD004F0-D3E5-44DC-9B37-EF11E7A3987B}"/>
              </a:ext>
            </a:extLst>
          </p:cNvPr>
          <p:cNvSpPr txBox="1"/>
          <p:nvPr/>
        </p:nvSpPr>
        <p:spPr>
          <a:xfrm>
            <a:off x="4229100" y="4777542"/>
            <a:ext cx="1371600" cy="738664"/>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alibri Light"/>
                <a:ea typeface="+mn-ea"/>
                <a:cs typeface="+mn-cs"/>
              </a:rPr>
              <a:t>CORPORATE ASSETS AND EXPERTISE</a:t>
            </a:r>
          </a:p>
        </p:txBody>
      </p:sp>
      <p:sp>
        <p:nvSpPr>
          <p:cNvPr id="64" name="TextBox 63">
            <a:extLst>
              <a:ext uri="{FF2B5EF4-FFF2-40B4-BE49-F238E27FC236}">
                <a16:creationId xmlns:a16="http://schemas.microsoft.com/office/drawing/2014/main" id="{94A9601D-4F08-448A-8476-A175F33E4746}"/>
              </a:ext>
            </a:extLst>
          </p:cNvPr>
          <p:cNvSpPr txBox="1"/>
          <p:nvPr/>
        </p:nvSpPr>
        <p:spPr>
          <a:xfrm>
            <a:off x="1143000" y="4777542"/>
            <a:ext cx="1371600" cy="492443"/>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alibri Light"/>
                <a:ea typeface="+mn-ea"/>
                <a:cs typeface="+mn-cs"/>
              </a:rPr>
              <a:t> BUSINESS OPPORTUNITIES</a:t>
            </a:r>
          </a:p>
        </p:txBody>
      </p:sp>
      <p:grpSp>
        <p:nvGrpSpPr>
          <p:cNvPr id="65" name="Group 64">
            <a:extLst>
              <a:ext uri="{FF2B5EF4-FFF2-40B4-BE49-F238E27FC236}">
                <a16:creationId xmlns:a16="http://schemas.microsoft.com/office/drawing/2014/main" id="{BE603C12-6737-437C-9B23-A4B0C529AD02}"/>
              </a:ext>
            </a:extLst>
          </p:cNvPr>
          <p:cNvGrpSpPr/>
          <p:nvPr/>
        </p:nvGrpSpPr>
        <p:grpSpPr>
          <a:xfrm>
            <a:off x="3228975" y="1927859"/>
            <a:ext cx="285750" cy="247650"/>
            <a:chOff x="11028363" y="5368925"/>
            <a:chExt cx="285750" cy="247650"/>
          </a:xfrm>
          <a:solidFill>
            <a:schemeClr val="bg1"/>
          </a:solidFill>
        </p:grpSpPr>
        <p:sp>
          <p:nvSpPr>
            <p:cNvPr id="66" name="Freeform 3577">
              <a:extLst>
                <a:ext uri="{FF2B5EF4-FFF2-40B4-BE49-F238E27FC236}">
                  <a16:creationId xmlns:a16="http://schemas.microsoft.com/office/drawing/2014/main" id="{0A474435-6FBD-4332-86AD-8F9A400BCEA4}"/>
                </a:ext>
              </a:extLst>
            </p:cNvPr>
            <p:cNvSpPr>
              <a:spLocks/>
            </p:cNvSpPr>
            <p:nvPr/>
          </p:nvSpPr>
          <p:spPr bwMode="auto">
            <a:xfrm>
              <a:off x="11028363" y="5454650"/>
              <a:ext cx="66675" cy="114300"/>
            </a:xfrm>
            <a:custGeom>
              <a:avLst/>
              <a:gdLst>
                <a:gd name="T0" fmla="*/ 0 w 169"/>
                <a:gd name="T1" fmla="*/ 98 h 288"/>
                <a:gd name="T2" fmla="*/ 0 w 169"/>
                <a:gd name="T3" fmla="*/ 114 h 288"/>
                <a:gd name="T4" fmla="*/ 2 w 169"/>
                <a:gd name="T5" fmla="*/ 131 h 288"/>
                <a:gd name="T6" fmla="*/ 3 w 169"/>
                <a:gd name="T7" fmla="*/ 139 h 288"/>
                <a:gd name="T8" fmla="*/ 5 w 169"/>
                <a:gd name="T9" fmla="*/ 146 h 288"/>
                <a:gd name="T10" fmla="*/ 9 w 169"/>
                <a:gd name="T11" fmla="*/ 153 h 288"/>
                <a:gd name="T12" fmla="*/ 13 w 169"/>
                <a:gd name="T13" fmla="*/ 159 h 288"/>
                <a:gd name="T14" fmla="*/ 18 w 169"/>
                <a:gd name="T15" fmla="*/ 163 h 288"/>
                <a:gd name="T16" fmla="*/ 23 w 169"/>
                <a:gd name="T17" fmla="*/ 166 h 288"/>
                <a:gd name="T18" fmla="*/ 23 w 169"/>
                <a:gd name="T19" fmla="*/ 288 h 288"/>
                <a:gd name="T20" fmla="*/ 144 w 169"/>
                <a:gd name="T21" fmla="*/ 288 h 288"/>
                <a:gd name="T22" fmla="*/ 144 w 169"/>
                <a:gd name="T23" fmla="*/ 166 h 288"/>
                <a:gd name="T24" fmla="*/ 151 w 169"/>
                <a:gd name="T25" fmla="*/ 162 h 288"/>
                <a:gd name="T26" fmla="*/ 156 w 169"/>
                <a:gd name="T27" fmla="*/ 157 h 288"/>
                <a:gd name="T28" fmla="*/ 161 w 169"/>
                <a:gd name="T29" fmla="*/ 150 h 288"/>
                <a:gd name="T30" fmla="*/ 165 w 169"/>
                <a:gd name="T31" fmla="*/ 140 h 288"/>
                <a:gd name="T32" fmla="*/ 166 w 169"/>
                <a:gd name="T33" fmla="*/ 130 h 288"/>
                <a:gd name="T34" fmla="*/ 167 w 169"/>
                <a:gd name="T35" fmla="*/ 119 h 288"/>
                <a:gd name="T36" fmla="*/ 169 w 169"/>
                <a:gd name="T37" fmla="*/ 109 h 288"/>
                <a:gd name="T38" fmla="*/ 169 w 169"/>
                <a:gd name="T39" fmla="*/ 99 h 288"/>
                <a:gd name="T40" fmla="*/ 169 w 169"/>
                <a:gd name="T41" fmla="*/ 0 h 288"/>
                <a:gd name="T42" fmla="*/ 0 w 169"/>
                <a:gd name="T43" fmla="*/ 0 h 288"/>
                <a:gd name="T44" fmla="*/ 0 w 169"/>
                <a:gd name="T45" fmla="*/ 9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288">
                  <a:moveTo>
                    <a:pt x="0" y="98"/>
                  </a:moveTo>
                  <a:lnTo>
                    <a:pt x="0" y="114"/>
                  </a:lnTo>
                  <a:lnTo>
                    <a:pt x="2" y="131"/>
                  </a:lnTo>
                  <a:lnTo>
                    <a:pt x="3" y="139"/>
                  </a:lnTo>
                  <a:lnTo>
                    <a:pt x="5" y="146"/>
                  </a:lnTo>
                  <a:lnTo>
                    <a:pt x="9" y="153"/>
                  </a:lnTo>
                  <a:lnTo>
                    <a:pt x="13" y="159"/>
                  </a:lnTo>
                  <a:lnTo>
                    <a:pt x="18" y="163"/>
                  </a:lnTo>
                  <a:lnTo>
                    <a:pt x="23" y="166"/>
                  </a:lnTo>
                  <a:lnTo>
                    <a:pt x="23" y="288"/>
                  </a:lnTo>
                  <a:lnTo>
                    <a:pt x="144" y="288"/>
                  </a:lnTo>
                  <a:lnTo>
                    <a:pt x="144" y="166"/>
                  </a:lnTo>
                  <a:lnTo>
                    <a:pt x="151" y="162"/>
                  </a:lnTo>
                  <a:lnTo>
                    <a:pt x="156" y="157"/>
                  </a:lnTo>
                  <a:lnTo>
                    <a:pt x="161" y="150"/>
                  </a:lnTo>
                  <a:lnTo>
                    <a:pt x="165" y="140"/>
                  </a:lnTo>
                  <a:lnTo>
                    <a:pt x="166" y="130"/>
                  </a:lnTo>
                  <a:lnTo>
                    <a:pt x="167" y="119"/>
                  </a:lnTo>
                  <a:lnTo>
                    <a:pt x="169" y="109"/>
                  </a:lnTo>
                  <a:lnTo>
                    <a:pt x="169" y="99"/>
                  </a:lnTo>
                  <a:lnTo>
                    <a:pt x="169" y="0"/>
                  </a:lnTo>
                  <a:lnTo>
                    <a:pt x="0" y="0"/>
                  </a:lnTo>
                  <a:lnTo>
                    <a:pt x="0"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67" name="Freeform 3578">
              <a:extLst>
                <a:ext uri="{FF2B5EF4-FFF2-40B4-BE49-F238E27FC236}">
                  <a16:creationId xmlns:a16="http://schemas.microsoft.com/office/drawing/2014/main" id="{EC1DF0C3-F9AC-4AF2-BE14-A398929B1E3A}"/>
                </a:ext>
              </a:extLst>
            </p:cNvPr>
            <p:cNvSpPr>
              <a:spLocks/>
            </p:cNvSpPr>
            <p:nvPr/>
          </p:nvSpPr>
          <p:spPr bwMode="auto">
            <a:xfrm>
              <a:off x="11247438" y="5454650"/>
              <a:ext cx="66675" cy="114300"/>
            </a:xfrm>
            <a:custGeom>
              <a:avLst/>
              <a:gdLst>
                <a:gd name="T0" fmla="*/ 0 w 168"/>
                <a:gd name="T1" fmla="*/ 0 h 288"/>
                <a:gd name="T2" fmla="*/ 0 w 168"/>
                <a:gd name="T3" fmla="*/ 95 h 288"/>
                <a:gd name="T4" fmla="*/ 0 w 168"/>
                <a:gd name="T5" fmla="*/ 105 h 288"/>
                <a:gd name="T6" fmla="*/ 1 w 168"/>
                <a:gd name="T7" fmla="*/ 116 h 288"/>
                <a:gd name="T8" fmla="*/ 3 w 168"/>
                <a:gd name="T9" fmla="*/ 123 h 288"/>
                <a:gd name="T10" fmla="*/ 6 w 168"/>
                <a:gd name="T11" fmla="*/ 131 h 288"/>
                <a:gd name="T12" fmla="*/ 10 w 168"/>
                <a:gd name="T13" fmla="*/ 139 h 288"/>
                <a:gd name="T14" fmla="*/ 14 w 168"/>
                <a:gd name="T15" fmla="*/ 144 h 288"/>
                <a:gd name="T16" fmla="*/ 19 w 168"/>
                <a:gd name="T17" fmla="*/ 149 h 288"/>
                <a:gd name="T18" fmla="*/ 24 w 168"/>
                <a:gd name="T19" fmla="*/ 153 h 288"/>
                <a:gd name="T20" fmla="*/ 24 w 168"/>
                <a:gd name="T21" fmla="*/ 288 h 288"/>
                <a:gd name="T22" fmla="*/ 143 w 168"/>
                <a:gd name="T23" fmla="*/ 288 h 288"/>
                <a:gd name="T24" fmla="*/ 143 w 168"/>
                <a:gd name="T25" fmla="*/ 153 h 288"/>
                <a:gd name="T26" fmla="*/ 150 w 168"/>
                <a:gd name="T27" fmla="*/ 149 h 288"/>
                <a:gd name="T28" fmla="*/ 154 w 168"/>
                <a:gd name="T29" fmla="*/ 144 h 288"/>
                <a:gd name="T30" fmla="*/ 158 w 168"/>
                <a:gd name="T31" fmla="*/ 137 h 288"/>
                <a:gd name="T32" fmla="*/ 161 w 168"/>
                <a:gd name="T33" fmla="*/ 130 h 288"/>
                <a:gd name="T34" fmla="*/ 164 w 168"/>
                <a:gd name="T35" fmla="*/ 122 h 288"/>
                <a:gd name="T36" fmla="*/ 167 w 168"/>
                <a:gd name="T37" fmla="*/ 113 h 288"/>
                <a:gd name="T38" fmla="*/ 168 w 168"/>
                <a:gd name="T39" fmla="*/ 104 h 288"/>
                <a:gd name="T40" fmla="*/ 168 w 168"/>
                <a:gd name="T41" fmla="*/ 95 h 288"/>
                <a:gd name="T42" fmla="*/ 168 w 168"/>
                <a:gd name="T43" fmla="*/ 0 h 288"/>
                <a:gd name="T44" fmla="*/ 0 w 168"/>
                <a:gd name="T45"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8" h="288">
                  <a:moveTo>
                    <a:pt x="0" y="0"/>
                  </a:moveTo>
                  <a:lnTo>
                    <a:pt x="0" y="95"/>
                  </a:lnTo>
                  <a:lnTo>
                    <a:pt x="0" y="105"/>
                  </a:lnTo>
                  <a:lnTo>
                    <a:pt x="1" y="116"/>
                  </a:lnTo>
                  <a:lnTo>
                    <a:pt x="3" y="123"/>
                  </a:lnTo>
                  <a:lnTo>
                    <a:pt x="6" y="131"/>
                  </a:lnTo>
                  <a:lnTo>
                    <a:pt x="10" y="139"/>
                  </a:lnTo>
                  <a:lnTo>
                    <a:pt x="14" y="144"/>
                  </a:lnTo>
                  <a:lnTo>
                    <a:pt x="19" y="149"/>
                  </a:lnTo>
                  <a:lnTo>
                    <a:pt x="24" y="153"/>
                  </a:lnTo>
                  <a:lnTo>
                    <a:pt x="24" y="288"/>
                  </a:lnTo>
                  <a:lnTo>
                    <a:pt x="143" y="288"/>
                  </a:lnTo>
                  <a:lnTo>
                    <a:pt x="143" y="153"/>
                  </a:lnTo>
                  <a:lnTo>
                    <a:pt x="150" y="149"/>
                  </a:lnTo>
                  <a:lnTo>
                    <a:pt x="154" y="144"/>
                  </a:lnTo>
                  <a:lnTo>
                    <a:pt x="158" y="137"/>
                  </a:lnTo>
                  <a:lnTo>
                    <a:pt x="161" y="130"/>
                  </a:lnTo>
                  <a:lnTo>
                    <a:pt x="164" y="122"/>
                  </a:lnTo>
                  <a:lnTo>
                    <a:pt x="167" y="113"/>
                  </a:lnTo>
                  <a:lnTo>
                    <a:pt x="168" y="104"/>
                  </a:lnTo>
                  <a:lnTo>
                    <a:pt x="168" y="95"/>
                  </a:lnTo>
                  <a:lnTo>
                    <a:pt x="16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68" name="Freeform 3579">
              <a:extLst>
                <a:ext uri="{FF2B5EF4-FFF2-40B4-BE49-F238E27FC236}">
                  <a16:creationId xmlns:a16="http://schemas.microsoft.com/office/drawing/2014/main" id="{A3775919-0EBE-4A61-8A5E-97ADBF7F22E6}"/>
                </a:ext>
              </a:extLst>
            </p:cNvPr>
            <p:cNvSpPr>
              <a:spLocks/>
            </p:cNvSpPr>
            <p:nvPr/>
          </p:nvSpPr>
          <p:spPr bwMode="auto">
            <a:xfrm>
              <a:off x="11123613" y="5454650"/>
              <a:ext cx="95250" cy="161925"/>
            </a:xfrm>
            <a:custGeom>
              <a:avLst/>
              <a:gdLst>
                <a:gd name="T0" fmla="*/ 0 w 241"/>
                <a:gd name="T1" fmla="*/ 168 h 408"/>
                <a:gd name="T2" fmla="*/ 0 w 241"/>
                <a:gd name="T3" fmla="*/ 182 h 408"/>
                <a:gd name="T4" fmla="*/ 3 w 241"/>
                <a:gd name="T5" fmla="*/ 195 h 408"/>
                <a:gd name="T6" fmla="*/ 7 w 241"/>
                <a:gd name="T7" fmla="*/ 206 h 408"/>
                <a:gd name="T8" fmla="*/ 13 w 241"/>
                <a:gd name="T9" fmla="*/ 216 h 408"/>
                <a:gd name="T10" fmla="*/ 20 w 241"/>
                <a:gd name="T11" fmla="*/ 225 h 408"/>
                <a:gd name="T12" fmla="*/ 27 w 241"/>
                <a:gd name="T13" fmla="*/ 231 h 408"/>
                <a:gd name="T14" fmla="*/ 38 w 241"/>
                <a:gd name="T15" fmla="*/ 236 h 408"/>
                <a:gd name="T16" fmla="*/ 48 w 241"/>
                <a:gd name="T17" fmla="*/ 239 h 408"/>
                <a:gd name="T18" fmla="*/ 48 w 241"/>
                <a:gd name="T19" fmla="*/ 408 h 408"/>
                <a:gd name="T20" fmla="*/ 192 w 241"/>
                <a:gd name="T21" fmla="*/ 408 h 408"/>
                <a:gd name="T22" fmla="*/ 192 w 241"/>
                <a:gd name="T23" fmla="*/ 239 h 408"/>
                <a:gd name="T24" fmla="*/ 203 w 241"/>
                <a:gd name="T25" fmla="*/ 236 h 408"/>
                <a:gd name="T26" fmla="*/ 212 w 241"/>
                <a:gd name="T27" fmla="*/ 231 h 408"/>
                <a:gd name="T28" fmla="*/ 221 w 241"/>
                <a:gd name="T29" fmla="*/ 225 h 408"/>
                <a:gd name="T30" fmla="*/ 228 w 241"/>
                <a:gd name="T31" fmla="*/ 216 h 408"/>
                <a:gd name="T32" fmla="*/ 233 w 241"/>
                <a:gd name="T33" fmla="*/ 206 h 408"/>
                <a:gd name="T34" fmla="*/ 237 w 241"/>
                <a:gd name="T35" fmla="*/ 195 h 408"/>
                <a:gd name="T36" fmla="*/ 239 w 241"/>
                <a:gd name="T37" fmla="*/ 182 h 408"/>
                <a:gd name="T38" fmla="*/ 241 w 241"/>
                <a:gd name="T39" fmla="*/ 168 h 408"/>
                <a:gd name="T40" fmla="*/ 241 w 241"/>
                <a:gd name="T41" fmla="*/ 0 h 408"/>
                <a:gd name="T42" fmla="*/ 0 w 241"/>
                <a:gd name="T43" fmla="*/ 0 h 408"/>
                <a:gd name="T44" fmla="*/ 0 w 241"/>
                <a:gd name="T45" fmla="*/ 16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1" h="408">
                  <a:moveTo>
                    <a:pt x="0" y="168"/>
                  </a:moveTo>
                  <a:lnTo>
                    <a:pt x="0" y="182"/>
                  </a:lnTo>
                  <a:lnTo>
                    <a:pt x="3" y="195"/>
                  </a:lnTo>
                  <a:lnTo>
                    <a:pt x="7" y="206"/>
                  </a:lnTo>
                  <a:lnTo>
                    <a:pt x="13" y="216"/>
                  </a:lnTo>
                  <a:lnTo>
                    <a:pt x="20" y="225"/>
                  </a:lnTo>
                  <a:lnTo>
                    <a:pt x="27" y="231"/>
                  </a:lnTo>
                  <a:lnTo>
                    <a:pt x="38" y="236"/>
                  </a:lnTo>
                  <a:lnTo>
                    <a:pt x="48" y="239"/>
                  </a:lnTo>
                  <a:lnTo>
                    <a:pt x="48" y="408"/>
                  </a:lnTo>
                  <a:lnTo>
                    <a:pt x="192" y="408"/>
                  </a:lnTo>
                  <a:lnTo>
                    <a:pt x="192" y="239"/>
                  </a:lnTo>
                  <a:lnTo>
                    <a:pt x="203" y="236"/>
                  </a:lnTo>
                  <a:lnTo>
                    <a:pt x="212" y="231"/>
                  </a:lnTo>
                  <a:lnTo>
                    <a:pt x="221" y="225"/>
                  </a:lnTo>
                  <a:lnTo>
                    <a:pt x="228" y="216"/>
                  </a:lnTo>
                  <a:lnTo>
                    <a:pt x="233" y="206"/>
                  </a:lnTo>
                  <a:lnTo>
                    <a:pt x="237" y="195"/>
                  </a:lnTo>
                  <a:lnTo>
                    <a:pt x="239" y="182"/>
                  </a:lnTo>
                  <a:lnTo>
                    <a:pt x="241" y="168"/>
                  </a:lnTo>
                  <a:lnTo>
                    <a:pt x="241" y="0"/>
                  </a:lnTo>
                  <a:lnTo>
                    <a:pt x="0" y="0"/>
                  </a:lnTo>
                  <a:lnTo>
                    <a:pt x="0" y="1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69" name="Freeform 3581">
              <a:extLst>
                <a:ext uri="{FF2B5EF4-FFF2-40B4-BE49-F238E27FC236}">
                  <a16:creationId xmlns:a16="http://schemas.microsoft.com/office/drawing/2014/main" id="{E4939921-F4B4-42AC-B980-245C514D7C11}"/>
                </a:ext>
              </a:extLst>
            </p:cNvPr>
            <p:cNvSpPr>
              <a:spLocks/>
            </p:cNvSpPr>
            <p:nvPr/>
          </p:nvSpPr>
          <p:spPr bwMode="auto">
            <a:xfrm>
              <a:off x="11256963" y="5397500"/>
              <a:ext cx="47625" cy="47625"/>
            </a:xfrm>
            <a:custGeom>
              <a:avLst/>
              <a:gdLst>
                <a:gd name="T0" fmla="*/ 60 w 119"/>
                <a:gd name="T1" fmla="*/ 121 h 121"/>
                <a:gd name="T2" fmla="*/ 72 w 119"/>
                <a:gd name="T3" fmla="*/ 119 h 121"/>
                <a:gd name="T4" fmla="*/ 83 w 119"/>
                <a:gd name="T5" fmla="*/ 115 h 121"/>
                <a:gd name="T6" fmla="*/ 94 w 119"/>
                <a:gd name="T7" fmla="*/ 110 h 121"/>
                <a:gd name="T8" fmla="*/ 103 w 119"/>
                <a:gd name="T9" fmla="*/ 103 h 121"/>
                <a:gd name="T10" fmla="*/ 109 w 119"/>
                <a:gd name="T11" fmla="*/ 94 h 121"/>
                <a:gd name="T12" fmla="*/ 116 w 119"/>
                <a:gd name="T13" fmla="*/ 83 h 121"/>
                <a:gd name="T14" fmla="*/ 118 w 119"/>
                <a:gd name="T15" fmla="*/ 72 h 121"/>
                <a:gd name="T16" fmla="*/ 119 w 119"/>
                <a:gd name="T17" fmla="*/ 60 h 121"/>
                <a:gd name="T18" fmla="*/ 118 w 119"/>
                <a:gd name="T19" fmla="*/ 49 h 121"/>
                <a:gd name="T20" fmla="*/ 116 w 119"/>
                <a:gd name="T21" fmla="*/ 37 h 121"/>
                <a:gd name="T22" fmla="*/ 109 w 119"/>
                <a:gd name="T23" fmla="*/ 27 h 121"/>
                <a:gd name="T24" fmla="*/ 103 w 119"/>
                <a:gd name="T25" fmla="*/ 18 h 121"/>
                <a:gd name="T26" fmla="*/ 94 w 119"/>
                <a:gd name="T27" fmla="*/ 10 h 121"/>
                <a:gd name="T28" fmla="*/ 83 w 119"/>
                <a:gd name="T29" fmla="*/ 5 h 121"/>
                <a:gd name="T30" fmla="*/ 72 w 119"/>
                <a:gd name="T31" fmla="*/ 1 h 121"/>
                <a:gd name="T32" fmla="*/ 60 w 119"/>
                <a:gd name="T33" fmla="*/ 0 h 121"/>
                <a:gd name="T34" fmla="*/ 47 w 119"/>
                <a:gd name="T35" fmla="*/ 1 h 121"/>
                <a:gd name="T36" fmla="*/ 36 w 119"/>
                <a:gd name="T37" fmla="*/ 5 h 121"/>
                <a:gd name="T38" fmla="*/ 26 w 119"/>
                <a:gd name="T39" fmla="*/ 10 h 121"/>
                <a:gd name="T40" fmla="*/ 17 w 119"/>
                <a:gd name="T41" fmla="*/ 18 h 121"/>
                <a:gd name="T42" fmla="*/ 10 w 119"/>
                <a:gd name="T43" fmla="*/ 27 h 121"/>
                <a:gd name="T44" fmla="*/ 4 w 119"/>
                <a:gd name="T45" fmla="*/ 37 h 121"/>
                <a:gd name="T46" fmla="*/ 1 w 119"/>
                <a:gd name="T47" fmla="*/ 49 h 121"/>
                <a:gd name="T48" fmla="*/ 0 w 119"/>
                <a:gd name="T49" fmla="*/ 60 h 121"/>
                <a:gd name="T50" fmla="*/ 1 w 119"/>
                <a:gd name="T51" fmla="*/ 72 h 121"/>
                <a:gd name="T52" fmla="*/ 4 w 119"/>
                <a:gd name="T53" fmla="*/ 83 h 121"/>
                <a:gd name="T54" fmla="*/ 10 w 119"/>
                <a:gd name="T55" fmla="*/ 94 h 121"/>
                <a:gd name="T56" fmla="*/ 17 w 119"/>
                <a:gd name="T57" fmla="*/ 103 h 121"/>
                <a:gd name="T58" fmla="*/ 26 w 119"/>
                <a:gd name="T59" fmla="*/ 110 h 121"/>
                <a:gd name="T60" fmla="*/ 36 w 119"/>
                <a:gd name="T61" fmla="*/ 115 h 121"/>
                <a:gd name="T62" fmla="*/ 47 w 119"/>
                <a:gd name="T63" fmla="*/ 119 h 121"/>
                <a:gd name="T64" fmla="*/ 60 w 119"/>
                <a:gd name="T65"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 h="121">
                  <a:moveTo>
                    <a:pt x="60" y="121"/>
                  </a:moveTo>
                  <a:lnTo>
                    <a:pt x="72" y="119"/>
                  </a:lnTo>
                  <a:lnTo>
                    <a:pt x="83" y="115"/>
                  </a:lnTo>
                  <a:lnTo>
                    <a:pt x="94" y="110"/>
                  </a:lnTo>
                  <a:lnTo>
                    <a:pt x="103" y="103"/>
                  </a:lnTo>
                  <a:lnTo>
                    <a:pt x="109" y="94"/>
                  </a:lnTo>
                  <a:lnTo>
                    <a:pt x="116" y="83"/>
                  </a:lnTo>
                  <a:lnTo>
                    <a:pt x="118" y="72"/>
                  </a:lnTo>
                  <a:lnTo>
                    <a:pt x="119" y="60"/>
                  </a:lnTo>
                  <a:lnTo>
                    <a:pt x="118" y="49"/>
                  </a:lnTo>
                  <a:lnTo>
                    <a:pt x="116" y="37"/>
                  </a:lnTo>
                  <a:lnTo>
                    <a:pt x="109" y="27"/>
                  </a:lnTo>
                  <a:lnTo>
                    <a:pt x="103" y="18"/>
                  </a:lnTo>
                  <a:lnTo>
                    <a:pt x="94" y="10"/>
                  </a:lnTo>
                  <a:lnTo>
                    <a:pt x="83" y="5"/>
                  </a:lnTo>
                  <a:lnTo>
                    <a:pt x="72" y="1"/>
                  </a:lnTo>
                  <a:lnTo>
                    <a:pt x="60" y="0"/>
                  </a:lnTo>
                  <a:lnTo>
                    <a:pt x="47" y="1"/>
                  </a:lnTo>
                  <a:lnTo>
                    <a:pt x="36" y="5"/>
                  </a:lnTo>
                  <a:lnTo>
                    <a:pt x="26" y="10"/>
                  </a:lnTo>
                  <a:lnTo>
                    <a:pt x="17" y="18"/>
                  </a:lnTo>
                  <a:lnTo>
                    <a:pt x="10" y="27"/>
                  </a:lnTo>
                  <a:lnTo>
                    <a:pt x="4" y="37"/>
                  </a:lnTo>
                  <a:lnTo>
                    <a:pt x="1" y="49"/>
                  </a:lnTo>
                  <a:lnTo>
                    <a:pt x="0" y="60"/>
                  </a:lnTo>
                  <a:lnTo>
                    <a:pt x="1" y="72"/>
                  </a:lnTo>
                  <a:lnTo>
                    <a:pt x="4" y="83"/>
                  </a:lnTo>
                  <a:lnTo>
                    <a:pt x="10" y="94"/>
                  </a:lnTo>
                  <a:lnTo>
                    <a:pt x="17" y="103"/>
                  </a:lnTo>
                  <a:lnTo>
                    <a:pt x="26" y="110"/>
                  </a:lnTo>
                  <a:lnTo>
                    <a:pt x="36" y="115"/>
                  </a:lnTo>
                  <a:lnTo>
                    <a:pt x="47" y="119"/>
                  </a:lnTo>
                  <a:lnTo>
                    <a:pt x="60"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0" name="Freeform 3582">
              <a:extLst>
                <a:ext uri="{FF2B5EF4-FFF2-40B4-BE49-F238E27FC236}">
                  <a16:creationId xmlns:a16="http://schemas.microsoft.com/office/drawing/2014/main" id="{05FF3285-CFCE-48A9-AB04-DA16775648C2}"/>
                </a:ext>
              </a:extLst>
            </p:cNvPr>
            <p:cNvSpPr>
              <a:spLocks/>
            </p:cNvSpPr>
            <p:nvPr/>
          </p:nvSpPr>
          <p:spPr bwMode="auto">
            <a:xfrm>
              <a:off x="11037888" y="5397500"/>
              <a:ext cx="47625" cy="47625"/>
            </a:xfrm>
            <a:custGeom>
              <a:avLst/>
              <a:gdLst>
                <a:gd name="T0" fmla="*/ 61 w 121"/>
                <a:gd name="T1" fmla="*/ 121 h 121"/>
                <a:gd name="T2" fmla="*/ 72 w 121"/>
                <a:gd name="T3" fmla="*/ 119 h 121"/>
                <a:gd name="T4" fmla="*/ 84 w 121"/>
                <a:gd name="T5" fmla="*/ 115 h 121"/>
                <a:gd name="T6" fmla="*/ 94 w 121"/>
                <a:gd name="T7" fmla="*/ 110 h 121"/>
                <a:gd name="T8" fmla="*/ 103 w 121"/>
                <a:gd name="T9" fmla="*/ 103 h 121"/>
                <a:gd name="T10" fmla="*/ 111 w 121"/>
                <a:gd name="T11" fmla="*/ 94 h 121"/>
                <a:gd name="T12" fmla="*/ 116 w 121"/>
                <a:gd name="T13" fmla="*/ 83 h 121"/>
                <a:gd name="T14" fmla="*/ 120 w 121"/>
                <a:gd name="T15" fmla="*/ 72 h 121"/>
                <a:gd name="T16" fmla="*/ 121 w 121"/>
                <a:gd name="T17" fmla="*/ 60 h 121"/>
                <a:gd name="T18" fmla="*/ 120 w 121"/>
                <a:gd name="T19" fmla="*/ 49 h 121"/>
                <a:gd name="T20" fmla="*/ 116 w 121"/>
                <a:gd name="T21" fmla="*/ 37 h 121"/>
                <a:gd name="T22" fmla="*/ 111 w 121"/>
                <a:gd name="T23" fmla="*/ 27 h 121"/>
                <a:gd name="T24" fmla="*/ 103 w 121"/>
                <a:gd name="T25" fmla="*/ 18 h 121"/>
                <a:gd name="T26" fmla="*/ 94 w 121"/>
                <a:gd name="T27" fmla="*/ 10 h 121"/>
                <a:gd name="T28" fmla="*/ 84 w 121"/>
                <a:gd name="T29" fmla="*/ 5 h 121"/>
                <a:gd name="T30" fmla="*/ 72 w 121"/>
                <a:gd name="T31" fmla="*/ 1 h 121"/>
                <a:gd name="T32" fmla="*/ 61 w 121"/>
                <a:gd name="T33" fmla="*/ 0 h 121"/>
                <a:gd name="T34" fmla="*/ 49 w 121"/>
                <a:gd name="T35" fmla="*/ 1 h 121"/>
                <a:gd name="T36" fmla="*/ 38 w 121"/>
                <a:gd name="T37" fmla="*/ 5 h 121"/>
                <a:gd name="T38" fmla="*/ 27 w 121"/>
                <a:gd name="T39" fmla="*/ 10 h 121"/>
                <a:gd name="T40" fmla="*/ 18 w 121"/>
                <a:gd name="T41" fmla="*/ 18 h 121"/>
                <a:gd name="T42" fmla="*/ 11 w 121"/>
                <a:gd name="T43" fmla="*/ 27 h 121"/>
                <a:gd name="T44" fmla="*/ 6 w 121"/>
                <a:gd name="T45" fmla="*/ 37 h 121"/>
                <a:gd name="T46" fmla="*/ 2 w 121"/>
                <a:gd name="T47" fmla="*/ 49 h 121"/>
                <a:gd name="T48" fmla="*/ 0 w 121"/>
                <a:gd name="T49" fmla="*/ 60 h 121"/>
                <a:gd name="T50" fmla="*/ 2 w 121"/>
                <a:gd name="T51" fmla="*/ 72 h 121"/>
                <a:gd name="T52" fmla="*/ 6 w 121"/>
                <a:gd name="T53" fmla="*/ 83 h 121"/>
                <a:gd name="T54" fmla="*/ 11 w 121"/>
                <a:gd name="T55" fmla="*/ 94 h 121"/>
                <a:gd name="T56" fmla="*/ 18 w 121"/>
                <a:gd name="T57" fmla="*/ 103 h 121"/>
                <a:gd name="T58" fmla="*/ 27 w 121"/>
                <a:gd name="T59" fmla="*/ 110 h 121"/>
                <a:gd name="T60" fmla="*/ 38 w 121"/>
                <a:gd name="T61" fmla="*/ 115 h 121"/>
                <a:gd name="T62" fmla="*/ 49 w 121"/>
                <a:gd name="T63" fmla="*/ 119 h 121"/>
                <a:gd name="T64" fmla="*/ 61 w 121"/>
                <a:gd name="T65"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 h="121">
                  <a:moveTo>
                    <a:pt x="61" y="121"/>
                  </a:moveTo>
                  <a:lnTo>
                    <a:pt x="72" y="119"/>
                  </a:lnTo>
                  <a:lnTo>
                    <a:pt x="84" y="115"/>
                  </a:lnTo>
                  <a:lnTo>
                    <a:pt x="94" y="110"/>
                  </a:lnTo>
                  <a:lnTo>
                    <a:pt x="103" y="103"/>
                  </a:lnTo>
                  <a:lnTo>
                    <a:pt x="111" y="94"/>
                  </a:lnTo>
                  <a:lnTo>
                    <a:pt x="116" y="83"/>
                  </a:lnTo>
                  <a:lnTo>
                    <a:pt x="120" y="72"/>
                  </a:lnTo>
                  <a:lnTo>
                    <a:pt x="121" y="60"/>
                  </a:lnTo>
                  <a:lnTo>
                    <a:pt x="120" y="49"/>
                  </a:lnTo>
                  <a:lnTo>
                    <a:pt x="116" y="37"/>
                  </a:lnTo>
                  <a:lnTo>
                    <a:pt x="111" y="27"/>
                  </a:lnTo>
                  <a:lnTo>
                    <a:pt x="103" y="18"/>
                  </a:lnTo>
                  <a:lnTo>
                    <a:pt x="94" y="10"/>
                  </a:lnTo>
                  <a:lnTo>
                    <a:pt x="84" y="5"/>
                  </a:lnTo>
                  <a:lnTo>
                    <a:pt x="72" y="1"/>
                  </a:lnTo>
                  <a:lnTo>
                    <a:pt x="61" y="0"/>
                  </a:lnTo>
                  <a:lnTo>
                    <a:pt x="49" y="1"/>
                  </a:lnTo>
                  <a:lnTo>
                    <a:pt x="38" y="5"/>
                  </a:lnTo>
                  <a:lnTo>
                    <a:pt x="27" y="10"/>
                  </a:lnTo>
                  <a:lnTo>
                    <a:pt x="18" y="18"/>
                  </a:lnTo>
                  <a:lnTo>
                    <a:pt x="11" y="27"/>
                  </a:lnTo>
                  <a:lnTo>
                    <a:pt x="6" y="37"/>
                  </a:lnTo>
                  <a:lnTo>
                    <a:pt x="2" y="49"/>
                  </a:lnTo>
                  <a:lnTo>
                    <a:pt x="0" y="60"/>
                  </a:lnTo>
                  <a:lnTo>
                    <a:pt x="2" y="72"/>
                  </a:lnTo>
                  <a:lnTo>
                    <a:pt x="6" y="83"/>
                  </a:lnTo>
                  <a:lnTo>
                    <a:pt x="11" y="94"/>
                  </a:lnTo>
                  <a:lnTo>
                    <a:pt x="18" y="103"/>
                  </a:lnTo>
                  <a:lnTo>
                    <a:pt x="27" y="110"/>
                  </a:lnTo>
                  <a:lnTo>
                    <a:pt x="38" y="115"/>
                  </a:lnTo>
                  <a:lnTo>
                    <a:pt x="49" y="119"/>
                  </a:lnTo>
                  <a:lnTo>
                    <a:pt x="61"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1" name="Freeform 3583">
              <a:extLst>
                <a:ext uri="{FF2B5EF4-FFF2-40B4-BE49-F238E27FC236}">
                  <a16:creationId xmlns:a16="http://schemas.microsoft.com/office/drawing/2014/main" id="{EF10A08C-ADBE-4B84-BDFC-DC3D14703E6B}"/>
                </a:ext>
              </a:extLst>
            </p:cNvPr>
            <p:cNvSpPr>
              <a:spLocks/>
            </p:cNvSpPr>
            <p:nvPr/>
          </p:nvSpPr>
          <p:spPr bwMode="auto">
            <a:xfrm>
              <a:off x="11133138" y="5368925"/>
              <a:ext cx="76200" cy="76200"/>
            </a:xfrm>
            <a:custGeom>
              <a:avLst/>
              <a:gdLst>
                <a:gd name="T0" fmla="*/ 106 w 192"/>
                <a:gd name="T1" fmla="*/ 191 h 193"/>
                <a:gd name="T2" fmla="*/ 125 w 192"/>
                <a:gd name="T3" fmla="*/ 187 h 193"/>
                <a:gd name="T4" fmla="*/ 142 w 192"/>
                <a:gd name="T5" fmla="*/ 181 h 193"/>
                <a:gd name="T6" fmla="*/ 158 w 192"/>
                <a:gd name="T7" fmla="*/ 171 h 193"/>
                <a:gd name="T8" fmla="*/ 170 w 192"/>
                <a:gd name="T9" fmla="*/ 158 h 193"/>
                <a:gd name="T10" fmla="*/ 181 w 192"/>
                <a:gd name="T11" fmla="*/ 143 h 193"/>
                <a:gd name="T12" fmla="*/ 188 w 192"/>
                <a:gd name="T13" fmla="*/ 125 h 193"/>
                <a:gd name="T14" fmla="*/ 192 w 192"/>
                <a:gd name="T15" fmla="*/ 107 h 193"/>
                <a:gd name="T16" fmla="*/ 192 w 192"/>
                <a:gd name="T17" fmla="*/ 86 h 193"/>
                <a:gd name="T18" fmla="*/ 188 w 192"/>
                <a:gd name="T19" fmla="*/ 68 h 193"/>
                <a:gd name="T20" fmla="*/ 181 w 192"/>
                <a:gd name="T21" fmla="*/ 50 h 193"/>
                <a:gd name="T22" fmla="*/ 170 w 192"/>
                <a:gd name="T23" fmla="*/ 35 h 193"/>
                <a:gd name="T24" fmla="*/ 158 w 192"/>
                <a:gd name="T25" fmla="*/ 22 h 193"/>
                <a:gd name="T26" fmla="*/ 142 w 192"/>
                <a:gd name="T27" fmla="*/ 12 h 193"/>
                <a:gd name="T28" fmla="*/ 125 w 192"/>
                <a:gd name="T29" fmla="*/ 5 h 193"/>
                <a:gd name="T30" fmla="*/ 106 w 192"/>
                <a:gd name="T31" fmla="*/ 1 h 193"/>
                <a:gd name="T32" fmla="*/ 87 w 192"/>
                <a:gd name="T33" fmla="*/ 1 h 193"/>
                <a:gd name="T34" fmla="*/ 68 w 192"/>
                <a:gd name="T35" fmla="*/ 5 h 193"/>
                <a:gd name="T36" fmla="*/ 51 w 192"/>
                <a:gd name="T37" fmla="*/ 12 h 193"/>
                <a:gd name="T38" fmla="*/ 36 w 192"/>
                <a:gd name="T39" fmla="*/ 22 h 193"/>
                <a:gd name="T40" fmla="*/ 23 w 192"/>
                <a:gd name="T41" fmla="*/ 35 h 193"/>
                <a:gd name="T42" fmla="*/ 11 w 192"/>
                <a:gd name="T43" fmla="*/ 50 h 193"/>
                <a:gd name="T44" fmla="*/ 5 w 192"/>
                <a:gd name="T45" fmla="*/ 68 h 193"/>
                <a:gd name="T46" fmla="*/ 1 w 192"/>
                <a:gd name="T47" fmla="*/ 86 h 193"/>
                <a:gd name="T48" fmla="*/ 1 w 192"/>
                <a:gd name="T49" fmla="*/ 107 h 193"/>
                <a:gd name="T50" fmla="*/ 5 w 192"/>
                <a:gd name="T51" fmla="*/ 125 h 193"/>
                <a:gd name="T52" fmla="*/ 11 w 192"/>
                <a:gd name="T53" fmla="*/ 143 h 193"/>
                <a:gd name="T54" fmla="*/ 23 w 192"/>
                <a:gd name="T55" fmla="*/ 158 h 193"/>
                <a:gd name="T56" fmla="*/ 36 w 192"/>
                <a:gd name="T57" fmla="*/ 171 h 193"/>
                <a:gd name="T58" fmla="*/ 51 w 192"/>
                <a:gd name="T59" fmla="*/ 181 h 193"/>
                <a:gd name="T60" fmla="*/ 68 w 192"/>
                <a:gd name="T61" fmla="*/ 187 h 193"/>
                <a:gd name="T62" fmla="*/ 87 w 192"/>
                <a:gd name="T63" fmla="*/ 19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2" h="193">
                  <a:moveTo>
                    <a:pt x="96" y="193"/>
                  </a:moveTo>
                  <a:lnTo>
                    <a:pt x="106" y="191"/>
                  </a:lnTo>
                  <a:lnTo>
                    <a:pt x="115" y="190"/>
                  </a:lnTo>
                  <a:lnTo>
                    <a:pt x="125" y="187"/>
                  </a:lnTo>
                  <a:lnTo>
                    <a:pt x="133" y="185"/>
                  </a:lnTo>
                  <a:lnTo>
                    <a:pt x="142" y="181"/>
                  </a:lnTo>
                  <a:lnTo>
                    <a:pt x="150" y="176"/>
                  </a:lnTo>
                  <a:lnTo>
                    <a:pt x="158" y="171"/>
                  </a:lnTo>
                  <a:lnTo>
                    <a:pt x="164" y="164"/>
                  </a:lnTo>
                  <a:lnTo>
                    <a:pt x="170" y="158"/>
                  </a:lnTo>
                  <a:lnTo>
                    <a:pt x="176" y="150"/>
                  </a:lnTo>
                  <a:lnTo>
                    <a:pt x="181" y="143"/>
                  </a:lnTo>
                  <a:lnTo>
                    <a:pt x="185" y="134"/>
                  </a:lnTo>
                  <a:lnTo>
                    <a:pt x="188" y="125"/>
                  </a:lnTo>
                  <a:lnTo>
                    <a:pt x="191" y="116"/>
                  </a:lnTo>
                  <a:lnTo>
                    <a:pt x="192" y="107"/>
                  </a:lnTo>
                  <a:lnTo>
                    <a:pt x="192" y="96"/>
                  </a:lnTo>
                  <a:lnTo>
                    <a:pt x="192" y="86"/>
                  </a:lnTo>
                  <a:lnTo>
                    <a:pt x="191" y="77"/>
                  </a:lnTo>
                  <a:lnTo>
                    <a:pt x="188" y="68"/>
                  </a:lnTo>
                  <a:lnTo>
                    <a:pt x="185" y="59"/>
                  </a:lnTo>
                  <a:lnTo>
                    <a:pt x="181" y="50"/>
                  </a:lnTo>
                  <a:lnTo>
                    <a:pt x="176" y="42"/>
                  </a:lnTo>
                  <a:lnTo>
                    <a:pt x="170" y="35"/>
                  </a:lnTo>
                  <a:lnTo>
                    <a:pt x="164" y="28"/>
                  </a:lnTo>
                  <a:lnTo>
                    <a:pt x="158" y="22"/>
                  </a:lnTo>
                  <a:lnTo>
                    <a:pt x="150" y="17"/>
                  </a:lnTo>
                  <a:lnTo>
                    <a:pt x="142" y="12"/>
                  </a:lnTo>
                  <a:lnTo>
                    <a:pt x="133" y="8"/>
                  </a:lnTo>
                  <a:lnTo>
                    <a:pt x="125" y="5"/>
                  </a:lnTo>
                  <a:lnTo>
                    <a:pt x="115" y="3"/>
                  </a:lnTo>
                  <a:lnTo>
                    <a:pt x="106" y="1"/>
                  </a:lnTo>
                  <a:lnTo>
                    <a:pt x="96" y="0"/>
                  </a:lnTo>
                  <a:lnTo>
                    <a:pt x="87" y="1"/>
                  </a:lnTo>
                  <a:lnTo>
                    <a:pt x="77" y="3"/>
                  </a:lnTo>
                  <a:lnTo>
                    <a:pt x="68" y="5"/>
                  </a:lnTo>
                  <a:lnTo>
                    <a:pt x="59" y="8"/>
                  </a:lnTo>
                  <a:lnTo>
                    <a:pt x="51" y="12"/>
                  </a:lnTo>
                  <a:lnTo>
                    <a:pt x="42" y="17"/>
                  </a:lnTo>
                  <a:lnTo>
                    <a:pt x="36" y="22"/>
                  </a:lnTo>
                  <a:lnTo>
                    <a:pt x="28" y="28"/>
                  </a:lnTo>
                  <a:lnTo>
                    <a:pt x="23" y="35"/>
                  </a:lnTo>
                  <a:lnTo>
                    <a:pt x="16" y="42"/>
                  </a:lnTo>
                  <a:lnTo>
                    <a:pt x="11" y="50"/>
                  </a:lnTo>
                  <a:lnTo>
                    <a:pt x="7" y="59"/>
                  </a:lnTo>
                  <a:lnTo>
                    <a:pt x="5" y="68"/>
                  </a:lnTo>
                  <a:lnTo>
                    <a:pt x="2" y="77"/>
                  </a:lnTo>
                  <a:lnTo>
                    <a:pt x="1" y="86"/>
                  </a:lnTo>
                  <a:lnTo>
                    <a:pt x="0" y="96"/>
                  </a:lnTo>
                  <a:lnTo>
                    <a:pt x="1" y="107"/>
                  </a:lnTo>
                  <a:lnTo>
                    <a:pt x="2" y="116"/>
                  </a:lnTo>
                  <a:lnTo>
                    <a:pt x="5" y="125"/>
                  </a:lnTo>
                  <a:lnTo>
                    <a:pt x="7" y="134"/>
                  </a:lnTo>
                  <a:lnTo>
                    <a:pt x="11" y="143"/>
                  </a:lnTo>
                  <a:lnTo>
                    <a:pt x="16" y="150"/>
                  </a:lnTo>
                  <a:lnTo>
                    <a:pt x="23" y="158"/>
                  </a:lnTo>
                  <a:lnTo>
                    <a:pt x="28" y="164"/>
                  </a:lnTo>
                  <a:lnTo>
                    <a:pt x="36" y="171"/>
                  </a:lnTo>
                  <a:lnTo>
                    <a:pt x="42" y="176"/>
                  </a:lnTo>
                  <a:lnTo>
                    <a:pt x="51" y="181"/>
                  </a:lnTo>
                  <a:lnTo>
                    <a:pt x="59" y="185"/>
                  </a:lnTo>
                  <a:lnTo>
                    <a:pt x="68" y="187"/>
                  </a:lnTo>
                  <a:lnTo>
                    <a:pt x="77" y="190"/>
                  </a:lnTo>
                  <a:lnTo>
                    <a:pt x="87" y="191"/>
                  </a:lnTo>
                  <a:lnTo>
                    <a:pt x="96" y="1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sp>
        <p:nvSpPr>
          <p:cNvPr id="72" name="Freeform 1348">
            <a:extLst>
              <a:ext uri="{FF2B5EF4-FFF2-40B4-BE49-F238E27FC236}">
                <a16:creationId xmlns:a16="http://schemas.microsoft.com/office/drawing/2014/main" id="{F2665AE4-BF76-42CB-83EF-8BE2BD15BF02}"/>
              </a:ext>
            </a:extLst>
          </p:cNvPr>
          <p:cNvSpPr>
            <a:spLocks noEditPoints="1"/>
          </p:cNvSpPr>
          <p:nvPr/>
        </p:nvSpPr>
        <p:spPr bwMode="auto">
          <a:xfrm>
            <a:off x="4771231" y="4415670"/>
            <a:ext cx="287338" cy="285750"/>
          </a:xfrm>
          <a:custGeom>
            <a:avLst/>
            <a:gdLst>
              <a:gd name="T0" fmla="*/ 399 w 904"/>
              <a:gd name="T1" fmla="*/ 62 h 902"/>
              <a:gd name="T2" fmla="*/ 198 w 904"/>
              <a:gd name="T3" fmla="*/ 433 h 902"/>
              <a:gd name="T4" fmla="*/ 803 w 904"/>
              <a:gd name="T5" fmla="*/ 872 h 902"/>
              <a:gd name="T6" fmla="*/ 854 w 904"/>
              <a:gd name="T7" fmla="*/ 813 h 902"/>
              <a:gd name="T8" fmla="*/ 869 w 904"/>
              <a:gd name="T9" fmla="*/ 777 h 902"/>
              <a:gd name="T10" fmla="*/ 873 w 904"/>
              <a:gd name="T11" fmla="*/ 736 h 902"/>
              <a:gd name="T12" fmla="*/ 866 w 904"/>
              <a:gd name="T13" fmla="*/ 357 h 902"/>
              <a:gd name="T14" fmla="*/ 836 w 904"/>
              <a:gd name="T15" fmla="*/ 301 h 902"/>
              <a:gd name="T16" fmla="*/ 786 w 904"/>
              <a:gd name="T17" fmla="*/ 260 h 902"/>
              <a:gd name="T18" fmla="*/ 724 w 904"/>
              <a:gd name="T19" fmla="*/ 240 h 902"/>
              <a:gd name="T20" fmla="*/ 461 w 904"/>
              <a:gd name="T21" fmla="*/ 143 h 902"/>
              <a:gd name="T22" fmla="*/ 411 w 904"/>
              <a:gd name="T23" fmla="*/ 115 h 902"/>
              <a:gd name="T24" fmla="*/ 453 w 904"/>
              <a:gd name="T25" fmla="*/ 80 h 902"/>
              <a:gd name="T26" fmla="*/ 467 w 904"/>
              <a:gd name="T27" fmla="*/ 70 h 902"/>
              <a:gd name="T28" fmla="*/ 463 w 904"/>
              <a:gd name="T29" fmla="*/ 54 h 902"/>
              <a:gd name="T30" fmla="*/ 351 w 904"/>
              <a:gd name="T31" fmla="*/ 13 h 902"/>
              <a:gd name="T32" fmla="*/ 309 w 904"/>
              <a:gd name="T33" fmla="*/ 0 h 902"/>
              <a:gd name="T34" fmla="*/ 295 w 904"/>
              <a:gd name="T35" fmla="*/ 16 h 902"/>
              <a:gd name="T36" fmla="*/ 327 w 904"/>
              <a:gd name="T37" fmla="*/ 36 h 902"/>
              <a:gd name="T38" fmla="*/ 260 w 904"/>
              <a:gd name="T39" fmla="*/ 65 h 902"/>
              <a:gd name="T40" fmla="*/ 138 w 904"/>
              <a:gd name="T41" fmla="*/ 403 h 902"/>
              <a:gd name="T42" fmla="*/ 169 w 904"/>
              <a:gd name="T43" fmla="*/ 424 h 902"/>
              <a:gd name="T44" fmla="*/ 141 w 904"/>
              <a:gd name="T45" fmla="*/ 533 h 902"/>
              <a:gd name="T46" fmla="*/ 223 w 904"/>
              <a:gd name="T47" fmla="*/ 562 h 902"/>
              <a:gd name="T48" fmla="*/ 237 w 904"/>
              <a:gd name="T49" fmla="*/ 552 h 902"/>
              <a:gd name="T50" fmla="*/ 332 w 904"/>
              <a:gd name="T51" fmla="*/ 481 h 902"/>
              <a:gd name="T52" fmla="*/ 346 w 904"/>
              <a:gd name="T53" fmla="*/ 470 h 902"/>
              <a:gd name="T54" fmla="*/ 507 w 904"/>
              <a:gd name="T55" fmla="*/ 419 h 902"/>
              <a:gd name="T56" fmla="*/ 600 w 904"/>
              <a:gd name="T57" fmla="*/ 421 h 902"/>
              <a:gd name="T58" fmla="*/ 643 w 904"/>
              <a:gd name="T59" fmla="*/ 433 h 902"/>
              <a:gd name="T60" fmla="*/ 673 w 904"/>
              <a:gd name="T61" fmla="*/ 464 h 902"/>
              <a:gd name="T62" fmla="*/ 689 w 904"/>
              <a:gd name="T63" fmla="*/ 510 h 902"/>
              <a:gd name="T64" fmla="*/ 692 w 904"/>
              <a:gd name="T65" fmla="*/ 631 h 902"/>
              <a:gd name="T66" fmla="*/ 686 w 904"/>
              <a:gd name="T67" fmla="*/ 683 h 902"/>
              <a:gd name="T68" fmla="*/ 667 w 904"/>
              <a:gd name="T69" fmla="*/ 721 h 902"/>
              <a:gd name="T70" fmla="*/ 634 w 904"/>
              <a:gd name="T71" fmla="*/ 744 h 902"/>
              <a:gd name="T72" fmla="*/ 587 w 904"/>
              <a:gd name="T73" fmla="*/ 751 h 902"/>
              <a:gd name="T74" fmla="*/ 353 w 904"/>
              <a:gd name="T75" fmla="*/ 660 h 902"/>
              <a:gd name="T76" fmla="*/ 361 w 904"/>
              <a:gd name="T77" fmla="*/ 641 h 902"/>
              <a:gd name="T78" fmla="*/ 212 w 904"/>
              <a:gd name="T79" fmla="*/ 631 h 902"/>
              <a:gd name="T80" fmla="*/ 5 w 904"/>
              <a:gd name="T81" fmla="*/ 636 h 902"/>
              <a:gd name="T82" fmla="*/ 5 w 904"/>
              <a:gd name="T83" fmla="*/ 657 h 902"/>
              <a:gd name="T84" fmla="*/ 91 w 904"/>
              <a:gd name="T85" fmla="*/ 872 h 902"/>
              <a:gd name="T86" fmla="*/ 2 w 904"/>
              <a:gd name="T87" fmla="*/ 881 h 902"/>
              <a:gd name="T88" fmla="*/ 10 w 904"/>
              <a:gd name="T89" fmla="*/ 901 h 902"/>
              <a:gd name="T90" fmla="*/ 888 w 904"/>
              <a:gd name="T91" fmla="*/ 902 h 902"/>
              <a:gd name="T92" fmla="*/ 904 w 904"/>
              <a:gd name="T93" fmla="*/ 886 h 902"/>
              <a:gd name="T94" fmla="*/ 888 w 904"/>
              <a:gd name="T95" fmla="*/ 872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04" h="902">
                <a:moveTo>
                  <a:pt x="383" y="104"/>
                </a:moveTo>
                <a:lnTo>
                  <a:pt x="339" y="90"/>
                </a:lnTo>
                <a:lnTo>
                  <a:pt x="355" y="47"/>
                </a:lnTo>
                <a:lnTo>
                  <a:pt x="399" y="62"/>
                </a:lnTo>
                <a:lnTo>
                  <a:pt x="383" y="104"/>
                </a:lnTo>
                <a:close/>
                <a:moveTo>
                  <a:pt x="213" y="527"/>
                </a:moveTo>
                <a:lnTo>
                  <a:pt x="170" y="512"/>
                </a:lnTo>
                <a:lnTo>
                  <a:pt x="198" y="433"/>
                </a:lnTo>
                <a:lnTo>
                  <a:pt x="241" y="449"/>
                </a:lnTo>
                <a:lnTo>
                  <a:pt x="213" y="527"/>
                </a:lnTo>
                <a:close/>
                <a:moveTo>
                  <a:pt x="888" y="872"/>
                </a:moveTo>
                <a:lnTo>
                  <a:pt x="803" y="872"/>
                </a:lnTo>
                <a:lnTo>
                  <a:pt x="818" y="859"/>
                </a:lnTo>
                <a:lnTo>
                  <a:pt x="832" y="846"/>
                </a:lnTo>
                <a:lnTo>
                  <a:pt x="843" y="830"/>
                </a:lnTo>
                <a:lnTo>
                  <a:pt x="854" y="813"/>
                </a:lnTo>
                <a:lnTo>
                  <a:pt x="858" y="805"/>
                </a:lnTo>
                <a:lnTo>
                  <a:pt x="862" y="796"/>
                </a:lnTo>
                <a:lnTo>
                  <a:pt x="865" y="787"/>
                </a:lnTo>
                <a:lnTo>
                  <a:pt x="869" y="777"/>
                </a:lnTo>
                <a:lnTo>
                  <a:pt x="870" y="767"/>
                </a:lnTo>
                <a:lnTo>
                  <a:pt x="872" y="757"/>
                </a:lnTo>
                <a:lnTo>
                  <a:pt x="873" y="747"/>
                </a:lnTo>
                <a:lnTo>
                  <a:pt x="873" y="736"/>
                </a:lnTo>
                <a:lnTo>
                  <a:pt x="873" y="405"/>
                </a:lnTo>
                <a:lnTo>
                  <a:pt x="872" y="388"/>
                </a:lnTo>
                <a:lnTo>
                  <a:pt x="870" y="373"/>
                </a:lnTo>
                <a:lnTo>
                  <a:pt x="866" y="357"/>
                </a:lnTo>
                <a:lnTo>
                  <a:pt x="860" y="341"/>
                </a:lnTo>
                <a:lnTo>
                  <a:pt x="853" y="326"/>
                </a:lnTo>
                <a:lnTo>
                  <a:pt x="844" y="313"/>
                </a:lnTo>
                <a:lnTo>
                  <a:pt x="836" y="301"/>
                </a:lnTo>
                <a:lnTo>
                  <a:pt x="825" y="289"/>
                </a:lnTo>
                <a:lnTo>
                  <a:pt x="813" y="278"/>
                </a:lnTo>
                <a:lnTo>
                  <a:pt x="801" y="268"/>
                </a:lnTo>
                <a:lnTo>
                  <a:pt x="786" y="260"/>
                </a:lnTo>
                <a:lnTo>
                  <a:pt x="771" y="252"/>
                </a:lnTo>
                <a:lnTo>
                  <a:pt x="757" y="248"/>
                </a:lnTo>
                <a:lnTo>
                  <a:pt x="741" y="243"/>
                </a:lnTo>
                <a:lnTo>
                  <a:pt x="724" y="240"/>
                </a:lnTo>
                <a:lnTo>
                  <a:pt x="708" y="240"/>
                </a:lnTo>
                <a:lnTo>
                  <a:pt x="428" y="240"/>
                </a:lnTo>
                <a:lnTo>
                  <a:pt x="459" y="148"/>
                </a:lnTo>
                <a:lnTo>
                  <a:pt x="461" y="143"/>
                </a:lnTo>
                <a:lnTo>
                  <a:pt x="459" y="136"/>
                </a:lnTo>
                <a:lnTo>
                  <a:pt x="456" y="132"/>
                </a:lnTo>
                <a:lnTo>
                  <a:pt x="451" y="129"/>
                </a:lnTo>
                <a:lnTo>
                  <a:pt x="411" y="115"/>
                </a:lnTo>
                <a:lnTo>
                  <a:pt x="427" y="71"/>
                </a:lnTo>
                <a:lnTo>
                  <a:pt x="448" y="79"/>
                </a:lnTo>
                <a:lnTo>
                  <a:pt x="451" y="80"/>
                </a:lnTo>
                <a:lnTo>
                  <a:pt x="453" y="80"/>
                </a:lnTo>
                <a:lnTo>
                  <a:pt x="458" y="80"/>
                </a:lnTo>
                <a:lnTo>
                  <a:pt x="462" y="78"/>
                </a:lnTo>
                <a:lnTo>
                  <a:pt x="465" y="74"/>
                </a:lnTo>
                <a:lnTo>
                  <a:pt x="467" y="70"/>
                </a:lnTo>
                <a:lnTo>
                  <a:pt x="468" y="64"/>
                </a:lnTo>
                <a:lnTo>
                  <a:pt x="467" y="58"/>
                </a:lnTo>
                <a:lnTo>
                  <a:pt x="465" y="56"/>
                </a:lnTo>
                <a:lnTo>
                  <a:pt x="463" y="54"/>
                </a:lnTo>
                <a:lnTo>
                  <a:pt x="461" y="53"/>
                </a:lnTo>
                <a:lnTo>
                  <a:pt x="458" y="52"/>
                </a:lnTo>
                <a:lnTo>
                  <a:pt x="402" y="30"/>
                </a:lnTo>
                <a:lnTo>
                  <a:pt x="351" y="13"/>
                </a:lnTo>
                <a:lnTo>
                  <a:pt x="351" y="13"/>
                </a:lnTo>
                <a:lnTo>
                  <a:pt x="351" y="13"/>
                </a:lnTo>
                <a:lnTo>
                  <a:pt x="315" y="1"/>
                </a:lnTo>
                <a:lnTo>
                  <a:pt x="309" y="0"/>
                </a:lnTo>
                <a:lnTo>
                  <a:pt x="304" y="1"/>
                </a:lnTo>
                <a:lnTo>
                  <a:pt x="299" y="5"/>
                </a:lnTo>
                <a:lnTo>
                  <a:pt x="295" y="10"/>
                </a:lnTo>
                <a:lnTo>
                  <a:pt x="295" y="16"/>
                </a:lnTo>
                <a:lnTo>
                  <a:pt x="297" y="22"/>
                </a:lnTo>
                <a:lnTo>
                  <a:pt x="300" y="27"/>
                </a:lnTo>
                <a:lnTo>
                  <a:pt x="305" y="29"/>
                </a:lnTo>
                <a:lnTo>
                  <a:pt x="327" y="36"/>
                </a:lnTo>
                <a:lnTo>
                  <a:pt x="311" y="80"/>
                </a:lnTo>
                <a:lnTo>
                  <a:pt x="272" y="65"/>
                </a:lnTo>
                <a:lnTo>
                  <a:pt x="266" y="64"/>
                </a:lnTo>
                <a:lnTo>
                  <a:pt x="260" y="65"/>
                </a:lnTo>
                <a:lnTo>
                  <a:pt x="255" y="69"/>
                </a:lnTo>
                <a:lnTo>
                  <a:pt x="253" y="74"/>
                </a:lnTo>
                <a:lnTo>
                  <a:pt x="139" y="396"/>
                </a:lnTo>
                <a:lnTo>
                  <a:pt x="138" y="403"/>
                </a:lnTo>
                <a:lnTo>
                  <a:pt x="140" y="408"/>
                </a:lnTo>
                <a:lnTo>
                  <a:pt x="142" y="413"/>
                </a:lnTo>
                <a:lnTo>
                  <a:pt x="149" y="416"/>
                </a:lnTo>
                <a:lnTo>
                  <a:pt x="169" y="424"/>
                </a:lnTo>
                <a:lnTo>
                  <a:pt x="136" y="517"/>
                </a:lnTo>
                <a:lnTo>
                  <a:pt x="136" y="522"/>
                </a:lnTo>
                <a:lnTo>
                  <a:pt x="138" y="528"/>
                </a:lnTo>
                <a:lnTo>
                  <a:pt x="141" y="533"/>
                </a:lnTo>
                <a:lnTo>
                  <a:pt x="146" y="536"/>
                </a:lnTo>
                <a:lnTo>
                  <a:pt x="218" y="562"/>
                </a:lnTo>
                <a:lnTo>
                  <a:pt x="220" y="562"/>
                </a:lnTo>
                <a:lnTo>
                  <a:pt x="223" y="562"/>
                </a:lnTo>
                <a:lnTo>
                  <a:pt x="226" y="562"/>
                </a:lnTo>
                <a:lnTo>
                  <a:pt x="229" y="560"/>
                </a:lnTo>
                <a:lnTo>
                  <a:pt x="234" y="557"/>
                </a:lnTo>
                <a:lnTo>
                  <a:pt x="237" y="552"/>
                </a:lnTo>
                <a:lnTo>
                  <a:pt x="270" y="459"/>
                </a:lnTo>
                <a:lnTo>
                  <a:pt x="327" y="479"/>
                </a:lnTo>
                <a:lnTo>
                  <a:pt x="329" y="481"/>
                </a:lnTo>
                <a:lnTo>
                  <a:pt x="332" y="481"/>
                </a:lnTo>
                <a:lnTo>
                  <a:pt x="337" y="479"/>
                </a:lnTo>
                <a:lnTo>
                  <a:pt x="340" y="477"/>
                </a:lnTo>
                <a:lnTo>
                  <a:pt x="344" y="475"/>
                </a:lnTo>
                <a:lnTo>
                  <a:pt x="346" y="470"/>
                </a:lnTo>
                <a:lnTo>
                  <a:pt x="401" y="316"/>
                </a:lnTo>
                <a:lnTo>
                  <a:pt x="502" y="416"/>
                </a:lnTo>
                <a:lnTo>
                  <a:pt x="504" y="417"/>
                </a:lnTo>
                <a:lnTo>
                  <a:pt x="507" y="419"/>
                </a:lnTo>
                <a:lnTo>
                  <a:pt x="509" y="420"/>
                </a:lnTo>
                <a:lnTo>
                  <a:pt x="512" y="420"/>
                </a:lnTo>
                <a:lnTo>
                  <a:pt x="587" y="420"/>
                </a:lnTo>
                <a:lnTo>
                  <a:pt x="600" y="421"/>
                </a:lnTo>
                <a:lnTo>
                  <a:pt x="612" y="422"/>
                </a:lnTo>
                <a:lnTo>
                  <a:pt x="623" y="425"/>
                </a:lnTo>
                <a:lnTo>
                  <a:pt x="634" y="428"/>
                </a:lnTo>
                <a:lnTo>
                  <a:pt x="643" y="433"/>
                </a:lnTo>
                <a:lnTo>
                  <a:pt x="652" y="439"/>
                </a:lnTo>
                <a:lnTo>
                  <a:pt x="660" y="447"/>
                </a:lnTo>
                <a:lnTo>
                  <a:pt x="667" y="454"/>
                </a:lnTo>
                <a:lnTo>
                  <a:pt x="673" y="464"/>
                </a:lnTo>
                <a:lnTo>
                  <a:pt x="678" y="473"/>
                </a:lnTo>
                <a:lnTo>
                  <a:pt x="683" y="484"/>
                </a:lnTo>
                <a:lnTo>
                  <a:pt x="686" y="496"/>
                </a:lnTo>
                <a:lnTo>
                  <a:pt x="689" y="510"/>
                </a:lnTo>
                <a:lnTo>
                  <a:pt x="691" y="524"/>
                </a:lnTo>
                <a:lnTo>
                  <a:pt x="692" y="539"/>
                </a:lnTo>
                <a:lnTo>
                  <a:pt x="692" y="556"/>
                </a:lnTo>
                <a:lnTo>
                  <a:pt x="692" y="631"/>
                </a:lnTo>
                <a:lnTo>
                  <a:pt x="692" y="646"/>
                </a:lnTo>
                <a:lnTo>
                  <a:pt x="691" y="659"/>
                </a:lnTo>
                <a:lnTo>
                  <a:pt x="689" y="672"/>
                </a:lnTo>
                <a:lnTo>
                  <a:pt x="686" y="683"/>
                </a:lnTo>
                <a:lnTo>
                  <a:pt x="683" y="694"/>
                </a:lnTo>
                <a:lnTo>
                  <a:pt x="678" y="704"/>
                </a:lnTo>
                <a:lnTo>
                  <a:pt x="673" y="714"/>
                </a:lnTo>
                <a:lnTo>
                  <a:pt x="667" y="721"/>
                </a:lnTo>
                <a:lnTo>
                  <a:pt x="660" y="728"/>
                </a:lnTo>
                <a:lnTo>
                  <a:pt x="652" y="734"/>
                </a:lnTo>
                <a:lnTo>
                  <a:pt x="643" y="739"/>
                </a:lnTo>
                <a:lnTo>
                  <a:pt x="634" y="744"/>
                </a:lnTo>
                <a:lnTo>
                  <a:pt x="623" y="747"/>
                </a:lnTo>
                <a:lnTo>
                  <a:pt x="612" y="749"/>
                </a:lnTo>
                <a:lnTo>
                  <a:pt x="600" y="750"/>
                </a:lnTo>
                <a:lnTo>
                  <a:pt x="587" y="751"/>
                </a:lnTo>
                <a:lnTo>
                  <a:pt x="295" y="751"/>
                </a:lnTo>
                <a:lnTo>
                  <a:pt x="238" y="660"/>
                </a:lnTo>
                <a:lnTo>
                  <a:pt x="346" y="660"/>
                </a:lnTo>
                <a:lnTo>
                  <a:pt x="353" y="660"/>
                </a:lnTo>
                <a:lnTo>
                  <a:pt x="357" y="657"/>
                </a:lnTo>
                <a:lnTo>
                  <a:pt x="361" y="652"/>
                </a:lnTo>
                <a:lnTo>
                  <a:pt x="362" y="646"/>
                </a:lnTo>
                <a:lnTo>
                  <a:pt x="361" y="641"/>
                </a:lnTo>
                <a:lnTo>
                  <a:pt x="357" y="636"/>
                </a:lnTo>
                <a:lnTo>
                  <a:pt x="353" y="632"/>
                </a:lnTo>
                <a:lnTo>
                  <a:pt x="346" y="631"/>
                </a:lnTo>
                <a:lnTo>
                  <a:pt x="212" y="631"/>
                </a:lnTo>
                <a:lnTo>
                  <a:pt x="106" y="631"/>
                </a:lnTo>
                <a:lnTo>
                  <a:pt x="16" y="631"/>
                </a:lnTo>
                <a:lnTo>
                  <a:pt x="10" y="632"/>
                </a:lnTo>
                <a:lnTo>
                  <a:pt x="5" y="636"/>
                </a:lnTo>
                <a:lnTo>
                  <a:pt x="2" y="641"/>
                </a:lnTo>
                <a:lnTo>
                  <a:pt x="0" y="646"/>
                </a:lnTo>
                <a:lnTo>
                  <a:pt x="2" y="652"/>
                </a:lnTo>
                <a:lnTo>
                  <a:pt x="5" y="657"/>
                </a:lnTo>
                <a:lnTo>
                  <a:pt x="10" y="660"/>
                </a:lnTo>
                <a:lnTo>
                  <a:pt x="16" y="660"/>
                </a:lnTo>
                <a:lnTo>
                  <a:pt x="91" y="660"/>
                </a:lnTo>
                <a:lnTo>
                  <a:pt x="91" y="872"/>
                </a:lnTo>
                <a:lnTo>
                  <a:pt x="16" y="872"/>
                </a:lnTo>
                <a:lnTo>
                  <a:pt x="10" y="873"/>
                </a:lnTo>
                <a:lnTo>
                  <a:pt x="5" y="876"/>
                </a:lnTo>
                <a:lnTo>
                  <a:pt x="2" y="881"/>
                </a:lnTo>
                <a:lnTo>
                  <a:pt x="0" y="886"/>
                </a:lnTo>
                <a:lnTo>
                  <a:pt x="2" y="892"/>
                </a:lnTo>
                <a:lnTo>
                  <a:pt x="5" y="897"/>
                </a:lnTo>
                <a:lnTo>
                  <a:pt x="10" y="901"/>
                </a:lnTo>
                <a:lnTo>
                  <a:pt x="16" y="902"/>
                </a:lnTo>
                <a:lnTo>
                  <a:pt x="678" y="902"/>
                </a:lnTo>
                <a:lnTo>
                  <a:pt x="708" y="902"/>
                </a:lnTo>
                <a:lnTo>
                  <a:pt x="888" y="902"/>
                </a:lnTo>
                <a:lnTo>
                  <a:pt x="894" y="901"/>
                </a:lnTo>
                <a:lnTo>
                  <a:pt x="899" y="897"/>
                </a:lnTo>
                <a:lnTo>
                  <a:pt x="902" y="892"/>
                </a:lnTo>
                <a:lnTo>
                  <a:pt x="904" y="886"/>
                </a:lnTo>
                <a:lnTo>
                  <a:pt x="902" y="881"/>
                </a:lnTo>
                <a:lnTo>
                  <a:pt x="899" y="876"/>
                </a:lnTo>
                <a:lnTo>
                  <a:pt x="894" y="873"/>
                </a:lnTo>
                <a:lnTo>
                  <a:pt x="888" y="8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nvGrpSpPr>
          <p:cNvPr id="73" name="Group 72">
            <a:extLst>
              <a:ext uri="{FF2B5EF4-FFF2-40B4-BE49-F238E27FC236}">
                <a16:creationId xmlns:a16="http://schemas.microsoft.com/office/drawing/2014/main" id="{A4276CFE-5C68-44CA-88D9-71E4D82CF5E7}"/>
              </a:ext>
            </a:extLst>
          </p:cNvPr>
          <p:cNvGrpSpPr/>
          <p:nvPr/>
        </p:nvGrpSpPr>
        <p:grpSpPr>
          <a:xfrm>
            <a:off x="1686719" y="4415670"/>
            <a:ext cx="285750" cy="287338"/>
            <a:chOff x="3746500" y="1344613"/>
            <a:chExt cx="285750" cy="287338"/>
          </a:xfrm>
          <a:solidFill>
            <a:schemeClr val="bg1"/>
          </a:solidFill>
        </p:grpSpPr>
        <p:sp>
          <p:nvSpPr>
            <p:cNvPr id="74" name="Freeform 497">
              <a:extLst>
                <a:ext uri="{FF2B5EF4-FFF2-40B4-BE49-F238E27FC236}">
                  <a16:creationId xmlns:a16="http://schemas.microsoft.com/office/drawing/2014/main" id="{F9F4B5FA-8C8D-432C-9B6C-6DD3AB3AC97C}"/>
                </a:ext>
              </a:extLst>
            </p:cNvPr>
            <p:cNvSpPr>
              <a:spLocks/>
            </p:cNvSpPr>
            <p:nvPr/>
          </p:nvSpPr>
          <p:spPr bwMode="auto">
            <a:xfrm>
              <a:off x="3746500" y="1344613"/>
              <a:ext cx="285750" cy="182563"/>
            </a:xfrm>
            <a:custGeom>
              <a:avLst/>
              <a:gdLst>
                <a:gd name="T0" fmla="*/ 0 w 903"/>
                <a:gd name="T1" fmla="*/ 0 h 573"/>
                <a:gd name="T2" fmla="*/ 0 w 903"/>
                <a:gd name="T3" fmla="*/ 467 h 573"/>
                <a:gd name="T4" fmla="*/ 1 w 903"/>
                <a:gd name="T5" fmla="*/ 459 h 573"/>
                <a:gd name="T6" fmla="*/ 2 w 903"/>
                <a:gd name="T7" fmla="*/ 453 h 573"/>
                <a:gd name="T8" fmla="*/ 5 w 903"/>
                <a:gd name="T9" fmla="*/ 446 h 573"/>
                <a:gd name="T10" fmla="*/ 8 w 903"/>
                <a:gd name="T11" fmla="*/ 440 h 573"/>
                <a:gd name="T12" fmla="*/ 12 w 903"/>
                <a:gd name="T13" fmla="*/ 434 h 573"/>
                <a:gd name="T14" fmla="*/ 18 w 903"/>
                <a:gd name="T15" fmla="*/ 428 h 573"/>
                <a:gd name="T16" fmla="*/ 23 w 903"/>
                <a:gd name="T17" fmla="*/ 423 h 573"/>
                <a:gd name="T18" fmla="*/ 30 w 903"/>
                <a:gd name="T19" fmla="*/ 419 h 573"/>
                <a:gd name="T20" fmla="*/ 30 w 903"/>
                <a:gd name="T21" fmla="*/ 30 h 573"/>
                <a:gd name="T22" fmla="*/ 873 w 903"/>
                <a:gd name="T23" fmla="*/ 30 h 573"/>
                <a:gd name="T24" fmla="*/ 873 w 903"/>
                <a:gd name="T25" fmla="*/ 543 h 573"/>
                <a:gd name="T26" fmla="*/ 481 w 903"/>
                <a:gd name="T27" fmla="*/ 543 h 573"/>
                <a:gd name="T28" fmla="*/ 481 w 903"/>
                <a:gd name="T29" fmla="*/ 573 h 573"/>
                <a:gd name="T30" fmla="*/ 903 w 903"/>
                <a:gd name="T31" fmla="*/ 573 h 573"/>
                <a:gd name="T32" fmla="*/ 903 w 903"/>
                <a:gd name="T33" fmla="*/ 0 h 573"/>
                <a:gd name="T34" fmla="*/ 0 w 903"/>
                <a:gd name="T35" fmla="*/ 0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3" h="573">
                  <a:moveTo>
                    <a:pt x="0" y="0"/>
                  </a:moveTo>
                  <a:lnTo>
                    <a:pt x="0" y="467"/>
                  </a:lnTo>
                  <a:lnTo>
                    <a:pt x="1" y="459"/>
                  </a:lnTo>
                  <a:lnTo>
                    <a:pt x="2" y="453"/>
                  </a:lnTo>
                  <a:lnTo>
                    <a:pt x="5" y="446"/>
                  </a:lnTo>
                  <a:lnTo>
                    <a:pt x="8" y="440"/>
                  </a:lnTo>
                  <a:lnTo>
                    <a:pt x="12" y="434"/>
                  </a:lnTo>
                  <a:lnTo>
                    <a:pt x="18" y="428"/>
                  </a:lnTo>
                  <a:lnTo>
                    <a:pt x="23" y="423"/>
                  </a:lnTo>
                  <a:lnTo>
                    <a:pt x="30" y="419"/>
                  </a:lnTo>
                  <a:lnTo>
                    <a:pt x="30" y="30"/>
                  </a:lnTo>
                  <a:lnTo>
                    <a:pt x="873" y="30"/>
                  </a:lnTo>
                  <a:lnTo>
                    <a:pt x="873" y="543"/>
                  </a:lnTo>
                  <a:lnTo>
                    <a:pt x="481" y="543"/>
                  </a:lnTo>
                  <a:lnTo>
                    <a:pt x="481" y="573"/>
                  </a:lnTo>
                  <a:lnTo>
                    <a:pt x="903" y="573"/>
                  </a:lnTo>
                  <a:lnTo>
                    <a:pt x="90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5" name="Freeform 498">
              <a:extLst>
                <a:ext uri="{FF2B5EF4-FFF2-40B4-BE49-F238E27FC236}">
                  <a16:creationId xmlns:a16="http://schemas.microsoft.com/office/drawing/2014/main" id="{1CF867CF-BB3F-47D9-AA40-7A20299A4529}"/>
                </a:ext>
              </a:extLst>
            </p:cNvPr>
            <p:cNvSpPr>
              <a:spLocks noEditPoints="1"/>
            </p:cNvSpPr>
            <p:nvPr/>
          </p:nvSpPr>
          <p:spPr bwMode="auto">
            <a:xfrm>
              <a:off x="3775075" y="1373188"/>
              <a:ext cx="228600" cy="125413"/>
            </a:xfrm>
            <a:custGeom>
              <a:avLst/>
              <a:gdLst>
                <a:gd name="T0" fmla="*/ 330 w 723"/>
                <a:gd name="T1" fmla="*/ 283 h 392"/>
                <a:gd name="T2" fmla="*/ 295 w 723"/>
                <a:gd name="T3" fmla="*/ 263 h 392"/>
                <a:gd name="T4" fmla="*/ 269 w 723"/>
                <a:gd name="T5" fmla="*/ 232 h 392"/>
                <a:gd name="T6" fmla="*/ 257 w 723"/>
                <a:gd name="T7" fmla="*/ 192 h 392"/>
                <a:gd name="T8" fmla="*/ 260 w 723"/>
                <a:gd name="T9" fmla="*/ 151 h 392"/>
                <a:gd name="T10" fmla="*/ 281 w 723"/>
                <a:gd name="T11" fmla="*/ 115 h 392"/>
                <a:gd name="T12" fmla="*/ 312 w 723"/>
                <a:gd name="T13" fmla="*/ 90 h 392"/>
                <a:gd name="T14" fmla="*/ 350 w 723"/>
                <a:gd name="T15" fmla="*/ 77 h 392"/>
                <a:gd name="T16" fmla="*/ 392 w 723"/>
                <a:gd name="T17" fmla="*/ 81 h 392"/>
                <a:gd name="T18" fmla="*/ 429 w 723"/>
                <a:gd name="T19" fmla="*/ 100 h 392"/>
                <a:gd name="T20" fmla="*/ 454 w 723"/>
                <a:gd name="T21" fmla="*/ 131 h 392"/>
                <a:gd name="T22" fmla="*/ 466 w 723"/>
                <a:gd name="T23" fmla="*/ 171 h 392"/>
                <a:gd name="T24" fmla="*/ 462 w 723"/>
                <a:gd name="T25" fmla="*/ 213 h 392"/>
                <a:gd name="T26" fmla="*/ 443 w 723"/>
                <a:gd name="T27" fmla="*/ 248 h 392"/>
                <a:gd name="T28" fmla="*/ 412 w 723"/>
                <a:gd name="T29" fmla="*/ 274 h 392"/>
                <a:gd name="T30" fmla="*/ 372 w 723"/>
                <a:gd name="T31" fmla="*/ 287 h 392"/>
                <a:gd name="T32" fmla="*/ 96 w 723"/>
                <a:gd name="T33" fmla="*/ 151 h 392"/>
                <a:gd name="T34" fmla="*/ 68 w 723"/>
                <a:gd name="T35" fmla="*/ 131 h 392"/>
                <a:gd name="T36" fmla="*/ 61 w 723"/>
                <a:gd name="T37" fmla="*/ 97 h 392"/>
                <a:gd name="T38" fmla="*/ 80 w 723"/>
                <a:gd name="T39" fmla="*/ 69 h 392"/>
                <a:gd name="T40" fmla="*/ 114 w 723"/>
                <a:gd name="T41" fmla="*/ 63 h 392"/>
                <a:gd name="T42" fmla="*/ 143 w 723"/>
                <a:gd name="T43" fmla="*/ 81 h 392"/>
                <a:gd name="T44" fmla="*/ 150 w 723"/>
                <a:gd name="T45" fmla="*/ 115 h 392"/>
                <a:gd name="T46" fmla="*/ 131 w 723"/>
                <a:gd name="T47" fmla="*/ 144 h 392"/>
                <a:gd name="T48" fmla="*/ 106 w 723"/>
                <a:gd name="T49" fmla="*/ 152 h 392"/>
                <a:gd name="T50" fmla="*/ 642 w 723"/>
                <a:gd name="T51" fmla="*/ 249 h 392"/>
                <a:gd name="T52" fmla="*/ 661 w 723"/>
                <a:gd name="T53" fmla="*/ 278 h 392"/>
                <a:gd name="T54" fmla="*/ 655 w 723"/>
                <a:gd name="T55" fmla="*/ 313 h 392"/>
                <a:gd name="T56" fmla="*/ 626 w 723"/>
                <a:gd name="T57" fmla="*/ 331 h 392"/>
                <a:gd name="T58" fmla="*/ 592 w 723"/>
                <a:gd name="T59" fmla="*/ 324 h 392"/>
                <a:gd name="T60" fmla="*/ 573 w 723"/>
                <a:gd name="T61" fmla="*/ 297 h 392"/>
                <a:gd name="T62" fmla="*/ 580 w 723"/>
                <a:gd name="T63" fmla="*/ 262 h 392"/>
                <a:gd name="T64" fmla="*/ 608 w 723"/>
                <a:gd name="T65" fmla="*/ 243 h 392"/>
                <a:gd name="T66" fmla="*/ 669 w 723"/>
                <a:gd name="T67" fmla="*/ 392 h 392"/>
                <a:gd name="T68" fmla="*/ 691 w 723"/>
                <a:gd name="T69" fmla="*/ 386 h 392"/>
                <a:gd name="T70" fmla="*/ 709 w 723"/>
                <a:gd name="T71" fmla="*/ 371 h 392"/>
                <a:gd name="T72" fmla="*/ 720 w 723"/>
                <a:gd name="T73" fmla="*/ 350 h 392"/>
                <a:gd name="T74" fmla="*/ 723 w 723"/>
                <a:gd name="T75" fmla="*/ 62 h 392"/>
                <a:gd name="T76" fmla="*/ 718 w 723"/>
                <a:gd name="T77" fmla="*/ 38 h 392"/>
                <a:gd name="T78" fmla="*/ 705 w 723"/>
                <a:gd name="T79" fmla="*/ 19 h 392"/>
                <a:gd name="T80" fmla="*/ 686 w 723"/>
                <a:gd name="T81" fmla="*/ 6 h 392"/>
                <a:gd name="T82" fmla="*/ 663 w 723"/>
                <a:gd name="T83" fmla="*/ 2 h 392"/>
                <a:gd name="T84" fmla="*/ 43 w 723"/>
                <a:gd name="T85" fmla="*/ 4 h 392"/>
                <a:gd name="T86" fmla="*/ 22 w 723"/>
                <a:gd name="T87" fmla="*/ 14 h 392"/>
                <a:gd name="T88" fmla="*/ 7 w 723"/>
                <a:gd name="T89" fmla="*/ 33 h 392"/>
                <a:gd name="T90" fmla="*/ 1 w 723"/>
                <a:gd name="T91" fmla="*/ 55 h 392"/>
                <a:gd name="T92" fmla="*/ 46 w 723"/>
                <a:gd name="T93" fmla="*/ 294 h 392"/>
                <a:gd name="T94" fmla="*/ 151 w 723"/>
                <a:gd name="T95" fmla="*/ 287 h 392"/>
                <a:gd name="T96" fmla="*/ 244 w 723"/>
                <a:gd name="T97" fmla="*/ 293 h 392"/>
                <a:gd name="T98" fmla="*/ 326 w 723"/>
                <a:gd name="T99" fmla="*/ 312 h 392"/>
                <a:gd name="T100" fmla="*/ 373 w 723"/>
                <a:gd name="T101" fmla="*/ 337 h 392"/>
                <a:gd name="T102" fmla="*/ 389 w 723"/>
                <a:gd name="T103" fmla="*/ 36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23" h="392">
                  <a:moveTo>
                    <a:pt x="361" y="287"/>
                  </a:moveTo>
                  <a:lnTo>
                    <a:pt x="350" y="287"/>
                  </a:lnTo>
                  <a:lnTo>
                    <a:pt x="341" y="285"/>
                  </a:lnTo>
                  <a:lnTo>
                    <a:pt x="330" y="283"/>
                  </a:lnTo>
                  <a:lnTo>
                    <a:pt x="320" y="278"/>
                  </a:lnTo>
                  <a:lnTo>
                    <a:pt x="312" y="274"/>
                  </a:lnTo>
                  <a:lnTo>
                    <a:pt x="302" y="269"/>
                  </a:lnTo>
                  <a:lnTo>
                    <a:pt x="295" y="263"/>
                  </a:lnTo>
                  <a:lnTo>
                    <a:pt x="287" y="256"/>
                  </a:lnTo>
                  <a:lnTo>
                    <a:pt x="281" y="248"/>
                  </a:lnTo>
                  <a:lnTo>
                    <a:pt x="274" y="241"/>
                  </a:lnTo>
                  <a:lnTo>
                    <a:pt x="269" y="232"/>
                  </a:lnTo>
                  <a:lnTo>
                    <a:pt x="265" y="223"/>
                  </a:lnTo>
                  <a:lnTo>
                    <a:pt x="260" y="213"/>
                  </a:lnTo>
                  <a:lnTo>
                    <a:pt x="258" y="203"/>
                  </a:lnTo>
                  <a:lnTo>
                    <a:pt x="257" y="192"/>
                  </a:lnTo>
                  <a:lnTo>
                    <a:pt x="256" y="182"/>
                  </a:lnTo>
                  <a:lnTo>
                    <a:pt x="257" y="171"/>
                  </a:lnTo>
                  <a:lnTo>
                    <a:pt x="258" y="160"/>
                  </a:lnTo>
                  <a:lnTo>
                    <a:pt x="260" y="151"/>
                  </a:lnTo>
                  <a:lnTo>
                    <a:pt x="265" y="141"/>
                  </a:lnTo>
                  <a:lnTo>
                    <a:pt x="269" y="131"/>
                  </a:lnTo>
                  <a:lnTo>
                    <a:pt x="274" y="123"/>
                  </a:lnTo>
                  <a:lnTo>
                    <a:pt x="281" y="115"/>
                  </a:lnTo>
                  <a:lnTo>
                    <a:pt x="287" y="108"/>
                  </a:lnTo>
                  <a:lnTo>
                    <a:pt x="295" y="100"/>
                  </a:lnTo>
                  <a:lnTo>
                    <a:pt x="302" y="95"/>
                  </a:lnTo>
                  <a:lnTo>
                    <a:pt x="312" y="90"/>
                  </a:lnTo>
                  <a:lnTo>
                    <a:pt x="320" y="84"/>
                  </a:lnTo>
                  <a:lnTo>
                    <a:pt x="330" y="81"/>
                  </a:lnTo>
                  <a:lnTo>
                    <a:pt x="341" y="79"/>
                  </a:lnTo>
                  <a:lnTo>
                    <a:pt x="350" y="77"/>
                  </a:lnTo>
                  <a:lnTo>
                    <a:pt x="361" y="77"/>
                  </a:lnTo>
                  <a:lnTo>
                    <a:pt x="372" y="77"/>
                  </a:lnTo>
                  <a:lnTo>
                    <a:pt x="383" y="79"/>
                  </a:lnTo>
                  <a:lnTo>
                    <a:pt x="392" y="81"/>
                  </a:lnTo>
                  <a:lnTo>
                    <a:pt x="403" y="84"/>
                  </a:lnTo>
                  <a:lnTo>
                    <a:pt x="412" y="90"/>
                  </a:lnTo>
                  <a:lnTo>
                    <a:pt x="420" y="95"/>
                  </a:lnTo>
                  <a:lnTo>
                    <a:pt x="429" y="100"/>
                  </a:lnTo>
                  <a:lnTo>
                    <a:pt x="436" y="108"/>
                  </a:lnTo>
                  <a:lnTo>
                    <a:pt x="443" y="115"/>
                  </a:lnTo>
                  <a:lnTo>
                    <a:pt x="449" y="123"/>
                  </a:lnTo>
                  <a:lnTo>
                    <a:pt x="454" y="131"/>
                  </a:lnTo>
                  <a:lnTo>
                    <a:pt x="459" y="141"/>
                  </a:lnTo>
                  <a:lnTo>
                    <a:pt x="462" y="151"/>
                  </a:lnTo>
                  <a:lnTo>
                    <a:pt x="465" y="160"/>
                  </a:lnTo>
                  <a:lnTo>
                    <a:pt x="466" y="171"/>
                  </a:lnTo>
                  <a:lnTo>
                    <a:pt x="467" y="182"/>
                  </a:lnTo>
                  <a:lnTo>
                    <a:pt x="466" y="192"/>
                  </a:lnTo>
                  <a:lnTo>
                    <a:pt x="465" y="203"/>
                  </a:lnTo>
                  <a:lnTo>
                    <a:pt x="462" y="213"/>
                  </a:lnTo>
                  <a:lnTo>
                    <a:pt x="459" y="223"/>
                  </a:lnTo>
                  <a:lnTo>
                    <a:pt x="454" y="232"/>
                  </a:lnTo>
                  <a:lnTo>
                    <a:pt x="449" y="241"/>
                  </a:lnTo>
                  <a:lnTo>
                    <a:pt x="443" y="248"/>
                  </a:lnTo>
                  <a:lnTo>
                    <a:pt x="436" y="256"/>
                  </a:lnTo>
                  <a:lnTo>
                    <a:pt x="429" y="263"/>
                  </a:lnTo>
                  <a:lnTo>
                    <a:pt x="420" y="269"/>
                  </a:lnTo>
                  <a:lnTo>
                    <a:pt x="412" y="274"/>
                  </a:lnTo>
                  <a:lnTo>
                    <a:pt x="403" y="278"/>
                  </a:lnTo>
                  <a:lnTo>
                    <a:pt x="392" y="283"/>
                  </a:lnTo>
                  <a:lnTo>
                    <a:pt x="383" y="285"/>
                  </a:lnTo>
                  <a:lnTo>
                    <a:pt x="372" y="287"/>
                  </a:lnTo>
                  <a:lnTo>
                    <a:pt x="361" y="287"/>
                  </a:lnTo>
                  <a:lnTo>
                    <a:pt x="361" y="287"/>
                  </a:lnTo>
                  <a:close/>
                  <a:moveTo>
                    <a:pt x="106" y="152"/>
                  </a:moveTo>
                  <a:lnTo>
                    <a:pt x="96" y="151"/>
                  </a:lnTo>
                  <a:lnTo>
                    <a:pt x="88" y="149"/>
                  </a:lnTo>
                  <a:lnTo>
                    <a:pt x="80" y="144"/>
                  </a:lnTo>
                  <a:lnTo>
                    <a:pt x="74" y="139"/>
                  </a:lnTo>
                  <a:lnTo>
                    <a:pt x="68" y="131"/>
                  </a:lnTo>
                  <a:lnTo>
                    <a:pt x="64" y="124"/>
                  </a:lnTo>
                  <a:lnTo>
                    <a:pt x="61" y="115"/>
                  </a:lnTo>
                  <a:lnTo>
                    <a:pt x="61" y="107"/>
                  </a:lnTo>
                  <a:lnTo>
                    <a:pt x="61" y="97"/>
                  </a:lnTo>
                  <a:lnTo>
                    <a:pt x="64" y="88"/>
                  </a:lnTo>
                  <a:lnTo>
                    <a:pt x="68" y="81"/>
                  </a:lnTo>
                  <a:lnTo>
                    <a:pt x="74" y="74"/>
                  </a:lnTo>
                  <a:lnTo>
                    <a:pt x="80" y="69"/>
                  </a:lnTo>
                  <a:lnTo>
                    <a:pt x="88" y="65"/>
                  </a:lnTo>
                  <a:lnTo>
                    <a:pt x="96" y="63"/>
                  </a:lnTo>
                  <a:lnTo>
                    <a:pt x="106" y="62"/>
                  </a:lnTo>
                  <a:lnTo>
                    <a:pt x="114" y="63"/>
                  </a:lnTo>
                  <a:lnTo>
                    <a:pt x="123" y="65"/>
                  </a:lnTo>
                  <a:lnTo>
                    <a:pt x="131" y="69"/>
                  </a:lnTo>
                  <a:lnTo>
                    <a:pt x="137" y="74"/>
                  </a:lnTo>
                  <a:lnTo>
                    <a:pt x="143" y="81"/>
                  </a:lnTo>
                  <a:lnTo>
                    <a:pt x="147" y="88"/>
                  </a:lnTo>
                  <a:lnTo>
                    <a:pt x="150" y="97"/>
                  </a:lnTo>
                  <a:lnTo>
                    <a:pt x="151" y="107"/>
                  </a:lnTo>
                  <a:lnTo>
                    <a:pt x="150" y="115"/>
                  </a:lnTo>
                  <a:lnTo>
                    <a:pt x="148" y="124"/>
                  </a:lnTo>
                  <a:lnTo>
                    <a:pt x="143" y="131"/>
                  </a:lnTo>
                  <a:lnTo>
                    <a:pt x="137" y="139"/>
                  </a:lnTo>
                  <a:lnTo>
                    <a:pt x="131" y="144"/>
                  </a:lnTo>
                  <a:lnTo>
                    <a:pt x="123" y="149"/>
                  </a:lnTo>
                  <a:lnTo>
                    <a:pt x="114" y="151"/>
                  </a:lnTo>
                  <a:lnTo>
                    <a:pt x="106" y="152"/>
                  </a:lnTo>
                  <a:lnTo>
                    <a:pt x="106" y="152"/>
                  </a:lnTo>
                  <a:close/>
                  <a:moveTo>
                    <a:pt x="617" y="242"/>
                  </a:moveTo>
                  <a:lnTo>
                    <a:pt x="626" y="243"/>
                  </a:lnTo>
                  <a:lnTo>
                    <a:pt x="635" y="245"/>
                  </a:lnTo>
                  <a:lnTo>
                    <a:pt x="642" y="249"/>
                  </a:lnTo>
                  <a:lnTo>
                    <a:pt x="650" y="255"/>
                  </a:lnTo>
                  <a:lnTo>
                    <a:pt x="655" y="262"/>
                  </a:lnTo>
                  <a:lnTo>
                    <a:pt x="659" y="270"/>
                  </a:lnTo>
                  <a:lnTo>
                    <a:pt x="661" y="278"/>
                  </a:lnTo>
                  <a:lnTo>
                    <a:pt x="663" y="287"/>
                  </a:lnTo>
                  <a:lnTo>
                    <a:pt x="661" y="297"/>
                  </a:lnTo>
                  <a:lnTo>
                    <a:pt x="659" y="305"/>
                  </a:lnTo>
                  <a:lnTo>
                    <a:pt x="655" y="313"/>
                  </a:lnTo>
                  <a:lnTo>
                    <a:pt x="650" y="319"/>
                  </a:lnTo>
                  <a:lnTo>
                    <a:pt x="642" y="324"/>
                  </a:lnTo>
                  <a:lnTo>
                    <a:pt x="635" y="329"/>
                  </a:lnTo>
                  <a:lnTo>
                    <a:pt x="626" y="331"/>
                  </a:lnTo>
                  <a:lnTo>
                    <a:pt x="617" y="332"/>
                  </a:lnTo>
                  <a:lnTo>
                    <a:pt x="608" y="331"/>
                  </a:lnTo>
                  <a:lnTo>
                    <a:pt x="600" y="329"/>
                  </a:lnTo>
                  <a:lnTo>
                    <a:pt x="592" y="324"/>
                  </a:lnTo>
                  <a:lnTo>
                    <a:pt x="585" y="319"/>
                  </a:lnTo>
                  <a:lnTo>
                    <a:pt x="580" y="313"/>
                  </a:lnTo>
                  <a:lnTo>
                    <a:pt x="576" y="305"/>
                  </a:lnTo>
                  <a:lnTo>
                    <a:pt x="573" y="297"/>
                  </a:lnTo>
                  <a:lnTo>
                    <a:pt x="572" y="287"/>
                  </a:lnTo>
                  <a:lnTo>
                    <a:pt x="573" y="278"/>
                  </a:lnTo>
                  <a:lnTo>
                    <a:pt x="576" y="270"/>
                  </a:lnTo>
                  <a:lnTo>
                    <a:pt x="580" y="262"/>
                  </a:lnTo>
                  <a:lnTo>
                    <a:pt x="585" y="255"/>
                  </a:lnTo>
                  <a:lnTo>
                    <a:pt x="592" y="249"/>
                  </a:lnTo>
                  <a:lnTo>
                    <a:pt x="600" y="245"/>
                  </a:lnTo>
                  <a:lnTo>
                    <a:pt x="608" y="243"/>
                  </a:lnTo>
                  <a:lnTo>
                    <a:pt x="617" y="242"/>
                  </a:lnTo>
                  <a:close/>
                  <a:moveTo>
                    <a:pt x="391" y="392"/>
                  </a:moveTo>
                  <a:lnTo>
                    <a:pt x="663" y="392"/>
                  </a:lnTo>
                  <a:lnTo>
                    <a:pt x="669" y="392"/>
                  </a:lnTo>
                  <a:lnTo>
                    <a:pt x="674" y="391"/>
                  </a:lnTo>
                  <a:lnTo>
                    <a:pt x="681" y="390"/>
                  </a:lnTo>
                  <a:lnTo>
                    <a:pt x="686" y="388"/>
                  </a:lnTo>
                  <a:lnTo>
                    <a:pt x="691" y="386"/>
                  </a:lnTo>
                  <a:lnTo>
                    <a:pt x="697" y="382"/>
                  </a:lnTo>
                  <a:lnTo>
                    <a:pt x="701" y="379"/>
                  </a:lnTo>
                  <a:lnTo>
                    <a:pt x="705" y="375"/>
                  </a:lnTo>
                  <a:lnTo>
                    <a:pt x="709" y="371"/>
                  </a:lnTo>
                  <a:lnTo>
                    <a:pt x="713" y="366"/>
                  </a:lnTo>
                  <a:lnTo>
                    <a:pt x="715" y="361"/>
                  </a:lnTo>
                  <a:lnTo>
                    <a:pt x="718" y="356"/>
                  </a:lnTo>
                  <a:lnTo>
                    <a:pt x="720" y="350"/>
                  </a:lnTo>
                  <a:lnTo>
                    <a:pt x="721" y="345"/>
                  </a:lnTo>
                  <a:lnTo>
                    <a:pt x="723" y="338"/>
                  </a:lnTo>
                  <a:lnTo>
                    <a:pt x="723" y="332"/>
                  </a:lnTo>
                  <a:lnTo>
                    <a:pt x="723" y="62"/>
                  </a:lnTo>
                  <a:lnTo>
                    <a:pt x="723" y="55"/>
                  </a:lnTo>
                  <a:lnTo>
                    <a:pt x="721" y="49"/>
                  </a:lnTo>
                  <a:lnTo>
                    <a:pt x="720" y="43"/>
                  </a:lnTo>
                  <a:lnTo>
                    <a:pt x="718" y="38"/>
                  </a:lnTo>
                  <a:lnTo>
                    <a:pt x="715" y="33"/>
                  </a:lnTo>
                  <a:lnTo>
                    <a:pt x="713" y="27"/>
                  </a:lnTo>
                  <a:lnTo>
                    <a:pt x="709" y="23"/>
                  </a:lnTo>
                  <a:lnTo>
                    <a:pt x="705" y="19"/>
                  </a:lnTo>
                  <a:lnTo>
                    <a:pt x="701" y="14"/>
                  </a:lnTo>
                  <a:lnTo>
                    <a:pt x="697" y="11"/>
                  </a:lnTo>
                  <a:lnTo>
                    <a:pt x="691" y="8"/>
                  </a:lnTo>
                  <a:lnTo>
                    <a:pt x="686" y="6"/>
                  </a:lnTo>
                  <a:lnTo>
                    <a:pt x="681" y="4"/>
                  </a:lnTo>
                  <a:lnTo>
                    <a:pt x="674" y="3"/>
                  </a:lnTo>
                  <a:lnTo>
                    <a:pt x="669" y="2"/>
                  </a:lnTo>
                  <a:lnTo>
                    <a:pt x="663" y="2"/>
                  </a:lnTo>
                  <a:lnTo>
                    <a:pt x="61" y="0"/>
                  </a:lnTo>
                  <a:lnTo>
                    <a:pt x="54" y="2"/>
                  </a:lnTo>
                  <a:lnTo>
                    <a:pt x="48" y="3"/>
                  </a:lnTo>
                  <a:lnTo>
                    <a:pt x="43" y="4"/>
                  </a:lnTo>
                  <a:lnTo>
                    <a:pt x="37" y="6"/>
                  </a:lnTo>
                  <a:lnTo>
                    <a:pt x="32" y="8"/>
                  </a:lnTo>
                  <a:lnTo>
                    <a:pt x="27" y="11"/>
                  </a:lnTo>
                  <a:lnTo>
                    <a:pt x="22" y="14"/>
                  </a:lnTo>
                  <a:lnTo>
                    <a:pt x="18" y="19"/>
                  </a:lnTo>
                  <a:lnTo>
                    <a:pt x="14" y="23"/>
                  </a:lnTo>
                  <a:lnTo>
                    <a:pt x="10" y="27"/>
                  </a:lnTo>
                  <a:lnTo>
                    <a:pt x="7" y="33"/>
                  </a:lnTo>
                  <a:lnTo>
                    <a:pt x="5" y="38"/>
                  </a:lnTo>
                  <a:lnTo>
                    <a:pt x="3" y="43"/>
                  </a:lnTo>
                  <a:lnTo>
                    <a:pt x="2" y="49"/>
                  </a:lnTo>
                  <a:lnTo>
                    <a:pt x="1" y="55"/>
                  </a:lnTo>
                  <a:lnTo>
                    <a:pt x="0" y="62"/>
                  </a:lnTo>
                  <a:lnTo>
                    <a:pt x="0" y="304"/>
                  </a:lnTo>
                  <a:lnTo>
                    <a:pt x="22" y="299"/>
                  </a:lnTo>
                  <a:lnTo>
                    <a:pt x="46" y="294"/>
                  </a:lnTo>
                  <a:lnTo>
                    <a:pt x="68" y="291"/>
                  </a:lnTo>
                  <a:lnTo>
                    <a:pt x="90" y="290"/>
                  </a:lnTo>
                  <a:lnTo>
                    <a:pt x="126" y="288"/>
                  </a:lnTo>
                  <a:lnTo>
                    <a:pt x="151" y="287"/>
                  </a:lnTo>
                  <a:lnTo>
                    <a:pt x="172" y="288"/>
                  </a:lnTo>
                  <a:lnTo>
                    <a:pt x="206" y="289"/>
                  </a:lnTo>
                  <a:lnTo>
                    <a:pt x="225" y="291"/>
                  </a:lnTo>
                  <a:lnTo>
                    <a:pt x="244" y="293"/>
                  </a:lnTo>
                  <a:lnTo>
                    <a:pt x="266" y="297"/>
                  </a:lnTo>
                  <a:lnTo>
                    <a:pt x="286" y="300"/>
                  </a:lnTo>
                  <a:lnTo>
                    <a:pt x="306" y="305"/>
                  </a:lnTo>
                  <a:lnTo>
                    <a:pt x="326" y="312"/>
                  </a:lnTo>
                  <a:lnTo>
                    <a:pt x="344" y="318"/>
                  </a:lnTo>
                  <a:lnTo>
                    <a:pt x="360" y="327"/>
                  </a:lnTo>
                  <a:lnTo>
                    <a:pt x="366" y="332"/>
                  </a:lnTo>
                  <a:lnTo>
                    <a:pt x="373" y="337"/>
                  </a:lnTo>
                  <a:lnTo>
                    <a:pt x="378" y="343"/>
                  </a:lnTo>
                  <a:lnTo>
                    <a:pt x="383" y="349"/>
                  </a:lnTo>
                  <a:lnTo>
                    <a:pt x="387" y="356"/>
                  </a:lnTo>
                  <a:lnTo>
                    <a:pt x="389" y="362"/>
                  </a:lnTo>
                  <a:lnTo>
                    <a:pt x="391" y="369"/>
                  </a:lnTo>
                  <a:lnTo>
                    <a:pt x="391" y="377"/>
                  </a:lnTo>
                  <a:lnTo>
                    <a:pt x="391"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6" name="Freeform 499">
              <a:extLst>
                <a:ext uri="{FF2B5EF4-FFF2-40B4-BE49-F238E27FC236}">
                  <a16:creationId xmlns:a16="http://schemas.microsoft.com/office/drawing/2014/main" id="{7F2D5EE0-9376-4588-A5B7-AD8EA6BABB7B}"/>
                </a:ext>
              </a:extLst>
            </p:cNvPr>
            <p:cNvSpPr>
              <a:spLocks/>
            </p:cNvSpPr>
            <p:nvPr/>
          </p:nvSpPr>
          <p:spPr bwMode="auto">
            <a:xfrm>
              <a:off x="3756025" y="1598613"/>
              <a:ext cx="133350" cy="33338"/>
            </a:xfrm>
            <a:custGeom>
              <a:avLst/>
              <a:gdLst>
                <a:gd name="T0" fmla="*/ 0 w 421"/>
                <a:gd name="T1" fmla="*/ 44 h 104"/>
                <a:gd name="T2" fmla="*/ 2 w 421"/>
                <a:gd name="T3" fmla="*/ 52 h 104"/>
                <a:gd name="T4" fmla="*/ 5 w 421"/>
                <a:gd name="T5" fmla="*/ 56 h 104"/>
                <a:gd name="T6" fmla="*/ 6 w 421"/>
                <a:gd name="T7" fmla="*/ 59 h 104"/>
                <a:gd name="T8" fmla="*/ 11 w 421"/>
                <a:gd name="T9" fmla="*/ 65 h 104"/>
                <a:gd name="T10" fmla="*/ 13 w 421"/>
                <a:gd name="T11" fmla="*/ 65 h 104"/>
                <a:gd name="T12" fmla="*/ 31 w 421"/>
                <a:gd name="T13" fmla="*/ 76 h 104"/>
                <a:gd name="T14" fmla="*/ 32 w 421"/>
                <a:gd name="T15" fmla="*/ 77 h 104"/>
                <a:gd name="T16" fmla="*/ 41 w 421"/>
                <a:gd name="T17" fmla="*/ 80 h 104"/>
                <a:gd name="T18" fmla="*/ 45 w 421"/>
                <a:gd name="T19" fmla="*/ 81 h 104"/>
                <a:gd name="T20" fmla="*/ 53 w 421"/>
                <a:gd name="T21" fmla="*/ 84 h 104"/>
                <a:gd name="T22" fmla="*/ 61 w 421"/>
                <a:gd name="T23" fmla="*/ 86 h 104"/>
                <a:gd name="T24" fmla="*/ 66 w 421"/>
                <a:gd name="T25" fmla="*/ 87 h 104"/>
                <a:gd name="T26" fmla="*/ 98 w 421"/>
                <a:gd name="T27" fmla="*/ 95 h 104"/>
                <a:gd name="T28" fmla="*/ 133 w 421"/>
                <a:gd name="T29" fmla="*/ 99 h 104"/>
                <a:gd name="T30" fmla="*/ 197 w 421"/>
                <a:gd name="T31" fmla="*/ 104 h 104"/>
                <a:gd name="T32" fmla="*/ 211 w 421"/>
                <a:gd name="T33" fmla="*/ 104 h 104"/>
                <a:gd name="T34" fmla="*/ 225 w 421"/>
                <a:gd name="T35" fmla="*/ 104 h 104"/>
                <a:gd name="T36" fmla="*/ 289 w 421"/>
                <a:gd name="T37" fmla="*/ 99 h 104"/>
                <a:gd name="T38" fmla="*/ 322 w 421"/>
                <a:gd name="T39" fmla="*/ 95 h 104"/>
                <a:gd name="T40" fmla="*/ 356 w 421"/>
                <a:gd name="T41" fmla="*/ 87 h 104"/>
                <a:gd name="T42" fmla="*/ 360 w 421"/>
                <a:gd name="T43" fmla="*/ 86 h 104"/>
                <a:gd name="T44" fmla="*/ 368 w 421"/>
                <a:gd name="T45" fmla="*/ 84 h 104"/>
                <a:gd name="T46" fmla="*/ 376 w 421"/>
                <a:gd name="T47" fmla="*/ 81 h 104"/>
                <a:gd name="T48" fmla="*/ 379 w 421"/>
                <a:gd name="T49" fmla="*/ 80 h 104"/>
                <a:gd name="T50" fmla="*/ 390 w 421"/>
                <a:gd name="T51" fmla="*/ 77 h 104"/>
                <a:gd name="T52" fmla="*/ 391 w 421"/>
                <a:gd name="T53" fmla="*/ 76 h 104"/>
                <a:gd name="T54" fmla="*/ 409 w 421"/>
                <a:gd name="T55" fmla="*/ 65 h 104"/>
                <a:gd name="T56" fmla="*/ 409 w 421"/>
                <a:gd name="T57" fmla="*/ 65 h 104"/>
                <a:gd name="T58" fmla="*/ 416 w 421"/>
                <a:gd name="T59" fmla="*/ 59 h 104"/>
                <a:gd name="T60" fmla="*/ 417 w 421"/>
                <a:gd name="T61" fmla="*/ 56 h 104"/>
                <a:gd name="T62" fmla="*/ 420 w 421"/>
                <a:gd name="T63" fmla="*/ 52 h 104"/>
                <a:gd name="T64" fmla="*/ 421 w 421"/>
                <a:gd name="T65" fmla="*/ 44 h 104"/>
                <a:gd name="T66" fmla="*/ 410 w 421"/>
                <a:gd name="T67" fmla="*/ 4 h 104"/>
                <a:gd name="T68" fmla="*/ 386 w 421"/>
                <a:gd name="T69" fmla="*/ 10 h 104"/>
                <a:gd name="T70" fmla="*/ 344 w 421"/>
                <a:gd name="T71" fmla="*/ 19 h 104"/>
                <a:gd name="T72" fmla="*/ 284 w 421"/>
                <a:gd name="T73" fmla="*/ 25 h 104"/>
                <a:gd name="T74" fmla="*/ 231 w 421"/>
                <a:gd name="T75" fmla="*/ 28 h 104"/>
                <a:gd name="T76" fmla="*/ 191 w 421"/>
                <a:gd name="T77" fmla="*/ 28 h 104"/>
                <a:gd name="T78" fmla="*/ 138 w 421"/>
                <a:gd name="T79" fmla="*/ 25 h 104"/>
                <a:gd name="T80" fmla="*/ 78 w 421"/>
                <a:gd name="T81" fmla="*/ 19 h 104"/>
                <a:gd name="T82" fmla="*/ 35 w 421"/>
                <a:gd name="T83" fmla="*/ 10 h 104"/>
                <a:gd name="T84" fmla="*/ 10 w 421"/>
                <a:gd name="T85"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1" h="104">
                  <a:moveTo>
                    <a:pt x="0" y="0"/>
                  </a:moveTo>
                  <a:lnTo>
                    <a:pt x="0" y="44"/>
                  </a:lnTo>
                  <a:lnTo>
                    <a:pt x="1" y="48"/>
                  </a:lnTo>
                  <a:lnTo>
                    <a:pt x="2" y="52"/>
                  </a:lnTo>
                  <a:lnTo>
                    <a:pt x="3" y="54"/>
                  </a:lnTo>
                  <a:lnTo>
                    <a:pt x="5" y="56"/>
                  </a:lnTo>
                  <a:lnTo>
                    <a:pt x="5" y="57"/>
                  </a:lnTo>
                  <a:lnTo>
                    <a:pt x="6" y="59"/>
                  </a:lnTo>
                  <a:lnTo>
                    <a:pt x="8" y="62"/>
                  </a:lnTo>
                  <a:lnTo>
                    <a:pt x="11" y="65"/>
                  </a:lnTo>
                  <a:lnTo>
                    <a:pt x="11" y="65"/>
                  </a:lnTo>
                  <a:lnTo>
                    <a:pt x="13" y="65"/>
                  </a:lnTo>
                  <a:lnTo>
                    <a:pt x="20" y="70"/>
                  </a:lnTo>
                  <a:lnTo>
                    <a:pt x="31" y="76"/>
                  </a:lnTo>
                  <a:lnTo>
                    <a:pt x="31" y="76"/>
                  </a:lnTo>
                  <a:lnTo>
                    <a:pt x="32" y="77"/>
                  </a:lnTo>
                  <a:lnTo>
                    <a:pt x="36" y="79"/>
                  </a:lnTo>
                  <a:lnTo>
                    <a:pt x="41" y="80"/>
                  </a:lnTo>
                  <a:lnTo>
                    <a:pt x="44" y="81"/>
                  </a:lnTo>
                  <a:lnTo>
                    <a:pt x="45" y="81"/>
                  </a:lnTo>
                  <a:lnTo>
                    <a:pt x="49" y="83"/>
                  </a:lnTo>
                  <a:lnTo>
                    <a:pt x="53" y="84"/>
                  </a:lnTo>
                  <a:lnTo>
                    <a:pt x="58" y="85"/>
                  </a:lnTo>
                  <a:lnTo>
                    <a:pt x="61" y="86"/>
                  </a:lnTo>
                  <a:lnTo>
                    <a:pt x="64" y="87"/>
                  </a:lnTo>
                  <a:lnTo>
                    <a:pt x="66" y="87"/>
                  </a:lnTo>
                  <a:lnTo>
                    <a:pt x="82" y="92"/>
                  </a:lnTo>
                  <a:lnTo>
                    <a:pt x="98" y="95"/>
                  </a:lnTo>
                  <a:lnTo>
                    <a:pt x="115" y="97"/>
                  </a:lnTo>
                  <a:lnTo>
                    <a:pt x="133" y="99"/>
                  </a:lnTo>
                  <a:lnTo>
                    <a:pt x="166" y="102"/>
                  </a:lnTo>
                  <a:lnTo>
                    <a:pt x="197" y="104"/>
                  </a:lnTo>
                  <a:lnTo>
                    <a:pt x="203" y="104"/>
                  </a:lnTo>
                  <a:lnTo>
                    <a:pt x="211" y="104"/>
                  </a:lnTo>
                  <a:lnTo>
                    <a:pt x="217" y="104"/>
                  </a:lnTo>
                  <a:lnTo>
                    <a:pt x="225" y="104"/>
                  </a:lnTo>
                  <a:lnTo>
                    <a:pt x="255" y="102"/>
                  </a:lnTo>
                  <a:lnTo>
                    <a:pt x="289" y="99"/>
                  </a:lnTo>
                  <a:lnTo>
                    <a:pt x="306" y="97"/>
                  </a:lnTo>
                  <a:lnTo>
                    <a:pt x="322" y="95"/>
                  </a:lnTo>
                  <a:lnTo>
                    <a:pt x="340" y="92"/>
                  </a:lnTo>
                  <a:lnTo>
                    <a:pt x="356" y="87"/>
                  </a:lnTo>
                  <a:lnTo>
                    <a:pt x="358" y="87"/>
                  </a:lnTo>
                  <a:lnTo>
                    <a:pt x="360" y="86"/>
                  </a:lnTo>
                  <a:lnTo>
                    <a:pt x="364" y="85"/>
                  </a:lnTo>
                  <a:lnTo>
                    <a:pt x="368" y="84"/>
                  </a:lnTo>
                  <a:lnTo>
                    <a:pt x="372" y="83"/>
                  </a:lnTo>
                  <a:lnTo>
                    <a:pt x="376" y="81"/>
                  </a:lnTo>
                  <a:lnTo>
                    <a:pt x="378" y="81"/>
                  </a:lnTo>
                  <a:lnTo>
                    <a:pt x="379" y="80"/>
                  </a:lnTo>
                  <a:lnTo>
                    <a:pt x="385" y="79"/>
                  </a:lnTo>
                  <a:lnTo>
                    <a:pt x="390" y="77"/>
                  </a:lnTo>
                  <a:lnTo>
                    <a:pt x="390" y="76"/>
                  </a:lnTo>
                  <a:lnTo>
                    <a:pt x="391" y="76"/>
                  </a:lnTo>
                  <a:lnTo>
                    <a:pt x="401" y="70"/>
                  </a:lnTo>
                  <a:lnTo>
                    <a:pt x="409" y="65"/>
                  </a:lnTo>
                  <a:lnTo>
                    <a:pt x="409" y="65"/>
                  </a:lnTo>
                  <a:lnTo>
                    <a:pt x="409" y="65"/>
                  </a:lnTo>
                  <a:lnTo>
                    <a:pt x="413" y="62"/>
                  </a:lnTo>
                  <a:lnTo>
                    <a:pt x="416" y="59"/>
                  </a:lnTo>
                  <a:lnTo>
                    <a:pt x="417" y="57"/>
                  </a:lnTo>
                  <a:lnTo>
                    <a:pt x="417" y="56"/>
                  </a:lnTo>
                  <a:lnTo>
                    <a:pt x="419" y="54"/>
                  </a:lnTo>
                  <a:lnTo>
                    <a:pt x="420" y="52"/>
                  </a:lnTo>
                  <a:lnTo>
                    <a:pt x="421" y="48"/>
                  </a:lnTo>
                  <a:lnTo>
                    <a:pt x="421" y="44"/>
                  </a:lnTo>
                  <a:lnTo>
                    <a:pt x="421" y="0"/>
                  </a:lnTo>
                  <a:lnTo>
                    <a:pt x="410" y="4"/>
                  </a:lnTo>
                  <a:lnTo>
                    <a:pt x="399" y="7"/>
                  </a:lnTo>
                  <a:lnTo>
                    <a:pt x="386" y="10"/>
                  </a:lnTo>
                  <a:lnTo>
                    <a:pt x="373" y="13"/>
                  </a:lnTo>
                  <a:lnTo>
                    <a:pt x="344" y="19"/>
                  </a:lnTo>
                  <a:lnTo>
                    <a:pt x="314" y="23"/>
                  </a:lnTo>
                  <a:lnTo>
                    <a:pt x="284" y="25"/>
                  </a:lnTo>
                  <a:lnTo>
                    <a:pt x="256" y="27"/>
                  </a:lnTo>
                  <a:lnTo>
                    <a:pt x="231" y="28"/>
                  </a:lnTo>
                  <a:lnTo>
                    <a:pt x="211" y="28"/>
                  </a:lnTo>
                  <a:lnTo>
                    <a:pt x="191" y="28"/>
                  </a:lnTo>
                  <a:lnTo>
                    <a:pt x="166" y="27"/>
                  </a:lnTo>
                  <a:lnTo>
                    <a:pt x="138" y="25"/>
                  </a:lnTo>
                  <a:lnTo>
                    <a:pt x="108" y="23"/>
                  </a:lnTo>
                  <a:lnTo>
                    <a:pt x="78" y="19"/>
                  </a:lnTo>
                  <a:lnTo>
                    <a:pt x="49" y="13"/>
                  </a:lnTo>
                  <a:lnTo>
                    <a:pt x="35" y="10"/>
                  </a:lnTo>
                  <a:lnTo>
                    <a:pt x="22" y="7"/>
                  </a:lnTo>
                  <a:lnTo>
                    <a:pt x="10" y="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7" name="Freeform 500">
              <a:extLst>
                <a:ext uri="{FF2B5EF4-FFF2-40B4-BE49-F238E27FC236}">
                  <a16:creationId xmlns:a16="http://schemas.microsoft.com/office/drawing/2014/main" id="{0BD8D282-EAD9-484C-8686-3EF231152456}"/>
                </a:ext>
              </a:extLst>
            </p:cNvPr>
            <p:cNvSpPr>
              <a:spLocks/>
            </p:cNvSpPr>
            <p:nvPr/>
          </p:nvSpPr>
          <p:spPr bwMode="auto">
            <a:xfrm>
              <a:off x="3756025" y="1474788"/>
              <a:ext cx="133350" cy="28575"/>
            </a:xfrm>
            <a:custGeom>
              <a:avLst/>
              <a:gdLst>
                <a:gd name="T0" fmla="*/ 420 w 420"/>
                <a:gd name="T1" fmla="*/ 58 h 90"/>
                <a:gd name="T2" fmla="*/ 419 w 420"/>
                <a:gd name="T3" fmla="*/ 55 h 90"/>
                <a:gd name="T4" fmla="*/ 418 w 420"/>
                <a:gd name="T5" fmla="*/ 50 h 90"/>
                <a:gd name="T6" fmla="*/ 416 w 420"/>
                <a:gd name="T7" fmla="*/ 47 h 90"/>
                <a:gd name="T8" fmla="*/ 413 w 420"/>
                <a:gd name="T9" fmla="*/ 44 h 90"/>
                <a:gd name="T10" fmla="*/ 406 w 420"/>
                <a:gd name="T11" fmla="*/ 37 h 90"/>
                <a:gd name="T12" fmla="*/ 397 w 420"/>
                <a:gd name="T13" fmla="*/ 32 h 90"/>
                <a:gd name="T14" fmla="*/ 386 w 420"/>
                <a:gd name="T15" fmla="*/ 27 h 90"/>
                <a:gd name="T16" fmla="*/ 374 w 420"/>
                <a:gd name="T17" fmla="*/ 22 h 90"/>
                <a:gd name="T18" fmla="*/ 360 w 420"/>
                <a:gd name="T19" fmla="*/ 18 h 90"/>
                <a:gd name="T20" fmla="*/ 345 w 420"/>
                <a:gd name="T21" fmla="*/ 14 h 90"/>
                <a:gd name="T22" fmla="*/ 313 w 420"/>
                <a:gd name="T23" fmla="*/ 9 h 90"/>
                <a:gd name="T24" fmla="*/ 277 w 420"/>
                <a:gd name="T25" fmla="*/ 3 h 90"/>
                <a:gd name="T26" fmla="*/ 243 w 420"/>
                <a:gd name="T27" fmla="*/ 1 h 90"/>
                <a:gd name="T28" fmla="*/ 210 w 420"/>
                <a:gd name="T29" fmla="*/ 0 h 90"/>
                <a:gd name="T30" fmla="*/ 172 w 420"/>
                <a:gd name="T31" fmla="*/ 1 h 90"/>
                <a:gd name="T32" fmla="*/ 133 w 420"/>
                <a:gd name="T33" fmla="*/ 4 h 90"/>
                <a:gd name="T34" fmla="*/ 113 w 420"/>
                <a:gd name="T35" fmla="*/ 7 h 90"/>
                <a:gd name="T36" fmla="*/ 94 w 420"/>
                <a:gd name="T37" fmla="*/ 11 h 90"/>
                <a:gd name="T38" fmla="*/ 76 w 420"/>
                <a:gd name="T39" fmla="*/ 14 h 90"/>
                <a:gd name="T40" fmla="*/ 59 w 420"/>
                <a:gd name="T41" fmla="*/ 18 h 90"/>
                <a:gd name="T42" fmla="*/ 59 w 420"/>
                <a:gd name="T43" fmla="*/ 18 h 90"/>
                <a:gd name="T44" fmla="*/ 55 w 420"/>
                <a:gd name="T45" fmla="*/ 19 h 90"/>
                <a:gd name="T46" fmla="*/ 52 w 420"/>
                <a:gd name="T47" fmla="*/ 20 h 90"/>
                <a:gd name="T48" fmla="*/ 48 w 420"/>
                <a:gd name="T49" fmla="*/ 21 h 90"/>
                <a:gd name="T50" fmla="*/ 44 w 420"/>
                <a:gd name="T51" fmla="*/ 22 h 90"/>
                <a:gd name="T52" fmla="*/ 43 w 420"/>
                <a:gd name="T53" fmla="*/ 24 h 90"/>
                <a:gd name="T54" fmla="*/ 40 w 420"/>
                <a:gd name="T55" fmla="*/ 24 h 90"/>
                <a:gd name="T56" fmla="*/ 35 w 420"/>
                <a:gd name="T57" fmla="*/ 26 h 90"/>
                <a:gd name="T58" fmla="*/ 31 w 420"/>
                <a:gd name="T59" fmla="*/ 28 h 90"/>
                <a:gd name="T60" fmla="*/ 30 w 420"/>
                <a:gd name="T61" fmla="*/ 28 h 90"/>
                <a:gd name="T62" fmla="*/ 30 w 420"/>
                <a:gd name="T63" fmla="*/ 28 h 90"/>
                <a:gd name="T64" fmla="*/ 19 w 420"/>
                <a:gd name="T65" fmla="*/ 33 h 90"/>
                <a:gd name="T66" fmla="*/ 12 w 420"/>
                <a:gd name="T67" fmla="*/ 40 h 90"/>
                <a:gd name="T68" fmla="*/ 10 w 420"/>
                <a:gd name="T69" fmla="*/ 40 h 90"/>
                <a:gd name="T70" fmla="*/ 10 w 420"/>
                <a:gd name="T71" fmla="*/ 40 h 90"/>
                <a:gd name="T72" fmla="*/ 7 w 420"/>
                <a:gd name="T73" fmla="*/ 43 h 90"/>
                <a:gd name="T74" fmla="*/ 5 w 420"/>
                <a:gd name="T75" fmla="*/ 46 h 90"/>
                <a:gd name="T76" fmla="*/ 4 w 420"/>
                <a:gd name="T77" fmla="*/ 47 h 90"/>
                <a:gd name="T78" fmla="*/ 4 w 420"/>
                <a:gd name="T79" fmla="*/ 48 h 90"/>
                <a:gd name="T80" fmla="*/ 2 w 420"/>
                <a:gd name="T81" fmla="*/ 50 h 90"/>
                <a:gd name="T82" fmla="*/ 1 w 420"/>
                <a:gd name="T83" fmla="*/ 52 h 90"/>
                <a:gd name="T84" fmla="*/ 0 w 420"/>
                <a:gd name="T85" fmla="*/ 56 h 90"/>
                <a:gd name="T86" fmla="*/ 0 w 420"/>
                <a:gd name="T87" fmla="*/ 58 h 90"/>
                <a:gd name="T88" fmla="*/ 8 w 420"/>
                <a:gd name="T89" fmla="*/ 63 h 90"/>
                <a:gd name="T90" fmla="*/ 22 w 420"/>
                <a:gd name="T91" fmla="*/ 68 h 90"/>
                <a:gd name="T92" fmla="*/ 43 w 420"/>
                <a:gd name="T93" fmla="*/ 74 h 90"/>
                <a:gd name="T94" fmla="*/ 67 w 420"/>
                <a:gd name="T95" fmla="*/ 78 h 90"/>
                <a:gd name="T96" fmla="*/ 96 w 420"/>
                <a:gd name="T97" fmla="*/ 84 h 90"/>
                <a:gd name="T98" fmla="*/ 131 w 420"/>
                <a:gd name="T99" fmla="*/ 87 h 90"/>
                <a:gd name="T100" fmla="*/ 168 w 420"/>
                <a:gd name="T101" fmla="*/ 90 h 90"/>
                <a:gd name="T102" fmla="*/ 210 w 420"/>
                <a:gd name="T103" fmla="*/ 90 h 90"/>
                <a:gd name="T104" fmla="*/ 251 w 420"/>
                <a:gd name="T105" fmla="*/ 90 h 90"/>
                <a:gd name="T106" fmla="*/ 289 w 420"/>
                <a:gd name="T107" fmla="*/ 87 h 90"/>
                <a:gd name="T108" fmla="*/ 323 w 420"/>
                <a:gd name="T109" fmla="*/ 84 h 90"/>
                <a:gd name="T110" fmla="*/ 353 w 420"/>
                <a:gd name="T111" fmla="*/ 78 h 90"/>
                <a:gd name="T112" fmla="*/ 377 w 420"/>
                <a:gd name="T113" fmla="*/ 74 h 90"/>
                <a:gd name="T114" fmla="*/ 398 w 420"/>
                <a:gd name="T115" fmla="*/ 68 h 90"/>
                <a:gd name="T116" fmla="*/ 412 w 420"/>
                <a:gd name="T117" fmla="*/ 62 h 90"/>
                <a:gd name="T118" fmla="*/ 420 w 420"/>
                <a:gd name="T119" fmla="*/ 5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0" h="90">
                  <a:moveTo>
                    <a:pt x="420" y="58"/>
                  </a:moveTo>
                  <a:lnTo>
                    <a:pt x="419" y="55"/>
                  </a:lnTo>
                  <a:lnTo>
                    <a:pt x="418" y="50"/>
                  </a:lnTo>
                  <a:lnTo>
                    <a:pt x="416" y="47"/>
                  </a:lnTo>
                  <a:lnTo>
                    <a:pt x="413" y="44"/>
                  </a:lnTo>
                  <a:lnTo>
                    <a:pt x="406" y="37"/>
                  </a:lnTo>
                  <a:lnTo>
                    <a:pt x="397" y="32"/>
                  </a:lnTo>
                  <a:lnTo>
                    <a:pt x="386" y="27"/>
                  </a:lnTo>
                  <a:lnTo>
                    <a:pt x="374" y="22"/>
                  </a:lnTo>
                  <a:lnTo>
                    <a:pt x="360" y="18"/>
                  </a:lnTo>
                  <a:lnTo>
                    <a:pt x="345" y="14"/>
                  </a:lnTo>
                  <a:lnTo>
                    <a:pt x="313" y="9"/>
                  </a:lnTo>
                  <a:lnTo>
                    <a:pt x="277" y="3"/>
                  </a:lnTo>
                  <a:lnTo>
                    <a:pt x="243" y="1"/>
                  </a:lnTo>
                  <a:lnTo>
                    <a:pt x="210" y="0"/>
                  </a:lnTo>
                  <a:lnTo>
                    <a:pt x="172" y="1"/>
                  </a:lnTo>
                  <a:lnTo>
                    <a:pt x="133" y="4"/>
                  </a:lnTo>
                  <a:lnTo>
                    <a:pt x="113" y="7"/>
                  </a:lnTo>
                  <a:lnTo>
                    <a:pt x="94" y="11"/>
                  </a:lnTo>
                  <a:lnTo>
                    <a:pt x="76" y="14"/>
                  </a:lnTo>
                  <a:lnTo>
                    <a:pt x="59" y="18"/>
                  </a:lnTo>
                  <a:lnTo>
                    <a:pt x="59" y="18"/>
                  </a:lnTo>
                  <a:lnTo>
                    <a:pt x="55" y="19"/>
                  </a:lnTo>
                  <a:lnTo>
                    <a:pt x="52" y="20"/>
                  </a:lnTo>
                  <a:lnTo>
                    <a:pt x="48" y="21"/>
                  </a:lnTo>
                  <a:lnTo>
                    <a:pt x="44" y="22"/>
                  </a:lnTo>
                  <a:lnTo>
                    <a:pt x="43" y="24"/>
                  </a:lnTo>
                  <a:lnTo>
                    <a:pt x="40" y="24"/>
                  </a:lnTo>
                  <a:lnTo>
                    <a:pt x="35" y="26"/>
                  </a:lnTo>
                  <a:lnTo>
                    <a:pt x="31" y="28"/>
                  </a:lnTo>
                  <a:lnTo>
                    <a:pt x="30" y="28"/>
                  </a:lnTo>
                  <a:lnTo>
                    <a:pt x="30" y="28"/>
                  </a:lnTo>
                  <a:lnTo>
                    <a:pt x="19" y="33"/>
                  </a:lnTo>
                  <a:lnTo>
                    <a:pt x="12" y="40"/>
                  </a:lnTo>
                  <a:lnTo>
                    <a:pt x="10" y="40"/>
                  </a:lnTo>
                  <a:lnTo>
                    <a:pt x="10" y="40"/>
                  </a:lnTo>
                  <a:lnTo>
                    <a:pt x="7" y="43"/>
                  </a:lnTo>
                  <a:lnTo>
                    <a:pt x="5" y="46"/>
                  </a:lnTo>
                  <a:lnTo>
                    <a:pt x="4" y="47"/>
                  </a:lnTo>
                  <a:lnTo>
                    <a:pt x="4" y="48"/>
                  </a:lnTo>
                  <a:lnTo>
                    <a:pt x="2" y="50"/>
                  </a:lnTo>
                  <a:lnTo>
                    <a:pt x="1" y="52"/>
                  </a:lnTo>
                  <a:lnTo>
                    <a:pt x="0" y="56"/>
                  </a:lnTo>
                  <a:lnTo>
                    <a:pt x="0" y="58"/>
                  </a:lnTo>
                  <a:lnTo>
                    <a:pt x="8" y="63"/>
                  </a:lnTo>
                  <a:lnTo>
                    <a:pt x="22" y="68"/>
                  </a:lnTo>
                  <a:lnTo>
                    <a:pt x="43" y="74"/>
                  </a:lnTo>
                  <a:lnTo>
                    <a:pt x="67" y="78"/>
                  </a:lnTo>
                  <a:lnTo>
                    <a:pt x="96" y="84"/>
                  </a:lnTo>
                  <a:lnTo>
                    <a:pt x="131" y="87"/>
                  </a:lnTo>
                  <a:lnTo>
                    <a:pt x="168" y="90"/>
                  </a:lnTo>
                  <a:lnTo>
                    <a:pt x="210" y="90"/>
                  </a:lnTo>
                  <a:lnTo>
                    <a:pt x="251" y="90"/>
                  </a:lnTo>
                  <a:lnTo>
                    <a:pt x="289" y="87"/>
                  </a:lnTo>
                  <a:lnTo>
                    <a:pt x="323" y="84"/>
                  </a:lnTo>
                  <a:lnTo>
                    <a:pt x="353" y="78"/>
                  </a:lnTo>
                  <a:lnTo>
                    <a:pt x="377" y="74"/>
                  </a:lnTo>
                  <a:lnTo>
                    <a:pt x="398" y="68"/>
                  </a:lnTo>
                  <a:lnTo>
                    <a:pt x="412" y="62"/>
                  </a:lnTo>
                  <a:lnTo>
                    <a:pt x="42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8" name="Freeform 501">
              <a:extLst>
                <a:ext uri="{FF2B5EF4-FFF2-40B4-BE49-F238E27FC236}">
                  <a16:creationId xmlns:a16="http://schemas.microsoft.com/office/drawing/2014/main" id="{12E06A9B-5CB6-4A75-88FD-D2751FDF6575}"/>
                </a:ext>
              </a:extLst>
            </p:cNvPr>
            <p:cNvSpPr>
              <a:spLocks/>
            </p:cNvSpPr>
            <p:nvPr/>
          </p:nvSpPr>
          <p:spPr bwMode="auto">
            <a:xfrm>
              <a:off x="3756025" y="1503363"/>
              <a:ext cx="133350" cy="23813"/>
            </a:xfrm>
            <a:custGeom>
              <a:avLst/>
              <a:gdLst>
                <a:gd name="T0" fmla="*/ 0 w 421"/>
                <a:gd name="T1" fmla="*/ 0 h 75"/>
                <a:gd name="T2" fmla="*/ 0 w 421"/>
                <a:gd name="T3" fmla="*/ 42 h 75"/>
                <a:gd name="T4" fmla="*/ 8 w 421"/>
                <a:gd name="T5" fmla="*/ 46 h 75"/>
                <a:gd name="T6" fmla="*/ 22 w 421"/>
                <a:gd name="T7" fmla="*/ 52 h 75"/>
                <a:gd name="T8" fmla="*/ 43 w 421"/>
                <a:gd name="T9" fmla="*/ 57 h 75"/>
                <a:gd name="T10" fmla="*/ 67 w 421"/>
                <a:gd name="T11" fmla="*/ 62 h 75"/>
                <a:gd name="T12" fmla="*/ 97 w 421"/>
                <a:gd name="T13" fmla="*/ 68 h 75"/>
                <a:gd name="T14" fmla="*/ 130 w 421"/>
                <a:gd name="T15" fmla="*/ 71 h 75"/>
                <a:gd name="T16" fmla="*/ 169 w 421"/>
                <a:gd name="T17" fmla="*/ 74 h 75"/>
                <a:gd name="T18" fmla="*/ 211 w 421"/>
                <a:gd name="T19" fmla="*/ 75 h 75"/>
                <a:gd name="T20" fmla="*/ 253 w 421"/>
                <a:gd name="T21" fmla="*/ 74 h 75"/>
                <a:gd name="T22" fmla="*/ 290 w 421"/>
                <a:gd name="T23" fmla="*/ 71 h 75"/>
                <a:gd name="T24" fmla="*/ 325 w 421"/>
                <a:gd name="T25" fmla="*/ 68 h 75"/>
                <a:gd name="T26" fmla="*/ 355 w 421"/>
                <a:gd name="T27" fmla="*/ 62 h 75"/>
                <a:gd name="T28" fmla="*/ 379 w 421"/>
                <a:gd name="T29" fmla="*/ 57 h 75"/>
                <a:gd name="T30" fmla="*/ 399 w 421"/>
                <a:gd name="T31" fmla="*/ 52 h 75"/>
                <a:gd name="T32" fmla="*/ 414 w 421"/>
                <a:gd name="T33" fmla="*/ 46 h 75"/>
                <a:gd name="T34" fmla="*/ 421 w 421"/>
                <a:gd name="T35" fmla="*/ 42 h 75"/>
                <a:gd name="T36" fmla="*/ 421 w 421"/>
                <a:gd name="T37" fmla="*/ 0 h 75"/>
                <a:gd name="T38" fmla="*/ 410 w 421"/>
                <a:gd name="T39" fmla="*/ 4 h 75"/>
                <a:gd name="T40" fmla="*/ 399 w 421"/>
                <a:gd name="T41" fmla="*/ 8 h 75"/>
                <a:gd name="T42" fmla="*/ 386 w 421"/>
                <a:gd name="T43" fmla="*/ 12 h 75"/>
                <a:gd name="T44" fmla="*/ 373 w 421"/>
                <a:gd name="T45" fmla="*/ 14 h 75"/>
                <a:gd name="T46" fmla="*/ 344 w 421"/>
                <a:gd name="T47" fmla="*/ 19 h 75"/>
                <a:gd name="T48" fmla="*/ 314 w 421"/>
                <a:gd name="T49" fmla="*/ 24 h 75"/>
                <a:gd name="T50" fmla="*/ 284 w 421"/>
                <a:gd name="T51" fmla="*/ 27 h 75"/>
                <a:gd name="T52" fmla="*/ 256 w 421"/>
                <a:gd name="T53" fmla="*/ 28 h 75"/>
                <a:gd name="T54" fmla="*/ 231 w 421"/>
                <a:gd name="T55" fmla="*/ 29 h 75"/>
                <a:gd name="T56" fmla="*/ 211 w 421"/>
                <a:gd name="T57" fmla="*/ 30 h 75"/>
                <a:gd name="T58" fmla="*/ 191 w 421"/>
                <a:gd name="T59" fmla="*/ 29 h 75"/>
                <a:gd name="T60" fmla="*/ 166 w 421"/>
                <a:gd name="T61" fmla="*/ 28 h 75"/>
                <a:gd name="T62" fmla="*/ 138 w 421"/>
                <a:gd name="T63" fmla="*/ 27 h 75"/>
                <a:gd name="T64" fmla="*/ 108 w 421"/>
                <a:gd name="T65" fmla="*/ 24 h 75"/>
                <a:gd name="T66" fmla="*/ 78 w 421"/>
                <a:gd name="T67" fmla="*/ 19 h 75"/>
                <a:gd name="T68" fmla="*/ 49 w 421"/>
                <a:gd name="T69" fmla="*/ 15 h 75"/>
                <a:gd name="T70" fmla="*/ 35 w 421"/>
                <a:gd name="T71" fmla="*/ 12 h 75"/>
                <a:gd name="T72" fmla="*/ 22 w 421"/>
                <a:gd name="T73" fmla="*/ 8 h 75"/>
                <a:gd name="T74" fmla="*/ 10 w 421"/>
                <a:gd name="T75" fmla="*/ 4 h 75"/>
                <a:gd name="T76" fmla="*/ 0 w 421"/>
                <a:gd name="T77" fmla="*/ 0 h 75"/>
                <a:gd name="T78" fmla="*/ 0 w 421"/>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1" h="75">
                  <a:moveTo>
                    <a:pt x="0" y="0"/>
                  </a:moveTo>
                  <a:lnTo>
                    <a:pt x="0" y="42"/>
                  </a:lnTo>
                  <a:lnTo>
                    <a:pt x="8" y="46"/>
                  </a:lnTo>
                  <a:lnTo>
                    <a:pt x="22" y="52"/>
                  </a:lnTo>
                  <a:lnTo>
                    <a:pt x="43" y="57"/>
                  </a:lnTo>
                  <a:lnTo>
                    <a:pt x="67" y="62"/>
                  </a:lnTo>
                  <a:lnTo>
                    <a:pt x="97" y="68"/>
                  </a:lnTo>
                  <a:lnTo>
                    <a:pt x="130" y="71"/>
                  </a:lnTo>
                  <a:lnTo>
                    <a:pt x="169" y="74"/>
                  </a:lnTo>
                  <a:lnTo>
                    <a:pt x="211" y="75"/>
                  </a:lnTo>
                  <a:lnTo>
                    <a:pt x="253" y="74"/>
                  </a:lnTo>
                  <a:lnTo>
                    <a:pt x="290" y="71"/>
                  </a:lnTo>
                  <a:lnTo>
                    <a:pt x="325" y="68"/>
                  </a:lnTo>
                  <a:lnTo>
                    <a:pt x="355" y="62"/>
                  </a:lnTo>
                  <a:lnTo>
                    <a:pt x="379" y="57"/>
                  </a:lnTo>
                  <a:lnTo>
                    <a:pt x="399" y="52"/>
                  </a:lnTo>
                  <a:lnTo>
                    <a:pt x="414" y="46"/>
                  </a:lnTo>
                  <a:lnTo>
                    <a:pt x="421" y="42"/>
                  </a:lnTo>
                  <a:lnTo>
                    <a:pt x="421" y="0"/>
                  </a:lnTo>
                  <a:lnTo>
                    <a:pt x="410" y="4"/>
                  </a:lnTo>
                  <a:lnTo>
                    <a:pt x="399" y="8"/>
                  </a:lnTo>
                  <a:lnTo>
                    <a:pt x="386" y="12"/>
                  </a:lnTo>
                  <a:lnTo>
                    <a:pt x="373" y="14"/>
                  </a:lnTo>
                  <a:lnTo>
                    <a:pt x="344" y="19"/>
                  </a:lnTo>
                  <a:lnTo>
                    <a:pt x="314" y="24"/>
                  </a:lnTo>
                  <a:lnTo>
                    <a:pt x="284" y="27"/>
                  </a:lnTo>
                  <a:lnTo>
                    <a:pt x="256" y="28"/>
                  </a:lnTo>
                  <a:lnTo>
                    <a:pt x="231" y="29"/>
                  </a:lnTo>
                  <a:lnTo>
                    <a:pt x="211" y="30"/>
                  </a:lnTo>
                  <a:lnTo>
                    <a:pt x="191" y="29"/>
                  </a:lnTo>
                  <a:lnTo>
                    <a:pt x="166" y="28"/>
                  </a:lnTo>
                  <a:lnTo>
                    <a:pt x="138" y="27"/>
                  </a:lnTo>
                  <a:lnTo>
                    <a:pt x="108" y="24"/>
                  </a:lnTo>
                  <a:lnTo>
                    <a:pt x="78" y="19"/>
                  </a:lnTo>
                  <a:lnTo>
                    <a:pt x="49" y="15"/>
                  </a:lnTo>
                  <a:lnTo>
                    <a:pt x="35" y="12"/>
                  </a:lnTo>
                  <a:lnTo>
                    <a:pt x="22" y="8"/>
                  </a:lnTo>
                  <a:lnTo>
                    <a:pt x="10" y="4"/>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9" name="Freeform 502">
              <a:extLst>
                <a:ext uri="{FF2B5EF4-FFF2-40B4-BE49-F238E27FC236}">
                  <a16:creationId xmlns:a16="http://schemas.microsoft.com/office/drawing/2014/main" id="{E214B60B-90FC-471C-BC32-98E6E1A30751}"/>
                </a:ext>
              </a:extLst>
            </p:cNvPr>
            <p:cNvSpPr>
              <a:spLocks/>
            </p:cNvSpPr>
            <p:nvPr/>
          </p:nvSpPr>
          <p:spPr bwMode="auto">
            <a:xfrm>
              <a:off x="3756025" y="1574800"/>
              <a:ext cx="133350" cy="23813"/>
            </a:xfrm>
            <a:custGeom>
              <a:avLst/>
              <a:gdLst>
                <a:gd name="T0" fmla="*/ 0 w 421"/>
                <a:gd name="T1" fmla="*/ 0 h 75"/>
                <a:gd name="T2" fmla="*/ 0 w 421"/>
                <a:gd name="T3" fmla="*/ 42 h 75"/>
                <a:gd name="T4" fmla="*/ 8 w 421"/>
                <a:gd name="T5" fmla="*/ 48 h 75"/>
                <a:gd name="T6" fmla="*/ 22 w 421"/>
                <a:gd name="T7" fmla="*/ 53 h 75"/>
                <a:gd name="T8" fmla="*/ 43 w 421"/>
                <a:gd name="T9" fmla="*/ 58 h 75"/>
                <a:gd name="T10" fmla="*/ 67 w 421"/>
                <a:gd name="T11" fmla="*/ 64 h 75"/>
                <a:gd name="T12" fmla="*/ 97 w 421"/>
                <a:gd name="T13" fmla="*/ 68 h 75"/>
                <a:gd name="T14" fmla="*/ 130 w 421"/>
                <a:gd name="T15" fmla="*/ 72 h 75"/>
                <a:gd name="T16" fmla="*/ 169 w 421"/>
                <a:gd name="T17" fmla="*/ 74 h 75"/>
                <a:gd name="T18" fmla="*/ 211 w 421"/>
                <a:gd name="T19" fmla="*/ 75 h 75"/>
                <a:gd name="T20" fmla="*/ 253 w 421"/>
                <a:gd name="T21" fmla="*/ 74 h 75"/>
                <a:gd name="T22" fmla="*/ 290 w 421"/>
                <a:gd name="T23" fmla="*/ 72 h 75"/>
                <a:gd name="T24" fmla="*/ 325 w 421"/>
                <a:gd name="T25" fmla="*/ 68 h 75"/>
                <a:gd name="T26" fmla="*/ 355 w 421"/>
                <a:gd name="T27" fmla="*/ 64 h 75"/>
                <a:gd name="T28" fmla="*/ 379 w 421"/>
                <a:gd name="T29" fmla="*/ 58 h 75"/>
                <a:gd name="T30" fmla="*/ 399 w 421"/>
                <a:gd name="T31" fmla="*/ 53 h 75"/>
                <a:gd name="T32" fmla="*/ 414 w 421"/>
                <a:gd name="T33" fmla="*/ 48 h 75"/>
                <a:gd name="T34" fmla="*/ 421 w 421"/>
                <a:gd name="T35" fmla="*/ 42 h 75"/>
                <a:gd name="T36" fmla="*/ 421 w 421"/>
                <a:gd name="T37" fmla="*/ 0 h 75"/>
                <a:gd name="T38" fmla="*/ 410 w 421"/>
                <a:gd name="T39" fmla="*/ 5 h 75"/>
                <a:gd name="T40" fmla="*/ 399 w 421"/>
                <a:gd name="T41" fmla="*/ 9 h 75"/>
                <a:gd name="T42" fmla="*/ 386 w 421"/>
                <a:gd name="T43" fmla="*/ 12 h 75"/>
                <a:gd name="T44" fmla="*/ 373 w 421"/>
                <a:gd name="T45" fmla="*/ 15 h 75"/>
                <a:gd name="T46" fmla="*/ 344 w 421"/>
                <a:gd name="T47" fmla="*/ 21 h 75"/>
                <a:gd name="T48" fmla="*/ 314 w 421"/>
                <a:gd name="T49" fmla="*/ 24 h 75"/>
                <a:gd name="T50" fmla="*/ 284 w 421"/>
                <a:gd name="T51" fmla="*/ 27 h 75"/>
                <a:gd name="T52" fmla="*/ 256 w 421"/>
                <a:gd name="T53" fmla="*/ 29 h 75"/>
                <a:gd name="T54" fmla="*/ 231 w 421"/>
                <a:gd name="T55" fmla="*/ 30 h 75"/>
                <a:gd name="T56" fmla="*/ 211 w 421"/>
                <a:gd name="T57" fmla="*/ 30 h 75"/>
                <a:gd name="T58" fmla="*/ 191 w 421"/>
                <a:gd name="T59" fmla="*/ 30 h 75"/>
                <a:gd name="T60" fmla="*/ 166 w 421"/>
                <a:gd name="T61" fmla="*/ 29 h 75"/>
                <a:gd name="T62" fmla="*/ 138 w 421"/>
                <a:gd name="T63" fmla="*/ 27 h 75"/>
                <a:gd name="T64" fmla="*/ 108 w 421"/>
                <a:gd name="T65" fmla="*/ 24 h 75"/>
                <a:gd name="T66" fmla="*/ 78 w 421"/>
                <a:gd name="T67" fmla="*/ 21 h 75"/>
                <a:gd name="T68" fmla="*/ 49 w 421"/>
                <a:gd name="T69" fmla="*/ 15 h 75"/>
                <a:gd name="T70" fmla="*/ 35 w 421"/>
                <a:gd name="T71" fmla="*/ 12 h 75"/>
                <a:gd name="T72" fmla="*/ 22 w 421"/>
                <a:gd name="T73" fmla="*/ 9 h 75"/>
                <a:gd name="T74" fmla="*/ 10 w 421"/>
                <a:gd name="T75" fmla="*/ 5 h 75"/>
                <a:gd name="T76" fmla="*/ 0 w 421"/>
                <a:gd name="T77" fmla="*/ 1 h 75"/>
                <a:gd name="T78" fmla="*/ 0 w 421"/>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1" h="75">
                  <a:moveTo>
                    <a:pt x="0" y="0"/>
                  </a:moveTo>
                  <a:lnTo>
                    <a:pt x="0" y="42"/>
                  </a:lnTo>
                  <a:lnTo>
                    <a:pt x="8" y="48"/>
                  </a:lnTo>
                  <a:lnTo>
                    <a:pt x="22" y="53"/>
                  </a:lnTo>
                  <a:lnTo>
                    <a:pt x="43" y="58"/>
                  </a:lnTo>
                  <a:lnTo>
                    <a:pt x="67" y="64"/>
                  </a:lnTo>
                  <a:lnTo>
                    <a:pt x="97" y="68"/>
                  </a:lnTo>
                  <a:lnTo>
                    <a:pt x="130" y="72"/>
                  </a:lnTo>
                  <a:lnTo>
                    <a:pt x="169" y="74"/>
                  </a:lnTo>
                  <a:lnTo>
                    <a:pt x="211" y="75"/>
                  </a:lnTo>
                  <a:lnTo>
                    <a:pt x="253" y="74"/>
                  </a:lnTo>
                  <a:lnTo>
                    <a:pt x="290" y="72"/>
                  </a:lnTo>
                  <a:lnTo>
                    <a:pt x="325" y="68"/>
                  </a:lnTo>
                  <a:lnTo>
                    <a:pt x="355" y="64"/>
                  </a:lnTo>
                  <a:lnTo>
                    <a:pt x="379" y="58"/>
                  </a:lnTo>
                  <a:lnTo>
                    <a:pt x="399" y="53"/>
                  </a:lnTo>
                  <a:lnTo>
                    <a:pt x="414" y="48"/>
                  </a:lnTo>
                  <a:lnTo>
                    <a:pt x="421" y="42"/>
                  </a:lnTo>
                  <a:lnTo>
                    <a:pt x="421" y="0"/>
                  </a:lnTo>
                  <a:lnTo>
                    <a:pt x="410" y="5"/>
                  </a:lnTo>
                  <a:lnTo>
                    <a:pt x="399" y="9"/>
                  </a:lnTo>
                  <a:lnTo>
                    <a:pt x="386" y="12"/>
                  </a:lnTo>
                  <a:lnTo>
                    <a:pt x="373" y="15"/>
                  </a:lnTo>
                  <a:lnTo>
                    <a:pt x="344" y="21"/>
                  </a:lnTo>
                  <a:lnTo>
                    <a:pt x="314" y="24"/>
                  </a:lnTo>
                  <a:lnTo>
                    <a:pt x="284" y="27"/>
                  </a:lnTo>
                  <a:lnTo>
                    <a:pt x="256" y="29"/>
                  </a:lnTo>
                  <a:lnTo>
                    <a:pt x="231" y="30"/>
                  </a:lnTo>
                  <a:lnTo>
                    <a:pt x="211" y="30"/>
                  </a:lnTo>
                  <a:lnTo>
                    <a:pt x="191" y="30"/>
                  </a:lnTo>
                  <a:lnTo>
                    <a:pt x="166" y="29"/>
                  </a:lnTo>
                  <a:lnTo>
                    <a:pt x="138" y="27"/>
                  </a:lnTo>
                  <a:lnTo>
                    <a:pt x="108" y="24"/>
                  </a:lnTo>
                  <a:lnTo>
                    <a:pt x="78" y="21"/>
                  </a:lnTo>
                  <a:lnTo>
                    <a:pt x="49" y="15"/>
                  </a:lnTo>
                  <a:lnTo>
                    <a:pt x="35" y="12"/>
                  </a:lnTo>
                  <a:lnTo>
                    <a:pt x="22" y="9"/>
                  </a:lnTo>
                  <a:lnTo>
                    <a:pt x="10" y="5"/>
                  </a:lnTo>
                  <a:lnTo>
                    <a:pt x="0"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80" name="Freeform 503">
              <a:extLst>
                <a:ext uri="{FF2B5EF4-FFF2-40B4-BE49-F238E27FC236}">
                  <a16:creationId xmlns:a16="http://schemas.microsoft.com/office/drawing/2014/main" id="{55ECB322-3CD7-4C90-AF8A-29AC2BEF4498}"/>
                </a:ext>
              </a:extLst>
            </p:cNvPr>
            <p:cNvSpPr>
              <a:spLocks/>
            </p:cNvSpPr>
            <p:nvPr/>
          </p:nvSpPr>
          <p:spPr bwMode="auto">
            <a:xfrm>
              <a:off x="3756025" y="1550988"/>
              <a:ext cx="133350" cy="23813"/>
            </a:xfrm>
            <a:custGeom>
              <a:avLst/>
              <a:gdLst>
                <a:gd name="T0" fmla="*/ 0 w 421"/>
                <a:gd name="T1" fmla="*/ 0 h 75"/>
                <a:gd name="T2" fmla="*/ 0 w 421"/>
                <a:gd name="T3" fmla="*/ 42 h 75"/>
                <a:gd name="T4" fmla="*/ 8 w 421"/>
                <a:gd name="T5" fmla="*/ 47 h 75"/>
                <a:gd name="T6" fmla="*/ 22 w 421"/>
                <a:gd name="T7" fmla="*/ 53 h 75"/>
                <a:gd name="T8" fmla="*/ 43 w 421"/>
                <a:gd name="T9" fmla="*/ 58 h 75"/>
                <a:gd name="T10" fmla="*/ 67 w 421"/>
                <a:gd name="T11" fmla="*/ 64 h 75"/>
                <a:gd name="T12" fmla="*/ 97 w 421"/>
                <a:gd name="T13" fmla="*/ 68 h 75"/>
                <a:gd name="T14" fmla="*/ 130 w 421"/>
                <a:gd name="T15" fmla="*/ 72 h 75"/>
                <a:gd name="T16" fmla="*/ 169 w 421"/>
                <a:gd name="T17" fmla="*/ 74 h 75"/>
                <a:gd name="T18" fmla="*/ 211 w 421"/>
                <a:gd name="T19" fmla="*/ 75 h 75"/>
                <a:gd name="T20" fmla="*/ 253 w 421"/>
                <a:gd name="T21" fmla="*/ 74 h 75"/>
                <a:gd name="T22" fmla="*/ 290 w 421"/>
                <a:gd name="T23" fmla="*/ 72 h 75"/>
                <a:gd name="T24" fmla="*/ 325 w 421"/>
                <a:gd name="T25" fmla="*/ 68 h 75"/>
                <a:gd name="T26" fmla="*/ 355 w 421"/>
                <a:gd name="T27" fmla="*/ 64 h 75"/>
                <a:gd name="T28" fmla="*/ 379 w 421"/>
                <a:gd name="T29" fmla="*/ 58 h 75"/>
                <a:gd name="T30" fmla="*/ 399 w 421"/>
                <a:gd name="T31" fmla="*/ 53 h 75"/>
                <a:gd name="T32" fmla="*/ 414 w 421"/>
                <a:gd name="T33" fmla="*/ 47 h 75"/>
                <a:gd name="T34" fmla="*/ 421 w 421"/>
                <a:gd name="T35" fmla="*/ 42 h 75"/>
                <a:gd name="T36" fmla="*/ 421 w 421"/>
                <a:gd name="T37" fmla="*/ 0 h 75"/>
                <a:gd name="T38" fmla="*/ 410 w 421"/>
                <a:gd name="T39" fmla="*/ 5 h 75"/>
                <a:gd name="T40" fmla="*/ 399 w 421"/>
                <a:gd name="T41" fmla="*/ 9 h 75"/>
                <a:gd name="T42" fmla="*/ 386 w 421"/>
                <a:gd name="T43" fmla="*/ 12 h 75"/>
                <a:gd name="T44" fmla="*/ 373 w 421"/>
                <a:gd name="T45" fmla="*/ 15 h 75"/>
                <a:gd name="T46" fmla="*/ 344 w 421"/>
                <a:gd name="T47" fmla="*/ 21 h 75"/>
                <a:gd name="T48" fmla="*/ 314 w 421"/>
                <a:gd name="T49" fmla="*/ 24 h 75"/>
                <a:gd name="T50" fmla="*/ 284 w 421"/>
                <a:gd name="T51" fmla="*/ 27 h 75"/>
                <a:gd name="T52" fmla="*/ 256 w 421"/>
                <a:gd name="T53" fmla="*/ 29 h 75"/>
                <a:gd name="T54" fmla="*/ 231 w 421"/>
                <a:gd name="T55" fmla="*/ 30 h 75"/>
                <a:gd name="T56" fmla="*/ 211 w 421"/>
                <a:gd name="T57" fmla="*/ 30 h 75"/>
                <a:gd name="T58" fmla="*/ 191 w 421"/>
                <a:gd name="T59" fmla="*/ 30 h 75"/>
                <a:gd name="T60" fmla="*/ 166 w 421"/>
                <a:gd name="T61" fmla="*/ 29 h 75"/>
                <a:gd name="T62" fmla="*/ 138 w 421"/>
                <a:gd name="T63" fmla="*/ 27 h 75"/>
                <a:gd name="T64" fmla="*/ 108 w 421"/>
                <a:gd name="T65" fmla="*/ 24 h 75"/>
                <a:gd name="T66" fmla="*/ 78 w 421"/>
                <a:gd name="T67" fmla="*/ 21 h 75"/>
                <a:gd name="T68" fmla="*/ 49 w 421"/>
                <a:gd name="T69" fmla="*/ 15 h 75"/>
                <a:gd name="T70" fmla="*/ 35 w 421"/>
                <a:gd name="T71" fmla="*/ 12 h 75"/>
                <a:gd name="T72" fmla="*/ 22 w 421"/>
                <a:gd name="T73" fmla="*/ 9 h 75"/>
                <a:gd name="T74" fmla="*/ 10 w 421"/>
                <a:gd name="T75" fmla="*/ 5 h 75"/>
                <a:gd name="T76" fmla="*/ 0 w 421"/>
                <a:gd name="T7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1" h="75">
                  <a:moveTo>
                    <a:pt x="0" y="0"/>
                  </a:moveTo>
                  <a:lnTo>
                    <a:pt x="0" y="42"/>
                  </a:lnTo>
                  <a:lnTo>
                    <a:pt x="8" y="47"/>
                  </a:lnTo>
                  <a:lnTo>
                    <a:pt x="22" y="53"/>
                  </a:lnTo>
                  <a:lnTo>
                    <a:pt x="43" y="58"/>
                  </a:lnTo>
                  <a:lnTo>
                    <a:pt x="67" y="64"/>
                  </a:lnTo>
                  <a:lnTo>
                    <a:pt x="97" y="68"/>
                  </a:lnTo>
                  <a:lnTo>
                    <a:pt x="130" y="72"/>
                  </a:lnTo>
                  <a:lnTo>
                    <a:pt x="169" y="74"/>
                  </a:lnTo>
                  <a:lnTo>
                    <a:pt x="211" y="75"/>
                  </a:lnTo>
                  <a:lnTo>
                    <a:pt x="253" y="74"/>
                  </a:lnTo>
                  <a:lnTo>
                    <a:pt x="290" y="72"/>
                  </a:lnTo>
                  <a:lnTo>
                    <a:pt x="325" y="68"/>
                  </a:lnTo>
                  <a:lnTo>
                    <a:pt x="355" y="64"/>
                  </a:lnTo>
                  <a:lnTo>
                    <a:pt x="379" y="58"/>
                  </a:lnTo>
                  <a:lnTo>
                    <a:pt x="399" y="53"/>
                  </a:lnTo>
                  <a:lnTo>
                    <a:pt x="414" y="47"/>
                  </a:lnTo>
                  <a:lnTo>
                    <a:pt x="421" y="42"/>
                  </a:lnTo>
                  <a:lnTo>
                    <a:pt x="421" y="0"/>
                  </a:lnTo>
                  <a:lnTo>
                    <a:pt x="410" y="5"/>
                  </a:lnTo>
                  <a:lnTo>
                    <a:pt x="399" y="9"/>
                  </a:lnTo>
                  <a:lnTo>
                    <a:pt x="386" y="12"/>
                  </a:lnTo>
                  <a:lnTo>
                    <a:pt x="373" y="15"/>
                  </a:lnTo>
                  <a:lnTo>
                    <a:pt x="344" y="21"/>
                  </a:lnTo>
                  <a:lnTo>
                    <a:pt x="314" y="24"/>
                  </a:lnTo>
                  <a:lnTo>
                    <a:pt x="284" y="27"/>
                  </a:lnTo>
                  <a:lnTo>
                    <a:pt x="256" y="29"/>
                  </a:lnTo>
                  <a:lnTo>
                    <a:pt x="231" y="30"/>
                  </a:lnTo>
                  <a:lnTo>
                    <a:pt x="211" y="30"/>
                  </a:lnTo>
                  <a:lnTo>
                    <a:pt x="191" y="30"/>
                  </a:lnTo>
                  <a:lnTo>
                    <a:pt x="166" y="29"/>
                  </a:lnTo>
                  <a:lnTo>
                    <a:pt x="138" y="27"/>
                  </a:lnTo>
                  <a:lnTo>
                    <a:pt x="108" y="24"/>
                  </a:lnTo>
                  <a:lnTo>
                    <a:pt x="78" y="21"/>
                  </a:lnTo>
                  <a:lnTo>
                    <a:pt x="49" y="15"/>
                  </a:lnTo>
                  <a:lnTo>
                    <a:pt x="35" y="12"/>
                  </a:lnTo>
                  <a:lnTo>
                    <a:pt x="22" y="9"/>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81" name="Freeform 504">
              <a:extLst>
                <a:ext uri="{FF2B5EF4-FFF2-40B4-BE49-F238E27FC236}">
                  <a16:creationId xmlns:a16="http://schemas.microsoft.com/office/drawing/2014/main" id="{B6AD1B75-10D4-4A24-A1A7-45427FFD5AC4}"/>
                </a:ext>
              </a:extLst>
            </p:cNvPr>
            <p:cNvSpPr>
              <a:spLocks/>
            </p:cNvSpPr>
            <p:nvPr/>
          </p:nvSpPr>
          <p:spPr bwMode="auto">
            <a:xfrm>
              <a:off x="3756025" y="1527175"/>
              <a:ext cx="133350" cy="23813"/>
            </a:xfrm>
            <a:custGeom>
              <a:avLst/>
              <a:gdLst>
                <a:gd name="T0" fmla="*/ 0 w 421"/>
                <a:gd name="T1" fmla="*/ 0 h 75"/>
                <a:gd name="T2" fmla="*/ 0 w 421"/>
                <a:gd name="T3" fmla="*/ 42 h 75"/>
                <a:gd name="T4" fmla="*/ 8 w 421"/>
                <a:gd name="T5" fmla="*/ 46 h 75"/>
                <a:gd name="T6" fmla="*/ 22 w 421"/>
                <a:gd name="T7" fmla="*/ 52 h 75"/>
                <a:gd name="T8" fmla="*/ 43 w 421"/>
                <a:gd name="T9" fmla="*/ 58 h 75"/>
                <a:gd name="T10" fmla="*/ 67 w 421"/>
                <a:gd name="T11" fmla="*/ 63 h 75"/>
                <a:gd name="T12" fmla="*/ 97 w 421"/>
                <a:gd name="T13" fmla="*/ 68 h 75"/>
                <a:gd name="T14" fmla="*/ 130 w 421"/>
                <a:gd name="T15" fmla="*/ 72 h 75"/>
                <a:gd name="T16" fmla="*/ 169 w 421"/>
                <a:gd name="T17" fmla="*/ 74 h 75"/>
                <a:gd name="T18" fmla="*/ 211 w 421"/>
                <a:gd name="T19" fmla="*/ 75 h 75"/>
                <a:gd name="T20" fmla="*/ 253 w 421"/>
                <a:gd name="T21" fmla="*/ 74 h 75"/>
                <a:gd name="T22" fmla="*/ 290 w 421"/>
                <a:gd name="T23" fmla="*/ 72 h 75"/>
                <a:gd name="T24" fmla="*/ 325 w 421"/>
                <a:gd name="T25" fmla="*/ 68 h 75"/>
                <a:gd name="T26" fmla="*/ 355 w 421"/>
                <a:gd name="T27" fmla="*/ 63 h 75"/>
                <a:gd name="T28" fmla="*/ 379 w 421"/>
                <a:gd name="T29" fmla="*/ 58 h 75"/>
                <a:gd name="T30" fmla="*/ 399 w 421"/>
                <a:gd name="T31" fmla="*/ 52 h 75"/>
                <a:gd name="T32" fmla="*/ 414 w 421"/>
                <a:gd name="T33" fmla="*/ 47 h 75"/>
                <a:gd name="T34" fmla="*/ 421 w 421"/>
                <a:gd name="T35" fmla="*/ 42 h 75"/>
                <a:gd name="T36" fmla="*/ 421 w 421"/>
                <a:gd name="T37" fmla="*/ 0 h 75"/>
                <a:gd name="T38" fmla="*/ 410 w 421"/>
                <a:gd name="T39" fmla="*/ 4 h 75"/>
                <a:gd name="T40" fmla="*/ 399 w 421"/>
                <a:gd name="T41" fmla="*/ 9 h 75"/>
                <a:gd name="T42" fmla="*/ 386 w 421"/>
                <a:gd name="T43" fmla="*/ 12 h 75"/>
                <a:gd name="T44" fmla="*/ 373 w 421"/>
                <a:gd name="T45" fmla="*/ 15 h 75"/>
                <a:gd name="T46" fmla="*/ 344 w 421"/>
                <a:gd name="T47" fmla="*/ 19 h 75"/>
                <a:gd name="T48" fmla="*/ 314 w 421"/>
                <a:gd name="T49" fmla="*/ 24 h 75"/>
                <a:gd name="T50" fmla="*/ 284 w 421"/>
                <a:gd name="T51" fmla="*/ 27 h 75"/>
                <a:gd name="T52" fmla="*/ 256 w 421"/>
                <a:gd name="T53" fmla="*/ 29 h 75"/>
                <a:gd name="T54" fmla="*/ 231 w 421"/>
                <a:gd name="T55" fmla="*/ 29 h 75"/>
                <a:gd name="T56" fmla="*/ 211 w 421"/>
                <a:gd name="T57" fmla="*/ 30 h 75"/>
                <a:gd name="T58" fmla="*/ 191 w 421"/>
                <a:gd name="T59" fmla="*/ 29 h 75"/>
                <a:gd name="T60" fmla="*/ 166 w 421"/>
                <a:gd name="T61" fmla="*/ 28 h 75"/>
                <a:gd name="T62" fmla="*/ 138 w 421"/>
                <a:gd name="T63" fmla="*/ 27 h 75"/>
                <a:gd name="T64" fmla="*/ 108 w 421"/>
                <a:gd name="T65" fmla="*/ 24 h 75"/>
                <a:gd name="T66" fmla="*/ 78 w 421"/>
                <a:gd name="T67" fmla="*/ 19 h 75"/>
                <a:gd name="T68" fmla="*/ 49 w 421"/>
                <a:gd name="T69" fmla="*/ 15 h 75"/>
                <a:gd name="T70" fmla="*/ 35 w 421"/>
                <a:gd name="T71" fmla="*/ 12 h 75"/>
                <a:gd name="T72" fmla="*/ 22 w 421"/>
                <a:gd name="T73" fmla="*/ 9 h 75"/>
                <a:gd name="T74" fmla="*/ 10 w 421"/>
                <a:gd name="T75" fmla="*/ 4 h 75"/>
                <a:gd name="T76" fmla="*/ 0 w 421"/>
                <a:gd name="T7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1" h="75">
                  <a:moveTo>
                    <a:pt x="0" y="0"/>
                  </a:moveTo>
                  <a:lnTo>
                    <a:pt x="0" y="42"/>
                  </a:lnTo>
                  <a:lnTo>
                    <a:pt x="8" y="46"/>
                  </a:lnTo>
                  <a:lnTo>
                    <a:pt x="22" y="52"/>
                  </a:lnTo>
                  <a:lnTo>
                    <a:pt x="43" y="58"/>
                  </a:lnTo>
                  <a:lnTo>
                    <a:pt x="67" y="63"/>
                  </a:lnTo>
                  <a:lnTo>
                    <a:pt x="97" y="68"/>
                  </a:lnTo>
                  <a:lnTo>
                    <a:pt x="130" y="72"/>
                  </a:lnTo>
                  <a:lnTo>
                    <a:pt x="169" y="74"/>
                  </a:lnTo>
                  <a:lnTo>
                    <a:pt x="211" y="75"/>
                  </a:lnTo>
                  <a:lnTo>
                    <a:pt x="253" y="74"/>
                  </a:lnTo>
                  <a:lnTo>
                    <a:pt x="290" y="72"/>
                  </a:lnTo>
                  <a:lnTo>
                    <a:pt x="325" y="68"/>
                  </a:lnTo>
                  <a:lnTo>
                    <a:pt x="355" y="63"/>
                  </a:lnTo>
                  <a:lnTo>
                    <a:pt x="379" y="58"/>
                  </a:lnTo>
                  <a:lnTo>
                    <a:pt x="399" y="52"/>
                  </a:lnTo>
                  <a:lnTo>
                    <a:pt x="414" y="47"/>
                  </a:lnTo>
                  <a:lnTo>
                    <a:pt x="421" y="42"/>
                  </a:lnTo>
                  <a:lnTo>
                    <a:pt x="421" y="0"/>
                  </a:lnTo>
                  <a:lnTo>
                    <a:pt x="410" y="4"/>
                  </a:lnTo>
                  <a:lnTo>
                    <a:pt x="399" y="9"/>
                  </a:lnTo>
                  <a:lnTo>
                    <a:pt x="386" y="12"/>
                  </a:lnTo>
                  <a:lnTo>
                    <a:pt x="373" y="15"/>
                  </a:lnTo>
                  <a:lnTo>
                    <a:pt x="344" y="19"/>
                  </a:lnTo>
                  <a:lnTo>
                    <a:pt x="314" y="24"/>
                  </a:lnTo>
                  <a:lnTo>
                    <a:pt x="284" y="27"/>
                  </a:lnTo>
                  <a:lnTo>
                    <a:pt x="256" y="29"/>
                  </a:lnTo>
                  <a:lnTo>
                    <a:pt x="231" y="29"/>
                  </a:lnTo>
                  <a:lnTo>
                    <a:pt x="211" y="30"/>
                  </a:lnTo>
                  <a:lnTo>
                    <a:pt x="191" y="29"/>
                  </a:lnTo>
                  <a:lnTo>
                    <a:pt x="166" y="28"/>
                  </a:lnTo>
                  <a:lnTo>
                    <a:pt x="138" y="27"/>
                  </a:lnTo>
                  <a:lnTo>
                    <a:pt x="108" y="24"/>
                  </a:lnTo>
                  <a:lnTo>
                    <a:pt x="78" y="19"/>
                  </a:lnTo>
                  <a:lnTo>
                    <a:pt x="49" y="15"/>
                  </a:lnTo>
                  <a:lnTo>
                    <a:pt x="35" y="12"/>
                  </a:lnTo>
                  <a:lnTo>
                    <a:pt x="22" y="9"/>
                  </a:lnTo>
                  <a:lnTo>
                    <a:pt x="10" y="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sp>
        <p:nvSpPr>
          <p:cNvPr id="82" name="TextBox 81">
            <a:extLst>
              <a:ext uri="{FF2B5EF4-FFF2-40B4-BE49-F238E27FC236}">
                <a16:creationId xmlns:a16="http://schemas.microsoft.com/office/drawing/2014/main" id="{D471120A-72B1-401B-90AB-DE1E7586AB5F}"/>
              </a:ext>
            </a:extLst>
          </p:cNvPr>
          <p:cNvSpPr txBox="1"/>
          <p:nvPr/>
        </p:nvSpPr>
        <p:spPr>
          <a:xfrm>
            <a:off x="2686050" y="3667481"/>
            <a:ext cx="1371600" cy="615553"/>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Light"/>
                <a:ea typeface="+mn-ea"/>
                <a:cs typeface="+mn-cs"/>
              </a:rPr>
              <a:t>SHARED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Light"/>
                <a:ea typeface="+mn-ea"/>
                <a:cs typeface="+mn-cs"/>
              </a:rPr>
              <a:t>VALUES</a:t>
            </a:r>
          </a:p>
        </p:txBody>
      </p:sp>
      <p:grpSp>
        <p:nvGrpSpPr>
          <p:cNvPr id="13" name="Group 12">
            <a:extLst>
              <a:ext uri="{FF2B5EF4-FFF2-40B4-BE49-F238E27FC236}">
                <a16:creationId xmlns:a16="http://schemas.microsoft.com/office/drawing/2014/main" id="{CC95272E-476C-4536-96B8-B2C0DB882AB3}"/>
              </a:ext>
            </a:extLst>
          </p:cNvPr>
          <p:cNvGrpSpPr/>
          <p:nvPr/>
        </p:nvGrpSpPr>
        <p:grpSpPr>
          <a:xfrm>
            <a:off x="6267450" y="1901826"/>
            <a:ext cx="5534025" cy="3600449"/>
            <a:chOff x="6267450" y="1628775"/>
            <a:chExt cx="5534025" cy="3600449"/>
          </a:xfrm>
        </p:grpSpPr>
        <p:sp>
          <p:nvSpPr>
            <p:cNvPr id="12" name="Parallelogram 11">
              <a:extLst>
                <a:ext uri="{FF2B5EF4-FFF2-40B4-BE49-F238E27FC236}">
                  <a16:creationId xmlns:a16="http://schemas.microsoft.com/office/drawing/2014/main" id="{FD35B82A-2346-4B51-A70B-807096EE9A17}"/>
                </a:ext>
              </a:extLst>
            </p:cNvPr>
            <p:cNvSpPr/>
            <p:nvPr/>
          </p:nvSpPr>
          <p:spPr>
            <a:xfrm>
              <a:off x="6267450" y="1628775"/>
              <a:ext cx="5534025" cy="997783"/>
            </a:xfrm>
            <a:prstGeom prst="parallelogram">
              <a:avLst/>
            </a:prstGeom>
            <a:noFill/>
            <a:ln>
              <a:solidFill>
                <a:srgbClr val="BA496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a:t>
              </a:r>
            </a:p>
          </p:txBody>
        </p:sp>
        <p:sp>
          <p:nvSpPr>
            <p:cNvPr id="83" name="Parallelogram 82">
              <a:extLst>
                <a:ext uri="{FF2B5EF4-FFF2-40B4-BE49-F238E27FC236}">
                  <a16:creationId xmlns:a16="http://schemas.microsoft.com/office/drawing/2014/main" id="{F7542F2C-DD0C-4203-AE6F-CF6850175B95}"/>
                </a:ext>
              </a:extLst>
            </p:cNvPr>
            <p:cNvSpPr/>
            <p:nvPr/>
          </p:nvSpPr>
          <p:spPr>
            <a:xfrm>
              <a:off x="6267450" y="2930108"/>
              <a:ext cx="5534025" cy="997783"/>
            </a:xfrm>
            <a:prstGeom prst="parallelogram">
              <a:avLst/>
            </a:prstGeom>
            <a:noFill/>
            <a:ln>
              <a:solidFill>
                <a:srgbClr val="2FBA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a:t>
              </a:r>
            </a:p>
          </p:txBody>
        </p:sp>
        <p:sp>
          <p:nvSpPr>
            <p:cNvPr id="84" name="Parallelogram 83">
              <a:extLst>
                <a:ext uri="{FF2B5EF4-FFF2-40B4-BE49-F238E27FC236}">
                  <a16:creationId xmlns:a16="http://schemas.microsoft.com/office/drawing/2014/main" id="{1BACAA59-6EDE-4C0C-ADDF-97EA785D1D60}"/>
                </a:ext>
              </a:extLst>
            </p:cNvPr>
            <p:cNvSpPr/>
            <p:nvPr/>
          </p:nvSpPr>
          <p:spPr>
            <a:xfrm>
              <a:off x="6267450" y="4231441"/>
              <a:ext cx="5534025" cy="997783"/>
            </a:xfrm>
            <a:prstGeom prst="parallelogram">
              <a:avLst/>
            </a:prstGeom>
            <a:noFill/>
            <a:ln>
              <a:solidFill>
                <a:srgbClr val="3A566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a:t>
              </a:r>
            </a:p>
          </p:txBody>
        </p:sp>
      </p:grpSp>
    </p:spTree>
    <p:extLst>
      <p:ext uri="{BB962C8B-B14F-4D97-AF65-F5344CB8AC3E}">
        <p14:creationId xmlns:p14="http://schemas.microsoft.com/office/powerpoint/2010/main" val="368877857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152" name="Freeform: Shape 151">
            <a:extLst>
              <a:ext uri="{FF2B5EF4-FFF2-40B4-BE49-F238E27FC236}">
                <a16:creationId xmlns:a16="http://schemas.microsoft.com/office/drawing/2014/main" id="{649C0B60-3B37-1148-F26D-E63D8DB02C1A}"/>
              </a:ext>
            </a:extLst>
          </p:cNvPr>
          <p:cNvSpPr/>
          <p:nvPr/>
        </p:nvSpPr>
        <p:spPr>
          <a:xfrm>
            <a:off x="4544093" y="1995875"/>
            <a:ext cx="2890683" cy="1032387"/>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8739" h="1032387">
                <a:moveTo>
                  <a:pt x="0" y="1032387"/>
                </a:moveTo>
                <a:lnTo>
                  <a:pt x="617796" y="1032387"/>
                </a:lnTo>
                <a:lnTo>
                  <a:pt x="617797" y="1032387"/>
                </a:lnTo>
                <a:lnTo>
                  <a:pt x="1331287" y="0"/>
                </a:lnTo>
                <a:lnTo>
                  <a:pt x="2838739" y="0"/>
                </a:lnTo>
              </a:path>
            </a:pathLst>
          </a:custGeom>
          <a:no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3" name="Freeform: Shape 152">
            <a:extLst>
              <a:ext uri="{FF2B5EF4-FFF2-40B4-BE49-F238E27FC236}">
                <a16:creationId xmlns:a16="http://schemas.microsoft.com/office/drawing/2014/main" id="{0969646F-3D86-EF9E-180E-B8D68C25BAC6}"/>
              </a:ext>
            </a:extLst>
          </p:cNvPr>
          <p:cNvSpPr/>
          <p:nvPr/>
        </p:nvSpPr>
        <p:spPr>
          <a:xfrm>
            <a:off x="4025994" y="3747207"/>
            <a:ext cx="3460104" cy="629189"/>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 name="connsiteX0" fmla="*/ 0 w 2838739"/>
              <a:gd name="connsiteY0" fmla="*/ 1032387 h 1032387"/>
              <a:gd name="connsiteX1" fmla="*/ 617796 w 2838739"/>
              <a:gd name="connsiteY1" fmla="*/ 1032387 h 1032387"/>
              <a:gd name="connsiteX2" fmla="*/ 617797 w 2838739"/>
              <a:gd name="connsiteY2" fmla="*/ 1032387 h 1032387"/>
              <a:gd name="connsiteX3" fmla="*/ 1062112 w 2838739"/>
              <a:gd name="connsiteY3" fmla="*/ 403198 h 1032387"/>
              <a:gd name="connsiteX4" fmla="*/ 1331287 w 2838739"/>
              <a:gd name="connsiteY4" fmla="*/ 0 h 1032387"/>
              <a:gd name="connsiteX5" fmla="*/ 2838739 w 2838739"/>
              <a:gd name="connsiteY5" fmla="*/ 0 h 1032387"/>
              <a:gd name="connsiteX0" fmla="*/ 0 w 2877361"/>
              <a:gd name="connsiteY0" fmla="*/ 1032387 h 1032387"/>
              <a:gd name="connsiteX1" fmla="*/ 617796 w 2877361"/>
              <a:gd name="connsiteY1" fmla="*/ 1032387 h 1032387"/>
              <a:gd name="connsiteX2" fmla="*/ 617797 w 2877361"/>
              <a:gd name="connsiteY2" fmla="*/ 1032387 h 1032387"/>
              <a:gd name="connsiteX3" fmla="*/ 1062112 w 2877361"/>
              <a:gd name="connsiteY3" fmla="*/ 403198 h 1032387"/>
              <a:gd name="connsiteX4" fmla="*/ 1331287 w 2877361"/>
              <a:gd name="connsiteY4" fmla="*/ 0 h 1032387"/>
              <a:gd name="connsiteX5" fmla="*/ 2877361 w 2877361"/>
              <a:gd name="connsiteY5" fmla="*/ 501445 h 1032387"/>
              <a:gd name="connsiteX0" fmla="*/ 0 w 2877361"/>
              <a:gd name="connsiteY0" fmla="*/ 629189 h 629189"/>
              <a:gd name="connsiteX1" fmla="*/ 617796 w 2877361"/>
              <a:gd name="connsiteY1" fmla="*/ 629189 h 629189"/>
              <a:gd name="connsiteX2" fmla="*/ 617797 w 2877361"/>
              <a:gd name="connsiteY2" fmla="*/ 629189 h 629189"/>
              <a:gd name="connsiteX3" fmla="*/ 1062112 w 2877361"/>
              <a:gd name="connsiteY3" fmla="*/ 0 h 629189"/>
              <a:gd name="connsiteX4" fmla="*/ 2877361 w 2877361"/>
              <a:gd name="connsiteY4" fmla="*/ 98247 h 629189"/>
              <a:gd name="connsiteX0" fmla="*/ 0 w 2838739"/>
              <a:gd name="connsiteY0" fmla="*/ 629189 h 629189"/>
              <a:gd name="connsiteX1" fmla="*/ 617796 w 2838739"/>
              <a:gd name="connsiteY1" fmla="*/ 629189 h 629189"/>
              <a:gd name="connsiteX2" fmla="*/ 617797 w 2838739"/>
              <a:gd name="connsiteY2" fmla="*/ 629189 h 629189"/>
              <a:gd name="connsiteX3" fmla="*/ 1062112 w 2838739"/>
              <a:gd name="connsiteY3" fmla="*/ 0 h 629189"/>
              <a:gd name="connsiteX4" fmla="*/ 2838739 w 2838739"/>
              <a:gd name="connsiteY4" fmla="*/ 19589 h 629189"/>
              <a:gd name="connsiteX0" fmla="*/ 0 w 2836018"/>
              <a:gd name="connsiteY0" fmla="*/ 629189 h 629189"/>
              <a:gd name="connsiteX1" fmla="*/ 617796 w 2836018"/>
              <a:gd name="connsiteY1" fmla="*/ 629189 h 629189"/>
              <a:gd name="connsiteX2" fmla="*/ 617797 w 2836018"/>
              <a:gd name="connsiteY2" fmla="*/ 629189 h 629189"/>
              <a:gd name="connsiteX3" fmla="*/ 1062112 w 2836018"/>
              <a:gd name="connsiteY3" fmla="*/ 0 h 629189"/>
              <a:gd name="connsiteX4" fmla="*/ 2836018 w 2836018"/>
              <a:gd name="connsiteY4" fmla="*/ 27902 h 629189"/>
              <a:gd name="connsiteX0" fmla="*/ 0 w 2830576"/>
              <a:gd name="connsiteY0" fmla="*/ 629189 h 629189"/>
              <a:gd name="connsiteX1" fmla="*/ 617796 w 2830576"/>
              <a:gd name="connsiteY1" fmla="*/ 629189 h 629189"/>
              <a:gd name="connsiteX2" fmla="*/ 617797 w 2830576"/>
              <a:gd name="connsiteY2" fmla="*/ 629189 h 629189"/>
              <a:gd name="connsiteX3" fmla="*/ 1062112 w 2830576"/>
              <a:gd name="connsiteY3" fmla="*/ 0 h 629189"/>
              <a:gd name="connsiteX4" fmla="*/ 2830576 w 2830576"/>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629465 w 3397929"/>
              <a:gd name="connsiteY3" fmla="*/ 0 h 629189"/>
              <a:gd name="connsiteX4" fmla="*/ 3397929 w 3397929"/>
              <a:gd name="connsiteY4" fmla="*/ 2964 h 629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7929" h="629189">
                <a:moveTo>
                  <a:pt x="0" y="625032"/>
                </a:moveTo>
                <a:lnTo>
                  <a:pt x="1185149" y="629189"/>
                </a:lnTo>
                <a:lnTo>
                  <a:pt x="1185150" y="629189"/>
                </a:lnTo>
                <a:lnTo>
                  <a:pt x="1629465" y="0"/>
                </a:lnTo>
                <a:lnTo>
                  <a:pt x="3397929" y="2964"/>
                </a:lnTo>
              </a:path>
            </a:pathLst>
          </a:custGeom>
          <a:no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7" name="Freeform: Shape 156">
            <a:extLst>
              <a:ext uri="{FF2B5EF4-FFF2-40B4-BE49-F238E27FC236}">
                <a16:creationId xmlns:a16="http://schemas.microsoft.com/office/drawing/2014/main" id="{5523BCAB-F9F0-9170-AEE9-8AA61C5FF15F}"/>
              </a:ext>
            </a:extLst>
          </p:cNvPr>
          <p:cNvSpPr/>
          <p:nvPr/>
        </p:nvSpPr>
        <p:spPr>
          <a:xfrm>
            <a:off x="3448381" y="5562601"/>
            <a:ext cx="4086847" cy="139995"/>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 name="connsiteX0" fmla="*/ 0 w 2838739"/>
              <a:gd name="connsiteY0" fmla="*/ 1032387 h 1032387"/>
              <a:gd name="connsiteX1" fmla="*/ 617796 w 2838739"/>
              <a:gd name="connsiteY1" fmla="*/ 1032387 h 1032387"/>
              <a:gd name="connsiteX2" fmla="*/ 617797 w 2838739"/>
              <a:gd name="connsiteY2" fmla="*/ 1032387 h 1032387"/>
              <a:gd name="connsiteX3" fmla="*/ 1062112 w 2838739"/>
              <a:gd name="connsiteY3" fmla="*/ 403198 h 1032387"/>
              <a:gd name="connsiteX4" fmla="*/ 1331287 w 2838739"/>
              <a:gd name="connsiteY4" fmla="*/ 0 h 1032387"/>
              <a:gd name="connsiteX5" fmla="*/ 2838739 w 2838739"/>
              <a:gd name="connsiteY5" fmla="*/ 0 h 1032387"/>
              <a:gd name="connsiteX0" fmla="*/ 0 w 2877361"/>
              <a:gd name="connsiteY0" fmla="*/ 1032387 h 1032387"/>
              <a:gd name="connsiteX1" fmla="*/ 617796 w 2877361"/>
              <a:gd name="connsiteY1" fmla="*/ 1032387 h 1032387"/>
              <a:gd name="connsiteX2" fmla="*/ 617797 w 2877361"/>
              <a:gd name="connsiteY2" fmla="*/ 1032387 h 1032387"/>
              <a:gd name="connsiteX3" fmla="*/ 1062112 w 2877361"/>
              <a:gd name="connsiteY3" fmla="*/ 403198 h 1032387"/>
              <a:gd name="connsiteX4" fmla="*/ 1331287 w 2877361"/>
              <a:gd name="connsiteY4" fmla="*/ 0 h 1032387"/>
              <a:gd name="connsiteX5" fmla="*/ 2877361 w 2877361"/>
              <a:gd name="connsiteY5" fmla="*/ 501445 h 1032387"/>
              <a:gd name="connsiteX0" fmla="*/ 0 w 2877361"/>
              <a:gd name="connsiteY0" fmla="*/ 629189 h 629189"/>
              <a:gd name="connsiteX1" fmla="*/ 617796 w 2877361"/>
              <a:gd name="connsiteY1" fmla="*/ 629189 h 629189"/>
              <a:gd name="connsiteX2" fmla="*/ 617797 w 2877361"/>
              <a:gd name="connsiteY2" fmla="*/ 629189 h 629189"/>
              <a:gd name="connsiteX3" fmla="*/ 1062112 w 2877361"/>
              <a:gd name="connsiteY3" fmla="*/ 0 h 629189"/>
              <a:gd name="connsiteX4" fmla="*/ 2877361 w 2877361"/>
              <a:gd name="connsiteY4" fmla="*/ 98247 h 629189"/>
              <a:gd name="connsiteX0" fmla="*/ 0 w 2838739"/>
              <a:gd name="connsiteY0" fmla="*/ 629189 h 629189"/>
              <a:gd name="connsiteX1" fmla="*/ 617796 w 2838739"/>
              <a:gd name="connsiteY1" fmla="*/ 629189 h 629189"/>
              <a:gd name="connsiteX2" fmla="*/ 617797 w 2838739"/>
              <a:gd name="connsiteY2" fmla="*/ 629189 h 629189"/>
              <a:gd name="connsiteX3" fmla="*/ 1062112 w 2838739"/>
              <a:gd name="connsiteY3" fmla="*/ 0 h 629189"/>
              <a:gd name="connsiteX4" fmla="*/ 2838739 w 2838739"/>
              <a:gd name="connsiteY4" fmla="*/ 19589 h 629189"/>
              <a:gd name="connsiteX0" fmla="*/ 0 w 2836018"/>
              <a:gd name="connsiteY0" fmla="*/ 629189 h 629189"/>
              <a:gd name="connsiteX1" fmla="*/ 617796 w 2836018"/>
              <a:gd name="connsiteY1" fmla="*/ 629189 h 629189"/>
              <a:gd name="connsiteX2" fmla="*/ 617797 w 2836018"/>
              <a:gd name="connsiteY2" fmla="*/ 629189 h 629189"/>
              <a:gd name="connsiteX3" fmla="*/ 1062112 w 2836018"/>
              <a:gd name="connsiteY3" fmla="*/ 0 h 629189"/>
              <a:gd name="connsiteX4" fmla="*/ 2836018 w 2836018"/>
              <a:gd name="connsiteY4" fmla="*/ 27902 h 629189"/>
              <a:gd name="connsiteX0" fmla="*/ 0 w 2830576"/>
              <a:gd name="connsiteY0" fmla="*/ 629189 h 629189"/>
              <a:gd name="connsiteX1" fmla="*/ 617796 w 2830576"/>
              <a:gd name="connsiteY1" fmla="*/ 629189 h 629189"/>
              <a:gd name="connsiteX2" fmla="*/ 617797 w 2830576"/>
              <a:gd name="connsiteY2" fmla="*/ 629189 h 629189"/>
              <a:gd name="connsiteX3" fmla="*/ 1062112 w 2830576"/>
              <a:gd name="connsiteY3" fmla="*/ 0 h 629189"/>
              <a:gd name="connsiteX4" fmla="*/ 2830576 w 2830576"/>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629465 w 3397929"/>
              <a:gd name="connsiteY3" fmla="*/ 0 h 629189"/>
              <a:gd name="connsiteX4" fmla="*/ 3397929 w 3397929"/>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349435 w 3397929"/>
              <a:gd name="connsiteY3" fmla="*/ 367203 h 629189"/>
              <a:gd name="connsiteX4" fmla="*/ 1629465 w 3397929"/>
              <a:gd name="connsiteY4" fmla="*/ 0 h 629189"/>
              <a:gd name="connsiteX5" fmla="*/ 3397929 w 3397929"/>
              <a:gd name="connsiteY5" fmla="*/ 2964 h 629189"/>
              <a:gd name="connsiteX0" fmla="*/ 0 w 3397929"/>
              <a:gd name="connsiteY0" fmla="*/ 622068 h 626225"/>
              <a:gd name="connsiteX1" fmla="*/ 1185149 w 3397929"/>
              <a:gd name="connsiteY1" fmla="*/ 626225 h 626225"/>
              <a:gd name="connsiteX2" fmla="*/ 1185150 w 3397929"/>
              <a:gd name="connsiteY2" fmla="*/ 626225 h 626225"/>
              <a:gd name="connsiteX3" fmla="*/ 1349435 w 3397929"/>
              <a:gd name="connsiteY3" fmla="*/ 364239 h 626225"/>
              <a:gd name="connsiteX4" fmla="*/ 3397929 w 3397929"/>
              <a:gd name="connsiteY4" fmla="*/ 0 h 626225"/>
              <a:gd name="connsiteX0" fmla="*/ 0 w 3762105"/>
              <a:gd name="connsiteY0" fmla="*/ 257829 h 261986"/>
              <a:gd name="connsiteX1" fmla="*/ 1185149 w 3762105"/>
              <a:gd name="connsiteY1" fmla="*/ 261986 h 261986"/>
              <a:gd name="connsiteX2" fmla="*/ 1185150 w 3762105"/>
              <a:gd name="connsiteY2" fmla="*/ 261986 h 261986"/>
              <a:gd name="connsiteX3" fmla="*/ 1349435 w 3762105"/>
              <a:gd name="connsiteY3" fmla="*/ 0 h 261986"/>
              <a:gd name="connsiteX4" fmla="*/ 3762105 w 3762105"/>
              <a:gd name="connsiteY4" fmla="*/ 143761 h 261986"/>
              <a:gd name="connsiteX0" fmla="*/ 0 w 4046462"/>
              <a:gd name="connsiteY0" fmla="*/ 257829 h 261986"/>
              <a:gd name="connsiteX1" fmla="*/ 1185149 w 4046462"/>
              <a:gd name="connsiteY1" fmla="*/ 261986 h 261986"/>
              <a:gd name="connsiteX2" fmla="*/ 1185150 w 4046462"/>
              <a:gd name="connsiteY2" fmla="*/ 261986 h 261986"/>
              <a:gd name="connsiteX3" fmla="*/ 1349435 w 4046462"/>
              <a:gd name="connsiteY3" fmla="*/ 0 h 261986"/>
              <a:gd name="connsiteX4" fmla="*/ 4046462 w 4046462"/>
              <a:gd name="connsiteY4" fmla="*/ 138681 h 261986"/>
              <a:gd name="connsiteX0" fmla="*/ 0 w 4046462"/>
              <a:gd name="connsiteY0" fmla="*/ 156229 h 160386"/>
              <a:gd name="connsiteX1" fmla="*/ 1185149 w 4046462"/>
              <a:gd name="connsiteY1" fmla="*/ 160386 h 160386"/>
              <a:gd name="connsiteX2" fmla="*/ 1185150 w 4046462"/>
              <a:gd name="connsiteY2" fmla="*/ 160386 h 160386"/>
              <a:gd name="connsiteX3" fmla="*/ 1299548 w 4046462"/>
              <a:gd name="connsiteY3" fmla="*/ 0 h 160386"/>
              <a:gd name="connsiteX4" fmla="*/ 4046462 w 4046462"/>
              <a:gd name="connsiteY4" fmla="*/ 37081 h 160386"/>
              <a:gd name="connsiteX0" fmla="*/ 0 w 4046462"/>
              <a:gd name="connsiteY0" fmla="*/ 125749 h 129906"/>
              <a:gd name="connsiteX1" fmla="*/ 1185149 w 4046462"/>
              <a:gd name="connsiteY1" fmla="*/ 129906 h 129906"/>
              <a:gd name="connsiteX2" fmla="*/ 1185150 w 4046462"/>
              <a:gd name="connsiteY2" fmla="*/ 129906 h 129906"/>
              <a:gd name="connsiteX3" fmla="*/ 1299548 w 4046462"/>
              <a:gd name="connsiteY3" fmla="*/ 0 h 129906"/>
              <a:gd name="connsiteX4" fmla="*/ 4046462 w 4046462"/>
              <a:gd name="connsiteY4" fmla="*/ 6601 h 129906"/>
              <a:gd name="connsiteX0" fmla="*/ 0 w 4041473"/>
              <a:gd name="connsiteY0" fmla="*/ 130829 h 130829"/>
              <a:gd name="connsiteX1" fmla="*/ 1180160 w 4041473"/>
              <a:gd name="connsiteY1" fmla="*/ 129906 h 130829"/>
              <a:gd name="connsiteX2" fmla="*/ 1180161 w 4041473"/>
              <a:gd name="connsiteY2" fmla="*/ 129906 h 130829"/>
              <a:gd name="connsiteX3" fmla="*/ 1294559 w 4041473"/>
              <a:gd name="connsiteY3" fmla="*/ 0 h 130829"/>
              <a:gd name="connsiteX4" fmla="*/ 4041473 w 4041473"/>
              <a:gd name="connsiteY4" fmla="*/ 6601 h 130829"/>
              <a:gd name="connsiteX0" fmla="*/ 0 w 4600209"/>
              <a:gd name="connsiteY0" fmla="*/ 135543 h 135543"/>
              <a:gd name="connsiteX1" fmla="*/ 1738896 w 4600209"/>
              <a:gd name="connsiteY1" fmla="*/ 129906 h 135543"/>
              <a:gd name="connsiteX2" fmla="*/ 1738897 w 4600209"/>
              <a:gd name="connsiteY2" fmla="*/ 129906 h 135543"/>
              <a:gd name="connsiteX3" fmla="*/ 1853295 w 4600209"/>
              <a:gd name="connsiteY3" fmla="*/ 0 h 135543"/>
              <a:gd name="connsiteX4" fmla="*/ 4600209 w 4600209"/>
              <a:gd name="connsiteY4" fmla="*/ 6601 h 135543"/>
              <a:gd name="connsiteX0" fmla="*/ 0 w 4580254"/>
              <a:gd name="connsiteY0" fmla="*/ 135543 h 135543"/>
              <a:gd name="connsiteX1" fmla="*/ 1718941 w 4580254"/>
              <a:gd name="connsiteY1" fmla="*/ 129906 h 135543"/>
              <a:gd name="connsiteX2" fmla="*/ 1718942 w 4580254"/>
              <a:gd name="connsiteY2" fmla="*/ 129906 h 135543"/>
              <a:gd name="connsiteX3" fmla="*/ 1833340 w 4580254"/>
              <a:gd name="connsiteY3" fmla="*/ 0 h 135543"/>
              <a:gd name="connsiteX4" fmla="*/ 4580254 w 4580254"/>
              <a:gd name="connsiteY4" fmla="*/ 6601 h 135543"/>
              <a:gd name="connsiteX0" fmla="*/ 0 w 4615175"/>
              <a:gd name="connsiteY0" fmla="*/ 126115 h 129906"/>
              <a:gd name="connsiteX1" fmla="*/ 1753862 w 4615175"/>
              <a:gd name="connsiteY1" fmla="*/ 129906 h 129906"/>
              <a:gd name="connsiteX2" fmla="*/ 1753863 w 4615175"/>
              <a:gd name="connsiteY2" fmla="*/ 129906 h 129906"/>
              <a:gd name="connsiteX3" fmla="*/ 1868261 w 4615175"/>
              <a:gd name="connsiteY3" fmla="*/ 0 h 129906"/>
              <a:gd name="connsiteX4" fmla="*/ 4615175 w 4615175"/>
              <a:gd name="connsiteY4" fmla="*/ 6601 h 129906"/>
              <a:gd name="connsiteX0" fmla="*/ 0 w 4615175"/>
              <a:gd name="connsiteY0" fmla="*/ 126115 h 129906"/>
              <a:gd name="connsiteX1" fmla="*/ 1753862 w 4615175"/>
              <a:gd name="connsiteY1" fmla="*/ 129906 h 129906"/>
              <a:gd name="connsiteX2" fmla="*/ 1753863 w 4615175"/>
              <a:gd name="connsiteY2" fmla="*/ 129906 h 129906"/>
              <a:gd name="connsiteX3" fmla="*/ 1868261 w 4615175"/>
              <a:gd name="connsiteY3" fmla="*/ 0 h 129906"/>
              <a:gd name="connsiteX4" fmla="*/ 3993454 w 4615175"/>
              <a:gd name="connsiteY4" fmla="*/ 4714 h 129906"/>
              <a:gd name="connsiteX5" fmla="*/ 4615175 w 4615175"/>
              <a:gd name="connsiteY5" fmla="*/ 6601 h 129906"/>
              <a:gd name="connsiteX0" fmla="*/ 0 w 3993454"/>
              <a:gd name="connsiteY0" fmla="*/ 126115 h 129906"/>
              <a:gd name="connsiteX1" fmla="*/ 1753862 w 3993454"/>
              <a:gd name="connsiteY1" fmla="*/ 129906 h 129906"/>
              <a:gd name="connsiteX2" fmla="*/ 1753863 w 3993454"/>
              <a:gd name="connsiteY2" fmla="*/ 129906 h 129906"/>
              <a:gd name="connsiteX3" fmla="*/ 1868261 w 3993454"/>
              <a:gd name="connsiteY3" fmla="*/ 0 h 129906"/>
              <a:gd name="connsiteX4" fmla="*/ 3993454 w 3993454"/>
              <a:gd name="connsiteY4" fmla="*/ 4714 h 129906"/>
              <a:gd name="connsiteX0" fmla="*/ 0 w 4013409"/>
              <a:gd name="connsiteY0" fmla="*/ 126115 h 129906"/>
              <a:gd name="connsiteX1" fmla="*/ 1773817 w 4013409"/>
              <a:gd name="connsiteY1" fmla="*/ 129906 h 129906"/>
              <a:gd name="connsiteX2" fmla="*/ 1773818 w 4013409"/>
              <a:gd name="connsiteY2" fmla="*/ 129906 h 129906"/>
              <a:gd name="connsiteX3" fmla="*/ 1888216 w 4013409"/>
              <a:gd name="connsiteY3" fmla="*/ 0 h 129906"/>
              <a:gd name="connsiteX4" fmla="*/ 4013409 w 4013409"/>
              <a:gd name="connsiteY4" fmla="*/ 4714 h 129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3409" h="129906">
                <a:moveTo>
                  <a:pt x="0" y="126115"/>
                </a:moveTo>
                <a:lnTo>
                  <a:pt x="1773817" y="129906"/>
                </a:lnTo>
                <a:lnTo>
                  <a:pt x="1773818" y="129906"/>
                </a:lnTo>
                <a:lnTo>
                  <a:pt x="1888216" y="0"/>
                </a:lnTo>
                <a:lnTo>
                  <a:pt x="4013409" y="4714"/>
                </a:lnTo>
              </a:path>
            </a:pathLst>
          </a:custGeom>
          <a:no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 name="Title 1">
            <a:extLst>
              <a:ext uri="{FF2B5EF4-FFF2-40B4-BE49-F238E27FC236}">
                <a16:creationId xmlns:a16="http://schemas.microsoft.com/office/drawing/2014/main" id="{DF6D2E3B-32FD-76FD-F8A9-B3274D621762}"/>
              </a:ext>
            </a:extLst>
          </p:cNvPr>
          <p:cNvSpPr>
            <a:spLocks noGrp="1"/>
          </p:cNvSpPr>
          <p:nvPr>
            <p:ph type="title"/>
          </p:nvPr>
        </p:nvSpPr>
        <p:spPr>
          <a:xfrm>
            <a:off x="611030" y="274640"/>
            <a:ext cx="10969943" cy="711081"/>
          </a:xfrm>
        </p:spPr>
        <p:txBody>
          <a:bodyPr/>
          <a:lstStyle/>
          <a:p>
            <a:r>
              <a:rPr lang="en-US" b="0" i="0">
                <a:solidFill>
                  <a:schemeClr val="tx1">
                    <a:lumMod val="85000"/>
                    <a:lumOff val="15000"/>
                  </a:schemeClr>
                </a:solidFill>
                <a:effectLst/>
              </a:rPr>
              <a:t>3-Step Marketing Funnel Diagram Slide Template</a:t>
            </a:r>
            <a:endParaRPr lang="en-IN">
              <a:solidFill>
                <a:schemeClr val="tx1">
                  <a:lumMod val="85000"/>
                  <a:lumOff val="15000"/>
                </a:schemeClr>
              </a:solidFill>
            </a:endParaRPr>
          </a:p>
        </p:txBody>
      </p:sp>
      <p:grpSp>
        <p:nvGrpSpPr>
          <p:cNvPr id="101" name="Group 100">
            <a:extLst>
              <a:ext uri="{FF2B5EF4-FFF2-40B4-BE49-F238E27FC236}">
                <a16:creationId xmlns:a16="http://schemas.microsoft.com/office/drawing/2014/main" id="{4A4E21F8-749A-CB1E-5D15-5CA923D9EDB9}"/>
              </a:ext>
            </a:extLst>
          </p:cNvPr>
          <p:cNvGrpSpPr/>
          <p:nvPr/>
        </p:nvGrpSpPr>
        <p:grpSpPr>
          <a:xfrm>
            <a:off x="611029" y="1483133"/>
            <a:ext cx="4081486" cy="4559955"/>
            <a:chOff x="1045686" y="1624995"/>
            <a:chExt cx="4081486" cy="4559955"/>
          </a:xfrm>
        </p:grpSpPr>
        <p:grpSp>
          <p:nvGrpSpPr>
            <p:cNvPr id="71" name="Group 70">
              <a:extLst>
                <a:ext uri="{FF2B5EF4-FFF2-40B4-BE49-F238E27FC236}">
                  <a16:creationId xmlns:a16="http://schemas.microsoft.com/office/drawing/2014/main" id="{4179B700-CAA3-7109-8DAC-9B9CD72395DF}"/>
                </a:ext>
              </a:extLst>
            </p:cNvPr>
            <p:cNvGrpSpPr/>
            <p:nvPr/>
          </p:nvGrpSpPr>
          <p:grpSpPr>
            <a:xfrm>
              <a:off x="1045686" y="1624995"/>
              <a:ext cx="4081486" cy="4559955"/>
              <a:chOff x="2237672" y="1935271"/>
              <a:chExt cx="3526077" cy="3939436"/>
            </a:xfrm>
          </p:grpSpPr>
          <p:sp>
            <p:nvSpPr>
              <p:cNvPr id="54" name="Oval 53">
                <a:extLst>
                  <a:ext uri="{FF2B5EF4-FFF2-40B4-BE49-F238E27FC236}">
                    <a16:creationId xmlns:a16="http://schemas.microsoft.com/office/drawing/2014/main" id="{6E476D55-792B-8E5B-CEB5-42F7FCE70848}"/>
                  </a:ext>
                </a:extLst>
              </p:cNvPr>
              <p:cNvSpPr/>
              <p:nvPr/>
            </p:nvSpPr>
            <p:spPr>
              <a:xfrm>
                <a:off x="3067110" y="4314019"/>
                <a:ext cx="1864538" cy="68877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5" name="Oval 54">
                <a:extLst>
                  <a:ext uri="{FF2B5EF4-FFF2-40B4-BE49-F238E27FC236}">
                    <a16:creationId xmlns:a16="http://schemas.microsoft.com/office/drawing/2014/main" id="{FB4EB910-186D-1A51-FD84-CC8C79594091}"/>
                  </a:ext>
                </a:extLst>
              </p:cNvPr>
              <p:cNvSpPr/>
              <p:nvPr/>
            </p:nvSpPr>
            <p:spPr>
              <a:xfrm>
                <a:off x="3471916" y="5462403"/>
                <a:ext cx="1054539" cy="40402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3" name="Oval 22">
                <a:extLst>
                  <a:ext uri="{FF2B5EF4-FFF2-40B4-BE49-F238E27FC236}">
                    <a16:creationId xmlns:a16="http://schemas.microsoft.com/office/drawing/2014/main" id="{0BDC9584-E7B2-D77E-3A75-63A109E0689E}"/>
                  </a:ext>
                </a:extLst>
              </p:cNvPr>
              <p:cNvSpPr/>
              <p:nvPr/>
            </p:nvSpPr>
            <p:spPr>
              <a:xfrm>
                <a:off x="2237672" y="1935271"/>
                <a:ext cx="3526077" cy="1390389"/>
              </a:xfrm>
              <a:prstGeom prst="ellipse">
                <a:avLst/>
              </a:prstGeom>
              <a:gradFill flip="none" rotWithShape="1">
                <a:gsLst>
                  <a:gs pos="0">
                    <a:schemeClr val="bg1">
                      <a:alpha val="48000"/>
                    </a:schemeClr>
                  </a:gs>
                  <a:gs pos="99000">
                    <a:schemeClr val="bg1">
                      <a:lumMod val="85000"/>
                      <a:alpha val="42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9" name="Oval 38">
                <a:extLst>
                  <a:ext uri="{FF2B5EF4-FFF2-40B4-BE49-F238E27FC236}">
                    <a16:creationId xmlns:a16="http://schemas.microsoft.com/office/drawing/2014/main" id="{A24BB134-DC17-AA57-9F9A-FCB7644C1CE3}"/>
                  </a:ext>
                </a:extLst>
              </p:cNvPr>
              <p:cNvSpPr/>
              <p:nvPr/>
            </p:nvSpPr>
            <p:spPr>
              <a:xfrm>
                <a:off x="2658239" y="3090664"/>
                <a:ext cx="2684942" cy="1058714"/>
              </a:xfrm>
              <a:prstGeom prst="ellipse">
                <a:avLst/>
              </a:prstGeom>
              <a:gradFill>
                <a:gsLst>
                  <a:gs pos="0">
                    <a:schemeClr val="bg1">
                      <a:lumMod val="95000"/>
                    </a:schemeClr>
                  </a:gs>
                  <a:gs pos="99000">
                    <a:schemeClr val="bg1">
                      <a:lumMod val="75000"/>
                    </a:schemeClr>
                  </a:gs>
                </a:gsLst>
                <a:lin ang="108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2" name="Freeform: Shape 51">
                <a:extLst>
                  <a:ext uri="{FF2B5EF4-FFF2-40B4-BE49-F238E27FC236}">
                    <a16:creationId xmlns:a16="http://schemas.microsoft.com/office/drawing/2014/main" id="{C391E42C-D403-086D-BC9C-EB5139B8E1E6}"/>
                  </a:ext>
                </a:extLst>
              </p:cNvPr>
              <p:cNvSpPr/>
              <p:nvPr/>
            </p:nvSpPr>
            <p:spPr>
              <a:xfrm>
                <a:off x="3146193" y="4877065"/>
                <a:ext cx="1709895" cy="997642"/>
              </a:xfrm>
              <a:custGeom>
                <a:avLst/>
                <a:gdLst>
                  <a:gd name="connsiteX0" fmla="*/ 1709895 w 1709895"/>
                  <a:gd name="connsiteY0" fmla="*/ 0 h 997642"/>
                  <a:gd name="connsiteX1" fmla="*/ 1381306 w 1709895"/>
                  <a:gd name="connsiteY1" fmla="*/ 803485 h 997642"/>
                  <a:gd name="connsiteX2" fmla="*/ 1379911 w 1709895"/>
                  <a:gd name="connsiteY2" fmla="*/ 803494 h 997642"/>
                  <a:gd name="connsiteX3" fmla="*/ 1372864 w 1709895"/>
                  <a:gd name="connsiteY3" fmla="*/ 831058 h 997642"/>
                  <a:gd name="connsiteX4" fmla="*/ 854517 w 1709895"/>
                  <a:gd name="connsiteY4" fmla="*/ 997642 h 997642"/>
                  <a:gd name="connsiteX5" fmla="*/ 336170 w 1709895"/>
                  <a:gd name="connsiteY5" fmla="*/ 831058 h 997642"/>
                  <a:gd name="connsiteX6" fmla="*/ 330718 w 1709895"/>
                  <a:gd name="connsiteY6" fmla="*/ 809729 h 997642"/>
                  <a:gd name="connsiteX7" fmla="*/ 327728 w 1709895"/>
                  <a:gd name="connsiteY7" fmla="*/ 809747 h 997642"/>
                  <a:gd name="connsiteX8" fmla="*/ 0 w 1709895"/>
                  <a:gd name="connsiteY8" fmla="*/ 6694 h 997642"/>
                  <a:gd name="connsiteX9" fmla="*/ 12273 w 1709895"/>
                  <a:gd name="connsiteY9" fmla="*/ 19916 h 997642"/>
                  <a:gd name="connsiteX10" fmla="*/ 851841 w 1709895"/>
                  <a:gd name="connsiteY10" fmla="*/ 239354 h 997642"/>
                  <a:gd name="connsiteX11" fmla="*/ 1691409 w 1709895"/>
                  <a:gd name="connsiteY11" fmla="*/ 19916 h 99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09895" h="997642">
                    <a:moveTo>
                      <a:pt x="1709895" y="0"/>
                    </a:moveTo>
                    <a:lnTo>
                      <a:pt x="1381306" y="803485"/>
                    </a:lnTo>
                    <a:lnTo>
                      <a:pt x="1379911" y="803494"/>
                    </a:lnTo>
                    <a:lnTo>
                      <a:pt x="1372864" y="831058"/>
                    </a:lnTo>
                    <a:cubicBezTo>
                      <a:pt x="1323528" y="926128"/>
                      <a:pt x="1110203" y="997642"/>
                      <a:pt x="854517" y="997642"/>
                    </a:cubicBezTo>
                    <a:cubicBezTo>
                      <a:pt x="598832" y="997642"/>
                      <a:pt x="385507" y="926128"/>
                      <a:pt x="336170" y="831058"/>
                    </a:cubicBezTo>
                    <a:lnTo>
                      <a:pt x="330718" y="809729"/>
                    </a:lnTo>
                    <a:lnTo>
                      <a:pt x="327728" y="809747"/>
                    </a:lnTo>
                    <a:lnTo>
                      <a:pt x="0" y="6694"/>
                    </a:lnTo>
                    <a:lnTo>
                      <a:pt x="12273" y="19916"/>
                    </a:lnTo>
                    <a:cubicBezTo>
                      <a:pt x="150597" y="148870"/>
                      <a:pt x="474422" y="239354"/>
                      <a:pt x="851841" y="239354"/>
                    </a:cubicBezTo>
                    <a:cubicBezTo>
                      <a:pt x="1229261" y="239354"/>
                      <a:pt x="1553085" y="148870"/>
                      <a:pt x="1691409" y="19916"/>
                    </a:cubicBezTo>
                    <a:close/>
                  </a:path>
                </a:pathLst>
              </a:custGeom>
              <a:gradFill>
                <a:gsLst>
                  <a:gs pos="0">
                    <a:schemeClr val="accent3">
                      <a:alpha val="80000"/>
                    </a:schemeClr>
                  </a:gs>
                  <a:gs pos="99000">
                    <a:schemeClr val="accent3"/>
                  </a:gs>
                  <a:gs pos="66000">
                    <a:schemeClr val="accent3">
                      <a:lumMod val="75000"/>
                    </a:schemeClr>
                  </a:gs>
                </a:gsLst>
                <a:lin ang="1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7" name="Freeform: Shape 36">
                <a:extLst>
                  <a:ext uri="{FF2B5EF4-FFF2-40B4-BE49-F238E27FC236}">
                    <a16:creationId xmlns:a16="http://schemas.microsoft.com/office/drawing/2014/main" id="{7275118A-224A-13F1-21A5-B1F7DC6567C4}"/>
                  </a:ext>
                </a:extLst>
              </p:cNvPr>
              <p:cNvSpPr/>
              <p:nvPr/>
            </p:nvSpPr>
            <p:spPr>
              <a:xfrm>
                <a:off x="2301033" y="2812811"/>
                <a:ext cx="3399046" cy="1351759"/>
              </a:xfrm>
              <a:custGeom>
                <a:avLst/>
                <a:gdLst>
                  <a:gd name="connsiteX0" fmla="*/ 0 w 3399046"/>
                  <a:gd name="connsiteY0" fmla="*/ 0 h 1351759"/>
                  <a:gd name="connsiteX1" fmla="*/ 15901 w 3399046"/>
                  <a:gd name="connsiteY1" fmla="*/ 24384 h 1351759"/>
                  <a:gd name="connsiteX2" fmla="*/ 1699677 w 3399046"/>
                  <a:gd name="connsiteY2" fmla="*/ 512849 h 1351759"/>
                  <a:gd name="connsiteX3" fmla="*/ 3383453 w 3399046"/>
                  <a:gd name="connsiteY3" fmla="*/ 24384 h 1351759"/>
                  <a:gd name="connsiteX4" fmla="*/ 3399046 w 3399046"/>
                  <a:gd name="connsiteY4" fmla="*/ 471 h 1351759"/>
                  <a:gd name="connsiteX5" fmla="*/ 2989891 w 3399046"/>
                  <a:gd name="connsiteY5" fmla="*/ 1000963 h 1351759"/>
                  <a:gd name="connsiteX6" fmla="*/ 2981768 w 3399046"/>
                  <a:gd name="connsiteY6" fmla="*/ 1009970 h 1351759"/>
                  <a:gd name="connsiteX7" fmla="*/ 1699677 w 3399046"/>
                  <a:gd name="connsiteY7" fmla="*/ 1351759 h 1351759"/>
                  <a:gd name="connsiteX8" fmla="*/ 417586 w 3399046"/>
                  <a:gd name="connsiteY8" fmla="*/ 1009970 h 1351759"/>
                  <a:gd name="connsiteX9" fmla="*/ 407695 w 3399046"/>
                  <a:gd name="connsiteY9" fmla="*/ 999002 h 1351759"/>
                  <a:gd name="connsiteX10" fmla="*/ 0 w 3399046"/>
                  <a:gd name="connsiteY10" fmla="*/ 0 h 1351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99046" h="1351759">
                    <a:moveTo>
                      <a:pt x="0" y="0"/>
                    </a:moveTo>
                    <a:lnTo>
                      <a:pt x="15901" y="24384"/>
                    </a:lnTo>
                    <a:cubicBezTo>
                      <a:pt x="239122" y="307376"/>
                      <a:pt x="908546" y="512849"/>
                      <a:pt x="1699677" y="512849"/>
                    </a:cubicBezTo>
                    <a:cubicBezTo>
                      <a:pt x="2490808" y="512849"/>
                      <a:pt x="3160233" y="307376"/>
                      <a:pt x="3383453" y="24384"/>
                    </a:cubicBezTo>
                    <a:lnTo>
                      <a:pt x="3399046" y="471"/>
                    </a:lnTo>
                    <a:lnTo>
                      <a:pt x="2989891" y="1000963"/>
                    </a:lnTo>
                    <a:lnTo>
                      <a:pt x="2981768" y="1009970"/>
                    </a:lnTo>
                    <a:cubicBezTo>
                      <a:pt x="2777818" y="1210302"/>
                      <a:pt x="2280642" y="1351759"/>
                      <a:pt x="1699677" y="1351759"/>
                    </a:cubicBezTo>
                    <a:cubicBezTo>
                      <a:pt x="1118712" y="1351759"/>
                      <a:pt x="621536" y="1210302"/>
                      <a:pt x="417586" y="1009970"/>
                    </a:cubicBezTo>
                    <a:lnTo>
                      <a:pt x="407695" y="999002"/>
                    </a:lnTo>
                    <a:lnTo>
                      <a:pt x="0" y="0"/>
                    </a:lnTo>
                    <a:close/>
                  </a:path>
                </a:pathLst>
              </a:custGeom>
              <a:gradFill flip="none" rotWithShape="1">
                <a:gsLst>
                  <a:gs pos="0">
                    <a:schemeClr val="accent1">
                      <a:lumMod val="60000"/>
                      <a:lumOff val="40000"/>
                      <a:alpha val="72000"/>
                    </a:schemeClr>
                  </a:gs>
                  <a:gs pos="100000">
                    <a:schemeClr val="accent1"/>
                  </a:gs>
                  <a:gs pos="75000">
                    <a:schemeClr val="accent1">
                      <a:lumMod val="83000"/>
                    </a:schemeClr>
                  </a:gs>
                </a:gsLst>
                <a:lin ang="12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7" name="Freeform: Shape 46">
                <a:extLst>
                  <a:ext uri="{FF2B5EF4-FFF2-40B4-BE49-F238E27FC236}">
                    <a16:creationId xmlns:a16="http://schemas.microsoft.com/office/drawing/2014/main" id="{5441C6C6-73C2-403B-71AD-529A21838E59}"/>
                  </a:ext>
                </a:extLst>
              </p:cNvPr>
              <p:cNvSpPr/>
              <p:nvPr/>
            </p:nvSpPr>
            <p:spPr>
              <a:xfrm>
                <a:off x="2765068" y="3949864"/>
                <a:ext cx="2469608" cy="1065098"/>
              </a:xfrm>
              <a:custGeom>
                <a:avLst/>
                <a:gdLst>
                  <a:gd name="connsiteX0" fmla="*/ 0 w 2469608"/>
                  <a:gd name="connsiteY0" fmla="*/ 0 h 1065098"/>
                  <a:gd name="connsiteX1" fmla="*/ 46722 w 2469608"/>
                  <a:gd name="connsiteY1" fmla="*/ 40429 h 1065098"/>
                  <a:gd name="connsiteX2" fmla="*/ 1235643 w 2469608"/>
                  <a:gd name="connsiteY2" fmla="*/ 327183 h 1065098"/>
                  <a:gd name="connsiteX3" fmla="*/ 2424564 w 2469608"/>
                  <a:gd name="connsiteY3" fmla="*/ 40429 h 1065098"/>
                  <a:gd name="connsiteX4" fmla="*/ 2469608 w 2469608"/>
                  <a:gd name="connsiteY4" fmla="*/ 1452 h 1065098"/>
                  <a:gd name="connsiteX5" fmla="*/ 2143167 w 2469608"/>
                  <a:gd name="connsiteY5" fmla="*/ 799686 h 1065098"/>
                  <a:gd name="connsiteX6" fmla="*/ 2142790 w 2469608"/>
                  <a:gd name="connsiteY6" fmla="*/ 796743 h 1065098"/>
                  <a:gd name="connsiteX7" fmla="*/ 2139240 w 2469608"/>
                  <a:gd name="connsiteY7" fmla="*/ 802186 h 1065098"/>
                  <a:gd name="connsiteX8" fmla="*/ 1232965 w 2469608"/>
                  <a:gd name="connsiteY8" fmla="*/ 1065098 h 1065098"/>
                  <a:gd name="connsiteX9" fmla="*/ 382662 w 2469608"/>
                  <a:gd name="connsiteY9" fmla="*/ 857215 h 1065098"/>
                  <a:gd name="connsiteX10" fmla="*/ 327832 w 2469608"/>
                  <a:gd name="connsiteY10" fmla="*/ 803309 h 1065098"/>
                  <a:gd name="connsiteX11" fmla="*/ 0 w 2469608"/>
                  <a:gd name="connsiteY11" fmla="*/ 0 h 106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9608" h="1065098">
                    <a:moveTo>
                      <a:pt x="0" y="0"/>
                    </a:moveTo>
                    <a:lnTo>
                      <a:pt x="46722" y="40429"/>
                    </a:lnTo>
                    <a:cubicBezTo>
                      <a:pt x="267856" y="210669"/>
                      <a:pt x="717242" y="327183"/>
                      <a:pt x="1235643" y="327183"/>
                    </a:cubicBezTo>
                    <a:cubicBezTo>
                      <a:pt x="1754044" y="327183"/>
                      <a:pt x="2203430" y="210669"/>
                      <a:pt x="2424564" y="40429"/>
                    </a:cubicBezTo>
                    <a:lnTo>
                      <a:pt x="2469608" y="1452"/>
                    </a:lnTo>
                    <a:lnTo>
                      <a:pt x="2143167" y="799686"/>
                    </a:lnTo>
                    <a:lnTo>
                      <a:pt x="2142790" y="796743"/>
                    </a:lnTo>
                    <a:lnTo>
                      <a:pt x="2139240" y="802186"/>
                    </a:lnTo>
                    <a:cubicBezTo>
                      <a:pt x="2019093" y="954504"/>
                      <a:pt x="1658783" y="1065098"/>
                      <a:pt x="1232965" y="1065098"/>
                    </a:cubicBezTo>
                    <a:cubicBezTo>
                      <a:pt x="860375" y="1065098"/>
                      <a:pt x="537938" y="980425"/>
                      <a:pt x="382662" y="857215"/>
                    </a:cubicBezTo>
                    <a:lnTo>
                      <a:pt x="327832" y="803309"/>
                    </a:lnTo>
                    <a:lnTo>
                      <a:pt x="0" y="0"/>
                    </a:lnTo>
                    <a:close/>
                  </a:path>
                </a:pathLst>
              </a:custGeom>
              <a:gradFill>
                <a:gsLst>
                  <a:gs pos="0">
                    <a:schemeClr val="accent2">
                      <a:alpha val="92000"/>
                    </a:schemeClr>
                  </a:gs>
                  <a:gs pos="100000">
                    <a:schemeClr val="accent2"/>
                  </a:gs>
                  <a:gs pos="68000">
                    <a:schemeClr val="accent2">
                      <a:lumMod val="75000"/>
                    </a:schemeClr>
                  </a:gs>
                </a:gsLst>
                <a:lin ang="1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7" name="Oval 56">
                <a:extLst>
                  <a:ext uri="{FF2B5EF4-FFF2-40B4-BE49-F238E27FC236}">
                    <a16:creationId xmlns:a16="http://schemas.microsoft.com/office/drawing/2014/main" id="{3FE000BB-1701-7554-5ABF-1F3AF150A988}"/>
                  </a:ext>
                </a:extLst>
              </p:cNvPr>
              <p:cNvSpPr/>
              <p:nvPr/>
            </p:nvSpPr>
            <p:spPr>
              <a:xfrm>
                <a:off x="5414816" y="3192374"/>
                <a:ext cx="161584" cy="161584"/>
              </a:xfrm>
              <a:prstGeom prst="ellipse">
                <a:avLst/>
              </a:prstGeom>
              <a:solidFill>
                <a:schemeClr val="bg1">
                  <a:lumMod val="95000"/>
                </a:schemeClr>
              </a:solidFill>
              <a:ln w="762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8" name="Oval 57">
                <a:extLst>
                  <a:ext uri="{FF2B5EF4-FFF2-40B4-BE49-F238E27FC236}">
                    <a16:creationId xmlns:a16="http://schemas.microsoft.com/office/drawing/2014/main" id="{371D5C82-032C-DF72-4DF3-FE5EA417746B}"/>
                  </a:ext>
                </a:extLst>
              </p:cNvPr>
              <p:cNvSpPr/>
              <p:nvPr/>
            </p:nvSpPr>
            <p:spPr>
              <a:xfrm>
                <a:off x="4956824" y="4338746"/>
                <a:ext cx="161584" cy="161584"/>
              </a:xfrm>
              <a:prstGeom prst="ellipse">
                <a:avLst/>
              </a:prstGeom>
              <a:solidFill>
                <a:schemeClr val="bg1">
                  <a:lumMod val="95000"/>
                </a:schemeClr>
              </a:solidFill>
              <a:ln w="762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9" name="Oval 58">
                <a:extLst>
                  <a:ext uri="{FF2B5EF4-FFF2-40B4-BE49-F238E27FC236}">
                    <a16:creationId xmlns:a16="http://schemas.microsoft.com/office/drawing/2014/main" id="{E4F3C44F-48D5-E1D1-ABE5-AC9F8CA95D5E}"/>
                  </a:ext>
                </a:extLst>
              </p:cNvPr>
              <p:cNvSpPr/>
              <p:nvPr/>
            </p:nvSpPr>
            <p:spPr>
              <a:xfrm>
                <a:off x="4475956" y="5485119"/>
                <a:ext cx="161584" cy="161584"/>
              </a:xfrm>
              <a:prstGeom prst="ellipse">
                <a:avLst/>
              </a:prstGeom>
              <a:solidFill>
                <a:schemeClr val="bg1">
                  <a:lumMod val="95000"/>
                </a:schemeClr>
              </a:solidFill>
              <a:ln w="762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6" name="Freeform: Shape 65">
                <a:extLst>
                  <a:ext uri="{FF2B5EF4-FFF2-40B4-BE49-F238E27FC236}">
                    <a16:creationId xmlns:a16="http://schemas.microsoft.com/office/drawing/2014/main" id="{2C1A6127-39F1-83B1-ACF9-BF5D1701E875}"/>
                  </a:ext>
                </a:extLst>
              </p:cNvPr>
              <p:cNvSpPr/>
              <p:nvPr/>
            </p:nvSpPr>
            <p:spPr>
              <a:xfrm rot="18900000">
                <a:off x="3790878" y="2281126"/>
                <a:ext cx="419663" cy="419664"/>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7" name="Freeform: Shape 66">
                <a:extLst>
                  <a:ext uri="{FF2B5EF4-FFF2-40B4-BE49-F238E27FC236}">
                    <a16:creationId xmlns:a16="http://schemas.microsoft.com/office/drawing/2014/main" id="{6B73B134-F624-DFA7-75D8-81F7935CE7E8}"/>
                  </a:ext>
                </a:extLst>
              </p:cNvPr>
              <p:cNvSpPr/>
              <p:nvPr/>
            </p:nvSpPr>
            <p:spPr>
              <a:xfrm rot="18900000">
                <a:off x="4534984" y="2134453"/>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8" name="Freeform: Shape 67">
                <a:extLst>
                  <a:ext uri="{FF2B5EF4-FFF2-40B4-BE49-F238E27FC236}">
                    <a16:creationId xmlns:a16="http://schemas.microsoft.com/office/drawing/2014/main" id="{2F94F0B2-8256-120F-8F26-98CA978D5020}"/>
                  </a:ext>
                </a:extLst>
              </p:cNvPr>
              <p:cNvSpPr/>
              <p:nvPr/>
            </p:nvSpPr>
            <p:spPr>
              <a:xfrm rot="18900000">
                <a:off x="4946967" y="2636869"/>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9" name="Freeform: Shape 68">
                <a:extLst>
                  <a:ext uri="{FF2B5EF4-FFF2-40B4-BE49-F238E27FC236}">
                    <a16:creationId xmlns:a16="http://schemas.microsoft.com/office/drawing/2014/main" id="{53BA4319-1B45-8038-FD8A-F32413B2C181}"/>
                  </a:ext>
                </a:extLst>
              </p:cNvPr>
              <p:cNvSpPr/>
              <p:nvPr/>
            </p:nvSpPr>
            <p:spPr>
              <a:xfrm rot="18900000">
                <a:off x="3228698" y="2556485"/>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0" name="Freeform: Shape 69">
                <a:extLst>
                  <a:ext uri="{FF2B5EF4-FFF2-40B4-BE49-F238E27FC236}">
                    <a16:creationId xmlns:a16="http://schemas.microsoft.com/office/drawing/2014/main" id="{F8072339-1708-F25D-A1F5-DBEE80B21892}"/>
                  </a:ext>
                </a:extLst>
              </p:cNvPr>
              <p:cNvSpPr/>
              <p:nvPr/>
            </p:nvSpPr>
            <p:spPr>
              <a:xfrm rot="18900000">
                <a:off x="2877005" y="2255034"/>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72" name="TextBox 71">
              <a:extLst>
                <a:ext uri="{FF2B5EF4-FFF2-40B4-BE49-F238E27FC236}">
                  <a16:creationId xmlns:a16="http://schemas.microsoft.com/office/drawing/2014/main" id="{6AAA941C-8B30-FF47-1311-CC03BD40FF25}"/>
                </a:ext>
              </a:extLst>
            </p:cNvPr>
            <p:cNvSpPr txBox="1"/>
            <p:nvPr/>
          </p:nvSpPr>
          <p:spPr>
            <a:xfrm>
              <a:off x="2304243" y="3511438"/>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Top</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sp>
          <p:nvSpPr>
            <p:cNvPr id="73" name="TextBox 72">
              <a:extLst>
                <a:ext uri="{FF2B5EF4-FFF2-40B4-BE49-F238E27FC236}">
                  <a16:creationId xmlns:a16="http://schemas.microsoft.com/office/drawing/2014/main" id="{E9247F86-61C3-6D9F-75D8-4DD8D9551057}"/>
                </a:ext>
              </a:extLst>
            </p:cNvPr>
            <p:cNvSpPr txBox="1"/>
            <p:nvPr/>
          </p:nvSpPr>
          <p:spPr>
            <a:xfrm>
              <a:off x="2304243" y="4507900"/>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Middle</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sp>
          <p:nvSpPr>
            <p:cNvPr id="74" name="TextBox 73">
              <a:extLst>
                <a:ext uri="{FF2B5EF4-FFF2-40B4-BE49-F238E27FC236}">
                  <a16:creationId xmlns:a16="http://schemas.microsoft.com/office/drawing/2014/main" id="{6248380D-0954-FCF0-17B1-FB3AF47D6B57}"/>
                </a:ext>
              </a:extLst>
            </p:cNvPr>
            <p:cNvSpPr txBox="1"/>
            <p:nvPr/>
          </p:nvSpPr>
          <p:spPr>
            <a:xfrm>
              <a:off x="2304243" y="5469192"/>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Bottom</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84" name="Group 83">
            <a:extLst>
              <a:ext uri="{FF2B5EF4-FFF2-40B4-BE49-F238E27FC236}">
                <a16:creationId xmlns:a16="http://schemas.microsoft.com/office/drawing/2014/main" id="{4A3670B6-01C5-9EF0-AB75-A2667F0DC4D9}"/>
              </a:ext>
            </a:extLst>
          </p:cNvPr>
          <p:cNvGrpSpPr/>
          <p:nvPr/>
        </p:nvGrpSpPr>
        <p:grpSpPr>
          <a:xfrm>
            <a:off x="7492634" y="1195756"/>
            <a:ext cx="4088338" cy="1559168"/>
            <a:chOff x="7491046" y="1160587"/>
            <a:chExt cx="4088338" cy="1559168"/>
          </a:xfrm>
        </p:grpSpPr>
        <p:sp>
          <p:nvSpPr>
            <p:cNvPr id="75" name="Rectangle: Rounded Corners 74">
              <a:extLst>
                <a:ext uri="{FF2B5EF4-FFF2-40B4-BE49-F238E27FC236}">
                  <a16:creationId xmlns:a16="http://schemas.microsoft.com/office/drawing/2014/main" id="{BAC82B06-C148-D477-ADE8-543BA9E22B89}"/>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7" name="TextBox 76">
              <a:extLst>
                <a:ext uri="{FF2B5EF4-FFF2-40B4-BE49-F238E27FC236}">
                  <a16:creationId xmlns:a16="http://schemas.microsoft.com/office/drawing/2014/main" id="{C52BD3CF-AAB8-7FE9-ACB2-444B9E01963A}"/>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Provide your prospects with the information they are looking for with non-advertising content.</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79" name="TextBox 78">
              <a:extLst>
                <a:ext uri="{FF2B5EF4-FFF2-40B4-BE49-F238E27FC236}">
                  <a16:creationId xmlns:a16="http://schemas.microsoft.com/office/drawing/2014/main" id="{40E20634-6901-3953-6ED1-9686D2408129}"/>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lumMod val="85000"/>
                      <a:lumOff val="15000"/>
                    </a:prstClr>
                  </a:solidFill>
                  <a:effectLst/>
                  <a:uLnTx/>
                  <a:uFillTx/>
                  <a:latin typeface="Segoe UI"/>
                  <a:ea typeface="+mn-ea"/>
                  <a:cs typeface="+mn-cs"/>
                </a:rPr>
                <a:t>AWARENESS STAGE</a:t>
              </a:r>
            </a:p>
          </p:txBody>
        </p:sp>
      </p:grpSp>
      <p:grpSp>
        <p:nvGrpSpPr>
          <p:cNvPr id="93" name="Group 92">
            <a:extLst>
              <a:ext uri="{FF2B5EF4-FFF2-40B4-BE49-F238E27FC236}">
                <a16:creationId xmlns:a16="http://schemas.microsoft.com/office/drawing/2014/main" id="{F496B2A7-AB30-8FBA-3C10-E48A8484F4E4}"/>
              </a:ext>
            </a:extLst>
          </p:cNvPr>
          <p:cNvGrpSpPr/>
          <p:nvPr/>
        </p:nvGrpSpPr>
        <p:grpSpPr>
          <a:xfrm>
            <a:off x="7492634" y="2983525"/>
            <a:ext cx="4088338" cy="1559168"/>
            <a:chOff x="7491046" y="1160587"/>
            <a:chExt cx="4088338" cy="1559168"/>
          </a:xfrm>
        </p:grpSpPr>
        <p:sp>
          <p:nvSpPr>
            <p:cNvPr id="94" name="Rectangle: Rounded Corners 93">
              <a:extLst>
                <a:ext uri="{FF2B5EF4-FFF2-40B4-BE49-F238E27FC236}">
                  <a16:creationId xmlns:a16="http://schemas.microsoft.com/office/drawing/2014/main" id="{497D1B91-E7EE-AA6F-A854-4ED8E47F802D}"/>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95" name="TextBox 94">
              <a:extLst>
                <a:ext uri="{FF2B5EF4-FFF2-40B4-BE49-F238E27FC236}">
                  <a16:creationId xmlns:a16="http://schemas.microsoft.com/office/drawing/2014/main" id="{DE5521CF-1615-6825-D5F7-FB19271A8010}"/>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Continue to educate and start positioning your product as the best solution your prospects need.</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96" name="TextBox 95">
              <a:extLst>
                <a:ext uri="{FF2B5EF4-FFF2-40B4-BE49-F238E27FC236}">
                  <a16:creationId xmlns:a16="http://schemas.microsoft.com/office/drawing/2014/main" id="{BAD4F3A6-0B1A-0780-81FB-961E51258DA2}"/>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lumMod val="85000"/>
                      <a:lumOff val="15000"/>
                    </a:prstClr>
                  </a:solidFill>
                  <a:effectLst/>
                  <a:uLnTx/>
                  <a:uFillTx/>
                  <a:latin typeface="Segoe UI"/>
                  <a:ea typeface="+mn-ea"/>
                  <a:cs typeface="+mn-cs"/>
                </a:rPr>
                <a:t>CONSIDERATION STAGE</a:t>
              </a:r>
            </a:p>
          </p:txBody>
        </p:sp>
      </p:grpSp>
      <p:grpSp>
        <p:nvGrpSpPr>
          <p:cNvPr id="97" name="Group 96">
            <a:extLst>
              <a:ext uri="{FF2B5EF4-FFF2-40B4-BE49-F238E27FC236}">
                <a16:creationId xmlns:a16="http://schemas.microsoft.com/office/drawing/2014/main" id="{CB58593E-59B1-A064-1FD5-0F5EFBE087DB}"/>
              </a:ext>
            </a:extLst>
          </p:cNvPr>
          <p:cNvGrpSpPr/>
          <p:nvPr/>
        </p:nvGrpSpPr>
        <p:grpSpPr>
          <a:xfrm>
            <a:off x="7492634" y="4771294"/>
            <a:ext cx="4088338" cy="1559168"/>
            <a:chOff x="7491046" y="1160587"/>
            <a:chExt cx="4088338" cy="1559168"/>
          </a:xfrm>
        </p:grpSpPr>
        <p:sp>
          <p:nvSpPr>
            <p:cNvPr id="98" name="Rectangle: Rounded Corners 97">
              <a:extLst>
                <a:ext uri="{FF2B5EF4-FFF2-40B4-BE49-F238E27FC236}">
                  <a16:creationId xmlns:a16="http://schemas.microsoft.com/office/drawing/2014/main" id="{05A7D54B-6C8E-F74C-DEF1-227798936C6E}"/>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99" name="TextBox 98">
              <a:extLst>
                <a:ext uri="{FF2B5EF4-FFF2-40B4-BE49-F238E27FC236}">
                  <a16:creationId xmlns:a16="http://schemas.microsoft.com/office/drawing/2014/main" id="{129AB189-380D-F0DC-AD37-7EFBF39971C0}"/>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Show your potential customers why your product provides the best solution.</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100" name="TextBox 99">
              <a:extLst>
                <a:ext uri="{FF2B5EF4-FFF2-40B4-BE49-F238E27FC236}">
                  <a16:creationId xmlns:a16="http://schemas.microsoft.com/office/drawing/2014/main" id="{C0ACA5BC-9ABF-A376-31E6-CAE7C05B62A8}"/>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lumMod val="85000"/>
                      <a:lumOff val="15000"/>
                    </a:prstClr>
                  </a:solidFill>
                  <a:effectLst/>
                  <a:uLnTx/>
                  <a:uFillTx/>
                  <a:latin typeface="Segoe UI"/>
                  <a:ea typeface="+mn-ea"/>
                  <a:cs typeface="+mn-cs"/>
                </a:rPr>
                <a:t>DECISION STAGE</a:t>
              </a:r>
            </a:p>
          </p:txBody>
        </p:sp>
      </p:grpSp>
      <p:grpSp>
        <p:nvGrpSpPr>
          <p:cNvPr id="124" name="Group 123">
            <a:extLst>
              <a:ext uri="{FF2B5EF4-FFF2-40B4-BE49-F238E27FC236}">
                <a16:creationId xmlns:a16="http://schemas.microsoft.com/office/drawing/2014/main" id="{A86C0D24-B79F-F742-76EB-B9658C31C86E}"/>
              </a:ext>
            </a:extLst>
          </p:cNvPr>
          <p:cNvGrpSpPr/>
          <p:nvPr/>
        </p:nvGrpSpPr>
        <p:grpSpPr>
          <a:xfrm>
            <a:off x="10704188" y="1643975"/>
            <a:ext cx="558518" cy="662732"/>
            <a:chOff x="10694167" y="1399072"/>
            <a:chExt cx="647794" cy="768667"/>
          </a:xfrm>
          <a:solidFill>
            <a:schemeClr val="accent1"/>
          </a:solidFill>
        </p:grpSpPr>
        <p:sp>
          <p:nvSpPr>
            <p:cNvPr id="118" name="Freeform: Shape 117">
              <a:extLst>
                <a:ext uri="{FF2B5EF4-FFF2-40B4-BE49-F238E27FC236}">
                  <a16:creationId xmlns:a16="http://schemas.microsoft.com/office/drawing/2014/main" id="{9159DF18-FF4B-CFDD-A960-B971417160AC}"/>
                </a:ext>
              </a:extLst>
            </p:cNvPr>
            <p:cNvSpPr/>
            <p:nvPr/>
          </p:nvSpPr>
          <p:spPr>
            <a:xfrm>
              <a:off x="10694167" y="1399072"/>
              <a:ext cx="647794" cy="768667"/>
            </a:xfrm>
            <a:custGeom>
              <a:avLst/>
              <a:gdLst>
                <a:gd name="connsiteX0" fmla="*/ 572453 w 647794"/>
                <a:gd name="connsiteY0" fmla="*/ 301943 h 768667"/>
                <a:gd name="connsiteX1" fmla="*/ 572453 w 647794"/>
                <a:gd name="connsiteY1" fmla="*/ 297180 h 768667"/>
                <a:gd name="connsiteX2" fmla="*/ 296228 w 647794"/>
                <a:gd name="connsiteY2" fmla="*/ 0 h 768667"/>
                <a:gd name="connsiteX3" fmla="*/ 285750 w 647794"/>
                <a:gd name="connsiteY3" fmla="*/ 0 h 768667"/>
                <a:gd name="connsiteX4" fmla="*/ 0 w 647794"/>
                <a:gd name="connsiteY4" fmla="*/ 276225 h 768667"/>
                <a:gd name="connsiteX5" fmla="*/ 0 w 647794"/>
                <a:gd name="connsiteY5" fmla="*/ 297180 h 768667"/>
                <a:gd name="connsiteX6" fmla="*/ 112395 w 647794"/>
                <a:gd name="connsiteY6" fmla="*/ 527685 h 768667"/>
                <a:gd name="connsiteX7" fmla="*/ 112395 w 647794"/>
                <a:gd name="connsiteY7" fmla="*/ 768668 h 768667"/>
                <a:gd name="connsiteX8" fmla="*/ 413385 w 647794"/>
                <a:gd name="connsiteY8" fmla="*/ 768668 h 768667"/>
                <a:gd name="connsiteX9" fmla="*/ 413385 w 647794"/>
                <a:gd name="connsiteY9" fmla="*/ 654368 h 768667"/>
                <a:gd name="connsiteX10" fmla="*/ 460058 w 647794"/>
                <a:gd name="connsiteY10" fmla="*/ 654368 h 768667"/>
                <a:gd name="connsiteX11" fmla="*/ 572453 w 647794"/>
                <a:gd name="connsiteY11" fmla="*/ 541973 h 768667"/>
                <a:gd name="connsiteX12" fmla="*/ 572453 w 647794"/>
                <a:gd name="connsiteY12" fmla="*/ 541973 h 768667"/>
                <a:gd name="connsiteX13" fmla="*/ 572453 w 647794"/>
                <a:gd name="connsiteY13" fmla="*/ 540068 h 768667"/>
                <a:gd name="connsiteX14" fmla="*/ 572453 w 647794"/>
                <a:gd name="connsiteY14" fmla="*/ 482918 h 768667"/>
                <a:gd name="connsiteX15" fmla="*/ 614363 w 647794"/>
                <a:gd name="connsiteY15" fmla="*/ 482918 h 768667"/>
                <a:gd name="connsiteX16" fmla="*/ 638175 w 647794"/>
                <a:gd name="connsiteY16" fmla="*/ 416243 h 768667"/>
                <a:gd name="connsiteX17" fmla="*/ 572453 w 647794"/>
                <a:gd name="connsiteY17" fmla="*/ 301943 h 768667"/>
                <a:gd name="connsiteX18" fmla="*/ 626745 w 647794"/>
                <a:gd name="connsiteY18" fmla="*/ 454343 h 768667"/>
                <a:gd name="connsiteX19" fmla="*/ 613410 w 647794"/>
                <a:gd name="connsiteY19" fmla="*/ 464820 h 768667"/>
                <a:gd name="connsiteX20" fmla="*/ 553403 w 647794"/>
                <a:gd name="connsiteY20" fmla="*/ 464820 h 768667"/>
                <a:gd name="connsiteX21" fmla="*/ 553403 w 647794"/>
                <a:gd name="connsiteY21" fmla="*/ 542925 h 768667"/>
                <a:gd name="connsiteX22" fmla="*/ 460058 w 647794"/>
                <a:gd name="connsiteY22" fmla="*/ 636270 h 768667"/>
                <a:gd name="connsiteX23" fmla="*/ 394335 w 647794"/>
                <a:gd name="connsiteY23" fmla="*/ 636270 h 768667"/>
                <a:gd name="connsiteX24" fmla="*/ 394335 w 647794"/>
                <a:gd name="connsiteY24" fmla="*/ 750570 h 768667"/>
                <a:gd name="connsiteX25" fmla="*/ 131445 w 647794"/>
                <a:gd name="connsiteY25" fmla="*/ 750570 h 768667"/>
                <a:gd name="connsiteX26" fmla="*/ 131445 w 647794"/>
                <a:gd name="connsiteY26" fmla="*/ 518160 h 768667"/>
                <a:gd name="connsiteX27" fmla="*/ 123825 w 647794"/>
                <a:gd name="connsiteY27" fmla="*/ 512445 h 768667"/>
                <a:gd name="connsiteX28" fmla="*/ 19050 w 647794"/>
                <a:gd name="connsiteY28" fmla="*/ 297180 h 768667"/>
                <a:gd name="connsiteX29" fmla="*/ 19050 w 647794"/>
                <a:gd name="connsiteY29" fmla="*/ 297180 h 768667"/>
                <a:gd name="connsiteX30" fmla="*/ 19050 w 647794"/>
                <a:gd name="connsiteY30" fmla="*/ 297180 h 768667"/>
                <a:gd name="connsiteX31" fmla="*/ 19050 w 647794"/>
                <a:gd name="connsiteY31" fmla="*/ 278130 h 768667"/>
                <a:gd name="connsiteX32" fmla="*/ 285750 w 647794"/>
                <a:gd name="connsiteY32" fmla="*/ 19050 h 768667"/>
                <a:gd name="connsiteX33" fmla="*/ 295275 w 647794"/>
                <a:gd name="connsiteY33" fmla="*/ 19050 h 768667"/>
                <a:gd name="connsiteX34" fmla="*/ 552450 w 647794"/>
                <a:gd name="connsiteY34" fmla="*/ 296228 h 768667"/>
                <a:gd name="connsiteX35" fmla="*/ 552450 w 647794"/>
                <a:gd name="connsiteY35" fmla="*/ 306705 h 768667"/>
                <a:gd name="connsiteX36" fmla="*/ 555308 w 647794"/>
                <a:gd name="connsiteY36" fmla="*/ 311468 h 768667"/>
                <a:gd name="connsiteX37" fmla="*/ 621030 w 647794"/>
                <a:gd name="connsiteY37" fmla="*/ 425768 h 768667"/>
                <a:gd name="connsiteX38" fmla="*/ 621030 w 647794"/>
                <a:gd name="connsiteY38" fmla="*/ 425768 h 768667"/>
                <a:gd name="connsiteX39" fmla="*/ 621030 w 647794"/>
                <a:gd name="connsiteY39" fmla="*/ 425768 h 768667"/>
                <a:gd name="connsiteX40" fmla="*/ 626745 w 647794"/>
                <a:gd name="connsiteY40" fmla="*/ 454343 h 768667"/>
                <a:gd name="connsiteX41" fmla="*/ 626745 w 647794"/>
                <a:gd name="connsiteY41" fmla="*/ 454343 h 76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94" h="768667">
                  <a:moveTo>
                    <a:pt x="572453" y="301943"/>
                  </a:moveTo>
                  <a:lnTo>
                    <a:pt x="572453" y="297180"/>
                  </a:lnTo>
                  <a:cubicBezTo>
                    <a:pt x="578168" y="139065"/>
                    <a:pt x="454343" y="6668"/>
                    <a:pt x="296228" y="0"/>
                  </a:cubicBezTo>
                  <a:cubicBezTo>
                    <a:pt x="292418" y="0"/>
                    <a:pt x="289560" y="0"/>
                    <a:pt x="285750" y="0"/>
                  </a:cubicBezTo>
                  <a:cubicBezTo>
                    <a:pt x="131445" y="0"/>
                    <a:pt x="5715" y="121920"/>
                    <a:pt x="0" y="276225"/>
                  </a:cubicBezTo>
                  <a:cubicBezTo>
                    <a:pt x="0" y="282893"/>
                    <a:pt x="0" y="290513"/>
                    <a:pt x="0" y="297180"/>
                  </a:cubicBezTo>
                  <a:cubicBezTo>
                    <a:pt x="0" y="387668"/>
                    <a:pt x="40957" y="472440"/>
                    <a:pt x="112395" y="527685"/>
                  </a:cubicBezTo>
                  <a:lnTo>
                    <a:pt x="112395" y="768668"/>
                  </a:lnTo>
                  <a:lnTo>
                    <a:pt x="413385" y="768668"/>
                  </a:lnTo>
                  <a:lnTo>
                    <a:pt x="413385" y="654368"/>
                  </a:lnTo>
                  <a:lnTo>
                    <a:pt x="460058" y="654368"/>
                  </a:lnTo>
                  <a:cubicBezTo>
                    <a:pt x="521970" y="654368"/>
                    <a:pt x="572453" y="603885"/>
                    <a:pt x="572453" y="541973"/>
                  </a:cubicBezTo>
                  <a:lnTo>
                    <a:pt x="572453" y="541973"/>
                  </a:lnTo>
                  <a:cubicBezTo>
                    <a:pt x="572453" y="541020"/>
                    <a:pt x="572453" y="541020"/>
                    <a:pt x="572453" y="540068"/>
                  </a:cubicBezTo>
                  <a:lnTo>
                    <a:pt x="572453" y="482918"/>
                  </a:lnTo>
                  <a:lnTo>
                    <a:pt x="614363" y="482918"/>
                  </a:lnTo>
                  <a:cubicBezTo>
                    <a:pt x="639128" y="480060"/>
                    <a:pt x="661035" y="451485"/>
                    <a:pt x="638175" y="416243"/>
                  </a:cubicBezTo>
                  <a:lnTo>
                    <a:pt x="572453" y="301943"/>
                  </a:lnTo>
                  <a:close/>
                  <a:moveTo>
                    <a:pt x="626745" y="454343"/>
                  </a:moveTo>
                  <a:cubicBezTo>
                    <a:pt x="623888" y="460058"/>
                    <a:pt x="619125" y="462915"/>
                    <a:pt x="613410" y="464820"/>
                  </a:cubicBezTo>
                  <a:lnTo>
                    <a:pt x="553403" y="464820"/>
                  </a:lnTo>
                  <a:lnTo>
                    <a:pt x="553403" y="542925"/>
                  </a:lnTo>
                  <a:cubicBezTo>
                    <a:pt x="553403" y="594360"/>
                    <a:pt x="511492" y="636270"/>
                    <a:pt x="460058" y="636270"/>
                  </a:cubicBezTo>
                  <a:lnTo>
                    <a:pt x="394335" y="636270"/>
                  </a:lnTo>
                  <a:lnTo>
                    <a:pt x="394335" y="750570"/>
                  </a:lnTo>
                  <a:lnTo>
                    <a:pt x="131445" y="750570"/>
                  </a:lnTo>
                  <a:lnTo>
                    <a:pt x="131445" y="518160"/>
                  </a:lnTo>
                  <a:lnTo>
                    <a:pt x="123825" y="512445"/>
                  </a:lnTo>
                  <a:cubicBezTo>
                    <a:pt x="57150" y="461010"/>
                    <a:pt x="19050" y="381000"/>
                    <a:pt x="19050" y="297180"/>
                  </a:cubicBezTo>
                  <a:lnTo>
                    <a:pt x="19050" y="297180"/>
                  </a:lnTo>
                  <a:lnTo>
                    <a:pt x="19050" y="297180"/>
                  </a:lnTo>
                  <a:cubicBezTo>
                    <a:pt x="19050" y="290513"/>
                    <a:pt x="19050" y="283845"/>
                    <a:pt x="19050" y="278130"/>
                  </a:cubicBezTo>
                  <a:cubicBezTo>
                    <a:pt x="23813" y="133350"/>
                    <a:pt x="141923" y="19050"/>
                    <a:pt x="285750" y="19050"/>
                  </a:cubicBezTo>
                  <a:cubicBezTo>
                    <a:pt x="288608" y="19050"/>
                    <a:pt x="292418" y="19050"/>
                    <a:pt x="295275" y="19050"/>
                  </a:cubicBezTo>
                  <a:cubicBezTo>
                    <a:pt x="442913" y="24765"/>
                    <a:pt x="558165" y="148590"/>
                    <a:pt x="552450" y="296228"/>
                  </a:cubicBezTo>
                  <a:lnTo>
                    <a:pt x="552450" y="306705"/>
                  </a:lnTo>
                  <a:lnTo>
                    <a:pt x="555308" y="311468"/>
                  </a:lnTo>
                  <a:lnTo>
                    <a:pt x="621030" y="425768"/>
                  </a:lnTo>
                  <a:lnTo>
                    <a:pt x="621030" y="425768"/>
                  </a:lnTo>
                  <a:lnTo>
                    <a:pt x="621030" y="425768"/>
                  </a:lnTo>
                  <a:cubicBezTo>
                    <a:pt x="628650" y="434340"/>
                    <a:pt x="630555" y="444818"/>
                    <a:pt x="626745" y="454343"/>
                  </a:cubicBezTo>
                  <a:cubicBezTo>
                    <a:pt x="626745" y="454343"/>
                    <a:pt x="626745" y="454343"/>
                    <a:pt x="626745" y="454343"/>
                  </a:cubicBezTo>
                  <a:close/>
                </a:path>
              </a:pathLst>
            </a:custGeom>
            <a:grp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2" name="Freeform: Shape 111">
              <a:extLst>
                <a:ext uri="{FF2B5EF4-FFF2-40B4-BE49-F238E27FC236}">
                  <a16:creationId xmlns:a16="http://schemas.microsoft.com/office/drawing/2014/main" id="{12B353CA-F849-C5C4-73AF-D60A5A447E32}"/>
                </a:ext>
              </a:extLst>
            </p:cNvPr>
            <p:cNvSpPr/>
            <p:nvPr/>
          </p:nvSpPr>
          <p:spPr>
            <a:xfrm>
              <a:off x="10850700" y="1521111"/>
              <a:ext cx="274056" cy="190893"/>
            </a:xfrm>
            <a:custGeom>
              <a:avLst/>
              <a:gdLst>
                <a:gd name="connsiteX0" fmla="*/ 378342 w 738470"/>
                <a:gd name="connsiteY0" fmla="*/ 19052 h 514381"/>
                <a:gd name="connsiteX1" fmla="*/ 466353 w 738470"/>
                <a:gd name="connsiteY1" fmla="*/ 91690 h 514381"/>
                <a:gd name="connsiteX2" fmla="*/ 466496 w 738470"/>
                <a:gd name="connsiteY2" fmla="*/ 91747 h 514381"/>
                <a:gd name="connsiteX3" fmla="*/ 522084 w 738470"/>
                <a:gd name="connsiteY3" fmla="*/ 72964 h 514381"/>
                <a:gd name="connsiteX4" fmla="*/ 611914 w 738470"/>
                <a:gd name="connsiteY4" fmla="*/ 162822 h 514381"/>
                <a:gd name="connsiteX5" fmla="*/ 609267 w 738470"/>
                <a:gd name="connsiteY5" fmla="*/ 183339 h 514381"/>
                <a:gd name="connsiteX6" fmla="*/ 609338 w 738470"/>
                <a:gd name="connsiteY6" fmla="*/ 183454 h 514381"/>
                <a:gd name="connsiteX7" fmla="*/ 609381 w 738470"/>
                <a:gd name="connsiteY7" fmla="*/ 183454 h 514381"/>
                <a:gd name="connsiteX8" fmla="*/ 631060 w 738470"/>
                <a:gd name="connsiteY8" fmla="*/ 180806 h 514381"/>
                <a:gd name="connsiteX9" fmla="*/ 719607 w 738470"/>
                <a:gd name="connsiteY9" fmla="*/ 271957 h 514381"/>
                <a:gd name="connsiteX10" fmla="*/ 629888 w 738470"/>
                <a:gd name="connsiteY10" fmla="*/ 360514 h 514381"/>
                <a:gd name="connsiteX11" fmla="*/ 594074 w 738470"/>
                <a:gd name="connsiteY11" fmla="*/ 352484 h 514381"/>
                <a:gd name="connsiteX12" fmla="*/ 593959 w 738470"/>
                <a:gd name="connsiteY12" fmla="*/ 352522 h 514381"/>
                <a:gd name="connsiteX13" fmla="*/ 593950 w 738470"/>
                <a:gd name="connsiteY13" fmla="*/ 352570 h 514381"/>
                <a:gd name="connsiteX14" fmla="*/ 593950 w 738470"/>
                <a:gd name="connsiteY14" fmla="*/ 358628 h 514381"/>
                <a:gd name="connsiteX15" fmla="*/ 511159 w 738470"/>
                <a:gd name="connsiteY15" fmla="*/ 450068 h 514381"/>
                <a:gd name="connsiteX16" fmla="*/ 432378 w 738470"/>
                <a:gd name="connsiteY16" fmla="*/ 413673 h 514381"/>
                <a:gd name="connsiteX17" fmla="*/ 432257 w 738470"/>
                <a:gd name="connsiteY17" fmla="*/ 413659 h 514381"/>
                <a:gd name="connsiteX18" fmla="*/ 432225 w 738470"/>
                <a:gd name="connsiteY18" fmla="*/ 413720 h 514381"/>
                <a:gd name="connsiteX19" fmla="*/ 334119 w 738470"/>
                <a:gd name="connsiteY19" fmla="*/ 494874 h 514381"/>
                <a:gd name="connsiteX20" fmla="*/ 252565 w 738470"/>
                <a:gd name="connsiteY20" fmla="*/ 405405 h 514381"/>
                <a:gd name="connsiteX21" fmla="*/ 253422 w 738470"/>
                <a:gd name="connsiteY21" fmla="*/ 395737 h 514381"/>
                <a:gd name="connsiteX22" fmla="*/ 253393 w 738470"/>
                <a:gd name="connsiteY22" fmla="*/ 395632 h 514381"/>
                <a:gd name="connsiteX23" fmla="*/ 253289 w 738470"/>
                <a:gd name="connsiteY23" fmla="*/ 395661 h 514381"/>
                <a:gd name="connsiteX24" fmla="*/ 128055 w 738470"/>
                <a:gd name="connsiteY24" fmla="*/ 379829 h 514381"/>
                <a:gd name="connsiteX25" fmla="*/ 109728 w 738470"/>
                <a:gd name="connsiteY25" fmla="*/ 333558 h 514381"/>
                <a:gd name="connsiteX26" fmla="*/ 108823 w 738470"/>
                <a:gd name="connsiteY26" fmla="*/ 333558 h 514381"/>
                <a:gd name="connsiteX27" fmla="*/ 19095 w 738470"/>
                <a:gd name="connsiteY27" fmla="*/ 243569 h 514381"/>
                <a:gd name="connsiteX28" fmla="*/ 107651 w 738470"/>
                <a:gd name="connsiteY28" fmla="*/ 153850 h 514381"/>
                <a:gd name="connsiteX29" fmla="*/ 129330 w 738470"/>
                <a:gd name="connsiteY29" fmla="*/ 156498 h 514381"/>
                <a:gd name="connsiteX30" fmla="*/ 129454 w 738470"/>
                <a:gd name="connsiteY30" fmla="*/ 156417 h 514381"/>
                <a:gd name="connsiteX31" fmla="*/ 129454 w 738470"/>
                <a:gd name="connsiteY31" fmla="*/ 156374 h 514381"/>
                <a:gd name="connsiteX32" fmla="*/ 126816 w 738470"/>
                <a:gd name="connsiteY32" fmla="*/ 137762 h 514381"/>
                <a:gd name="connsiteX33" fmla="*/ 214145 w 738470"/>
                <a:gd name="connsiteY33" fmla="*/ 46074 h 514381"/>
                <a:gd name="connsiteX34" fmla="*/ 291093 w 738470"/>
                <a:gd name="connsiteY34" fmla="*/ 86327 h 514381"/>
                <a:gd name="connsiteX35" fmla="*/ 291209 w 738470"/>
                <a:gd name="connsiteY35" fmla="*/ 86364 h 514381"/>
                <a:gd name="connsiteX36" fmla="*/ 291246 w 738470"/>
                <a:gd name="connsiteY36" fmla="*/ 86327 h 514381"/>
                <a:gd name="connsiteX37" fmla="*/ 378342 w 738470"/>
                <a:gd name="connsiteY37" fmla="*/ 19052 h 514381"/>
                <a:gd name="connsiteX38" fmla="*/ 378342 w 738470"/>
                <a:gd name="connsiteY38" fmla="*/ 2 h 514381"/>
                <a:gd name="connsiteX39" fmla="*/ 285712 w 738470"/>
                <a:gd name="connsiteY39" fmla="*/ 52104 h 514381"/>
                <a:gd name="connsiteX40" fmla="*/ 216636 w 738470"/>
                <a:gd name="connsiteY40" fmla="*/ 26958 h 514381"/>
                <a:gd name="connsiteX41" fmla="*/ 107747 w 738470"/>
                <a:gd name="connsiteY41" fmla="*/ 134800 h 514381"/>
                <a:gd name="connsiteX42" fmla="*/ 6 w 738470"/>
                <a:gd name="connsiteY42" fmla="*/ 244884 h 514381"/>
                <a:gd name="connsiteX43" fmla="*/ 93554 w 738470"/>
                <a:gd name="connsiteY43" fmla="*/ 351541 h 514381"/>
                <a:gd name="connsiteX44" fmla="*/ 224877 w 738470"/>
                <a:gd name="connsiteY44" fmla="*/ 430226 h 514381"/>
                <a:gd name="connsiteX45" fmla="*/ 235648 w 738470"/>
                <a:gd name="connsiteY45" fmla="*/ 426922 h 514381"/>
                <a:gd name="connsiteX46" fmla="*/ 364184 w 738470"/>
                <a:gd name="connsiteY46" fmla="*/ 512194 h 514381"/>
                <a:gd name="connsiteX47" fmla="*/ 442093 w 738470"/>
                <a:gd name="connsiteY47" fmla="*/ 449877 h 514381"/>
                <a:gd name="connsiteX48" fmla="*/ 504111 w 738470"/>
                <a:gd name="connsiteY48" fmla="*/ 469423 h 514381"/>
                <a:gd name="connsiteX49" fmla="*/ 611638 w 738470"/>
                <a:gd name="connsiteY49" fmla="*/ 377735 h 514381"/>
                <a:gd name="connsiteX50" fmla="*/ 629888 w 738470"/>
                <a:gd name="connsiteY50" fmla="*/ 379564 h 514381"/>
                <a:gd name="connsiteX51" fmla="*/ 738470 w 738470"/>
                <a:gd name="connsiteY51" fmla="*/ 270329 h 514381"/>
                <a:gd name="connsiteX52" fmla="*/ 630964 w 738470"/>
                <a:gd name="connsiteY52" fmla="*/ 161756 h 514381"/>
                <a:gd name="connsiteX53" fmla="*/ 522084 w 738470"/>
                <a:gd name="connsiteY53" fmla="*/ 53914 h 514381"/>
                <a:gd name="connsiteX54" fmla="*/ 477441 w 738470"/>
                <a:gd name="connsiteY54" fmla="*/ 63353 h 514381"/>
                <a:gd name="connsiteX55" fmla="*/ 378342 w 738470"/>
                <a:gd name="connsiteY55" fmla="*/ 2 h 514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38470" h="514381">
                  <a:moveTo>
                    <a:pt x="378342" y="19052"/>
                  </a:moveTo>
                  <a:cubicBezTo>
                    <a:pt x="421387" y="18790"/>
                    <a:pt x="458448" y="49377"/>
                    <a:pt x="466353" y="91690"/>
                  </a:cubicBezTo>
                  <a:cubicBezTo>
                    <a:pt x="466353" y="91756"/>
                    <a:pt x="466439" y="91794"/>
                    <a:pt x="466496" y="91747"/>
                  </a:cubicBezTo>
                  <a:cubicBezTo>
                    <a:pt x="482496" y="79619"/>
                    <a:pt x="502007" y="73026"/>
                    <a:pt x="522084" y="72964"/>
                  </a:cubicBezTo>
                  <a:cubicBezTo>
                    <a:pt x="571642" y="73121"/>
                    <a:pt x="611773" y="113265"/>
                    <a:pt x="611914" y="162822"/>
                  </a:cubicBezTo>
                  <a:cubicBezTo>
                    <a:pt x="611963" y="169750"/>
                    <a:pt x="611072" y="176652"/>
                    <a:pt x="609267" y="183339"/>
                  </a:cubicBezTo>
                  <a:cubicBezTo>
                    <a:pt x="609255" y="183391"/>
                    <a:pt x="609287" y="183442"/>
                    <a:pt x="609338" y="183454"/>
                  </a:cubicBezTo>
                  <a:cubicBezTo>
                    <a:pt x="609352" y="183456"/>
                    <a:pt x="609367" y="183456"/>
                    <a:pt x="609381" y="183454"/>
                  </a:cubicBezTo>
                  <a:cubicBezTo>
                    <a:pt x="616454" y="181597"/>
                    <a:pt x="623747" y="180706"/>
                    <a:pt x="631060" y="180806"/>
                  </a:cubicBezTo>
                  <a:cubicBezTo>
                    <a:pt x="680682" y="181525"/>
                    <a:pt x="720326" y="222335"/>
                    <a:pt x="719607" y="271957"/>
                  </a:cubicBezTo>
                  <a:cubicBezTo>
                    <a:pt x="718896" y="321021"/>
                    <a:pt x="678957" y="360442"/>
                    <a:pt x="629888" y="360514"/>
                  </a:cubicBezTo>
                  <a:cubicBezTo>
                    <a:pt x="617543" y="360179"/>
                    <a:pt x="605380" y="357452"/>
                    <a:pt x="594074" y="352484"/>
                  </a:cubicBezTo>
                  <a:cubicBezTo>
                    <a:pt x="594032" y="352463"/>
                    <a:pt x="593980" y="352479"/>
                    <a:pt x="593959" y="352522"/>
                  </a:cubicBezTo>
                  <a:cubicBezTo>
                    <a:pt x="593951" y="352537"/>
                    <a:pt x="593948" y="352554"/>
                    <a:pt x="593950" y="352570"/>
                  </a:cubicBezTo>
                  <a:lnTo>
                    <a:pt x="593950" y="358628"/>
                  </a:lnTo>
                  <a:cubicBezTo>
                    <a:pt x="594340" y="406003"/>
                    <a:pt x="558340" y="445763"/>
                    <a:pt x="511159" y="450068"/>
                  </a:cubicBezTo>
                  <a:cubicBezTo>
                    <a:pt x="480332" y="452598"/>
                    <a:pt x="450434" y="438785"/>
                    <a:pt x="432378" y="413673"/>
                  </a:cubicBezTo>
                  <a:cubicBezTo>
                    <a:pt x="432348" y="413636"/>
                    <a:pt x="432294" y="413630"/>
                    <a:pt x="432257" y="413659"/>
                  </a:cubicBezTo>
                  <a:cubicBezTo>
                    <a:pt x="432239" y="413675"/>
                    <a:pt x="432227" y="413697"/>
                    <a:pt x="432225" y="413720"/>
                  </a:cubicBezTo>
                  <a:cubicBezTo>
                    <a:pt x="427544" y="463222"/>
                    <a:pt x="383620" y="499556"/>
                    <a:pt x="334119" y="494874"/>
                  </a:cubicBezTo>
                  <a:cubicBezTo>
                    <a:pt x="287947" y="490508"/>
                    <a:pt x="252648" y="451782"/>
                    <a:pt x="252565" y="405405"/>
                  </a:cubicBezTo>
                  <a:cubicBezTo>
                    <a:pt x="252557" y="402163"/>
                    <a:pt x="252845" y="398927"/>
                    <a:pt x="253422" y="395737"/>
                  </a:cubicBezTo>
                  <a:cubicBezTo>
                    <a:pt x="253443" y="395700"/>
                    <a:pt x="253431" y="395653"/>
                    <a:pt x="253393" y="395632"/>
                  </a:cubicBezTo>
                  <a:cubicBezTo>
                    <a:pt x="253356" y="395611"/>
                    <a:pt x="253310" y="395624"/>
                    <a:pt x="253289" y="395661"/>
                  </a:cubicBezTo>
                  <a:cubicBezTo>
                    <a:pt x="214334" y="425871"/>
                    <a:pt x="158265" y="418783"/>
                    <a:pt x="128055" y="379829"/>
                  </a:cubicBezTo>
                  <a:cubicBezTo>
                    <a:pt x="117682" y="366455"/>
                    <a:pt x="111326" y="350407"/>
                    <a:pt x="109728" y="333558"/>
                  </a:cubicBezTo>
                  <a:lnTo>
                    <a:pt x="108823" y="333558"/>
                  </a:lnTo>
                  <a:cubicBezTo>
                    <a:pt x="59196" y="333486"/>
                    <a:pt x="19022" y="293197"/>
                    <a:pt x="19095" y="243569"/>
                  </a:cubicBezTo>
                  <a:cubicBezTo>
                    <a:pt x="19166" y="194500"/>
                    <a:pt x="58587" y="154560"/>
                    <a:pt x="107651" y="153850"/>
                  </a:cubicBezTo>
                  <a:cubicBezTo>
                    <a:pt x="114964" y="153749"/>
                    <a:pt x="122257" y="154640"/>
                    <a:pt x="129330" y="156498"/>
                  </a:cubicBezTo>
                  <a:cubicBezTo>
                    <a:pt x="129387" y="156509"/>
                    <a:pt x="129443" y="156473"/>
                    <a:pt x="129454" y="156417"/>
                  </a:cubicBezTo>
                  <a:cubicBezTo>
                    <a:pt x="129457" y="156403"/>
                    <a:pt x="129457" y="156388"/>
                    <a:pt x="129454" y="156374"/>
                  </a:cubicBezTo>
                  <a:cubicBezTo>
                    <a:pt x="127862" y="150292"/>
                    <a:pt x="126977" y="144047"/>
                    <a:pt x="126816" y="137762"/>
                  </a:cubicBezTo>
                  <a:cubicBezTo>
                    <a:pt x="125612" y="88328"/>
                    <a:pt x="164710" y="47277"/>
                    <a:pt x="214145" y="46074"/>
                  </a:cubicBezTo>
                  <a:cubicBezTo>
                    <a:pt x="245020" y="45322"/>
                    <a:pt x="274103" y="60536"/>
                    <a:pt x="291093" y="86327"/>
                  </a:cubicBezTo>
                  <a:cubicBezTo>
                    <a:pt x="291115" y="86369"/>
                    <a:pt x="291167" y="86386"/>
                    <a:pt x="291209" y="86364"/>
                  </a:cubicBezTo>
                  <a:cubicBezTo>
                    <a:pt x="291225" y="86356"/>
                    <a:pt x="291237" y="86343"/>
                    <a:pt x="291246" y="86327"/>
                  </a:cubicBezTo>
                  <a:cubicBezTo>
                    <a:pt x="302001" y="46971"/>
                    <a:pt x="337546" y="19515"/>
                    <a:pt x="378342" y="19052"/>
                  </a:cubicBezTo>
                  <a:moveTo>
                    <a:pt x="378342" y="2"/>
                  </a:moveTo>
                  <a:cubicBezTo>
                    <a:pt x="340553" y="258"/>
                    <a:pt x="305555" y="19944"/>
                    <a:pt x="285712" y="52104"/>
                  </a:cubicBezTo>
                  <a:cubicBezTo>
                    <a:pt x="266344" y="35888"/>
                    <a:pt x="241897" y="26988"/>
                    <a:pt x="216636" y="26958"/>
                  </a:cubicBezTo>
                  <a:cubicBezTo>
                    <a:pt x="156937" y="27032"/>
                    <a:pt x="108398" y="75104"/>
                    <a:pt x="107747" y="134800"/>
                  </a:cubicBezTo>
                  <a:cubicBezTo>
                    <a:pt x="47596" y="135447"/>
                    <a:pt x="-641" y="184733"/>
                    <a:pt x="6" y="244884"/>
                  </a:cubicBezTo>
                  <a:cubicBezTo>
                    <a:pt x="585" y="298655"/>
                    <a:pt x="40318" y="343956"/>
                    <a:pt x="93554" y="351541"/>
                  </a:cubicBezTo>
                  <a:cubicBezTo>
                    <a:pt x="108090" y="409533"/>
                    <a:pt x="166885" y="444761"/>
                    <a:pt x="224877" y="430226"/>
                  </a:cubicBezTo>
                  <a:cubicBezTo>
                    <a:pt x="228522" y="429313"/>
                    <a:pt x="232117" y="428210"/>
                    <a:pt x="235648" y="426922"/>
                  </a:cubicBezTo>
                  <a:cubicBezTo>
                    <a:pt x="247596" y="485964"/>
                    <a:pt x="305144" y="524141"/>
                    <a:pt x="364184" y="512194"/>
                  </a:cubicBezTo>
                  <a:cubicBezTo>
                    <a:pt x="398689" y="505212"/>
                    <a:pt x="427702" y="482005"/>
                    <a:pt x="442093" y="449877"/>
                  </a:cubicBezTo>
                  <a:cubicBezTo>
                    <a:pt x="460225" y="462694"/>
                    <a:pt x="481907" y="469527"/>
                    <a:pt x="504111" y="469423"/>
                  </a:cubicBezTo>
                  <a:cubicBezTo>
                    <a:pt x="557585" y="469358"/>
                    <a:pt x="603124" y="430527"/>
                    <a:pt x="611638" y="377735"/>
                  </a:cubicBezTo>
                  <a:cubicBezTo>
                    <a:pt x="617649" y="378928"/>
                    <a:pt x="623761" y="379541"/>
                    <a:pt x="629888" y="379564"/>
                  </a:cubicBezTo>
                  <a:cubicBezTo>
                    <a:pt x="690037" y="379384"/>
                    <a:pt x="738650" y="330478"/>
                    <a:pt x="738470" y="270329"/>
                  </a:cubicBezTo>
                  <a:cubicBezTo>
                    <a:pt x="738291" y="210855"/>
                    <a:pt x="690434" y="162521"/>
                    <a:pt x="630964" y="161756"/>
                  </a:cubicBezTo>
                  <a:cubicBezTo>
                    <a:pt x="630313" y="102063"/>
                    <a:pt x="581780" y="53994"/>
                    <a:pt x="522084" y="53914"/>
                  </a:cubicBezTo>
                  <a:cubicBezTo>
                    <a:pt x="506711" y="53939"/>
                    <a:pt x="491509" y="57154"/>
                    <a:pt x="477441" y="63353"/>
                  </a:cubicBezTo>
                  <a:cubicBezTo>
                    <a:pt x="459782" y="24549"/>
                    <a:pt x="420974" y="-260"/>
                    <a:pt x="378342" y="2"/>
                  </a:cubicBezTo>
                  <a:close/>
                </a:path>
              </a:pathLst>
            </a:custGeom>
            <a:solidFill>
              <a:schemeClr val="accent1"/>
            </a:solidFill>
            <a:ln w="9525" cap="flat">
              <a:solidFill>
                <a:schemeClr val="accent1"/>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3" name="Freeform: Shape 112">
              <a:extLst>
                <a:ext uri="{FF2B5EF4-FFF2-40B4-BE49-F238E27FC236}">
                  <a16:creationId xmlns:a16="http://schemas.microsoft.com/office/drawing/2014/main" id="{17612E76-791C-FE03-BD9A-3EE58F44FD2D}"/>
                </a:ext>
              </a:extLst>
            </p:cNvPr>
            <p:cNvSpPr/>
            <p:nvPr/>
          </p:nvSpPr>
          <p:spPr>
            <a:xfrm>
              <a:off x="10867982" y="1706763"/>
              <a:ext cx="59300" cy="59300"/>
            </a:xfrm>
            <a:custGeom>
              <a:avLst/>
              <a:gdLst>
                <a:gd name="connsiteX0" fmla="*/ 57150 w 114300"/>
                <a:gd name="connsiteY0" fmla="*/ 19050 h 114299"/>
                <a:gd name="connsiteX1" fmla="*/ 95250 w 114300"/>
                <a:gd name="connsiteY1" fmla="*/ 57150 h 114299"/>
                <a:gd name="connsiteX2" fmla="*/ 57150 w 114300"/>
                <a:gd name="connsiteY2" fmla="*/ 95250 h 114299"/>
                <a:gd name="connsiteX3" fmla="*/ 19050 w 114300"/>
                <a:gd name="connsiteY3" fmla="*/ 57150 h 114299"/>
                <a:gd name="connsiteX4" fmla="*/ 57150 w 114300"/>
                <a:gd name="connsiteY4" fmla="*/ 19050 h 114299"/>
                <a:gd name="connsiteX5" fmla="*/ 57150 w 114300"/>
                <a:gd name="connsiteY5" fmla="*/ 0 h 114299"/>
                <a:gd name="connsiteX6" fmla="*/ 0 w 114300"/>
                <a:gd name="connsiteY6" fmla="*/ 57150 h 114299"/>
                <a:gd name="connsiteX7" fmla="*/ 57150 w 114300"/>
                <a:gd name="connsiteY7" fmla="*/ 114300 h 114299"/>
                <a:gd name="connsiteX8" fmla="*/ 114300 w 114300"/>
                <a:gd name="connsiteY8" fmla="*/ 57150 h 114299"/>
                <a:gd name="connsiteX9" fmla="*/ 57150 w 114300"/>
                <a:gd name="connsiteY9"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114299">
                  <a:moveTo>
                    <a:pt x="57150" y="19050"/>
                  </a:moveTo>
                  <a:cubicBezTo>
                    <a:pt x="78192" y="19050"/>
                    <a:pt x="95250" y="36108"/>
                    <a:pt x="95250" y="57150"/>
                  </a:cubicBezTo>
                  <a:cubicBezTo>
                    <a:pt x="95250" y="78192"/>
                    <a:pt x="78192" y="95250"/>
                    <a:pt x="57150" y="95250"/>
                  </a:cubicBezTo>
                  <a:cubicBezTo>
                    <a:pt x="36108" y="95250"/>
                    <a:pt x="19050" y="78192"/>
                    <a:pt x="19050" y="57150"/>
                  </a:cubicBezTo>
                  <a:cubicBezTo>
                    <a:pt x="19081" y="36121"/>
                    <a:pt x="36121" y="19081"/>
                    <a:pt x="57150" y="19050"/>
                  </a:cubicBezTo>
                  <a:moveTo>
                    <a:pt x="57150" y="0"/>
                  </a:moveTo>
                  <a:cubicBezTo>
                    <a:pt x="25587" y="0"/>
                    <a:pt x="0" y="25587"/>
                    <a:pt x="0" y="57150"/>
                  </a:cubicBezTo>
                  <a:cubicBezTo>
                    <a:pt x="0" y="88713"/>
                    <a:pt x="25587" y="114300"/>
                    <a:pt x="57150" y="114300"/>
                  </a:cubicBezTo>
                  <a:cubicBezTo>
                    <a:pt x="88713" y="114300"/>
                    <a:pt x="114300" y="88713"/>
                    <a:pt x="114300" y="57150"/>
                  </a:cubicBezTo>
                  <a:cubicBezTo>
                    <a:pt x="114300" y="25587"/>
                    <a:pt x="88713" y="0"/>
                    <a:pt x="57150" y="0"/>
                  </a:cubicBezTo>
                  <a:close/>
                </a:path>
              </a:pathLst>
            </a:custGeom>
            <a:solidFill>
              <a:schemeClr val="accent1"/>
            </a:solidFill>
            <a:ln w="9525" cap="flat">
              <a:solidFill>
                <a:schemeClr val="accent1"/>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25" name="Freeform: Shape 124">
              <a:extLst>
                <a:ext uri="{FF2B5EF4-FFF2-40B4-BE49-F238E27FC236}">
                  <a16:creationId xmlns:a16="http://schemas.microsoft.com/office/drawing/2014/main" id="{F736A432-0FD0-315D-AA2F-B5FFCCD69713}"/>
                </a:ext>
              </a:extLst>
            </p:cNvPr>
            <p:cNvSpPr/>
            <p:nvPr/>
          </p:nvSpPr>
          <p:spPr>
            <a:xfrm>
              <a:off x="10820231" y="1753517"/>
              <a:ext cx="42418" cy="42418"/>
            </a:xfrm>
            <a:custGeom>
              <a:avLst/>
              <a:gdLst>
                <a:gd name="connsiteX0" fmla="*/ 57150 w 114300"/>
                <a:gd name="connsiteY0" fmla="*/ 19050 h 114299"/>
                <a:gd name="connsiteX1" fmla="*/ 95250 w 114300"/>
                <a:gd name="connsiteY1" fmla="*/ 57150 h 114299"/>
                <a:gd name="connsiteX2" fmla="*/ 57150 w 114300"/>
                <a:gd name="connsiteY2" fmla="*/ 95250 h 114299"/>
                <a:gd name="connsiteX3" fmla="*/ 19050 w 114300"/>
                <a:gd name="connsiteY3" fmla="*/ 57150 h 114299"/>
                <a:gd name="connsiteX4" fmla="*/ 57150 w 114300"/>
                <a:gd name="connsiteY4" fmla="*/ 19050 h 114299"/>
                <a:gd name="connsiteX5" fmla="*/ 57150 w 114300"/>
                <a:gd name="connsiteY5" fmla="*/ 0 h 114299"/>
                <a:gd name="connsiteX6" fmla="*/ 0 w 114300"/>
                <a:gd name="connsiteY6" fmla="*/ 57150 h 114299"/>
                <a:gd name="connsiteX7" fmla="*/ 57150 w 114300"/>
                <a:gd name="connsiteY7" fmla="*/ 114300 h 114299"/>
                <a:gd name="connsiteX8" fmla="*/ 114300 w 114300"/>
                <a:gd name="connsiteY8" fmla="*/ 57150 h 114299"/>
                <a:gd name="connsiteX9" fmla="*/ 57150 w 114300"/>
                <a:gd name="connsiteY9"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114299">
                  <a:moveTo>
                    <a:pt x="57150" y="19050"/>
                  </a:moveTo>
                  <a:cubicBezTo>
                    <a:pt x="78192" y="19050"/>
                    <a:pt x="95250" y="36108"/>
                    <a:pt x="95250" y="57150"/>
                  </a:cubicBezTo>
                  <a:cubicBezTo>
                    <a:pt x="95250" y="78192"/>
                    <a:pt x="78192" y="95250"/>
                    <a:pt x="57150" y="95250"/>
                  </a:cubicBezTo>
                  <a:cubicBezTo>
                    <a:pt x="36108" y="95250"/>
                    <a:pt x="19050" y="78192"/>
                    <a:pt x="19050" y="57150"/>
                  </a:cubicBezTo>
                  <a:cubicBezTo>
                    <a:pt x="19081" y="36121"/>
                    <a:pt x="36121" y="19081"/>
                    <a:pt x="57150" y="19050"/>
                  </a:cubicBezTo>
                  <a:moveTo>
                    <a:pt x="57150" y="0"/>
                  </a:moveTo>
                  <a:cubicBezTo>
                    <a:pt x="25587" y="0"/>
                    <a:pt x="0" y="25587"/>
                    <a:pt x="0" y="57150"/>
                  </a:cubicBezTo>
                  <a:cubicBezTo>
                    <a:pt x="0" y="88713"/>
                    <a:pt x="25587" y="114300"/>
                    <a:pt x="57150" y="114300"/>
                  </a:cubicBezTo>
                  <a:cubicBezTo>
                    <a:pt x="88713" y="114300"/>
                    <a:pt x="114300" y="88713"/>
                    <a:pt x="114300" y="57150"/>
                  </a:cubicBezTo>
                  <a:cubicBezTo>
                    <a:pt x="114300" y="25587"/>
                    <a:pt x="88713" y="0"/>
                    <a:pt x="57150" y="0"/>
                  </a:cubicBezTo>
                  <a:close/>
                </a:path>
              </a:pathLst>
            </a:custGeom>
            <a:solidFill>
              <a:schemeClr val="accent1"/>
            </a:solidFill>
            <a:ln w="9525" cap="flat">
              <a:solidFill>
                <a:schemeClr val="accent1"/>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pic>
        <p:nvPicPr>
          <p:cNvPr id="4" name="Graphic 3" descr="Head with gears outline">
            <a:extLst>
              <a:ext uri="{FF2B5EF4-FFF2-40B4-BE49-F238E27FC236}">
                <a16:creationId xmlns:a16="http://schemas.microsoft.com/office/drawing/2014/main" id="{B6E935B2-C4B4-5CD6-3E65-0B3A75898E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0589256" y="3368918"/>
            <a:ext cx="788382" cy="788382"/>
          </a:xfrm>
          <a:prstGeom prst="rect">
            <a:avLst/>
          </a:prstGeom>
        </p:spPr>
      </p:pic>
      <p:pic>
        <p:nvPicPr>
          <p:cNvPr id="5" name="Graphic 4" descr="Good Idea outline">
            <a:extLst>
              <a:ext uri="{FF2B5EF4-FFF2-40B4-BE49-F238E27FC236}">
                <a16:creationId xmlns:a16="http://schemas.microsoft.com/office/drawing/2014/main" id="{9E01D300-1208-822F-A52E-CBD3E78B85B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589256" y="5156687"/>
            <a:ext cx="788382" cy="788382"/>
          </a:xfrm>
          <a:prstGeom prst="rect">
            <a:avLst/>
          </a:prstGeom>
        </p:spPr>
      </p:pic>
    </p:spTree>
    <p:extLst>
      <p:ext uri="{BB962C8B-B14F-4D97-AF65-F5344CB8AC3E}">
        <p14:creationId xmlns:p14="http://schemas.microsoft.com/office/powerpoint/2010/main" val="140325506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a:extLst>
            <a:ext uri="{FF2B5EF4-FFF2-40B4-BE49-F238E27FC236}">
              <a16:creationId xmlns:a16="http://schemas.microsoft.com/office/drawing/2014/main" id="{5545C9C7-EA85-2475-2833-128730AA847B}"/>
            </a:ext>
          </a:extLst>
        </p:cNvPr>
        <p:cNvGrpSpPr/>
        <p:nvPr/>
      </p:nvGrpSpPr>
      <p:grpSpPr>
        <a:xfrm>
          <a:off x="0" y="0"/>
          <a:ext cx="0" cy="0"/>
          <a:chOff x="0" y="0"/>
          <a:chExt cx="0" cy="0"/>
        </a:xfrm>
      </p:grpSpPr>
      <p:sp>
        <p:nvSpPr>
          <p:cNvPr id="152" name="Freeform: Shape 151">
            <a:extLst>
              <a:ext uri="{FF2B5EF4-FFF2-40B4-BE49-F238E27FC236}">
                <a16:creationId xmlns:a16="http://schemas.microsoft.com/office/drawing/2014/main" id="{E18ADFEC-4F0F-8E01-D886-6BF38D89A330}"/>
              </a:ext>
            </a:extLst>
          </p:cNvPr>
          <p:cNvSpPr/>
          <p:nvPr/>
        </p:nvSpPr>
        <p:spPr>
          <a:xfrm>
            <a:off x="4544093" y="1995875"/>
            <a:ext cx="2890683" cy="1032387"/>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8739" h="1032387">
                <a:moveTo>
                  <a:pt x="0" y="1032387"/>
                </a:moveTo>
                <a:lnTo>
                  <a:pt x="617796" y="1032387"/>
                </a:lnTo>
                <a:lnTo>
                  <a:pt x="617797" y="1032387"/>
                </a:lnTo>
                <a:lnTo>
                  <a:pt x="1331287" y="0"/>
                </a:lnTo>
                <a:lnTo>
                  <a:pt x="2838739" y="0"/>
                </a:lnTo>
              </a:path>
            </a:pathLst>
          </a:cu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3" name="Freeform: Shape 152">
            <a:extLst>
              <a:ext uri="{FF2B5EF4-FFF2-40B4-BE49-F238E27FC236}">
                <a16:creationId xmlns:a16="http://schemas.microsoft.com/office/drawing/2014/main" id="{0981AFED-6659-D7E2-EB96-F0E67E36CDF5}"/>
              </a:ext>
            </a:extLst>
          </p:cNvPr>
          <p:cNvSpPr/>
          <p:nvPr/>
        </p:nvSpPr>
        <p:spPr>
          <a:xfrm>
            <a:off x="4025994" y="3747207"/>
            <a:ext cx="3460104" cy="629189"/>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 name="connsiteX0" fmla="*/ 0 w 2838739"/>
              <a:gd name="connsiteY0" fmla="*/ 1032387 h 1032387"/>
              <a:gd name="connsiteX1" fmla="*/ 617796 w 2838739"/>
              <a:gd name="connsiteY1" fmla="*/ 1032387 h 1032387"/>
              <a:gd name="connsiteX2" fmla="*/ 617797 w 2838739"/>
              <a:gd name="connsiteY2" fmla="*/ 1032387 h 1032387"/>
              <a:gd name="connsiteX3" fmla="*/ 1062112 w 2838739"/>
              <a:gd name="connsiteY3" fmla="*/ 403198 h 1032387"/>
              <a:gd name="connsiteX4" fmla="*/ 1331287 w 2838739"/>
              <a:gd name="connsiteY4" fmla="*/ 0 h 1032387"/>
              <a:gd name="connsiteX5" fmla="*/ 2838739 w 2838739"/>
              <a:gd name="connsiteY5" fmla="*/ 0 h 1032387"/>
              <a:gd name="connsiteX0" fmla="*/ 0 w 2877361"/>
              <a:gd name="connsiteY0" fmla="*/ 1032387 h 1032387"/>
              <a:gd name="connsiteX1" fmla="*/ 617796 w 2877361"/>
              <a:gd name="connsiteY1" fmla="*/ 1032387 h 1032387"/>
              <a:gd name="connsiteX2" fmla="*/ 617797 w 2877361"/>
              <a:gd name="connsiteY2" fmla="*/ 1032387 h 1032387"/>
              <a:gd name="connsiteX3" fmla="*/ 1062112 w 2877361"/>
              <a:gd name="connsiteY3" fmla="*/ 403198 h 1032387"/>
              <a:gd name="connsiteX4" fmla="*/ 1331287 w 2877361"/>
              <a:gd name="connsiteY4" fmla="*/ 0 h 1032387"/>
              <a:gd name="connsiteX5" fmla="*/ 2877361 w 2877361"/>
              <a:gd name="connsiteY5" fmla="*/ 501445 h 1032387"/>
              <a:gd name="connsiteX0" fmla="*/ 0 w 2877361"/>
              <a:gd name="connsiteY0" fmla="*/ 629189 h 629189"/>
              <a:gd name="connsiteX1" fmla="*/ 617796 w 2877361"/>
              <a:gd name="connsiteY1" fmla="*/ 629189 h 629189"/>
              <a:gd name="connsiteX2" fmla="*/ 617797 w 2877361"/>
              <a:gd name="connsiteY2" fmla="*/ 629189 h 629189"/>
              <a:gd name="connsiteX3" fmla="*/ 1062112 w 2877361"/>
              <a:gd name="connsiteY3" fmla="*/ 0 h 629189"/>
              <a:gd name="connsiteX4" fmla="*/ 2877361 w 2877361"/>
              <a:gd name="connsiteY4" fmla="*/ 98247 h 629189"/>
              <a:gd name="connsiteX0" fmla="*/ 0 w 2838739"/>
              <a:gd name="connsiteY0" fmla="*/ 629189 h 629189"/>
              <a:gd name="connsiteX1" fmla="*/ 617796 w 2838739"/>
              <a:gd name="connsiteY1" fmla="*/ 629189 h 629189"/>
              <a:gd name="connsiteX2" fmla="*/ 617797 w 2838739"/>
              <a:gd name="connsiteY2" fmla="*/ 629189 h 629189"/>
              <a:gd name="connsiteX3" fmla="*/ 1062112 w 2838739"/>
              <a:gd name="connsiteY3" fmla="*/ 0 h 629189"/>
              <a:gd name="connsiteX4" fmla="*/ 2838739 w 2838739"/>
              <a:gd name="connsiteY4" fmla="*/ 19589 h 629189"/>
              <a:gd name="connsiteX0" fmla="*/ 0 w 2836018"/>
              <a:gd name="connsiteY0" fmla="*/ 629189 h 629189"/>
              <a:gd name="connsiteX1" fmla="*/ 617796 w 2836018"/>
              <a:gd name="connsiteY1" fmla="*/ 629189 h 629189"/>
              <a:gd name="connsiteX2" fmla="*/ 617797 w 2836018"/>
              <a:gd name="connsiteY2" fmla="*/ 629189 h 629189"/>
              <a:gd name="connsiteX3" fmla="*/ 1062112 w 2836018"/>
              <a:gd name="connsiteY3" fmla="*/ 0 h 629189"/>
              <a:gd name="connsiteX4" fmla="*/ 2836018 w 2836018"/>
              <a:gd name="connsiteY4" fmla="*/ 27902 h 629189"/>
              <a:gd name="connsiteX0" fmla="*/ 0 w 2830576"/>
              <a:gd name="connsiteY0" fmla="*/ 629189 h 629189"/>
              <a:gd name="connsiteX1" fmla="*/ 617796 w 2830576"/>
              <a:gd name="connsiteY1" fmla="*/ 629189 h 629189"/>
              <a:gd name="connsiteX2" fmla="*/ 617797 w 2830576"/>
              <a:gd name="connsiteY2" fmla="*/ 629189 h 629189"/>
              <a:gd name="connsiteX3" fmla="*/ 1062112 w 2830576"/>
              <a:gd name="connsiteY3" fmla="*/ 0 h 629189"/>
              <a:gd name="connsiteX4" fmla="*/ 2830576 w 2830576"/>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629465 w 3397929"/>
              <a:gd name="connsiteY3" fmla="*/ 0 h 629189"/>
              <a:gd name="connsiteX4" fmla="*/ 3397929 w 3397929"/>
              <a:gd name="connsiteY4" fmla="*/ 2964 h 629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7929" h="629189">
                <a:moveTo>
                  <a:pt x="0" y="625032"/>
                </a:moveTo>
                <a:lnTo>
                  <a:pt x="1185149" y="629189"/>
                </a:lnTo>
                <a:lnTo>
                  <a:pt x="1185150" y="629189"/>
                </a:lnTo>
                <a:lnTo>
                  <a:pt x="1629465" y="0"/>
                </a:lnTo>
                <a:lnTo>
                  <a:pt x="3397929" y="2964"/>
                </a:lnTo>
              </a:path>
            </a:pathLst>
          </a:custGeom>
          <a:no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7" name="Freeform: Shape 156">
            <a:extLst>
              <a:ext uri="{FF2B5EF4-FFF2-40B4-BE49-F238E27FC236}">
                <a16:creationId xmlns:a16="http://schemas.microsoft.com/office/drawing/2014/main" id="{28607D21-EC90-7DE0-8CBD-67B9331D3197}"/>
              </a:ext>
            </a:extLst>
          </p:cNvPr>
          <p:cNvSpPr/>
          <p:nvPr/>
        </p:nvSpPr>
        <p:spPr>
          <a:xfrm>
            <a:off x="3448381" y="5562601"/>
            <a:ext cx="4086847" cy="139995"/>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 name="connsiteX0" fmla="*/ 0 w 2838739"/>
              <a:gd name="connsiteY0" fmla="*/ 1032387 h 1032387"/>
              <a:gd name="connsiteX1" fmla="*/ 617796 w 2838739"/>
              <a:gd name="connsiteY1" fmla="*/ 1032387 h 1032387"/>
              <a:gd name="connsiteX2" fmla="*/ 617797 w 2838739"/>
              <a:gd name="connsiteY2" fmla="*/ 1032387 h 1032387"/>
              <a:gd name="connsiteX3" fmla="*/ 1062112 w 2838739"/>
              <a:gd name="connsiteY3" fmla="*/ 403198 h 1032387"/>
              <a:gd name="connsiteX4" fmla="*/ 1331287 w 2838739"/>
              <a:gd name="connsiteY4" fmla="*/ 0 h 1032387"/>
              <a:gd name="connsiteX5" fmla="*/ 2838739 w 2838739"/>
              <a:gd name="connsiteY5" fmla="*/ 0 h 1032387"/>
              <a:gd name="connsiteX0" fmla="*/ 0 w 2877361"/>
              <a:gd name="connsiteY0" fmla="*/ 1032387 h 1032387"/>
              <a:gd name="connsiteX1" fmla="*/ 617796 w 2877361"/>
              <a:gd name="connsiteY1" fmla="*/ 1032387 h 1032387"/>
              <a:gd name="connsiteX2" fmla="*/ 617797 w 2877361"/>
              <a:gd name="connsiteY2" fmla="*/ 1032387 h 1032387"/>
              <a:gd name="connsiteX3" fmla="*/ 1062112 w 2877361"/>
              <a:gd name="connsiteY3" fmla="*/ 403198 h 1032387"/>
              <a:gd name="connsiteX4" fmla="*/ 1331287 w 2877361"/>
              <a:gd name="connsiteY4" fmla="*/ 0 h 1032387"/>
              <a:gd name="connsiteX5" fmla="*/ 2877361 w 2877361"/>
              <a:gd name="connsiteY5" fmla="*/ 501445 h 1032387"/>
              <a:gd name="connsiteX0" fmla="*/ 0 w 2877361"/>
              <a:gd name="connsiteY0" fmla="*/ 629189 h 629189"/>
              <a:gd name="connsiteX1" fmla="*/ 617796 w 2877361"/>
              <a:gd name="connsiteY1" fmla="*/ 629189 h 629189"/>
              <a:gd name="connsiteX2" fmla="*/ 617797 w 2877361"/>
              <a:gd name="connsiteY2" fmla="*/ 629189 h 629189"/>
              <a:gd name="connsiteX3" fmla="*/ 1062112 w 2877361"/>
              <a:gd name="connsiteY3" fmla="*/ 0 h 629189"/>
              <a:gd name="connsiteX4" fmla="*/ 2877361 w 2877361"/>
              <a:gd name="connsiteY4" fmla="*/ 98247 h 629189"/>
              <a:gd name="connsiteX0" fmla="*/ 0 w 2838739"/>
              <a:gd name="connsiteY0" fmla="*/ 629189 h 629189"/>
              <a:gd name="connsiteX1" fmla="*/ 617796 w 2838739"/>
              <a:gd name="connsiteY1" fmla="*/ 629189 h 629189"/>
              <a:gd name="connsiteX2" fmla="*/ 617797 w 2838739"/>
              <a:gd name="connsiteY2" fmla="*/ 629189 h 629189"/>
              <a:gd name="connsiteX3" fmla="*/ 1062112 w 2838739"/>
              <a:gd name="connsiteY3" fmla="*/ 0 h 629189"/>
              <a:gd name="connsiteX4" fmla="*/ 2838739 w 2838739"/>
              <a:gd name="connsiteY4" fmla="*/ 19589 h 629189"/>
              <a:gd name="connsiteX0" fmla="*/ 0 w 2836018"/>
              <a:gd name="connsiteY0" fmla="*/ 629189 h 629189"/>
              <a:gd name="connsiteX1" fmla="*/ 617796 w 2836018"/>
              <a:gd name="connsiteY1" fmla="*/ 629189 h 629189"/>
              <a:gd name="connsiteX2" fmla="*/ 617797 w 2836018"/>
              <a:gd name="connsiteY2" fmla="*/ 629189 h 629189"/>
              <a:gd name="connsiteX3" fmla="*/ 1062112 w 2836018"/>
              <a:gd name="connsiteY3" fmla="*/ 0 h 629189"/>
              <a:gd name="connsiteX4" fmla="*/ 2836018 w 2836018"/>
              <a:gd name="connsiteY4" fmla="*/ 27902 h 629189"/>
              <a:gd name="connsiteX0" fmla="*/ 0 w 2830576"/>
              <a:gd name="connsiteY0" fmla="*/ 629189 h 629189"/>
              <a:gd name="connsiteX1" fmla="*/ 617796 w 2830576"/>
              <a:gd name="connsiteY1" fmla="*/ 629189 h 629189"/>
              <a:gd name="connsiteX2" fmla="*/ 617797 w 2830576"/>
              <a:gd name="connsiteY2" fmla="*/ 629189 h 629189"/>
              <a:gd name="connsiteX3" fmla="*/ 1062112 w 2830576"/>
              <a:gd name="connsiteY3" fmla="*/ 0 h 629189"/>
              <a:gd name="connsiteX4" fmla="*/ 2830576 w 2830576"/>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629465 w 3397929"/>
              <a:gd name="connsiteY3" fmla="*/ 0 h 629189"/>
              <a:gd name="connsiteX4" fmla="*/ 3397929 w 3397929"/>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349435 w 3397929"/>
              <a:gd name="connsiteY3" fmla="*/ 367203 h 629189"/>
              <a:gd name="connsiteX4" fmla="*/ 1629465 w 3397929"/>
              <a:gd name="connsiteY4" fmla="*/ 0 h 629189"/>
              <a:gd name="connsiteX5" fmla="*/ 3397929 w 3397929"/>
              <a:gd name="connsiteY5" fmla="*/ 2964 h 629189"/>
              <a:gd name="connsiteX0" fmla="*/ 0 w 3397929"/>
              <a:gd name="connsiteY0" fmla="*/ 622068 h 626225"/>
              <a:gd name="connsiteX1" fmla="*/ 1185149 w 3397929"/>
              <a:gd name="connsiteY1" fmla="*/ 626225 h 626225"/>
              <a:gd name="connsiteX2" fmla="*/ 1185150 w 3397929"/>
              <a:gd name="connsiteY2" fmla="*/ 626225 h 626225"/>
              <a:gd name="connsiteX3" fmla="*/ 1349435 w 3397929"/>
              <a:gd name="connsiteY3" fmla="*/ 364239 h 626225"/>
              <a:gd name="connsiteX4" fmla="*/ 3397929 w 3397929"/>
              <a:gd name="connsiteY4" fmla="*/ 0 h 626225"/>
              <a:gd name="connsiteX0" fmla="*/ 0 w 3762105"/>
              <a:gd name="connsiteY0" fmla="*/ 257829 h 261986"/>
              <a:gd name="connsiteX1" fmla="*/ 1185149 w 3762105"/>
              <a:gd name="connsiteY1" fmla="*/ 261986 h 261986"/>
              <a:gd name="connsiteX2" fmla="*/ 1185150 w 3762105"/>
              <a:gd name="connsiteY2" fmla="*/ 261986 h 261986"/>
              <a:gd name="connsiteX3" fmla="*/ 1349435 w 3762105"/>
              <a:gd name="connsiteY3" fmla="*/ 0 h 261986"/>
              <a:gd name="connsiteX4" fmla="*/ 3762105 w 3762105"/>
              <a:gd name="connsiteY4" fmla="*/ 143761 h 261986"/>
              <a:gd name="connsiteX0" fmla="*/ 0 w 4046462"/>
              <a:gd name="connsiteY0" fmla="*/ 257829 h 261986"/>
              <a:gd name="connsiteX1" fmla="*/ 1185149 w 4046462"/>
              <a:gd name="connsiteY1" fmla="*/ 261986 h 261986"/>
              <a:gd name="connsiteX2" fmla="*/ 1185150 w 4046462"/>
              <a:gd name="connsiteY2" fmla="*/ 261986 h 261986"/>
              <a:gd name="connsiteX3" fmla="*/ 1349435 w 4046462"/>
              <a:gd name="connsiteY3" fmla="*/ 0 h 261986"/>
              <a:gd name="connsiteX4" fmla="*/ 4046462 w 4046462"/>
              <a:gd name="connsiteY4" fmla="*/ 138681 h 261986"/>
              <a:gd name="connsiteX0" fmla="*/ 0 w 4046462"/>
              <a:gd name="connsiteY0" fmla="*/ 156229 h 160386"/>
              <a:gd name="connsiteX1" fmla="*/ 1185149 w 4046462"/>
              <a:gd name="connsiteY1" fmla="*/ 160386 h 160386"/>
              <a:gd name="connsiteX2" fmla="*/ 1185150 w 4046462"/>
              <a:gd name="connsiteY2" fmla="*/ 160386 h 160386"/>
              <a:gd name="connsiteX3" fmla="*/ 1299548 w 4046462"/>
              <a:gd name="connsiteY3" fmla="*/ 0 h 160386"/>
              <a:gd name="connsiteX4" fmla="*/ 4046462 w 4046462"/>
              <a:gd name="connsiteY4" fmla="*/ 37081 h 160386"/>
              <a:gd name="connsiteX0" fmla="*/ 0 w 4046462"/>
              <a:gd name="connsiteY0" fmla="*/ 125749 h 129906"/>
              <a:gd name="connsiteX1" fmla="*/ 1185149 w 4046462"/>
              <a:gd name="connsiteY1" fmla="*/ 129906 h 129906"/>
              <a:gd name="connsiteX2" fmla="*/ 1185150 w 4046462"/>
              <a:gd name="connsiteY2" fmla="*/ 129906 h 129906"/>
              <a:gd name="connsiteX3" fmla="*/ 1299548 w 4046462"/>
              <a:gd name="connsiteY3" fmla="*/ 0 h 129906"/>
              <a:gd name="connsiteX4" fmla="*/ 4046462 w 4046462"/>
              <a:gd name="connsiteY4" fmla="*/ 6601 h 129906"/>
              <a:gd name="connsiteX0" fmla="*/ 0 w 4041473"/>
              <a:gd name="connsiteY0" fmla="*/ 130829 h 130829"/>
              <a:gd name="connsiteX1" fmla="*/ 1180160 w 4041473"/>
              <a:gd name="connsiteY1" fmla="*/ 129906 h 130829"/>
              <a:gd name="connsiteX2" fmla="*/ 1180161 w 4041473"/>
              <a:gd name="connsiteY2" fmla="*/ 129906 h 130829"/>
              <a:gd name="connsiteX3" fmla="*/ 1294559 w 4041473"/>
              <a:gd name="connsiteY3" fmla="*/ 0 h 130829"/>
              <a:gd name="connsiteX4" fmla="*/ 4041473 w 4041473"/>
              <a:gd name="connsiteY4" fmla="*/ 6601 h 130829"/>
              <a:gd name="connsiteX0" fmla="*/ 0 w 4600209"/>
              <a:gd name="connsiteY0" fmla="*/ 135543 h 135543"/>
              <a:gd name="connsiteX1" fmla="*/ 1738896 w 4600209"/>
              <a:gd name="connsiteY1" fmla="*/ 129906 h 135543"/>
              <a:gd name="connsiteX2" fmla="*/ 1738897 w 4600209"/>
              <a:gd name="connsiteY2" fmla="*/ 129906 h 135543"/>
              <a:gd name="connsiteX3" fmla="*/ 1853295 w 4600209"/>
              <a:gd name="connsiteY3" fmla="*/ 0 h 135543"/>
              <a:gd name="connsiteX4" fmla="*/ 4600209 w 4600209"/>
              <a:gd name="connsiteY4" fmla="*/ 6601 h 135543"/>
              <a:gd name="connsiteX0" fmla="*/ 0 w 4580254"/>
              <a:gd name="connsiteY0" fmla="*/ 135543 h 135543"/>
              <a:gd name="connsiteX1" fmla="*/ 1718941 w 4580254"/>
              <a:gd name="connsiteY1" fmla="*/ 129906 h 135543"/>
              <a:gd name="connsiteX2" fmla="*/ 1718942 w 4580254"/>
              <a:gd name="connsiteY2" fmla="*/ 129906 h 135543"/>
              <a:gd name="connsiteX3" fmla="*/ 1833340 w 4580254"/>
              <a:gd name="connsiteY3" fmla="*/ 0 h 135543"/>
              <a:gd name="connsiteX4" fmla="*/ 4580254 w 4580254"/>
              <a:gd name="connsiteY4" fmla="*/ 6601 h 135543"/>
              <a:gd name="connsiteX0" fmla="*/ 0 w 4615175"/>
              <a:gd name="connsiteY0" fmla="*/ 126115 h 129906"/>
              <a:gd name="connsiteX1" fmla="*/ 1753862 w 4615175"/>
              <a:gd name="connsiteY1" fmla="*/ 129906 h 129906"/>
              <a:gd name="connsiteX2" fmla="*/ 1753863 w 4615175"/>
              <a:gd name="connsiteY2" fmla="*/ 129906 h 129906"/>
              <a:gd name="connsiteX3" fmla="*/ 1868261 w 4615175"/>
              <a:gd name="connsiteY3" fmla="*/ 0 h 129906"/>
              <a:gd name="connsiteX4" fmla="*/ 4615175 w 4615175"/>
              <a:gd name="connsiteY4" fmla="*/ 6601 h 129906"/>
              <a:gd name="connsiteX0" fmla="*/ 0 w 4615175"/>
              <a:gd name="connsiteY0" fmla="*/ 126115 h 129906"/>
              <a:gd name="connsiteX1" fmla="*/ 1753862 w 4615175"/>
              <a:gd name="connsiteY1" fmla="*/ 129906 h 129906"/>
              <a:gd name="connsiteX2" fmla="*/ 1753863 w 4615175"/>
              <a:gd name="connsiteY2" fmla="*/ 129906 h 129906"/>
              <a:gd name="connsiteX3" fmla="*/ 1868261 w 4615175"/>
              <a:gd name="connsiteY3" fmla="*/ 0 h 129906"/>
              <a:gd name="connsiteX4" fmla="*/ 3993454 w 4615175"/>
              <a:gd name="connsiteY4" fmla="*/ 4714 h 129906"/>
              <a:gd name="connsiteX5" fmla="*/ 4615175 w 4615175"/>
              <a:gd name="connsiteY5" fmla="*/ 6601 h 129906"/>
              <a:gd name="connsiteX0" fmla="*/ 0 w 3993454"/>
              <a:gd name="connsiteY0" fmla="*/ 126115 h 129906"/>
              <a:gd name="connsiteX1" fmla="*/ 1753862 w 3993454"/>
              <a:gd name="connsiteY1" fmla="*/ 129906 h 129906"/>
              <a:gd name="connsiteX2" fmla="*/ 1753863 w 3993454"/>
              <a:gd name="connsiteY2" fmla="*/ 129906 h 129906"/>
              <a:gd name="connsiteX3" fmla="*/ 1868261 w 3993454"/>
              <a:gd name="connsiteY3" fmla="*/ 0 h 129906"/>
              <a:gd name="connsiteX4" fmla="*/ 3993454 w 3993454"/>
              <a:gd name="connsiteY4" fmla="*/ 4714 h 129906"/>
              <a:gd name="connsiteX0" fmla="*/ 0 w 4013409"/>
              <a:gd name="connsiteY0" fmla="*/ 126115 h 129906"/>
              <a:gd name="connsiteX1" fmla="*/ 1773817 w 4013409"/>
              <a:gd name="connsiteY1" fmla="*/ 129906 h 129906"/>
              <a:gd name="connsiteX2" fmla="*/ 1773818 w 4013409"/>
              <a:gd name="connsiteY2" fmla="*/ 129906 h 129906"/>
              <a:gd name="connsiteX3" fmla="*/ 1888216 w 4013409"/>
              <a:gd name="connsiteY3" fmla="*/ 0 h 129906"/>
              <a:gd name="connsiteX4" fmla="*/ 4013409 w 4013409"/>
              <a:gd name="connsiteY4" fmla="*/ 4714 h 129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3409" h="129906">
                <a:moveTo>
                  <a:pt x="0" y="126115"/>
                </a:moveTo>
                <a:lnTo>
                  <a:pt x="1773817" y="129906"/>
                </a:lnTo>
                <a:lnTo>
                  <a:pt x="1773818" y="129906"/>
                </a:lnTo>
                <a:lnTo>
                  <a:pt x="1888216" y="0"/>
                </a:lnTo>
                <a:lnTo>
                  <a:pt x="4013409" y="4714"/>
                </a:lnTo>
              </a:path>
            </a:pathLst>
          </a:custGeom>
          <a:no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 name="Title 1">
            <a:extLst>
              <a:ext uri="{FF2B5EF4-FFF2-40B4-BE49-F238E27FC236}">
                <a16:creationId xmlns:a16="http://schemas.microsoft.com/office/drawing/2014/main" id="{ABB36AA4-A1FC-2C28-D9C2-300301044E86}"/>
              </a:ext>
            </a:extLst>
          </p:cNvPr>
          <p:cNvSpPr>
            <a:spLocks noGrp="1"/>
          </p:cNvSpPr>
          <p:nvPr>
            <p:ph type="title"/>
          </p:nvPr>
        </p:nvSpPr>
        <p:spPr>
          <a:xfrm>
            <a:off x="611030" y="274640"/>
            <a:ext cx="10969943" cy="711081"/>
          </a:xfrm>
        </p:spPr>
        <p:txBody>
          <a:bodyPr/>
          <a:lstStyle/>
          <a:p>
            <a:r>
              <a:rPr lang="en-US" b="0" i="0">
                <a:solidFill>
                  <a:schemeClr val="tx1">
                    <a:lumMod val="85000"/>
                    <a:lumOff val="15000"/>
                  </a:schemeClr>
                </a:solidFill>
                <a:effectLst/>
              </a:rPr>
              <a:t>3-Step Marketing Funnel Diagram Slide Template</a:t>
            </a:r>
            <a:endParaRPr lang="en-IN">
              <a:solidFill>
                <a:schemeClr val="tx1">
                  <a:lumMod val="85000"/>
                  <a:lumOff val="15000"/>
                </a:schemeClr>
              </a:solidFill>
            </a:endParaRPr>
          </a:p>
        </p:txBody>
      </p:sp>
      <p:grpSp>
        <p:nvGrpSpPr>
          <p:cNvPr id="101" name="Group 100">
            <a:extLst>
              <a:ext uri="{FF2B5EF4-FFF2-40B4-BE49-F238E27FC236}">
                <a16:creationId xmlns:a16="http://schemas.microsoft.com/office/drawing/2014/main" id="{89A1DF8E-76C8-0FC1-A2E5-6D247D711A7B}"/>
              </a:ext>
            </a:extLst>
          </p:cNvPr>
          <p:cNvGrpSpPr/>
          <p:nvPr/>
        </p:nvGrpSpPr>
        <p:grpSpPr>
          <a:xfrm>
            <a:off x="611029" y="1483133"/>
            <a:ext cx="4081486" cy="4559955"/>
            <a:chOff x="1045686" y="1624995"/>
            <a:chExt cx="4081486" cy="4559955"/>
          </a:xfrm>
        </p:grpSpPr>
        <p:grpSp>
          <p:nvGrpSpPr>
            <p:cNvPr id="71" name="Group 70">
              <a:extLst>
                <a:ext uri="{FF2B5EF4-FFF2-40B4-BE49-F238E27FC236}">
                  <a16:creationId xmlns:a16="http://schemas.microsoft.com/office/drawing/2014/main" id="{E3C1CADE-9E08-8485-EC8B-4C077DD7101B}"/>
                </a:ext>
              </a:extLst>
            </p:cNvPr>
            <p:cNvGrpSpPr/>
            <p:nvPr/>
          </p:nvGrpSpPr>
          <p:grpSpPr>
            <a:xfrm>
              <a:off x="1045686" y="1624995"/>
              <a:ext cx="4081486" cy="4559955"/>
              <a:chOff x="2237672" y="1935271"/>
              <a:chExt cx="3526077" cy="3939436"/>
            </a:xfrm>
          </p:grpSpPr>
          <p:sp>
            <p:nvSpPr>
              <p:cNvPr id="54" name="Oval 53">
                <a:extLst>
                  <a:ext uri="{FF2B5EF4-FFF2-40B4-BE49-F238E27FC236}">
                    <a16:creationId xmlns:a16="http://schemas.microsoft.com/office/drawing/2014/main" id="{B44C5260-C40C-A6F8-ACAC-64826B7EBFE5}"/>
                  </a:ext>
                </a:extLst>
              </p:cNvPr>
              <p:cNvSpPr/>
              <p:nvPr/>
            </p:nvSpPr>
            <p:spPr>
              <a:xfrm>
                <a:off x="3067110" y="4314019"/>
                <a:ext cx="1864538" cy="68877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5" name="Oval 54">
                <a:extLst>
                  <a:ext uri="{FF2B5EF4-FFF2-40B4-BE49-F238E27FC236}">
                    <a16:creationId xmlns:a16="http://schemas.microsoft.com/office/drawing/2014/main" id="{AF21BB17-6470-F606-B7DA-04B41F5C17C9}"/>
                  </a:ext>
                </a:extLst>
              </p:cNvPr>
              <p:cNvSpPr/>
              <p:nvPr/>
            </p:nvSpPr>
            <p:spPr>
              <a:xfrm>
                <a:off x="3471916" y="5462403"/>
                <a:ext cx="1054539" cy="40402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3" name="Oval 22">
                <a:extLst>
                  <a:ext uri="{FF2B5EF4-FFF2-40B4-BE49-F238E27FC236}">
                    <a16:creationId xmlns:a16="http://schemas.microsoft.com/office/drawing/2014/main" id="{B4A796A4-DD4E-6582-1A5B-846FCA2188F2}"/>
                  </a:ext>
                </a:extLst>
              </p:cNvPr>
              <p:cNvSpPr/>
              <p:nvPr/>
            </p:nvSpPr>
            <p:spPr>
              <a:xfrm>
                <a:off x="2237672" y="1935271"/>
                <a:ext cx="3526077" cy="1390389"/>
              </a:xfrm>
              <a:prstGeom prst="ellipse">
                <a:avLst/>
              </a:prstGeom>
              <a:gradFill flip="none" rotWithShape="1">
                <a:gsLst>
                  <a:gs pos="0">
                    <a:schemeClr val="bg1">
                      <a:alpha val="48000"/>
                    </a:schemeClr>
                  </a:gs>
                  <a:gs pos="99000">
                    <a:schemeClr val="bg1">
                      <a:lumMod val="85000"/>
                      <a:alpha val="42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9" name="Oval 38">
                <a:extLst>
                  <a:ext uri="{FF2B5EF4-FFF2-40B4-BE49-F238E27FC236}">
                    <a16:creationId xmlns:a16="http://schemas.microsoft.com/office/drawing/2014/main" id="{72F08E5D-12DF-416D-8510-C247ACDEB82B}"/>
                  </a:ext>
                </a:extLst>
              </p:cNvPr>
              <p:cNvSpPr/>
              <p:nvPr/>
            </p:nvSpPr>
            <p:spPr>
              <a:xfrm>
                <a:off x="2658239" y="3090664"/>
                <a:ext cx="2684942" cy="1058714"/>
              </a:xfrm>
              <a:prstGeom prst="ellipse">
                <a:avLst/>
              </a:prstGeom>
              <a:gradFill>
                <a:gsLst>
                  <a:gs pos="0">
                    <a:schemeClr val="bg1">
                      <a:lumMod val="95000"/>
                    </a:schemeClr>
                  </a:gs>
                  <a:gs pos="99000">
                    <a:schemeClr val="bg1">
                      <a:lumMod val="75000"/>
                    </a:schemeClr>
                  </a:gs>
                </a:gsLst>
                <a:lin ang="108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2" name="Freeform: Shape 51">
                <a:extLst>
                  <a:ext uri="{FF2B5EF4-FFF2-40B4-BE49-F238E27FC236}">
                    <a16:creationId xmlns:a16="http://schemas.microsoft.com/office/drawing/2014/main" id="{4984E6E4-922E-E59F-1E1D-CC7F633BF794}"/>
                  </a:ext>
                </a:extLst>
              </p:cNvPr>
              <p:cNvSpPr/>
              <p:nvPr/>
            </p:nvSpPr>
            <p:spPr>
              <a:xfrm>
                <a:off x="3146193" y="4877065"/>
                <a:ext cx="1709895" cy="997642"/>
              </a:xfrm>
              <a:custGeom>
                <a:avLst/>
                <a:gdLst>
                  <a:gd name="connsiteX0" fmla="*/ 1709895 w 1709895"/>
                  <a:gd name="connsiteY0" fmla="*/ 0 h 997642"/>
                  <a:gd name="connsiteX1" fmla="*/ 1381306 w 1709895"/>
                  <a:gd name="connsiteY1" fmla="*/ 803485 h 997642"/>
                  <a:gd name="connsiteX2" fmla="*/ 1379911 w 1709895"/>
                  <a:gd name="connsiteY2" fmla="*/ 803494 h 997642"/>
                  <a:gd name="connsiteX3" fmla="*/ 1372864 w 1709895"/>
                  <a:gd name="connsiteY3" fmla="*/ 831058 h 997642"/>
                  <a:gd name="connsiteX4" fmla="*/ 854517 w 1709895"/>
                  <a:gd name="connsiteY4" fmla="*/ 997642 h 997642"/>
                  <a:gd name="connsiteX5" fmla="*/ 336170 w 1709895"/>
                  <a:gd name="connsiteY5" fmla="*/ 831058 h 997642"/>
                  <a:gd name="connsiteX6" fmla="*/ 330718 w 1709895"/>
                  <a:gd name="connsiteY6" fmla="*/ 809729 h 997642"/>
                  <a:gd name="connsiteX7" fmla="*/ 327728 w 1709895"/>
                  <a:gd name="connsiteY7" fmla="*/ 809747 h 997642"/>
                  <a:gd name="connsiteX8" fmla="*/ 0 w 1709895"/>
                  <a:gd name="connsiteY8" fmla="*/ 6694 h 997642"/>
                  <a:gd name="connsiteX9" fmla="*/ 12273 w 1709895"/>
                  <a:gd name="connsiteY9" fmla="*/ 19916 h 997642"/>
                  <a:gd name="connsiteX10" fmla="*/ 851841 w 1709895"/>
                  <a:gd name="connsiteY10" fmla="*/ 239354 h 997642"/>
                  <a:gd name="connsiteX11" fmla="*/ 1691409 w 1709895"/>
                  <a:gd name="connsiteY11" fmla="*/ 19916 h 99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09895" h="997642">
                    <a:moveTo>
                      <a:pt x="1709895" y="0"/>
                    </a:moveTo>
                    <a:lnTo>
                      <a:pt x="1381306" y="803485"/>
                    </a:lnTo>
                    <a:lnTo>
                      <a:pt x="1379911" y="803494"/>
                    </a:lnTo>
                    <a:lnTo>
                      <a:pt x="1372864" y="831058"/>
                    </a:lnTo>
                    <a:cubicBezTo>
                      <a:pt x="1323528" y="926128"/>
                      <a:pt x="1110203" y="997642"/>
                      <a:pt x="854517" y="997642"/>
                    </a:cubicBezTo>
                    <a:cubicBezTo>
                      <a:pt x="598832" y="997642"/>
                      <a:pt x="385507" y="926128"/>
                      <a:pt x="336170" y="831058"/>
                    </a:cubicBezTo>
                    <a:lnTo>
                      <a:pt x="330718" y="809729"/>
                    </a:lnTo>
                    <a:lnTo>
                      <a:pt x="327728" y="809747"/>
                    </a:lnTo>
                    <a:lnTo>
                      <a:pt x="0" y="6694"/>
                    </a:lnTo>
                    <a:lnTo>
                      <a:pt x="12273" y="19916"/>
                    </a:lnTo>
                    <a:cubicBezTo>
                      <a:pt x="150597" y="148870"/>
                      <a:pt x="474422" y="239354"/>
                      <a:pt x="851841" y="239354"/>
                    </a:cubicBezTo>
                    <a:cubicBezTo>
                      <a:pt x="1229261" y="239354"/>
                      <a:pt x="1553085" y="148870"/>
                      <a:pt x="1691409" y="19916"/>
                    </a:cubicBez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7" name="Freeform: Shape 36">
                <a:extLst>
                  <a:ext uri="{FF2B5EF4-FFF2-40B4-BE49-F238E27FC236}">
                    <a16:creationId xmlns:a16="http://schemas.microsoft.com/office/drawing/2014/main" id="{7382F020-4871-EC35-4803-42C84071B876}"/>
                  </a:ext>
                </a:extLst>
              </p:cNvPr>
              <p:cNvSpPr/>
              <p:nvPr/>
            </p:nvSpPr>
            <p:spPr>
              <a:xfrm>
                <a:off x="2301033" y="2812811"/>
                <a:ext cx="3399046" cy="1351759"/>
              </a:xfrm>
              <a:custGeom>
                <a:avLst/>
                <a:gdLst>
                  <a:gd name="connsiteX0" fmla="*/ 0 w 3399046"/>
                  <a:gd name="connsiteY0" fmla="*/ 0 h 1351759"/>
                  <a:gd name="connsiteX1" fmla="*/ 15901 w 3399046"/>
                  <a:gd name="connsiteY1" fmla="*/ 24384 h 1351759"/>
                  <a:gd name="connsiteX2" fmla="*/ 1699677 w 3399046"/>
                  <a:gd name="connsiteY2" fmla="*/ 512849 h 1351759"/>
                  <a:gd name="connsiteX3" fmla="*/ 3383453 w 3399046"/>
                  <a:gd name="connsiteY3" fmla="*/ 24384 h 1351759"/>
                  <a:gd name="connsiteX4" fmla="*/ 3399046 w 3399046"/>
                  <a:gd name="connsiteY4" fmla="*/ 471 h 1351759"/>
                  <a:gd name="connsiteX5" fmla="*/ 2989891 w 3399046"/>
                  <a:gd name="connsiteY5" fmla="*/ 1000963 h 1351759"/>
                  <a:gd name="connsiteX6" fmla="*/ 2981768 w 3399046"/>
                  <a:gd name="connsiteY6" fmla="*/ 1009970 h 1351759"/>
                  <a:gd name="connsiteX7" fmla="*/ 1699677 w 3399046"/>
                  <a:gd name="connsiteY7" fmla="*/ 1351759 h 1351759"/>
                  <a:gd name="connsiteX8" fmla="*/ 417586 w 3399046"/>
                  <a:gd name="connsiteY8" fmla="*/ 1009970 h 1351759"/>
                  <a:gd name="connsiteX9" fmla="*/ 407695 w 3399046"/>
                  <a:gd name="connsiteY9" fmla="*/ 999002 h 1351759"/>
                  <a:gd name="connsiteX10" fmla="*/ 0 w 3399046"/>
                  <a:gd name="connsiteY10" fmla="*/ 0 h 1351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99046" h="1351759">
                    <a:moveTo>
                      <a:pt x="0" y="0"/>
                    </a:moveTo>
                    <a:lnTo>
                      <a:pt x="15901" y="24384"/>
                    </a:lnTo>
                    <a:cubicBezTo>
                      <a:pt x="239122" y="307376"/>
                      <a:pt x="908546" y="512849"/>
                      <a:pt x="1699677" y="512849"/>
                    </a:cubicBezTo>
                    <a:cubicBezTo>
                      <a:pt x="2490808" y="512849"/>
                      <a:pt x="3160233" y="307376"/>
                      <a:pt x="3383453" y="24384"/>
                    </a:cubicBezTo>
                    <a:lnTo>
                      <a:pt x="3399046" y="471"/>
                    </a:lnTo>
                    <a:lnTo>
                      <a:pt x="2989891" y="1000963"/>
                    </a:lnTo>
                    <a:lnTo>
                      <a:pt x="2981768" y="1009970"/>
                    </a:lnTo>
                    <a:cubicBezTo>
                      <a:pt x="2777818" y="1210302"/>
                      <a:pt x="2280642" y="1351759"/>
                      <a:pt x="1699677" y="1351759"/>
                    </a:cubicBezTo>
                    <a:cubicBezTo>
                      <a:pt x="1118712" y="1351759"/>
                      <a:pt x="621536" y="1210302"/>
                      <a:pt x="417586" y="1009970"/>
                    </a:cubicBezTo>
                    <a:lnTo>
                      <a:pt x="407695" y="999002"/>
                    </a:lnTo>
                    <a:lnTo>
                      <a:pt x="0" y="0"/>
                    </a:lnTo>
                    <a:close/>
                  </a:path>
                </a:pathLst>
              </a:custGeom>
              <a:gradFill flip="none" rotWithShape="1">
                <a:gsLst>
                  <a:gs pos="0">
                    <a:schemeClr val="accent1">
                      <a:lumMod val="60000"/>
                      <a:lumOff val="40000"/>
                      <a:alpha val="72000"/>
                    </a:schemeClr>
                  </a:gs>
                  <a:gs pos="100000">
                    <a:schemeClr val="accent1"/>
                  </a:gs>
                  <a:gs pos="75000">
                    <a:schemeClr val="accent1">
                      <a:lumMod val="83000"/>
                    </a:schemeClr>
                  </a:gs>
                </a:gsLst>
                <a:lin ang="12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7" name="Freeform: Shape 46">
                <a:extLst>
                  <a:ext uri="{FF2B5EF4-FFF2-40B4-BE49-F238E27FC236}">
                    <a16:creationId xmlns:a16="http://schemas.microsoft.com/office/drawing/2014/main" id="{C26EBCE8-6883-4AFA-C79B-E12DCA00585A}"/>
                  </a:ext>
                </a:extLst>
              </p:cNvPr>
              <p:cNvSpPr/>
              <p:nvPr/>
            </p:nvSpPr>
            <p:spPr>
              <a:xfrm>
                <a:off x="2765068" y="3949864"/>
                <a:ext cx="2469608" cy="1065098"/>
              </a:xfrm>
              <a:custGeom>
                <a:avLst/>
                <a:gdLst>
                  <a:gd name="connsiteX0" fmla="*/ 0 w 2469608"/>
                  <a:gd name="connsiteY0" fmla="*/ 0 h 1065098"/>
                  <a:gd name="connsiteX1" fmla="*/ 46722 w 2469608"/>
                  <a:gd name="connsiteY1" fmla="*/ 40429 h 1065098"/>
                  <a:gd name="connsiteX2" fmla="*/ 1235643 w 2469608"/>
                  <a:gd name="connsiteY2" fmla="*/ 327183 h 1065098"/>
                  <a:gd name="connsiteX3" fmla="*/ 2424564 w 2469608"/>
                  <a:gd name="connsiteY3" fmla="*/ 40429 h 1065098"/>
                  <a:gd name="connsiteX4" fmla="*/ 2469608 w 2469608"/>
                  <a:gd name="connsiteY4" fmla="*/ 1452 h 1065098"/>
                  <a:gd name="connsiteX5" fmla="*/ 2143167 w 2469608"/>
                  <a:gd name="connsiteY5" fmla="*/ 799686 h 1065098"/>
                  <a:gd name="connsiteX6" fmla="*/ 2142790 w 2469608"/>
                  <a:gd name="connsiteY6" fmla="*/ 796743 h 1065098"/>
                  <a:gd name="connsiteX7" fmla="*/ 2139240 w 2469608"/>
                  <a:gd name="connsiteY7" fmla="*/ 802186 h 1065098"/>
                  <a:gd name="connsiteX8" fmla="*/ 1232965 w 2469608"/>
                  <a:gd name="connsiteY8" fmla="*/ 1065098 h 1065098"/>
                  <a:gd name="connsiteX9" fmla="*/ 382662 w 2469608"/>
                  <a:gd name="connsiteY9" fmla="*/ 857215 h 1065098"/>
                  <a:gd name="connsiteX10" fmla="*/ 327832 w 2469608"/>
                  <a:gd name="connsiteY10" fmla="*/ 803309 h 1065098"/>
                  <a:gd name="connsiteX11" fmla="*/ 0 w 2469608"/>
                  <a:gd name="connsiteY11" fmla="*/ 0 h 106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9608" h="1065098">
                    <a:moveTo>
                      <a:pt x="0" y="0"/>
                    </a:moveTo>
                    <a:lnTo>
                      <a:pt x="46722" y="40429"/>
                    </a:lnTo>
                    <a:cubicBezTo>
                      <a:pt x="267856" y="210669"/>
                      <a:pt x="717242" y="327183"/>
                      <a:pt x="1235643" y="327183"/>
                    </a:cubicBezTo>
                    <a:cubicBezTo>
                      <a:pt x="1754044" y="327183"/>
                      <a:pt x="2203430" y="210669"/>
                      <a:pt x="2424564" y="40429"/>
                    </a:cubicBezTo>
                    <a:lnTo>
                      <a:pt x="2469608" y="1452"/>
                    </a:lnTo>
                    <a:lnTo>
                      <a:pt x="2143167" y="799686"/>
                    </a:lnTo>
                    <a:lnTo>
                      <a:pt x="2142790" y="796743"/>
                    </a:lnTo>
                    <a:lnTo>
                      <a:pt x="2139240" y="802186"/>
                    </a:lnTo>
                    <a:cubicBezTo>
                      <a:pt x="2019093" y="954504"/>
                      <a:pt x="1658783" y="1065098"/>
                      <a:pt x="1232965" y="1065098"/>
                    </a:cubicBezTo>
                    <a:cubicBezTo>
                      <a:pt x="860375" y="1065098"/>
                      <a:pt x="537938" y="980425"/>
                      <a:pt x="382662" y="857215"/>
                    </a:cubicBezTo>
                    <a:lnTo>
                      <a:pt x="327832" y="803309"/>
                    </a:lnTo>
                    <a:lnTo>
                      <a:pt x="0" y="0"/>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7" name="Oval 56">
                <a:extLst>
                  <a:ext uri="{FF2B5EF4-FFF2-40B4-BE49-F238E27FC236}">
                    <a16:creationId xmlns:a16="http://schemas.microsoft.com/office/drawing/2014/main" id="{C9A258B1-2279-C8C9-A486-0EB8AAF4EE00}"/>
                  </a:ext>
                </a:extLst>
              </p:cNvPr>
              <p:cNvSpPr/>
              <p:nvPr/>
            </p:nvSpPr>
            <p:spPr>
              <a:xfrm>
                <a:off x="5414816" y="3192374"/>
                <a:ext cx="161584" cy="161584"/>
              </a:xfrm>
              <a:prstGeom prst="ellipse">
                <a:avLst/>
              </a:prstGeom>
              <a:solidFill>
                <a:schemeClr val="bg1">
                  <a:lumMod val="95000"/>
                </a:schemeClr>
              </a:solidFill>
              <a:ln w="762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8" name="Oval 57">
                <a:extLst>
                  <a:ext uri="{FF2B5EF4-FFF2-40B4-BE49-F238E27FC236}">
                    <a16:creationId xmlns:a16="http://schemas.microsoft.com/office/drawing/2014/main" id="{DCC47710-F15A-6881-7DFC-8B1B62CB61ED}"/>
                  </a:ext>
                </a:extLst>
              </p:cNvPr>
              <p:cNvSpPr/>
              <p:nvPr/>
            </p:nvSpPr>
            <p:spPr>
              <a:xfrm>
                <a:off x="4956824" y="4338746"/>
                <a:ext cx="161584" cy="161584"/>
              </a:xfrm>
              <a:prstGeom prst="ellipse">
                <a:avLst/>
              </a:prstGeom>
              <a:solidFill>
                <a:schemeClr val="bg1">
                  <a:lumMod val="95000"/>
                </a:schemeClr>
              </a:solidFill>
              <a:ln w="7620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9" name="Oval 58">
                <a:extLst>
                  <a:ext uri="{FF2B5EF4-FFF2-40B4-BE49-F238E27FC236}">
                    <a16:creationId xmlns:a16="http://schemas.microsoft.com/office/drawing/2014/main" id="{EB061BA1-473A-226E-5460-C093C8A1C644}"/>
                  </a:ext>
                </a:extLst>
              </p:cNvPr>
              <p:cNvSpPr/>
              <p:nvPr/>
            </p:nvSpPr>
            <p:spPr>
              <a:xfrm>
                <a:off x="4475956" y="5485119"/>
                <a:ext cx="161584" cy="161584"/>
              </a:xfrm>
              <a:prstGeom prst="ellipse">
                <a:avLst/>
              </a:prstGeom>
              <a:solidFill>
                <a:schemeClr val="bg1">
                  <a:lumMod val="95000"/>
                </a:schemeClr>
              </a:solidFill>
              <a:ln w="7620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6" name="Freeform: Shape 65">
                <a:extLst>
                  <a:ext uri="{FF2B5EF4-FFF2-40B4-BE49-F238E27FC236}">
                    <a16:creationId xmlns:a16="http://schemas.microsoft.com/office/drawing/2014/main" id="{3BD4694F-30E1-7001-7601-4D4DC5FFB357}"/>
                  </a:ext>
                </a:extLst>
              </p:cNvPr>
              <p:cNvSpPr/>
              <p:nvPr/>
            </p:nvSpPr>
            <p:spPr>
              <a:xfrm rot="18900000">
                <a:off x="3790878" y="2281126"/>
                <a:ext cx="419663" cy="419664"/>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7" name="Freeform: Shape 66">
                <a:extLst>
                  <a:ext uri="{FF2B5EF4-FFF2-40B4-BE49-F238E27FC236}">
                    <a16:creationId xmlns:a16="http://schemas.microsoft.com/office/drawing/2014/main" id="{5FEA62EF-C522-2908-5364-70308D6711DC}"/>
                  </a:ext>
                </a:extLst>
              </p:cNvPr>
              <p:cNvSpPr/>
              <p:nvPr/>
            </p:nvSpPr>
            <p:spPr>
              <a:xfrm rot="18900000">
                <a:off x="4534984" y="2134453"/>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8" name="Freeform: Shape 67">
                <a:extLst>
                  <a:ext uri="{FF2B5EF4-FFF2-40B4-BE49-F238E27FC236}">
                    <a16:creationId xmlns:a16="http://schemas.microsoft.com/office/drawing/2014/main" id="{3445F746-BC65-DCCA-31E2-7597355C37DB}"/>
                  </a:ext>
                </a:extLst>
              </p:cNvPr>
              <p:cNvSpPr/>
              <p:nvPr/>
            </p:nvSpPr>
            <p:spPr>
              <a:xfrm rot="18900000">
                <a:off x="4946967" y="2636869"/>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9" name="Freeform: Shape 68">
                <a:extLst>
                  <a:ext uri="{FF2B5EF4-FFF2-40B4-BE49-F238E27FC236}">
                    <a16:creationId xmlns:a16="http://schemas.microsoft.com/office/drawing/2014/main" id="{CCBF6114-D17F-388E-56B5-348E383C87BE}"/>
                  </a:ext>
                </a:extLst>
              </p:cNvPr>
              <p:cNvSpPr/>
              <p:nvPr/>
            </p:nvSpPr>
            <p:spPr>
              <a:xfrm rot="18900000">
                <a:off x="3228698" y="2556485"/>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0" name="Freeform: Shape 69">
                <a:extLst>
                  <a:ext uri="{FF2B5EF4-FFF2-40B4-BE49-F238E27FC236}">
                    <a16:creationId xmlns:a16="http://schemas.microsoft.com/office/drawing/2014/main" id="{AE4510C7-E752-C577-7547-509A1B24C349}"/>
                  </a:ext>
                </a:extLst>
              </p:cNvPr>
              <p:cNvSpPr/>
              <p:nvPr/>
            </p:nvSpPr>
            <p:spPr>
              <a:xfrm rot="18900000">
                <a:off x="2877005" y="2255034"/>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72" name="TextBox 71">
              <a:extLst>
                <a:ext uri="{FF2B5EF4-FFF2-40B4-BE49-F238E27FC236}">
                  <a16:creationId xmlns:a16="http://schemas.microsoft.com/office/drawing/2014/main" id="{B9B402AA-05A6-E336-8823-23D94CD687A6}"/>
                </a:ext>
              </a:extLst>
            </p:cNvPr>
            <p:cNvSpPr txBox="1"/>
            <p:nvPr/>
          </p:nvSpPr>
          <p:spPr>
            <a:xfrm>
              <a:off x="2304243" y="3511438"/>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Top</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sp>
          <p:nvSpPr>
            <p:cNvPr id="73" name="TextBox 72">
              <a:extLst>
                <a:ext uri="{FF2B5EF4-FFF2-40B4-BE49-F238E27FC236}">
                  <a16:creationId xmlns:a16="http://schemas.microsoft.com/office/drawing/2014/main" id="{61E5B1D1-3498-A810-5640-36617590C4E9}"/>
                </a:ext>
              </a:extLst>
            </p:cNvPr>
            <p:cNvSpPr txBox="1"/>
            <p:nvPr/>
          </p:nvSpPr>
          <p:spPr>
            <a:xfrm>
              <a:off x="2304243" y="4507900"/>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Middle</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sp>
          <p:nvSpPr>
            <p:cNvPr id="74" name="TextBox 73">
              <a:extLst>
                <a:ext uri="{FF2B5EF4-FFF2-40B4-BE49-F238E27FC236}">
                  <a16:creationId xmlns:a16="http://schemas.microsoft.com/office/drawing/2014/main" id="{D4AB5E15-16CD-7686-FA41-70C5B6416252}"/>
                </a:ext>
              </a:extLst>
            </p:cNvPr>
            <p:cNvSpPr txBox="1"/>
            <p:nvPr/>
          </p:nvSpPr>
          <p:spPr>
            <a:xfrm>
              <a:off x="2304243" y="5469192"/>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Bottom</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84" name="Group 83">
            <a:extLst>
              <a:ext uri="{FF2B5EF4-FFF2-40B4-BE49-F238E27FC236}">
                <a16:creationId xmlns:a16="http://schemas.microsoft.com/office/drawing/2014/main" id="{20A49F4C-A40E-660D-A524-A150D899B6AA}"/>
              </a:ext>
            </a:extLst>
          </p:cNvPr>
          <p:cNvGrpSpPr/>
          <p:nvPr/>
        </p:nvGrpSpPr>
        <p:grpSpPr>
          <a:xfrm>
            <a:off x="7492634" y="1195756"/>
            <a:ext cx="4088338" cy="1559168"/>
            <a:chOff x="7491046" y="1160587"/>
            <a:chExt cx="4088338" cy="1559168"/>
          </a:xfrm>
        </p:grpSpPr>
        <p:sp>
          <p:nvSpPr>
            <p:cNvPr id="75" name="Rectangle: Rounded Corners 74">
              <a:extLst>
                <a:ext uri="{FF2B5EF4-FFF2-40B4-BE49-F238E27FC236}">
                  <a16:creationId xmlns:a16="http://schemas.microsoft.com/office/drawing/2014/main" id="{5B968B9A-A8A6-03F8-34B2-62024AB6846E}"/>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7" name="TextBox 76">
              <a:extLst>
                <a:ext uri="{FF2B5EF4-FFF2-40B4-BE49-F238E27FC236}">
                  <a16:creationId xmlns:a16="http://schemas.microsoft.com/office/drawing/2014/main" id="{55ECA137-D905-0F9D-9EA9-92FDDDBAAAFF}"/>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Provide your prospects with the information they are looking for with non-advertising content.</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79" name="TextBox 78">
              <a:extLst>
                <a:ext uri="{FF2B5EF4-FFF2-40B4-BE49-F238E27FC236}">
                  <a16:creationId xmlns:a16="http://schemas.microsoft.com/office/drawing/2014/main" id="{0838505F-B5ED-AF1D-AF70-7435DF14B299}"/>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lumMod val="85000"/>
                      <a:lumOff val="15000"/>
                    </a:prstClr>
                  </a:solidFill>
                  <a:effectLst/>
                  <a:uLnTx/>
                  <a:uFillTx/>
                  <a:latin typeface="Segoe UI"/>
                  <a:ea typeface="+mn-ea"/>
                  <a:cs typeface="+mn-cs"/>
                </a:rPr>
                <a:t>AWARENESS STAGE</a:t>
              </a:r>
            </a:p>
          </p:txBody>
        </p:sp>
      </p:grpSp>
      <p:grpSp>
        <p:nvGrpSpPr>
          <p:cNvPr id="93" name="Group 92">
            <a:extLst>
              <a:ext uri="{FF2B5EF4-FFF2-40B4-BE49-F238E27FC236}">
                <a16:creationId xmlns:a16="http://schemas.microsoft.com/office/drawing/2014/main" id="{EB0ED377-FD18-42B5-6641-97591CC4CF09}"/>
              </a:ext>
            </a:extLst>
          </p:cNvPr>
          <p:cNvGrpSpPr/>
          <p:nvPr/>
        </p:nvGrpSpPr>
        <p:grpSpPr>
          <a:xfrm>
            <a:off x="7492634" y="2983525"/>
            <a:ext cx="4088338" cy="1559168"/>
            <a:chOff x="7491046" y="1160587"/>
            <a:chExt cx="4088338" cy="1559168"/>
          </a:xfrm>
        </p:grpSpPr>
        <p:sp>
          <p:nvSpPr>
            <p:cNvPr id="94" name="Rectangle: Rounded Corners 93">
              <a:extLst>
                <a:ext uri="{FF2B5EF4-FFF2-40B4-BE49-F238E27FC236}">
                  <a16:creationId xmlns:a16="http://schemas.microsoft.com/office/drawing/2014/main" id="{1274B9EC-9C84-FC58-EE5B-12F4055DA9CC}"/>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95" name="TextBox 94">
              <a:extLst>
                <a:ext uri="{FF2B5EF4-FFF2-40B4-BE49-F238E27FC236}">
                  <a16:creationId xmlns:a16="http://schemas.microsoft.com/office/drawing/2014/main" id="{AA3437EE-C5DA-2AEF-5166-09E4EAFC54CE}"/>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lumMod val="85000"/>
                    </a:prstClr>
                  </a:solidFill>
                  <a:effectLst/>
                  <a:uLnTx/>
                  <a:uFillTx/>
                  <a:latin typeface="Segoe UI"/>
                  <a:ea typeface="+mn-ea"/>
                  <a:cs typeface="+mn-cs"/>
                </a:rPr>
                <a:t>Continue to educate and start positioning your product as the best solution your prospects need.</a:t>
              </a:r>
              <a:endParaRPr kumimoji="0" lang="en-IN" sz="1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96" name="TextBox 95">
              <a:extLst>
                <a:ext uri="{FF2B5EF4-FFF2-40B4-BE49-F238E27FC236}">
                  <a16:creationId xmlns:a16="http://schemas.microsoft.com/office/drawing/2014/main" id="{2750EF37-E5CF-FBD5-22EE-5EF7C50FDBF7}"/>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lumMod val="85000"/>
                    </a:prstClr>
                  </a:solidFill>
                  <a:effectLst/>
                  <a:uLnTx/>
                  <a:uFillTx/>
                  <a:latin typeface="Segoe UI"/>
                  <a:ea typeface="+mn-ea"/>
                  <a:cs typeface="+mn-cs"/>
                </a:rPr>
                <a:t>CONSIDERATION STAGE</a:t>
              </a:r>
            </a:p>
          </p:txBody>
        </p:sp>
      </p:grpSp>
      <p:grpSp>
        <p:nvGrpSpPr>
          <p:cNvPr id="97" name="Group 96">
            <a:extLst>
              <a:ext uri="{FF2B5EF4-FFF2-40B4-BE49-F238E27FC236}">
                <a16:creationId xmlns:a16="http://schemas.microsoft.com/office/drawing/2014/main" id="{AEE71710-B1A1-600B-A5DB-DB5E842F749C}"/>
              </a:ext>
            </a:extLst>
          </p:cNvPr>
          <p:cNvGrpSpPr/>
          <p:nvPr/>
        </p:nvGrpSpPr>
        <p:grpSpPr>
          <a:xfrm>
            <a:off x="7492634" y="4771294"/>
            <a:ext cx="4088338" cy="1559168"/>
            <a:chOff x="7491046" y="1160587"/>
            <a:chExt cx="4088338" cy="1559168"/>
          </a:xfrm>
        </p:grpSpPr>
        <p:sp>
          <p:nvSpPr>
            <p:cNvPr id="98" name="Rectangle: Rounded Corners 97">
              <a:extLst>
                <a:ext uri="{FF2B5EF4-FFF2-40B4-BE49-F238E27FC236}">
                  <a16:creationId xmlns:a16="http://schemas.microsoft.com/office/drawing/2014/main" id="{DCA460D3-AFF5-90F9-FFDD-5798E65E8DE5}"/>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99" name="TextBox 98">
              <a:extLst>
                <a:ext uri="{FF2B5EF4-FFF2-40B4-BE49-F238E27FC236}">
                  <a16:creationId xmlns:a16="http://schemas.microsoft.com/office/drawing/2014/main" id="{1AC09C1F-7AFA-6DEB-6E3B-59AAF90E8CDF}"/>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lumMod val="85000"/>
                    </a:prstClr>
                  </a:solidFill>
                  <a:effectLst/>
                  <a:uLnTx/>
                  <a:uFillTx/>
                  <a:latin typeface="Segoe UI"/>
                  <a:ea typeface="+mn-ea"/>
                  <a:cs typeface="+mn-cs"/>
                </a:rPr>
                <a:t>Show your potential customers why your product provides the best solution.</a:t>
              </a:r>
              <a:endParaRPr kumimoji="0" lang="en-IN" sz="1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100" name="TextBox 99">
              <a:extLst>
                <a:ext uri="{FF2B5EF4-FFF2-40B4-BE49-F238E27FC236}">
                  <a16:creationId xmlns:a16="http://schemas.microsoft.com/office/drawing/2014/main" id="{E4B05835-076B-51A3-F4DA-2358E67B1A7F}"/>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lumMod val="85000"/>
                    </a:prstClr>
                  </a:solidFill>
                  <a:effectLst/>
                  <a:uLnTx/>
                  <a:uFillTx/>
                  <a:latin typeface="Segoe UI"/>
                  <a:ea typeface="+mn-ea"/>
                  <a:cs typeface="+mn-cs"/>
                </a:rPr>
                <a:t>DECISION STAGE</a:t>
              </a:r>
            </a:p>
          </p:txBody>
        </p:sp>
      </p:grpSp>
      <p:pic>
        <p:nvPicPr>
          <p:cNvPr id="108" name="Graphic 107" descr="Head with gears outline">
            <a:extLst>
              <a:ext uri="{FF2B5EF4-FFF2-40B4-BE49-F238E27FC236}">
                <a16:creationId xmlns:a16="http://schemas.microsoft.com/office/drawing/2014/main" id="{3D77EEB0-776D-D17D-E86D-2BEC6F6B924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0589256" y="3368918"/>
            <a:ext cx="788382" cy="788382"/>
          </a:xfrm>
          <a:prstGeom prst="rect">
            <a:avLst/>
          </a:prstGeom>
        </p:spPr>
      </p:pic>
      <p:pic>
        <p:nvPicPr>
          <p:cNvPr id="116" name="Graphic 115" descr="Good Idea outline">
            <a:extLst>
              <a:ext uri="{FF2B5EF4-FFF2-40B4-BE49-F238E27FC236}">
                <a16:creationId xmlns:a16="http://schemas.microsoft.com/office/drawing/2014/main" id="{6F9E0C5D-86EC-7A5F-83FE-93E8CE7E7FB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589256" y="5156687"/>
            <a:ext cx="788382" cy="788382"/>
          </a:xfrm>
          <a:prstGeom prst="rect">
            <a:avLst/>
          </a:prstGeom>
        </p:spPr>
      </p:pic>
      <p:grpSp>
        <p:nvGrpSpPr>
          <p:cNvPr id="124" name="Group 123">
            <a:extLst>
              <a:ext uri="{FF2B5EF4-FFF2-40B4-BE49-F238E27FC236}">
                <a16:creationId xmlns:a16="http://schemas.microsoft.com/office/drawing/2014/main" id="{302ADF1E-2CAB-7A26-3668-A2C0710AE580}"/>
              </a:ext>
            </a:extLst>
          </p:cNvPr>
          <p:cNvGrpSpPr/>
          <p:nvPr/>
        </p:nvGrpSpPr>
        <p:grpSpPr>
          <a:xfrm>
            <a:off x="10704188" y="1643975"/>
            <a:ext cx="558518" cy="662732"/>
            <a:chOff x="10694167" y="1399072"/>
            <a:chExt cx="647794" cy="768667"/>
          </a:xfrm>
          <a:solidFill>
            <a:schemeClr val="accent1"/>
          </a:solidFill>
        </p:grpSpPr>
        <p:sp>
          <p:nvSpPr>
            <p:cNvPr id="118" name="Freeform: Shape 117">
              <a:extLst>
                <a:ext uri="{FF2B5EF4-FFF2-40B4-BE49-F238E27FC236}">
                  <a16:creationId xmlns:a16="http://schemas.microsoft.com/office/drawing/2014/main" id="{8D2621E0-FBF2-1B48-6DA9-1F7B384CB9D8}"/>
                </a:ext>
              </a:extLst>
            </p:cNvPr>
            <p:cNvSpPr/>
            <p:nvPr/>
          </p:nvSpPr>
          <p:spPr>
            <a:xfrm>
              <a:off x="10694167" y="1399072"/>
              <a:ext cx="647794" cy="768667"/>
            </a:xfrm>
            <a:custGeom>
              <a:avLst/>
              <a:gdLst>
                <a:gd name="connsiteX0" fmla="*/ 572453 w 647794"/>
                <a:gd name="connsiteY0" fmla="*/ 301943 h 768667"/>
                <a:gd name="connsiteX1" fmla="*/ 572453 w 647794"/>
                <a:gd name="connsiteY1" fmla="*/ 297180 h 768667"/>
                <a:gd name="connsiteX2" fmla="*/ 296228 w 647794"/>
                <a:gd name="connsiteY2" fmla="*/ 0 h 768667"/>
                <a:gd name="connsiteX3" fmla="*/ 285750 w 647794"/>
                <a:gd name="connsiteY3" fmla="*/ 0 h 768667"/>
                <a:gd name="connsiteX4" fmla="*/ 0 w 647794"/>
                <a:gd name="connsiteY4" fmla="*/ 276225 h 768667"/>
                <a:gd name="connsiteX5" fmla="*/ 0 w 647794"/>
                <a:gd name="connsiteY5" fmla="*/ 297180 h 768667"/>
                <a:gd name="connsiteX6" fmla="*/ 112395 w 647794"/>
                <a:gd name="connsiteY6" fmla="*/ 527685 h 768667"/>
                <a:gd name="connsiteX7" fmla="*/ 112395 w 647794"/>
                <a:gd name="connsiteY7" fmla="*/ 768668 h 768667"/>
                <a:gd name="connsiteX8" fmla="*/ 413385 w 647794"/>
                <a:gd name="connsiteY8" fmla="*/ 768668 h 768667"/>
                <a:gd name="connsiteX9" fmla="*/ 413385 w 647794"/>
                <a:gd name="connsiteY9" fmla="*/ 654368 h 768667"/>
                <a:gd name="connsiteX10" fmla="*/ 460058 w 647794"/>
                <a:gd name="connsiteY10" fmla="*/ 654368 h 768667"/>
                <a:gd name="connsiteX11" fmla="*/ 572453 w 647794"/>
                <a:gd name="connsiteY11" fmla="*/ 541973 h 768667"/>
                <a:gd name="connsiteX12" fmla="*/ 572453 w 647794"/>
                <a:gd name="connsiteY12" fmla="*/ 541973 h 768667"/>
                <a:gd name="connsiteX13" fmla="*/ 572453 w 647794"/>
                <a:gd name="connsiteY13" fmla="*/ 540068 h 768667"/>
                <a:gd name="connsiteX14" fmla="*/ 572453 w 647794"/>
                <a:gd name="connsiteY14" fmla="*/ 482918 h 768667"/>
                <a:gd name="connsiteX15" fmla="*/ 614363 w 647794"/>
                <a:gd name="connsiteY15" fmla="*/ 482918 h 768667"/>
                <a:gd name="connsiteX16" fmla="*/ 638175 w 647794"/>
                <a:gd name="connsiteY16" fmla="*/ 416243 h 768667"/>
                <a:gd name="connsiteX17" fmla="*/ 572453 w 647794"/>
                <a:gd name="connsiteY17" fmla="*/ 301943 h 768667"/>
                <a:gd name="connsiteX18" fmla="*/ 626745 w 647794"/>
                <a:gd name="connsiteY18" fmla="*/ 454343 h 768667"/>
                <a:gd name="connsiteX19" fmla="*/ 613410 w 647794"/>
                <a:gd name="connsiteY19" fmla="*/ 464820 h 768667"/>
                <a:gd name="connsiteX20" fmla="*/ 553403 w 647794"/>
                <a:gd name="connsiteY20" fmla="*/ 464820 h 768667"/>
                <a:gd name="connsiteX21" fmla="*/ 553403 w 647794"/>
                <a:gd name="connsiteY21" fmla="*/ 542925 h 768667"/>
                <a:gd name="connsiteX22" fmla="*/ 460058 w 647794"/>
                <a:gd name="connsiteY22" fmla="*/ 636270 h 768667"/>
                <a:gd name="connsiteX23" fmla="*/ 394335 w 647794"/>
                <a:gd name="connsiteY23" fmla="*/ 636270 h 768667"/>
                <a:gd name="connsiteX24" fmla="*/ 394335 w 647794"/>
                <a:gd name="connsiteY24" fmla="*/ 750570 h 768667"/>
                <a:gd name="connsiteX25" fmla="*/ 131445 w 647794"/>
                <a:gd name="connsiteY25" fmla="*/ 750570 h 768667"/>
                <a:gd name="connsiteX26" fmla="*/ 131445 w 647794"/>
                <a:gd name="connsiteY26" fmla="*/ 518160 h 768667"/>
                <a:gd name="connsiteX27" fmla="*/ 123825 w 647794"/>
                <a:gd name="connsiteY27" fmla="*/ 512445 h 768667"/>
                <a:gd name="connsiteX28" fmla="*/ 19050 w 647794"/>
                <a:gd name="connsiteY28" fmla="*/ 297180 h 768667"/>
                <a:gd name="connsiteX29" fmla="*/ 19050 w 647794"/>
                <a:gd name="connsiteY29" fmla="*/ 297180 h 768667"/>
                <a:gd name="connsiteX30" fmla="*/ 19050 w 647794"/>
                <a:gd name="connsiteY30" fmla="*/ 297180 h 768667"/>
                <a:gd name="connsiteX31" fmla="*/ 19050 w 647794"/>
                <a:gd name="connsiteY31" fmla="*/ 278130 h 768667"/>
                <a:gd name="connsiteX32" fmla="*/ 285750 w 647794"/>
                <a:gd name="connsiteY32" fmla="*/ 19050 h 768667"/>
                <a:gd name="connsiteX33" fmla="*/ 295275 w 647794"/>
                <a:gd name="connsiteY33" fmla="*/ 19050 h 768667"/>
                <a:gd name="connsiteX34" fmla="*/ 552450 w 647794"/>
                <a:gd name="connsiteY34" fmla="*/ 296228 h 768667"/>
                <a:gd name="connsiteX35" fmla="*/ 552450 w 647794"/>
                <a:gd name="connsiteY35" fmla="*/ 306705 h 768667"/>
                <a:gd name="connsiteX36" fmla="*/ 555308 w 647794"/>
                <a:gd name="connsiteY36" fmla="*/ 311468 h 768667"/>
                <a:gd name="connsiteX37" fmla="*/ 621030 w 647794"/>
                <a:gd name="connsiteY37" fmla="*/ 425768 h 768667"/>
                <a:gd name="connsiteX38" fmla="*/ 621030 w 647794"/>
                <a:gd name="connsiteY38" fmla="*/ 425768 h 768667"/>
                <a:gd name="connsiteX39" fmla="*/ 621030 w 647794"/>
                <a:gd name="connsiteY39" fmla="*/ 425768 h 768667"/>
                <a:gd name="connsiteX40" fmla="*/ 626745 w 647794"/>
                <a:gd name="connsiteY40" fmla="*/ 454343 h 768667"/>
                <a:gd name="connsiteX41" fmla="*/ 626745 w 647794"/>
                <a:gd name="connsiteY41" fmla="*/ 454343 h 76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94" h="768667">
                  <a:moveTo>
                    <a:pt x="572453" y="301943"/>
                  </a:moveTo>
                  <a:lnTo>
                    <a:pt x="572453" y="297180"/>
                  </a:lnTo>
                  <a:cubicBezTo>
                    <a:pt x="578168" y="139065"/>
                    <a:pt x="454343" y="6668"/>
                    <a:pt x="296228" y="0"/>
                  </a:cubicBezTo>
                  <a:cubicBezTo>
                    <a:pt x="292418" y="0"/>
                    <a:pt x="289560" y="0"/>
                    <a:pt x="285750" y="0"/>
                  </a:cubicBezTo>
                  <a:cubicBezTo>
                    <a:pt x="131445" y="0"/>
                    <a:pt x="5715" y="121920"/>
                    <a:pt x="0" y="276225"/>
                  </a:cubicBezTo>
                  <a:cubicBezTo>
                    <a:pt x="0" y="282893"/>
                    <a:pt x="0" y="290513"/>
                    <a:pt x="0" y="297180"/>
                  </a:cubicBezTo>
                  <a:cubicBezTo>
                    <a:pt x="0" y="387668"/>
                    <a:pt x="40957" y="472440"/>
                    <a:pt x="112395" y="527685"/>
                  </a:cubicBezTo>
                  <a:lnTo>
                    <a:pt x="112395" y="768668"/>
                  </a:lnTo>
                  <a:lnTo>
                    <a:pt x="413385" y="768668"/>
                  </a:lnTo>
                  <a:lnTo>
                    <a:pt x="413385" y="654368"/>
                  </a:lnTo>
                  <a:lnTo>
                    <a:pt x="460058" y="654368"/>
                  </a:lnTo>
                  <a:cubicBezTo>
                    <a:pt x="521970" y="654368"/>
                    <a:pt x="572453" y="603885"/>
                    <a:pt x="572453" y="541973"/>
                  </a:cubicBezTo>
                  <a:lnTo>
                    <a:pt x="572453" y="541973"/>
                  </a:lnTo>
                  <a:cubicBezTo>
                    <a:pt x="572453" y="541020"/>
                    <a:pt x="572453" y="541020"/>
                    <a:pt x="572453" y="540068"/>
                  </a:cubicBezTo>
                  <a:lnTo>
                    <a:pt x="572453" y="482918"/>
                  </a:lnTo>
                  <a:lnTo>
                    <a:pt x="614363" y="482918"/>
                  </a:lnTo>
                  <a:cubicBezTo>
                    <a:pt x="639128" y="480060"/>
                    <a:pt x="661035" y="451485"/>
                    <a:pt x="638175" y="416243"/>
                  </a:cubicBezTo>
                  <a:lnTo>
                    <a:pt x="572453" y="301943"/>
                  </a:lnTo>
                  <a:close/>
                  <a:moveTo>
                    <a:pt x="626745" y="454343"/>
                  </a:moveTo>
                  <a:cubicBezTo>
                    <a:pt x="623888" y="460058"/>
                    <a:pt x="619125" y="462915"/>
                    <a:pt x="613410" y="464820"/>
                  </a:cubicBezTo>
                  <a:lnTo>
                    <a:pt x="553403" y="464820"/>
                  </a:lnTo>
                  <a:lnTo>
                    <a:pt x="553403" y="542925"/>
                  </a:lnTo>
                  <a:cubicBezTo>
                    <a:pt x="553403" y="594360"/>
                    <a:pt x="511492" y="636270"/>
                    <a:pt x="460058" y="636270"/>
                  </a:cubicBezTo>
                  <a:lnTo>
                    <a:pt x="394335" y="636270"/>
                  </a:lnTo>
                  <a:lnTo>
                    <a:pt x="394335" y="750570"/>
                  </a:lnTo>
                  <a:lnTo>
                    <a:pt x="131445" y="750570"/>
                  </a:lnTo>
                  <a:lnTo>
                    <a:pt x="131445" y="518160"/>
                  </a:lnTo>
                  <a:lnTo>
                    <a:pt x="123825" y="512445"/>
                  </a:lnTo>
                  <a:cubicBezTo>
                    <a:pt x="57150" y="461010"/>
                    <a:pt x="19050" y="381000"/>
                    <a:pt x="19050" y="297180"/>
                  </a:cubicBezTo>
                  <a:lnTo>
                    <a:pt x="19050" y="297180"/>
                  </a:lnTo>
                  <a:lnTo>
                    <a:pt x="19050" y="297180"/>
                  </a:lnTo>
                  <a:cubicBezTo>
                    <a:pt x="19050" y="290513"/>
                    <a:pt x="19050" y="283845"/>
                    <a:pt x="19050" y="278130"/>
                  </a:cubicBezTo>
                  <a:cubicBezTo>
                    <a:pt x="23813" y="133350"/>
                    <a:pt x="141923" y="19050"/>
                    <a:pt x="285750" y="19050"/>
                  </a:cubicBezTo>
                  <a:cubicBezTo>
                    <a:pt x="288608" y="19050"/>
                    <a:pt x="292418" y="19050"/>
                    <a:pt x="295275" y="19050"/>
                  </a:cubicBezTo>
                  <a:cubicBezTo>
                    <a:pt x="442913" y="24765"/>
                    <a:pt x="558165" y="148590"/>
                    <a:pt x="552450" y="296228"/>
                  </a:cubicBezTo>
                  <a:lnTo>
                    <a:pt x="552450" y="306705"/>
                  </a:lnTo>
                  <a:lnTo>
                    <a:pt x="555308" y="311468"/>
                  </a:lnTo>
                  <a:lnTo>
                    <a:pt x="621030" y="425768"/>
                  </a:lnTo>
                  <a:lnTo>
                    <a:pt x="621030" y="425768"/>
                  </a:lnTo>
                  <a:lnTo>
                    <a:pt x="621030" y="425768"/>
                  </a:lnTo>
                  <a:cubicBezTo>
                    <a:pt x="628650" y="434340"/>
                    <a:pt x="630555" y="444818"/>
                    <a:pt x="626745" y="454343"/>
                  </a:cubicBezTo>
                  <a:cubicBezTo>
                    <a:pt x="626745" y="454343"/>
                    <a:pt x="626745" y="454343"/>
                    <a:pt x="626745" y="454343"/>
                  </a:cubicBezTo>
                  <a:close/>
                </a:path>
              </a:pathLst>
            </a:custGeom>
            <a:grp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2" name="Freeform: Shape 111">
              <a:extLst>
                <a:ext uri="{FF2B5EF4-FFF2-40B4-BE49-F238E27FC236}">
                  <a16:creationId xmlns:a16="http://schemas.microsoft.com/office/drawing/2014/main" id="{87C0AD15-FC1B-0957-22A8-C90AC892E1D1}"/>
                </a:ext>
              </a:extLst>
            </p:cNvPr>
            <p:cNvSpPr/>
            <p:nvPr/>
          </p:nvSpPr>
          <p:spPr>
            <a:xfrm>
              <a:off x="10850700" y="1521111"/>
              <a:ext cx="274056" cy="190893"/>
            </a:xfrm>
            <a:custGeom>
              <a:avLst/>
              <a:gdLst>
                <a:gd name="connsiteX0" fmla="*/ 378342 w 738470"/>
                <a:gd name="connsiteY0" fmla="*/ 19052 h 514381"/>
                <a:gd name="connsiteX1" fmla="*/ 466353 w 738470"/>
                <a:gd name="connsiteY1" fmla="*/ 91690 h 514381"/>
                <a:gd name="connsiteX2" fmla="*/ 466496 w 738470"/>
                <a:gd name="connsiteY2" fmla="*/ 91747 h 514381"/>
                <a:gd name="connsiteX3" fmla="*/ 522084 w 738470"/>
                <a:gd name="connsiteY3" fmla="*/ 72964 h 514381"/>
                <a:gd name="connsiteX4" fmla="*/ 611914 w 738470"/>
                <a:gd name="connsiteY4" fmla="*/ 162822 h 514381"/>
                <a:gd name="connsiteX5" fmla="*/ 609267 w 738470"/>
                <a:gd name="connsiteY5" fmla="*/ 183339 h 514381"/>
                <a:gd name="connsiteX6" fmla="*/ 609338 w 738470"/>
                <a:gd name="connsiteY6" fmla="*/ 183454 h 514381"/>
                <a:gd name="connsiteX7" fmla="*/ 609381 w 738470"/>
                <a:gd name="connsiteY7" fmla="*/ 183454 h 514381"/>
                <a:gd name="connsiteX8" fmla="*/ 631060 w 738470"/>
                <a:gd name="connsiteY8" fmla="*/ 180806 h 514381"/>
                <a:gd name="connsiteX9" fmla="*/ 719607 w 738470"/>
                <a:gd name="connsiteY9" fmla="*/ 271957 h 514381"/>
                <a:gd name="connsiteX10" fmla="*/ 629888 w 738470"/>
                <a:gd name="connsiteY10" fmla="*/ 360514 h 514381"/>
                <a:gd name="connsiteX11" fmla="*/ 594074 w 738470"/>
                <a:gd name="connsiteY11" fmla="*/ 352484 h 514381"/>
                <a:gd name="connsiteX12" fmla="*/ 593959 w 738470"/>
                <a:gd name="connsiteY12" fmla="*/ 352522 h 514381"/>
                <a:gd name="connsiteX13" fmla="*/ 593950 w 738470"/>
                <a:gd name="connsiteY13" fmla="*/ 352570 h 514381"/>
                <a:gd name="connsiteX14" fmla="*/ 593950 w 738470"/>
                <a:gd name="connsiteY14" fmla="*/ 358628 h 514381"/>
                <a:gd name="connsiteX15" fmla="*/ 511159 w 738470"/>
                <a:gd name="connsiteY15" fmla="*/ 450068 h 514381"/>
                <a:gd name="connsiteX16" fmla="*/ 432378 w 738470"/>
                <a:gd name="connsiteY16" fmla="*/ 413673 h 514381"/>
                <a:gd name="connsiteX17" fmla="*/ 432257 w 738470"/>
                <a:gd name="connsiteY17" fmla="*/ 413659 h 514381"/>
                <a:gd name="connsiteX18" fmla="*/ 432225 w 738470"/>
                <a:gd name="connsiteY18" fmla="*/ 413720 h 514381"/>
                <a:gd name="connsiteX19" fmla="*/ 334119 w 738470"/>
                <a:gd name="connsiteY19" fmla="*/ 494874 h 514381"/>
                <a:gd name="connsiteX20" fmla="*/ 252565 w 738470"/>
                <a:gd name="connsiteY20" fmla="*/ 405405 h 514381"/>
                <a:gd name="connsiteX21" fmla="*/ 253422 w 738470"/>
                <a:gd name="connsiteY21" fmla="*/ 395737 h 514381"/>
                <a:gd name="connsiteX22" fmla="*/ 253393 w 738470"/>
                <a:gd name="connsiteY22" fmla="*/ 395632 h 514381"/>
                <a:gd name="connsiteX23" fmla="*/ 253289 w 738470"/>
                <a:gd name="connsiteY23" fmla="*/ 395661 h 514381"/>
                <a:gd name="connsiteX24" fmla="*/ 128055 w 738470"/>
                <a:gd name="connsiteY24" fmla="*/ 379829 h 514381"/>
                <a:gd name="connsiteX25" fmla="*/ 109728 w 738470"/>
                <a:gd name="connsiteY25" fmla="*/ 333558 h 514381"/>
                <a:gd name="connsiteX26" fmla="*/ 108823 w 738470"/>
                <a:gd name="connsiteY26" fmla="*/ 333558 h 514381"/>
                <a:gd name="connsiteX27" fmla="*/ 19095 w 738470"/>
                <a:gd name="connsiteY27" fmla="*/ 243569 h 514381"/>
                <a:gd name="connsiteX28" fmla="*/ 107651 w 738470"/>
                <a:gd name="connsiteY28" fmla="*/ 153850 h 514381"/>
                <a:gd name="connsiteX29" fmla="*/ 129330 w 738470"/>
                <a:gd name="connsiteY29" fmla="*/ 156498 h 514381"/>
                <a:gd name="connsiteX30" fmla="*/ 129454 w 738470"/>
                <a:gd name="connsiteY30" fmla="*/ 156417 h 514381"/>
                <a:gd name="connsiteX31" fmla="*/ 129454 w 738470"/>
                <a:gd name="connsiteY31" fmla="*/ 156374 h 514381"/>
                <a:gd name="connsiteX32" fmla="*/ 126816 w 738470"/>
                <a:gd name="connsiteY32" fmla="*/ 137762 h 514381"/>
                <a:gd name="connsiteX33" fmla="*/ 214145 w 738470"/>
                <a:gd name="connsiteY33" fmla="*/ 46074 h 514381"/>
                <a:gd name="connsiteX34" fmla="*/ 291093 w 738470"/>
                <a:gd name="connsiteY34" fmla="*/ 86327 h 514381"/>
                <a:gd name="connsiteX35" fmla="*/ 291209 w 738470"/>
                <a:gd name="connsiteY35" fmla="*/ 86364 h 514381"/>
                <a:gd name="connsiteX36" fmla="*/ 291246 w 738470"/>
                <a:gd name="connsiteY36" fmla="*/ 86327 h 514381"/>
                <a:gd name="connsiteX37" fmla="*/ 378342 w 738470"/>
                <a:gd name="connsiteY37" fmla="*/ 19052 h 514381"/>
                <a:gd name="connsiteX38" fmla="*/ 378342 w 738470"/>
                <a:gd name="connsiteY38" fmla="*/ 2 h 514381"/>
                <a:gd name="connsiteX39" fmla="*/ 285712 w 738470"/>
                <a:gd name="connsiteY39" fmla="*/ 52104 h 514381"/>
                <a:gd name="connsiteX40" fmla="*/ 216636 w 738470"/>
                <a:gd name="connsiteY40" fmla="*/ 26958 h 514381"/>
                <a:gd name="connsiteX41" fmla="*/ 107747 w 738470"/>
                <a:gd name="connsiteY41" fmla="*/ 134800 h 514381"/>
                <a:gd name="connsiteX42" fmla="*/ 6 w 738470"/>
                <a:gd name="connsiteY42" fmla="*/ 244884 h 514381"/>
                <a:gd name="connsiteX43" fmla="*/ 93554 w 738470"/>
                <a:gd name="connsiteY43" fmla="*/ 351541 h 514381"/>
                <a:gd name="connsiteX44" fmla="*/ 224877 w 738470"/>
                <a:gd name="connsiteY44" fmla="*/ 430226 h 514381"/>
                <a:gd name="connsiteX45" fmla="*/ 235648 w 738470"/>
                <a:gd name="connsiteY45" fmla="*/ 426922 h 514381"/>
                <a:gd name="connsiteX46" fmla="*/ 364184 w 738470"/>
                <a:gd name="connsiteY46" fmla="*/ 512194 h 514381"/>
                <a:gd name="connsiteX47" fmla="*/ 442093 w 738470"/>
                <a:gd name="connsiteY47" fmla="*/ 449877 h 514381"/>
                <a:gd name="connsiteX48" fmla="*/ 504111 w 738470"/>
                <a:gd name="connsiteY48" fmla="*/ 469423 h 514381"/>
                <a:gd name="connsiteX49" fmla="*/ 611638 w 738470"/>
                <a:gd name="connsiteY49" fmla="*/ 377735 h 514381"/>
                <a:gd name="connsiteX50" fmla="*/ 629888 w 738470"/>
                <a:gd name="connsiteY50" fmla="*/ 379564 h 514381"/>
                <a:gd name="connsiteX51" fmla="*/ 738470 w 738470"/>
                <a:gd name="connsiteY51" fmla="*/ 270329 h 514381"/>
                <a:gd name="connsiteX52" fmla="*/ 630964 w 738470"/>
                <a:gd name="connsiteY52" fmla="*/ 161756 h 514381"/>
                <a:gd name="connsiteX53" fmla="*/ 522084 w 738470"/>
                <a:gd name="connsiteY53" fmla="*/ 53914 h 514381"/>
                <a:gd name="connsiteX54" fmla="*/ 477441 w 738470"/>
                <a:gd name="connsiteY54" fmla="*/ 63353 h 514381"/>
                <a:gd name="connsiteX55" fmla="*/ 378342 w 738470"/>
                <a:gd name="connsiteY55" fmla="*/ 2 h 514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38470" h="514381">
                  <a:moveTo>
                    <a:pt x="378342" y="19052"/>
                  </a:moveTo>
                  <a:cubicBezTo>
                    <a:pt x="421387" y="18790"/>
                    <a:pt x="458448" y="49377"/>
                    <a:pt x="466353" y="91690"/>
                  </a:cubicBezTo>
                  <a:cubicBezTo>
                    <a:pt x="466353" y="91756"/>
                    <a:pt x="466439" y="91794"/>
                    <a:pt x="466496" y="91747"/>
                  </a:cubicBezTo>
                  <a:cubicBezTo>
                    <a:pt x="482496" y="79619"/>
                    <a:pt x="502007" y="73026"/>
                    <a:pt x="522084" y="72964"/>
                  </a:cubicBezTo>
                  <a:cubicBezTo>
                    <a:pt x="571642" y="73121"/>
                    <a:pt x="611773" y="113265"/>
                    <a:pt x="611914" y="162822"/>
                  </a:cubicBezTo>
                  <a:cubicBezTo>
                    <a:pt x="611963" y="169750"/>
                    <a:pt x="611072" y="176652"/>
                    <a:pt x="609267" y="183339"/>
                  </a:cubicBezTo>
                  <a:cubicBezTo>
                    <a:pt x="609255" y="183391"/>
                    <a:pt x="609287" y="183442"/>
                    <a:pt x="609338" y="183454"/>
                  </a:cubicBezTo>
                  <a:cubicBezTo>
                    <a:pt x="609352" y="183456"/>
                    <a:pt x="609367" y="183456"/>
                    <a:pt x="609381" y="183454"/>
                  </a:cubicBezTo>
                  <a:cubicBezTo>
                    <a:pt x="616454" y="181597"/>
                    <a:pt x="623747" y="180706"/>
                    <a:pt x="631060" y="180806"/>
                  </a:cubicBezTo>
                  <a:cubicBezTo>
                    <a:pt x="680682" y="181525"/>
                    <a:pt x="720326" y="222335"/>
                    <a:pt x="719607" y="271957"/>
                  </a:cubicBezTo>
                  <a:cubicBezTo>
                    <a:pt x="718896" y="321021"/>
                    <a:pt x="678957" y="360442"/>
                    <a:pt x="629888" y="360514"/>
                  </a:cubicBezTo>
                  <a:cubicBezTo>
                    <a:pt x="617543" y="360179"/>
                    <a:pt x="605380" y="357452"/>
                    <a:pt x="594074" y="352484"/>
                  </a:cubicBezTo>
                  <a:cubicBezTo>
                    <a:pt x="594032" y="352463"/>
                    <a:pt x="593980" y="352479"/>
                    <a:pt x="593959" y="352522"/>
                  </a:cubicBezTo>
                  <a:cubicBezTo>
                    <a:pt x="593951" y="352537"/>
                    <a:pt x="593948" y="352554"/>
                    <a:pt x="593950" y="352570"/>
                  </a:cubicBezTo>
                  <a:lnTo>
                    <a:pt x="593950" y="358628"/>
                  </a:lnTo>
                  <a:cubicBezTo>
                    <a:pt x="594340" y="406003"/>
                    <a:pt x="558340" y="445763"/>
                    <a:pt x="511159" y="450068"/>
                  </a:cubicBezTo>
                  <a:cubicBezTo>
                    <a:pt x="480332" y="452598"/>
                    <a:pt x="450434" y="438785"/>
                    <a:pt x="432378" y="413673"/>
                  </a:cubicBezTo>
                  <a:cubicBezTo>
                    <a:pt x="432348" y="413636"/>
                    <a:pt x="432294" y="413630"/>
                    <a:pt x="432257" y="413659"/>
                  </a:cubicBezTo>
                  <a:cubicBezTo>
                    <a:pt x="432239" y="413675"/>
                    <a:pt x="432227" y="413697"/>
                    <a:pt x="432225" y="413720"/>
                  </a:cubicBezTo>
                  <a:cubicBezTo>
                    <a:pt x="427544" y="463222"/>
                    <a:pt x="383620" y="499556"/>
                    <a:pt x="334119" y="494874"/>
                  </a:cubicBezTo>
                  <a:cubicBezTo>
                    <a:pt x="287947" y="490508"/>
                    <a:pt x="252648" y="451782"/>
                    <a:pt x="252565" y="405405"/>
                  </a:cubicBezTo>
                  <a:cubicBezTo>
                    <a:pt x="252557" y="402163"/>
                    <a:pt x="252845" y="398927"/>
                    <a:pt x="253422" y="395737"/>
                  </a:cubicBezTo>
                  <a:cubicBezTo>
                    <a:pt x="253443" y="395700"/>
                    <a:pt x="253431" y="395653"/>
                    <a:pt x="253393" y="395632"/>
                  </a:cubicBezTo>
                  <a:cubicBezTo>
                    <a:pt x="253356" y="395611"/>
                    <a:pt x="253310" y="395624"/>
                    <a:pt x="253289" y="395661"/>
                  </a:cubicBezTo>
                  <a:cubicBezTo>
                    <a:pt x="214334" y="425871"/>
                    <a:pt x="158265" y="418783"/>
                    <a:pt x="128055" y="379829"/>
                  </a:cubicBezTo>
                  <a:cubicBezTo>
                    <a:pt x="117682" y="366455"/>
                    <a:pt x="111326" y="350407"/>
                    <a:pt x="109728" y="333558"/>
                  </a:cubicBezTo>
                  <a:lnTo>
                    <a:pt x="108823" y="333558"/>
                  </a:lnTo>
                  <a:cubicBezTo>
                    <a:pt x="59196" y="333486"/>
                    <a:pt x="19022" y="293197"/>
                    <a:pt x="19095" y="243569"/>
                  </a:cubicBezTo>
                  <a:cubicBezTo>
                    <a:pt x="19166" y="194500"/>
                    <a:pt x="58587" y="154560"/>
                    <a:pt x="107651" y="153850"/>
                  </a:cubicBezTo>
                  <a:cubicBezTo>
                    <a:pt x="114964" y="153749"/>
                    <a:pt x="122257" y="154640"/>
                    <a:pt x="129330" y="156498"/>
                  </a:cubicBezTo>
                  <a:cubicBezTo>
                    <a:pt x="129387" y="156509"/>
                    <a:pt x="129443" y="156473"/>
                    <a:pt x="129454" y="156417"/>
                  </a:cubicBezTo>
                  <a:cubicBezTo>
                    <a:pt x="129457" y="156403"/>
                    <a:pt x="129457" y="156388"/>
                    <a:pt x="129454" y="156374"/>
                  </a:cubicBezTo>
                  <a:cubicBezTo>
                    <a:pt x="127862" y="150292"/>
                    <a:pt x="126977" y="144047"/>
                    <a:pt x="126816" y="137762"/>
                  </a:cubicBezTo>
                  <a:cubicBezTo>
                    <a:pt x="125612" y="88328"/>
                    <a:pt x="164710" y="47277"/>
                    <a:pt x="214145" y="46074"/>
                  </a:cubicBezTo>
                  <a:cubicBezTo>
                    <a:pt x="245020" y="45322"/>
                    <a:pt x="274103" y="60536"/>
                    <a:pt x="291093" y="86327"/>
                  </a:cubicBezTo>
                  <a:cubicBezTo>
                    <a:pt x="291115" y="86369"/>
                    <a:pt x="291167" y="86386"/>
                    <a:pt x="291209" y="86364"/>
                  </a:cubicBezTo>
                  <a:cubicBezTo>
                    <a:pt x="291225" y="86356"/>
                    <a:pt x="291237" y="86343"/>
                    <a:pt x="291246" y="86327"/>
                  </a:cubicBezTo>
                  <a:cubicBezTo>
                    <a:pt x="302001" y="46971"/>
                    <a:pt x="337546" y="19515"/>
                    <a:pt x="378342" y="19052"/>
                  </a:cubicBezTo>
                  <a:moveTo>
                    <a:pt x="378342" y="2"/>
                  </a:moveTo>
                  <a:cubicBezTo>
                    <a:pt x="340553" y="258"/>
                    <a:pt x="305555" y="19944"/>
                    <a:pt x="285712" y="52104"/>
                  </a:cubicBezTo>
                  <a:cubicBezTo>
                    <a:pt x="266344" y="35888"/>
                    <a:pt x="241897" y="26988"/>
                    <a:pt x="216636" y="26958"/>
                  </a:cubicBezTo>
                  <a:cubicBezTo>
                    <a:pt x="156937" y="27032"/>
                    <a:pt x="108398" y="75104"/>
                    <a:pt x="107747" y="134800"/>
                  </a:cubicBezTo>
                  <a:cubicBezTo>
                    <a:pt x="47596" y="135447"/>
                    <a:pt x="-641" y="184733"/>
                    <a:pt x="6" y="244884"/>
                  </a:cubicBezTo>
                  <a:cubicBezTo>
                    <a:pt x="585" y="298655"/>
                    <a:pt x="40318" y="343956"/>
                    <a:pt x="93554" y="351541"/>
                  </a:cubicBezTo>
                  <a:cubicBezTo>
                    <a:pt x="108090" y="409533"/>
                    <a:pt x="166885" y="444761"/>
                    <a:pt x="224877" y="430226"/>
                  </a:cubicBezTo>
                  <a:cubicBezTo>
                    <a:pt x="228522" y="429313"/>
                    <a:pt x="232117" y="428210"/>
                    <a:pt x="235648" y="426922"/>
                  </a:cubicBezTo>
                  <a:cubicBezTo>
                    <a:pt x="247596" y="485964"/>
                    <a:pt x="305144" y="524141"/>
                    <a:pt x="364184" y="512194"/>
                  </a:cubicBezTo>
                  <a:cubicBezTo>
                    <a:pt x="398689" y="505212"/>
                    <a:pt x="427702" y="482005"/>
                    <a:pt x="442093" y="449877"/>
                  </a:cubicBezTo>
                  <a:cubicBezTo>
                    <a:pt x="460225" y="462694"/>
                    <a:pt x="481907" y="469527"/>
                    <a:pt x="504111" y="469423"/>
                  </a:cubicBezTo>
                  <a:cubicBezTo>
                    <a:pt x="557585" y="469358"/>
                    <a:pt x="603124" y="430527"/>
                    <a:pt x="611638" y="377735"/>
                  </a:cubicBezTo>
                  <a:cubicBezTo>
                    <a:pt x="617649" y="378928"/>
                    <a:pt x="623761" y="379541"/>
                    <a:pt x="629888" y="379564"/>
                  </a:cubicBezTo>
                  <a:cubicBezTo>
                    <a:pt x="690037" y="379384"/>
                    <a:pt x="738650" y="330478"/>
                    <a:pt x="738470" y="270329"/>
                  </a:cubicBezTo>
                  <a:cubicBezTo>
                    <a:pt x="738291" y="210855"/>
                    <a:pt x="690434" y="162521"/>
                    <a:pt x="630964" y="161756"/>
                  </a:cubicBezTo>
                  <a:cubicBezTo>
                    <a:pt x="630313" y="102063"/>
                    <a:pt x="581780" y="53994"/>
                    <a:pt x="522084" y="53914"/>
                  </a:cubicBezTo>
                  <a:cubicBezTo>
                    <a:pt x="506711" y="53939"/>
                    <a:pt x="491509" y="57154"/>
                    <a:pt x="477441" y="63353"/>
                  </a:cubicBezTo>
                  <a:cubicBezTo>
                    <a:pt x="459782" y="24549"/>
                    <a:pt x="420974" y="-260"/>
                    <a:pt x="378342" y="2"/>
                  </a:cubicBezTo>
                  <a:close/>
                </a:path>
              </a:pathLst>
            </a:custGeom>
            <a:solidFill>
              <a:schemeClr val="accent1"/>
            </a:solidFill>
            <a:ln w="9525" cap="flat">
              <a:solidFill>
                <a:schemeClr val="accent1"/>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3" name="Freeform: Shape 112">
              <a:extLst>
                <a:ext uri="{FF2B5EF4-FFF2-40B4-BE49-F238E27FC236}">
                  <a16:creationId xmlns:a16="http://schemas.microsoft.com/office/drawing/2014/main" id="{2F64F7C9-BA00-6B44-36C6-436989DA34FD}"/>
                </a:ext>
              </a:extLst>
            </p:cNvPr>
            <p:cNvSpPr/>
            <p:nvPr/>
          </p:nvSpPr>
          <p:spPr>
            <a:xfrm>
              <a:off x="10867982" y="1706763"/>
              <a:ext cx="59300" cy="59300"/>
            </a:xfrm>
            <a:custGeom>
              <a:avLst/>
              <a:gdLst>
                <a:gd name="connsiteX0" fmla="*/ 57150 w 114300"/>
                <a:gd name="connsiteY0" fmla="*/ 19050 h 114299"/>
                <a:gd name="connsiteX1" fmla="*/ 95250 w 114300"/>
                <a:gd name="connsiteY1" fmla="*/ 57150 h 114299"/>
                <a:gd name="connsiteX2" fmla="*/ 57150 w 114300"/>
                <a:gd name="connsiteY2" fmla="*/ 95250 h 114299"/>
                <a:gd name="connsiteX3" fmla="*/ 19050 w 114300"/>
                <a:gd name="connsiteY3" fmla="*/ 57150 h 114299"/>
                <a:gd name="connsiteX4" fmla="*/ 57150 w 114300"/>
                <a:gd name="connsiteY4" fmla="*/ 19050 h 114299"/>
                <a:gd name="connsiteX5" fmla="*/ 57150 w 114300"/>
                <a:gd name="connsiteY5" fmla="*/ 0 h 114299"/>
                <a:gd name="connsiteX6" fmla="*/ 0 w 114300"/>
                <a:gd name="connsiteY6" fmla="*/ 57150 h 114299"/>
                <a:gd name="connsiteX7" fmla="*/ 57150 w 114300"/>
                <a:gd name="connsiteY7" fmla="*/ 114300 h 114299"/>
                <a:gd name="connsiteX8" fmla="*/ 114300 w 114300"/>
                <a:gd name="connsiteY8" fmla="*/ 57150 h 114299"/>
                <a:gd name="connsiteX9" fmla="*/ 57150 w 114300"/>
                <a:gd name="connsiteY9"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114299">
                  <a:moveTo>
                    <a:pt x="57150" y="19050"/>
                  </a:moveTo>
                  <a:cubicBezTo>
                    <a:pt x="78192" y="19050"/>
                    <a:pt x="95250" y="36108"/>
                    <a:pt x="95250" y="57150"/>
                  </a:cubicBezTo>
                  <a:cubicBezTo>
                    <a:pt x="95250" y="78192"/>
                    <a:pt x="78192" y="95250"/>
                    <a:pt x="57150" y="95250"/>
                  </a:cubicBezTo>
                  <a:cubicBezTo>
                    <a:pt x="36108" y="95250"/>
                    <a:pt x="19050" y="78192"/>
                    <a:pt x="19050" y="57150"/>
                  </a:cubicBezTo>
                  <a:cubicBezTo>
                    <a:pt x="19081" y="36121"/>
                    <a:pt x="36121" y="19081"/>
                    <a:pt x="57150" y="19050"/>
                  </a:cubicBezTo>
                  <a:moveTo>
                    <a:pt x="57150" y="0"/>
                  </a:moveTo>
                  <a:cubicBezTo>
                    <a:pt x="25587" y="0"/>
                    <a:pt x="0" y="25587"/>
                    <a:pt x="0" y="57150"/>
                  </a:cubicBezTo>
                  <a:cubicBezTo>
                    <a:pt x="0" y="88713"/>
                    <a:pt x="25587" y="114300"/>
                    <a:pt x="57150" y="114300"/>
                  </a:cubicBezTo>
                  <a:cubicBezTo>
                    <a:pt x="88713" y="114300"/>
                    <a:pt x="114300" y="88713"/>
                    <a:pt x="114300" y="57150"/>
                  </a:cubicBezTo>
                  <a:cubicBezTo>
                    <a:pt x="114300" y="25587"/>
                    <a:pt x="88713" y="0"/>
                    <a:pt x="57150" y="0"/>
                  </a:cubicBezTo>
                  <a:close/>
                </a:path>
              </a:pathLst>
            </a:custGeom>
            <a:solidFill>
              <a:schemeClr val="accent1"/>
            </a:solidFill>
            <a:ln w="9525" cap="flat">
              <a:solidFill>
                <a:schemeClr val="accent1"/>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25" name="Freeform: Shape 124">
              <a:extLst>
                <a:ext uri="{FF2B5EF4-FFF2-40B4-BE49-F238E27FC236}">
                  <a16:creationId xmlns:a16="http://schemas.microsoft.com/office/drawing/2014/main" id="{8C84601F-74F5-7060-8934-7B33A604AE35}"/>
                </a:ext>
              </a:extLst>
            </p:cNvPr>
            <p:cNvSpPr/>
            <p:nvPr/>
          </p:nvSpPr>
          <p:spPr>
            <a:xfrm>
              <a:off x="10820231" y="1753517"/>
              <a:ext cx="42418" cy="42418"/>
            </a:xfrm>
            <a:custGeom>
              <a:avLst/>
              <a:gdLst>
                <a:gd name="connsiteX0" fmla="*/ 57150 w 114300"/>
                <a:gd name="connsiteY0" fmla="*/ 19050 h 114299"/>
                <a:gd name="connsiteX1" fmla="*/ 95250 w 114300"/>
                <a:gd name="connsiteY1" fmla="*/ 57150 h 114299"/>
                <a:gd name="connsiteX2" fmla="*/ 57150 w 114300"/>
                <a:gd name="connsiteY2" fmla="*/ 95250 h 114299"/>
                <a:gd name="connsiteX3" fmla="*/ 19050 w 114300"/>
                <a:gd name="connsiteY3" fmla="*/ 57150 h 114299"/>
                <a:gd name="connsiteX4" fmla="*/ 57150 w 114300"/>
                <a:gd name="connsiteY4" fmla="*/ 19050 h 114299"/>
                <a:gd name="connsiteX5" fmla="*/ 57150 w 114300"/>
                <a:gd name="connsiteY5" fmla="*/ 0 h 114299"/>
                <a:gd name="connsiteX6" fmla="*/ 0 w 114300"/>
                <a:gd name="connsiteY6" fmla="*/ 57150 h 114299"/>
                <a:gd name="connsiteX7" fmla="*/ 57150 w 114300"/>
                <a:gd name="connsiteY7" fmla="*/ 114300 h 114299"/>
                <a:gd name="connsiteX8" fmla="*/ 114300 w 114300"/>
                <a:gd name="connsiteY8" fmla="*/ 57150 h 114299"/>
                <a:gd name="connsiteX9" fmla="*/ 57150 w 114300"/>
                <a:gd name="connsiteY9"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114299">
                  <a:moveTo>
                    <a:pt x="57150" y="19050"/>
                  </a:moveTo>
                  <a:cubicBezTo>
                    <a:pt x="78192" y="19050"/>
                    <a:pt x="95250" y="36108"/>
                    <a:pt x="95250" y="57150"/>
                  </a:cubicBezTo>
                  <a:cubicBezTo>
                    <a:pt x="95250" y="78192"/>
                    <a:pt x="78192" y="95250"/>
                    <a:pt x="57150" y="95250"/>
                  </a:cubicBezTo>
                  <a:cubicBezTo>
                    <a:pt x="36108" y="95250"/>
                    <a:pt x="19050" y="78192"/>
                    <a:pt x="19050" y="57150"/>
                  </a:cubicBezTo>
                  <a:cubicBezTo>
                    <a:pt x="19081" y="36121"/>
                    <a:pt x="36121" y="19081"/>
                    <a:pt x="57150" y="19050"/>
                  </a:cubicBezTo>
                  <a:moveTo>
                    <a:pt x="57150" y="0"/>
                  </a:moveTo>
                  <a:cubicBezTo>
                    <a:pt x="25587" y="0"/>
                    <a:pt x="0" y="25587"/>
                    <a:pt x="0" y="57150"/>
                  </a:cubicBezTo>
                  <a:cubicBezTo>
                    <a:pt x="0" y="88713"/>
                    <a:pt x="25587" y="114300"/>
                    <a:pt x="57150" y="114300"/>
                  </a:cubicBezTo>
                  <a:cubicBezTo>
                    <a:pt x="88713" y="114300"/>
                    <a:pt x="114300" y="88713"/>
                    <a:pt x="114300" y="57150"/>
                  </a:cubicBezTo>
                  <a:cubicBezTo>
                    <a:pt x="114300" y="25587"/>
                    <a:pt x="88713" y="0"/>
                    <a:pt x="57150" y="0"/>
                  </a:cubicBezTo>
                  <a:close/>
                </a:path>
              </a:pathLst>
            </a:custGeom>
            <a:solidFill>
              <a:schemeClr val="accent1"/>
            </a:solidFill>
            <a:ln w="9525" cap="flat">
              <a:solidFill>
                <a:schemeClr val="accent1"/>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spTree>
    <p:extLst>
      <p:ext uri="{BB962C8B-B14F-4D97-AF65-F5344CB8AC3E}">
        <p14:creationId xmlns:p14="http://schemas.microsoft.com/office/powerpoint/2010/main" val="289751189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a:extLst>
            <a:ext uri="{FF2B5EF4-FFF2-40B4-BE49-F238E27FC236}">
              <a16:creationId xmlns:a16="http://schemas.microsoft.com/office/drawing/2014/main" id="{82B03C77-886C-63E8-FCDD-523292F7B116}"/>
            </a:ext>
          </a:extLst>
        </p:cNvPr>
        <p:cNvGrpSpPr/>
        <p:nvPr/>
      </p:nvGrpSpPr>
      <p:grpSpPr>
        <a:xfrm>
          <a:off x="0" y="0"/>
          <a:ext cx="0" cy="0"/>
          <a:chOff x="0" y="0"/>
          <a:chExt cx="0" cy="0"/>
        </a:xfrm>
      </p:grpSpPr>
      <p:sp>
        <p:nvSpPr>
          <p:cNvPr id="152" name="Freeform: Shape 151">
            <a:extLst>
              <a:ext uri="{FF2B5EF4-FFF2-40B4-BE49-F238E27FC236}">
                <a16:creationId xmlns:a16="http://schemas.microsoft.com/office/drawing/2014/main" id="{565DE7EA-2519-642F-0D1E-C51D01028659}"/>
              </a:ext>
            </a:extLst>
          </p:cNvPr>
          <p:cNvSpPr/>
          <p:nvPr/>
        </p:nvSpPr>
        <p:spPr>
          <a:xfrm>
            <a:off x="4544093" y="1995875"/>
            <a:ext cx="2890683" cy="1032387"/>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8739" h="1032387">
                <a:moveTo>
                  <a:pt x="0" y="1032387"/>
                </a:moveTo>
                <a:lnTo>
                  <a:pt x="617796" y="1032387"/>
                </a:lnTo>
                <a:lnTo>
                  <a:pt x="617797" y="1032387"/>
                </a:lnTo>
                <a:lnTo>
                  <a:pt x="1331287" y="0"/>
                </a:lnTo>
                <a:lnTo>
                  <a:pt x="2838739" y="0"/>
                </a:lnTo>
              </a:path>
            </a:pathLst>
          </a:custGeom>
          <a:no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3" name="Freeform: Shape 152">
            <a:extLst>
              <a:ext uri="{FF2B5EF4-FFF2-40B4-BE49-F238E27FC236}">
                <a16:creationId xmlns:a16="http://schemas.microsoft.com/office/drawing/2014/main" id="{1C427506-57CE-D853-6A87-B5416B4D71C3}"/>
              </a:ext>
            </a:extLst>
          </p:cNvPr>
          <p:cNvSpPr/>
          <p:nvPr/>
        </p:nvSpPr>
        <p:spPr>
          <a:xfrm>
            <a:off x="4025994" y="3747207"/>
            <a:ext cx="3460104" cy="629189"/>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 name="connsiteX0" fmla="*/ 0 w 2838739"/>
              <a:gd name="connsiteY0" fmla="*/ 1032387 h 1032387"/>
              <a:gd name="connsiteX1" fmla="*/ 617796 w 2838739"/>
              <a:gd name="connsiteY1" fmla="*/ 1032387 h 1032387"/>
              <a:gd name="connsiteX2" fmla="*/ 617797 w 2838739"/>
              <a:gd name="connsiteY2" fmla="*/ 1032387 h 1032387"/>
              <a:gd name="connsiteX3" fmla="*/ 1062112 w 2838739"/>
              <a:gd name="connsiteY3" fmla="*/ 403198 h 1032387"/>
              <a:gd name="connsiteX4" fmla="*/ 1331287 w 2838739"/>
              <a:gd name="connsiteY4" fmla="*/ 0 h 1032387"/>
              <a:gd name="connsiteX5" fmla="*/ 2838739 w 2838739"/>
              <a:gd name="connsiteY5" fmla="*/ 0 h 1032387"/>
              <a:gd name="connsiteX0" fmla="*/ 0 w 2877361"/>
              <a:gd name="connsiteY0" fmla="*/ 1032387 h 1032387"/>
              <a:gd name="connsiteX1" fmla="*/ 617796 w 2877361"/>
              <a:gd name="connsiteY1" fmla="*/ 1032387 h 1032387"/>
              <a:gd name="connsiteX2" fmla="*/ 617797 w 2877361"/>
              <a:gd name="connsiteY2" fmla="*/ 1032387 h 1032387"/>
              <a:gd name="connsiteX3" fmla="*/ 1062112 w 2877361"/>
              <a:gd name="connsiteY3" fmla="*/ 403198 h 1032387"/>
              <a:gd name="connsiteX4" fmla="*/ 1331287 w 2877361"/>
              <a:gd name="connsiteY4" fmla="*/ 0 h 1032387"/>
              <a:gd name="connsiteX5" fmla="*/ 2877361 w 2877361"/>
              <a:gd name="connsiteY5" fmla="*/ 501445 h 1032387"/>
              <a:gd name="connsiteX0" fmla="*/ 0 w 2877361"/>
              <a:gd name="connsiteY0" fmla="*/ 629189 h 629189"/>
              <a:gd name="connsiteX1" fmla="*/ 617796 w 2877361"/>
              <a:gd name="connsiteY1" fmla="*/ 629189 h 629189"/>
              <a:gd name="connsiteX2" fmla="*/ 617797 w 2877361"/>
              <a:gd name="connsiteY2" fmla="*/ 629189 h 629189"/>
              <a:gd name="connsiteX3" fmla="*/ 1062112 w 2877361"/>
              <a:gd name="connsiteY3" fmla="*/ 0 h 629189"/>
              <a:gd name="connsiteX4" fmla="*/ 2877361 w 2877361"/>
              <a:gd name="connsiteY4" fmla="*/ 98247 h 629189"/>
              <a:gd name="connsiteX0" fmla="*/ 0 w 2838739"/>
              <a:gd name="connsiteY0" fmla="*/ 629189 h 629189"/>
              <a:gd name="connsiteX1" fmla="*/ 617796 w 2838739"/>
              <a:gd name="connsiteY1" fmla="*/ 629189 h 629189"/>
              <a:gd name="connsiteX2" fmla="*/ 617797 w 2838739"/>
              <a:gd name="connsiteY2" fmla="*/ 629189 h 629189"/>
              <a:gd name="connsiteX3" fmla="*/ 1062112 w 2838739"/>
              <a:gd name="connsiteY3" fmla="*/ 0 h 629189"/>
              <a:gd name="connsiteX4" fmla="*/ 2838739 w 2838739"/>
              <a:gd name="connsiteY4" fmla="*/ 19589 h 629189"/>
              <a:gd name="connsiteX0" fmla="*/ 0 w 2836018"/>
              <a:gd name="connsiteY0" fmla="*/ 629189 h 629189"/>
              <a:gd name="connsiteX1" fmla="*/ 617796 w 2836018"/>
              <a:gd name="connsiteY1" fmla="*/ 629189 h 629189"/>
              <a:gd name="connsiteX2" fmla="*/ 617797 w 2836018"/>
              <a:gd name="connsiteY2" fmla="*/ 629189 h 629189"/>
              <a:gd name="connsiteX3" fmla="*/ 1062112 w 2836018"/>
              <a:gd name="connsiteY3" fmla="*/ 0 h 629189"/>
              <a:gd name="connsiteX4" fmla="*/ 2836018 w 2836018"/>
              <a:gd name="connsiteY4" fmla="*/ 27902 h 629189"/>
              <a:gd name="connsiteX0" fmla="*/ 0 w 2830576"/>
              <a:gd name="connsiteY0" fmla="*/ 629189 h 629189"/>
              <a:gd name="connsiteX1" fmla="*/ 617796 w 2830576"/>
              <a:gd name="connsiteY1" fmla="*/ 629189 h 629189"/>
              <a:gd name="connsiteX2" fmla="*/ 617797 w 2830576"/>
              <a:gd name="connsiteY2" fmla="*/ 629189 h 629189"/>
              <a:gd name="connsiteX3" fmla="*/ 1062112 w 2830576"/>
              <a:gd name="connsiteY3" fmla="*/ 0 h 629189"/>
              <a:gd name="connsiteX4" fmla="*/ 2830576 w 2830576"/>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629465 w 3397929"/>
              <a:gd name="connsiteY3" fmla="*/ 0 h 629189"/>
              <a:gd name="connsiteX4" fmla="*/ 3397929 w 3397929"/>
              <a:gd name="connsiteY4" fmla="*/ 2964 h 629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7929" h="629189">
                <a:moveTo>
                  <a:pt x="0" y="625032"/>
                </a:moveTo>
                <a:lnTo>
                  <a:pt x="1185149" y="629189"/>
                </a:lnTo>
                <a:lnTo>
                  <a:pt x="1185150" y="629189"/>
                </a:lnTo>
                <a:lnTo>
                  <a:pt x="1629465" y="0"/>
                </a:lnTo>
                <a:lnTo>
                  <a:pt x="3397929" y="2964"/>
                </a:lnTo>
              </a:path>
            </a:pathLst>
          </a:custGeom>
          <a:noFill/>
          <a:ln w="2857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7" name="Freeform: Shape 156">
            <a:extLst>
              <a:ext uri="{FF2B5EF4-FFF2-40B4-BE49-F238E27FC236}">
                <a16:creationId xmlns:a16="http://schemas.microsoft.com/office/drawing/2014/main" id="{11470D31-93B7-8655-4903-3E3736A87B1A}"/>
              </a:ext>
            </a:extLst>
          </p:cNvPr>
          <p:cNvSpPr/>
          <p:nvPr/>
        </p:nvSpPr>
        <p:spPr>
          <a:xfrm>
            <a:off x="3448381" y="5562601"/>
            <a:ext cx="4086847" cy="139995"/>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 name="connsiteX0" fmla="*/ 0 w 2838739"/>
              <a:gd name="connsiteY0" fmla="*/ 1032387 h 1032387"/>
              <a:gd name="connsiteX1" fmla="*/ 617796 w 2838739"/>
              <a:gd name="connsiteY1" fmla="*/ 1032387 h 1032387"/>
              <a:gd name="connsiteX2" fmla="*/ 617797 w 2838739"/>
              <a:gd name="connsiteY2" fmla="*/ 1032387 h 1032387"/>
              <a:gd name="connsiteX3" fmla="*/ 1062112 w 2838739"/>
              <a:gd name="connsiteY3" fmla="*/ 403198 h 1032387"/>
              <a:gd name="connsiteX4" fmla="*/ 1331287 w 2838739"/>
              <a:gd name="connsiteY4" fmla="*/ 0 h 1032387"/>
              <a:gd name="connsiteX5" fmla="*/ 2838739 w 2838739"/>
              <a:gd name="connsiteY5" fmla="*/ 0 h 1032387"/>
              <a:gd name="connsiteX0" fmla="*/ 0 w 2877361"/>
              <a:gd name="connsiteY0" fmla="*/ 1032387 h 1032387"/>
              <a:gd name="connsiteX1" fmla="*/ 617796 w 2877361"/>
              <a:gd name="connsiteY1" fmla="*/ 1032387 h 1032387"/>
              <a:gd name="connsiteX2" fmla="*/ 617797 w 2877361"/>
              <a:gd name="connsiteY2" fmla="*/ 1032387 h 1032387"/>
              <a:gd name="connsiteX3" fmla="*/ 1062112 w 2877361"/>
              <a:gd name="connsiteY3" fmla="*/ 403198 h 1032387"/>
              <a:gd name="connsiteX4" fmla="*/ 1331287 w 2877361"/>
              <a:gd name="connsiteY4" fmla="*/ 0 h 1032387"/>
              <a:gd name="connsiteX5" fmla="*/ 2877361 w 2877361"/>
              <a:gd name="connsiteY5" fmla="*/ 501445 h 1032387"/>
              <a:gd name="connsiteX0" fmla="*/ 0 w 2877361"/>
              <a:gd name="connsiteY0" fmla="*/ 629189 h 629189"/>
              <a:gd name="connsiteX1" fmla="*/ 617796 w 2877361"/>
              <a:gd name="connsiteY1" fmla="*/ 629189 h 629189"/>
              <a:gd name="connsiteX2" fmla="*/ 617797 w 2877361"/>
              <a:gd name="connsiteY2" fmla="*/ 629189 h 629189"/>
              <a:gd name="connsiteX3" fmla="*/ 1062112 w 2877361"/>
              <a:gd name="connsiteY3" fmla="*/ 0 h 629189"/>
              <a:gd name="connsiteX4" fmla="*/ 2877361 w 2877361"/>
              <a:gd name="connsiteY4" fmla="*/ 98247 h 629189"/>
              <a:gd name="connsiteX0" fmla="*/ 0 w 2838739"/>
              <a:gd name="connsiteY0" fmla="*/ 629189 h 629189"/>
              <a:gd name="connsiteX1" fmla="*/ 617796 w 2838739"/>
              <a:gd name="connsiteY1" fmla="*/ 629189 h 629189"/>
              <a:gd name="connsiteX2" fmla="*/ 617797 w 2838739"/>
              <a:gd name="connsiteY2" fmla="*/ 629189 h 629189"/>
              <a:gd name="connsiteX3" fmla="*/ 1062112 w 2838739"/>
              <a:gd name="connsiteY3" fmla="*/ 0 h 629189"/>
              <a:gd name="connsiteX4" fmla="*/ 2838739 w 2838739"/>
              <a:gd name="connsiteY4" fmla="*/ 19589 h 629189"/>
              <a:gd name="connsiteX0" fmla="*/ 0 w 2836018"/>
              <a:gd name="connsiteY0" fmla="*/ 629189 h 629189"/>
              <a:gd name="connsiteX1" fmla="*/ 617796 w 2836018"/>
              <a:gd name="connsiteY1" fmla="*/ 629189 h 629189"/>
              <a:gd name="connsiteX2" fmla="*/ 617797 w 2836018"/>
              <a:gd name="connsiteY2" fmla="*/ 629189 h 629189"/>
              <a:gd name="connsiteX3" fmla="*/ 1062112 w 2836018"/>
              <a:gd name="connsiteY3" fmla="*/ 0 h 629189"/>
              <a:gd name="connsiteX4" fmla="*/ 2836018 w 2836018"/>
              <a:gd name="connsiteY4" fmla="*/ 27902 h 629189"/>
              <a:gd name="connsiteX0" fmla="*/ 0 w 2830576"/>
              <a:gd name="connsiteY0" fmla="*/ 629189 h 629189"/>
              <a:gd name="connsiteX1" fmla="*/ 617796 w 2830576"/>
              <a:gd name="connsiteY1" fmla="*/ 629189 h 629189"/>
              <a:gd name="connsiteX2" fmla="*/ 617797 w 2830576"/>
              <a:gd name="connsiteY2" fmla="*/ 629189 h 629189"/>
              <a:gd name="connsiteX3" fmla="*/ 1062112 w 2830576"/>
              <a:gd name="connsiteY3" fmla="*/ 0 h 629189"/>
              <a:gd name="connsiteX4" fmla="*/ 2830576 w 2830576"/>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629465 w 3397929"/>
              <a:gd name="connsiteY3" fmla="*/ 0 h 629189"/>
              <a:gd name="connsiteX4" fmla="*/ 3397929 w 3397929"/>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349435 w 3397929"/>
              <a:gd name="connsiteY3" fmla="*/ 367203 h 629189"/>
              <a:gd name="connsiteX4" fmla="*/ 1629465 w 3397929"/>
              <a:gd name="connsiteY4" fmla="*/ 0 h 629189"/>
              <a:gd name="connsiteX5" fmla="*/ 3397929 w 3397929"/>
              <a:gd name="connsiteY5" fmla="*/ 2964 h 629189"/>
              <a:gd name="connsiteX0" fmla="*/ 0 w 3397929"/>
              <a:gd name="connsiteY0" fmla="*/ 622068 h 626225"/>
              <a:gd name="connsiteX1" fmla="*/ 1185149 w 3397929"/>
              <a:gd name="connsiteY1" fmla="*/ 626225 h 626225"/>
              <a:gd name="connsiteX2" fmla="*/ 1185150 w 3397929"/>
              <a:gd name="connsiteY2" fmla="*/ 626225 h 626225"/>
              <a:gd name="connsiteX3" fmla="*/ 1349435 w 3397929"/>
              <a:gd name="connsiteY3" fmla="*/ 364239 h 626225"/>
              <a:gd name="connsiteX4" fmla="*/ 3397929 w 3397929"/>
              <a:gd name="connsiteY4" fmla="*/ 0 h 626225"/>
              <a:gd name="connsiteX0" fmla="*/ 0 w 3762105"/>
              <a:gd name="connsiteY0" fmla="*/ 257829 h 261986"/>
              <a:gd name="connsiteX1" fmla="*/ 1185149 w 3762105"/>
              <a:gd name="connsiteY1" fmla="*/ 261986 h 261986"/>
              <a:gd name="connsiteX2" fmla="*/ 1185150 w 3762105"/>
              <a:gd name="connsiteY2" fmla="*/ 261986 h 261986"/>
              <a:gd name="connsiteX3" fmla="*/ 1349435 w 3762105"/>
              <a:gd name="connsiteY3" fmla="*/ 0 h 261986"/>
              <a:gd name="connsiteX4" fmla="*/ 3762105 w 3762105"/>
              <a:gd name="connsiteY4" fmla="*/ 143761 h 261986"/>
              <a:gd name="connsiteX0" fmla="*/ 0 w 4046462"/>
              <a:gd name="connsiteY0" fmla="*/ 257829 h 261986"/>
              <a:gd name="connsiteX1" fmla="*/ 1185149 w 4046462"/>
              <a:gd name="connsiteY1" fmla="*/ 261986 h 261986"/>
              <a:gd name="connsiteX2" fmla="*/ 1185150 w 4046462"/>
              <a:gd name="connsiteY2" fmla="*/ 261986 h 261986"/>
              <a:gd name="connsiteX3" fmla="*/ 1349435 w 4046462"/>
              <a:gd name="connsiteY3" fmla="*/ 0 h 261986"/>
              <a:gd name="connsiteX4" fmla="*/ 4046462 w 4046462"/>
              <a:gd name="connsiteY4" fmla="*/ 138681 h 261986"/>
              <a:gd name="connsiteX0" fmla="*/ 0 w 4046462"/>
              <a:gd name="connsiteY0" fmla="*/ 156229 h 160386"/>
              <a:gd name="connsiteX1" fmla="*/ 1185149 w 4046462"/>
              <a:gd name="connsiteY1" fmla="*/ 160386 h 160386"/>
              <a:gd name="connsiteX2" fmla="*/ 1185150 w 4046462"/>
              <a:gd name="connsiteY2" fmla="*/ 160386 h 160386"/>
              <a:gd name="connsiteX3" fmla="*/ 1299548 w 4046462"/>
              <a:gd name="connsiteY3" fmla="*/ 0 h 160386"/>
              <a:gd name="connsiteX4" fmla="*/ 4046462 w 4046462"/>
              <a:gd name="connsiteY4" fmla="*/ 37081 h 160386"/>
              <a:gd name="connsiteX0" fmla="*/ 0 w 4046462"/>
              <a:gd name="connsiteY0" fmla="*/ 125749 h 129906"/>
              <a:gd name="connsiteX1" fmla="*/ 1185149 w 4046462"/>
              <a:gd name="connsiteY1" fmla="*/ 129906 h 129906"/>
              <a:gd name="connsiteX2" fmla="*/ 1185150 w 4046462"/>
              <a:gd name="connsiteY2" fmla="*/ 129906 h 129906"/>
              <a:gd name="connsiteX3" fmla="*/ 1299548 w 4046462"/>
              <a:gd name="connsiteY3" fmla="*/ 0 h 129906"/>
              <a:gd name="connsiteX4" fmla="*/ 4046462 w 4046462"/>
              <a:gd name="connsiteY4" fmla="*/ 6601 h 129906"/>
              <a:gd name="connsiteX0" fmla="*/ 0 w 4041473"/>
              <a:gd name="connsiteY0" fmla="*/ 130829 h 130829"/>
              <a:gd name="connsiteX1" fmla="*/ 1180160 w 4041473"/>
              <a:gd name="connsiteY1" fmla="*/ 129906 h 130829"/>
              <a:gd name="connsiteX2" fmla="*/ 1180161 w 4041473"/>
              <a:gd name="connsiteY2" fmla="*/ 129906 h 130829"/>
              <a:gd name="connsiteX3" fmla="*/ 1294559 w 4041473"/>
              <a:gd name="connsiteY3" fmla="*/ 0 h 130829"/>
              <a:gd name="connsiteX4" fmla="*/ 4041473 w 4041473"/>
              <a:gd name="connsiteY4" fmla="*/ 6601 h 130829"/>
              <a:gd name="connsiteX0" fmla="*/ 0 w 4600209"/>
              <a:gd name="connsiteY0" fmla="*/ 135543 h 135543"/>
              <a:gd name="connsiteX1" fmla="*/ 1738896 w 4600209"/>
              <a:gd name="connsiteY1" fmla="*/ 129906 h 135543"/>
              <a:gd name="connsiteX2" fmla="*/ 1738897 w 4600209"/>
              <a:gd name="connsiteY2" fmla="*/ 129906 h 135543"/>
              <a:gd name="connsiteX3" fmla="*/ 1853295 w 4600209"/>
              <a:gd name="connsiteY3" fmla="*/ 0 h 135543"/>
              <a:gd name="connsiteX4" fmla="*/ 4600209 w 4600209"/>
              <a:gd name="connsiteY4" fmla="*/ 6601 h 135543"/>
              <a:gd name="connsiteX0" fmla="*/ 0 w 4580254"/>
              <a:gd name="connsiteY0" fmla="*/ 135543 h 135543"/>
              <a:gd name="connsiteX1" fmla="*/ 1718941 w 4580254"/>
              <a:gd name="connsiteY1" fmla="*/ 129906 h 135543"/>
              <a:gd name="connsiteX2" fmla="*/ 1718942 w 4580254"/>
              <a:gd name="connsiteY2" fmla="*/ 129906 h 135543"/>
              <a:gd name="connsiteX3" fmla="*/ 1833340 w 4580254"/>
              <a:gd name="connsiteY3" fmla="*/ 0 h 135543"/>
              <a:gd name="connsiteX4" fmla="*/ 4580254 w 4580254"/>
              <a:gd name="connsiteY4" fmla="*/ 6601 h 135543"/>
              <a:gd name="connsiteX0" fmla="*/ 0 w 4615175"/>
              <a:gd name="connsiteY0" fmla="*/ 126115 h 129906"/>
              <a:gd name="connsiteX1" fmla="*/ 1753862 w 4615175"/>
              <a:gd name="connsiteY1" fmla="*/ 129906 h 129906"/>
              <a:gd name="connsiteX2" fmla="*/ 1753863 w 4615175"/>
              <a:gd name="connsiteY2" fmla="*/ 129906 h 129906"/>
              <a:gd name="connsiteX3" fmla="*/ 1868261 w 4615175"/>
              <a:gd name="connsiteY3" fmla="*/ 0 h 129906"/>
              <a:gd name="connsiteX4" fmla="*/ 4615175 w 4615175"/>
              <a:gd name="connsiteY4" fmla="*/ 6601 h 129906"/>
              <a:gd name="connsiteX0" fmla="*/ 0 w 4615175"/>
              <a:gd name="connsiteY0" fmla="*/ 126115 h 129906"/>
              <a:gd name="connsiteX1" fmla="*/ 1753862 w 4615175"/>
              <a:gd name="connsiteY1" fmla="*/ 129906 h 129906"/>
              <a:gd name="connsiteX2" fmla="*/ 1753863 w 4615175"/>
              <a:gd name="connsiteY2" fmla="*/ 129906 h 129906"/>
              <a:gd name="connsiteX3" fmla="*/ 1868261 w 4615175"/>
              <a:gd name="connsiteY3" fmla="*/ 0 h 129906"/>
              <a:gd name="connsiteX4" fmla="*/ 3993454 w 4615175"/>
              <a:gd name="connsiteY4" fmla="*/ 4714 h 129906"/>
              <a:gd name="connsiteX5" fmla="*/ 4615175 w 4615175"/>
              <a:gd name="connsiteY5" fmla="*/ 6601 h 129906"/>
              <a:gd name="connsiteX0" fmla="*/ 0 w 3993454"/>
              <a:gd name="connsiteY0" fmla="*/ 126115 h 129906"/>
              <a:gd name="connsiteX1" fmla="*/ 1753862 w 3993454"/>
              <a:gd name="connsiteY1" fmla="*/ 129906 h 129906"/>
              <a:gd name="connsiteX2" fmla="*/ 1753863 w 3993454"/>
              <a:gd name="connsiteY2" fmla="*/ 129906 h 129906"/>
              <a:gd name="connsiteX3" fmla="*/ 1868261 w 3993454"/>
              <a:gd name="connsiteY3" fmla="*/ 0 h 129906"/>
              <a:gd name="connsiteX4" fmla="*/ 3993454 w 3993454"/>
              <a:gd name="connsiteY4" fmla="*/ 4714 h 129906"/>
              <a:gd name="connsiteX0" fmla="*/ 0 w 4013409"/>
              <a:gd name="connsiteY0" fmla="*/ 126115 h 129906"/>
              <a:gd name="connsiteX1" fmla="*/ 1773817 w 4013409"/>
              <a:gd name="connsiteY1" fmla="*/ 129906 h 129906"/>
              <a:gd name="connsiteX2" fmla="*/ 1773818 w 4013409"/>
              <a:gd name="connsiteY2" fmla="*/ 129906 h 129906"/>
              <a:gd name="connsiteX3" fmla="*/ 1888216 w 4013409"/>
              <a:gd name="connsiteY3" fmla="*/ 0 h 129906"/>
              <a:gd name="connsiteX4" fmla="*/ 4013409 w 4013409"/>
              <a:gd name="connsiteY4" fmla="*/ 4714 h 129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3409" h="129906">
                <a:moveTo>
                  <a:pt x="0" y="126115"/>
                </a:moveTo>
                <a:lnTo>
                  <a:pt x="1773817" y="129906"/>
                </a:lnTo>
                <a:lnTo>
                  <a:pt x="1773818" y="129906"/>
                </a:lnTo>
                <a:lnTo>
                  <a:pt x="1888216" y="0"/>
                </a:lnTo>
                <a:lnTo>
                  <a:pt x="4013409" y="4714"/>
                </a:lnTo>
              </a:path>
            </a:pathLst>
          </a:custGeom>
          <a:no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 name="Title 1">
            <a:extLst>
              <a:ext uri="{FF2B5EF4-FFF2-40B4-BE49-F238E27FC236}">
                <a16:creationId xmlns:a16="http://schemas.microsoft.com/office/drawing/2014/main" id="{C7108C17-14B9-4BBB-0126-FC004D03399A}"/>
              </a:ext>
            </a:extLst>
          </p:cNvPr>
          <p:cNvSpPr>
            <a:spLocks noGrp="1"/>
          </p:cNvSpPr>
          <p:nvPr>
            <p:ph type="title"/>
          </p:nvPr>
        </p:nvSpPr>
        <p:spPr>
          <a:xfrm>
            <a:off x="611030" y="274640"/>
            <a:ext cx="10969943" cy="711081"/>
          </a:xfrm>
        </p:spPr>
        <p:txBody>
          <a:bodyPr/>
          <a:lstStyle/>
          <a:p>
            <a:r>
              <a:rPr lang="en-US" b="0" i="0">
                <a:solidFill>
                  <a:schemeClr val="tx1">
                    <a:lumMod val="85000"/>
                    <a:lumOff val="15000"/>
                  </a:schemeClr>
                </a:solidFill>
                <a:effectLst/>
              </a:rPr>
              <a:t>3-Step Marketing Funnel Diagram Slide Template</a:t>
            </a:r>
            <a:endParaRPr lang="en-IN">
              <a:solidFill>
                <a:schemeClr val="tx1">
                  <a:lumMod val="85000"/>
                  <a:lumOff val="15000"/>
                </a:schemeClr>
              </a:solidFill>
            </a:endParaRPr>
          </a:p>
        </p:txBody>
      </p:sp>
      <p:grpSp>
        <p:nvGrpSpPr>
          <p:cNvPr id="101" name="Group 100">
            <a:extLst>
              <a:ext uri="{FF2B5EF4-FFF2-40B4-BE49-F238E27FC236}">
                <a16:creationId xmlns:a16="http://schemas.microsoft.com/office/drawing/2014/main" id="{E6A95A80-F751-99B8-58E0-1FF8A15E976A}"/>
              </a:ext>
            </a:extLst>
          </p:cNvPr>
          <p:cNvGrpSpPr/>
          <p:nvPr/>
        </p:nvGrpSpPr>
        <p:grpSpPr>
          <a:xfrm>
            <a:off x="611029" y="1483133"/>
            <a:ext cx="4081486" cy="4559955"/>
            <a:chOff x="1045686" y="1624995"/>
            <a:chExt cx="4081486" cy="4559955"/>
          </a:xfrm>
        </p:grpSpPr>
        <p:grpSp>
          <p:nvGrpSpPr>
            <p:cNvPr id="71" name="Group 70">
              <a:extLst>
                <a:ext uri="{FF2B5EF4-FFF2-40B4-BE49-F238E27FC236}">
                  <a16:creationId xmlns:a16="http://schemas.microsoft.com/office/drawing/2014/main" id="{1A7DDAD4-93E7-94D2-51F3-F67B3CD038AA}"/>
                </a:ext>
              </a:extLst>
            </p:cNvPr>
            <p:cNvGrpSpPr/>
            <p:nvPr/>
          </p:nvGrpSpPr>
          <p:grpSpPr>
            <a:xfrm>
              <a:off x="1045686" y="1624995"/>
              <a:ext cx="4081486" cy="4559955"/>
              <a:chOff x="2237672" y="1935271"/>
              <a:chExt cx="3526077" cy="3939436"/>
            </a:xfrm>
          </p:grpSpPr>
          <p:sp>
            <p:nvSpPr>
              <p:cNvPr id="54" name="Oval 53">
                <a:extLst>
                  <a:ext uri="{FF2B5EF4-FFF2-40B4-BE49-F238E27FC236}">
                    <a16:creationId xmlns:a16="http://schemas.microsoft.com/office/drawing/2014/main" id="{76F99A58-2094-BA84-C09B-EFACC39AFF5C}"/>
                  </a:ext>
                </a:extLst>
              </p:cNvPr>
              <p:cNvSpPr/>
              <p:nvPr/>
            </p:nvSpPr>
            <p:spPr>
              <a:xfrm>
                <a:off x="3067110" y="4314019"/>
                <a:ext cx="1864538" cy="68877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5" name="Oval 54">
                <a:extLst>
                  <a:ext uri="{FF2B5EF4-FFF2-40B4-BE49-F238E27FC236}">
                    <a16:creationId xmlns:a16="http://schemas.microsoft.com/office/drawing/2014/main" id="{1EDD505A-ECAD-D6AF-0866-434845CBD2D5}"/>
                  </a:ext>
                </a:extLst>
              </p:cNvPr>
              <p:cNvSpPr/>
              <p:nvPr/>
            </p:nvSpPr>
            <p:spPr>
              <a:xfrm>
                <a:off x="3471916" y="5462403"/>
                <a:ext cx="1054539" cy="40402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3" name="Oval 22">
                <a:extLst>
                  <a:ext uri="{FF2B5EF4-FFF2-40B4-BE49-F238E27FC236}">
                    <a16:creationId xmlns:a16="http://schemas.microsoft.com/office/drawing/2014/main" id="{BCA87634-9005-2B74-C430-86D9B6367D94}"/>
                  </a:ext>
                </a:extLst>
              </p:cNvPr>
              <p:cNvSpPr/>
              <p:nvPr/>
            </p:nvSpPr>
            <p:spPr>
              <a:xfrm>
                <a:off x="2237672" y="1935271"/>
                <a:ext cx="3526077" cy="1390389"/>
              </a:xfrm>
              <a:prstGeom prst="ellipse">
                <a:avLst/>
              </a:prstGeom>
              <a:gradFill flip="none" rotWithShape="1">
                <a:gsLst>
                  <a:gs pos="0">
                    <a:schemeClr val="bg1">
                      <a:alpha val="48000"/>
                    </a:schemeClr>
                  </a:gs>
                  <a:gs pos="99000">
                    <a:schemeClr val="bg1">
                      <a:lumMod val="85000"/>
                      <a:alpha val="42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9" name="Oval 38">
                <a:extLst>
                  <a:ext uri="{FF2B5EF4-FFF2-40B4-BE49-F238E27FC236}">
                    <a16:creationId xmlns:a16="http://schemas.microsoft.com/office/drawing/2014/main" id="{A6D689E8-B891-F4B9-B56A-078050A7FFEE}"/>
                  </a:ext>
                </a:extLst>
              </p:cNvPr>
              <p:cNvSpPr/>
              <p:nvPr/>
            </p:nvSpPr>
            <p:spPr>
              <a:xfrm>
                <a:off x="2658239" y="3090664"/>
                <a:ext cx="2684942" cy="1058714"/>
              </a:xfrm>
              <a:prstGeom prst="ellipse">
                <a:avLst/>
              </a:prstGeom>
              <a:gradFill>
                <a:gsLst>
                  <a:gs pos="0">
                    <a:schemeClr val="bg1">
                      <a:lumMod val="95000"/>
                    </a:schemeClr>
                  </a:gs>
                  <a:gs pos="99000">
                    <a:schemeClr val="bg1">
                      <a:lumMod val="75000"/>
                    </a:schemeClr>
                  </a:gs>
                </a:gsLst>
                <a:lin ang="108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2" name="Freeform: Shape 51">
                <a:extLst>
                  <a:ext uri="{FF2B5EF4-FFF2-40B4-BE49-F238E27FC236}">
                    <a16:creationId xmlns:a16="http://schemas.microsoft.com/office/drawing/2014/main" id="{86EEC3F4-E79B-BB4F-977E-830F60C3FE1D}"/>
                  </a:ext>
                </a:extLst>
              </p:cNvPr>
              <p:cNvSpPr/>
              <p:nvPr/>
            </p:nvSpPr>
            <p:spPr>
              <a:xfrm>
                <a:off x="3146193" y="4877065"/>
                <a:ext cx="1709895" cy="997642"/>
              </a:xfrm>
              <a:custGeom>
                <a:avLst/>
                <a:gdLst>
                  <a:gd name="connsiteX0" fmla="*/ 1709895 w 1709895"/>
                  <a:gd name="connsiteY0" fmla="*/ 0 h 997642"/>
                  <a:gd name="connsiteX1" fmla="*/ 1381306 w 1709895"/>
                  <a:gd name="connsiteY1" fmla="*/ 803485 h 997642"/>
                  <a:gd name="connsiteX2" fmla="*/ 1379911 w 1709895"/>
                  <a:gd name="connsiteY2" fmla="*/ 803494 h 997642"/>
                  <a:gd name="connsiteX3" fmla="*/ 1372864 w 1709895"/>
                  <a:gd name="connsiteY3" fmla="*/ 831058 h 997642"/>
                  <a:gd name="connsiteX4" fmla="*/ 854517 w 1709895"/>
                  <a:gd name="connsiteY4" fmla="*/ 997642 h 997642"/>
                  <a:gd name="connsiteX5" fmla="*/ 336170 w 1709895"/>
                  <a:gd name="connsiteY5" fmla="*/ 831058 h 997642"/>
                  <a:gd name="connsiteX6" fmla="*/ 330718 w 1709895"/>
                  <a:gd name="connsiteY6" fmla="*/ 809729 h 997642"/>
                  <a:gd name="connsiteX7" fmla="*/ 327728 w 1709895"/>
                  <a:gd name="connsiteY7" fmla="*/ 809747 h 997642"/>
                  <a:gd name="connsiteX8" fmla="*/ 0 w 1709895"/>
                  <a:gd name="connsiteY8" fmla="*/ 6694 h 997642"/>
                  <a:gd name="connsiteX9" fmla="*/ 12273 w 1709895"/>
                  <a:gd name="connsiteY9" fmla="*/ 19916 h 997642"/>
                  <a:gd name="connsiteX10" fmla="*/ 851841 w 1709895"/>
                  <a:gd name="connsiteY10" fmla="*/ 239354 h 997642"/>
                  <a:gd name="connsiteX11" fmla="*/ 1691409 w 1709895"/>
                  <a:gd name="connsiteY11" fmla="*/ 19916 h 99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09895" h="997642">
                    <a:moveTo>
                      <a:pt x="1709895" y="0"/>
                    </a:moveTo>
                    <a:lnTo>
                      <a:pt x="1381306" y="803485"/>
                    </a:lnTo>
                    <a:lnTo>
                      <a:pt x="1379911" y="803494"/>
                    </a:lnTo>
                    <a:lnTo>
                      <a:pt x="1372864" y="831058"/>
                    </a:lnTo>
                    <a:cubicBezTo>
                      <a:pt x="1323528" y="926128"/>
                      <a:pt x="1110203" y="997642"/>
                      <a:pt x="854517" y="997642"/>
                    </a:cubicBezTo>
                    <a:cubicBezTo>
                      <a:pt x="598832" y="997642"/>
                      <a:pt x="385507" y="926128"/>
                      <a:pt x="336170" y="831058"/>
                    </a:cubicBezTo>
                    <a:lnTo>
                      <a:pt x="330718" y="809729"/>
                    </a:lnTo>
                    <a:lnTo>
                      <a:pt x="327728" y="809747"/>
                    </a:lnTo>
                    <a:lnTo>
                      <a:pt x="0" y="6694"/>
                    </a:lnTo>
                    <a:lnTo>
                      <a:pt x="12273" y="19916"/>
                    </a:lnTo>
                    <a:cubicBezTo>
                      <a:pt x="150597" y="148870"/>
                      <a:pt x="474422" y="239354"/>
                      <a:pt x="851841" y="239354"/>
                    </a:cubicBezTo>
                    <a:cubicBezTo>
                      <a:pt x="1229261" y="239354"/>
                      <a:pt x="1553085" y="148870"/>
                      <a:pt x="1691409" y="19916"/>
                    </a:cubicBez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7" name="Freeform: Shape 36">
                <a:extLst>
                  <a:ext uri="{FF2B5EF4-FFF2-40B4-BE49-F238E27FC236}">
                    <a16:creationId xmlns:a16="http://schemas.microsoft.com/office/drawing/2014/main" id="{F2EBC6EE-42AF-E802-0EEF-4FB95326AFEC}"/>
                  </a:ext>
                </a:extLst>
              </p:cNvPr>
              <p:cNvSpPr/>
              <p:nvPr/>
            </p:nvSpPr>
            <p:spPr>
              <a:xfrm>
                <a:off x="2301033" y="2812811"/>
                <a:ext cx="3399046" cy="1351759"/>
              </a:xfrm>
              <a:custGeom>
                <a:avLst/>
                <a:gdLst>
                  <a:gd name="connsiteX0" fmla="*/ 0 w 3399046"/>
                  <a:gd name="connsiteY0" fmla="*/ 0 h 1351759"/>
                  <a:gd name="connsiteX1" fmla="*/ 15901 w 3399046"/>
                  <a:gd name="connsiteY1" fmla="*/ 24384 h 1351759"/>
                  <a:gd name="connsiteX2" fmla="*/ 1699677 w 3399046"/>
                  <a:gd name="connsiteY2" fmla="*/ 512849 h 1351759"/>
                  <a:gd name="connsiteX3" fmla="*/ 3383453 w 3399046"/>
                  <a:gd name="connsiteY3" fmla="*/ 24384 h 1351759"/>
                  <a:gd name="connsiteX4" fmla="*/ 3399046 w 3399046"/>
                  <a:gd name="connsiteY4" fmla="*/ 471 h 1351759"/>
                  <a:gd name="connsiteX5" fmla="*/ 2989891 w 3399046"/>
                  <a:gd name="connsiteY5" fmla="*/ 1000963 h 1351759"/>
                  <a:gd name="connsiteX6" fmla="*/ 2981768 w 3399046"/>
                  <a:gd name="connsiteY6" fmla="*/ 1009970 h 1351759"/>
                  <a:gd name="connsiteX7" fmla="*/ 1699677 w 3399046"/>
                  <a:gd name="connsiteY7" fmla="*/ 1351759 h 1351759"/>
                  <a:gd name="connsiteX8" fmla="*/ 417586 w 3399046"/>
                  <a:gd name="connsiteY8" fmla="*/ 1009970 h 1351759"/>
                  <a:gd name="connsiteX9" fmla="*/ 407695 w 3399046"/>
                  <a:gd name="connsiteY9" fmla="*/ 999002 h 1351759"/>
                  <a:gd name="connsiteX10" fmla="*/ 0 w 3399046"/>
                  <a:gd name="connsiteY10" fmla="*/ 0 h 1351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99046" h="1351759">
                    <a:moveTo>
                      <a:pt x="0" y="0"/>
                    </a:moveTo>
                    <a:lnTo>
                      <a:pt x="15901" y="24384"/>
                    </a:lnTo>
                    <a:cubicBezTo>
                      <a:pt x="239122" y="307376"/>
                      <a:pt x="908546" y="512849"/>
                      <a:pt x="1699677" y="512849"/>
                    </a:cubicBezTo>
                    <a:cubicBezTo>
                      <a:pt x="2490808" y="512849"/>
                      <a:pt x="3160233" y="307376"/>
                      <a:pt x="3383453" y="24384"/>
                    </a:cubicBezTo>
                    <a:lnTo>
                      <a:pt x="3399046" y="471"/>
                    </a:lnTo>
                    <a:lnTo>
                      <a:pt x="2989891" y="1000963"/>
                    </a:lnTo>
                    <a:lnTo>
                      <a:pt x="2981768" y="1009970"/>
                    </a:lnTo>
                    <a:cubicBezTo>
                      <a:pt x="2777818" y="1210302"/>
                      <a:pt x="2280642" y="1351759"/>
                      <a:pt x="1699677" y="1351759"/>
                    </a:cubicBezTo>
                    <a:cubicBezTo>
                      <a:pt x="1118712" y="1351759"/>
                      <a:pt x="621536" y="1210302"/>
                      <a:pt x="417586" y="1009970"/>
                    </a:cubicBezTo>
                    <a:lnTo>
                      <a:pt x="407695" y="999002"/>
                    </a:lnTo>
                    <a:lnTo>
                      <a:pt x="0" y="0"/>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7" name="Freeform: Shape 46">
                <a:extLst>
                  <a:ext uri="{FF2B5EF4-FFF2-40B4-BE49-F238E27FC236}">
                    <a16:creationId xmlns:a16="http://schemas.microsoft.com/office/drawing/2014/main" id="{8C37143D-A5A8-B41B-C495-2ECA0EB1DA26}"/>
                  </a:ext>
                </a:extLst>
              </p:cNvPr>
              <p:cNvSpPr/>
              <p:nvPr/>
            </p:nvSpPr>
            <p:spPr>
              <a:xfrm>
                <a:off x="2765068" y="3949864"/>
                <a:ext cx="2469608" cy="1065098"/>
              </a:xfrm>
              <a:custGeom>
                <a:avLst/>
                <a:gdLst>
                  <a:gd name="connsiteX0" fmla="*/ 0 w 2469608"/>
                  <a:gd name="connsiteY0" fmla="*/ 0 h 1065098"/>
                  <a:gd name="connsiteX1" fmla="*/ 46722 w 2469608"/>
                  <a:gd name="connsiteY1" fmla="*/ 40429 h 1065098"/>
                  <a:gd name="connsiteX2" fmla="*/ 1235643 w 2469608"/>
                  <a:gd name="connsiteY2" fmla="*/ 327183 h 1065098"/>
                  <a:gd name="connsiteX3" fmla="*/ 2424564 w 2469608"/>
                  <a:gd name="connsiteY3" fmla="*/ 40429 h 1065098"/>
                  <a:gd name="connsiteX4" fmla="*/ 2469608 w 2469608"/>
                  <a:gd name="connsiteY4" fmla="*/ 1452 h 1065098"/>
                  <a:gd name="connsiteX5" fmla="*/ 2143167 w 2469608"/>
                  <a:gd name="connsiteY5" fmla="*/ 799686 h 1065098"/>
                  <a:gd name="connsiteX6" fmla="*/ 2142790 w 2469608"/>
                  <a:gd name="connsiteY6" fmla="*/ 796743 h 1065098"/>
                  <a:gd name="connsiteX7" fmla="*/ 2139240 w 2469608"/>
                  <a:gd name="connsiteY7" fmla="*/ 802186 h 1065098"/>
                  <a:gd name="connsiteX8" fmla="*/ 1232965 w 2469608"/>
                  <a:gd name="connsiteY8" fmla="*/ 1065098 h 1065098"/>
                  <a:gd name="connsiteX9" fmla="*/ 382662 w 2469608"/>
                  <a:gd name="connsiteY9" fmla="*/ 857215 h 1065098"/>
                  <a:gd name="connsiteX10" fmla="*/ 327832 w 2469608"/>
                  <a:gd name="connsiteY10" fmla="*/ 803309 h 1065098"/>
                  <a:gd name="connsiteX11" fmla="*/ 0 w 2469608"/>
                  <a:gd name="connsiteY11" fmla="*/ 0 h 106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9608" h="1065098">
                    <a:moveTo>
                      <a:pt x="0" y="0"/>
                    </a:moveTo>
                    <a:lnTo>
                      <a:pt x="46722" y="40429"/>
                    </a:lnTo>
                    <a:cubicBezTo>
                      <a:pt x="267856" y="210669"/>
                      <a:pt x="717242" y="327183"/>
                      <a:pt x="1235643" y="327183"/>
                    </a:cubicBezTo>
                    <a:cubicBezTo>
                      <a:pt x="1754044" y="327183"/>
                      <a:pt x="2203430" y="210669"/>
                      <a:pt x="2424564" y="40429"/>
                    </a:cubicBezTo>
                    <a:lnTo>
                      <a:pt x="2469608" y="1452"/>
                    </a:lnTo>
                    <a:lnTo>
                      <a:pt x="2143167" y="799686"/>
                    </a:lnTo>
                    <a:lnTo>
                      <a:pt x="2142790" y="796743"/>
                    </a:lnTo>
                    <a:lnTo>
                      <a:pt x="2139240" y="802186"/>
                    </a:lnTo>
                    <a:cubicBezTo>
                      <a:pt x="2019093" y="954504"/>
                      <a:pt x="1658783" y="1065098"/>
                      <a:pt x="1232965" y="1065098"/>
                    </a:cubicBezTo>
                    <a:cubicBezTo>
                      <a:pt x="860375" y="1065098"/>
                      <a:pt x="537938" y="980425"/>
                      <a:pt x="382662" y="857215"/>
                    </a:cubicBezTo>
                    <a:lnTo>
                      <a:pt x="327832" y="803309"/>
                    </a:lnTo>
                    <a:lnTo>
                      <a:pt x="0" y="0"/>
                    </a:lnTo>
                    <a:close/>
                  </a:path>
                </a:pathLst>
              </a:custGeom>
              <a:gradFill>
                <a:gsLst>
                  <a:gs pos="0">
                    <a:schemeClr val="accent2">
                      <a:alpha val="92000"/>
                    </a:schemeClr>
                  </a:gs>
                  <a:gs pos="100000">
                    <a:schemeClr val="accent2"/>
                  </a:gs>
                  <a:gs pos="68000">
                    <a:schemeClr val="accent2">
                      <a:lumMod val="75000"/>
                    </a:schemeClr>
                  </a:gs>
                </a:gsLst>
                <a:lin ang="1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7" name="Oval 56">
                <a:extLst>
                  <a:ext uri="{FF2B5EF4-FFF2-40B4-BE49-F238E27FC236}">
                    <a16:creationId xmlns:a16="http://schemas.microsoft.com/office/drawing/2014/main" id="{D2DE1E52-56BA-CD0D-287D-72DE984A8070}"/>
                  </a:ext>
                </a:extLst>
              </p:cNvPr>
              <p:cNvSpPr/>
              <p:nvPr/>
            </p:nvSpPr>
            <p:spPr>
              <a:xfrm>
                <a:off x="5414816" y="3192374"/>
                <a:ext cx="161584" cy="161584"/>
              </a:xfrm>
              <a:prstGeom prst="ellipse">
                <a:avLst/>
              </a:prstGeom>
              <a:solidFill>
                <a:schemeClr val="bg1">
                  <a:lumMod val="95000"/>
                </a:schemeClr>
              </a:solidFill>
              <a:ln w="7620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8" name="Oval 57">
                <a:extLst>
                  <a:ext uri="{FF2B5EF4-FFF2-40B4-BE49-F238E27FC236}">
                    <a16:creationId xmlns:a16="http://schemas.microsoft.com/office/drawing/2014/main" id="{BEE8715C-0A37-9D53-C6BE-A414D7247C99}"/>
                  </a:ext>
                </a:extLst>
              </p:cNvPr>
              <p:cNvSpPr/>
              <p:nvPr/>
            </p:nvSpPr>
            <p:spPr>
              <a:xfrm>
                <a:off x="4956824" y="4338746"/>
                <a:ext cx="161584" cy="161584"/>
              </a:xfrm>
              <a:prstGeom prst="ellipse">
                <a:avLst/>
              </a:prstGeom>
              <a:solidFill>
                <a:schemeClr val="bg1">
                  <a:lumMod val="95000"/>
                </a:schemeClr>
              </a:solidFill>
              <a:ln w="762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9" name="Oval 58">
                <a:extLst>
                  <a:ext uri="{FF2B5EF4-FFF2-40B4-BE49-F238E27FC236}">
                    <a16:creationId xmlns:a16="http://schemas.microsoft.com/office/drawing/2014/main" id="{7B1D0227-9405-8D04-38F9-3D044148BABE}"/>
                  </a:ext>
                </a:extLst>
              </p:cNvPr>
              <p:cNvSpPr/>
              <p:nvPr/>
            </p:nvSpPr>
            <p:spPr>
              <a:xfrm>
                <a:off x="4475956" y="5485119"/>
                <a:ext cx="161584" cy="161584"/>
              </a:xfrm>
              <a:prstGeom prst="ellipse">
                <a:avLst/>
              </a:prstGeom>
              <a:solidFill>
                <a:schemeClr val="bg1">
                  <a:lumMod val="95000"/>
                </a:schemeClr>
              </a:solidFill>
              <a:ln w="7620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6" name="Freeform: Shape 65">
                <a:extLst>
                  <a:ext uri="{FF2B5EF4-FFF2-40B4-BE49-F238E27FC236}">
                    <a16:creationId xmlns:a16="http://schemas.microsoft.com/office/drawing/2014/main" id="{44FE34C4-BF7F-11FA-D42C-8DD421CC2472}"/>
                  </a:ext>
                </a:extLst>
              </p:cNvPr>
              <p:cNvSpPr/>
              <p:nvPr/>
            </p:nvSpPr>
            <p:spPr>
              <a:xfrm rot="18900000">
                <a:off x="3790878" y="2281126"/>
                <a:ext cx="419663" cy="419664"/>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7" name="Freeform: Shape 66">
                <a:extLst>
                  <a:ext uri="{FF2B5EF4-FFF2-40B4-BE49-F238E27FC236}">
                    <a16:creationId xmlns:a16="http://schemas.microsoft.com/office/drawing/2014/main" id="{93748F7B-2A71-C6BA-55C9-3F85975DC7D0}"/>
                  </a:ext>
                </a:extLst>
              </p:cNvPr>
              <p:cNvSpPr/>
              <p:nvPr/>
            </p:nvSpPr>
            <p:spPr>
              <a:xfrm rot="18900000">
                <a:off x="4534984" y="2134453"/>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8" name="Freeform: Shape 67">
                <a:extLst>
                  <a:ext uri="{FF2B5EF4-FFF2-40B4-BE49-F238E27FC236}">
                    <a16:creationId xmlns:a16="http://schemas.microsoft.com/office/drawing/2014/main" id="{EBB58A27-3C46-4B94-F353-E1A49799E731}"/>
                  </a:ext>
                </a:extLst>
              </p:cNvPr>
              <p:cNvSpPr/>
              <p:nvPr/>
            </p:nvSpPr>
            <p:spPr>
              <a:xfrm rot="18900000">
                <a:off x="4946967" y="2636869"/>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9" name="Freeform: Shape 68">
                <a:extLst>
                  <a:ext uri="{FF2B5EF4-FFF2-40B4-BE49-F238E27FC236}">
                    <a16:creationId xmlns:a16="http://schemas.microsoft.com/office/drawing/2014/main" id="{A6532724-BEA2-A945-6142-1AE3E931659D}"/>
                  </a:ext>
                </a:extLst>
              </p:cNvPr>
              <p:cNvSpPr/>
              <p:nvPr/>
            </p:nvSpPr>
            <p:spPr>
              <a:xfrm rot="18900000">
                <a:off x="3228698" y="2556485"/>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0" name="Freeform: Shape 69">
                <a:extLst>
                  <a:ext uri="{FF2B5EF4-FFF2-40B4-BE49-F238E27FC236}">
                    <a16:creationId xmlns:a16="http://schemas.microsoft.com/office/drawing/2014/main" id="{C6900549-0835-A19D-852E-89E11B15B215}"/>
                  </a:ext>
                </a:extLst>
              </p:cNvPr>
              <p:cNvSpPr/>
              <p:nvPr/>
            </p:nvSpPr>
            <p:spPr>
              <a:xfrm rot="18900000">
                <a:off x="2877005" y="2255034"/>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72" name="TextBox 71">
              <a:extLst>
                <a:ext uri="{FF2B5EF4-FFF2-40B4-BE49-F238E27FC236}">
                  <a16:creationId xmlns:a16="http://schemas.microsoft.com/office/drawing/2014/main" id="{1C467C47-4777-7101-12FD-59F742D243A3}"/>
                </a:ext>
              </a:extLst>
            </p:cNvPr>
            <p:cNvSpPr txBox="1"/>
            <p:nvPr/>
          </p:nvSpPr>
          <p:spPr>
            <a:xfrm>
              <a:off x="2304243" y="3511438"/>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Top</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sp>
          <p:nvSpPr>
            <p:cNvPr id="73" name="TextBox 72">
              <a:extLst>
                <a:ext uri="{FF2B5EF4-FFF2-40B4-BE49-F238E27FC236}">
                  <a16:creationId xmlns:a16="http://schemas.microsoft.com/office/drawing/2014/main" id="{17455BE0-7034-956C-550E-F6D70ADD11E8}"/>
                </a:ext>
              </a:extLst>
            </p:cNvPr>
            <p:cNvSpPr txBox="1"/>
            <p:nvPr/>
          </p:nvSpPr>
          <p:spPr>
            <a:xfrm>
              <a:off x="2304243" y="4507900"/>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Middle</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sp>
          <p:nvSpPr>
            <p:cNvPr id="74" name="TextBox 73">
              <a:extLst>
                <a:ext uri="{FF2B5EF4-FFF2-40B4-BE49-F238E27FC236}">
                  <a16:creationId xmlns:a16="http://schemas.microsoft.com/office/drawing/2014/main" id="{E6EE692E-ECB2-B9DB-408A-CDA282CF94F2}"/>
                </a:ext>
              </a:extLst>
            </p:cNvPr>
            <p:cNvSpPr txBox="1"/>
            <p:nvPr/>
          </p:nvSpPr>
          <p:spPr>
            <a:xfrm>
              <a:off x="2304243" y="5469192"/>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Bottom</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84" name="Group 83">
            <a:extLst>
              <a:ext uri="{FF2B5EF4-FFF2-40B4-BE49-F238E27FC236}">
                <a16:creationId xmlns:a16="http://schemas.microsoft.com/office/drawing/2014/main" id="{20417800-B91A-602B-6ED3-298F9D00C63A}"/>
              </a:ext>
            </a:extLst>
          </p:cNvPr>
          <p:cNvGrpSpPr/>
          <p:nvPr/>
        </p:nvGrpSpPr>
        <p:grpSpPr>
          <a:xfrm>
            <a:off x="7492634" y="1195756"/>
            <a:ext cx="4088338" cy="1559168"/>
            <a:chOff x="7491046" y="1160587"/>
            <a:chExt cx="4088338" cy="1559168"/>
          </a:xfrm>
        </p:grpSpPr>
        <p:sp>
          <p:nvSpPr>
            <p:cNvPr id="75" name="Rectangle: Rounded Corners 74">
              <a:extLst>
                <a:ext uri="{FF2B5EF4-FFF2-40B4-BE49-F238E27FC236}">
                  <a16:creationId xmlns:a16="http://schemas.microsoft.com/office/drawing/2014/main" id="{5C5CF3A5-2E32-0639-C511-64818713ADB5}"/>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77" name="TextBox 76">
              <a:extLst>
                <a:ext uri="{FF2B5EF4-FFF2-40B4-BE49-F238E27FC236}">
                  <a16:creationId xmlns:a16="http://schemas.microsoft.com/office/drawing/2014/main" id="{8F3DB44A-377B-8E64-7B2F-431CCF22DB2F}"/>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lumMod val="85000"/>
                    </a:prstClr>
                  </a:solidFill>
                  <a:effectLst/>
                  <a:uLnTx/>
                  <a:uFillTx/>
                  <a:latin typeface="Segoe UI"/>
                  <a:ea typeface="+mn-ea"/>
                  <a:cs typeface="+mn-cs"/>
                </a:rPr>
                <a:t>Provide your prospects with the information they are looking for with non-advertising content.</a:t>
              </a:r>
              <a:endParaRPr kumimoji="0" lang="en-IN" sz="1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79" name="TextBox 78">
              <a:extLst>
                <a:ext uri="{FF2B5EF4-FFF2-40B4-BE49-F238E27FC236}">
                  <a16:creationId xmlns:a16="http://schemas.microsoft.com/office/drawing/2014/main" id="{0C24414E-A223-95D2-9006-BA9DC5EBB839}"/>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lumMod val="85000"/>
                    </a:prstClr>
                  </a:solidFill>
                  <a:effectLst/>
                  <a:uLnTx/>
                  <a:uFillTx/>
                  <a:latin typeface="Segoe UI"/>
                  <a:ea typeface="+mn-ea"/>
                  <a:cs typeface="+mn-cs"/>
                </a:rPr>
                <a:t>AWARENESS STAGE</a:t>
              </a:r>
            </a:p>
          </p:txBody>
        </p:sp>
      </p:grpSp>
      <p:grpSp>
        <p:nvGrpSpPr>
          <p:cNvPr id="93" name="Group 92">
            <a:extLst>
              <a:ext uri="{FF2B5EF4-FFF2-40B4-BE49-F238E27FC236}">
                <a16:creationId xmlns:a16="http://schemas.microsoft.com/office/drawing/2014/main" id="{0066DD62-C64A-B102-B321-2ECD25009346}"/>
              </a:ext>
            </a:extLst>
          </p:cNvPr>
          <p:cNvGrpSpPr/>
          <p:nvPr/>
        </p:nvGrpSpPr>
        <p:grpSpPr>
          <a:xfrm>
            <a:off x="7492634" y="2983525"/>
            <a:ext cx="4088338" cy="1559168"/>
            <a:chOff x="7491046" y="1160587"/>
            <a:chExt cx="4088338" cy="1559168"/>
          </a:xfrm>
        </p:grpSpPr>
        <p:sp>
          <p:nvSpPr>
            <p:cNvPr id="94" name="Rectangle: Rounded Corners 93">
              <a:extLst>
                <a:ext uri="{FF2B5EF4-FFF2-40B4-BE49-F238E27FC236}">
                  <a16:creationId xmlns:a16="http://schemas.microsoft.com/office/drawing/2014/main" id="{F867EF39-1147-8706-555C-9D36A33B0D46}"/>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95" name="TextBox 94">
              <a:extLst>
                <a:ext uri="{FF2B5EF4-FFF2-40B4-BE49-F238E27FC236}">
                  <a16:creationId xmlns:a16="http://schemas.microsoft.com/office/drawing/2014/main" id="{CCEDFF3E-2623-DA01-5C2D-AB54DEA59452}"/>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Continue to educate and start positioning your product as the best solution your prospects need.</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96" name="TextBox 95">
              <a:extLst>
                <a:ext uri="{FF2B5EF4-FFF2-40B4-BE49-F238E27FC236}">
                  <a16:creationId xmlns:a16="http://schemas.microsoft.com/office/drawing/2014/main" id="{B82D701E-CA11-90E7-F42C-49F1F6A6ECE2}"/>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lumMod val="85000"/>
                      <a:lumOff val="15000"/>
                    </a:prstClr>
                  </a:solidFill>
                  <a:effectLst/>
                  <a:uLnTx/>
                  <a:uFillTx/>
                  <a:latin typeface="Segoe UI"/>
                  <a:ea typeface="+mn-ea"/>
                  <a:cs typeface="+mn-cs"/>
                </a:rPr>
                <a:t>CONSIDERATION STAGE</a:t>
              </a:r>
            </a:p>
          </p:txBody>
        </p:sp>
      </p:grpSp>
      <p:grpSp>
        <p:nvGrpSpPr>
          <p:cNvPr id="97" name="Group 96">
            <a:extLst>
              <a:ext uri="{FF2B5EF4-FFF2-40B4-BE49-F238E27FC236}">
                <a16:creationId xmlns:a16="http://schemas.microsoft.com/office/drawing/2014/main" id="{58EAB84E-5A0A-7658-50D3-B70E10E26B9D}"/>
              </a:ext>
            </a:extLst>
          </p:cNvPr>
          <p:cNvGrpSpPr/>
          <p:nvPr/>
        </p:nvGrpSpPr>
        <p:grpSpPr>
          <a:xfrm>
            <a:off x="7492634" y="4771294"/>
            <a:ext cx="4088338" cy="1559168"/>
            <a:chOff x="7491046" y="1160587"/>
            <a:chExt cx="4088338" cy="1559168"/>
          </a:xfrm>
        </p:grpSpPr>
        <p:sp>
          <p:nvSpPr>
            <p:cNvPr id="98" name="Rectangle: Rounded Corners 97">
              <a:extLst>
                <a:ext uri="{FF2B5EF4-FFF2-40B4-BE49-F238E27FC236}">
                  <a16:creationId xmlns:a16="http://schemas.microsoft.com/office/drawing/2014/main" id="{D9732491-DC42-44EB-3EC2-12DCFDCA8858}"/>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99" name="TextBox 98">
              <a:extLst>
                <a:ext uri="{FF2B5EF4-FFF2-40B4-BE49-F238E27FC236}">
                  <a16:creationId xmlns:a16="http://schemas.microsoft.com/office/drawing/2014/main" id="{CAC9AD28-1578-7BC2-7470-EA7319F2A339}"/>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lumMod val="85000"/>
                    </a:prstClr>
                  </a:solidFill>
                  <a:effectLst/>
                  <a:uLnTx/>
                  <a:uFillTx/>
                  <a:latin typeface="Segoe UI"/>
                  <a:ea typeface="+mn-ea"/>
                  <a:cs typeface="+mn-cs"/>
                </a:rPr>
                <a:t>Show your potential customers why your product provides the best solution.</a:t>
              </a:r>
              <a:endParaRPr kumimoji="0" lang="en-IN" sz="1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100" name="TextBox 99">
              <a:extLst>
                <a:ext uri="{FF2B5EF4-FFF2-40B4-BE49-F238E27FC236}">
                  <a16:creationId xmlns:a16="http://schemas.microsoft.com/office/drawing/2014/main" id="{7B6AD60F-31B9-3D1A-9A58-2A9FE942EC11}"/>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lumMod val="85000"/>
                    </a:prstClr>
                  </a:solidFill>
                  <a:effectLst/>
                  <a:uLnTx/>
                  <a:uFillTx/>
                  <a:latin typeface="Segoe UI"/>
                  <a:ea typeface="+mn-ea"/>
                  <a:cs typeface="+mn-cs"/>
                </a:rPr>
                <a:t>DECISION STAGE</a:t>
              </a:r>
            </a:p>
          </p:txBody>
        </p:sp>
      </p:grpSp>
      <p:pic>
        <p:nvPicPr>
          <p:cNvPr id="116" name="Graphic 115" descr="Good Idea outline">
            <a:extLst>
              <a:ext uri="{FF2B5EF4-FFF2-40B4-BE49-F238E27FC236}">
                <a16:creationId xmlns:a16="http://schemas.microsoft.com/office/drawing/2014/main" id="{151D48D2-7327-B602-B2CC-AD06593B194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0589256" y="5156687"/>
            <a:ext cx="788382" cy="788382"/>
          </a:xfrm>
          <a:prstGeom prst="rect">
            <a:avLst/>
          </a:prstGeom>
        </p:spPr>
      </p:pic>
      <p:grpSp>
        <p:nvGrpSpPr>
          <p:cNvPr id="124" name="Group 123">
            <a:extLst>
              <a:ext uri="{FF2B5EF4-FFF2-40B4-BE49-F238E27FC236}">
                <a16:creationId xmlns:a16="http://schemas.microsoft.com/office/drawing/2014/main" id="{ABBB4B4F-FFBA-627F-387D-74A3EA6FFF50}"/>
              </a:ext>
            </a:extLst>
          </p:cNvPr>
          <p:cNvGrpSpPr/>
          <p:nvPr/>
        </p:nvGrpSpPr>
        <p:grpSpPr>
          <a:xfrm>
            <a:off x="10704188" y="1643975"/>
            <a:ext cx="558518" cy="662732"/>
            <a:chOff x="10694167" y="1399072"/>
            <a:chExt cx="647794" cy="768667"/>
          </a:xfrm>
          <a:solidFill>
            <a:schemeClr val="bg1">
              <a:lumMod val="85000"/>
            </a:schemeClr>
          </a:solidFill>
        </p:grpSpPr>
        <p:sp>
          <p:nvSpPr>
            <p:cNvPr id="118" name="Freeform: Shape 117">
              <a:extLst>
                <a:ext uri="{FF2B5EF4-FFF2-40B4-BE49-F238E27FC236}">
                  <a16:creationId xmlns:a16="http://schemas.microsoft.com/office/drawing/2014/main" id="{6EE67988-4D1C-ACA2-480A-8A245311EB87}"/>
                </a:ext>
              </a:extLst>
            </p:cNvPr>
            <p:cNvSpPr/>
            <p:nvPr/>
          </p:nvSpPr>
          <p:spPr>
            <a:xfrm>
              <a:off x="10694167" y="1399072"/>
              <a:ext cx="647794" cy="768667"/>
            </a:xfrm>
            <a:custGeom>
              <a:avLst/>
              <a:gdLst>
                <a:gd name="connsiteX0" fmla="*/ 572453 w 647794"/>
                <a:gd name="connsiteY0" fmla="*/ 301943 h 768667"/>
                <a:gd name="connsiteX1" fmla="*/ 572453 w 647794"/>
                <a:gd name="connsiteY1" fmla="*/ 297180 h 768667"/>
                <a:gd name="connsiteX2" fmla="*/ 296228 w 647794"/>
                <a:gd name="connsiteY2" fmla="*/ 0 h 768667"/>
                <a:gd name="connsiteX3" fmla="*/ 285750 w 647794"/>
                <a:gd name="connsiteY3" fmla="*/ 0 h 768667"/>
                <a:gd name="connsiteX4" fmla="*/ 0 w 647794"/>
                <a:gd name="connsiteY4" fmla="*/ 276225 h 768667"/>
                <a:gd name="connsiteX5" fmla="*/ 0 w 647794"/>
                <a:gd name="connsiteY5" fmla="*/ 297180 h 768667"/>
                <a:gd name="connsiteX6" fmla="*/ 112395 w 647794"/>
                <a:gd name="connsiteY6" fmla="*/ 527685 h 768667"/>
                <a:gd name="connsiteX7" fmla="*/ 112395 w 647794"/>
                <a:gd name="connsiteY7" fmla="*/ 768668 h 768667"/>
                <a:gd name="connsiteX8" fmla="*/ 413385 w 647794"/>
                <a:gd name="connsiteY8" fmla="*/ 768668 h 768667"/>
                <a:gd name="connsiteX9" fmla="*/ 413385 w 647794"/>
                <a:gd name="connsiteY9" fmla="*/ 654368 h 768667"/>
                <a:gd name="connsiteX10" fmla="*/ 460058 w 647794"/>
                <a:gd name="connsiteY10" fmla="*/ 654368 h 768667"/>
                <a:gd name="connsiteX11" fmla="*/ 572453 w 647794"/>
                <a:gd name="connsiteY11" fmla="*/ 541973 h 768667"/>
                <a:gd name="connsiteX12" fmla="*/ 572453 w 647794"/>
                <a:gd name="connsiteY12" fmla="*/ 541973 h 768667"/>
                <a:gd name="connsiteX13" fmla="*/ 572453 w 647794"/>
                <a:gd name="connsiteY13" fmla="*/ 540068 h 768667"/>
                <a:gd name="connsiteX14" fmla="*/ 572453 w 647794"/>
                <a:gd name="connsiteY14" fmla="*/ 482918 h 768667"/>
                <a:gd name="connsiteX15" fmla="*/ 614363 w 647794"/>
                <a:gd name="connsiteY15" fmla="*/ 482918 h 768667"/>
                <a:gd name="connsiteX16" fmla="*/ 638175 w 647794"/>
                <a:gd name="connsiteY16" fmla="*/ 416243 h 768667"/>
                <a:gd name="connsiteX17" fmla="*/ 572453 w 647794"/>
                <a:gd name="connsiteY17" fmla="*/ 301943 h 768667"/>
                <a:gd name="connsiteX18" fmla="*/ 626745 w 647794"/>
                <a:gd name="connsiteY18" fmla="*/ 454343 h 768667"/>
                <a:gd name="connsiteX19" fmla="*/ 613410 w 647794"/>
                <a:gd name="connsiteY19" fmla="*/ 464820 h 768667"/>
                <a:gd name="connsiteX20" fmla="*/ 553403 w 647794"/>
                <a:gd name="connsiteY20" fmla="*/ 464820 h 768667"/>
                <a:gd name="connsiteX21" fmla="*/ 553403 w 647794"/>
                <a:gd name="connsiteY21" fmla="*/ 542925 h 768667"/>
                <a:gd name="connsiteX22" fmla="*/ 460058 w 647794"/>
                <a:gd name="connsiteY22" fmla="*/ 636270 h 768667"/>
                <a:gd name="connsiteX23" fmla="*/ 394335 w 647794"/>
                <a:gd name="connsiteY23" fmla="*/ 636270 h 768667"/>
                <a:gd name="connsiteX24" fmla="*/ 394335 w 647794"/>
                <a:gd name="connsiteY24" fmla="*/ 750570 h 768667"/>
                <a:gd name="connsiteX25" fmla="*/ 131445 w 647794"/>
                <a:gd name="connsiteY25" fmla="*/ 750570 h 768667"/>
                <a:gd name="connsiteX26" fmla="*/ 131445 w 647794"/>
                <a:gd name="connsiteY26" fmla="*/ 518160 h 768667"/>
                <a:gd name="connsiteX27" fmla="*/ 123825 w 647794"/>
                <a:gd name="connsiteY27" fmla="*/ 512445 h 768667"/>
                <a:gd name="connsiteX28" fmla="*/ 19050 w 647794"/>
                <a:gd name="connsiteY28" fmla="*/ 297180 h 768667"/>
                <a:gd name="connsiteX29" fmla="*/ 19050 w 647794"/>
                <a:gd name="connsiteY29" fmla="*/ 297180 h 768667"/>
                <a:gd name="connsiteX30" fmla="*/ 19050 w 647794"/>
                <a:gd name="connsiteY30" fmla="*/ 297180 h 768667"/>
                <a:gd name="connsiteX31" fmla="*/ 19050 w 647794"/>
                <a:gd name="connsiteY31" fmla="*/ 278130 h 768667"/>
                <a:gd name="connsiteX32" fmla="*/ 285750 w 647794"/>
                <a:gd name="connsiteY32" fmla="*/ 19050 h 768667"/>
                <a:gd name="connsiteX33" fmla="*/ 295275 w 647794"/>
                <a:gd name="connsiteY33" fmla="*/ 19050 h 768667"/>
                <a:gd name="connsiteX34" fmla="*/ 552450 w 647794"/>
                <a:gd name="connsiteY34" fmla="*/ 296228 h 768667"/>
                <a:gd name="connsiteX35" fmla="*/ 552450 w 647794"/>
                <a:gd name="connsiteY35" fmla="*/ 306705 h 768667"/>
                <a:gd name="connsiteX36" fmla="*/ 555308 w 647794"/>
                <a:gd name="connsiteY36" fmla="*/ 311468 h 768667"/>
                <a:gd name="connsiteX37" fmla="*/ 621030 w 647794"/>
                <a:gd name="connsiteY37" fmla="*/ 425768 h 768667"/>
                <a:gd name="connsiteX38" fmla="*/ 621030 w 647794"/>
                <a:gd name="connsiteY38" fmla="*/ 425768 h 768667"/>
                <a:gd name="connsiteX39" fmla="*/ 621030 w 647794"/>
                <a:gd name="connsiteY39" fmla="*/ 425768 h 768667"/>
                <a:gd name="connsiteX40" fmla="*/ 626745 w 647794"/>
                <a:gd name="connsiteY40" fmla="*/ 454343 h 768667"/>
                <a:gd name="connsiteX41" fmla="*/ 626745 w 647794"/>
                <a:gd name="connsiteY41" fmla="*/ 454343 h 76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94" h="768667">
                  <a:moveTo>
                    <a:pt x="572453" y="301943"/>
                  </a:moveTo>
                  <a:lnTo>
                    <a:pt x="572453" y="297180"/>
                  </a:lnTo>
                  <a:cubicBezTo>
                    <a:pt x="578168" y="139065"/>
                    <a:pt x="454343" y="6668"/>
                    <a:pt x="296228" y="0"/>
                  </a:cubicBezTo>
                  <a:cubicBezTo>
                    <a:pt x="292418" y="0"/>
                    <a:pt x="289560" y="0"/>
                    <a:pt x="285750" y="0"/>
                  </a:cubicBezTo>
                  <a:cubicBezTo>
                    <a:pt x="131445" y="0"/>
                    <a:pt x="5715" y="121920"/>
                    <a:pt x="0" y="276225"/>
                  </a:cubicBezTo>
                  <a:cubicBezTo>
                    <a:pt x="0" y="282893"/>
                    <a:pt x="0" y="290513"/>
                    <a:pt x="0" y="297180"/>
                  </a:cubicBezTo>
                  <a:cubicBezTo>
                    <a:pt x="0" y="387668"/>
                    <a:pt x="40957" y="472440"/>
                    <a:pt x="112395" y="527685"/>
                  </a:cubicBezTo>
                  <a:lnTo>
                    <a:pt x="112395" y="768668"/>
                  </a:lnTo>
                  <a:lnTo>
                    <a:pt x="413385" y="768668"/>
                  </a:lnTo>
                  <a:lnTo>
                    <a:pt x="413385" y="654368"/>
                  </a:lnTo>
                  <a:lnTo>
                    <a:pt x="460058" y="654368"/>
                  </a:lnTo>
                  <a:cubicBezTo>
                    <a:pt x="521970" y="654368"/>
                    <a:pt x="572453" y="603885"/>
                    <a:pt x="572453" y="541973"/>
                  </a:cubicBezTo>
                  <a:lnTo>
                    <a:pt x="572453" y="541973"/>
                  </a:lnTo>
                  <a:cubicBezTo>
                    <a:pt x="572453" y="541020"/>
                    <a:pt x="572453" y="541020"/>
                    <a:pt x="572453" y="540068"/>
                  </a:cubicBezTo>
                  <a:lnTo>
                    <a:pt x="572453" y="482918"/>
                  </a:lnTo>
                  <a:lnTo>
                    <a:pt x="614363" y="482918"/>
                  </a:lnTo>
                  <a:cubicBezTo>
                    <a:pt x="639128" y="480060"/>
                    <a:pt x="661035" y="451485"/>
                    <a:pt x="638175" y="416243"/>
                  </a:cubicBezTo>
                  <a:lnTo>
                    <a:pt x="572453" y="301943"/>
                  </a:lnTo>
                  <a:close/>
                  <a:moveTo>
                    <a:pt x="626745" y="454343"/>
                  </a:moveTo>
                  <a:cubicBezTo>
                    <a:pt x="623888" y="460058"/>
                    <a:pt x="619125" y="462915"/>
                    <a:pt x="613410" y="464820"/>
                  </a:cubicBezTo>
                  <a:lnTo>
                    <a:pt x="553403" y="464820"/>
                  </a:lnTo>
                  <a:lnTo>
                    <a:pt x="553403" y="542925"/>
                  </a:lnTo>
                  <a:cubicBezTo>
                    <a:pt x="553403" y="594360"/>
                    <a:pt x="511492" y="636270"/>
                    <a:pt x="460058" y="636270"/>
                  </a:cubicBezTo>
                  <a:lnTo>
                    <a:pt x="394335" y="636270"/>
                  </a:lnTo>
                  <a:lnTo>
                    <a:pt x="394335" y="750570"/>
                  </a:lnTo>
                  <a:lnTo>
                    <a:pt x="131445" y="750570"/>
                  </a:lnTo>
                  <a:lnTo>
                    <a:pt x="131445" y="518160"/>
                  </a:lnTo>
                  <a:lnTo>
                    <a:pt x="123825" y="512445"/>
                  </a:lnTo>
                  <a:cubicBezTo>
                    <a:pt x="57150" y="461010"/>
                    <a:pt x="19050" y="381000"/>
                    <a:pt x="19050" y="297180"/>
                  </a:cubicBezTo>
                  <a:lnTo>
                    <a:pt x="19050" y="297180"/>
                  </a:lnTo>
                  <a:lnTo>
                    <a:pt x="19050" y="297180"/>
                  </a:lnTo>
                  <a:cubicBezTo>
                    <a:pt x="19050" y="290513"/>
                    <a:pt x="19050" y="283845"/>
                    <a:pt x="19050" y="278130"/>
                  </a:cubicBezTo>
                  <a:cubicBezTo>
                    <a:pt x="23813" y="133350"/>
                    <a:pt x="141923" y="19050"/>
                    <a:pt x="285750" y="19050"/>
                  </a:cubicBezTo>
                  <a:cubicBezTo>
                    <a:pt x="288608" y="19050"/>
                    <a:pt x="292418" y="19050"/>
                    <a:pt x="295275" y="19050"/>
                  </a:cubicBezTo>
                  <a:cubicBezTo>
                    <a:pt x="442913" y="24765"/>
                    <a:pt x="558165" y="148590"/>
                    <a:pt x="552450" y="296228"/>
                  </a:cubicBezTo>
                  <a:lnTo>
                    <a:pt x="552450" y="306705"/>
                  </a:lnTo>
                  <a:lnTo>
                    <a:pt x="555308" y="311468"/>
                  </a:lnTo>
                  <a:lnTo>
                    <a:pt x="621030" y="425768"/>
                  </a:lnTo>
                  <a:lnTo>
                    <a:pt x="621030" y="425768"/>
                  </a:lnTo>
                  <a:lnTo>
                    <a:pt x="621030" y="425768"/>
                  </a:lnTo>
                  <a:cubicBezTo>
                    <a:pt x="628650" y="434340"/>
                    <a:pt x="630555" y="444818"/>
                    <a:pt x="626745" y="454343"/>
                  </a:cubicBezTo>
                  <a:cubicBezTo>
                    <a:pt x="626745" y="454343"/>
                    <a:pt x="626745" y="454343"/>
                    <a:pt x="626745" y="454343"/>
                  </a:cubicBezTo>
                  <a:close/>
                </a:path>
              </a:pathLst>
            </a:custGeom>
            <a:grp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2" name="Freeform: Shape 111">
              <a:extLst>
                <a:ext uri="{FF2B5EF4-FFF2-40B4-BE49-F238E27FC236}">
                  <a16:creationId xmlns:a16="http://schemas.microsoft.com/office/drawing/2014/main" id="{CD993CD0-FD5F-78B8-9859-4F7FED3BAE24}"/>
                </a:ext>
              </a:extLst>
            </p:cNvPr>
            <p:cNvSpPr/>
            <p:nvPr/>
          </p:nvSpPr>
          <p:spPr>
            <a:xfrm>
              <a:off x="10850700" y="1521111"/>
              <a:ext cx="274056" cy="190893"/>
            </a:xfrm>
            <a:custGeom>
              <a:avLst/>
              <a:gdLst>
                <a:gd name="connsiteX0" fmla="*/ 378342 w 738470"/>
                <a:gd name="connsiteY0" fmla="*/ 19052 h 514381"/>
                <a:gd name="connsiteX1" fmla="*/ 466353 w 738470"/>
                <a:gd name="connsiteY1" fmla="*/ 91690 h 514381"/>
                <a:gd name="connsiteX2" fmla="*/ 466496 w 738470"/>
                <a:gd name="connsiteY2" fmla="*/ 91747 h 514381"/>
                <a:gd name="connsiteX3" fmla="*/ 522084 w 738470"/>
                <a:gd name="connsiteY3" fmla="*/ 72964 h 514381"/>
                <a:gd name="connsiteX4" fmla="*/ 611914 w 738470"/>
                <a:gd name="connsiteY4" fmla="*/ 162822 h 514381"/>
                <a:gd name="connsiteX5" fmla="*/ 609267 w 738470"/>
                <a:gd name="connsiteY5" fmla="*/ 183339 h 514381"/>
                <a:gd name="connsiteX6" fmla="*/ 609338 w 738470"/>
                <a:gd name="connsiteY6" fmla="*/ 183454 h 514381"/>
                <a:gd name="connsiteX7" fmla="*/ 609381 w 738470"/>
                <a:gd name="connsiteY7" fmla="*/ 183454 h 514381"/>
                <a:gd name="connsiteX8" fmla="*/ 631060 w 738470"/>
                <a:gd name="connsiteY8" fmla="*/ 180806 h 514381"/>
                <a:gd name="connsiteX9" fmla="*/ 719607 w 738470"/>
                <a:gd name="connsiteY9" fmla="*/ 271957 h 514381"/>
                <a:gd name="connsiteX10" fmla="*/ 629888 w 738470"/>
                <a:gd name="connsiteY10" fmla="*/ 360514 h 514381"/>
                <a:gd name="connsiteX11" fmla="*/ 594074 w 738470"/>
                <a:gd name="connsiteY11" fmla="*/ 352484 h 514381"/>
                <a:gd name="connsiteX12" fmla="*/ 593959 w 738470"/>
                <a:gd name="connsiteY12" fmla="*/ 352522 h 514381"/>
                <a:gd name="connsiteX13" fmla="*/ 593950 w 738470"/>
                <a:gd name="connsiteY13" fmla="*/ 352570 h 514381"/>
                <a:gd name="connsiteX14" fmla="*/ 593950 w 738470"/>
                <a:gd name="connsiteY14" fmla="*/ 358628 h 514381"/>
                <a:gd name="connsiteX15" fmla="*/ 511159 w 738470"/>
                <a:gd name="connsiteY15" fmla="*/ 450068 h 514381"/>
                <a:gd name="connsiteX16" fmla="*/ 432378 w 738470"/>
                <a:gd name="connsiteY16" fmla="*/ 413673 h 514381"/>
                <a:gd name="connsiteX17" fmla="*/ 432257 w 738470"/>
                <a:gd name="connsiteY17" fmla="*/ 413659 h 514381"/>
                <a:gd name="connsiteX18" fmla="*/ 432225 w 738470"/>
                <a:gd name="connsiteY18" fmla="*/ 413720 h 514381"/>
                <a:gd name="connsiteX19" fmla="*/ 334119 w 738470"/>
                <a:gd name="connsiteY19" fmla="*/ 494874 h 514381"/>
                <a:gd name="connsiteX20" fmla="*/ 252565 w 738470"/>
                <a:gd name="connsiteY20" fmla="*/ 405405 h 514381"/>
                <a:gd name="connsiteX21" fmla="*/ 253422 w 738470"/>
                <a:gd name="connsiteY21" fmla="*/ 395737 h 514381"/>
                <a:gd name="connsiteX22" fmla="*/ 253393 w 738470"/>
                <a:gd name="connsiteY22" fmla="*/ 395632 h 514381"/>
                <a:gd name="connsiteX23" fmla="*/ 253289 w 738470"/>
                <a:gd name="connsiteY23" fmla="*/ 395661 h 514381"/>
                <a:gd name="connsiteX24" fmla="*/ 128055 w 738470"/>
                <a:gd name="connsiteY24" fmla="*/ 379829 h 514381"/>
                <a:gd name="connsiteX25" fmla="*/ 109728 w 738470"/>
                <a:gd name="connsiteY25" fmla="*/ 333558 h 514381"/>
                <a:gd name="connsiteX26" fmla="*/ 108823 w 738470"/>
                <a:gd name="connsiteY26" fmla="*/ 333558 h 514381"/>
                <a:gd name="connsiteX27" fmla="*/ 19095 w 738470"/>
                <a:gd name="connsiteY27" fmla="*/ 243569 h 514381"/>
                <a:gd name="connsiteX28" fmla="*/ 107651 w 738470"/>
                <a:gd name="connsiteY28" fmla="*/ 153850 h 514381"/>
                <a:gd name="connsiteX29" fmla="*/ 129330 w 738470"/>
                <a:gd name="connsiteY29" fmla="*/ 156498 h 514381"/>
                <a:gd name="connsiteX30" fmla="*/ 129454 w 738470"/>
                <a:gd name="connsiteY30" fmla="*/ 156417 h 514381"/>
                <a:gd name="connsiteX31" fmla="*/ 129454 w 738470"/>
                <a:gd name="connsiteY31" fmla="*/ 156374 h 514381"/>
                <a:gd name="connsiteX32" fmla="*/ 126816 w 738470"/>
                <a:gd name="connsiteY32" fmla="*/ 137762 h 514381"/>
                <a:gd name="connsiteX33" fmla="*/ 214145 w 738470"/>
                <a:gd name="connsiteY33" fmla="*/ 46074 h 514381"/>
                <a:gd name="connsiteX34" fmla="*/ 291093 w 738470"/>
                <a:gd name="connsiteY34" fmla="*/ 86327 h 514381"/>
                <a:gd name="connsiteX35" fmla="*/ 291209 w 738470"/>
                <a:gd name="connsiteY35" fmla="*/ 86364 h 514381"/>
                <a:gd name="connsiteX36" fmla="*/ 291246 w 738470"/>
                <a:gd name="connsiteY36" fmla="*/ 86327 h 514381"/>
                <a:gd name="connsiteX37" fmla="*/ 378342 w 738470"/>
                <a:gd name="connsiteY37" fmla="*/ 19052 h 514381"/>
                <a:gd name="connsiteX38" fmla="*/ 378342 w 738470"/>
                <a:gd name="connsiteY38" fmla="*/ 2 h 514381"/>
                <a:gd name="connsiteX39" fmla="*/ 285712 w 738470"/>
                <a:gd name="connsiteY39" fmla="*/ 52104 h 514381"/>
                <a:gd name="connsiteX40" fmla="*/ 216636 w 738470"/>
                <a:gd name="connsiteY40" fmla="*/ 26958 h 514381"/>
                <a:gd name="connsiteX41" fmla="*/ 107747 w 738470"/>
                <a:gd name="connsiteY41" fmla="*/ 134800 h 514381"/>
                <a:gd name="connsiteX42" fmla="*/ 6 w 738470"/>
                <a:gd name="connsiteY42" fmla="*/ 244884 h 514381"/>
                <a:gd name="connsiteX43" fmla="*/ 93554 w 738470"/>
                <a:gd name="connsiteY43" fmla="*/ 351541 h 514381"/>
                <a:gd name="connsiteX44" fmla="*/ 224877 w 738470"/>
                <a:gd name="connsiteY44" fmla="*/ 430226 h 514381"/>
                <a:gd name="connsiteX45" fmla="*/ 235648 w 738470"/>
                <a:gd name="connsiteY45" fmla="*/ 426922 h 514381"/>
                <a:gd name="connsiteX46" fmla="*/ 364184 w 738470"/>
                <a:gd name="connsiteY46" fmla="*/ 512194 h 514381"/>
                <a:gd name="connsiteX47" fmla="*/ 442093 w 738470"/>
                <a:gd name="connsiteY47" fmla="*/ 449877 h 514381"/>
                <a:gd name="connsiteX48" fmla="*/ 504111 w 738470"/>
                <a:gd name="connsiteY48" fmla="*/ 469423 h 514381"/>
                <a:gd name="connsiteX49" fmla="*/ 611638 w 738470"/>
                <a:gd name="connsiteY49" fmla="*/ 377735 h 514381"/>
                <a:gd name="connsiteX50" fmla="*/ 629888 w 738470"/>
                <a:gd name="connsiteY50" fmla="*/ 379564 h 514381"/>
                <a:gd name="connsiteX51" fmla="*/ 738470 w 738470"/>
                <a:gd name="connsiteY51" fmla="*/ 270329 h 514381"/>
                <a:gd name="connsiteX52" fmla="*/ 630964 w 738470"/>
                <a:gd name="connsiteY52" fmla="*/ 161756 h 514381"/>
                <a:gd name="connsiteX53" fmla="*/ 522084 w 738470"/>
                <a:gd name="connsiteY53" fmla="*/ 53914 h 514381"/>
                <a:gd name="connsiteX54" fmla="*/ 477441 w 738470"/>
                <a:gd name="connsiteY54" fmla="*/ 63353 h 514381"/>
                <a:gd name="connsiteX55" fmla="*/ 378342 w 738470"/>
                <a:gd name="connsiteY55" fmla="*/ 2 h 514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38470" h="514381">
                  <a:moveTo>
                    <a:pt x="378342" y="19052"/>
                  </a:moveTo>
                  <a:cubicBezTo>
                    <a:pt x="421387" y="18790"/>
                    <a:pt x="458448" y="49377"/>
                    <a:pt x="466353" y="91690"/>
                  </a:cubicBezTo>
                  <a:cubicBezTo>
                    <a:pt x="466353" y="91756"/>
                    <a:pt x="466439" y="91794"/>
                    <a:pt x="466496" y="91747"/>
                  </a:cubicBezTo>
                  <a:cubicBezTo>
                    <a:pt x="482496" y="79619"/>
                    <a:pt x="502007" y="73026"/>
                    <a:pt x="522084" y="72964"/>
                  </a:cubicBezTo>
                  <a:cubicBezTo>
                    <a:pt x="571642" y="73121"/>
                    <a:pt x="611773" y="113265"/>
                    <a:pt x="611914" y="162822"/>
                  </a:cubicBezTo>
                  <a:cubicBezTo>
                    <a:pt x="611963" y="169750"/>
                    <a:pt x="611072" y="176652"/>
                    <a:pt x="609267" y="183339"/>
                  </a:cubicBezTo>
                  <a:cubicBezTo>
                    <a:pt x="609255" y="183391"/>
                    <a:pt x="609287" y="183442"/>
                    <a:pt x="609338" y="183454"/>
                  </a:cubicBezTo>
                  <a:cubicBezTo>
                    <a:pt x="609352" y="183456"/>
                    <a:pt x="609367" y="183456"/>
                    <a:pt x="609381" y="183454"/>
                  </a:cubicBezTo>
                  <a:cubicBezTo>
                    <a:pt x="616454" y="181597"/>
                    <a:pt x="623747" y="180706"/>
                    <a:pt x="631060" y="180806"/>
                  </a:cubicBezTo>
                  <a:cubicBezTo>
                    <a:pt x="680682" y="181525"/>
                    <a:pt x="720326" y="222335"/>
                    <a:pt x="719607" y="271957"/>
                  </a:cubicBezTo>
                  <a:cubicBezTo>
                    <a:pt x="718896" y="321021"/>
                    <a:pt x="678957" y="360442"/>
                    <a:pt x="629888" y="360514"/>
                  </a:cubicBezTo>
                  <a:cubicBezTo>
                    <a:pt x="617543" y="360179"/>
                    <a:pt x="605380" y="357452"/>
                    <a:pt x="594074" y="352484"/>
                  </a:cubicBezTo>
                  <a:cubicBezTo>
                    <a:pt x="594032" y="352463"/>
                    <a:pt x="593980" y="352479"/>
                    <a:pt x="593959" y="352522"/>
                  </a:cubicBezTo>
                  <a:cubicBezTo>
                    <a:pt x="593951" y="352537"/>
                    <a:pt x="593948" y="352554"/>
                    <a:pt x="593950" y="352570"/>
                  </a:cubicBezTo>
                  <a:lnTo>
                    <a:pt x="593950" y="358628"/>
                  </a:lnTo>
                  <a:cubicBezTo>
                    <a:pt x="594340" y="406003"/>
                    <a:pt x="558340" y="445763"/>
                    <a:pt x="511159" y="450068"/>
                  </a:cubicBezTo>
                  <a:cubicBezTo>
                    <a:pt x="480332" y="452598"/>
                    <a:pt x="450434" y="438785"/>
                    <a:pt x="432378" y="413673"/>
                  </a:cubicBezTo>
                  <a:cubicBezTo>
                    <a:pt x="432348" y="413636"/>
                    <a:pt x="432294" y="413630"/>
                    <a:pt x="432257" y="413659"/>
                  </a:cubicBezTo>
                  <a:cubicBezTo>
                    <a:pt x="432239" y="413675"/>
                    <a:pt x="432227" y="413697"/>
                    <a:pt x="432225" y="413720"/>
                  </a:cubicBezTo>
                  <a:cubicBezTo>
                    <a:pt x="427544" y="463222"/>
                    <a:pt x="383620" y="499556"/>
                    <a:pt x="334119" y="494874"/>
                  </a:cubicBezTo>
                  <a:cubicBezTo>
                    <a:pt x="287947" y="490508"/>
                    <a:pt x="252648" y="451782"/>
                    <a:pt x="252565" y="405405"/>
                  </a:cubicBezTo>
                  <a:cubicBezTo>
                    <a:pt x="252557" y="402163"/>
                    <a:pt x="252845" y="398927"/>
                    <a:pt x="253422" y="395737"/>
                  </a:cubicBezTo>
                  <a:cubicBezTo>
                    <a:pt x="253443" y="395700"/>
                    <a:pt x="253431" y="395653"/>
                    <a:pt x="253393" y="395632"/>
                  </a:cubicBezTo>
                  <a:cubicBezTo>
                    <a:pt x="253356" y="395611"/>
                    <a:pt x="253310" y="395624"/>
                    <a:pt x="253289" y="395661"/>
                  </a:cubicBezTo>
                  <a:cubicBezTo>
                    <a:pt x="214334" y="425871"/>
                    <a:pt x="158265" y="418783"/>
                    <a:pt x="128055" y="379829"/>
                  </a:cubicBezTo>
                  <a:cubicBezTo>
                    <a:pt x="117682" y="366455"/>
                    <a:pt x="111326" y="350407"/>
                    <a:pt x="109728" y="333558"/>
                  </a:cubicBezTo>
                  <a:lnTo>
                    <a:pt x="108823" y="333558"/>
                  </a:lnTo>
                  <a:cubicBezTo>
                    <a:pt x="59196" y="333486"/>
                    <a:pt x="19022" y="293197"/>
                    <a:pt x="19095" y="243569"/>
                  </a:cubicBezTo>
                  <a:cubicBezTo>
                    <a:pt x="19166" y="194500"/>
                    <a:pt x="58587" y="154560"/>
                    <a:pt x="107651" y="153850"/>
                  </a:cubicBezTo>
                  <a:cubicBezTo>
                    <a:pt x="114964" y="153749"/>
                    <a:pt x="122257" y="154640"/>
                    <a:pt x="129330" y="156498"/>
                  </a:cubicBezTo>
                  <a:cubicBezTo>
                    <a:pt x="129387" y="156509"/>
                    <a:pt x="129443" y="156473"/>
                    <a:pt x="129454" y="156417"/>
                  </a:cubicBezTo>
                  <a:cubicBezTo>
                    <a:pt x="129457" y="156403"/>
                    <a:pt x="129457" y="156388"/>
                    <a:pt x="129454" y="156374"/>
                  </a:cubicBezTo>
                  <a:cubicBezTo>
                    <a:pt x="127862" y="150292"/>
                    <a:pt x="126977" y="144047"/>
                    <a:pt x="126816" y="137762"/>
                  </a:cubicBezTo>
                  <a:cubicBezTo>
                    <a:pt x="125612" y="88328"/>
                    <a:pt x="164710" y="47277"/>
                    <a:pt x="214145" y="46074"/>
                  </a:cubicBezTo>
                  <a:cubicBezTo>
                    <a:pt x="245020" y="45322"/>
                    <a:pt x="274103" y="60536"/>
                    <a:pt x="291093" y="86327"/>
                  </a:cubicBezTo>
                  <a:cubicBezTo>
                    <a:pt x="291115" y="86369"/>
                    <a:pt x="291167" y="86386"/>
                    <a:pt x="291209" y="86364"/>
                  </a:cubicBezTo>
                  <a:cubicBezTo>
                    <a:pt x="291225" y="86356"/>
                    <a:pt x="291237" y="86343"/>
                    <a:pt x="291246" y="86327"/>
                  </a:cubicBezTo>
                  <a:cubicBezTo>
                    <a:pt x="302001" y="46971"/>
                    <a:pt x="337546" y="19515"/>
                    <a:pt x="378342" y="19052"/>
                  </a:cubicBezTo>
                  <a:moveTo>
                    <a:pt x="378342" y="2"/>
                  </a:moveTo>
                  <a:cubicBezTo>
                    <a:pt x="340553" y="258"/>
                    <a:pt x="305555" y="19944"/>
                    <a:pt x="285712" y="52104"/>
                  </a:cubicBezTo>
                  <a:cubicBezTo>
                    <a:pt x="266344" y="35888"/>
                    <a:pt x="241897" y="26988"/>
                    <a:pt x="216636" y="26958"/>
                  </a:cubicBezTo>
                  <a:cubicBezTo>
                    <a:pt x="156937" y="27032"/>
                    <a:pt x="108398" y="75104"/>
                    <a:pt x="107747" y="134800"/>
                  </a:cubicBezTo>
                  <a:cubicBezTo>
                    <a:pt x="47596" y="135447"/>
                    <a:pt x="-641" y="184733"/>
                    <a:pt x="6" y="244884"/>
                  </a:cubicBezTo>
                  <a:cubicBezTo>
                    <a:pt x="585" y="298655"/>
                    <a:pt x="40318" y="343956"/>
                    <a:pt x="93554" y="351541"/>
                  </a:cubicBezTo>
                  <a:cubicBezTo>
                    <a:pt x="108090" y="409533"/>
                    <a:pt x="166885" y="444761"/>
                    <a:pt x="224877" y="430226"/>
                  </a:cubicBezTo>
                  <a:cubicBezTo>
                    <a:pt x="228522" y="429313"/>
                    <a:pt x="232117" y="428210"/>
                    <a:pt x="235648" y="426922"/>
                  </a:cubicBezTo>
                  <a:cubicBezTo>
                    <a:pt x="247596" y="485964"/>
                    <a:pt x="305144" y="524141"/>
                    <a:pt x="364184" y="512194"/>
                  </a:cubicBezTo>
                  <a:cubicBezTo>
                    <a:pt x="398689" y="505212"/>
                    <a:pt x="427702" y="482005"/>
                    <a:pt x="442093" y="449877"/>
                  </a:cubicBezTo>
                  <a:cubicBezTo>
                    <a:pt x="460225" y="462694"/>
                    <a:pt x="481907" y="469527"/>
                    <a:pt x="504111" y="469423"/>
                  </a:cubicBezTo>
                  <a:cubicBezTo>
                    <a:pt x="557585" y="469358"/>
                    <a:pt x="603124" y="430527"/>
                    <a:pt x="611638" y="377735"/>
                  </a:cubicBezTo>
                  <a:cubicBezTo>
                    <a:pt x="617649" y="378928"/>
                    <a:pt x="623761" y="379541"/>
                    <a:pt x="629888" y="379564"/>
                  </a:cubicBezTo>
                  <a:cubicBezTo>
                    <a:pt x="690037" y="379384"/>
                    <a:pt x="738650" y="330478"/>
                    <a:pt x="738470" y="270329"/>
                  </a:cubicBezTo>
                  <a:cubicBezTo>
                    <a:pt x="738291" y="210855"/>
                    <a:pt x="690434" y="162521"/>
                    <a:pt x="630964" y="161756"/>
                  </a:cubicBezTo>
                  <a:cubicBezTo>
                    <a:pt x="630313" y="102063"/>
                    <a:pt x="581780" y="53994"/>
                    <a:pt x="522084" y="53914"/>
                  </a:cubicBezTo>
                  <a:cubicBezTo>
                    <a:pt x="506711" y="53939"/>
                    <a:pt x="491509" y="57154"/>
                    <a:pt x="477441" y="63353"/>
                  </a:cubicBezTo>
                  <a:cubicBezTo>
                    <a:pt x="459782" y="24549"/>
                    <a:pt x="420974" y="-260"/>
                    <a:pt x="378342" y="2"/>
                  </a:cubicBezTo>
                  <a:close/>
                </a:path>
              </a:pathLst>
            </a:custGeom>
            <a:grpFill/>
            <a:ln w="9525" cap="flat">
              <a:solidFill>
                <a:schemeClr val="bg1">
                  <a:lumMod val="85000"/>
                </a:schemeClr>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3" name="Freeform: Shape 112">
              <a:extLst>
                <a:ext uri="{FF2B5EF4-FFF2-40B4-BE49-F238E27FC236}">
                  <a16:creationId xmlns:a16="http://schemas.microsoft.com/office/drawing/2014/main" id="{86F06A3B-8642-F0AC-E8AA-3390AE9B7AE8}"/>
                </a:ext>
              </a:extLst>
            </p:cNvPr>
            <p:cNvSpPr/>
            <p:nvPr/>
          </p:nvSpPr>
          <p:spPr>
            <a:xfrm>
              <a:off x="10867982" y="1706763"/>
              <a:ext cx="59300" cy="59300"/>
            </a:xfrm>
            <a:custGeom>
              <a:avLst/>
              <a:gdLst>
                <a:gd name="connsiteX0" fmla="*/ 57150 w 114300"/>
                <a:gd name="connsiteY0" fmla="*/ 19050 h 114299"/>
                <a:gd name="connsiteX1" fmla="*/ 95250 w 114300"/>
                <a:gd name="connsiteY1" fmla="*/ 57150 h 114299"/>
                <a:gd name="connsiteX2" fmla="*/ 57150 w 114300"/>
                <a:gd name="connsiteY2" fmla="*/ 95250 h 114299"/>
                <a:gd name="connsiteX3" fmla="*/ 19050 w 114300"/>
                <a:gd name="connsiteY3" fmla="*/ 57150 h 114299"/>
                <a:gd name="connsiteX4" fmla="*/ 57150 w 114300"/>
                <a:gd name="connsiteY4" fmla="*/ 19050 h 114299"/>
                <a:gd name="connsiteX5" fmla="*/ 57150 w 114300"/>
                <a:gd name="connsiteY5" fmla="*/ 0 h 114299"/>
                <a:gd name="connsiteX6" fmla="*/ 0 w 114300"/>
                <a:gd name="connsiteY6" fmla="*/ 57150 h 114299"/>
                <a:gd name="connsiteX7" fmla="*/ 57150 w 114300"/>
                <a:gd name="connsiteY7" fmla="*/ 114300 h 114299"/>
                <a:gd name="connsiteX8" fmla="*/ 114300 w 114300"/>
                <a:gd name="connsiteY8" fmla="*/ 57150 h 114299"/>
                <a:gd name="connsiteX9" fmla="*/ 57150 w 114300"/>
                <a:gd name="connsiteY9"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114299">
                  <a:moveTo>
                    <a:pt x="57150" y="19050"/>
                  </a:moveTo>
                  <a:cubicBezTo>
                    <a:pt x="78192" y="19050"/>
                    <a:pt x="95250" y="36108"/>
                    <a:pt x="95250" y="57150"/>
                  </a:cubicBezTo>
                  <a:cubicBezTo>
                    <a:pt x="95250" y="78192"/>
                    <a:pt x="78192" y="95250"/>
                    <a:pt x="57150" y="95250"/>
                  </a:cubicBezTo>
                  <a:cubicBezTo>
                    <a:pt x="36108" y="95250"/>
                    <a:pt x="19050" y="78192"/>
                    <a:pt x="19050" y="57150"/>
                  </a:cubicBezTo>
                  <a:cubicBezTo>
                    <a:pt x="19081" y="36121"/>
                    <a:pt x="36121" y="19081"/>
                    <a:pt x="57150" y="19050"/>
                  </a:cubicBezTo>
                  <a:moveTo>
                    <a:pt x="57150" y="0"/>
                  </a:moveTo>
                  <a:cubicBezTo>
                    <a:pt x="25587" y="0"/>
                    <a:pt x="0" y="25587"/>
                    <a:pt x="0" y="57150"/>
                  </a:cubicBezTo>
                  <a:cubicBezTo>
                    <a:pt x="0" y="88713"/>
                    <a:pt x="25587" y="114300"/>
                    <a:pt x="57150" y="114300"/>
                  </a:cubicBezTo>
                  <a:cubicBezTo>
                    <a:pt x="88713" y="114300"/>
                    <a:pt x="114300" y="88713"/>
                    <a:pt x="114300" y="57150"/>
                  </a:cubicBezTo>
                  <a:cubicBezTo>
                    <a:pt x="114300" y="25587"/>
                    <a:pt x="88713" y="0"/>
                    <a:pt x="57150" y="0"/>
                  </a:cubicBezTo>
                  <a:close/>
                </a:path>
              </a:pathLst>
            </a:custGeom>
            <a:grpFill/>
            <a:ln w="9525" cap="flat">
              <a:solidFill>
                <a:schemeClr val="bg1">
                  <a:lumMod val="85000"/>
                </a:schemeClr>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25" name="Freeform: Shape 124">
              <a:extLst>
                <a:ext uri="{FF2B5EF4-FFF2-40B4-BE49-F238E27FC236}">
                  <a16:creationId xmlns:a16="http://schemas.microsoft.com/office/drawing/2014/main" id="{3734DEB4-20CA-125F-E946-04022E9123F2}"/>
                </a:ext>
              </a:extLst>
            </p:cNvPr>
            <p:cNvSpPr/>
            <p:nvPr/>
          </p:nvSpPr>
          <p:spPr>
            <a:xfrm>
              <a:off x="10820231" y="1753517"/>
              <a:ext cx="42418" cy="42418"/>
            </a:xfrm>
            <a:custGeom>
              <a:avLst/>
              <a:gdLst>
                <a:gd name="connsiteX0" fmla="*/ 57150 w 114300"/>
                <a:gd name="connsiteY0" fmla="*/ 19050 h 114299"/>
                <a:gd name="connsiteX1" fmla="*/ 95250 w 114300"/>
                <a:gd name="connsiteY1" fmla="*/ 57150 h 114299"/>
                <a:gd name="connsiteX2" fmla="*/ 57150 w 114300"/>
                <a:gd name="connsiteY2" fmla="*/ 95250 h 114299"/>
                <a:gd name="connsiteX3" fmla="*/ 19050 w 114300"/>
                <a:gd name="connsiteY3" fmla="*/ 57150 h 114299"/>
                <a:gd name="connsiteX4" fmla="*/ 57150 w 114300"/>
                <a:gd name="connsiteY4" fmla="*/ 19050 h 114299"/>
                <a:gd name="connsiteX5" fmla="*/ 57150 w 114300"/>
                <a:gd name="connsiteY5" fmla="*/ 0 h 114299"/>
                <a:gd name="connsiteX6" fmla="*/ 0 w 114300"/>
                <a:gd name="connsiteY6" fmla="*/ 57150 h 114299"/>
                <a:gd name="connsiteX7" fmla="*/ 57150 w 114300"/>
                <a:gd name="connsiteY7" fmla="*/ 114300 h 114299"/>
                <a:gd name="connsiteX8" fmla="*/ 114300 w 114300"/>
                <a:gd name="connsiteY8" fmla="*/ 57150 h 114299"/>
                <a:gd name="connsiteX9" fmla="*/ 57150 w 114300"/>
                <a:gd name="connsiteY9"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114299">
                  <a:moveTo>
                    <a:pt x="57150" y="19050"/>
                  </a:moveTo>
                  <a:cubicBezTo>
                    <a:pt x="78192" y="19050"/>
                    <a:pt x="95250" y="36108"/>
                    <a:pt x="95250" y="57150"/>
                  </a:cubicBezTo>
                  <a:cubicBezTo>
                    <a:pt x="95250" y="78192"/>
                    <a:pt x="78192" y="95250"/>
                    <a:pt x="57150" y="95250"/>
                  </a:cubicBezTo>
                  <a:cubicBezTo>
                    <a:pt x="36108" y="95250"/>
                    <a:pt x="19050" y="78192"/>
                    <a:pt x="19050" y="57150"/>
                  </a:cubicBezTo>
                  <a:cubicBezTo>
                    <a:pt x="19081" y="36121"/>
                    <a:pt x="36121" y="19081"/>
                    <a:pt x="57150" y="19050"/>
                  </a:cubicBezTo>
                  <a:moveTo>
                    <a:pt x="57150" y="0"/>
                  </a:moveTo>
                  <a:cubicBezTo>
                    <a:pt x="25587" y="0"/>
                    <a:pt x="0" y="25587"/>
                    <a:pt x="0" y="57150"/>
                  </a:cubicBezTo>
                  <a:cubicBezTo>
                    <a:pt x="0" y="88713"/>
                    <a:pt x="25587" y="114300"/>
                    <a:pt x="57150" y="114300"/>
                  </a:cubicBezTo>
                  <a:cubicBezTo>
                    <a:pt x="88713" y="114300"/>
                    <a:pt x="114300" y="88713"/>
                    <a:pt x="114300" y="57150"/>
                  </a:cubicBezTo>
                  <a:cubicBezTo>
                    <a:pt x="114300" y="25587"/>
                    <a:pt x="88713" y="0"/>
                    <a:pt x="57150" y="0"/>
                  </a:cubicBezTo>
                  <a:close/>
                </a:path>
              </a:pathLst>
            </a:custGeom>
            <a:grpFill/>
            <a:ln w="9525" cap="flat">
              <a:solidFill>
                <a:schemeClr val="bg1">
                  <a:lumMod val="85000"/>
                </a:schemeClr>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pic>
        <p:nvPicPr>
          <p:cNvPr id="3" name="Graphic 2" descr="Head with gears outline">
            <a:extLst>
              <a:ext uri="{FF2B5EF4-FFF2-40B4-BE49-F238E27FC236}">
                <a16:creationId xmlns:a16="http://schemas.microsoft.com/office/drawing/2014/main" id="{BE950DC3-1D84-DCB5-A872-C2576248DD1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589256" y="3368918"/>
            <a:ext cx="788382" cy="788382"/>
          </a:xfrm>
          <a:prstGeom prst="rect">
            <a:avLst/>
          </a:prstGeom>
        </p:spPr>
      </p:pic>
    </p:spTree>
    <p:extLst>
      <p:ext uri="{BB962C8B-B14F-4D97-AF65-F5344CB8AC3E}">
        <p14:creationId xmlns:p14="http://schemas.microsoft.com/office/powerpoint/2010/main" val="83646556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a:extLst>
            <a:ext uri="{FF2B5EF4-FFF2-40B4-BE49-F238E27FC236}">
              <a16:creationId xmlns:a16="http://schemas.microsoft.com/office/drawing/2014/main" id="{8D366F7C-35F9-22E3-E2A3-FAF6EEEFE221}"/>
            </a:ext>
          </a:extLst>
        </p:cNvPr>
        <p:cNvGrpSpPr/>
        <p:nvPr/>
      </p:nvGrpSpPr>
      <p:grpSpPr>
        <a:xfrm>
          <a:off x="0" y="0"/>
          <a:ext cx="0" cy="0"/>
          <a:chOff x="0" y="0"/>
          <a:chExt cx="0" cy="0"/>
        </a:xfrm>
      </p:grpSpPr>
      <p:sp>
        <p:nvSpPr>
          <p:cNvPr id="152" name="Freeform: Shape 151">
            <a:extLst>
              <a:ext uri="{FF2B5EF4-FFF2-40B4-BE49-F238E27FC236}">
                <a16:creationId xmlns:a16="http://schemas.microsoft.com/office/drawing/2014/main" id="{CA80C8F4-01A5-0084-31C6-E88EA0766283}"/>
              </a:ext>
            </a:extLst>
          </p:cNvPr>
          <p:cNvSpPr/>
          <p:nvPr/>
        </p:nvSpPr>
        <p:spPr>
          <a:xfrm>
            <a:off x="4544093" y="1995875"/>
            <a:ext cx="2890683" cy="1032387"/>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8739" h="1032387">
                <a:moveTo>
                  <a:pt x="0" y="1032387"/>
                </a:moveTo>
                <a:lnTo>
                  <a:pt x="617796" y="1032387"/>
                </a:lnTo>
                <a:lnTo>
                  <a:pt x="617797" y="1032387"/>
                </a:lnTo>
                <a:lnTo>
                  <a:pt x="1331287" y="0"/>
                </a:lnTo>
                <a:lnTo>
                  <a:pt x="2838739" y="0"/>
                </a:lnTo>
              </a:path>
            </a:pathLst>
          </a:custGeom>
          <a:no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3" name="Freeform: Shape 152">
            <a:extLst>
              <a:ext uri="{FF2B5EF4-FFF2-40B4-BE49-F238E27FC236}">
                <a16:creationId xmlns:a16="http://schemas.microsoft.com/office/drawing/2014/main" id="{AE854AA0-5E58-6B9B-1A97-5019822BF9DE}"/>
              </a:ext>
            </a:extLst>
          </p:cNvPr>
          <p:cNvSpPr/>
          <p:nvPr/>
        </p:nvSpPr>
        <p:spPr>
          <a:xfrm>
            <a:off x="4025994" y="3747207"/>
            <a:ext cx="3460104" cy="629189"/>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 name="connsiteX0" fmla="*/ 0 w 2838739"/>
              <a:gd name="connsiteY0" fmla="*/ 1032387 h 1032387"/>
              <a:gd name="connsiteX1" fmla="*/ 617796 w 2838739"/>
              <a:gd name="connsiteY1" fmla="*/ 1032387 h 1032387"/>
              <a:gd name="connsiteX2" fmla="*/ 617797 w 2838739"/>
              <a:gd name="connsiteY2" fmla="*/ 1032387 h 1032387"/>
              <a:gd name="connsiteX3" fmla="*/ 1062112 w 2838739"/>
              <a:gd name="connsiteY3" fmla="*/ 403198 h 1032387"/>
              <a:gd name="connsiteX4" fmla="*/ 1331287 w 2838739"/>
              <a:gd name="connsiteY4" fmla="*/ 0 h 1032387"/>
              <a:gd name="connsiteX5" fmla="*/ 2838739 w 2838739"/>
              <a:gd name="connsiteY5" fmla="*/ 0 h 1032387"/>
              <a:gd name="connsiteX0" fmla="*/ 0 w 2877361"/>
              <a:gd name="connsiteY0" fmla="*/ 1032387 h 1032387"/>
              <a:gd name="connsiteX1" fmla="*/ 617796 w 2877361"/>
              <a:gd name="connsiteY1" fmla="*/ 1032387 h 1032387"/>
              <a:gd name="connsiteX2" fmla="*/ 617797 w 2877361"/>
              <a:gd name="connsiteY2" fmla="*/ 1032387 h 1032387"/>
              <a:gd name="connsiteX3" fmla="*/ 1062112 w 2877361"/>
              <a:gd name="connsiteY3" fmla="*/ 403198 h 1032387"/>
              <a:gd name="connsiteX4" fmla="*/ 1331287 w 2877361"/>
              <a:gd name="connsiteY4" fmla="*/ 0 h 1032387"/>
              <a:gd name="connsiteX5" fmla="*/ 2877361 w 2877361"/>
              <a:gd name="connsiteY5" fmla="*/ 501445 h 1032387"/>
              <a:gd name="connsiteX0" fmla="*/ 0 w 2877361"/>
              <a:gd name="connsiteY0" fmla="*/ 629189 h 629189"/>
              <a:gd name="connsiteX1" fmla="*/ 617796 w 2877361"/>
              <a:gd name="connsiteY1" fmla="*/ 629189 h 629189"/>
              <a:gd name="connsiteX2" fmla="*/ 617797 w 2877361"/>
              <a:gd name="connsiteY2" fmla="*/ 629189 h 629189"/>
              <a:gd name="connsiteX3" fmla="*/ 1062112 w 2877361"/>
              <a:gd name="connsiteY3" fmla="*/ 0 h 629189"/>
              <a:gd name="connsiteX4" fmla="*/ 2877361 w 2877361"/>
              <a:gd name="connsiteY4" fmla="*/ 98247 h 629189"/>
              <a:gd name="connsiteX0" fmla="*/ 0 w 2838739"/>
              <a:gd name="connsiteY0" fmla="*/ 629189 h 629189"/>
              <a:gd name="connsiteX1" fmla="*/ 617796 w 2838739"/>
              <a:gd name="connsiteY1" fmla="*/ 629189 h 629189"/>
              <a:gd name="connsiteX2" fmla="*/ 617797 w 2838739"/>
              <a:gd name="connsiteY2" fmla="*/ 629189 h 629189"/>
              <a:gd name="connsiteX3" fmla="*/ 1062112 w 2838739"/>
              <a:gd name="connsiteY3" fmla="*/ 0 h 629189"/>
              <a:gd name="connsiteX4" fmla="*/ 2838739 w 2838739"/>
              <a:gd name="connsiteY4" fmla="*/ 19589 h 629189"/>
              <a:gd name="connsiteX0" fmla="*/ 0 w 2836018"/>
              <a:gd name="connsiteY0" fmla="*/ 629189 h 629189"/>
              <a:gd name="connsiteX1" fmla="*/ 617796 w 2836018"/>
              <a:gd name="connsiteY1" fmla="*/ 629189 h 629189"/>
              <a:gd name="connsiteX2" fmla="*/ 617797 w 2836018"/>
              <a:gd name="connsiteY2" fmla="*/ 629189 h 629189"/>
              <a:gd name="connsiteX3" fmla="*/ 1062112 w 2836018"/>
              <a:gd name="connsiteY3" fmla="*/ 0 h 629189"/>
              <a:gd name="connsiteX4" fmla="*/ 2836018 w 2836018"/>
              <a:gd name="connsiteY4" fmla="*/ 27902 h 629189"/>
              <a:gd name="connsiteX0" fmla="*/ 0 w 2830576"/>
              <a:gd name="connsiteY0" fmla="*/ 629189 h 629189"/>
              <a:gd name="connsiteX1" fmla="*/ 617796 w 2830576"/>
              <a:gd name="connsiteY1" fmla="*/ 629189 h 629189"/>
              <a:gd name="connsiteX2" fmla="*/ 617797 w 2830576"/>
              <a:gd name="connsiteY2" fmla="*/ 629189 h 629189"/>
              <a:gd name="connsiteX3" fmla="*/ 1062112 w 2830576"/>
              <a:gd name="connsiteY3" fmla="*/ 0 h 629189"/>
              <a:gd name="connsiteX4" fmla="*/ 2830576 w 2830576"/>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629465 w 3397929"/>
              <a:gd name="connsiteY3" fmla="*/ 0 h 629189"/>
              <a:gd name="connsiteX4" fmla="*/ 3397929 w 3397929"/>
              <a:gd name="connsiteY4" fmla="*/ 2964 h 629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7929" h="629189">
                <a:moveTo>
                  <a:pt x="0" y="625032"/>
                </a:moveTo>
                <a:lnTo>
                  <a:pt x="1185149" y="629189"/>
                </a:lnTo>
                <a:lnTo>
                  <a:pt x="1185150" y="629189"/>
                </a:lnTo>
                <a:lnTo>
                  <a:pt x="1629465" y="0"/>
                </a:lnTo>
                <a:lnTo>
                  <a:pt x="3397929" y="2964"/>
                </a:lnTo>
              </a:path>
            </a:pathLst>
          </a:custGeom>
          <a:no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7" name="Freeform: Shape 156">
            <a:extLst>
              <a:ext uri="{FF2B5EF4-FFF2-40B4-BE49-F238E27FC236}">
                <a16:creationId xmlns:a16="http://schemas.microsoft.com/office/drawing/2014/main" id="{AB638D8F-F320-A64A-7580-2B524FE96A4D}"/>
              </a:ext>
            </a:extLst>
          </p:cNvPr>
          <p:cNvSpPr/>
          <p:nvPr/>
        </p:nvSpPr>
        <p:spPr>
          <a:xfrm>
            <a:off x="3448381" y="5562601"/>
            <a:ext cx="4086847" cy="139995"/>
          </a:xfrm>
          <a:custGeom>
            <a:avLst/>
            <a:gdLst>
              <a:gd name="connsiteX0" fmla="*/ 1331287 w 2838739"/>
              <a:gd name="connsiteY0" fmla="*/ 0 h 1590688"/>
              <a:gd name="connsiteX1" fmla="*/ 2009945 w 2838739"/>
              <a:gd name="connsiteY1" fmla="*/ 0 h 1590688"/>
              <a:gd name="connsiteX2" fmla="*/ 2838739 w 2838739"/>
              <a:gd name="connsiteY2" fmla="*/ 0 h 1590688"/>
              <a:gd name="connsiteX3" fmla="*/ 2838739 w 2838739"/>
              <a:gd name="connsiteY3" fmla="*/ 558301 h 1590688"/>
              <a:gd name="connsiteX4" fmla="*/ 1624100 w 2838739"/>
              <a:gd name="connsiteY4" fmla="*/ 558301 h 1590688"/>
              <a:gd name="connsiteX5" fmla="*/ 1296456 w 2838739"/>
              <a:gd name="connsiteY5" fmla="*/ 1032387 h 1590688"/>
              <a:gd name="connsiteX6" fmla="*/ 1953836 w 2838739"/>
              <a:gd name="connsiteY6" fmla="*/ 1032387 h 1590688"/>
              <a:gd name="connsiteX7" fmla="*/ 1953836 w 2838739"/>
              <a:gd name="connsiteY7" fmla="*/ 1590688 h 1590688"/>
              <a:gd name="connsiteX8" fmla="*/ 0 w 2838739"/>
              <a:gd name="connsiteY8" fmla="*/ 1590688 h 1590688"/>
              <a:gd name="connsiteX9" fmla="*/ 0 w 2838739"/>
              <a:gd name="connsiteY9" fmla="*/ 1032387 h 1590688"/>
              <a:gd name="connsiteX10" fmla="*/ 617796 w 2838739"/>
              <a:gd name="connsiteY10" fmla="*/ 1032387 h 1590688"/>
              <a:gd name="connsiteX11" fmla="*/ 617797 w 2838739"/>
              <a:gd name="connsiteY11" fmla="*/ 1032387 h 1590688"/>
              <a:gd name="connsiteX12" fmla="*/ 945442 w 2838739"/>
              <a:gd name="connsiteY12" fmla="*/ 558301 h 1590688"/>
              <a:gd name="connsiteX13" fmla="*/ 945441 w 2838739"/>
              <a:gd name="connsiteY13" fmla="*/ 558301 h 1590688"/>
              <a:gd name="connsiteX0" fmla="*/ 1953836 w 2838739"/>
              <a:gd name="connsiteY0" fmla="*/ 1590688 h 1682128"/>
              <a:gd name="connsiteX1" fmla="*/ 0 w 2838739"/>
              <a:gd name="connsiteY1" fmla="*/ 1590688 h 1682128"/>
              <a:gd name="connsiteX2" fmla="*/ 0 w 2838739"/>
              <a:gd name="connsiteY2" fmla="*/ 1032387 h 1682128"/>
              <a:gd name="connsiteX3" fmla="*/ 617796 w 2838739"/>
              <a:gd name="connsiteY3" fmla="*/ 1032387 h 1682128"/>
              <a:gd name="connsiteX4" fmla="*/ 617797 w 2838739"/>
              <a:gd name="connsiteY4" fmla="*/ 1032387 h 1682128"/>
              <a:gd name="connsiteX5" fmla="*/ 945442 w 2838739"/>
              <a:gd name="connsiteY5" fmla="*/ 558301 h 1682128"/>
              <a:gd name="connsiteX6" fmla="*/ 945441 w 2838739"/>
              <a:gd name="connsiteY6" fmla="*/ 558301 h 1682128"/>
              <a:gd name="connsiteX7" fmla="*/ 1331287 w 2838739"/>
              <a:gd name="connsiteY7" fmla="*/ 0 h 1682128"/>
              <a:gd name="connsiteX8" fmla="*/ 2009945 w 2838739"/>
              <a:gd name="connsiteY8" fmla="*/ 0 h 1682128"/>
              <a:gd name="connsiteX9" fmla="*/ 2838739 w 2838739"/>
              <a:gd name="connsiteY9" fmla="*/ 0 h 1682128"/>
              <a:gd name="connsiteX10" fmla="*/ 2838739 w 2838739"/>
              <a:gd name="connsiteY10" fmla="*/ 558301 h 1682128"/>
              <a:gd name="connsiteX11" fmla="*/ 1624100 w 2838739"/>
              <a:gd name="connsiteY11" fmla="*/ 558301 h 1682128"/>
              <a:gd name="connsiteX12" fmla="*/ 1296456 w 2838739"/>
              <a:gd name="connsiteY12" fmla="*/ 1032387 h 1682128"/>
              <a:gd name="connsiteX13" fmla="*/ 1953836 w 2838739"/>
              <a:gd name="connsiteY13" fmla="*/ 1032387 h 1682128"/>
              <a:gd name="connsiteX14" fmla="*/ 2045276 w 2838739"/>
              <a:gd name="connsiteY14" fmla="*/ 1682128 h 1682128"/>
              <a:gd name="connsiteX0" fmla="*/ 0 w 2838739"/>
              <a:gd name="connsiteY0" fmla="*/ 1590688 h 1682128"/>
              <a:gd name="connsiteX1" fmla="*/ 0 w 2838739"/>
              <a:gd name="connsiteY1" fmla="*/ 1032387 h 1682128"/>
              <a:gd name="connsiteX2" fmla="*/ 617796 w 2838739"/>
              <a:gd name="connsiteY2" fmla="*/ 1032387 h 1682128"/>
              <a:gd name="connsiteX3" fmla="*/ 617797 w 2838739"/>
              <a:gd name="connsiteY3" fmla="*/ 1032387 h 1682128"/>
              <a:gd name="connsiteX4" fmla="*/ 945442 w 2838739"/>
              <a:gd name="connsiteY4" fmla="*/ 558301 h 1682128"/>
              <a:gd name="connsiteX5" fmla="*/ 945441 w 2838739"/>
              <a:gd name="connsiteY5" fmla="*/ 558301 h 1682128"/>
              <a:gd name="connsiteX6" fmla="*/ 1331287 w 2838739"/>
              <a:gd name="connsiteY6" fmla="*/ 0 h 1682128"/>
              <a:gd name="connsiteX7" fmla="*/ 2009945 w 2838739"/>
              <a:gd name="connsiteY7" fmla="*/ 0 h 1682128"/>
              <a:gd name="connsiteX8" fmla="*/ 2838739 w 2838739"/>
              <a:gd name="connsiteY8" fmla="*/ 0 h 1682128"/>
              <a:gd name="connsiteX9" fmla="*/ 2838739 w 2838739"/>
              <a:gd name="connsiteY9" fmla="*/ 558301 h 1682128"/>
              <a:gd name="connsiteX10" fmla="*/ 1624100 w 2838739"/>
              <a:gd name="connsiteY10" fmla="*/ 558301 h 1682128"/>
              <a:gd name="connsiteX11" fmla="*/ 1296456 w 2838739"/>
              <a:gd name="connsiteY11" fmla="*/ 1032387 h 1682128"/>
              <a:gd name="connsiteX12" fmla="*/ 1953836 w 2838739"/>
              <a:gd name="connsiteY12" fmla="*/ 1032387 h 1682128"/>
              <a:gd name="connsiteX13" fmla="*/ 2045276 w 2838739"/>
              <a:gd name="connsiteY13" fmla="*/ 1682128 h 168212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12" fmla="*/ 1953836 w 2838739"/>
              <a:gd name="connsiteY12"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11" fmla="*/ 1296456 w 2838739"/>
              <a:gd name="connsiteY11" fmla="*/ 1032387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10" fmla="*/ 1624100 w 2838739"/>
              <a:gd name="connsiteY10"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9" fmla="*/ 2838739 w 2838739"/>
              <a:gd name="connsiteY9" fmla="*/ 558301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009945 w 2838739"/>
              <a:gd name="connsiteY7" fmla="*/ 0 h 1590688"/>
              <a:gd name="connsiteX8" fmla="*/ 2838739 w 2838739"/>
              <a:gd name="connsiteY8"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945441 w 2838739"/>
              <a:gd name="connsiteY5" fmla="*/ 558301 h 1590688"/>
              <a:gd name="connsiteX6" fmla="*/ 1331287 w 2838739"/>
              <a:gd name="connsiteY6" fmla="*/ 0 h 1590688"/>
              <a:gd name="connsiteX7" fmla="*/ 2838739 w 2838739"/>
              <a:gd name="connsiteY7"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945442 w 2838739"/>
              <a:gd name="connsiteY4" fmla="*/ 558301 h 1590688"/>
              <a:gd name="connsiteX5" fmla="*/ 1331287 w 2838739"/>
              <a:gd name="connsiteY5" fmla="*/ 0 h 1590688"/>
              <a:gd name="connsiteX6" fmla="*/ 2838739 w 2838739"/>
              <a:gd name="connsiteY6" fmla="*/ 0 h 1590688"/>
              <a:gd name="connsiteX0" fmla="*/ 0 w 2838739"/>
              <a:gd name="connsiteY0" fmla="*/ 1590688 h 1590688"/>
              <a:gd name="connsiteX1" fmla="*/ 0 w 2838739"/>
              <a:gd name="connsiteY1" fmla="*/ 1032387 h 1590688"/>
              <a:gd name="connsiteX2" fmla="*/ 617796 w 2838739"/>
              <a:gd name="connsiteY2" fmla="*/ 1032387 h 1590688"/>
              <a:gd name="connsiteX3" fmla="*/ 617797 w 2838739"/>
              <a:gd name="connsiteY3" fmla="*/ 1032387 h 1590688"/>
              <a:gd name="connsiteX4" fmla="*/ 1331287 w 2838739"/>
              <a:gd name="connsiteY4" fmla="*/ 0 h 1590688"/>
              <a:gd name="connsiteX5" fmla="*/ 2838739 w 2838739"/>
              <a:gd name="connsiteY5" fmla="*/ 0 h 1590688"/>
              <a:gd name="connsiteX0" fmla="*/ 0 w 2838739"/>
              <a:gd name="connsiteY0" fmla="*/ 1032387 h 1032387"/>
              <a:gd name="connsiteX1" fmla="*/ 617796 w 2838739"/>
              <a:gd name="connsiteY1" fmla="*/ 1032387 h 1032387"/>
              <a:gd name="connsiteX2" fmla="*/ 617797 w 2838739"/>
              <a:gd name="connsiteY2" fmla="*/ 1032387 h 1032387"/>
              <a:gd name="connsiteX3" fmla="*/ 1331287 w 2838739"/>
              <a:gd name="connsiteY3" fmla="*/ 0 h 1032387"/>
              <a:gd name="connsiteX4" fmla="*/ 2838739 w 2838739"/>
              <a:gd name="connsiteY4" fmla="*/ 0 h 1032387"/>
              <a:gd name="connsiteX0" fmla="*/ 0 w 2838739"/>
              <a:gd name="connsiteY0" fmla="*/ 1032387 h 1032387"/>
              <a:gd name="connsiteX1" fmla="*/ 617796 w 2838739"/>
              <a:gd name="connsiteY1" fmla="*/ 1032387 h 1032387"/>
              <a:gd name="connsiteX2" fmla="*/ 617797 w 2838739"/>
              <a:gd name="connsiteY2" fmla="*/ 1032387 h 1032387"/>
              <a:gd name="connsiteX3" fmla="*/ 1062112 w 2838739"/>
              <a:gd name="connsiteY3" fmla="*/ 403198 h 1032387"/>
              <a:gd name="connsiteX4" fmla="*/ 1331287 w 2838739"/>
              <a:gd name="connsiteY4" fmla="*/ 0 h 1032387"/>
              <a:gd name="connsiteX5" fmla="*/ 2838739 w 2838739"/>
              <a:gd name="connsiteY5" fmla="*/ 0 h 1032387"/>
              <a:gd name="connsiteX0" fmla="*/ 0 w 2877361"/>
              <a:gd name="connsiteY0" fmla="*/ 1032387 h 1032387"/>
              <a:gd name="connsiteX1" fmla="*/ 617796 w 2877361"/>
              <a:gd name="connsiteY1" fmla="*/ 1032387 h 1032387"/>
              <a:gd name="connsiteX2" fmla="*/ 617797 w 2877361"/>
              <a:gd name="connsiteY2" fmla="*/ 1032387 h 1032387"/>
              <a:gd name="connsiteX3" fmla="*/ 1062112 w 2877361"/>
              <a:gd name="connsiteY3" fmla="*/ 403198 h 1032387"/>
              <a:gd name="connsiteX4" fmla="*/ 1331287 w 2877361"/>
              <a:gd name="connsiteY4" fmla="*/ 0 h 1032387"/>
              <a:gd name="connsiteX5" fmla="*/ 2877361 w 2877361"/>
              <a:gd name="connsiteY5" fmla="*/ 501445 h 1032387"/>
              <a:gd name="connsiteX0" fmla="*/ 0 w 2877361"/>
              <a:gd name="connsiteY0" fmla="*/ 629189 h 629189"/>
              <a:gd name="connsiteX1" fmla="*/ 617796 w 2877361"/>
              <a:gd name="connsiteY1" fmla="*/ 629189 h 629189"/>
              <a:gd name="connsiteX2" fmla="*/ 617797 w 2877361"/>
              <a:gd name="connsiteY2" fmla="*/ 629189 h 629189"/>
              <a:gd name="connsiteX3" fmla="*/ 1062112 w 2877361"/>
              <a:gd name="connsiteY3" fmla="*/ 0 h 629189"/>
              <a:gd name="connsiteX4" fmla="*/ 2877361 w 2877361"/>
              <a:gd name="connsiteY4" fmla="*/ 98247 h 629189"/>
              <a:gd name="connsiteX0" fmla="*/ 0 w 2838739"/>
              <a:gd name="connsiteY0" fmla="*/ 629189 h 629189"/>
              <a:gd name="connsiteX1" fmla="*/ 617796 w 2838739"/>
              <a:gd name="connsiteY1" fmla="*/ 629189 h 629189"/>
              <a:gd name="connsiteX2" fmla="*/ 617797 w 2838739"/>
              <a:gd name="connsiteY2" fmla="*/ 629189 h 629189"/>
              <a:gd name="connsiteX3" fmla="*/ 1062112 w 2838739"/>
              <a:gd name="connsiteY3" fmla="*/ 0 h 629189"/>
              <a:gd name="connsiteX4" fmla="*/ 2838739 w 2838739"/>
              <a:gd name="connsiteY4" fmla="*/ 19589 h 629189"/>
              <a:gd name="connsiteX0" fmla="*/ 0 w 2836018"/>
              <a:gd name="connsiteY0" fmla="*/ 629189 h 629189"/>
              <a:gd name="connsiteX1" fmla="*/ 617796 w 2836018"/>
              <a:gd name="connsiteY1" fmla="*/ 629189 h 629189"/>
              <a:gd name="connsiteX2" fmla="*/ 617797 w 2836018"/>
              <a:gd name="connsiteY2" fmla="*/ 629189 h 629189"/>
              <a:gd name="connsiteX3" fmla="*/ 1062112 w 2836018"/>
              <a:gd name="connsiteY3" fmla="*/ 0 h 629189"/>
              <a:gd name="connsiteX4" fmla="*/ 2836018 w 2836018"/>
              <a:gd name="connsiteY4" fmla="*/ 27902 h 629189"/>
              <a:gd name="connsiteX0" fmla="*/ 0 w 2830576"/>
              <a:gd name="connsiteY0" fmla="*/ 629189 h 629189"/>
              <a:gd name="connsiteX1" fmla="*/ 617796 w 2830576"/>
              <a:gd name="connsiteY1" fmla="*/ 629189 h 629189"/>
              <a:gd name="connsiteX2" fmla="*/ 617797 w 2830576"/>
              <a:gd name="connsiteY2" fmla="*/ 629189 h 629189"/>
              <a:gd name="connsiteX3" fmla="*/ 1062112 w 2830576"/>
              <a:gd name="connsiteY3" fmla="*/ 0 h 629189"/>
              <a:gd name="connsiteX4" fmla="*/ 2830576 w 2830576"/>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629465 w 3397929"/>
              <a:gd name="connsiteY3" fmla="*/ 0 h 629189"/>
              <a:gd name="connsiteX4" fmla="*/ 3397929 w 3397929"/>
              <a:gd name="connsiteY4" fmla="*/ 2964 h 629189"/>
              <a:gd name="connsiteX0" fmla="*/ 0 w 3397929"/>
              <a:gd name="connsiteY0" fmla="*/ 625032 h 629189"/>
              <a:gd name="connsiteX1" fmla="*/ 1185149 w 3397929"/>
              <a:gd name="connsiteY1" fmla="*/ 629189 h 629189"/>
              <a:gd name="connsiteX2" fmla="*/ 1185150 w 3397929"/>
              <a:gd name="connsiteY2" fmla="*/ 629189 h 629189"/>
              <a:gd name="connsiteX3" fmla="*/ 1349435 w 3397929"/>
              <a:gd name="connsiteY3" fmla="*/ 367203 h 629189"/>
              <a:gd name="connsiteX4" fmla="*/ 1629465 w 3397929"/>
              <a:gd name="connsiteY4" fmla="*/ 0 h 629189"/>
              <a:gd name="connsiteX5" fmla="*/ 3397929 w 3397929"/>
              <a:gd name="connsiteY5" fmla="*/ 2964 h 629189"/>
              <a:gd name="connsiteX0" fmla="*/ 0 w 3397929"/>
              <a:gd name="connsiteY0" fmla="*/ 622068 h 626225"/>
              <a:gd name="connsiteX1" fmla="*/ 1185149 w 3397929"/>
              <a:gd name="connsiteY1" fmla="*/ 626225 h 626225"/>
              <a:gd name="connsiteX2" fmla="*/ 1185150 w 3397929"/>
              <a:gd name="connsiteY2" fmla="*/ 626225 h 626225"/>
              <a:gd name="connsiteX3" fmla="*/ 1349435 w 3397929"/>
              <a:gd name="connsiteY3" fmla="*/ 364239 h 626225"/>
              <a:gd name="connsiteX4" fmla="*/ 3397929 w 3397929"/>
              <a:gd name="connsiteY4" fmla="*/ 0 h 626225"/>
              <a:gd name="connsiteX0" fmla="*/ 0 w 3762105"/>
              <a:gd name="connsiteY0" fmla="*/ 257829 h 261986"/>
              <a:gd name="connsiteX1" fmla="*/ 1185149 w 3762105"/>
              <a:gd name="connsiteY1" fmla="*/ 261986 h 261986"/>
              <a:gd name="connsiteX2" fmla="*/ 1185150 w 3762105"/>
              <a:gd name="connsiteY2" fmla="*/ 261986 h 261986"/>
              <a:gd name="connsiteX3" fmla="*/ 1349435 w 3762105"/>
              <a:gd name="connsiteY3" fmla="*/ 0 h 261986"/>
              <a:gd name="connsiteX4" fmla="*/ 3762105 w 3762105"/>
              <a:gd name="connsiteY4" fmla="*/ 143761 h 261986"/>
              <a:gd name="connsiteX0" fmla="*/ 0 w 4046462"/>
              <a:gd name="connsiteY0" fmla="*/ 257829 h 261986"/>
              <a:gd name="connsiteX1" fmla="*/ 1185149 w 4046462"/>
              <a:gd name="connsiteY1" fmla="*/ 261986 h 261986"/>
              <a:gd name="connsiteX2" fmla="*/ 1185150 w 4046462"/>
              <a:gd name="connsiteY2" fmla="*/ 261986 h 261986"/>
              <a:gd name="connsiteX3" fmla="*/ 1349435 w 4046462"/>
              <a:gd name="connsiteY3" fmla="*/ 0 h 261986"/>
              <a:gd name="connsiteX4" fmla="*/ 4046462 w 4046462"/>
              <a:gd name="connsiteY4" fmla="*/ 138681 h 261986"/>
              <a:gd name="connsiteX0" fmla="*/ 0 w 4046462"/>
              <a:gd name="connsiteY0" fmla="*/ 156229 h 160386"/>
              <a:gd name="connsiteX1" fmla="*/ 1185149 w 4046462"/>
              <a:gd name="connsiteY1" fmla="*/ 160386 h 160386"/>
              <a:gd name="connsiteX2" fmla="*/ 1185150 w 4046462"/>
              <a:gd name="connsiteY2" fmla="*/ 160386 h 160386"/>
              <a:gd name="connsiteX3" fmla="*/ 1299548 w 4046462"/>
              <a:gd name="connsiteY3" fmla="*/ 0 h 160386"/>
              <a:gd name="connsiteX4" fmla="*/ 4046462 w 4046462"/>
              <a:gd name="connsiteY4" fmla="*/ 37081 h 160386"/>
              <a:gd name="connsiteX0" fmla="*/ 0 w 4046462"/>
              <a:gd name="connsiteY0" fmla="*/ 125749 h 129906"/>
              <a:gd name="connsiteX1" fmla="*/ 1185149 w 4046462"/>
              <a:gd name="connsiteY1" fmla="*/ 129906 h 129906"/>
              <a:gd name="connsiteX2" fmla="*/ 1185150 w 4046462"/>
              <a:gd name="connsiteY2" fmla="*/ 129906 h 129906"/>
              <a:gd name="connsiteX3" fmla="*/ 1299548 w 4046462"/>
              <a:gd name="connsiteY3" fmla="*/ 0 h 129906"/>
              <a:gd name="connsiteX4" fmla="*/ 4046462 w 4046462"/>
              <a:gd name="connsiteY4" fmla="*/ 6601 h 129906"/>
              <a:gd name="connsiteX0" fmla="*/ 0 w 4041473"/>
              <a:gd name="connsiteY0" fmla="*/ 130829 h 130829"/>
              <a:gd name="connsiteX1" fmla="*/ 1180160 w 4041473"/>
              <a:gd name="connsiteY1" fmla="*/ 129906 h 130829"/>
              <a:gd name="connsiteX2" fmla="*/ 1180161 w 4041473"/>
              <a:gd name="connsiteY2" fmla="*/ 129906 h 130829"/>
              <a:gd name="connsiteX3" fmla="*/ 1294559 w 4041473"/>
              <a:gd name="connsiteY3" fmla="*/ 0 h 130829"/>
              <a:gd name="connsiteX4" fmla="*/ 4041473 w 4041473"/>
              <a:gd name="connsiteY4" fmla="*/ 6601 h 130829"/>
              <a:gd name="connsiteX0" fmla="*/ 0 w 4600209"/>
              <a:gd name="connsiteY0" fmla="*/ 135543 h 135543"/>
              <a:gd name="connsiteX1" fmla="*/ 1738896 w 4600209"/>
              <a:gd name="connsiteY1" fmla="*/ 129906 h 135543"/>
              <a:gd name="connsiteX2" fmla="*/ 1738897 w 4600209"/>
              <a:gd name="connsiteY2" fmla="*/ 129906 h 135543"/>
              <a:gd name="connsiteX3" fmla="*/ 1853295 w 4600209"/>
              <a:gd name="connsiteY3" fmla="*/ 0 h 135543"/>
              <a:gd name="connsiteX4" fmla="*/ 4600209 w 4600209"/>
              <a:gd name="connsiteY4" fmla="*/ 6601 h 135543"/>
              <a:gd name="connsiteX0" fmla="*/ 0 w 4580254"/>
              <a:gd name="connsiteY0" fmla="*/ 135543 h 135543"/>
              <a:gd name="connsiteX1" fmla="*/ 1718941 w 4580254"/>
              <a:gd name="connsiteY1" fmla="*/ 129906 h 135543"/>
              <a:gd name="connsiteX2" fmla="*/ 1718942 w 4580254"/>
              <a:gd name="connsiteY2" fmla="*/ 129906 h 135543"/>
              <a:gd name="connsiteX3" fmla="*/ 1833340 w 4580254"/>
              <a:gd name="connsiteY3" fmla="*/ 0 h 135543"/>
              <a:gd name="connsiteX4" fmla="*/ 4580254 w 4580254"/>
              <a:gd name="connsiteY4" fmla="*/ 6601 h 135543"/>
              <a:gd name="connsiteX0" fmla="*/ 0 w 4615175"/>
              <a:gd name="connsiteY0" fmla="*/ 126115 h 129906"/>
              <a:gd name="connsiteX1" fmla="*/ 1753862 w 4615175"/>
              <a:gd name="connsiteY1" fmla="*/ 129906 h 129906"/>
              <a:gd name="connsiteX2" fmla="*/ 1753863 w 4615175"/>
              <a:gd name="connsiteY2" fmla="*/ 129906 h 129906"/>
              <a:gd name="connsiteX3" fmla="*/ 1868261 w 4615175"/>
              <a:gd name="connsiteY3" fmla="*/ 0 h 129906"/>
              <a:gd name="connsiteX4" fmla="*/ 4615175 w 4615175"/>
              <a:gd name="connsiteY4" fmla="*/ 6601 h 129906"/>
              <a:gd name="connsiteX0" fmla="*/ 0 w 4615175"/>
              <a:gd name="connsiteY0" fmla="*/ 126115 h 129906"/>
              <a:gd name="connsiteX1" fmla="*/ 1753862 w 4615175"/>
              <a:gd name="connsiteY1" fmla="*/ 129906 h 129906"/>
              <a:gd name="connsiteX2" fmla="*/ 1753863 w 4615175"/>
              <a:gd name="connsiteY2" fmla="*/ 129906 h 129906"/>
              <a:gd name="connsiteX3" fmla="*/ 1868261 w 4615175"/>
              <a:gd name="connsiteY3" fmla="*/ 0 h 129906"/>
              <a:gd name="connsiteX4" fmla="*/ 3993454 w 4615175"/>
              <a:gd name="connsiteY4" fmla="*/ 4714 h 129906"/>
              <a:gd name="connsiteX5" fmla="*/ 4615175 w 4615175"/>
              <a:gd name="connsiteY5" fmla="*/ 6601 h 129906"/>
              <a:gd name="connsiteX0" fmla="*/ 0 w 3993454"/>
              <a:gd name="connsiteY0" fmla="*/ 126115 h 129906"/>
              <a:gd name="connsiteX1" fmla="*/ 1753862 w 3993454"/>
              <a:gd name="connsiteY1" fmla="*/ 129906 h 129906"/>
              <a:gd name="connsiteX2" fmla="*/ 1753863 w 3993454"/>
              <a:gd name="connsiteY2" fmla="*/ 129906 h 129906"/>
              <a:gd name="connsiteX3" fmla="*/ 1868261 w 3993454"/>
              <a:gd name="connsiteY3" fmla="*/ 0 h 129906"/>
              <a:gd name="connsiteX4" fmla="*/ 3993454 w 3993454"/>
              <a:gd name="connsiteY4" fmla="*/ 4714 h 129906"/>
              <a:gd name="connsiteX0" fmla="*/ 0 w 4013409"/>
              <a:gd name="connsiteY0" fmla="*/ 126115 h 129906"/>
              <a:gd name="connsiteX1" fmla="*/ 1773817 w 4013409"/>
              <a:gd name="connsiteY1" fmla="*/ 129906 h 129906"/>
              <a:gd name="connsiteX2" fmla="*/ 1773818 w 4013409"/>
              <a:gd name="connsiteY2" fmla="*/ 129906 h 129906"/>
              <a:gd name="connsiteX3" fmla="*/ 1888216 w 4013409"/>
              <a:gd name="connsiteY3" fmla="*/ 0 h 129906"/>
              <a:gd name="connsiteX4" fmla="*/ 4013409 w 4013409"/>
              <a:gd name="connsiteY4" fmla="*/ 4714 h 129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3409" h="129906">
                <a:moveTo>
                  <a:pt x="0" y="126115"/>
                </a:moveTo>
                <a:lnTo>
                  <a:pt x="1773817" y="129906"/>
                </a:lnTo>
                <a:lnTo>
                  <a:pt x="1773818" y="129906"/>
                </a:lnTo>
                <a:lnTo>
                  <a:pt x="1888216" y="0"/>
                </a:lnTo>
                <a:lnTo>
                  <a:pt x="4013409" y="4714"/>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 name="Title 1">
            <a:extLst>
              <a:ext uri="{FF2B5EF4-FFF2-40B4-BE49-F238E27FC236}">
                <a16:creationId xmlns:a16="http://schemas.microsoft.com/office/drawing/2014/main" id="{1035DCC6-F98D-46FA-DF6F-7B148C2DAB13}"/>
              </a:ext>
            </a:extLst>
          </p:cNvPr>
          <p:cNvSpPr>
            <a:spLocks noGrp="1"/>
          </p:cNvSpPr>
          <p:nvPr>
            <p:ph type="title"/>
          </p:nvPr>
        </p:nvSpPr>
        <p:spPr>
          <a:xfrm>
            <a:off x="611030" y="274640"/>
            <a:ext cx="10969943" cy="711081"/>
          </a:xfrm>
        </p:spPr>
        <p:txBody>
          <a:bodyPr/>
          <a:lstStyle/>
          <a:p>
            <a:r>
              <a:rPr lang="en-US" b="0" i="0">
                <a:solidFill>
                  <a:schemeClr val="tx1">
                    <a:lumMod val="85000"/>
                    <a:lumOff val="15000"/>
                  </a:schemeClr>
                </a:solidFill>
                <a:effectLst/>
              </a:rPr>
              <a:t>3-Step Marketing Funnel Diagram Slide Template</a:t>
            </a:r>
            <a:endParaRPr lang="en-IN">
              <a:solidFill>
                <a:schemeClr val="tx1">
                  <a:lumMod val="85000"/>
                  <a:lumOff val="15000"/>
                </a:schemeClr>
              </a:solidFill>
            </a:endParaRPr>
          </a:p>
        </p:txBody>
      </p:sp>
      <p:grpSp>
        <p:nvGrpSpPr>
          <p:cNvPr id="101" name="Group 100">
            <a:extLst>
              <a:ext uri="{FF2B5EF4-FFF2-40B4-BE49-F238E27FC236}">
                <a16:creationId xmlns:a16="http://schemas.microsoft.com/office/drawing/2014/main" id="{CC7EB1F5-B6AC-1600-4671-80E56D9BF53A}"/>
              </a:ext>
            </a:extLst>
          </p:cNvPr>
          <p:cNvGrpSpPr/>
          <p:nvPr/>
        </p:nvGrpSpPr>
        <p:grpSpPr>
          <a:xfrm>
            <a:off x="611029" y="1483133"/>
            <a:ext cx="4081486" cy="4559955"/>
            <a:chOff x="1045686" y="1624995"/>
            <a:chExt cx="4081486" cy="4559955"/>
          </a:xfrm>
        </p:grpSpPr>
        <p:grpSp>
          <p:nvGrpSpPr>
            <p:cNvPr id="71" name="Group 70">
              <a:extLst>
                <a:ext uri="{FF2B5EF4-FFF2-40B4-BE49-F238E27FC236}">
                  <a16:creationId xmlns:a16="http://schemas.microsoft.com/office/drawing/2014/main" id="{FFC6E54F-863D-9AE9-7BB9-B77D84D552E0}"/>
                </a:ext>
              </a:extLst>
            </p:cNvPr>
            <p:cNvGrpSpPr/>
            <p:nvPr/>
          </p:nvGrpSpPr>
          <p:grpSpPr>
            <a:xfrm>
              <a:off x="1045686" y="1624995"/>
              <a:ext cx="4081486" cy="4559955"/>
              <a:chOff x="2237672" y="1935271"/>
              <a:chExt cx="3526077" cy="3939436"/>
            </a:xfrm>
          </p:grpSpPr>
          <p:sp>
            <p:nvSpPr>
              <p:cNvPr id="54" name="Oval 53">
                <a:extLst>
                  <a:ext uri="{FF2B5EF4-FFF2-40B4-BE49-F238E27FC236}">
                    <a16:creationId xmlns:a16="http://schemas.microsoft.com/office/drawing/2014/main" id="{2DD7D115-FCD6-716E-1679-C7F264D874AB}"/>
                  </a:ext>
                </a:extLst>
              </p:cNvPr>
              <p:cNvSpPr/>
              <p:nvPr/>
            </p:nvSpPr>
            <p:spPr>
              <a:xfrm>
                <a:off x="3067110" y="4314019"/>
                <a:ext cx="1864538" cy="68877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5" name="Oval 54">
                <a:extLst>
                  <a:ext uri="{FF2B5EF4-FFF2-40B4-BE49-F238E27FC236}">
                    <a16:creationId xmlns:a16="http://schemas.microsoft.com/office/drawing/2014/main" id="{07C827C4-7684-9392-6041-C13D3E167FB8}"/>
                  </a:ext>
                </a:extLst>
              </p:cNvPr>
              <p:cNvSpPr/>
              <p:nvPr/>
            </p:nvSpPr>
            <p:spPr>
              <a:xfrm>
                <a:off x="3471916" y="5462403"/>
                <a:ext cx="1054539" cy="40402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3" name="Oval 22">
                <a:extLst>
                  <a:ext uri="{FF2B5EF4-FFF2-40B4-BE49-F238E27FC236}">
                    <a16:creationId xmlns:a16="http://schemas.microsoft.com/office/drawing/2014/main" id="{D6DF9C70-D260-2C97-9EBC-DD1328AD4AD4}"/>
                  </a:ext>
                </a:extLst>
              </p:cNvPr>
              <p:cNvSpPr/>
              <p:nvPr/>
            </p:nvSpPr>
            <p:spPr>
              <a:xfrm>
                <a:off x="2237672" y="1935271"/>
                <a:ext cx="3526077" cy="1390389"/>
              </a:xfrm>
              <a:prstGeom prst="ellipse">
                <a:avLst/>
              </a:prstGeom>
              <a:gradFill flip="none" rotWithShape="1">
                <a:gsLst>
                  <a:gs pos="0">
                    <a:schemeClr val="bg1">
                      <a:alpha val="48000"/>
                    </a:schemeClr>
                  </a:gs>
                  <a:gs pos="99000">
                    <a:schemeClr val="bg1">
                      <a:lumMod val="85000"/>
                      <a:alpha val="42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9" name="Oval 38">
                <a:extLst>
                  <a:ext uri="{FF2B5EF4-FFF2-40B4-BE49-F238E27FC236}">
                    <a16:creationId xmlns:a16="http://schemas.microsoft.com/office/drawing/2014/main" id="{AE8AF92E-288C-1A7F-B06A-B3DCD1354F24}"/>
                  </a:ext>
                </a:extLst>
              </p:cNvPr>
              <p:cNvSpPr/>
              <p:nvPr/>
            </p:nvSpPr>
            <p:spPr>
              <a:xfrm>
                <a:off x="2658239" y="3090664"/>
                <a:ext cx="2684942" cy="1058714"/>
              </a:xfrm>
              <a:prstGeom prst="ellipse">
                <a:avLst/>
              </a:prstGeom>
              <a:gradFill>
                <a:gsLst>
                  <a:gs pos="0">
                    <a:schemeClr val="bg1">
                      <a:lumMod val="95000"/>
                    </a:schemeClr>
                  </a:gs>
                  <a:gs pos="99000">
                    <a:schemeClr val="bg1">
                      <a:lumMod val="75000"/>
                    </a:schemeClr>
                  </a:gs>
                </a:gsLst>
                <a:lin ang="108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2" name="Freeform: Shape 51">
                <a:extLst>
                  <a:ext uri="{FF2B5EF4-FFF2-40B4-BE49-F238E27FC236}">
                    <a16:creationId xmlns:a16="http://schemas.microsoft.com/office/drawing/2014/main" id="{217088FB-9022-24D2-8F7A-2759DF881C3F}"/>
                  </a:ext>
                </a:extLst>
              </p:cNvPr>
              <p:cNvSpPr/>
              <p:nvPr/>
            </p:nvSpPr>
            <p:spPr>
              <a:xfrm>
                <a:off x="3146193" y="4877065"/>
                <a:ext cx="1709895" cy="997642"/>
              </a:xfrm>
              <a:custGeom>
                <a:avLst/>
                <a:gdLst>
                  <a:gd name="connsiteX0" fmla="*/ 1709895 w 1709895"/>
                  <a:gd name="connsiteY0" fmla="*/ 0 h 997642"/>
                  <a:gd name="connsiteX1" fmla="*/ 1381306 w 1709895"/>
                  <a:gd name="connsiteY1" fmla="*/ 803485 h 997642"/>
                  <a:gd name="connsiteX2" fmla="*/ 1379911 w 1709895"/>
                  <a:gd name="connsiteY2" fmla="*/ 803494 h 997642"/>
                  <a:gd name="connsiteX3" fmla="*/ 1372864 w 1709895"/>
                  <a:gd name="connsiteY3" fmla="*/ 831058 h 997642"/>
                  <a:gd name="connsiteX4" fmla="*/ 854517 w 1709895"/>
                  <a:gd name="connsiteY4" fmla="*/ 997642 h 997642"/>
                  <a:gd name="connsiteX5" fmla="*/ 336170 w 1709895"/>
                  <a:gd name="connsiteY5" fmla="*/ 831058 h 997642"/>
                  <a:gd name="connsiteX6" fmla="*/ 330718 w 1709895"/>
                  <a:gd name="connsiteY6" fmla="*/ 809729 h 997642"/>
                  <a:gd name="connsiteX7" fmla="*/ 327728 w 1709895"/>
                  <a:gd name="connsiteY7" fmla="*/ 809747 h 997642"/>
                  <a:gd name="connsiteX8" fmla="*/ 0 w 1709895"/>
                  <a:gd name="connsiteY8" fmla="*/ 6694 h 997642"/>
                  <a:gd name="connsiteX9" fmla="*/ 12273 w 1709895"/>
                  <a:gd name="connsiteY9" fmla="*/ 19916 h 997642"/>
                  <a:gd name="connsiteX10" fmla="*/ 851841 w 1709895"/>
                  <a:gd name="connsiteY10" fmla="*/ 239354 h 997642"/>
                  <a:gd name="connsiteX11" fmla="*/ 1691409 w 1709895"/>
                  <a:gd name="connsiteY11" fmla="*/ 19916 h 99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09895" h="997642">
                    <a:moveTo>
                      <a:pt x="1709895" y="0"/>
                    </a:moveTo>
                    <a:lnTo>
                      <a:pt x="1381306" y="803485"/>
                    </a:lnTo>
                    <a:lnTo>
                      <a:pt x="1379911" y="803494"/>
                    </a:lnTo>
                    <a:lnTo>
                      <a:pt x="1372864" y="831058"/>
                    </a:lnTo>
                    <a:cubicBezTo>
                      <a:pt x="1323528" y="926128"/>
                      <a:pt x="1110203" y="997642"/>
                      <a:pt x="854517" y="997642"/>
                    </a:cubicBezTo>
                    <a:cubicBezTo>
                      <a:pt x="598832" y="997642"/>
                      <a:pt x="385507" y="926128"/>
                      <a:pt x="336170" y="831058"/>
                    </a:cubicBezTo>
                    <a:lnTo>
                      <a:pt x="330718" y="809729"/>
                    </a:lnTo>
                    <a:lnTo>
                      <a:pt x="327728" y="809747"/>
                    </a:lnTo>
                    <a:lnTo>
                      <a:pt x="0" y="6694"/>
                    </a:lnTo>
                    <a:lnTo>
                      <a:pt x="12273" y="19916"/>
                    </a:lnTo>
                    <a:cubicBezTo>
                      <a:pt x="150597" y="148870"/>
                      <a:pt x="474422" y="239354"/>
                      <a:pt x="851841" y="239354"/>
                    </a:cubicBezTo>
                    <a:cubicBezTo>
                      <a:pt x="1229261" y="239354"/>
                      <a:pt x="1553085" y="148870"/>
                      <a:pt x="1691409" y="19916"/>
                    </a:cubicBezTo>
                    <a:close/>
                  </a:path>
                </a:pathLst>
              </a:custGeom>
              <a:gradFill>
                <a:gsLst>
                  <a:gs pos="0">
                    <a:schemeClr val="accent3">
                      <a:alpha val="80000"/>
                    </a:schemeClr>
                  </a:gs>
                  <a:gs pos="99000">
                    <a:schemeClr val="accent3"/>
                  </a:gs>
                  <a:gs pos="66000">
                    <a:schemeClr val="accent3">
                      <a:lumMod val="75000"/>
                    </a:schemeClr>
                  </a:gs>
                </a:gsLst>
                <a:lin ang="1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7" name="Freeform: Shape 36">
                <a:extLst>
                  <a:ext uri="{FF2B5EF4-FFF2-40B4-BE49-F238E27FC236}">
                    <a16:creationId xmlns:a16="http://schemas.microsoft.com/office/drawing/2014/main" id="{988C5663-5A6A-FC50-FEE0-74BBEF2A95DD}"/>
                  </a:ext>
                </a:extLst>
              </p:cNvPr>
              <p:cNvSpPr/>
              <p:nvPr/>
            </p:nvSpPr>
            <p:spPr>
              <a:xfrm>
                <a:off x="2301033" y="2812811"/>
                <a:ext cx="3399046" cy="1351759"/>
              </a:xfrm>
              <a:custGeom>
                <a:avLst/>
                <a:gdLst>
                  <a:gd name="connsiteX0" fmla="*/ 0 w 3399046"/>
                  <a:gd name="connsiteY0" fmla="*/ 0 h 1351759"/>
                  <a:gd name="connsiteX1" fmla="*/ 15901 w 3399046"/>
                  <a:gd name="connsiteY1" fmla="*/ 24384 h 1351759"/>
                  <a:gd name="connsiteX2" fmla="*/ 1699677 w 3399046"/>
                  <a:gd name="connsiteY2" fmla="*/ 512849 h 1351759"/>
                  <a:gd name="connsiteX3" fmla="*/ 3383453 w 3399046"/>
                  <a:gd name="connsiteY3" fmla="*/ 24384 h 1351759"/>
                  <a:gd name="connsiteX4" fmla="*/ 3399046 w 3399046"/>
                  <a:gd name="connsiteY4" fmla="*/ 471 h 1351759"/>
                  <a:gd name="connsiteX5" fmla="*/ 2989891 w 3399046"/>
                  <a:gd name="connsiteY5" fmla="*/ 1000963 h 1351759"/>
                  <a:gd name="connsiteX6" fmla="*/ 2981768 w 3399046"/>
                  <a:gd name="connsiteY6" fmla="*/ 1009970 h 1351759"/>
                  <a:gd name="connsiteX7" fmla="*/ 1699677 w 3399046"/>
                  <a:gd name="connsiteY7" fmla="*/ 1351759 h 1351759"/>
                  <a:gd name="connsiteX8" fmla="*/ 417586 w 3399046"/>
                  <a:gd name="connsiteY8" fmla="*/ 1009970 h 1351759"/>
                  <a:gd name="connsiteX9" fmla="*/ 407695 w 3399046"/>
                  <a:gd name="connsiteY9" fmla="*/ 999002 h 1351759"/>
                  <a:gd name="connsiteX10" fmla="*/ 0 w 3399046"/>
                  <a:gd name="connsiteY10" fmla="*/ 0 h 1351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99046" h="1351759">
                    <a:moveTo>
                      <a:pt x="0" y="0"/>
                    </a:moveTo>
                    <a:lnTo>
                      <a:pt x="15901" y="24384"/>
                    </a:lnTo>
                    <a:cubicBezTo>
                      <a:pt x="239122" y="307376"/>
                      <a:pt x="908546" y="512849"/>
                      <a:pt x="1699677" y="512849"/>
                    </a:cubicBezTo>
                    <a:cubicBezTo>
                      <a:pt x="2490808" y="512849"/>
                      <a:pt x="3160233" y="307376"/>
                      <a:pt x="3383453" y="24384"/>
                    </a:cubicBezTo>
                    <a:lnTo>
                      <a:pt x="3399046" y="471"/>
                    </a:lnTo>
                    <a:lnTo>
                      <a:pt x="2989891" y="1000963"/>
                    </a:lnTo>
                    <a:lnTo>
                      <a:pt x="2981768" y="1009970"/>
                    </a:lnTo>
                    <a:cubicBezTo>
                      <a:pt x="2777818" y="1210302"/>
                      <a:pt x="2280642" y="1351759"/>
                      <a:pt x="1699677" y="1351759"/>
                    </a:cubicBezTo>
                    <a:cubicBezTo>
                      <a:pt x="1118712" y="1351759"/>
                      <a:pt x="621536" y="1210302"/>
                      <a:pt x="417586" y="1009970"/>
                    </a:cubicBezTo>
                    <a:lnTo>
                      <a:pt x="407695" y="999002"/>
                    </a:lnTo>
                    <a:lnTo>
                      <a:pt x="0" y="0"/>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7" name="Freeform: Shape 46">
                <a:extLst>
                  <a:ext uri="{FF2B5EF4-FFF2-40B4-BE49-F238E27FC236}">
                    <a16:creationId xmlns:a16="http://schemas.microsoft.com/office/drawing/2014/main" id="{A482FAD3-5A77-BFB8-06F0-186D1AF0DC6B}"/>
                  </a:ext>
                </a:extLst>
              </p:cNvPr>
              <p:cNvSpPr/>
              <p:nvPr/>
            </p:nvSpPr>
            <p:spPr>
              <a:xfrm>
                <a:off x="2765068" y="3949864"/>
                <a:ext cx="2469608" cy="1065098"/>
              </a:xfrm>
              <a:custGeom>
                <a:avLst/>
                <a:gdLst>
                  <a:gd name="connsiteX0" fmla="*/ 0 w 2469608"/>
                  <a:gd name="connsiteY0" fmla="*/ 0 h 1065098"/>
                  <a:gd name="connsiteX1" fmla="*/ 46722 w 2469608"/>
                  <a:gd name="connsiteY1" fmla="*/ 40429 h 1065098"/>
                  <a:gd name="connsiteX2" fmla="*/ 1235643 w 2469608"/>
                  <a:gd name="connsiteY2" fmla="*/ 327183 h 1065098"/>
                  <a:gd name="connsiteX3" fmla="*/ 2424564 w 2469608"/>
                  <a:gd name="connsiteY3" fmla="*/ 40429 h 1065098"/>
                  <a:gd name="connsiteX4" fmla="*/ 2469608 w 2469608"/>
                  <a:gd name="connsiteY4" fmla="*/ 1452 h 1065098"/>
                  <a:gd name="connsiteX5" fmla="*/ 2143167 w 2469608"/>
                  <a:gd name="connsiteY5" fmla="*/ 799686 h 1065098"/>
                  <a:gd name="connsiteX6" fmla="*/ 2142790 w 2469608"/>
                  <a:gd name="connsiteY6" fmla="*/ 796743 h 1065098"/>
                  <a:gd name="connsiteX7" fmla="*/ 2139240 w 2469608"/>
                  <a:gd name="connsiteY7" fmla="*/ 802186 h 1065098"/>
                  <a:gd name="connsiteX8" fmla="*/ 1232965 w 2469608"/>
                  <a:gd name="connsiteY8" fmla="*/ 1065098 h 1065098"/>
                  <a:gd name="connsiteX9" fmla="*/ 382662 w 2469608"/>
                  <a:gd name="connsiteY9" fmla="*/ 857215 h 1065098"/>
                  <a:gd name="connsiteX10" fmla="*/ 327832 w 2469608"/>
                  <a:gd name="connsiteY10" fmla="*/ 803309 h 1065098"/>
                  <a:gd name="connsiteX11" fmla="*/ 0 w 2469608"/>
                  <a:gd name="connsiteY11" fmla="*/ 0 h 106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9608" h="1065098">
                    <a:moveTo>
                      <a:pt x="0" y="0"/>
                    </a:moveTo>
                    <a:lnTo>
                      <a:pt x="46722" y="40429"/>
                    </a:lnTo>
                    <a:cubicBezTo>
                      <a:pt x="267856" y="210669"/>
                      <a:pt x="717242" y="327183"/>
                      <a:pt x="1235643" y="327183"/>
                    </a:cubicBezTo>
                    <a:cubicBezTo>
                      <a:pt x="1754044" y="327183"/>
                      <a:pt x="2203430" y="210669"/>
                      <a:pt x="2424564" y="40429"/>
                    </a:cubicBezTo>
                    <a:lnTo>
                      <a:pt x="2469608" y="1452"/>
                    </a:lnTo>
                    <a:lnTo>
                      <a:pt x="2143167" y="799686"/>
                    </a:lnTo>
                    <a:lnTo>
                      <a:pt x="2142790" y="796743"/>
                    </a:lnTo>
                    <a:lnTo>
                      <a:pt x="2139240" y="802186"/>
                    </a:lnTo>
                    <a:cubicBezTo>
                      <a:pt x="2019093" y="954504"/>
                      <a:pt x="1658783" y="1065098"/>
                      <a:pt x="1232965" y="1065098"/>
                    </a:cubicBezTo>
                    <a:cubicBezTo>
                      <a:pt x="860375" y="1065098"/>
                      <a:pt x="537938" y="980425"/>
                      <a:pt x="382662" y="857215"/>
                    </a:cubicBezTo>
                    <a:lnTo>
                      <a:pt x="327832" y="803309"/>
                    </a:lnTo>
                    <a:lnTo>
                      <a:pt x="0" y="0"/>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7" name="Oval 56">
                <a:extLst>
                  <a:ext uri="{FF2B5EF4-FFF2-40B4-BE49-F238E27FC236}">
                    <a16:creationId xmlns:a16="http://schemas.microsoft.com/office/drawing/2014/main" id="{604C55E9-44EF-76A7-B942-82498E83DC7B}"/>
                  </a:ext>
                </a:extLst>
              </p:cNvPr>
              <p:cNvSpPr/>
              <p:nvPr/>
            </p:nvSpPr>
            <p:spPr>
              <a:xfrm>
                <a:off x="5414816" y="3192374"/>
                <a:ext cx="161584" cy="161584"/>
              </a:xfrm>
              <a:prstGeom prst="ellipse">
                <a:avLst/>
              </a:prstGeom>
              <a:solidFill>
                <a:schemeClr val="bg1">
                  <a:lumMod val="95000"/>
                </a:schemeClr>
              </a:solidFill>
              <a:ln w="7620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8" name="Oval 57">
                <a:extLst>
                  <a:ext uri="{FF2B5EF4-FFF2-40B4-BE49-F238E27FC236}">
                    <a16:creationId xmlns:a16="http://schemas.microsoft.com/office/drawing/2014/main" id="{8E34D509-3C23-F56E-2F74-A406E902CE09}"/>
                  </a:ext>
                </a:extLst>
              </p:cNvPr>
              <p:cNvSpPr/>
              <p:nvPr/>
            </p:nvSpPr>
            <p:spPr>
              <a:xfrm>
                <a:off x="4956824" y="4338746"/>
                <a:ext cx="161584" cy="161584"/>
              </a:xfrm>
              <a:prstGeom prst="ellipse">
                <a:avLst/>
              </a:prstGeom>
              <a:solidFill>
                <a:schemeClr val="bg1">
                  <a:lumMod val="95000"/>
                </a:schemeClr>
              </a:solidFill>
              <a:ln w="7620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9" name="Oval 58">
                <a:extLst>
                  <a:ext uri="{FF2B5EF4-FFF2-40B4-BE49-F238E27FC236}">
                    <a16:creationId xmlns:a16="http://schemas.microsoft.com/office/drawing/2014/main" id="{8ADAF01E-6C16-1032-257E-B8BD85762022}"/>
                  </a:ext>
                </a:extLst>
              </p:cNvPr>
              <p:cNvSpPr/>
              <p:nvPr/>
            </p:nvSpPr>
            <p:spPr>
              <a:xfrm>
                <a:off x="4475956" y="5485119"/>
                <a:ext cx="161584" cy="161584"/>
              </a:xfrm>
              <a:prstGeom prst="ellipse">
                <a:avLst/>
              </a:prstGeom>
              <a:solidFill>
                <a:schemeClr val="bg1">
                  <a:lumMod val="95000"/>
                </a:schemeClr>
              </a:solidFill>
              <a:ln w="762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6" name="Freeform: Shape 65">
                <a:extLst>
                  <a:ext uri="{FF2B5EF4-FFF2-40B4-BE49-F238E27FC236}">
                    <a16:creationId xmlns:a16="http://schemas.microsoft.com/office/drawing/2014/main" id="{E28620F6-EEEE-D243-E40D-F1D32FEDCA55}"/>
                  </a:ext>
                </a:extLst>
              </p:cNvPr>
              <p:cNvSpPr/>
              <p:nvPr/>
            </p:nvSpPr>
            <p:spPr>
              <a:xfrm rot="18900000">
                <a:off x="3790878" y="2281126"/>
                <a:ext cx="419663" cy="419664"/>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7" name="Freeform: Shape 66">
                <a:extLst>
                  <a:ext uri="{FF2B5EF4-FFF2-40B4-BE49-F238E27FC236}">
                    <a16:creationId xmlns:a16="http://schemas.microsoft.com/office/drawing/2014/main" id="{2BD6A2AE-CF71-6EAB-5CD5-7D52DA334D2B}"/>
                  </a:ext>
                </a:extLst>
              </p:cNvPr>
              <p:cNvSpPr/>
              <p:nvPr/>
            </p:nvSpPr>
            <p:spPr>
              <a:xfrm rot="18900000">
                <a:off x="4534984" y="2134453"/>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8" name="Freeform: Shape 67">
                <a:extLst>
                  <a:ext uri="{FF2B5EF4-FFF2-40B4-BE49-F238E27FC236}">
                    <a16:creationId xmlns:a16="http://schemas.microsoft.com/office/drawing/2014/main" id="{3B17DCF2-ABDE-7EE2-0817-09668A05776A}"/>
                  </a:ext>
                </a:extLst>
              </p:cNvPr>
              <p:cNvSpPr/>
              <p:nvPr/>
            </p:nvSpPr>
            <p:spPr>
              <a:xfrm rot="18900000">
                <a:off x="4946967" y="2636869"/>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9" name="Freeform: Shape 68">
                <a:extLst>
                  <a:ext uri="{FF2B5EF4-FFF2-40B4-BE49-F238E27FC236}">
                    <a16:creationId xmlns:a16="http://schemas.microsoft.com/office/drawing/2014/main" id="{CBA6F6DE-A3DD-2E0C-2CFF-B753AF4D7129}"/>
                  </a:ext>
                </a:extLst>
              </p:cNvPr>
              <p:cNvSpPr/>
              <p:nvPr/>
            </p:nvSpPr>
            <p:spPr>
              <a:xfrm rot="18900000">
                <a:off x="3228698" y="2556485"/>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0" name="Freeform: Shape 69">
                <a:extLst>
                  <a:ext uri="{FF2B5EF4-FFF2-40B4-BE49-F238E27FC236}">
                    <a16:creationId xmlns:a16="http://schemas.microsoft.com/office/drawing/2014/main" id="{023BF88D-7FB7-4CAE-B702-D83E6E4A029A}"/>
                  </a:ext>
                </a:extLst>
              </p:cNvPr>
              <p:cNvSpPr/>
              <p:nvPr/>
            </p:nvSpPr>
            <p:spPr>
              <a:xfrm rot="18900000">
                <a:off x="2877005" y="2255034"/>
                <a:ext cx="189921" cy="189921"/>
              </a:xfrm>
              <a:custGeom>
                <a:avLst/>
                <a:gdLst>
                  <a:gd name="connsiteX0" fmla="*/ 363817 w 419663"/>
                  <a:gd name="connsiteY0" fmla="*/ 0 h 419664"/>
                  <a:gd name="connsiteX1" fmla="*/ 419663 w 419663"/>
                  <a:gd name="connsiteY1" fmla="*/ 55846 h 419664"/>
                  <a:gd name="connsiteX2" fmla="*/ 137482 w 419663"/>
                  <a:gd name="connsiteY2" fmla="*/ 338027 h 419664"/>
                  <a:gd name="connsiteX3" fmla="*/ 338587 w 419663"/>
                  <a:gd name="connsiteY3" fmla="*/ 338027 h 419664"/>
                  <a:gd name="connsiteX4" fmla="*/ 338587 w 419663"/>
                  <a:gd name="connsiteY4" fmla="*/ 419664 h 419664"/>
                  <a:gd name="connsiteX5" fmla="*/ 0 w 419663"/>
                  <a:gd name="connsiteY5" fmla="*/ 419664 h 419664"/>
                  <a:gd name="connsiteX6" fmla="*/ 0 w 419663"/>
                  <a:gd name="connsiteY6" fmla="*/ 81077 h 419664"/>
                  <a:gd name="connsiteX7" fmla="*/ 81007 w 419663"/>
                  <a:gd name="connsiteY7" fmla="*/ 81077 h 419664"/>
                  <a:gd name="connsiteX8" fmla="*/ 81007 w 419663"/>
                  <a:gd name="connsiteY8" fmla="*/ 282810 h 41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63" h="419664">
                    <a:moveTo>
                      <a:pt x="363817" y="0"/>
                    </a:moveTo>
                    <a:lnTo>
                      <a:pt x="419663" y="55846"/>
                    </a:lnTo>
                    <a:lnTo>
                      <a:pt x="137482" y="338027"/>
                    </a:lnTo>
                    <a:lnTo>
                      <a:pt x="338587" y="338027"/>
                    </a:lnTo>
                    <a:lnTo>
                      <a:pt x="338587" y="419664"/>
                    </a:lnTo>
                    <a:lnTo>
                      <a:pt x="0" y="419664"/>
                    </a:lnTo>
                    <a:lnTo>
                      <a:pt x="0" y="81077"/>
                    </a:lnTo>
                    <a:lnTo>
                      <a:pt x="81007" y="81077"/>
                    </a:lnTo>
                    <a:lnTo>
                      <a:pt x="81007" y="282810"/>
                    </a:lnTo>
                    <a:close/>
                  </a:path>
                </a:pathLst>
              </a:custGeom>
              <a:gradFill flip="none" rotWithShape="1">
                <a:gsLst>
                  <a:gs pos="4000">
                    <a:schemeClr val="bg1">
                      <a:lumMod val="85000"/>
                      <a:alpha val="0"/>
                    </a:schemeClr>
                  </a:gs>
                  <a:gs pos="59000">
                    <a:schemeClr val="bg1">
                      <a:lumMod val="85000"/>
                    </a:schemeClr>
                  </a:gs>
                </a:gsLst>
                <a:lin ang="9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72" name="TextBox 71">
              <a:extLst>
                <a:ext uri="{FF2B5EF4-FFF2-40B4-BE49-F238E27FC236}">
                  <a16:creationId xmlns:a16="http://schemas.microsoft.com/office/drawing/2014/main" id="{75CD75FA-421A-F703-19F9-B00BAA241598}"/>
                </a:ext>
              </a:extLst>
            </p:cNvPr>
            <p:cNvSpPr txBox="1"/>
            <p:nvPr/>
          </p:nvSpPr>
          <p:spPr>
            <a:xfrm>
              <a:off x="2304243" y="3511438"/>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Top</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sp>
          <p:nvSpPr>
            <p:cNvPr id="73" name="TextBox 72">
              <a:extLst>
                <a:ext uri="{FF2B5EF4-FFF2-40B4-BE49-F238E27FC236}">
                  <a16:creationId xmlns:a16="http://schemas.microsoft.com/office/drawing/2014/main" id="{BE71A764-FC77-687B-E70A-D7448DF1A54B}"/>
                </a:ext>
              </a:extLst>
            </p:cNvPr>
            <p:cNvSpPr txBox="1"/>
            <p:nvPr/>
          </p:nvSpPr>
          <p:spPr>
            <a:xfrm>
              <a:off x="2304243" y="4507900"/>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Middle</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sp>
          <p:nvSpPr>
            <p:cNvPr id="74" name="TextBox 73">
              <a:extLst>
                <a:ext uri="{FF2B5EF4-FFF2-40B4-BE49-F238E27FC236}">
                  <a16:creationId xmlns:a16="http://schemas.microsoft.com/office/drawing/2014/main" id="{FAB803DB-938E-2CD7-B425-20CF1F78D776}"/>
                </a:ext>
              </a:extLst>
            </p:cNvPr>
            <p:cNvSpPr txBox="1"/>
            <p:nvPr/>
          </p:nvSpPr>
          <p:spPr>
            <a:xfrm>
              <a:off x="2304243" y="5469192"/>
              <a:ext cx="1564372" cy="400110"/>
            </a:xfrm>
            <a:prstGeom prst="rect">
              <a:avLst/>
            </a:prstGeom>
            <a:noFill/>
          </p:spPr>
          <p:txBody>
            <a:bodyPr wrap="square" rtlCol="0">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Segoe UI"/>
                  <a:ea typeface="+mn-ea"/>
                  <a:cs typeface="+mn-cs"/>
                </a:rPr>
                <a:t>Bottom</a:t>
              </a:r>
              <a:endParaRPr kumimoji="0" lang="en-IN" sz="20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84" name="Group 83">
            <a:extLst>
              <a:ext uri="{FF2B5EF4-FFF2-40B4-BE49-F238E27FC236}">
                <a16:creationId xmlns:a16="http://schemas.microsoft.com/office/drawing/2014/main" id="{EE417574-3911-6837-7C03-6D7614212CA1}"/>
              </a:ext>
            </a:extLst>
          </p:cNvPr>
          <p:cNvGrpSpPr/>
          <p:nvPr/>
        </p:nvGrpSpPr>
        <p:grpSpPr>
          <a:xfrm>
            <a:off x="7492634" y="1195756"/>
            <a:ext cx="4088338" cy="1559168"/>
            <a:chOff x="7491046" y="1160587"/>
            <a:chExt cx="4088338" cy="1559168"/>
          </a:xfrm>
        </p:grpSpPr>
        <p:sp>
          <p:nvSpPr>
            <p:cNvPr id="75" name="Rectangle: Rounded Corners 74">
              <a:extLst>
                <a:ext uri="{FF2B5EF4-FFF2-40B4-BE49-F238E27FC236}">
                  <a16:creationId xmlns:a16="http://schemas.microsoft.com/office/drawing/2014/main" id="{781AA1A0-6BAC-E1CE-3E90-1139A7BD4267}"/>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77" name="TextBox 76">
              <a:extLst>
                <a:ext uri="{FF2B5EF4-FFF2-40B4-BE49-F238E27FC236}">
                  <a16:creationId xmlns:a16="http://schemas.microsoft.com/office/drawing/2014/main" id="{224CC276-F96A-6A5A-2136-3F52D66BF3BF}"/>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lumMod val="85000"/>
                    </a:prstClr>
                  </a:solidFill>
                  <a:effectLst/>
                  <a:uLnTx/>
                  <a:uFillTx/>
                  <a:latin typeface="Segoe UI"/>
                  <a:ea typeface="+mn-ea"/>
                  <a:cs typeface="+mn-cs"/>
                </a:rPr>
                <a:t>Provide your prospects with the information they are looking for with non-advertising content.</a:t>
              </a:r>
              <a:endParaRPr kumimoji="0" lang="en-IN" sz="1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79" name="TextBox 78">
              <a:extLst>
                <a:ext uri="{FF2B5EF4-FFF2-40B4-BE49-F238E27FC236}">
                  <a16:creationId xmlns:a16="http://schemas.microsoft.com/office/drawing/2014/main" id="{F603EC8C-8D2F-D8D3-4F78-E44296519086}"/>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lumMod val="85000"/>
                    </a:prstClr>
                  </a:solidFill>
                  <a:effectLst/>
                  <a:uLnTx/>
                  <a:uFillTx/>
                  <a:latin typeface="Segoe UI"/>
                  <a:ea typeface="+mn-ea"/>
                  <a:cs typeface="+mn-cs"/>
                </a:rPr>
                <a:t>AWARENESS STAGE</a:t>
              </a:r>
            </a:p>
          </p:txBody>
        </p:sp>
      </p:grpSp>
      <p:grpSp>
        <p:nvGrpSpPr>
          <p:cNvPr id="93" name="Group 92">
            <a:extLst>
              <a:ext uri="{FF2B5EF4-FFF2-40B4-BE49-F238E27FC236}">
                <a16:creationId xmlns:a16="http://schemas.microsoft.com/office/drawing/2014/main" id="{FA2B0DE4-9B16-1AB5-C217-EC5ECD59C8BC}"/>
              </a:ext>
            </a:extLst>
          </p:cNvPr>
          <p:cNvGrpSpPr/>
          <p:nvPr/>
        </p:nvGrpSpPr>
        <p:grpSpPr>
          <a:xfrm>
            <a:off x="7492634" y="2983525"/>
            <a:ext cx="4088338" cy="1559168"/>
            <a:chOff x="7491046" y="1160587"/>
            <a:chExt cx="4088338" cy="1559168"/>
          </a:xfrm>
        </p:grpSpPr>
        <p:sp>
          <p:nvSpPr>
            <p:cNvPr id="94" name="Rectangle: Rounded Corners 93">
              <a:extLst>
                <a:ext uri="{FF2B5EF4-FFF2-40B4-BE49-F238E27FC236}">
                  <a16:creationId xmlns:a16="http://schemas.microsoft.com/office/drawing/2014/main" id="{0027BFFB-ED48-A01A-3877-7971E7642519}"/>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95" name="TextBox 94">
              <a:extLst>
                <a:ext uri="{FF2B5EF4-FFF2-40B4-BE49-F238E27FC236}">
                  <a16:creationId xmlns:a16="http://schemas.microsoft.com/office/drawing/2014/main" id="{394063F3-0EA2-52BF-7964-AD8F7420C824}"/>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lumMod val="85000"/>
                    </a:prstClr>
                  </a:solidFill>
                  <a:effectLst/>
                  <a:uLnTx/>
                  <a:uFillTx/>
                  <a:latin typeface="Segoe UI"/>
                  <a:ea typeface="+mn-ea"/>
                  <a:cs typeface="+mn-cs"/>
                </a:rPr>
                <a:t>Continue to educate and start positioning your product as the best solution your prospects need.</a:t>
              </a:r>
              <a:endParaRPr kumimoji="0" lang="en-IN" sz="1400" b="0" i="0" u="none" strike="noStrike" kern="1200" cap="none" spc="0" normalizeH="0" baseline="0" noProof="0">
                <a:ln>
                  <a:noFill/>
                </a:ln>
                <a:solidFill>
                  <a:prstClr val="white">
                    <a:lumMod val="85000"/>
                  </a:prstClr>
                </a:solidFill>
                <a:effectLst/>
                <a:uLnTx/>
                <a:uFillTx/>
                <a:latin typeface="Segoe UI"/>
                <a:ea typeface="+mn-ea"/>
                <a:cs typeface="+mn-cs"/>
              </a:endParaRPr>
            </a:p>
          </p:txBody>
        </p:sp>
        <p:sp>
          <p:nvSpPr>
            <p:cNvPr id="96" name="TextBox 95">
              <a:extLst>
                <a:ext uri="{FF2B5EF4-FFF2-40B4-BE49-F238E27FC236}">
                  <a16:creationId xmlns:a16="http://schemas.microsoft.com/office/drawing/2014/main" id="{DD8B04D1-56F5-DB6F-725F-758434C8377D}"/>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lumMod val="85000"/>
                    </a:prstClr>
                  </a:solidFill>
                  <a:effectLst/>
                  <a:uLnTx/>
                  <a:uFillTx/>
                  <a:latin typeface="Segoe UI"/>
                  <a:ea typeface="+mn-ea"/>
                  <a:cs typeface="+mn-cs"/>
                </a:rPr>
                <a:t>CONSIDERATION STAGE</a:t>
              </a:r>
            </a:p>
          </p:txBody>
        </p:sp>
      </p:grpSp>
      <p:grpSp>
        <p:nvGrpSpPr>
          <p:cNvPr id="97" name="Group 96">
            <a:extLst>
              <a:ext uri="{FF2B5EF4-FFF2-40B4-BE49-F238E27FC236}">
                <a16:creationId xmlns:a16="http://schemas.microsoft.com/office/drawing/2014/main" id="{4D997DDC-79DE-AE5E-3CDF-E526AFFAEA20}"/>
              </a:ext>
            </a:extLst>
          </p:cNvPr>
          <p:cNvGrpSpPr/>
          <p:nvPr/>
        </p:nvGrpSpPr>
        <p:grpSpPr>
          <a:xfrm>
            <a:off x="7492634" y="4771294"/>
            <a:ext cx="4088338" cy="1559168"/>
            <a:chOff x="7491046" y="1160587"/>
            <a:chExt cx="4088338" cy="1559168"/>
          </a:xfrm>
        </p:grpSpPr>
        <p:sp>
          <p:nvSpPr>
            <p:cNvPr id="98" name="Rectangle: Rounded Corners 97">
              <a:extLst>
                <a:ext uri="{FF2B5EF4-FFF2-40B4-BE49-F238E27FC236}">
                  <a16:creationId xmlns:a16="http://schemas.microsoft.com/office/drawing/2014/main" id="{6E4DE82A-633C-2D66-F390-BDA11864A257}"/>
                </a:ext>
              </a:extLst>
            </p:cNvPr>
            <p:cNvSpPr/>
            <p:nvPr/>
          </p:nvSpPr>
          <p:spPr>
            <a:xfrm>
              <a:off x="7491046" y="1160587"/>
              <a:ext cx="4088338" cy="1559168"/>
            </a:xfrm>
            <a:prstGeom prst="roundRect">
              <a:avLst>
                <a:gd name="adj" fmla="val 913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99" name="TextBox 98">
              <a:extLst>
                <a:ext uri="{FF2B5EF4-FFF2-40B4-BE49-F238E27FC236}">
                  <a16:creationId xmlns:a16="http://schemas.microsoft.com/office/drawing/2014/main" id="{13C6E552-015E-6FAB-81BB-EB626A49E4D3}"/>
                </a:ext>
              </a:extLst>
            </p:cNvPr>
            <p:cNvSpPr txBox="1"/>
            <p:nvPr/>
          </p:nvSpPr>
          <p:spPr>
            <a:xfrm flipH="1">
              <a:off x="7782127" y="1785992"/>
              <a:ext cx="2714018" cy="746194"/>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Show your potential customers why your product provides the best solution.</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100" name="TextBox 99">
              <a:extLst>
                <a:ext uri="{FF2B5EF4-FFF2-40B4-BE49-F238E27FC236}">
                  <a16:creationId xmlns:a16="http://schemas.microsoft.com/office/drawing/2014/main" id="{A32ACCD7-14D6-B8C2-4042-0E14D9A21A6E}"/>
                </a:ext>
              </a:extLst>
            </p:cNvPr>
            <p:cNvSpPr txBox="1"/>
            <p:nvPr/>
          </p:nvSpPr>
          <p:spPr>
            <a:xfrm flipH="1">
              <a:off x="7782129" y="1399130"/>
              <a:ext cx="2714018" cy="26963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lumMod val="85000"/>
                      <a:lumOff val="15000"/>
                    </a:prstClr>
                  </a:solidFill>
                  <a:effectLst/>
                  <a:uLnTx/>
                  <a:uFillTx/>
                  <a:latin typeface="Segoe UI"/>
                  <a:ea typeface="+mn-ea"/>
                  <a:cs typeface="+mn-cs"/>
                </a:rPr>
                <a:t>DECISION STAGE</a:t>
              </a:r>
            </a:p>
          </p:txBody>
        </p:sp>
      </p:grpSp>
      <p:pic>
        <p:nvPicPr>
          <p:cNvPr id="116" name="Graphic 115" descr="Good Idea outline">
            <a:extLst>
              <a:ext uri="{FF2B5EF4-FFF2-40B4-BE49-F238E27FC236}">
                <a16:creationId xmlns:a16="http://schemas.microsoft.com/office/drawing/2014/main" id="{CF204C7E-F852-675D-2093-5015E02E41D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0589256" y="5156687"/>
            <a:ext cx="788382" cy="788382"/>
          </a:xfrm>
          <a:prstGeom prst="rect">
            <a:avLst/>
          </a:prstGeom>
        </p:spPr>
      </p:pic>
      <p:grpSp>
        <p:nvGrpSpPr>
          <p:cNvPr id="3" name="Group 2">
            <a:extLst>
              <a:ext uri="{FF2B5EF4-FFF2-40B4-BE49-F238E27FC236}">
                <a16:creationId xmlns:a16="http://schemas.microsoft.com/office/drawing/2014/main" id="{FEF4BC99-BF0C-A438-701F-6BF85D33FB6B}"/>
              </a:ext>
            </a:extLst>
          </p:cNvPr>
          <p:cNvGrpSpPr/>
          <p:nvPr/>
        </p:nvGrpSpPr>
        <p:grpSpPr>
          <a:xfrm>
            <a:off x="10704188" y="1643975"/>
            <a:ext cx="558518" cy="662732"/>
            <a:chOff x="10694167" y="1399072"/>
            <a:chExt cx="647794" cy="768667"/>
          </a:xfrm>
          <a:solidFill>
            <a:schemeClr val="bg1">
              <a:lumMod val="85000"/>
            </a:schemeClr>
          </a:solidFill>
        </p:grpSpPr>
        <p:sp>
          <p:nvSpPr>
            <p:cNvPr id="4" name="Freeform: Shape 3">
              <a:extLst>
                <a:ext uri="{FF2B5EF4-FFF2-40B4-BE49-F238E27FC236}">
                  <a16:creationId xmlns:a16="http://schemas.microsoft.com/office/drawing/2014/main" id="{D21E1D46-713B-16D3-F5D7-F810AE8FF5E1}"/>
                </a:ext>
              </a:extLst>
            </p:cNvPr>
            <p:cNvSpPr/>
            <p:nvPr/>
          </p:nvSpPr>
          <p:spPr>
            <a:xfrm>
              <a:off x="10694167" y="1399072"/>
              <a:ext cx="647794" cy="768667"/>
            </a:xfrm>
            <a:custGeom>
              <a:avLst/>
              <a:gdLst>
                <a:gd name="connsiteX0" fmla="*/ 572453 w 647794"/>
                <a:gd name="connsiteY0" fmla="*/ 301943 h 768667"/>
                <a:gd name="connsiteX1" fmla="*/ 572453 w 647794"/>
                <a:gd name="connsiteY1" fmla="*/ 297180 h 768667"/>
                <a:gd name="connsiteX2" fmla="*/ 296228 w 647794"/>
                <a:gd name="connsiteY2" fmla="*/ 0 h 768667"/>
                <a:gd name="connsiteX3" fmla="*/ 285750 w 647794"/>
                <a:gd name="connsiteY3" fmla="*/ 0 h 768667"/>
                <a:gd name="connsiteX4" fmla="*/ 0 w 647794"/>
                <a:gd name="connsiteY4" fmla="*/ 276225 h 768667"/>
                <a:gd name="connsiteX5" fmla="*/ 0 w 647794"/>
                <a:gd name="connsiteY5" fmla="*/ 297180 h 768667"/>
                <a:gd name="connsiteX6" fmla="*/ 112395 w 647794"/>
                <a:gd name="connsiteY6" fmla="*/ 527685 h 768667"/>
                <a:gd name="connsiteX7" fmla="*/ 112395 w 647794"/>
                <a:gd name="connsiteY7" fmla="*/ 768668 h 768667"/>
                <a:gd name="connsiteX8" fmla="*/ 413385 w 647794"/>
                <a:gd name="connsiteY8" fmla="*/ 768668 h 768667"/>
                <a:gd name="connsiteX9" fmla="*/ 413385 w 647794"/>
                <a:gd name="connsiteY9" fmla="*/ 654368 h 768667"/>
                <a:gd name="connsiteX10" fmla="*/ 460058 w 647794"/>
                <a:gd name="connsiteY10" fmla="*/ 654368 h 768667"/>
                <a:gd name="connsiteX11" fmla="*/ 572453 w 647794"/>
                <a:gd name="connsiteY11" fmla="*/ 541973 h 768667"/>
                <a:gd name="connsiteX12" fmla="*/ 572453 w 647794"/>
                <a:gd name="connsiteY12" fmla="*/ 541973 h 768667"/>
                <a:gd name="connsiteX13" fmla="*/ 572453 w 647794"/>
                <a:gd name="connsiteY13" fmla="*/ 540068 h 768667"/>
                <a:gd name="connsiteX14" fmla="*/ 572453 w 647794"/>
                <a:gd name="connsiteY14" fmla="*/ 482918 h 768667"/>
                <a:gd name="connsiteX15" fmla="*/ 614363 w 647794"/>
                <a:gd name="connsiteY15" fmla="*/ 482918 h 768667"/>
                <a:gd name="connsiteX16" fmla="*/ 638175 w 647794"/>
                <a:gd name="connsiteY16" fmla="*/ 416243 h 768667"/>
                <a:gd name="connsiteX17" fmla="*/ 572453 w 647794"/>
                <a:gd name="connsiteY17" fmla="*/ 301943 h 768667"/>
                <a:gd name="connsiteX18" fmla="*/ 626745 w 647794"/>
                <a:gd name="connsiteY18" fmla="*/ 454343 h 768667"/>
                <a:gd name="connsiteX19" fmla="*/ 613410 w 647794"/>
                <a:gd name="connsiteY19" fmla="*/ 464820 h 768667"/>
                <a:gd name="connsiteX20" fmla="*/ 553403 w 647794"/>
                <a:gd name="connsiteY20" fmla="*/ 464820 h 768667"/>
                <a:gd name="connsiteX21" fmla="*/ 553403 w 647794"/>
                <a:gd name="connsiteY21" fmla="*/ 542925 h 768667"/>
                <a:gd name="connsiteX22" fmla="*/ 460058 w 647794"/>
                <a:gd name="connsiteY22" fmla="*/ 636270 h 768667"/>
                <a:gd name="connsiteX23" fmla="*/ 394335 w 647794"/>
                <a:gd name="connsiteY23" fmla="*/ 636270 h 768667"/>
                <a:gd name="connsiteX24" fmla="*/ 394335 w 647794"/>
                <a:gd name="connsiteY24" fmla="*/ 750570 h 768667"/>
                <a:gd name="connsiteX25" fmla="*/ 131445 w 647794"/>
                <a:gd name="connsiteY25" fmla="*/ 750570 h 768667"/>
                <a:gd name="connsiteX26" fmla="*/ 131445 w 647794"/>
                <a:gd name="connsiteY26" fmla="*/ 518160 h 768667"/>
                <a:gd name="connsiteX27" fmla="*/ 123825 w 647794"/>
                <a:gd name="connsiteY27" fmla="*/ 512445 h 768667"/>
                <a:gd name="connsiteX28" fmla="*/ 19050 w 647794"/>
                <a:gd name="connsiteY28" fmla="*/ 297180 h 768667"/>
                <a:gd name="connsiteX29" fmla="*/ 19050 w 647794"/>
                <a:gd name="connsiteY29" fmla="*/ 297180 h 768667"/>
                <a:gd name="connsiteX30" fmla="*/ 19050 w 647794"/>
                <a:gd name="connsiteY30" fmla="*/ 297180 h 768667"/>
                <a:gd name="connsiteX31" fmla="*/ 19050 w 647794"/>
                <a:gd name="connsiteY31" fmla="*/ 278130 h 768667"/>
                <a:gd name="connsiteX32" fmla="*/ 285750 w 647794"/>
                <a:gd name="connsiteY32" fmla="*/ 19050 h 768667"/>
                <a:gd name="connsiteX33" fmla="*/ 295275 w 647794"/>
                <a:gd name="connsiteY33" fmla="*/ 19050 h 768667"/>
                <a:gd name="connsiteX34" fmla="*/ 552450 w 647794"/>
                <a:gd name="connsiteY34" fmla="*/ 296228 h 768667"/>
                <a:gd name="connsiteX35" fmla="*/ 552450 w 647794"/>
                <a:gd name="connsiteY35" fmla="*/ 306705 h 768667"/>
                <a:gd name="connsiteX36" fmla="*/ 555308 w 647794"/>
                <a:gd name="connsiteY36" fmla="*/ 311468 h 768667"/>
                <a:gd name="connsiteX37" fmla="*/ 621030 w 647794"/>
                <a:gd name="connsiteY37" fmla="*/ 425768 h 768667"/>
                <a:gd name="connsiteX38" fmla="*/ 621030 w 647794"/>
                <a:gd name="connsiteY38" fmla="*/ 425768 h 768667"/>
                <a:gd name="connsiteX39" fmla="*/ 621030 w 647794"/>
                <a:gd name="connsiteY39" fmla="*/ 425768 h 768667"/>
                <a:gd name="connsiteX40" fmla="*/ 626745 w 647794"/>
                <a:gd name="connsiteY40" fmla="*/ 454343 h 768667"/>
                <a:gd name="connsiteX41" fmla="*/ 626745 w 647794"/>
                <a:gd name="connsiteY41" fmla="*/ 454343 h 76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94" h="768667">
                  <a:moveTo>
                    <a:pt x="572453" y="301943"/>
                  </a:moveTo>
                  <a:lnTo>
                    <a:pt x="572453" y="297180"/>
                  </a:lnTo>
                  <a:cubicBezTo>
                    <a:pt x="578168" y="139065"/>
                    <a:pt x="454343" y="6668"/>
                    <a:pt x="296228" y="0"/>
                  </a:cubicBezTo>
                  <a:cubicBezTo>
                    <a:pt x="292418" y="0"/>
                    <a:pt x="289560" y="0"/>
                    <a:pt x="285750" y="0"/>
                  </a:cubicBezTo>
                  <a:cubicBezTo>
                    <a:pt x="131445" y="0"/>
                    <a:pt x="5715" y="121920"/>
                    <a:pt x="0" y="276225"/>
                  </a:cubicBezTo>
                  <a:cubicBezTo>
                    <a:pt x="0" y="282893"/>
                    <a:pt x="0" y="290513"/>
                    <a:pt x="0" y="297180"/>
                  </a:cubicBezTo>
                  <a:cubicBezTo>
                    <a:pt x="0" y="387668"/>
                    <a:pt x="40957" y="472440"/>
                    <a:pt x="112395" y="527685"/>
                  </a:cubicBezTo>
                  <a:lnTo>
                    <a:pt x="112395" y="768668"/>
                  </a:lnTo>
                  <a:lnTo>
                    <a:pt x="413385" y="768668"/>
                  </a:lnTo>
                  <a:lnTo>
                    <a:pt x="413385" y="654368"/>
                  </a:lnTo>
                  <a:lnTo>
                    <a:pt x="460058" y="654368"/>
                  </a:lnTo>
                  <a:cubicBezTo>
                    <a:pt x="521970" y="654368"/>
                    <a:pt x="572453" y="603885"/>
                    <a:pt x="572453" y="541973"/>
                  </a:cubicBezTo>
                  <a:lnTo>
                    <a:pt x="572453" y="541973"/>
                  </a:lnTo>
                  <a:cubicBezTo>
                    <a:pt x="572453" y="541020"/>
                    <a:pt x="572453" y="541020"/>
                    <a:pt x="572453" y="540068"/>
                  </a:cubicBezTo>
                  <a:lnTo>
                    <a:pt x="572453" y="482918"/>
                  </a:lnTo>
                  <a:lnTo>
                    <a:pt x="614363" y="482918"/>
                  </a:lnTo>
                  <a:cubicBezTo>
                    <a:pt x="639128" y="480060"/>
                    <a:pt x="661035" y="451485"/>
                    <a:pt x="638175" y="416243"/>
                  </a:cubicBezTo>
                  <a:lnTo>
                    <a:pt x="572453" y="301943"/>
                  </a:lnTo>
                  <a:close/>
                  <a:moveTo>
                    <a:pt x="626745" y="454343"/>
                  </a:moveTo>
                  <a:cubicBezTo>
                    <a:pt x="623888" y="460058"/>
                    <a:pt x="619125" y="462915"/>
                    <a:pt x="613410" y="464820"/>
                  </a:cubicBezTo>
                  <a:lnTo>
                    <a:pt x="553403" y="464820"/>
                  </a:lnTo>
                  <a:lnTo>
                    <a:pt x="553403" y="542925"/>
                  </a:lnTo>
                  <a:cubicBezTo>
                    <a:pt x="553403" y="594360"/>
                    <a:pt x="511492" y="636270"/>
                    <a:pt x="460058" y="636270"/>
                  </a:cubicBezTo>
                  <a:lnTo>
                    <a:pt x="394335" y="636270"/>
                  </a:lnTo>
                  <a:lnTo>
                    <a:pt x="394335" y="750570"/>
                  </a:lnTo>
                  <a:lnTo>
                    <a:pt x="131445" y="750570"/>
                  </a:lnTo>
                  <a:lnTo>
                    <a:pt x="131445" y="518160"/>
                  </a:lnTo>
                  <a:lnTo>
                    <a:pt x="123825" y="512445"/>
                  </a:lnTo>
                  <a:cubicBezTo>
                    <a:pt x="57150" y="461010"/>
                    <a:pt x="19050" y="381000"/>
                    <a:pt x="19050" y="297180"/>
                  </a:cubicBezTo>
                  <a:lnTo>
                    <a:pt x="19050" y="297180"/>
                  </a:lnTo>
                  <a:lnTo>
                    <a:pt x="19050" y="297180"/>
                  </a:lnTo>
                  <a:cubicBezTo>
                    <a:pt x="19050" y="290513"/>
                    <a:pt x="19050" y="283845"/>
                    <a:pt x="19050" y="278130"/>
                  </a:cubicBezTo>
                  <a:cubicBezTo>
                    <a:pt x="23813" y="133350"/>
                    <a:pt x="141923" y="19050"/>
                    <a:pt x="285750" y="19050"/>
                  </a:cubicBezTo>
                  <a:cubicBezTo>
                    <a:pt x="288608" y="19050"/>
                    <a:pt x="292418" y="19050"/>
                    <a:pt x="295275" y="19050"/>
                  </a:cubicBezTo>
                  <a:cubicBezTo>
                    <a:pt x="442913" y="24765"/>
                    <a:pt x="558165" y="148590"/>
                    <a:pt x="552450" y="296228"/>
                  </a:cubicBezTo>
                  <a:lnTo>
                    <a:pt x="552450" y="306705"/>
                  </a:lnTo>
                  <a:lnTo>
                    <a:pt x="555308" y="311468"/>
                  </a:lnTo>
                  <a:lnTo>
                    <a:pt x="621030" y="425768"/>
                  </a:lnTo>
                  <a:lnTo>
                    <a:pt x="621030" y="425768"/>
                  </a:lnTo>
                  <a:lnTo>
                    <a:pt x="621030" y="425768"/>
                  </a:lnTo>
                  <a:cubicBezTo>
                    <a:pt x="628650" y="434340"/>
                    <a:pt x="630555" y="444818"/>
                    <a:pt x="626745" y="454343"/>
                  </a:cubicBezTo>
                  <a:cubicBezTo>
                    <a:pt x="626745" y="454343"/>
                    <a:pt x="626745" y="454343"/>
                    <a:pt x="626745" y="454343"/>
                  </a:cubicBezTo>
                  <a:close/>
                </a:path>
              </a:pathLst>
            </a:custGeom>
            <a:grp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5" name="Freeform: Shape 4">
              <a:extLst>
                <a:ext uri="{FF2B5EF4-FFF2-40B4-BE49-F238E27FC236}">
                  <a16:creationId xmlns:a16="http://schemas.microsoft.com/office/drawing/2014/main" id="{E31A9924-7F1A-336C-95C5-18305CF68BDA}"/>
                </a:ext>
              </a:extLst>
            </p:cNvPr>
            <p:cNvSpPr/>
            <p:nvPr/>
          </p:nvSpPr>
          <p:spPr>
            <a:xfrm>
              <a:off x="10850700" y="1521111"/>
              <a:ext cx="274056" cy="190893"/>
            </a:xfrm>
            <a:custGeom>
              <a:avLst/>
              <a:gdLst>
                <a:gd name="connsiteX0" fmla="*/ 378342 w 738470"/>
                <a:gd name="connsiteY0" fmla="*/ 19052 h 514381"/>
                <a:gd name="connsiteX1" fmla="*/ 466353 w 738470"/>
                <a:gd name="connsiteY1" fmla="*/ 91690 h 514381"/>
                <a:gd name="connsiteX2" fmla="*/ 466496 w 738470"/>
                <a:gd name="connsiteY2" fmla="*/ 91747 h 514381"/>
                <a:gd name="connsiteX3" fmla="*/ 522084 w 738470"/>
                <a:gd name="connsiteY3" fmla="*/ 72964 h 514381"/>
                <a:gd name="connsiteX4" fmla="*/ 611914 w 738470"/>
                <a:gd name="connsiteY4" fmla="*/ 162822 h 514381"/>
                <a:gd name="connsiteX5" fmla="*/ 609267 w 738470"/>
                <a:gd name="connsiteY5" fmla="*/ 183339 h 514381"/>
                <a:gd name="connsiteX6" fmla="*/ 609338 w 738470"/>
                <a:gd name="connsiteY6" fmla="*/ 183454 h 514381"/>
                <a:gd name="connsiteX7" fmla="*/ 609381 w 738470"/>
                <a:gd name="connsiteY7" fmla="*/ 183454 h 514381"/>
                <a:gd name="connsiteX8" fmla="*/ 631060 w 738470"/>
                <a:gd name="connsiteY8" fmla="*/ 180806 h 514381"/>
                <a:gd name="connsiteX9" fmla="*/ 719607 w 738470"/>
                <a:gd name="connsiteY9" fmla="*/ 271957 h 514381"/>
                <a:gd name="connsiteX10" fmla="*/ 629888 w 738470"/>
                <a:gd name="connsiteY10" fmla="*/ 360514 h 514381"/>
                <a:gd name="connsiteX11" fmla="*/ 594074 w 738470"/>
                <a:gd name="connsiteY11" fmla="*/ 352484 h 514381"/>
                <a:gd name="connsiteX12" fmla="*/ 593959 w 738470"/>
                <a:gd name="connsiteY12" fmla="*/ 352522 h 514381"/>
                <a:gd name="connsiteX13" fmla="*/ 593950 w 738470"/>
                <a:gd name="connsiteY13" fmla="*/ 352570 h 514381"/>
                <a:gd name="connsiteX14" fmla="*/ 593950 w 738470"/>
                <a:gd name="connsiteY14" fmla="*/ 358628 h 514381"/>
                <a:gd name="connsiteX15" fmla="*/ 511159 w 738470"/>
                <a:gd name="connsiteY15" fmla="*/ 450068 h 514381"/>
                <a:gd name="connsiteX16" fmla="*/ 432378 w 738470"/>
                <a:gd name="connsiteY16" fmla="*/ 413673 h 514381"/>
                <a:gd name="connsiteX17" fmla="*/ 432257 w 738470"/>
                <a:gd name="connsiteY17" fmla="*/ 413659 h 514381"/>
                <a:gd name="connsiteX18" fmla="*/ 432225 w 738470"/>
                <a:gd name="connsiteY18" fmla="*/ 413720 h 514381"/>
                <a:gd name="connsiteX19" fmla="*/ 334119 w 738470"/>
                <a:gd name="connsiteY19" fmla="*/ 494874 h 514381"/>
                <a:gd name="connsiteX20" fmla="*/ 252565 w 738470"/>
                <a:gd name="connsiteY20" fmla="*/ 405405 h 514381"/>
                <a:gd name="connsiteX21" fmla="*/ 253422 w 738470"/>
                <a:gd name="connsiteY21" fmla="*/ 395737 h 514381"/>
                <a:gd name="connsiteX22" fmla="*/ 253393 w 738470"/>
                <a:gd name="connsiteY22" fmla="*/ 395632 h 514381"/>
                <a:gd name="connsiteX23" fmla="*/ 253289 w 738470"/>
                <a:gd name="connsiteY23" fmla="*/ 395661 h 514381"/>
                <a:gd name="connsiteX24" fmla="*/ 128055 w 738470"/>
                <a:gd name="connsiteY24" fmla="*/ 379829 h 514381"/>
                <a:gd name="connsiteX25" fmla="*/ 109728 w 738470"/>
                <a:gd name="connsiteY25" fmla="*/ 333558 h 514381"/>
                <a:gd name="connsiteX26" fmla="*/ 108823 w 738470"/>
                <a:gd name="connsiteY26" fmla="*/ 333558 h 514381"/>
                <a:gd name="connsiteX27" fmla="*/ 19095 w 738470"/>
                <a:gd name="connsiteY27" fmla="*/ 243569 h 514381"/>
                <a:gd name="connsiteX28" fmla="*/ 107651 w 738470"/>
                <a:gd name="connsiteY28" fmla="*/ 153850 h 514381"/>
                <a:gd name="connsiteX29" fmla="*/ 129330 w 738470"/>
                <a:gd name="connsiteY29" fmla="*/ 156498 h 514381"/>
                <a:gd name="connsiteX30" fmla="*/ 129454 w 738470"/>
                <a:gd name="connsiteY30" fmla="*/ 156417 h 514381"/>
                <a:gd name="connsiteX31" fmla="*/ 129454 w 738470"/>
                <a:gd name="connsiteY31" fmla="*/ 156374 h 514381"/>
                <a:gd name="connsiteX32" fmla="*/ 126816 w 738470"/>
                <a:gd name="connsiteY32" fmla="*/ 137762 h 514381"/>
                <a:gd name="connsiteX33" fmla="*/ 214145 w 738470"/>
                <a:gd name="connsiteY33" fmla="*/ 46074 h 514381"/>
                <a:gd name="connsiteX34" fmla="*/ 291093 w 738470"/>
                <a:gd name="connsiteY34" fmla="*/ 86327 h 514381"/>
                <a:gd name="connsiteX35" fmla="*/ 291209 w 738470"/>
                <a:gd name="connsiteY35" fmla="*/ 86364 h 514381"/>
                <a:gd name="connsiteX36" fmla="*/ 291246 w 738470"/>
                <a:gd name="connsiteY36" fmla="*/ 86327 h 514381"/>
                <a:gd name="connsiteX37" fmla="*/ 378342 w 738470"/>
                <a:gd name="connsiteY37" fmla="*/ 19052 h 514381"/>
                <a:gd name="connsiteX38" fmla="*/ 378342 w 738470"/>
                <a:gd name="connsiteY38" fmla="*/ 2 h 514381"/>
                <a:gd name="connsiteX39" fmla="*/ 285712 w 738470"/>
                <a:gd name="connsiteY39" fmla="*/ 52104 h 514381"/>
                <a:gd name="connsiteX40" fmla="*/ 216636 w 738470"/>
                <a:gd name="connsiteY40" fmla="*/ 26958 h 514381"/>
                <a:gd name="connsiteX41" fmla="*/ 107747 w 738470"/>
                <a:gd name="connsiteY41" fmla="*/ 134800 h 514381"/>
                <a:gd name="connsiteX42" fmla="*/ 6 w 738470"/>
                <a:gd name="connsiteY42" fmla="*/ 244884 h 514381"/>
                <a:gd name="connsiteX43" fmla="*/ 93554 w 738470"/>
                <a:gd name="connsiteY43" fmla="*/ 351541 h 514381"/>
                <a:gd name="connsiteX44" fmla="*/ 224877 w 738470"/>
                <a:gd name="connsiteY44" fmla="*/ 430226 h 514381"/>
                <a:gd name="connsiteX45" fmla="*/ 235648 w 738470"/>
                <a:gd name="connsiteY45" fmla="*/ 426922 h 514381"/>
                <a:gd name="connsiteX46" fmla="*/ 364184 w 738470"/>
                <a:gd name="connsiteY46" fmla="*/ 512194 h 514381"/>
                <a:gd name="connsiteX47" fmla="*/ 442093 w 738470"/>
                <a:gd name="connsiteY47" fmla="*/ 449877 h 514381"/>
                <a:gd name="connsiteX48" fmla="*/ 504111 w 738470"/>
                <a:gd name="connsiteY48" fmla="*/ 469423 h 514381"/>
                <a:gd name="connsiteX49" fmla="*/ 611638 w 738470"/>
                <a:gd name="connsiteY49" fmla="*/ 377735 h 514381"/>
                <a:gd name="connsiteX50" fmla="*/ 629888 w 738470"/>
                <a:gd name="connsiteY50" fmla="*/ 379564 h 514381"/>
                <a:gd name="connsiteX51" fmla="*/ 738470 w 738470"/>
                <a:gd name="connsiteY51" fmla="*/ 270329 h 514381"/>
                <a:gd name="connsiteX52" fmla="*/ 630964 w 738470"/>
                <a:gd name="connsiteY52" fmla="*/ 161756 h 514381"/>
                <a:gd name="connsiteX53" fmla="*/ 522084 w 738470"/>
                <a:gd name="connsiteY53" fmla="*/ 53914 h 514381"/>
                <a:gd name="connsiteX54" fmla="*/ 477441 w 738470"/>
                <a:gd name="connsiteY54" fmla="*/ 63353 h 514381"/>
                <a:gd name="connsiteX55" fmla="*/ 378342 w 738470"/>
                <a:gd name="connsiteY55" fmla="*/ 2 h 514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38470" h="514381">
                  <a:moveTo>
                    <a:pt x="378342" y="19052"/>
                  </a:moveTo>
                  <a:cubicBezTo>
                    <a:pt x="421387" y="18790"/>
                    <a:pt x="458448" y="49377"/>
                    <a:pt x="466353" y="91690"/>
                  </a:cubicBezTo>
                  <a:cubicBezTo>
                    <a:pt x="466353" y="91756"/>
                    <a:pt x="466439" y="91794"/>
                    <a:pt x="466496" y="91747"/>
                  </a:cubicBezTo>
                  <a:cubicBezTo>
                    <a:pt x="482496" y="79619"/>
                    <a:pt x="502007" y="73026"/>
                    <a:pt x="522084" y="72964"/>
                  </a:cubicBezTo>
                  <a:cubicBezTo>
                    <a:pt x="571642" y="73121"/>
                    <a:pt x="611773" y="113265"/>
                    <a:pt x="611914" y="162822"/>
                  </a:cubicBezTo>
                  <a:cubicBezTo>
                    <a:pt x="611963" y="169750"/>
                    <a:pt x="611072" y="176652"/>
                    <a:pt x="609267" y="183339"/>
                  </a:cubicBezTo>
                  <a:cubicBezTo>
                    <a:pt x="609255" y="183391"/>
                    <a:pt x="609287" y="183442"/>
                    <a:pt x="609338" y="183454"/>
                  </a:cubicBezTo>
                  <a:cubicBezTo>
                    <a:pt x="609352" y="183456"/>
                    <a:pt x="609367" y="183456"/>
                    <a:pt x="609381" y="183454"/>
                  </a:cubicBezTo>
                  <a:cubicBezTo>
                    <a:pt x="616454" y="181597"/>
                    <a:pt x="623747" y="180706"/>
                    <a:pt x="631060" y="180806"/>
                  </a:cubicBezTo>
                  <a:cubicBezTo>
                    <a:pt x="680682" y="181525"/>
                    <a:pt x="720326" y="222335"/>
                    <a:pt x="719607" y="271957"/>
                  </a:cubicBezTo>
                  <a:cubicBezTo>
                    <a:pt x="718896" y="321021"/>
                    <a:pt x="678957" y="360442"/>
                    <a:pt x="629888" y="360514"/>
                  </a:cubicBezTo>
                  <a:cubicBezTo>
                    <a:pt x="617543" y="360179"/>
                    <a:pt x="605380" y="357452"/>
                    <a:pt x="594074" y="352484"/>
                  </a:cubicBezTo>
                  <a:cubicBezTo>
                    <a:pt x="594032" y="352463"/>
                    <a:pt x="593980" y="352479"/>
                    <a:pt x="593959" y="352522"/>
                  </a:cubicBezTo>
                  <a:cubicBezTo>
                    <a:pt x="593951" y="352537"/>
                    <a:pt x="593948" y="352554"/>
                    <a:pt x="593950" y="352570"/>
                  </a:cubicBezTo>
                  <a:lnTo>
                    <a:pt x="593950" y="358628"/>
                  </a:lnTo>
                  <a:cubicBezTo>
                    <a:pt x="594340" y="406003"/>
                    <a:pt x="558340" y="445763"/>
                    <a:pt x="511159" y="450068"/>
                  </a:cubicBezTo>
                  <a:cubicBezTo>
                    <a:pt x="480332" y="452598"/>
                    <a:pt x="450434" y="438785"/>
                    <a:pt x="432378" y="413673"/>
                  </a:cubicBezTo>
                  <a:cubicBezTo>
                    <a:pt x="432348" y="413636"/>
                    <a:pt x="432294" y="413630"/>
                    <a:pt x="432257" y="413659"/>
                  </a:cubicBezTo>
                  <a:cubicBezTo>
                    <a:pt x="432239" y="413675"/>
                    <a:pt x="432227" y="413697"/>
                    <a:pt x="432225" y="413720"/>
                  </a:cubicBezTo>
                  <a:cubicBezTo>
                    <a:pt x="427544" y="463222"/>
                    <a:pt x="383620" y="499556"/>
                    <a:pt x="334119" y="494874"/>
                  </a:cubicBezTo>
                  <a:cubicBezTo>
                    <a:pt x="287947" y="490508"/>
                    <a:pt x="252648" y="451782"/>
                    <a:pt x="252565" y="405405"/>
                  </a:cubicBezTo>
                  <a:cubicBezTo>
                    <a:pt x="252557" y="402163"/>
                    <a:pt x="252845" y="398927"/>
                    <a:pt x="253422" y="395737"/>
                  </a:cubicBezTo>
                  <a:cubicBezTo>
                    <a:pt x="253443" y="395700"/>
                    <a:pt x="253431" y="395653"/>
                    <a:pt x="253393" y="395632"/>
                  </a:cubicBezTo>
                  <a:cubicBezTo>
                    <a:pt x="253356" y="395611"/>
                    <a:pt x="253310" y="395624"/>
                    <a:pt x="253289" y="395661"/>
                  </a:cubicBezTo>
                  <a:cubicBezTo>
                    <a:pt x="214334" y="425871"/>
                    <a:pt x="158265" y="418783"/>
                    <a:pt x="128055" y="379829"/>
                  </a:cubicBezTo>
                  <a:cubicBezTo>
                    <a:pt x="117682" y="366455"/>
                    <a:pt x="111326" y="350407"/>
                    <a:pt x="109728" y="333558"/>
                  </a:cubicBezTo>
                  <a:lnTo>
                    <a:pt x="108823" y="333558"/>
                  </a:lnTo>
                  <a:cubicBezTo>
                    <a:pt x="59196" y="333486"/>
                    <a:pt x="19022" y="293197"/>
                    <a:pt x="19095" y="243569"/>
                  </a:cubicBezTo>
                  <a:cubicBezTo>
                    <a:pt x="19166" y="194500"/>
                    <a:pt x="58587" y="154560"/>
                    <a:pt x="107651" y="153850"/>
                  </a:cubicBezTo>
                  <a:cubicBezTo>
                    <a:pt x="114964" y="153749"/>
                    <a:pt x="122257" y="154640"/>
                    <a:pt x="129330" y="156498"/>
                  </a:cubicBezTo>
                  <a:cubicBezTo>
                    <a:pt x="129387" y="156509"/>
                    <a:pt x="129443" y="156473"/>
                    <a:pt x="129454" y="156417"/>
                  </a:cubicBezTo>
                  <a:cubicBezTo>
                    <a:pt x="129457" y="156403"/>
                    <a:pt x="129457" y="156388"/>
                    <a:pt x="129454" y="156374"/>
                  </a:cubicBezTo>
                  <a:cubicBezTo>
                    <a:pt x="127862" y="150292"/>
                    <a:pt x="126977" y="144047"/>
                    <a:pt x="126816" y="137762"/>
                  </a:cubicBezTo>
                  <a:cubicBezTo>
                    <a:pt x="125612" y="88328"/>
                    <a:pt x="164710" y="47277"/>
                    <a:pt x="214145" y="46074"/>
                  </a:cubicBezTo>
                  <a:cubicBezTo>
                    <a:pt x="245020" y="45322"/>
                    <a:pt x="274103" y="60536"/>
                    <a:pt x="291093" y="86327"/>
                  </a:cubicBezTo>
                  <a:cubicBezTo>
                    <a:pt x="291115" y="86369"/>
                    <a:pt x="291167" y="86386"/>
                    <a:pt x="291209" y="86364"/>
                  </a:cubicBezTo>
                  <a:cubicBezTo>
                    <a:pt x="291225" y="86356"/>
                    <a:pt x="291237" y="86343"/>
                    <a:pt x="291246" y="86327"/>
                  </a:cubicBezTo>
                  <a:cubicBezTo>
                    <a:pt x="302001" y="46971"/>
                    <a:pt x="337546" y="19515"/>
                    <a:pt x="378342" y="19052"/>
                  </a:cubicBezTo>
                  <a:moveTo>
                    <a:pt x="378342" y="2"/>
                  </a:moveTo>
                  <a:cubicBezTo>
                    <a:pt x="340553" y="258"/>
                    <a:pt x="305555" y="19944"/>
                    <a:pt x="285712" y="52104"/>
                  </a:cubicBezTo>
                  <a:cubicBezTo>
                    <a:pt x="266344" y="35888"/>
                    <a:pt x="241897" y="26988"/>
                    <a:pt x="216636" y="26958"/>
                  </a:cubicBezTo>
                  <a:cubicBezTo>
                    <a:pt x="156937" y="27032"/>
                    <a:pt x="108398" y="75104"/>
                    <a:pt x="107747" y="134800"/>
                  </a:cubicBezTo>
                  <a:cubicBezTo>
                    <a:pt x="47596" y="135447"/>
                    <a:pt x="-641" y="184733"/>
                    <a:pt x="6" y="244884"/>
                  </a:cubicBezTo>
                  <a:cubicBezTo>
                    <a:pt x="585" y="298655"/>
                    <a:pt x="40318" y="343956"/>
                    <a:pt x="93554" y="351541"/>
                  </a:cubicBezTo>
                  <a:cubicBezTo>
                    <a:pt x="108090" y="409533"/>
                    <a:pt x="166885" y="444761"/>
                    <a:pt x="224877" y="430226"/>
                  </a:cubicBezTo>
                  <a:cubicBezTo>
                    <a:pt x="228522" y="429313"/>
                    <a:pt x="232117" y="428210"/>
                    <a:pt x="235648" y="426922"/>
                  </a:cubicBezTo>
                  <a:cubicBezTo>
                    <a:pt x="247596" y="485964"/>
                    <a:pt x="305144" y="524141"/>
                    <a:pt x="364184" y="512194"/>
                  </a:cubicBezTo>
                  <a:cubicBezTo>
                    <a:pt x="398689" y="505212"/>
                    <a:pt x="427702" y="482005"/>
                    <a:pt x="442093" y="449877"/>
                  </a:cubicBezTo>
                  <a:cubicBezTo>
                    <a:pt x="460225" y="462694"/>
                    <a:pt x="481907" y="469527"/>
                    <a:pt x="504111" y="469423"/>
                  </a:cubicBezTo>
                  <a:cubicBezTo>
                    <a:pt x="557585" y="469358"/>
                    <a:pt x="603124" y="430527"/>
                    <a:pt x="611638" y="377735"/>
                  </a:cubicBezTo>
                  <a:cubicBezTo>
                    <a:pt x="617649" y="378928"/>
                    <a:pt x="623761" y="379541"/>
                    <a:pt x="629888" y="379564"/>
                  </a:cubicBezTo>
                  <a:cubicBezTo>
                    <a:pt x="690037" y="379384"/>
                    <a:pt x="738650" y="330478"/>
                    <a:pt x="738470" y="270329"/>
                  </a:cubicBezTo>
                  <a:cubicBezTo>
                    <a:pt x="738291" y="210855"/>
                    <a:pt x="690434" y="162521"/>
                    <a:pt x="630964" y="161756"/>
                  </a:cubicBezTo>
                  <a:cubicBezTo>
                    <a:pt x="630313" y="102063"/>
                    <a:pt x="581780" y="53994"/>
                    <a:pt x="522084" y="53914"/>
                  </a:cubicBezTo>
                  <a:cubicBezTo>
                    <a:pt x="506711" y="53939"/>
                    <a:pt x="491509" y="57154"/>
                    <a:pt x="477441" y="63353"/>
                  </a:cubicBezTo>
                  <a:cubicBezTo>
                    <a:pt x="459782" y="24549"/>
                    <a:pt x="420974" y="-260"/>
                    <a:pt x="378342" y="2"/>
                  </a:cubicBezTo>
                  <a:close/>
                </a:path>
              </a:pathLst>
            </a:custGeom>
            <a:grpFill/>
            <a:ln w="9525" cap="flat">
              <a:solidFill>
                <a:schemeClr val="bg1">
                  <a:lumMod val="85000"/>
                </a:schemeClr>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6" name="Freeform: Shape 5">
              <a:extLst>
                <a:ext uri="{FF2B5EF4-FFF2-40B4-BE49-F238E27FC236}">
                  <a16:creationId xmlns:a16="http://schemas.microsoft.com/office/drawing/2014/main" id="{8BB9D5F3-30C7-FBDB-D53D-032AD89659C5}"/>
                </a:ext>
              </a:extLst>
            </p:cNvPr>
            <p:cNvSpPr/>
            <p:nvPr/>
          </p:nvSpPr>
          <p:spPr>
            <a:xfrm>
              <a:off x="10867982" y="1706763"/>
              <a:ext cx="59300" cy="59300"/>
            </a:xfrm>
            <a:custGeom>
              <a:avLst/>
              <a:gdLst>
                <a:gd name="connsiteX0" fmla="*/ 57150 w 114300"/>
                <a:gd name="connsiteY0" fmla="*/ 19050 h 114299"/>
                <a:gd name="connsiteX1" fmla="*/ 95250 w 114300"/>
                <a:gd name="connsiteY1" fmla="*/ 57150 h 114299"/>
                <a:gd name="connsiteX2" fmla="*/ 57150 w 114300"/>
                <a:gd name="connsiteY2" fmla="*/ 95250 h 114299"/>
                <a:gd name="connsiteX3" fmla="*/ 19050 w 114300"/>
                <a:gd name="connsiteY3" fmla="*/ 57150 h 114299"/>
                <a:gd name="connsiteX4" fmla="*/ 57150 w 114300"/>
                <a:gd name="connsiteY4" fmla="*/ 19050 h 114299"/>
                <a:gd name="connsiteX5" fmla="*/ 57150 w 114300"/>
                <a:gd name="connsiteY5" fmla="*/ 0 h 114299"/>
                <a:gd name="connsiteX6" fmla="*/ 0 w 114300"/>
                <a:gd name="connsiteY6" fmla="*/ 57150 h 114299"/>
                <a:gd name="connsiteX7" fmla="*/ 57150 w 114300"/>
                <a:gd name="connsiteY7" fmla="*/ 114300 h 114299"/>
                <a:gd name="connsiteX8" fmla="*/ 114300 w 114300"/>
                <a:gd name="connsiteY8" fmla="*/ 57150 h 114299"/>
                <a:gd name="connsiteX9" fmla="*/ 57150 w 114300"/>
                <a:gd name="connsiteY9"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114299">
                  <a:moveTo>
                    <a:pt x="57150" y="19050"/>
                  </a:moveTo>
                  <a:cubicBezTo>
                    <a:pt x="78192" y="19050"/>
                    <a:pt x="95250" y="36108"/>
                    <a:pt x="95250" y="57150"/>
                  </a:cubicBezTo>
                  <a:cubicBezTo>
                    <a:pt x="95250" y="78192"/>
                    <a:pt x="78192" y="95250"/>
                    <a:pt x="57150" y="95250"/>
                  </a:cubicBezTo>
                  <a:cubicBezTo>
                    <a:pt x="36108" y="95250"/>
                    <a:pt x="19050" y="78192"/>
                    <a:pt x="19050" y="57150"/>
                  </a:cubicBezTo>
                  <a:cubicBezTo>
                    <a:pt x="19081" y="36121"/>
                    <a:pt x="36121" y="19081"/>
                    <a:pt x="57150" y="19050"/>
                  </a:cubicBezTo>
                  <a:moveTo>
                    <a:pt x="57150" y="0"/>
                  </a:moveTo>
                  <a:cubicBezTo>
                    <a:pt x="25587" y="0"/>
                    <a:pt x="0" y="25587"/>
                    <a:pt x="0" y="57150"/>
                  </a:cubicBezTo>
                  <a:cubicBezTo>
                    <a:pt x="0" y="88713"/>
                    <a:pt x="25587" y="114300"/>
                    <a:pt x="57150" y="114300"/>
                  </a:cubicBezTo>
                  <a:cubicBezTo>
                    <a:pt x="88713" y="114300"/>
                    <a:pt x="114300" y="88713"/>
                    <a:pt x="114300" y="57150"/>
                  </a:cubicBezTo>
                  <a:cubicBezTo>
                    <a:pt x="114300" y="25587"/>
                    <a:pt x="88713" y="0"/>
                    <a:pt x="57150" y="0"/>
                  </a:cubicBezTo>
                  <a:close/>
                </a:path>
              </a:pathLst>
            </a:custGeom>
            <a:grpFill/>
            <a:ln w="9525" cap="flat">
              <a:solidFill>
                <a:schemeClr val="bg1">
                  <a:lumMod val="85000"/>
                </a:schemeClr>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7" name="Freeform: Shape 6">
              <a:extLst>
                <a:ext uri="{FF2B5EF4-FFF2-40B4-BE49-F238E27FC236}">
                  <a16:creationId xmlns:a16="http://schemas.microsoft.com/office/drawing/2014/main" id="{B0ABF925-56E8-FC82-0A30-B66B743E77EF}"/>
                </a:ext>
              </a:extLst>
            </p:cNvPr>
            <p:cNvSpPr/>
            <p:nvPr/>
          </p:nvSpPr>
          <p:spPr>
            <a:xfrm>
              <a:off x="10820231" y="1753517"/>
              <a:ext cx="42418" cy="42418"/>
            </a:xfrm>
            <a:custGeom>
              <a:avLst/>
              <a:gdLst>
                <a:gd name="connsiteX0" fmla="*/ 57150 w 114300"/>
                <a:gd name="connsiteY0" fmla="*/ 19050 h 114299"/>
                <a:gd name="connsiteX1" fmla="*/ 95250 w 114300"/>
                <a:gd name="connsiteY1" fmla="*/ 57150 h 114299"/>
                <a:gd name="connsiteX2" fmla="*/ 57150 w 114300"/>
                <a:gd name="connsiteY2" fmla="*/ 95250 h 114299"/>
                <a:gd name="connsiteX3" fmla="*/ 19050 w 114300"/>
                <a:gd name="connsiteY3" fmla="*/ 57150 h 114299"/>
                <a:gd name="connsiteX4" fmla="*/ 57150 w 114300"/>
                <a:gd name="connsiteY4" fmla="*/ 19050 h 114299"/>
                <a:gd name="connsiteX5" fmla="*/ 57150 w 114300"/>
                <a:gd name="connsiteY5" fmla="*/ 0 h 114299"/>
                <a:gd name="connsiteX6" fmla="*/ 0 w 114300"/>
                <a:gd name="connsiteY6" fmla="*/ 57150 h 114299"/>
                <a:gd name="connsiteX7" fmla="*/ 57150 w 114300"/>
                <a:gd name="connsiteY7" fmla="*/ 114300 h 114299"/>
                <a:gd name="connsiteX8" fmla="*/ 114300 w 114300"/>
                <a:gd name="connsiteY8" fmla="*/ 57150 h 114299"/>
                <a:gd name="connsiteX9" fmla="*/ 57150 w 114300"/>
                <a:gd name="connsiteY9"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114299">
                  <a:moveTo>
                    <a:pt x="57150" y="19050"/>
                  </a:moveTo>
                  <a:cubicBezTo>
                    <a:pt x="78192" y="19050"/>
                    <a:pt x="95250" y="36108"/>
                    <a:pt x="95250" y="57150"/>
                  </a:cubicBezTo>
                  <a:cubicBezTo>
                    <a:pt x="95250" y="78192"/>
                    <a:pt x="78192" y="95250"/>
                    <a:pt x="57150" y="95250"/>
                  </a:cubicBezTo>
                  <a:cubicBezTo>
                    <a:pt x="36108" y="95250"/>
                    <a:pt x="19050" y="78192"/>
                    <a:pt x="19050" y="57150"/>
                  </a:cubicBezTo>
                  <a:cubicBezTo>
                    <a:pt x="19081" y="36121"/>
                    <a:pt x="36121" y="19081"/>
                    <a:pt x="57150" y="19050"/>
                  </a:cubicBezTo>
                  <a:moveTo>
                    <a:pt x="57150" y="0"/>
                  </a:moveTo>
                  <a:cubicBezTo>
                    <a:pt x="25587" y="0"/>
                    <a:pt x="0" y="25587"/>
                    <a:pt x="0" y="57150"/>
                  </a:cubicBezTo>
                  <a:cubicBezTo>
                    <a:pt x="0" y="88713"/>
                    <a:pt x="25587" y="114300"/>
                    <a:pt x="57150" y="114300"/>
                  </a:cubicBezTo>
                  <a:cubicBezTo>
                    <a:pt x="88713" y="114300"/>
                    <a:pt x="114300" y="88713"/>
                    <a:pt x="114300" y="57150"/>
                  </a:cubicBezTo>
                  <a:cubicBezTo>
                    <a:pt x="114300" y="25587"/>
                    <a:pt x="88713" y="0"/>
                    <a:pt x="57150" y="0"/>
                  </a:cubicBezTo>
                  <a:close/>
                </a:path>
              </a:pathLst>
            </a:custGeom>
            <a:grpFill/>
            <a:ln w="9525" cap="flat">
              <a:solidFill>
                <a:schemeClr val="bg1">
                  <a:lumMod val="85000"/>
                </a:schemeClr>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pic>
        <p:nvPicPr>
          <p:cNvPr id="8" name="Graphic 7" descr="Head with gears outline">
            <a:extLst>
              <a:ext uri="{FF2B5EF4-FFF2-40B4-BE49-F238E27FC236}">
                <a16:creationId xmlns:a16="http://schemas.microsoft.com/office/drawing/2014/main" id="{8A2AE5C2-C739-C793-A84E-B8BB505C42D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589256" y="3368918"/>
            <a:ext cx="788382" cy="788382"/>
          </a:xfrm>
          <a:prstGeom prst="rect">
            <a:avLst/>
          </a:prstGeom>
        </p:spPr>
      </p:pic>
    </p:spTree>
    <p:extLst>
      <p:ext uri="{BB962C8B-B14F-4D97-AF65-F5344CB8AC3E}">
        <p14:creationId xmlns:p14="http://schemas.microsoft.com/office/powerpoint/2010/main" val="253456226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253"/>
        <p:cNvGrpSpPr/>
        <p:nvPr/>
      </p:nvGrpSpPr>
      <p:grpSpPr>
        <a:xfrm>
          <a:off x="0" y="0"/>
          <a:ext cx="0" cy="0"/>
          <a:chOff x="0" y="0"/>
          <a:chExt cx="0" cy="0"/>
        </a:xfrm>
      </p:grpSpPr>
      <p:sp>
        <p:nvSpPr>
          <p:cNvPr id="254" name="Google Shape;254;p19"/>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255" name="Google Shape;255;p19"/>
          <p:cNvGrpSpPr/>
          <p:nvPr/>
        </p:nvGrpSpPr>
        <p:grpSpPr>
          <a:xfrm>
            <a:off x="4577701" y="3212368"/>
            <a:ext cx="6667432" cy="1129600"/>
            <a:chOff x="3433276" y="2409276"/>
            <a:chExt cx="5000574" cy="847200"/>
          </a:xfrm>
        </p:grpSpPr>
        <p:sp>
          <p:nvSpPr>
            <p:cNvPr id="256" name="Google Shape;256;p19"/>
            <p:cNvSpPr/>
            <p:nvPr/>
          </p:nvSpPr>
          <p:spPr>
            <a:xfrm rot="-5400000">
              <a:off x="4121626" y="1720926"/>
              <a:ext cx="847200" cy="22239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19"/>
            <p:cNvSpPr/>
            <p:nvPr/>
          </p:nvSpPr>
          <p:spPr>
            <a:xfrm>
              <a:off x="4288175" y="2639976"/>
              <a:ext cx="1948800" cy="385800"/>
            </a:xfrm>
            <a:prstGeom prst="roundRect">
              <a:avLst>
                <a:gd name="adj" fmla="val 50000"/>
              </a:avLst>
            </a:prstGeom>
            <a:solidFill>
              <a:srgbClr val="FFFFFF"/>
            </a:solidFill>
            <a:ln w="9525" cap="flat" cmpd="sng">
              <a:solidFill>
                <a:schemeClr val="accent2"/>
              </a:solidFill>
              <a:prstDash val="solid"/>
              <a:round/>
              <a:headEnd type="none" w="sm" len="sm"/>
              <a:tailEnd type="none" w="sm" len="sm"/>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Jupiter</a:t>
              </a:r>
              <a:endParaRPr kumimoji="0" sz="1867" b="0" i="0" u="none" strike="noStrike" kern="0" cap="none" spc="0" normalizeH="0" baseline="0" noProof="0">
                <a:ln>
                  <a:noFill/>
                </a:ln>
                <a:solidFill>
                  <a:srgbClr val="FB8569"/>
                </a:solidFill>
                <a:effectLst/>
                <a:uLnTx/>
                <a:uFillTx/>
                <a:latin typeface="Arial"/>
                <a:ea typeface="+mn-ea"/>
                <a:cs typeface="Arial"/>
                <a:sym typeface="Arial"/>
              </a:endParaRPr>
            </a:p>
          </p:txBody>
        </p:sp>
        <p:sp>
          <p:nvSpPr>
            <p:cNvPr id="258" name="Google Shape;258;p19"/>
            <p:cNvSpPr txBox="1"/>
            <p:nvPr/>
          </p:nvSpPr>
          <p:spPr>
            <a:xfrm>
              <a:off x="6347050" y="2565426"/>
              <a:ext cx="2086800" cy="5349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also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259" name="Google Shape;259;p19"/>
          <p:cNvGrpSpPr/>
          <p:nvPr/>
        </p:nvGrpSpPr>
        <p:grpSpPr>
          <a:xfrm>
            <a:off x="4577701" y="4727517"/>
            <a:ext cx="6667432" cy="1129600"/>
            <a:chOff x="3433276" y="3545638"/>
            <a:chExt cx="5000574" cy="847200"/>
          </a:xfrm>
        </p:grpSpPr>
        <p:sp>
          <p:nvSpPr>
            <p:cNvPr id="260" name="Google Shape;260;p19"/>
            <p:cNvSpPr/>
            <p:nvPr/>
          </p:nvSpPr>
          <p:spPr>
            <a:xfrm rot="-5400000">
              <a:off x="4121626" y="2857288"/>
              <a:ext cx="847200" cy="22239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261;p19"/>
            <p:cNvSpPr/>
            <p:nvPr/>
          </p:nvSpPr>
          <p:spPr>
            <a:xfrm>
              <a:off x="4288175" y="3776338"/>
              <a:ext cx="1948800" cy="385800"/>
            </a:xfrm>
            <a:prstGeom prst="roundRect">
              <a:avLst>
                <a:gd name="adj" fmla="val 50000"/>
              </a:avLst>
            </a:prstGeom>
            <a:solidFill>
              <a:srgbClr val="FFFFFF"/>
            </a:solidFill>
            <a:ln w="9525" cap="flat" cmpd="sng">
              <a:solidFill>
                <a:schemeClr val="accent3"/>
              </a:solidFill>
              <a:prstDash val="solid"/>
              <a:round/>
              <a:headEnd type="none" w="sm" len="sm"/>
              <a:tailEnd type="none" w="sm" len="sm"/>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Saturn</a:t>
              </a:r>
              <a:endParaRPr kumimoji="0" sz="1867" b="0" i="0" u="none" strike="noStrike" kern="0" cap="none" spc="0" normalizeH="0" baseline="0" noProof="0">
                <a:ln>
                  <a:noFill/>
                </a:ln>
                <a:solidFill>
                  <a:srgbClr val="FB569C"/>
                </a:solidFill>
                <a:effectLst/>
                <a:uLnTx/>
                <a:uFillTx/>
                <a:latin typeface="Arial"/>
                <a:ea typeface="+mn-ea"/>
                <a:cs typeface="Arial"/>
                <a:sym typeface="Arial"/>
              </a:endParaRPr>
            </a:p>
          </p:txBody>
        </p:sp>
        <p:sp>
          <p:nvSpPr>
            <p:cNvPr id="262" name="Google Shape;262;p19"/>
            <p:cNvSpPr txBox="1"/>
            <p:nvPr/>
          </p:nvSpPr>
          <p:spPr>
            <a:xfrm>
              <a:off x="6347050" y="3701788"/>
              <a:ext cx="2086800" cy="5349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a gas giant made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263" name="Google Shape;263;p19"/>
          <p:cNvGrpSpPr/>
          <p:nvPr/>
        </p:nvGrpSpPr>
        <p:grpSpPr>
          <a:xfrm>
            <a:off x="4577701" y="1697220"/>
            <a:ext cx="6667432" cy="1129600"/>
            <a:chOff x="3433276" y="1272915"/>
            <a:chExt cx="5000574" cy="847200"/>
          </a:xfrm>
        </p:grpSpPr>
        <p:sp>
          <p:nvSpPr>
            <p:cNvPr id="264" name="Google Shape;264;p19"/>
            <p:cNvSpPr/>
            <p:nvPr/>
          </p:nvSpPr>
          <p:spPr>
            <a:xfrm rot="-5400000">
              <a:off x="4121626" y="584565"/>
              <a:ext cx="847200" cy="22239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 name="Google Shape;265;p19"/>
            <p:cNvSpPr/>
            <p:nvPr/>
          </p:nvSpPr>
          <p:spPr>
            <a:xfrm>
              <a:off x="4288175" y="1503615"/>
              <a:ext cx="1948800" cy="385800"/>
            </a:xfrm>
            <a:prstGeom prst="roundRect">
              <a:avLst>
                <a:gd name="adj" fmla="val 50000"/>
              </a:avLst>
            </a:prstGeom>
            <a:solidFill>
              <a:srgbClr val="FFFFFF"/>
            </a:solidFill>
            <a:ln w="9525" cap="flat" cmpd="sng">
              <a:solidFill>
                <a:schemeClr val="accent1"/>
              </a:solidFill>
              <a:prstDash val="solid"/>
              <a:round/>
              <a:headEnd type="none" w="sm" len="sm"/>
              <a:tailEnd type="none" w="sm" len="sm"/>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sp>
          <p:nvSpPr>
            <p:cNvPr id="266" name="Google Shape;266;p19"/>
            <p:cNvSpPr txBox="1"/>
            <p:nvPr/>
          </p:nvSpPr>
          <p:spPr>
            <a:xfrm>
              <a:off x="6347050" y="1429065"/>
              <a:ext cx="2086800" cy="5349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267" name="Google Shape;267;p19"/>
          <p:cNvGrpSpPr/>
          <p:nvPr/>
        </p:nvGrpSpPr>
        <p:grpSpPr>
          <a:xfrm>
            <a:off x="4874153" y="2035853"/>
            <a:ext cx="452337" cy="452337"/>
            <a:chOff x="3271200" y="1435075"/>
            <a:chExt cx="481825" cy="481825"/>
          </a:xfrm>
        </p:grpSpPr>
        <p:sp>
          <p:nvSpPr>
            <p:cNvPr id="268" name="Google Shape;268;p19"/>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69" name="Google Shape;269;p19"/>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270" name="Google Shape;270;p19"/>
          <p:cNvGrpSpPr/>
          <p:nvPr/>
        </p:nvGrpSpPr>
        <p:grpSpPr>
          <a:xfrm>
            <a:off x="4953727" y="3551106"/>
            <a:ext cx="293187" cy="452127"/>
            <a:chOff x="5726350" y="2028150"/>
            <a:chExt cx="312300" cy="481600"/>
          </a:xfrm>
        </p:grpSpPr>
        <p:sp>
          <p:nvSpPr>
            <p:cNvPr id="271" name="Google Shape;271;p19"/>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72" name="Google Shape;272;p19"/>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73" name="Google Shape;273;p19"/>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274" name="Google Shape;274;p19"/>
          <p:cNvGrpSpPr/>
          <p:nvPr/>
        </p:nvGrpSpPr>
        <p:grpSpPr>
          <a:xfrm>
            <a:off x="4873273" y="5066137"/>
            <a:ext cx="454097" cy="452361"/>
            <a:chOff x="898875" y="4399275"/>
            <a:chExt cx="483700" cy="481850"/>
          </a:xfrm>
        </p:grpSpPr>
        <p:sp>
          <p:nvSpPr>
            <p:cNvPr id="275" name="Google Shape;275;p19"/>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76" name="Google Shape;276;p19"/>
            <p:cNvSpPr/>
            <p:nvPr/>
          </p:nvSpPr>
          <p:spPr>
            <a:xfrm>
              <a:off x="1138025" y="4763350"/>
              <a:ext cx="25" cy="25"/>
            </a:xfrm>
            <a:custGeom>
              <a:avLst/>
              <a:gdLst/>
              <a:ahLst/>
              <a:cxnLst/>
              <a:rect l="l" t="t" r="r" b="b"/>
              <a:pathLst>
                <a:path w="1" h="1" extrusionOk="0">
                  <a:moveTo>
                    <a:pt x="1" y="0"/>
                  </a:move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77" name="Google Shape;277;p19"/>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78" name="Google Shape;278;p19"/>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79" name="Google Shape;279;p19"/>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80" name="Google Shape;280;p19"/>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81" name="Google Shape;281;p19"/>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82" name="Google Shape;282;p19"/>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283" name="Google Shape;283;p19"/>
          <p:cNvGrpSpPr/>
          <p:nvPr/>
        </p:nvGrpSpPr>
        <p:grpSpPr>
          <a:xfrm>
            <a:off x="947034" y="2261927"/>
            <a:ext cx="3280767" cy="3030588"/>
            <a:chOff x="710275" y="1696445"/>
            <a:chExt cx="2460575" cy="2272941"/>
          </a:xfrm>
        </p:grpSpPr>
        <p:grpSp>
          <p:nvGrpSpPr>
            <p:cNvPr id="284" name="Google Shape;284;p19"/>
            <p:cNvGrpSpPr/>
            <p:nvPr/>
          </p:nvGrpSpPr>
          <p:grpSpPr>
            <a:xfrm>
              <a:off x="2288356" y="1696445"/>
              <a:ext cx="882450" cy="1136250"/>
              <a:chOff x="2288356" y="1696445"/>
              <a:chExt cx="882450" cy="1136250"/>
            </a:xfrm>
          </p:grpSpPr>
          <p:sp>
            <p:nvSpPr>
              <p:cNvPr id="285" name="Google Shape;285;p19"/>
              <p:cNvSpPr/>
              <p:nvPr/>
            </p:nvSpPr>
            <p:spPr>
              <a:xfrm flipH="1">
                <a:off x="2288356" y="1696445"/>
                <a:ext cx="773700" cy="773700"/>
              </a:xfrm>
              <a:prstGeom prst="arc">
                <a:avLst>
                  <a:gd name="adj1" fmla="val 16200000"/>
                  <a:gd name="adj2" fmla="val 0"/>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86" name="Google Shape;286;p19"/>
              <p:cNvCxnSpPr>
                <a:stCxn id="285" idx="0"/>
              </p:cNvCxnSpPr>
              <p:nvPr/>
            </p:nvCxnSpPr>
            <p:spPr>
              <a:xfrm>
                <a:off x="2675206" y="1696445"/>
                <a:ext cx="495600" cy="0"/>
              </a:xfrm>
              <a:prstGeom prst="straightConnector1">
                <a:avLst/>
              </a:prstGeom>
              <a:noFill/>
              <a:ln w="9525" cap="flat" cmpd="sng">
                <a:solidFill>
                  <a:srgbClr val="000000"/>
                </a:solidFill>
                <a:prstDash val="solid"/>
                <a:round/>
                <a:headEnd type="none" w="med" len="med"/>
                <a:tailEnd type="oval" w="med" len="med"/>
              </a:ln>
            </p:spPr>
          </p:cxnSp>
          <p:cxnSp>
            <p:nvCxnSpPr>
              <p:cNvPr id="287" name="Google Shape;287;p19"/>
              <p:cNvCxnSpPr>
                <a:stCxn id="285" idx="2"/>
              </p:cNvCxnSpPr>
              <p:nvPr/>
            </p:nvCxnSpPr>
            <p:spPr>
              <a:xfrm>
                <a:off x="2288356" y="2083295"/>
                <a:ext cx="0" cy="749400"/>
              </a:xfrm>
              <a:prstGeom prst="straightConnector1">
                <a:avLst/>
              </a:prstGeom>
              <a:noFill/>
              <a:ln w="9525" cap="flat" cmpd="sng">
                <a:solidFill>
                  <a:srgbClr val="000000"/>
                </a:solidFill>
                <a:prstDash val="solid"/>
                <a:round/>
                <a:headEnd type="none" w="med" len="med"/>
                <a:tailEnd type="none" w="med" len="med"/>
              </a:ln>
            </p:spPr>
          </p:cxnSp>
        </p:grpSp>
        <p:grpSp>
          <p:nvGrpSpPr>
            <p:cNvPr id="288" name="Google Shape;288;p19"/>
            <p:cNvGrpSpPr/>
            <p:nvPr/>
          </p:nvGrpSpPr>
          <p:grpSpPr>
            <a:xfrm>
              <a:off x="2288412" y="2832906"/>
              <a:ext cx="882422" cy="1136481"/>
              <a:chOff x="7009125" y="3265500"/>
              <a:chExt cx="565800" cy="728700"/>
            </a:xfrm>
          </p:grpSpPr>
          <p:sp>
            <p:nvSpPr>
              <p:cNvPr id="289" name="Google Shape;289;p19"/>
              <p:cNvSpPr/>
              <p:nvPr/>
            </p:nvSpPr>
            <p:spPr>
              <a:xfrm rot="10800000">
                <a:off x="7009125" y="3498000"/>
                <a:ext cx="496200" cy="496200"/>
              </a:xfrm>
              <a:prstGeom prst="arc">
                <a:avLst>
                  <a:gd name="adj1" fmla="val 16200000"/>
                  <a:gd name="adj2" fmla="val 0"/>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90" name="Google Shape;290;p19"/>
              <p:cNvCxnSpPr>
                <a:stCxn id="289" idx="0"/>
              </p:cNvCxnSpPr>
              <p:nvPr/>
            </p:nvCxnSpPr>
            <p:spPr>
              <a:xfrm>
                <a:off x="7257225" y="3994200"/>
                <a:ext cx="317700" cy="0"/>
              </a:xfrm>
              <a:prstGeom prst="straightConnector1">
                <a:avLst/>
              </a:prstGeom>
              <a:noFill/>
              <a:ln w="9525" cap="flat" cmpd="sng">
                <a:solidFill>
                  <a:srgbClr val="000000"/>
                </a:solidFill>
                <a:prstDash val="solid"/>
                <a:round/>
                <a:headEnd type="none" w="med" len="med"/>
                <a:tailEnd type="oval" w="med" len="med"/>
              </a:ln>
            </p:spPr>
          </p:cxnSp>
          <p:cxnSp>
            <p:nvCxnSpPr>
              <p:cNvPr id="291" name="Google Shape;291;p19"/>
              <p:cNvCxnSpPr>
                <a:stCxn id="289" idx="2"/>
              </p:cNvCxnSpPr>
              <p:nvPr/>
            </p:nvCxnSpPr>
            <p:spPr>
              <a:xfrm rot="10800000">
                <a:off x="7009125" y="3265500"/>
                <a:ext cx="0" cy="480600"/>
              </a:xfrm>
              <a:prstGeom prst="straightConnector1">
                <a:avLst/>
              </a:prstGeom>
              <a:noFill/>
              <a:ln w="9525" cap="flat" cmpd="sng">
                <a:solidFill>
                  <a:srgbClr val="000000"/>
                </a:solidFill>
                <a:prstDash val="solid"/>
                <a:round/>
                <a:headEnd type="none" w="med" len="med"/>
                <a:tailEnd type="none" w="med" len="med"/>
              </a:ln>
            </p:spPr>
          </p:cxnSp>
        </p:grpSp>
        <p:cxnSp>
          <p:nvCxnSpPr>
            <p:cNvPr id="292" name="Google Shape;292;p19"/>
            <p:cNvCxnSpPr/>
            <p:nvPr/>
          </p:nvCxnSpPr>
          <p:spPr>
            <a:xfrm>
              <a:off x="1602150" y="2832788"/>
              <a:ext cx="1568700" cy="0"/>
            </a:xfrm>
            <a:prstGeom prst="straightConnector1">
              <a:avLst/>
            </a:prstGeom>
            <a:noFill/>
            <a:ln w="9525" cap="flat" cmpd="sng">
              <a:solidFill>
                <a:srgbClr val="000000"/>
              </a:solidFill>
              <a:prstDash val="solid"/>
              <a:round/>
              <a:headEnd type="none" w="med" len="med"/>
              <a:tailEnd type="oval" w="med" len="med"/>
            </a:ln>
          </p:spPr>
        </p:cxnSp>
        <p:sp>
          <p:nvSpPr>
            <p:cNvPr id="293" name="Google Shape;293;p19"/>
            <p:cNvSpPr/>
            <p:nvPr/>
          </p:nvSpPr>
          <p:spPr>
            <a:xfrm>
              <a:off x="2215781" y="2760409"/>
              <a:ext cx="144900" cy="144900"/>
            </a:xfrm>
            <a:prstGeom prst="ellipse">
              <a:avLst/>
            </a:prstGeom>
            <a:solidFill>
              <a:srgbClr val="FFFFFF"/>
            </a:solidFill>
            <a:ln w="28575" cap="flat" cmpd="sng">
              <a:solidFill>
                <a:schemeClr val="accent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 name="Google Shape;294;p19"/>
            <p:cNvSpPr/>
            <p:nvPr/>
          </p:nvSpPr>
          <p:spPr>
            <a:xfrm>
              <a:off x="710275" y="2181958"/>
              <a:ext cx="1301700" cy="1301700"/>
            </a:xfrm>
            <a:prstGeom prst="ellipse">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 name="Google Shape;295;p19"/>
            <p:cNvSpPr/>
            <p:nvPr/>
          </p:nvSpPr>
          <p:spPr>
            <a:xfrm>
              <a:off x="848097" y="2319958"/>
              <a:ext cx="1025700" cy="1025700"/>
            </a:xfrm>
            <a:prstGeom prst="ellipse">
              <a:avLst/>
            </a:prstGeom>
            <a:solidFill>
              <a:srgbClr val="FFFFFF"/>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Venus</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grpSp>
    </p:spTree>
    <p:extLst>
      <p:ext uri="{BB962C8B-B14F-4D97-AF65-F5344CB8AC3E}">
        <p14:creationId xmlns:p14="http://schemas.microsoft.com/office/powerpoint/2010/main" val="202577016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2" name="Straight Connector 41">
            <a:extLst>
              <a:ext uri="{FF2B5EF4-FFF2-40B4-BE49-F238E27FC236}">
                <a16:creationId xmlns:a16="http://schemas.microsoft.com/office/drawing/2014/main" id="{5C49EA2D-8220-30CD-911D-AD65FFD30002}"/>
              </a:ext>
            </a:extLst>
          </p:cNvPr>
          <p:cNvCxnSpPr>
            <a:cxnSpLocks/>
          </p:cNvCxnSpPr>
          <p:nvPr/>
        </p:nvCxnSpPr>
        <p:spPr>
          <a:xfrm>
            <a:off x="2708476" y="2765964"/>
            <a:ext cx="8657863" cy="0"/>
          </a:xfrm>
          <a:prstGeom prst="line">
            <a:avLst/>
          </a:prstGeom>
          <a:ln w="95250">
            <a:solidFill>
              <a:srgbClr val="F2F2F2"/>
            </a:solidFill>
          </a:ln>
        </p:spPr>
        <p:style>
          <a:lnRef idx="1">
            <a:schemeClr val="accent1"/>
          </a:lnRef>
          <a:fillRef idx="0">
            <a:schemeClr val="accent1"/>
          </a:fillRef>
          <a:effectRef idx="0">
            <a:schemeClr val="accent1"/>
          </a:effectRef>
          <a:fontRef idx="minor">
            <a:schemeClr val="tx1"/>
          </a:fontRef>
        </p:style>
      </p:cxnSp>
      <p:sp>
        <p:nvSpPr>
          <p:cNvPr id="12" name="Rectangle: Single Corner Rounded 11">
            <a:extLst>
              <a:ext uri="{FF2B5EF4-FFF2-40B4-BE49-F238E27FC236}">
                <a16:creationId xmlns:a16="http://schemas.microsoft.com/office/drawing/2014/main" id="{E4990CE0-51CB-E20A-CA7C-70E657BF27DA}"/>
              </a:ext>
            </a:extLst>
          </p:cNvPr>
          <p:cNvSpPr/>
          <p:nvPr/>
        </p:nvSpPr>
        <p:spPr>
          <a:xfrm rot="16200000" flipV="1">
            <a:off x="4432138" y="-901864"/>
            <a:ext cx="3327721" cy="12192003"/>
          </a:xfrm>
          <a:prstGeom prst="round1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Rectangle: Rounded Corners 50">
            <a:extLst>
              <a:ext uri="{FF2B5EF4-FFF2-40B4-BE49-F238E27FC236}">
                <a16:creationId xmlns:a16="http://schemas.microsoft.com/office/drawing/2014/main" id="{4867E60C-4553-37AF-C03E-82ED7D0296F3}"/>
              </a:ext>
            </a:extLst>
          </p:cNvPr>
          <p:cNvSpPr/>
          <p:nvPr/>
        </p:nvSpPr>
        <p:spPr>
          <a:xfrm>
            <a:off x="2619103" y="2472050"/>
            <a:ext cx="159657" cy="587829"/>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Rounded Corners 51">
            <a:extLst>
              <a:ext uri="{FF2B5EF4-FFF2-40B4-BE49-F238E27FC236}">
                <a16:creationId xmlns:a16="http://schemas.microsoft.com/office/drawing/2014/main" id="{756D4B22-E957-0E76-91C6-822F402CA508}"/>
              </a:ext>
            </a:extLst>
          </p:cNvPr>
          <p:cNvSpPr/>
          <p:nvPr/>
        </p:nvSpPr>
        <p:spPr>
          <a:xfrm>
            <a:off x="2619103" y="4403382"/>
            <a:ext cx="159657" cy="587829"/>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Top Corners Rounded 5">
            <a:extLst>
              <a:ext uri="{FF2B5EF4-FFF2-40B4-BE49-F238E27FC236}">
                <a16:creationId xmlns:a16="http://schemas.microsoft.com/office/drawing/2014/main" id="{13170F9B-ABDE-9B8E-B150-9DD02154D365}"/>
              </a:ext>
            </a:extLst>
          </p:cNvPr>
          <p:cNvSpPr/>
          <p:nvPr/>
        </p:nvSpPr>
        <p:spPr>
          <a:xfrm rot="5400000">
            <a:off x="794462" y="1405939"/>
            <a:ext cx="1131125" cy="2720051"/>
          </a:xfrm>
          <a:prstGeom prst="round2SameRect">
            <a:avLst>
              <a:gd name="adj1" fmla="val 25869"/>
              <a:gd name="adj2" fmla="val 0"/>
            </a:avLst>
          </a:prstGeom>
          <a:solidFill>
            <a:srgbClr val="74BD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E0E06882-E379-11BC-54AB-34D0B79A6E05}"/>
              </a:ext>
            </a:extLst>
          </p:cNvPr>
          <p:cNvSpPr>
            <a:spLocks noGrp="1"/>
          </p:cNvSpPr>
          <p:nvPr>
            <p:ph type="title"/>
          </p:nvPr>
        </p:nvSpPr>
        <p:spPr>
          <a:xfrm>
            <a:off x="476250" y="365125"/>
            <a:ext cx="11239500" cy="968375"/>
          </a:xfrm>
        </p:spPr>
        <p:txBody>
          <a:bodyPr/>
          <a:lstStyle/>
          <a:p>
            <a:r>
              <a:rPr lang="en-ID"/>
              <a:t>Tech Stack Overview</a:t>
            </a:r>
          </a:p>
        </p:txBody>
      </p:sp>
      <p:sp>
        <p:nvSpPr>
          <p:cNvPr id="3" name="Rectangle 2">
            <a:extLst>
              <a:ext uri="{FF2B5EF4-FFF2-40B4-BE49-F238E27FC236}">
                <a16:creationId xmlns:a16="http://schemas.microsoft.com/office/drawing/2014/main" id="{5A841011-9755-4BCC-0613-7F9781F70D1D}"/>
              </a:ext>
            </a:extLst>
          </p:cNvPr>
          <p:cNvSpPr/>
          <p:nvPr/>
        </p:nvSpPr>
        <p:spPr>
          <a:xfrm>
            <a:off x="476250" y="2472817"/>
            <a:ext cx="2150905" cy="586295"/>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tIns="0" rIns="9000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libri" panose="020F0502020204030204"/>
                <a:ea typeface="+mn-ea"/>
                <a:cs typeface="+mn-cs"/>
              </a:rPr>
              <a:t>Tech Stack</a:t>
            </a:r>
          </a:p>
        </p:txBody>
      </p:sp>
      <p:sp>
        <p:nvSpPr>
          <p:cNvPr id="14" name="Rectangle: Rounded Corners 13">
            <a:extLst>
              <a:ext uri="{FF2B5EF4-FFF2-40B4-BE49-F238E27FC236}">
                <a16:creationId xmlns:a16="http://schemas.microsoft.com/office/drawing/2014/main" id="{A297C956-98B8-0043-7EB5-B7CEB48CFD4D}"/>
              </a:ext>
            </a:extLst>
          </p:cNvPr>
          <p:cNvSpPr/>
          <p:nvPr/>
        </p:nvSpPr>
        <p:spPr>
          <a:xfrm>
            <a:off x="3130938" y="4037013"/>
            <a:ext cx="2437200" cy="568212"/>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XHTML,CSS, XML, PHP</a:t>
            </a:r>
          </a:p>
        </p:txBody>
      </p:sp>
      <p:sp>
        <p:nvSpPr>
          <p:cNvPr id="15" name="Rectangle: Rounded Corners 14">
            <a:extLst>
              <a:ext uri="{FF2B5EF4-FFF2-40B4-BE49-F238E27FC236}">
                <a16:creationId xmlns:a16="http://schemas.microsoft.com/office/drawing/2014/main" id="{9844B6FE-C058-F024-1AC7-4AD1693E889C}"/>
              </a:ext>
            </a:extLst>
          </p:cNvPr>
          <p:cNvSpPr/>
          <p:nvPr/>
        </p:nvSpPr>
        <p:spPr>
          <a:xfrm>
            <a:off x="6205102" y="4037013"/>
            <a:ext cx="2437200" cy="568212"/>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IT Management Tools</a:t>
            </a:r>
          </a:p>
        </p:txBody>
      </p:sp>
      <p:sp>
        <p:nvSpPr>
          <p:cNvPr id="16" name="Rectangle: Rounded Corners 15">
            <a:extLst>
              <a:ext uri="{FF2B5EF4-FFF2-40B4-BE49-F238E27FC236}">
                <a16:creationId xmlns:a16="http://schemas.microsoft.com/office/drawing/2014/main" id="{7B8A8A30-C5A4-5B86-FD5C-973281DA3329}"/>
              </a:ext>
            </a:extLst>
          </p:cNvPr>
          <p:cNvSpPr/>
          <p:nvPr/>
        </p:nvSpPr>
        <p:spPr>
          <a:xfrm>
            <a:off x="9278550" y="4037013"/>
            <a:ext cx="2437200" cy="568212"/>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Linux, Windows</a:t>
            </a:r>
          </a:p>
        </p:txBody>
      </p:sp>
      <p:sp>
        <p:nvSpPr>
          <p:cNvPr id="20" name="Rectangle: Rounded Corners 19">
            <a:extLst>
              <a:ext uri="{FF2B5EF4-FFF2-40B4-BE49-F238E27FC236}">
                <a16:creationId xmlns:a16="http://schemas.microsoft.com/office/drawing/2014/main" id="{66483C61-E7DA-08DB-033D-2A0B0C09D164}"/>
              </a:ext>
            </a:extLst>
          </p:cNvPr>
          <p:cNvSpPr/>
          <p:nvPr/>
        </p:nvSpPr>
        <p:spPr>
          <a:xfrm>
            <a:off x="3130938" y="4789367"/>
            <a:ext cx="2437200" cy="568212"/>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Java, Kotlin, Objective C</a:t>
            </a:r>
          </a:p>
        </p:txBody>
      </p:sp>
      <p:sp>
        <p:nvSpPr>
          <p:cNvPr id="22" name="Rectangle: Rounded Corners 21">
            <a:extLst>
              <a:ext uri="{FF2B5EF4-FFF2-40B4-BE49-F238E27FC236}">
                <a16:creationId xmlns:a16="http://schemas.microsoft.com/office/drawing/2014/main" id="{F4E50F7F-5DF8-5E1C-08A6-D1D944BE26DA}"/>
              </a:ext>
            </a:extLst>
          </p:cNvPr>
          <p:cNvSpPr/>
          <p:nvPr/>
        </p:nvSpPr>
        <p:spPr>
          <a:xfrm>
            <a:off x="6205102" y="4789367"/>
            <a:ext cx="2437200" cy="568212"/>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Cloud</a:t>
            </a:r>
          </a:p>
        </p:txBody>
      </p:sp>
      <p:sp>
        <p:nvSpPr>
          <p:cNvPr id="23" name="Rectangle: Rounded Corners 22">
            <a:extLst>
              <a:ext uri="{FF2B5EF4-FFF2-40B4-BE49-F238E27FC236}">
                <a16:creationId xmlns:a16="http://schemas.microsoft.com/office/drawing/2014/main" id="{3B645BD8-B994-E147-239E-2DEFD1417677}"/>
              </a:ext>
            </a:extLst>
          </p:cNvPr>
          <p:cNvSpPr/>
          <p:nvPr/>
        </p:nvSpPr>
        <p:spPr>
          <a:xfrm>
            <a:off x="9278550" y="4789367"/>
            <a:ext cx="2437200" cy="568212"/>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Android / iOS</a:t>
            </a:r>
          </a:p>
        </p:txBody>
      </p:sp>
      <p:sp>
        <p:nvSpPr>
          <p:cNvPr id="29" name="Rectangle: Rounded Corners 28">
            <a:extLst>
              <a:ext uri="{FF2B5EF4-FFF2-40B4-BE49-F238E27FC236}">
                <a16:creationId xmlns:a16="http://schemas.microsoft.com/office/drawing/2014/main" id="{0E3C0669-0BF0-B9B2-2003-D2DD81962B7C}"/>
              </a:ext>
            </a:extLst>
          </p:cNvPr>
          <p:cNvSpPr/>
          <p:nvPr/>
        </p:nvSpPr>
        <p:spPr>
          <a:xfrm>
            <a:off x="3130938" y="2491078"/>
            <a:ext cx="2436485" cy="529565"/>
          </a:xfrm>
          <a:prstGeom prst="roundRect">
            <a:avLst>
              <a:gd name="adj" fmla="val 50000"/>
            </a:avLst>
          </a:prstGeom>
          <a:solidFill>
            <a:srgbClr val="74BDE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D" sz="1800" b="1" i="0" u="none" strike="noStrike" kern="1200" cap="none" spc="0" normalizeH="0" baseline="0" noProof="0">
                <a:ln>
                  <a:noFill/>
                </a:ln>
                <a:solidFill>
                  <a:prstClr val="white"/>
                </a:solidFill>
                <a:effectLst/>
                <a:uLnTx/>
                <a:uFillTx/>
                <a:latin typeface="Calibri" panose="020F0502020204030204"/>
                <a:ea typeface="+mn-ea"/>
                <a:cs typeface="+mn-cs"/>
              </a:rPr>
              <a:t>User Interface</a:t>
            </a:r>
          </a:p>
        </p:txBody>
      </p:sp>
      <p:sp>
        <p:nvSpPr>
          <p:cNvPr id="30" name="Oval 29">
            <a:extLst>
              <a:ext uri="{FF2B5EF4-FFF2-40B4-BE49-F238E27FC236}">
                <a16:creationId xmlns:a16="http://schemas.microsoft.com/office/drawing/2014/main" id="{253319FA-8FCB-FFA8-35D0-7800E61B401C}"/>
              </a:ext>
            </a:extLst>
          </p:cNvPr>
          <p:cNvSpPr/>
          <p:nvPr/>
        </p:nvSpPr>
        <p:spPr>
          <a:xfrm>
            <a:off x="3196082" y="2537032"/>
            <a:ext cx="437656" cy="437657"/>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Rectangle: Rounded Corners 33">
            <a:extLst>
              <a:ext uri="{FF2B5EF4-FFF2-40B4-BE49-F238E27FC236}">
                <a16:creationId xmlns:a16="http://schemas.microsoft.com/office/drawing/2014/main" id="{07A79989-C6F0-20E1-10DA-84C32F8941CC}"/>
              </a:ext>
            </a:extLst>
          </p:cNvPr>
          <p:cNvSpPr/>
          <p:nvPr/>
        </p:nvSpPr>
        <p:spPr>
          <a:xfrm>
            <a:off x="6205101" y="2491078"/>
            <a:ext cx="2436485" cy="529565"/>
          </a:xfrm>
          <a:prstGeom prst="roundRect">
            <a:avLst>
              <a:gd name="adj" fmla="val 50000"/>
            </a:avLst>
          </a:prstGeom>
          <a:solidFill>
            <a:srgbClr val="74BDE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D" sz="1800" b="1" i="0" u="none" strike="noStrike" kern="1200" cap="none" spc="0" normalizeH="0" baseline="0" noProof="0">
                <a:ln>
                  <a:noFill/>
                </a:ln>
                <a:solidFill>
                  <a:prstClr val="white"/>
                </a:solidFill>
                <a:effectLst/>
                <a:uLnTx/>
                <a:uFillTx/>
                <a:latin typeface="Calibri" panose="020F0502020204030204"/>
                <a:ea typeface="+mn-ea"/>
                <a:cs typeface="+mn-cs"/>
              </a:rPr>
              <a:t>Services</a:t>
            </a:r>
          </a:p>
        </p:txBody>
      </p:sp>
      <p:sp>
        <p:nvSpPr>
          <p:cNvPr id="35" name="Oval 34">
            <a:extLst>
              <a:ext uri="{FF2B5EF4-FFF2-40B4-BE49-F238E27FC236}">
                <a16:creationId xmlns:a16="http://schemas.microsoft.com/office/drawing/2014/main" id="{F481D1F8-D1F2-7F94-31F7-6843A2F069C1}"/>
              </a:ext>
            </a:extLst>
          </p:cNvPr>
          <p:cNvSpPr/>
          <p:nvPr/>
        </p:nvSpPr>
        <p:spPr>
          <a:xfrm>
            <a:off x="6270604" y="2537032"/>
            <a:ext cx="437656" cy="437657"/>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Rectangle: Rounded Corners 36">
            <a:extLst>
              <a:ext uri="{FF2B5EF4-FFF2-40B4-BE49-F238E27FC236}">
                <a16:creationId xmlns:a16="http://schemas.microsoft.com/office/drawing/2014/main" id="{756F4E8C-DFEA-5567-8F82-A7577FE2DE1E}"/>
              </a:ext>
            </a:extLst>
          </p:cNvPr>
          <p:cNvSpPr/>
          <p:nvPr/>
        </p:nvSpPr>
        <p:spPr>
          <a:xfrm>
            <a:off x="9279265" y="2491078"/>
            <a:ext cx="2436485" cy="529565"/>
          </a:xfrm>
          <a:prstGeom prst="roundRect">
            <a:avLst>
              <a:gd name="adj" fmla="val 50000"/>
            </a:avLst>
          </a:prstGeom>
          <a:solidFill>
            <a:srgbClr val="74BDE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D" sz="1800" b="1" i="0" u="none" strike="noStrike" kern="1200" cap="none" spc="0" normalizeH="0" baseline="0" noProof="0">
                <a:ln>
                  <a:noFill/>
                </a:ln>
                <a:solidFill>
                  <a:prstClr val="white"/>
                </a:solidFill>
                <a:effectLst/>
                <a:uLnTx/>
                <a:uFillTx/>
                <a:latin typeface="Calibri" panose="020F0502020204030204"/>
                <a:ea typeface="+mn-ea"/>
                <a:cs typeface="+mn-cs"/>
              </a:rPr>
              <a:t>OS</a:t>
            </a:r>
          </a:p>
        </p:txBody>
      </p:sp>
      <p:sp>
        <p:nvSpPr>
          <p:cNvPr id="38" name="Oval 37">
            <a:extLst>
              <a:ext uri="{FF2B5EF4-FFF2-40B4-BE49-F238E27FC236}">
                <a16:creationId xmlns:a16="http://schemas.microsoft.com/office/drawing/2014/main" id="{5E244A1C-AF65-68CB-29F1-6F0CAAABB8EF}"/>
              </a:ext>
            </a:extLst>
          </p:cNvPr>
          <p:cNvSpPr/>
          <p:nvPr/>
        </p:nvSpPr>
        <p:spPr>
          <a:xfrm>
            <a:off x="9344409" y="2537032"/>
            <a:ext cx="437656" cy="437657"/>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Rectangle: Top Corners Rounded 42">
            <a:extLst>
              <a:ext uri="{FF2B5EF4-FFF2-40B4-BE49-F238E27FC236}">
                <a16:creationId xmlns:a16="http://schemas.microsoft.com/office/drawing/2014/main" id="{37929942-8C39-9261-2B0B-12D907615697}"/>
              </a:ext>
            </a:extLst>
          </p:cNvPr>
          <p:cNvSpPr/>
          <p:nvPr/>
        </p:nvSpPr>
        <p:spPr>
          <a:xfrm rot="5400000">
            <a:off x="794462" y="3337271"/>
            <a:ext cx="1131125" cy="2720051"/>
          </a:xfrm>
          <a:prstGeom prst="round2SameRect">
            <a:avLst>
              <a:gd name="adj1" fmla="val 25869"/>
              <a:gd name="adj2" fmla="val 0"/>
            </a:avLst>
          </a:prstGeom>
          <a:solidFill>
            <a:srgbClr val="98DBA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Rectangle 43">
            <a:extLst>
              <a:ext uri="{FF2B5EF4-FFF2-40B4-BE49-F238E27FC236}">
                <a16:creationId xmlns:a16="http://schemas.microsoft.com/office/drawing/2014/main" id="{20AD7F05-AF8C-1658-EC2B-9F33C93E90CC}"/>
              </a:ext>
            </a:extLst>
          </p:cNvPr>
          <p:cNvSpPr/>
          <p:nvPr/>
        </p:nvSpPr>
        <p:spPr>
          <a:xfrm>
            <a:off x="476250" y="4278910"/>
            <a:ext cx="2150905" cy="836773"/>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tIns="0" rIns="9000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libri" panose="020F0502020204030204"/>
                <a:ea typeface="+mn-ea"/>
                <a:cs typeface="+mn-cs"/>
              </a:rPr>
              <a:t>Tech Stack Examples</a:t>
            </a:r>
          </a:p>
        </p:txBody>
      </p:sp>
      <p:cxnSp>
        <p:nvCxnSpPr>
          <p:cNvPr id="48" name="Straight Connector 47">
            <a:extLst>
              <a:ext uri="{FF2B5EF4-FFF2-40B4-BE49-F238E27FC236}">
                <a16:creationId xmlns:a16="http://schemas.microsoft.com/office/drawing/2014/main" id="{0943A8E8-DFD0-9527-2274-E5EF995F300C}"/>
              </a:ext>
            </a:extLst>
          </p:cNvPr>
          <p:cNvCxnSpPr/>
          <p:nvPr/>
        </p:nvCxnSpPr>
        <p:spPr>
          <a:xfrm>
            <a:off x="5886262" y="2928394"/>
            <a:ext cx="0" cy="2893671"/>
          </a:xfrm>
          <a:prstGeom prst="line">
            <a:avLst/>
          </a:prstGeom>
          <a:ln w="9525">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B848C7C-0CDB-003C-54A2-B8E64E9FD75C}"/>
              </a:ext>
            </a:extLst>
          </p:cNvPr>
          <p:cNvCxnSpPr/>
          <p:nvPr/>
        </p:nvCxnSpPr>
        <p:spPr>
          <a:xfrm>
            <a:off x="8960425" y="2928394"/>
            <a:ext cx="0" cy="2893671"/>
          </a:xfrm>
          <a:prstGeom prst="line">
            <a:avLst/>
          </a:prstGeom>
          <a:ln w="9525">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E70FD901-70AB-69F9-4B61-6E18D7301419}"/>
              </a:ext>
            </a:extLst>
          </p:cNvPr>
          <p:cNvGrpSpPr/>
          <p:nvPr/>
        </p:nvGrpSpPr>
        <p:grpSpPr>
          <a:xfrm>
            <a:off x="6352270" y="2627643"/>
            <a:ext cx="274324" cy="256434"/>
            <a:chOff x="7700963" y="2908301"/>
            <a:chExt cx="365125" cy="341313"/>
          </a:xfrm>
        </p:grpSpPr>
        <p:sp>
          <p:nvSpPr>
            <p:cNvPr id="61" name="Freeform 25">
              <a:extLst>
                <a:ext uri="{FF2B5EF4-FFF2-40B4-BE49-F238E27FC236}">
                  <a16:creationId xmlns:a16="http://schemas.microsoft.com/office/drawing/2014/main" id="{D55F1EE7-4DCF-6554-346C-A3A940FE1A90}"/>
                </a:ext>
              </a:extLst>
            </p:cNvPr>
            <p:cNvSpPr>
              <a:spLocks/>
            </p:cNvSpPr>
            <p:nvPr/>
          </p:nvSpPr>
          <p:spPr bwMode="auto">
            <a:xfrm>
              <a:off x="7975600" y="3052763"/>
              <a:ext cx="90488" cy="66675"/>
            </a:xfrm>
            <a:custGeom>
              <a:avLst/>
              <a:gdLst>
                <a:gd name="T0" fmla="*/ 57 w 57"/>
                <a:gd name="T1" fmla="*/ 35 h 42"/>
                <a:gd name="T2" fmla="*/ 24 w 57"/>
                <a:gd name="T3" fmla="*/ 0 h 42"/>
                <a:gd name="T4" fmla="*/ 0 w 57"/>
                <a:gd name="T5" fmla="*/ 42 h 42"/>
              </a:gdLst>
              <a:ahLst/>
              <a:cxnLst>
                <a:cxn ang="0">
                  <a:pos x="T0" y="T1"/>
                </a:cxn>
                <a:cxn ang="0">
                  <a:pos x="T2" y="T3"/>
                </a:cxn>
                <a:cxn ang="0">
                  <a:pos x="T4" y="T5"/>
                </a:cxn>
              </a:cxnLst>
              <a:rect l="0" t="0" r="r" b="b"/>
              <a:pathLst>
                <a:path w="57" h="42">
                  <a:moveTo>
                    <a:pt x="57" y="35"/>
                  </a:moveTo>
                  <a:lnTo>
                    <a:pt x="24" y="0"/>
                  </a:lnTo>
                  <a:lnTo>
                    <a:pt x="0" y="42"/>
                  </a:lnTo>
                </a:path>
              </a:pathLst>
            </a:custGeom>
            <a:noFill/>
            <a:ln w="15875" cap="rnd">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Freeform 26">
              <a:extLst>
                <a:ext uri="{FF2B5EF4-FFF2-40B4-BE49-F238E27FC236}">
                  <a16:creationId xmlns:a16="http://schemas.microsoft.com/office/drawing/2014/main" id="{5E12C695-7787-4FF7-FC9C-7BEC2E86D495}"/>
                </a:ext>
              </a:extLst>
            </p:cNvPr>
            <p:cNvSpPr>
              <a:spLocks/>
            </p:cNvSpPr>
            <p:nvPr/>
          </p:nvSpPr>
          <p:spPr bwMode="auto">
            <a:xfrm>
              <a:off x="7908925" y="3052763"/>
              <a:ext cx="127000" cy="185738"/>
            </a:xfrm>
            <a:custGeom>
              <a:avLst/>
              <a:gdLst>
                <a:gd name="T0" fmla="*/ 28 w 34"/>
                <a:gd name="T1" fmla="*/ 0 h 49"/>
                <a:gd name="T2" fmla="*/ 0 w 34"/>
                <a:gd name="T3" fmla="*/ 49 h 49"/>
              </a:gdLst>
              <a:ahLst/>
              <a:cxnLst>
                <a:cxn ang="0">
                  <a:pos x="T0" y="T1"/>
                </a:cxn>
                <a:cxn ang="0">
                  <a:pos x="T2" y="T3"/>
                </a:cxn>
              </a:cxnLst>
              <a:rect l="0" t="0" r="r" b="b"/>
              <a:pathLst>
                <a:path w="34" h="49">
                  <a:moveTo>
                    <a:pt x="28" y="0"/>
                  </a:moveTo>
                  <a:cubicBezTo>
                    <a:pt x="34" y="22"/>
                    <a:pt x="21" y="44"/>
                    <a:pt x="0" y="49"/>
                  </a:cubicBezTo>
                </a:path>
              </a:pathLst>
            </a:custGeom>
            <a:noFill/>
            <a:ln w="15875" cap="rnd">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Freeform 27">
              <a:extLst>
                <a:ext uri="{FF2B5EF4-FFF2-40B4-BE49-F238E27FC236}">
                  <a16:creationId xmlns:a16="http://schemas.microsoft.com/office/drawing/2014/main" id="{6BE3D200-91C7-361A-5749-7DB984C243A3}"/>
                </a:ext>
              </a:extLst>
            </p:cNvPr>
            <p:cNvSpPr>
              <a:spLocks/>
            </p:cNvSpPr>
            <p:nvPr/>
          </p:nvSpPr>
          <p:spPr bwMode="auto">
            <a:xfrm>
              <a:off x="7772400" y="2908301"/>
              <a:ext cx="76200" cy="79375"/>
            </a:xfrm>
            <a:custGeom>
              <a:avLst/>
              <a:gdLst>
                <a:gd name="T0" fmla="*/ 19 w 48"/>
                <a:gd name="T1" fmla="*/ 0 h 50"/>
                <a:gd name="T2" fmla="*/ 0 w 48"/>
                <a:gd name="T3" fmla="*/ 45 h 50"/>
                <a:gd name="T4" fmla="*/ 48 w 48"/>
                <a:gd name="T5" fmla="*/ 50 h 50"/>
              </a:gdLst>
              <a:ahLst/>
              <a:cxnLst>
                <a:cxn ang="0">
                  <a:pos x="T0" y="T1"/>
                </a:cxn>
                <a:cxn ang="0">
                  <a:pos x="T2" y="T3"/>
                </a:cxn>
                <a:cxn ang="0">
                  <a:pos x="T4" y="T5"/>
                </a:cxn>
              </a:cxnLst>
              <a:rect l="0" t="0" r="r" b="b"/>
              <a:pathLst>
                <a:path w="48" h="50">
                  <a:moveTo>
                    <a:pt x="19" y="0"/>
                  </a:moveTo>
                  <a:lnTo>
                    <a:pt x="0" y="45"/>
                  </a:lnTo>
                  <a:lnTo>
                    <a:pt x="48" y="50"/>
                  </a:lnTo>
                </a:path>
              </a:pathLst>
            </a:custGeom>
            <a:noFill/>
            <a:ln w="15875" cap="rnd">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28">
              <a:extLst>
                <a:ext uri="{FF2B5EF4-FFF2-40B4-BE49-F238E27FC236}">
                  <a16:creationId xmlns:a16="http://schemas.microsoft.com/office/drawing/2014/main" id="{247B9891-CDF1-CCB5-8EE3-C566692D8679}"/>
                </a:ext>
              </a:extLst>
            </p:cNvPr>
            <p:cNvSpPr>
              <a:spLocks/>
            </p:cNvSpPr>
            <p:nvPr/>
          </p:nvSpPr>
          <p:spPr bwMode="auto">
            <a:xfrm>
              <a:off x="7772400" y="2927351"/>
              <a:ext cx="211138" cy="68263"/>
            </a:xfrm>
            <a:custGeom>
              <a:avLst/>
              <a:gdLst>
                <a:gd name="T0" fmla="*/ 0 w 56"/>
                <a:gd name="T1" fmla="*/ 14 h 18"/>
                <a:gd name="T2" fmla="*/ 56 w 56"/>
                <a:gd name="T3" fmla="*/ 18 h 18"/>
              </a:gdLst>
              <a:ahLst/>
              <a:cxnLst>
                <a:cxn ang="0">
                  <a:pos x="T0" y="T1"/>
                </a:cxn>
                <a:cxn ang="0">
                  <a:pos x="T2" y="T3"/>
                </a:cxn>
              </a:cxnLst>
              <a:rect l="0" t="0" r="r" b="b"/>
              <a:pathLst>
                <a:path w="56" h="18">
                  <a:moveTo>
                    <a:pt x="0" y="14"/>
                  </a:moveTo>
                  <a:cubicBezTo>
                    <a:pt x="17" y="0"/>
                    <a:pt x="42" y="1"/>
                    <a:pt x="56" y="18"/>
                  </a:cubicBezTo>
                </a:path>
              </a:pathLst>
            </a:custGeom>
            <a:noFill/>
            <a:ln w="15875" cap="rnd">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29">
              <a:extLst>
                <a:ext uri="{FF2B5EF4-FFF2-40B4-BE49-F238E27FC236}">
                  <a16:creationId xmlns:a16="http://schemas.microsoft.com/office/drawing/2014/main" id="{984556B4-66C4-6FD3-B01B-19EFC0674881}"/>
                </a:ext>
              </a:extLst>
            </p:cNvPr>
            <p:cNvSpPr>
              <a:spLocks/>
            </p:cNvSpPr>
            <p:nvPr/>
          </p:nvSpPr>
          <p:spPr bwMode="auto">
            <a:xfrm>
              <a:off x="7747000" y="3165476"/>
              <a:ext cx="74613" cy="84138"/>
            </a:xfrm>
            <a:custGeom>
              <a:avLst/>
              <a:gdLst>
                <a:gd name="T0" fmla="*/ 0 w 47"/>
                <a:gd name="T1" fmla="*/ 53 h 53"/>
                <a:gd name="T2" fmla="*/ 47 w 47"/>
                <a:gd name="T3" fmla="*/ 46 h 53"/>
                <a:gd name="T4" fmla="*/ 28 w 47"/>
                <a:gd name="T5" fmla="*/ 0 h 53"/>
              </a:gdLst>
              <a:ahLst/>
              <a:cxnLst>
                <a:cxn ang="0">
                  <a:pos x="T0" y="T1"/>
                </a:cxn>
                <a:cxn ang="0">
                  <a:pos x="T2" y="T3"/>
                </a:cxn>
                <a:cxn ang="0">
                  <a:pos x="T4" y="T5"/>
                </a:cxn>
              </a:cxnLst>
              <a:rect l="0" t="0" r="r" b="b"/>
              <a:pathLst>
                <a:path w="47" h="53">
                  <a:moveTo>
                    <a:pt x="0" y="53"/>
                  </a:moveTo>
                  <a:lnTo>
                    <a:pt x="47" y="46"/>
                  </a:lnTo>
                  <a:lnTo>
                    <a:pt x="28" y="0"/>
                  </a:lnTo>
                </a:path>
              </a:pathLst>
            </a:custGeom>
            <a:noFill/>
            <a:ln w="15875" cap="rnd">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30">
              <a:extLst>
                <a:ext uri="{FF2B5EF4-FFF2-40B4-BE49-F238E27FC236}">
                  <a16:creationId xmlns:a16="http://schemas.microsoft.com/office/drawing/2014/main" id="{164723D0-2F12-EBC3-6AD0-BF43072925F0}"/>
                </a:ext>
              </a:extLst>
            </p:cNvPr>
            <p:cNvSpPr>
              <a:spLocks/>
            </p:cNvSpPr>
            <p:nvPr/>
          </p:nvSpPr>
          <p:spPr bwMode="auto">
            <a:xfrm>
              <a:off x="7700963" y="3044826"/>
              <a:ext cx="120650" cy="193675"/>
            </a:xfrm>
            <a:custGeom>
              <a:avLst/>
              <a:gdLst>
                <a:gd name="T0" fmla="*/ 32 w 32"/>
                <a:gd name="T1" fmla="*/ 51 h 51"/>
                <a:gd name="T2" fmla="*/ 7 w 32"/>
                <a:gd name="T3" fmla="*/ 0 h 51"/>
              </a:gdLst>
              <a:ahLst/>
              <a:cxnLst>
                <a:cxn ang="0">
                  <a:pos x="T0" y="T1"/>
                </a:cxn>
                <a:cxn ang="0">
                  <a:pos x="T2" y="T3"/>
                </a:cxn>
              </a:cxnLst>
              <a:rect l="0" t="0" r="r" b="b"/>
              <a:pathLst>
                <a:path w="32" h="51">
                  <a:moveTo>
                    <a:pt x="32" y="51"/>
                  </a:moveTo>
                  <a:cubicBezTo>
                    <a:pt x="11" y="44"/>
                    <a:pt x="0" y="21"/>
                    <a:pt x="7" y="0"/>
                  </a:cubicBezTo>
                </a:path>
              </a:pathLst>
            </a:custGeom>
            <a:noFill/>
            <a:ln w="15875" cap="rnd">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1353977C-3C36-0913-23D4-7B2FF9C2902D}"/>
              </a:ext>
            </a:extLst>
          </p:cNvPr>
          <p:cNvGrpSpPr/>
          <p:nvPr/>
        </p:nvGrpSpPr>
        <p:grpSpPr>
          <a:xfrm>
            <a:off x="9439195" y="2625258"/>
            <a:ext cx="248085" cy="261205"/>
            <a:chOff x="4870450" y="3619500"/>
            <a:chExt cx="330201" cy="347663"/>
          </a:xfrm>
        </p:grpSpPr>
        <p:sp>
          <p:nvSpPr>
            <p:cNvPr id="68" name="Freeform 113">
              <a:extLst>
                <a:ext uri="{FF2B5EF4-FFF2-40B4-BE49-F238E27FC236}">
                  <a16:creationId xmlns:a16="http://schemas.microsoft.com/office/drawing/2014/main" id="{501CF7B3-4152-FBB8-BC25-3D5C52D75A83}"/>
                </a:ext>
              </a:extLst>
            </p:cNvPr>
            <p:cNvSpPr>
              <a:spLocks/>
            </p:cNvSpPr>
            <p:nvPr/>
          </p:nvSpPr>
          <p:spPr bwMode="auto">
            <a:xfrm>
              <a:off x="4945063" y="3694113"/>
              <a:ext cx="255588" cy="242888"/>
            </a:xfrm>
            <a:custGeom>
              <a:avLst/>
              <a:gdLst>
                <a:gd name="T0" fmla="*/ 68 w 68"/>
                <a:gd name="T1" fmla="*/ 38 h 64"/>
                <a:gd name="T2" fmla="*/ 68 w 68"/>
                <a:gd name="T3" fmla="*/ 7 h 64"/>
                <a:gd name="T4" fmla="*/ 61 w 68"/>
                <a:gd name="T5" fmla="*/ 0 h 64"/>
                <a:gd name="T6" fmla="*/ 7 w 68"/>
                <a:gd name="T7" fmla="*/ 0 h 64"/>
                <a:gd name="T8" fmla="*/ 0 w 68"/>
                <a:gd name="T9" fmla="*/ 7 h 64"/>
                <a:gd name="T10" fmla="*/ 0 w 68"/>
                <a:gd name="T11" fmla="*/ 57 h 64"/>
                <a:gd name="T12" fmla="*/ 7 w 68"/>
                <a:gd name="T13" fmla="*/ 64 h 64"/>
                <a:gd name="T14" fmla="*/ 22 w 68"/>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64">
                  <a:moveTo>
                    <a:pt x="68" y="38"/>
                  </a:moveTo>
                  <a:cubicBezTo>
                    <a:pt x="68" y="7"/>
                    <a:pt x="68" y="7"/>
                    <a:pt x="68" y="7"/>
                  </a:cubicBezTo>
                  <a:cubicBezTo>
                    <a:pt x="68" y="3"/>
                    <a:pt x="65" y="0"/>
                    <a:pt x="61" y="0"/>
                  </a:cubicBezTo>
                  <a:cubicBezTo>
                    <a:pt x="7" y="0"/>
                    <a:pt x="7" y="0"/>
                    <a:pt x="7" y="0"/>
                  </a:cubicBezTo>
                  <a:cubicBezTo>
                    <a:pt x="3" y="0"/>
                    <a:pt x="0" y="3"/>
                    <a:pt x="0" y="7"/>
                  </a:cubicBezTo>
                  <a:cubicBezTo>
                    <a:pt x="0" y="57"/>
                    <a:pt x="0" y="57"/>
                    <a:pt x="0" y="57"/>
                  </a:cubicBezTo>
                  <a:cubicBezTo>
                    <a:pt x="0" y="61"/>
                    <a:pt x="3" y="64"/>
                    <a:pt x="7" y="64"/>
                  </a:cubicBezTo>
                  <a:cubicBezTo>
                    <a:pt x="22" y="64"/>
                    <a:pt x="22" y="64"/>
                    <a:pt x="22" y="64"/>
                  </a:cubicBezTo>
                </a:path>
              </a:pathLst>
            </a:custGeom>
            <a:noFill/>
            <a:ln w="15875" cap="rnd">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Freeform 114">
              <a:extLst>
                <a:ext uri="{FF2B5EF4-FFF2-40B4-BE49-F238E27FC236}">
                  <a16:creationId xmlns:a16="http://schemas.microsoft.com/office/drawing/2014/main" id="{10129FD8-C4BE-B358-0614-A286E4818E9B}"/>
                </a:ext>
              </a:extLst>
            </p:cNvPr>
            <p:cNvSpPr>
              <a:spLocks/>
            </p:cNvSpPr>
            <p:nvPr/>
          </p:nvSpPr>
          <p:spPr bwMode="auto">
            <a:xfrm>
              <a:off x="5027613" y="3770313"/>
              <a:ext cx="173038" cy="196850"/>
            </a:xfrm>
            <a:custGeom>
              <a:avLst/>
              <a:gdLst>
                <a:gd name="T0" fmla="*/ 18 w 46"/>
                <a:gd name="T1" fmla="*/ 4 h 52"/>
                <a:gd name="T2" fmla="*/ 22 w 46"/>
                <a:gd name="T3" fmla="*/ 0 h 52"/>
                <a:gd name="T4" fmla="*/ 26 w 46"/>
                <a:gd name="T5" fmla="*/ 4 h 52"/>
                <a:gd name="T6" fmla="*/ 26 w 46"/>
                <a:gd name="T7" fmla="*/ 23 h 52"/>
                <a:gd name="T8" fmla="*/ 42 w 46"/>
                <a:gd name="T9" fmla="*/ 28 h 52"/>
                <a:gd name="T10" fmla="*/ 45 w 46"/>
                <a:gd name="T11" fmla="*/ 34 h 52"/>
                <a:gd name="T12" fmla="*/ 45 w 46"/>
                <a:gd name="T13" fmla="*/ 35 h 52"/>
                <a:gd name="T14" fmla="*/ 42 w 46"/>
                <a:gd name="T15" fmla="*/ 52 h 52"/>
                <a:gd name="T16" fmla="*/ 18 w 46"/>
                <a:gd name="T17" fmla="*/ 52 h 52"/>
                <a:gd name="T18" fmla="*/ 5 w 46"/>
                <a:gd name="T19" fmla="*/ 34 h 52"/>
                <a:gd name="T20" fmla="*/ 18 w 46"/>
                <a:gd name="T21" fmla="*/ 36 h 52"/>
                <a:gd name="T22" fmla="*/ 18 w 46"/>
                <a:gd name="T23"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52">
                  <a:moveTo>
                    <a:pt x="18" y="4"/>
                  </a:moveTo>
                  <a:cubicBezTo>
                    <a:pt x="18" y="2"/>
                    <a:pt x="20" y="0"/>
                    <a:pt x="22" y="0"/>
                  </a:cubicBezTo>
                  <a:cubicBezTo>
                    <a:pt x="24" y="0"/>
                    <a:pt x="26" y="2"/>
                    <a:pt x="26" y="4"/>
                  </a:cubicBezTo>
                  <a:cubicBezTo>
                    <a:pt x="26" y="23"/>
                    <a:pt x="26" y="23"/>
                    <a:pt x="26" y="23"/>
                  </a:cubicBezTo>
                  <a:cubicBezTo>
                    <a:pt x="42" y="28"/>
                    <a:pt x="42" y="28"/>
                    <a:pt x="42" y="28"/>
                  </a:cubicBezTo>
                  <a:cubicBezTo>
                    <a:pt x="44" y="28"/>
                    <a:pt x="46" y="31"/>
                    <a:pt x="45" y="34"/>
                  </a:cubicBezTo>
                  <a:cubicBezTo>
                    <a:pt x="45" y="35"/>
                    <a:pt x="45" y="35"/>
                    <a:pt x="45" y="35"/>
                  </a:cubicBezTo>
                  <a:cubicBezTo>
                    <a:pt x="42" y="52"/>
                    <a:pt x="42" y="52"/>
                    <a:pt x="42" y="52"/>
                  </a:cubicBezTo>
                  <a:cubicBezTo>
                    <a:pt x="18" y="52"/>
                    <a:pt x="18" y="52"/>
                    <a:pt x="18" y="52"/>
                  </a:cubicBezTo>
                  <a:cubicBezTo>
                    <a:pt x="5" y="34"/>
                    <a:pt x="5" y="34"/>
                    <a:pt x="5" y="34"/>
                  </a:cubicBezTo>
                  <a:cubicBezTo>
                    <a:pt x="0" y="26"/>
                    <a:pt x="12" y="24"/>
                    <a:pt x="18" y="36"/>
                  </a:cubicBezTo>
                  <a:lnTo>
                    <a:pt x="18" y="4"/>
                  </a:lnTo>
                  <a:close/>
                </a:path>
              </a:pathLst>
            </a:custGeom>
            <a:noFill/>
            <a:ln w="15875" cap="flat">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115">
              <a:extLst>
                <a:ext uri="{FF2B5EF4-FFF2-40B4-BE49-F238E27FC236}">
                  <a16:creationId xmlns:a16="http://schemas.microsoft.com/office/drawing/2014/main" id="{7CB8E5A6-2BEA-D12A-3318-23BA4AD9CF2A}"/>
                </a:ext>
              </a:extLst>
            </p:cNvPr>
            <p:cNvSpPr>
              <a:spLocks noChangeShapeType="1"/>
            </p:cNvSpPr>
            <p:nvPr/>
          </p:nvSpPr>
          <p:spPr bwMode="auto">
            <a:xfrm>
              <a:off x="4945063" y="3740150"/>
              <a:ext cx="255588" cy="0"/>
            </a:xfrm>
            <a:prstGeom prst="line">
              <a:avLst/>
            </a:prstGeom>
            <a:noFill/>
            <a:ln w="15875" cap="flat">
              <a:solidFill>
                <a:srgbClr val="74BDE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116">
              <a:extLst>
                <a:ext uri="{FF2B5EF4-FFF2-40B4-BE49-F238E27FC236}">
                  <a16:creationId xmlns:a16="http://schemas.microsoft.com/office/drawing/2014/main" id="{E34126F7-54BD-6E95-47B3-C1ECBCCD3B1A}"/>
                </a:ext>
              </a:extLst>
            </p:cNvPr>
            <p:cNvSpPr>
              <a:spLocks/>
            </p:cNvSpPr>
            <p:nvPr/>
          </p:nvSpPr>
          <p:spPr bwMode="auto">
            <a:xfrm>
              <a:off x="4906963" y="3656013"/>
              <a:ext cx="46038" cy="46038"/>
            </a:xfrm>
            <a:custGeom>
              <a:avLst/>
              <a:gdLst>
                <a:gd name="T0" fmla="*/ 0 w 12"/>
                <a:gd name="T1" fmla="*/ 12 h 12"/>
                <a:gd name="T2" fmla="*/ 12 w 12"/>
                <a:gd name="T3" fmla="*/ 0 h 12"/>
              </a:gdLst>
              <a:ahLst/>
              <a:cxnLst>
                <a:cxn ang="0">
                  <a:pos x="T0" y="T1"/>
                </a:cxn>
                <a:cxn ang="0">
                  <a:pos x="T2" y="T3"/>
                </a:cxn>
              </a:cxnLst>
              <a:rect l="0" t="0" r="r" b="b"/>
              <a:pathLst>
                <a:path w="12" h="12">
                  <a:moveTo>
                    <a:pt x="0" y="12"/>
                  </a:moveTo>
                  <a:cubicBezTo>
                    <a:pt x="0" y="5"/>
                    <a:pt x="5" y="0"/>
                    <a:pt x="12" y="0"/>
                  </a:cubicBezTo>
                </a:path>
              </a:pathLst>
            </a:custGeom>
            <a:noFill/>
            <a:ln w="15875" cap="rnd">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17">
              <a:extLst>
                <a:ext uri="{FF2B5EF4-FFF2-40B4-BE49-F238E27FC236}">
                  <a16:creationId xmlns:a16="http://schemas.microsoft.com/office/drawing/2014/main" id="{33C6DB3A-DE1D-D7F4-5D75-86D44CA45187}"/>
                </a:ext>
              </a:extLst>
            </p:cNvPr>
            <p:cNvSpPr>
              <a:spLocks/>
            </p:cNvSpPr>
            <p:nvPr/>
          </p:nvSpPr>
          <p:spPr bwMode="auto">
            <a:xfrm>
              <a:off x="4870450" y="3619500"/>
              <a:ext cx="82550" cy="82550"/>
            </a:xfrm>
            <a:custGeom>
              <a:avLst/>
              <a:gdLst>
                <a:gd name="T0" fmla="*/ 0 w 22"/>
                <a:gd name="T1" fmla="*/ 22 h 22"/>
                <a:gd name="T2" fmla="*/ 22 w 22"/>
                <a:gd name="T3" fmla="*/ 0 h 22"/>
              </a:gdLst>
              <a:ahLst/>
              <a:cxnLst>
                <a:cxn ang="0">
                  <a:pos x="T0" y="T1"/>
                </a:cxn>
                <a:cxn ang="0">
                  <a:pos x="T2" y="T3"/>
                </a:cxn>
              </a:cxnLst>
              <a:rect l="0" t="0" r="r" b="b"/>
              <a:pathLst>
                <a:path w="22" h="22">
                  <a:moveTo>
                    <a:pt x="0" y="22"/>
                  </a:moveTo>
                  <a:cubicBezTo>
                    <a:pt x="0" y="10"/>
                    <a:pt x="10" y="0"/>
                    <a:pt x="22" y="0"/>
                  </a:cubicBezTo>
                </a:path>
              </a:pathLst>
            </a:custGeom>
            <a:noFill/>
            <a:ln w="15875" cap="rnd">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 name="Group 72">
            <a:extLst>
              <a:ext uri="{FF2B5EF4-FFF2-40B4-BE49-F238E27FC236}">
                <a16:creationId xmlns:a16="http://schemas.microsoft.com/office/drawing/2014/main" id="{51CB1414-CCB0-D608-63C0-066772F7EC84}"/>
              </a:ext>
            </a:extLst>
          </p:cNvPr>
          <p:cNvGrpSpPr/>
          <p:nvPr/>
        </p:nvGrpSpPr>
        <p:grpSpPr>
          <a:xfrm>
            <a:off x="3290868" y="2626451"/>
            <a:ext cx="248085" cy="258819"/>
            <a:chOff x="3398838" y="731838"/>
            <a:chExt cx="330200" cy="344488"/>
          </a:xfrm>
        </p:grpSpPr>
        <p:sp>
          <p:nvSpPr>
            <p:cNvPr id="74" name="Line 488">
              <a:extLst>
                <a:ext uri="{FF2B5EF4-FFF2-40B4-BE49-F238E27FC236}">
                  <a16:creationId xmlns:a16="http://schemas.microsoft.com/office/drawing/2014/main" id="{DC9DFFEF-CA0A-ED59-760A-CDC6F650E951}"/>
                </a:ext>
              </a:extLst>
            </p:cNvPr>
            <p:cNvSpPr>
              <a:spLocks noChangeShapeType="1"/>
            </p:cNvSpPr>
            <p:nvPr/>
          </p:nvSpPr>
          <p:spPr bwMode="auto">
            <a:xfrm>
              <a:off x="3398838" y="1076326"/>
              <a:ext cx="330200" cy="0"/>
            </a:xfrm>
            <a:prstGeom prst="line">
              <a:avLst/>
            </a:prstGeom>
            <a:noFill/>
            <a:ln w="15875" cap="rnd">
              <a:solidFill>
                <a:srgbClr val="74BDE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89">
              <a:extLst>
                <a:ext uri="{FF2B5EF4-FFF2-40B4-BE49-F238E27FC236}">
                  <a16:creationId xmlns:a16="http://schemas.microsoft.com/office/drawing/2014/main" id="{1D256FE6-FA8B-E434-64BE-1797C20B02A8}"/>
                </a:ext>
              </a:extLst>
            </p:cNvPr>
            <p:cNvSpPr>
              <a:spLocks noChangeShapeType="1"/>
            </p:cNvSpPr>
            <p:nvPr/>
          </p:nvSpPr>
          <p:spPr bwMode="auto">
            <a:xfrm flipV="1">
              <a:off x="3563938" y="1001713"/>
              <a:ext cx="0" cy="74613"/>
            </a:xfrm>
            <a:prstGeom prst="line">
              <a:avLst/>
            </a:prstGeom>
            <a:noFill/>
            <a:ln w="15875" cap="rnd">
              <a:solidFill>
                <a:srgbClr val="74BDE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 name="Freeform 490">
              <a:extLst>
                <a:ext uri="{FF2B5EF4-FFF2-40B4-BE49-F238E27FC236}">
                  <a16:creationId xmlns:a16="http://schemas.microsoft.com/office/drawing/2014/main" id="{877F9D45-B49E-900B-180F-9E2396D4A7D6}"/>
                </a:ext>
              </a:extLst>
            </p:cNvPr>
            <p:cNvSpPr>
              <a:spLocks/>
            </p:cNvSpPr>
            <p:nvPr/>
          </p:nvSpPr>
          <p:spPr bwMode="auto">
            <a:xfrm>
              <a:off x="3429001" y="731838"/>
              <a:ext cx="269875" cy="269875"/>
            </a:xfrm>
            <a:custGeom>
              <a:avLst/>
              <a:gdLst>
                <a:gd name="T0" fmla="*/ 72 w 72"/>
                <a:gd name="T1" fmla="*/ 36 h 72"/>
                <a:gd name="T2" fmla="*/ 36 w 72"/>
                <a:gd name="T3" fmla="*/ 72 h 72"/>
                <a:gd name="T4" fmla="*/ 0 w 72"/>
                <a:gd name="T5" fmla="*/ 35 h 72"/>
                <a:gd name="T6" fmla="*/ 34 w 72"/>
                <a:gd name="T7" fmla="*/ 0 h 72"/>
                <a:gd name="T8" fmla="*/ 36 w 72"/>
                <a:gd name="T9" fmla="*/ 0 h 72"/>
                <a:gd name="T10" fmla="*/ 72 w 72"/>
                <a:gd name="T11" fmla="*/ 36 h 72"/>
              </a:gdLst>
              <a:ahLst/>
              <a:cxnLst>
                <a:cxn ang="0">
                  <a:pos x="T0" y="T1"/>
                </a:cxn>
                <a:cxn ang="0">
                  <a:pos x="T2" y="T3"/>
                </a:cxn>
                <a:cxn ang="0">
                  <a:pos x="T4" y="T5"/>
                </a:cxn>
                <a:cxn ang="0">
                  <a:pos x="T6" y="T7"/>
                </a:cxn>
                <a:cxn ang="0">
                  <a:pos x="T8" y="T9"/>
                </a:cxn>
                <a:cxn ang="0">
                  <a:pos x="T10" y="T11"/>
                </a:cxn>
              </a:cxnLst>
              <a:rect l="0" t="0" r="r" b="b"/>
              <a:pathLst>
                <a:path w="72" h="72">
                  <a:moveTo>
                    <a:pt x="72" y="36"/>
                  </a:moveTo>
                  <a:cubicBezTo>
                    <a:pt x="72" y="56"/>
                    <a:pt x="56" y="72"/>
                    <a:pt x="36" y="72"/>
                  </a:cubicBezTo>
                  <a:cubicBezTo>
                    <a:pt x="16" y="72"/>
                    <a:pt x="0" y="55"/>
                    <a:pt x="0" y="35"/>
                  </a:cubicBezTo>
                  <a:cubicBezTo>
                    <a:pt x="0" y="16"/>
                    <a:pt x="15" y="1"/>
                    <a:pt x="34" y="0"/>
                  </a:cubicBezTo>
                  <a:cubicBezTo>
                    <a:pt x="35" y="0"/>
                    <a:pt x="35" y="0"/>
                    <a:pt x="36" y="0"/>
                  </a:cubicBezTo>
                  <a:cubicBezTo>
                    <a:pt x="56" y="0"/>
                    <a:pt x="72" y="16"/>
                    <a:pt x="72" y="36"/>
                  </a:cubicBezTo>
                  <a:close/>
                </a:path>
              </a:pathLst>
            </a:custGeom>
            <a:noFill/>
            <a:ln w="15875" cap="flat">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Freeform 491">
              <a:extLst>
                <a:ext uri="{FF2B5EF4-FFF2-40B4-BE49-F238E27FC236}">
                  <a16:creationId xmlns:a16="http://schemas.microsoft.com/office/drawing/2014/main" id="{EEBAD5FC-CD42-7FC4-C6DB-EEB9113FFCCB}"/>
                </a:ext>
              </a:extLst>
            </p:cNvPr>
            <p:cNvSpPr>
              <a:spLocks/>
            </p:cNvSpPr>
            <p:nvPr/>
          </p:nvSpPr>
          <p:spPr bwMode="auto">
            <a:xfrm>
              <a:off x="3489326" y="731838"/>
              <a:ext cx="66675" cy="269875"/>
            </a:xfrm>
            <a:custGeom>
              <a:avLst/>
              <a:gdLst>
                <a:gd name="T0" fmla="*/ 18 w 18"/>
                <a:gd name="T1" fmla="*/ 0 h 72"/>
                <a:gd name="T2" fmla="*/ 18 w 18"/>
                <a:gd name="T3" fmla="*/ 72 h 72"/>
              </a:gdLst>
              <a:ahLst/>
              <a:cxnLst>
                <a:cxn ang="0">
                  <a:pos x="T0" y="T1"/>
                </a:cxn>
                <a:cxn ang="0">
                  <a:pos x="T2" y="T3"/>
                </a:cxn>
              </a:cxnLst>
              <a:rect l="0" t="0" r="r" b="b"/>
              <a:pathLst>
                <a:path w="18" h="72">
                  <a:moveTo>
                    <a:pt x="18" y="0"/>
                  </a:moveTo>
                  <a:cubicBezTo>
                    <a:pt x="0" y="20"/>
                    <a:pt x="0" y="47"/>
                    <a:pt x="18" y="72"/>
                  </a:cubicBezTo>
                </a:path>
              </a:pathLst>
            </a:custGeom>
            <a:noFill/>
            <a:ln w="15875" cap="flat">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Freeform 492">
              <a:extLst>
                <a:ext uri="{FF2B5EF4-FFF2-40B4-BE49-F238E27FC236}">
                  <a16:creationId xmlns:a16="http://schemas.microsoft.com/office/drawing/2014/main" id="{3DA93E56-25AD-AB5B-7BDD-25860670CCFD}"/>
                </a:ext>
              </a:extLst>
            </p:cNvPr>
            <p:cNvSpPr>
              <a:spLocks/>
            </p:cNvSpPr>
            <p:nvPr/>
          </p:nvSpPr>
          <p:spPr bwMode="auto">
            <a:xfrm>
              <a:off x="3568701" y="731838"/>
              <a:ext cx="71438" cy="269875"/>
            </a:xfrm>
            <a:custGeom>
              <a:avLst/>
              <a:gdLst>
                <a:gd name="T0" fmla="*/ 0 w 19"/>
                <a:gd name="T1" fmla="*/ 0 h 72"/>
                <a:gd name="T2" fmla="*/ 0 w 19"/>
                <a:gd name="T3" fmla="*/ 72 h 72"/>
              </a:gdLst>
              <a:ahLst/>
              <a:cxnLst>
                <a:cxn ang="0">
                  <a:pos x="T0" y="T1"/>
                </a:cxn>
                <a:cxn ang="0">
                  <a:pos x="T2" y="T3"/>
                </a:cxn>
              </a:cxnLst>
              <a:rect l="0" t="0" r="r" b="b"/>
              <a:pathLst>
                <a:path w="19" h="72">
                  <a:moveTo>
                    <a:pt x="0" y="0"/>
                  </a:moveTo>
                  <a:cubicBezTo>
                    <a:pt x="19" y="20"/>
                    <a:pt x="19" y="47"/>
                    <a:pt x="0" y="72"/>
                  </a:cubicBezTo>
                </a:path>
              </a:pathLst>
            </a:custGeom>
            <a:noFill/>
            <a:ln w="15875" cap="flat">
              <a:solidFill>
                <a:srgbClr val="74BDE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 name="Line 493">
              <a:extLst>
                <a:ext uri="{FF2B5EF4-FFF2-40B4-BE49-F238E27FC236}">
                  <a16:creationId xmlns:a16="http://schemas.microsoft.com/office/drawing/2014/main" id="{D936F117-99D5-8238-71EB-0C79149ED88D}"/>
                </a:ext>
              </a:extLst>
            </p:cNvPr>
            <p:cNvSpPr>
              <a:spLocks noChangeShapeType="1"/>
            </p:cNvSpPr>
            <p:nvPr/>
          </p:nvSpPr>
          <p:spPr bwMode="auto">
            <a:xfrm>
              <a:off x="3443288" y="927101"/>
              <a:ext cx="241300" cy="0"/>
            </a:xfrm>
            <a:prstGeom prst="line">
              <a:avLst/>
            </a:prstGeom>
            <a:noFill/>
            <a:ln w="15875" cap="flat">
              <a:solidFill>
                <a:srgbClr val="74BDE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Line 494">
              <a:extLst>
                <a:ext uri="{FF2B5EF4-FFF2-40B4-BE49-F238E27FC236}">
                  <a16:creationId xmlns:a16="http://schemas.microsoft.com/office/drawing/2014/main" id="{DB029A54-E9A2-2B86-0A24-D2F5F1DE2B42}"/>
                </a:ext>
              </a:extLst>
            </p:cNvPr>
            <p:cNvSpPr>
              <a:spLocks noChangeShapeType="1"/>
            </p:cNvSpPr>
            <p:nvPr/>
          </p:nvSpPr>
          <p:spPr bwMode="auto">
            <a:xfrm>
              <a:off x="3451226" y="792163"/>
              <a:ext cx="225425" cy="0"/>
            </a:xfrm>
            <a:prstGeom prst="line">
              <a:avLst/>
            </a:prstGeom>
            <a:noFill/>
            <a:ln w="15875" cap="flat">
              <a:solidFill>
                <a:srgbClr val="74BDE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 name="Line 495">
              <a:extLst>
                <a:ext uri="{FF2B5EF4-FFF2-40B4-BE49-F238E27FC236}">
                  <a16:creationId xmlns:a16="http://schemas.microsoft.com/office/drawing/2014/main" id="{D71BBE3A-BB31-50F8-9629-6007E49B15BC}"/>
                </a:ext>
              </a:extLst>
            </p:cNvPr>
            <p:cNvSpPr>
              <a:spLocks noChangeShapeType="1"/>
            </p:cNvSpPr>
            <p:nvPr/>
          </p:nvSpPr>
          <p:spPr bwMode="auto">
            <a:xfrm>
              <a:off x="3429001" y="866776"/>
              <a:ext cx="269875" cy="0"/>
            </a:xfrm>
            <a:prstGeom prst="line">
              <a:avLst/>
            </a:prstGeom>
            <a:noFill/>
            <a:ln w="15875" cap="flat">
              <a:solidFill>
                <a:srgbClr val="74BDE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8570439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2" name="Right Triangle 1">
            <a:extLst>
              <a:ext uri="{FF2B5EF4-FFF2-40B4-BE49-F238E27FC236}">
                <a16:creationId xmlns:a16="http://schemas.microsoft.com/office/drawing/2014/main" id="{5412B7D6-9400-4B66-8814-DCF81BEB0C5A}"/>
              </a:ext>
            </a:extLst>
          </p:cNvPr>
          <p:cNvSpPr/>
          <p:nvPr/>
        </p:nvSpPr>
        <p:spPr>
          <a:xfrm rot="5400000" flipH="1">
            <a:off x="0" y="5372100"/>
            <a:ext cx="1485900" cy="1485900"/>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3" name="Rectangle 2">
            <a:extLst>
              <a:ext uri="{FF2B5EF4-FFF2-40B4-BE49-F238E27FC236}">
                <a16:creationId xmlns:a16="http://schemas.microsoft.com/office/drawing/2014/main" id="{64ABBA9B-1329-47B1-9E6B-E01B6F3823E7}"/>
              </a:ext>
            </a:extLst>
          </p:cNvPr>
          <p:cNvSpPr/>
          <p:nvPr/>
        </p:nvSpPr>
        <p:spPr>
          <a:xfrm>
            <a:off x="10058400" y="97712"/>
            <a:ext cx="2133600" cy="177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 name="TextBox 3">
            <a:extLst>
              <a:ext uri="{FF2B5EF4-FFF2-40B4-BE49-F238E27FC236}">
                <a16:creationId xmlns:a16="http://schemas.microsoft.com/office/drawing/2014/main" id="{D575CD53-6108-481A-A31F-305A2B59F755}"/>
              </a:ext>
            </a:extLst>
          </p:cNvPr>
          <p:cNvSpPr txBox="1"/>
          <p:nvPr/>
        </p:nvSpPr>
        <p:spPr>
          <a:xfrm>
            <a:off x="690563" y="314325"/>
            <a:ext cx="10808351" cy="553998"/>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000000"/>
                </a:solidFill>
                <a:effectLst/>
                <a:uLnTx/>
                <a:uFillTx/>
                <a:latin typeface="Segoe UI"/>
                <a:ea typeface="+mn-ea"/>
                <a:cs typeface="+mn-cs"/>
              </a:rPr>
              <a:t>RESPONSIBLE BUSINESS</a:t>
            </a:r>
          </a:p>
        </p:txBody>
      </p:sp>
      <p:sp>
        <p:nvSpPr>
          <p:cNvPr id="6" name="Date Placeholder 5">
            <a:extLst>
              <a:ext uri="{FF2B5EF4-FFF2-40B4-BE49-F238E27FC236}">
                <a16:creationId xmlns:a16="http://schemas.microsoft.com/office/drawing/2014/main" id="{80E38B08-802D-4164-A9F1-6C44A3B3280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C123CF5-7D66-4CD0-9E7B-9C396B7C8ADE}" type="datetime1">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7" name="Slide Number Placeholder 6">
            <a:extLst>
              <a:ext uri="{FF2B5EF4-FFF2-40B4-BE49-F238E27FC236}">
                <a16:creationId xmlns:a16="http://schemas.microsoft.com/office/drawing/2014/main" id="{62E62710-286F-4B00-9BF4-C4E48604ED0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104C915-17D6-486A-86EC-048CBE10C825}" type="slidenum">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106" name="TextBox 105">
            <a:extLst>
              <a:ext uri="{FF2B5EF4-FFF2-40B4-BE49-F238E27FC236}">
                <a16:creationId xmlns:a16="http://schemas.microsoft.com/office/drawing/2014/main" id="{AEA0C097-019B-4F97-B12C-B465177E05AB}"/>
              </a:ext>
            </a:extLst>
          </p:cNvPr>
          <p:cNvSpPr txBox="1"/>
          <p:nvPr/>
        </p:nvSpPr>
        <p:spPr>
          <a:xfrm>
            <a:off x="1551881" y="1699861"/>
            <a:ext cx="2434626" cy="430887"/>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Light"/>
                <a:ea typeface="+mn-ea"/>
                <a:cs typeface="+mn-cs"/>
              </a:rPr>
              <a:t>SOCIAL AND ENVIRONMENTAL PERFORMANCE</a:t>
            </a:r>
          </a:p>
        </p:txBody>
      </p:sp>
      <p:sp>
        <p:nvSpPr>
          <p:cNvPr id="107" name="TextBox 106">
            <a:extLst>
              <a:ext uri="{FF2B5EF4-FFF2-40B4-BE49-F238E27FC236}">
                <a16:creationId xmlns:a16="http://schemas.microsoft.com/office/drawing/2014/main" id="{DAC1F5B4-56F7-440D-8BF0-75E0E98BE76F}"/>
              </a:ext>
            </a:extLst>
          </p:cNvPr>
          <p:cNvSpPr txBox="1"/>
          <p:nvPr/>
        </p:nvSpPr>
        <p:spPr>
          <a:xfrm>
            <a:off x="5405438" y="1699861"/>
            <a:ext cx="1381125" cy="430887"/>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Light"/>
                <a:ea typeface="+mn-ea"/>
                <a:cs typeface="+mn-cs"/>
              </a:rPr>
              <a:t>PUBLIC TRANSPARENCY</a:t>
            </a:r>
          </a:p>
        </p:txBody>
      </p:sp>
      <p:sp>
        <p:nvSpPr>
          <p:cNvPr id="108" name="TextBox 107">
            <a:extLst>
              <a:ext uri="{FF2B5EF4-FFF2-40B4-BE49-F238E27FC236}">
                <a16:creationId xmlns:a16="http://schemas.microsoft.com/office/drawing/2014/main" id="{D269A8B8-1406-4AFF-A69B-7CD7CFDDDBAA}"/>
              </a:ext>
            </a:extLst>
          </p:cNvPr>
          <p:cNvSpPr txBox="1"/>
          <p:nvPr/>
        </p:nvSpPr>
        <p:spPr>
          <a:xfrm>
            <a:off x="8723744" y="1699861"/>
            <a:ext cx="1381125" cy="430887"/>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Light"/>
                <a:ea typeface="+mn-ea"/>
                <a:cs typeface="+mn-cs"/>
              </a:rPr>
              <a:t>LEGAL ACCOUNTABILITY</a:t>
            </a:r>
          </a:p>
        </p:txBody>
      </p:sp>
      <p:sp>
        <p:nvSpPr>
          <p:cNvPr id="159" name="TextBox 158">
            <a:extLst>
              <a:ext uri="{FF2B5EF4-FFF2-40B4-BE49-F238E27FC236}">
                <a16:creationId xmlns:a16="http://schemas.microsoft.com/office/drawing/2014/main" id="{45BD035A-DE80-47E4-81D7-151DA9169F07}"/>
              </a:ext>
            </a:extLst>
          </p:cNvPr>
          <p:cNvSpPr txBox="1"/>
          <p:nvPr/>
        </p:nvSpPr>
        <p:spPr>
          <a:xfrm>
            <a:off x="1143000" y="5676883"/>
            <a:ext cx="9906000" cy="73866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Light"/>
                <a:ea typeface="+mn-ea"/>
                <a:cs typeface="+mn-cs"/>
              </a:rPr>
              <a:t>In October 2018, we became a </a:t>
            </a:r>
            <a:r>
              <a:rPr kumimoji="0" lang="en-US" sz="1600" b="1" i="0" u="none" strike="noStrike" kern="1200" cap="none" spc="0" normalizeH="0" baseline="0" noProof="0">
                <a:ln>
                  <a:noFill/>
                </a:ln>
                <a:solidFill>
                  <a:srgbClr val="000000"/>
                </a:solidFill>
                <a:effectLst/>
                <a:uLnTx/>
                <a:uFillTx/>
                <a:latin typeface="Calibri Light"/>
                <a:ea typeface="+mn-ea"/>
                <a:cs typeface="+mn-cs"/>
                <a:hlinkClick r:id="rId2"/>
              </a:rPr>
              <a:t>Certified B Corporation</a:t>
            </a:r>
            <a:r>
              <a:rPr kumimoji="0" lang="en-US" sz="1600" b="0" i="0" u="none" strike="noStrike" kern="1200" cap="none" spc="0" normalizeH="0" baseline="0" noProof="0">
                <a:ln>
                  <a:noFill/>
                </a:ln>
                <a:solidFill>
                  <a:srgbClr val="000000"/>
                </a:solidFill>
                <a:effectLst/>
                <a:uLnTx/>
                <a:uFillTx/>
                <a:latin typeface="Calibri Light"/>
                <a:ea typeface="+mn-ea"/>
                <a:cs typeface="+mn-cs"/>
              </a:rPr>
              <a:t>. Certified B Corporations are businesses that meet the highest standards of verified social and environmental performance, public transparency, and legal accountability to </a:t>
            </a:r>
            <a:r>
              <a:rPr kumimoji="0" lang="en-US" sz="1600" b="1" i="0" u="none" strike="noStrike" kern="1200" cap="none" spc="0" normalizeH="0" baseline="0" noProof="0">
                <a:ln>
                  <a:noFill/>
                </a:ln>
                <a:solidFill>
                  <a:srgbClr val="000000"/>
                </a:solidFill>
                <a:effectLst/>
                <a:uLnTx/>
                <a:uFillTx/>
                <a:latin typeface="Calibri Light"/>
                <a:ea typeface="+mn-ea"/>
                <a:cs typeface="+mn-cs"/>
              </a:rPr>
              <a:t>BALANCE PROFIT AND PURPOSE.</a:t>
            </a:r>
          </a:p>
        </p:txBody>
      </p:sp>
      <p:sp>
        <p:nvSpPr>
          <p:cNvPr id="88" name="Rectangle: Rounded Corners 87">
            <a:extLst>
              <a:ext uri="{FF2B5EF4-FFF2-40B4-BE49-F238E27FC236}">
                <a16:creationId xmlns:a16="http://schemas.microsoft.com/office/drawing/2014/main" id="{9C283CD4-EBE5-4054-BE02-93E171C937FA}"/>
              </a:ext>
            </a:extLst>
          </p:cNvPr>
          <p:cNvSpPr/>
          <p:nvPr/>
        </p:nvSpPr>
        <p:spPr>
          <a:xfrm rot="16200000">
            <a:off x="5976077" y="-236752"/>
            <a:ext cx="478565" cy="6544605"/>
          </a:xfrm>
          <a:prstGeom prst="roundRect">
            <a:avLst>
              <a:gd name="adj" fmla="val 50000"/>
            </a:avLst>
          </a:prstGeom>
          <a:pattFill prst="dkUpDiag">
            <a:fgClr>
              <a:schemeClr val="bg1">
                <a:lumMod val="85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4" name="Oval 13">
            <a:extLst>
              <a:ext uri="{FF2B5EF4-FFF2-40B4-BE49-F238E27FC236}">
                <a16:creationId xmlns:a16="http://schemas.microsoft.com/office/drawing/2014/main" id="{40721082-1354-4301-BFD7-327294D11536}"/>
              </a:ext>
            </a:extLst>
          </p:cNvPr>
          <p:cNvSpPr/>
          <p:nvPr/>
        </p:nvSpPr>
        <p:spPr>
          <a:xfrm>
            <a:off x="1977594" y="2235450"/>
            <a:ext cx="1600200" cy="1600200"/>
          </a:xfrm>
          <a:prstGeom prst="ellipse">
            <a:avLst/>
          </a:prstGeom>
          <a:solidFill>
            <a:schemeClr val="accent1">
              <a:lumMod val="90000"/>
            </a:schemeClr>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1" name="Oval 80">
            <a:extLst>
              <a:ext uri="{FF2B5EF4-FFF2-40B4-BE49-F238E27FC236}">
                <a16:creationId xmlns:a16="http://schemas.microsoft.com/office/drawing/2014/main" id="{F867C578-DA47-46AB-AF7F-536B44FE53CD}"/>
              </a:ext>
            </a:extLst>
          </p:cNvPr>
          <p:cNvSpPr/>
          <p:nvPr/>
        </p:nvSpPr>
        <p:spPr>
          <a:xfrm>
            <a:off x="5295900" y="2235450"/>
            <a:ext cx="1600200" cy="1600200"/>
          </a:xfrm>
          <a:prstGeom prst="ellipse">
            <a:avLst/>
          </a:prstGeom>
          <a:solidFill>
            <a:schemeClr val="accent1">
              <a:lumMod val="75000"/>
            </a:schemeClr>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4" name="Oval 83">
            <a:extLst>
              <a:ext uri="{FF2B5EF4-FFF2-40B4-BE49-F238E27FC236}">
                <a16:creationId xmlns:a16="http://schemas.microsoft.com/office/drawing/2014/main" id="{B08EADB0-1EBF-4287-AFFF-078419AED533}"/>
              </a:ext>
            </a:extLst>
          </p:cNvPr>
          <p:cNvSpPr/>
          <p:nvPr/>
        </p:nvSpPr>
        <p:spPr>
          <a:xfrm>
            <a:off x="2285139" y="2542994"/>
            <a:ext cx="985112" cy="98511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5" name="Oval 84">
            <a:extLst>
              <a:ext uri="{FF2B5EF4-FFF2-40B4-BE49-F238E27FC236}">
                <a16:creationId xmlns:a16="http://schemas.microsoft.com/office/drawing/2014/main" id="{AAAC41B2-2008-4AEA-8FA8-37E30644CB7E}"/>
              </a:ext>
            </a:extLst>
          </p:cNvPr>
          <p:cNvSpPr/>
          <p:nvPr/>
        </p:nvSpPr>
        <p:spPr>
          <a:xfrm>
            <a:off x="5603444" y="2542994"/>
            <a:ext cx="985112" cy="98511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2" name="Oval 81">
            <a:extLst>
              <a:ext uri="{FF2B5EF4-FFF2-40B4-BE49-F238E27FC236}">
                <a16:creationId xmlns:a16="http://schemas.microsoft.com/office/drawing/2014/main" id="{5A7A50CE-1E79-49CB-8147-F3FA17A93016}"/>
              </a:ext>
            </a:extLst>
          </p:cNvPr>
          <p:cNvSpPr/>
          <p:nvPr/>
        </p:nvSpPr>
        <p:spPr>
          <a:xfrm>
            <a:off x="8614206" y="2235450"/>
            <a:ext cx="1600200" cy="1600200"/>
          </a:xfrm>
          <a:prstGeom prst="ellipse">
            <a:avLst/>
          </a:prstGeom>
          <a:solidFill>
            <a:srgbClr val="EF95A0"/>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6" name="Oval 85">
            <a:extLst>
              <a:ext uri="{FF2B5EF4-FFF2-40B4-BE49-F238E27FC236}">
                <a16:creationId xmlns:a16="http://schemas.microsoft.com/office/drawing/2014/main" id="{CA8E8D4F-26AF-479D-AB04-624279296288}"/>
              </a:ext>
            </a:extLst>
          </p:cNvPr>
          <p:cNvSpPr/>
          <p:nvPr/>
        </p:nvSpPr>
        <p:spPr>
          <a:xfrm>
            <a:off x="8921750" y="2542994"/>
            <a:ext cx="985112" cy="98511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71" name="Rectangle: Rounded Corners 70">
            <a:extLst>
              <a:ext uri="{FF2B5EF4-FFF2-40B4-BE49-F238E27FC236}">
                <a16:creationId xmlns:a16="http://schemas.microsoft.com/office/drawing/2014/main" id="{DB8F4AF3-B32A-4A16-AC15-6E145A6861C9}"/>
              </a:ext>
            </a:extLst>
          </p:cNvPr>
          <p:cNvSpPr/>
          <p:nvPr/>
        </p:nvSpPr>
        <p:spPr>
          <a:xfrm>
            <a:off x="2088677" y="3940352"/>
            <a:ext cx="8050110" cy="557138"/>
          </a:xfrm>
          <a:prstGeom prst="roundRect">
            <a:avLst>
              <a:gd name="adj" fmla="val 50000"/>
            </a:avLst>
          </a:prstGeom>
          <a:solidFill>
            <a:srgbClr val="3C8C9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0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alibri Light"/>
                <a:ea typeface="+mn-ea"/>
                <a:cs typeface="+mn-cs"/>
              </a:rPr>
              <a:t>BALANCE PROFIT AND PURPOSE.</a:t>
            </a:r>
          </a:p>
        </p:txBody>
      </p:sp>
      <p:sp>
        <p:nvSpPr>
          <p:cNvPr id="75" name="Rectangle: Rounded Corners 74">
            <a:extLst>
              <a:ext uri="{FF2B5EF4-FFF2-40B4-BE49-F238E27FC236}">
                <a16:creationId xmlns:a16="http://schemas.microsoft.com/office/drawing/2014/main" id="{BBF34D92-BFAC-469C-A7E1-43C01ADDB46D}"/>
              </a:ext>
            </a:extLst>
          </p:cNvPr>
          <p:cNvSpPr/>
          <p:nvPr/>
        </p:nvSpPr>
        <p:spPr>
          <a:xfrm>
            <a:off x="5615649" y="4535310"/>
            <a:ext cx="996166" cy="253335"/>
          </a:xfrm>
          <a:prstGeom prst="roundRect">
            <a:avLst>
              <a:gd name="adj" fmla="val 50000"/>
            </a:avLst>
          </a:prstGeom>
          <a:solidFill>
            <a:srgbClr val="3C8C9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78" name="Rectangle: Rounded Corners 77">
            <a:extLst>
              <a:ext uri="{FF2B5EF4-FFF2-40B4-BE49-F238E27FC236}">
                <a16:creationId xmlns:a16="http://schemas.microsoft.com/office/drawing/2014/main" id="{73C09B94-E3B7-41C9-A499-EEA108507509}"/>
              </a:ext>
            </a:extLst>
          </p:cNvPr>
          <p:cNvSpPr/>
          <p:nvPr/>
        </p:nvSpPr>
        <p:spPr>
          <a:xfrm>
            <a:off x="5454875" y="4826465"/>
            <a:ext cx="1317714" cy="253335"/>
          </a:xfrm>
          <a:prstGeom prst="roundRect">
            <a:avLst>
              <a:gd name="adj" fmla="val 50000"/>
            </a:avLst>
          </a:prstGeom>
          <a:solidFill>
            <a:srgbClr val="3C8C9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79" name="Rectangle: Rounded Corners 78">
            <a:extLst>
              <a:ext uri="{FF2B5EF4-FFF2-40B4-BE49-F238E27FC236}">
                <a16:creationId xmlns:a16="http://schemas.microsoft.com/office/drawing/2014/main" id="{30679328-0FCF-43E9-84B7-0AB8FF3D903A}"/>
              </a:ext>
            </a:extLst>
          </p:cNvPr>
          <p:cNvSpPr/>
          <p:nvPr/>
        </p:nvSpPr>
        <p:spPr>
          <a:xfrm>
            <a:off x="5243860" y="5117620"/>
            <a:ext cx="1739744" cy="253335"/>
          </a:xfrm>
          <a:prstGeom prst="roundRect">
            <a:avLst>
              <a:gd name="adj" fmla="val 50000"/>
            </a:avLst>
          </a:prstGeom>
          <a:solidFill>
            <a:srgbClr val="3C8C9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grpSp>
        <p:nvGrpSpPr>
          <p:cNvPr id="89" name="Group 88">
            <a:extLst>
              <a:ext uri="{FF2B5EF4-FFF2-40B4-BE49-F238E27FC236}">
                <a16:creationId xmlns:a16="http://schemas.microsoft.com/office/drawing/2014/main" id="{2D5F57A3-B380-4B18-8F4A-89AF32322285}"/>
              </a:ext>
            </a:extLst>
          </p:cNvPr>
          <p:cNvGrpSpPr/>
          <p:nvPr/>
        </p:nvGrpSpPr>
        <p:grpSpPr>
          <a:xfrm>
            <a:off x="9198306" y="2819550"/>
            <a:ext cx="432000" cy="432000"/>
            <a:chOff x="4840288" y="2513013"/>
            <a:chExt cx="360363" cy="357187"/>
          </a:xfrm>
          <a:solidFill>
            <a:srgbClr val="EF95A0"/>
          </a:solidFill>
        </p:grpSpPr>
        <p:sp>
          <p:nvSpPr>
            <p:cNvPr id="90" name="Freeform 30">
              <a:extLst>
                <a:ext uri="{FF2B5EF4-FFF2-40B4-BE49-F238E27FC236}">
                  <a16:creationId xmlns:a16="http://schemas.microsoft.com/office/drawing/2014/main" id="{2D966633-A612-4B5C-B9AC-35E08C3A0C61}"/>
                </a:ext>
              </a:extLst>
            </p:cNvPr>
            <p:cNvSpPr>
              <a:spLocks/>
            </p:cNvSpPr>
            <p:nvPr/>
          </p:nvSpPr>
          <p:spPr bwMode="auto">
            <a:xfrm>
              <a:off x="4840288" y="2825750"/>
              <a:ext cx="165100" cy="44450"/>
            </a:xfrm>
            <a:custGeom>
              <a:avLst/>
              <a:gdLst>
                <a:gd name="T0" fmla="*/ 38 w 44"/>
                <a:gd name="T1" fmla="*/ 0 h 12"/>
                <a:gd name="T2" fmla="*/ 6 w 44"/>
                <a:gd name="T3" fmla="*/ 0 h 12"/>
                <a:gd name="T4" fmla="*/ 0 w 44"/>
                <a:gd name="T5" fmla="*/ 6 h 12"/>
                <a:gd name="T6" fmla="*/ 0 w 44"/>
                <a:gd name="T7" fmla="*/ 10 h 12"/>
                <a:gd name="T8" fmla="*/ 2 w 44"/>
                <a:gd name="T9" fmla="*/ 12 h 12"/>
                <a:gd name="T10" fmla="*/ 42 w 44"/>
                <a:gd name="T11" fmla="*/ 12 h 12"/>
                <a:gd name="T12" fmla="*/ 44 w 44"/>
                <a:gd name="T13" fmla="*/ 10 h 12"/>
                <a:gd name="T14" fmla="*/ 44 w 44"/>
                <a:gd name="T15" fmla="*/ 6 h 12"/>
                <a:gd name="T16" fmla="*/ 38 w 4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2">
                  <a:moveTo>
                    <a:pt x="38" y="0"/>
                  </a:moveTo>
                  <a:cubicBezTo>
                    <a:pt x="6" y="0"/>
                    <a:pt x="6" y="0"/>
                    <a:pt x="6" y="0"/>
                  </a:cubicBezTo>
                  <a:cubicBezTo>
                    <a:pt x="3" y="0"/>
                    <a:pt x="0" y="3"/>
                    <a:pt x="0" y="6"/>
                  </a:cubicBezTo>
                  <a:cubicBezTo>
                    <a:pt x="0" y="10"/>
                    <a:pt x="0" y="10"/>
                    <a:pt x="0" y="10"/>
                  </a:cubicBezTo>
                  <a:cubicBezTo>
                    <a:pt x="0" y="11"/>
                    <a:pt x="1" y="12"/>
                    <a:pt x="2" y="12"/>
                  </a:cubicBezTo>
                  <a:cubicBezTo>
                    <a:pt x="42" y="12"/>
                    <a:pt x="42" y="12"/>
                    <a:pt x="42" y="12"/>
                  </a:cubicBezTo>
                  <a:cubicBezTo>
                    <a:pt x="43" y="12"/>
                    <a:pt x="44" y="11"/>
                    <a:pt x="44" y="10"/>
                  </a:cubicBezTo>
                  <a:cubicBezTo>
                    <a:pt x="44" y="6"/>
                    <a:pt x="44" y="6"/>
                    <a:pt x="44" y="6"/>
                  </a:cubicBezTo>
                  <a:cubicBezTo>
                    <a:pt x="44" y="3"/>
                    <a:pt x="41"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1" name="Freeform 31">
              <a:extLst>
                <a:ext uri="{FF2B5EF4-FFF2-40B4-BE49-F238E27FC236}">
                  <a16:creationId xmlns:a16="http://schemas.microsoft.com/office/drawing/2014/main" id="{C2F0ADE7-D9DB-462E-B09B-1BBF46F550AB}"/>
                </a:ext>
              </a:extLst>
            </p:cNvPr>
            <p:cNvSpPr>
              <a:spLocks/>
            </p:cNvSpPr>
            <p:nvPr/>
          </p:nvSpPr>
          <p:spPr bwMode="auto">
            <a:xfrm>
              <a:off x="4854576" y="2765425"/>
              <a:ext cx="134938" cy="44450"/>
            </a:xfrm>
            <a:custGeom>
              <a:avLst/>
              <a:gdLst>
                <a:gd name="T0" fmla="*/ 2 w 36"/>
                <a:gd name="T1" fmla="*/ 12 h 12"/>
                <a:gd name="T2" fmla="*/ 34 w 36"/>
                <a:gd name="T3" fmla="*/ 12 h 12"/>
                <a:gd name="T4" fmla="*/ 36 w 36"/>
                <a:gd name="T5" fmla="*/ 10 h 12"/>
                <a:gd name="T6" fmla="*/ 36 w 36"/>
                <a:gd name="T7" fmla="*/ 6 h 12"/>
                <a:gd name="T8" fmla="*/ 30 w 36"/>
                <a:gd name="T9" fmla="*/ 0 h 12"/>
                <a:gd name="T10" fmla="*/ 6 w 36"/>
                <a:gd name="T11" fmla="*/ 0 h 12"/>
                <a:gd name="T12" fmla="*/ 0 w 36"/>
                <a:gd name="T13" fmla="*/ 6 h 12"/>
                <a:gd name="T14" fmla="*/ 0 w 36"/>
                <a:gd name="T15" fmla="*/ 10 h 12"/>
                <a:gd name="T16" fmla="*/ 2 w 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2">
                  <a:moveTo>
                    <a:pt x="2" y="12"/>
                  </a:moveTo>
                  <a:cubicBezTo>
                    <a:pt x="34" y="12"/>
                    <a:pt x="34" y="12"/>
                    <a:pt x="34" y="12"/>
                  </a:cubicBezTo>
                  <a:cubicBezTo>
                    <a:pt x="35" y="12"/>
                    <a:pt x="36" y="11"/>
                    <a:pt x="36" y="10"/>
                  </a:cubicBezTo>
                  <a:cubicBezTo>
                    <a:pt x="36" y="6"/>
                    <a:pt x="36" y="6"/>
                    <a:pt x="36" y="6"/>
                  </a:cubicBezTo>
                  <a:cubicBezTo>
                    <a:pt x="36" y="3"/>
                    <a:pt x="33" y="0"/>
                    <a:pt x="30" y="0"/>
                  </a:cubicBezTo>
                  <a:cubicBezTo>
                    <a:pt x="6" y="0"/>
                    <a:pt x="6" y="0"/>
                    <a:pt x="6" y="0"/>
                  </a:cubicBezTo>
                  <a:cubicBezTo>
                    <a:pt x="3" y="0"/>
                    <a:pt x="0" y="3"/>
                    <a:pt x="0" y="6"/>
                  </a:cubicBezTo>
                  <a:cubicBezTo>
                    <a:pt x="0" y="10"/>
                    <a:pt x="0" y="10"/>
                    <a:pt x="0" y="10"/>
                  </a:cubicBezTo>
                  <a:cubicBezTo>
                    <a:pt x="0" y="11"/>
                    <a:pt x="1" y="12"/>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2" name="Freeform 32">
              <a:extLst>
                <a:ext uri="{FF2B5EF4-FFF2-40B4-BE49-F238E27FC236}">
                  <a16:creationId xmlns:a16="http://schemas.microsoft.com/office/drawing/2014/main" id="{5A55D513-EE43-4810-8E9D-F2E6EDF82270}"/>
                </a:ext>
              </a:extLst>
            </p:cNvPr>
            <p:cNvSpPr>
              <a:spLocks/>
            </p:cNvSpPr>
            <p:nvPr/>
          </p:nvSpPr>
          <p:spPr bwMode="auto">
            <a:xfrm>
              <a:off x="4900613" y="2619375"/>
              <a:ext cx="119063" cy="112713"/>
            </a:xfrm>
            <a:custGeom>
              <a:avLst/>
              <a:gdLst>
                <a:gd name="T0" fmla="*/ 11 w 32"/>
                <a:gd name="T1" fmla="*/ 2 h 30"/>
                <a:gd name="T2" fmla="*/ 7 w 32"/>
                <a:gd name="T3" fmla="*/ 0 h 30"/>
                <a:gd name="T4" fmla="*/ 1 w 32"/>
                <a:gd name="T5" fmla="*/ 4 h 30"/>
                <a:gd name="T6" fmla="*/ 3 w 32"/>
                <a:gd name="T7" fmla="*/ 10 h 30"/>
                <a:gd name="T8" fmla="*/ 21 w 32"/>
                <a:gd name="T9" fmla="*/ 28 h 30"/>
                <a:gd name="T10" fmla="*/ 25 w 32"/>
                <a:gd name="T11" fmla="*/ 30 h 30"/>
                <a:gd name="T12" fmla="*/ 31 w 32"/>
                <a:gd name="T13" fmla="*/ 26 h 30"/>
                <a:gd name="T14" fmla="*/ 29 w 32"/>
                <a:gd name="T15" fmla="*/ 20 h 30"/>
                <a:gd name="T16" fmla="*/ 11 w 32"/>
                <a:gd name="T17"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0">
                  <a:moveTo>
                    <a:pt x="11" y="2"/>
                  </a:moveTo>
                  <a:cubicBezTo>
                    <a:pt x="10" y="0"/>
                    <a:pt x="9" y="0"/>
                    <a:pt x="7" y="0"/>
                  </a:cubicBezTo>
                  <a:cubicBezTo>
                    <a:pt x="5" y="0"/>
                    <a:pt x="2" y="2"/>
                    <a:pt x="1" y="4"/>
                  </a:cubicBezTo>
                  <a:cubicBezTo>
                    <a:pt x="0" y="6"/>
                    <a:pt x="1" y="9"/>
                    <a:pt x="3" y="10"/>
                  </a:cubicBezTo>
                  <a:cubicBezTo>
                    <a:pt x="21" y="28"/>
                    <a:pt x="21" y="28"/>
                    <a:pt x="21" y="28"/>
                  </a:cubicBezTo>
                  <a:cubicBezTo>
                    <a:pt x="22" y="30"/>
                    <a:pt x="23" y="30"/>
                    <a:pt x="25" y="30"/>
                  </a:cubicBezTo>
                  <a:cubicBezTo>
                    <a:pt x="27" y="30"/>
                    <a:pt x="30" y="28"/>
                    <a:pt x="31" y="26"/>
                  </a:cubicBezTo>
                  <a:cubicBezTo>
                    <a:pt x="32" y="24"/>
                    <a:pt x="31" y="21"/>
                    <a:pt x="29" y="20"/>
                  </a:cubicBezTo>
                  <a:lnTo>
                    <a:pt x="1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3" name="Freeform 33">
              <a:extLst>
                <a:ext uri="{FF2B5EF4-FFF2-40B4-BE49-F238E27FC236}">
                  <a16:creationId xmlns:a16="http://schemas.microsoft.com/office/drawing/2014/main" id="{B9A25460-9CFD-4545-9F3C-6B72E37090BA}"/>
                </a:ext>
              </a:extLst>
            </p:cNvPr>
            <p:cNvSpPr>
              <a:spLocks/>
            </p:cNvSpPr>
            <p:nvPr/>
          </p:nvSpPr>
          <p:spPr bwMode="auto">
            <a:xfrm>
              <a:off x="5005388" y="2513013"/>
              <a:ext cx="119063" cy="112713"/>
            </a:xfrm>
            <a:custGeom>
              <a:avLst/>
              <a:gdLst>
                <a:gd name="T0" fmla="*/ 21 w 32"/>
                <a:gd name="T1" fmla="*/ 28 h 30"/>
                <a:gd name="T2" fmla="*/ 25 w 32"/>
                <a:gd name="T3" fmla="*/ 30 h 30"/>
                <a:gd name="T4" fmla="*/ 31 w 32"/>
                <a:gd name="T5" fmla="*/ 26 h 30"/>
                <a:gd name="T6" fmla="*/ 29 w 32"/>
                <a:gd name="T7" fmla="*/ 20 h 30"/>
                <a:gd name="T8" fmla="*/ 11 w 32"/>
                <a:gd name="T9" fmla="*/ 2 h 30"/>
                <a:gd name="T10" fmla="*/ 7 w 32"/>
                <a:gd name="T11" fmla="*/ 0 h 30"/>
                <a:gd name="T12" fmla="*/ 1 w 32"/>
                <a:gd name="T13" fmla="*/ 4 h 30"/>
                <a:gd name="T14" fmla="*/ 3 w 32"/>
                <a:gd name="T15" fmla="*/ 10 h 30"/>
                <a:gd name="T16" fmla="*/ 21 w 32"/>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0">
                  <a:moveTo>
                    <a:pt x="21" y="28"/>
                  </a:moveTo>
                  <a:cubicBezTo>
                    <a:pt x="22" y="30"/>
                    <a:pt x="23" y="30"/>
                    <a:pt x="25" y="30"/>
                  </a:cubicBezTo>
                  <a:cubicBezTo>
                    <a:pt x="27" y="30"/>
                    <a:pt x="30" y="28"/>
                    <a:pt x="31" y="26"/>
                  </a:cubicBezTo>
                  <a:cubicBezTo>
                    <a:pt x="32" y="24"/>
                    <a:pt x="31" y="21"/>
                    <a:pt x="29" y="20"/>
                  </a:cubicBezTo>
                  <a:cubicBezTo>
                    <a:pt x="11" y="2"/>
                    <a:pt x="11" y="2"/>
                    <a:pt x="11" y="2"/>
                  </a:cubicBezTo>
                  <a:cubicBezTo>
                    <a:pt x="10" y="0"/>
                    <a:pt x="9" y="0"/>
                    <a:pt x="7" y="0"/>
                  </a:cubicBezTo>
                  <a:cubicBezTo>
                    <a:pt x="5" y="0"/>
                    <a:pt x="2" y="2"/>
                    <a:pt x="1" y="4"/>
                  </a:cubicBezTo>
                  <a:cubicBezTo>
                    <a:pt x="0" y="6"/>
                    <a:pt x="1" y="9"/>
                    <a:pt x="3" y="10"/>
                  </a:cubicBezTo>
                  <a:lnTo>
                    <a:pt x="2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4" name="Freeform 34">
              <a:extLst>
                <a:ext uri="{FF2B5EF4-FFF2-40B4-BE49-F238E27FC236}">
                  <a16:creationId xmlns:a16="http://schemas.microsoft.com/office/drawing/2014/main" id="{D689183F-251A-404A-AADF-5552C84B822B}"/>
                </a:ext>
              </a:extLst>
            </p:cNvPr>
            <p:cNvSpPr>
              <a:spLocks/>
            </p:cNvSpPr>
            <p:nvPr/>
          </p:nvSpPr>
          <p:spPr bwMode="auto">
            <a:xfrm>
              <a:off x="4956176" y="2565400"/>
              <a:ext cx="244475" cy="244475"/>
            </a:xfrm>
            <a:custGeom>
              <a:avLst/>
              <a:gdLst>
                <a:gd name="T0" fmla="*/ 64 w 65"/>
                <a:gd name="T1" fmla="*/ 58 h 65"/>
                <a:gd name="T2" fmla="*/ 26 w 65"/>
                <a:gd name="T3" fmla="*/ 21 h 65"/>
                <a:gd name="T4" fmla="*/ 30 w 65"/>
                <a:gd name="T5" fmla="*/ 17 h 65"/>
                <a:gd name="T6" fmla="*/ 30 w 65"/>
                <a:gd name="T7" fmla="*/ 14 h 65"/>
                <a:gd name="T8" fmla="*/ 16 w 65"/>
                <a:gd name="T9" fmla="*/ 0 h 65"/>
                <a:gd name="T10" fmla="*/ 13 w 65"/>
                <a:gd name="T11" fmla="*/ 0 h 65"/>
                <a:gd name="T12" fmla="*/ 0 w 65"/>
                <a:gd name="T13" fmla="*/ 13 h 65"/>
                <a:gd name="T14" fmla="*/ 0 w 65"/>
                <a:gd name="T15" fmla="*/ 16 h 65"/>
                <a:gd name="T16" fmla="*/ 14 w 65"/>
                <a:gd name="T17" fmla="*/ 30 h 65"/>
                <a:gd name="T18" fmla="*/ 16 w 65"/>
                <a:gd name="T19" fmla="*/ 30 h 65"/>
                <a:gd name="T20" fmla="*/ 17 w 65"/>
                <a:gd name="T21" fmla="*/ 30 h 65"/>
                <a:gd name="T22" fmla="*/ 21 w 65"/>
                <a:gd name="T23" fmla="*/ 26 h 65"/>
                <a:gd name="T24" fmla="*/ 58 w 65"/>
                <a:gd name="T25" fmla="*/ 64 h 65"/>
                <a:gd name="T26" fmla="*/ 61 w 65"/>
                <a:gd name="T27" fmla="*/ 65 h 65"/>
                <a:gd name="T28" fmla="*/ 64 w 65"/>
                <a:gd name="T29" fmla="*/ 64 h 65"/>
                <a:gd name="T30" fmla="*/ 64 w 65"/>
                <a:gd name="T31" fmla="*/ 5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 h="65">
                  <a:moveTo>
                    <a:pt x="64" y="58"/>
                  </a:moveTo>
                  <a:cubicBezTo>
                    <a:pt x="26" y="21"/>
                    <a:pt x="26" y="21"/>
                    <a:pt x="26" y="21"/>
                  </a:cubicBezTo>
                  <a:cubicBezTo>
                    <a:pt x="30" y="17"/>
                    <a:pt x="30" y="17"/>
                    <a:pt x="30" y="17"/>
                  </a:cubicBezTo>
                  <a:cubicBezTo>
                    <a:pt x="30" y="16"/>
                    <a:pt x="30" y="15"/>
                    <a:pt x="30" y="14"/>
                  </a:cubicBezTo>
                  <a:cubicBezTo>
                    <a:pt x="16" y="0"/>
                    <a:pt x="16" y="0"/>
                    <a:pt x="16" y="0"/>
                  </a:cubicBezTo>
                  <a:cubicBezTo>
                    <a:pt x="15" y="0"/>
                    <a:pt x="13" y="0"/>
                    <a:pt x="13" y="0"/>
                  </a:cubicBezTo>
                  <a:cubicBezTo>
                    <a:pt x="0" y="13"/>
                    <a:pt x="0" y="13"/>
                    <a:pt x="0" y="13"/>
                  </a:cubicBezTo>
                  <a:cubicBezTo>
                    <a:pt x="0" y="14"/>
                    <a:pt x="0" y="15"/>
                    <a:pt x="0" y="16"/>
                  </a:cubicBezTo>
                  <a:cubicBezTo>
                    <a:pt x="14" y="30"/>
                    <a:pt x="14" y="30"/>
                    <a:pt x="14" y="30"/>
                  </a:cubicBezTo>
                  <a:cubicBezTo>
                    <a:pt x="15" y="30"/>
                    <a:pt x="15" y="30"/>
                    <a:pt x="16" y="30"/>
                  </a:cubicBezTo>
                  <a:cubicBezTo>
                    <a:pt x="16" y="30"/>
                    <a:pt x="17" y="30"/>
                    <a:pt x="17" y="30"/>
                  </a:cubicBezTo>
                  <a:cubicBezTo>
                    <a:pt x="21" y="26"/>
                    <a:pt x="21" y="26"/>
                    <a:pt x="21" y="26"/>
                  </a:cubicBezTo>
                  <a:cubicBezTo>
                    <a:pt x="58" y="64"/>
                    <a:pt x="58" y="64"/>
                    <a:pt x="58" y="64"/>
                  </a:cubicBezTo>
                  <a:cubicBezTo>
                    <a:pt x="59" y="65"/>
                    <a:pt x="60" y="65"/>
                    <a:pt x="61" y="65"/>
                  </a:cubicBezTo>
                  <a:cubicBezTo>
                    <a:pt x="62" y="65"/>
                    <a:pt x="63" y="65"/>
                    <a:pt x="64" y="64"/>
                  </a:cubicBezTo>
                  <a:cubicBezTo>
                    <a:pt x="65" y="62"/>
                    <a:pt x="65" y="60"/>
                    <a:pt x="64"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69" name="Group 68">
            <a:extLst>
              <a:ext uri="{FF2B5EF4-FFF2-40B4-BE49-F238E27FC236}">
                <a16:creationId xmlns:a16="http://schemas.microsoft.com/office/drawing/2014/main" id="{F0FC3C7E-B238-43CD-AF5F-6907E7E07C2C}"/>
              </a:ext>
            </a:extLst>
          </p:cNvPr>
          <p:cNvGrpSpPr/>
          <p:nvPr/>
        </p:nvGrpSpPr>
        <p:grpSpPr>
          <a:xfrm>
            <a:off x="5880000" y="2819550"/>
            <a:ext cx="432000" cy="432000"/>
            <a:chOff x="6997700" y="3970338"/>
            <a:chExt cx="360363" cy="361950"/>
          </a:xfrm>
          <a:solidFill>
            <a:srgbClr val="72BFC5"/>
          </a:solidFill>
        </p:grpSpPr>
        <p:sp>
          <p:nvSpPr>
            <p:cNvPr id="70" name="Freeform 132">
              <a:extLst>
                <a:ext uri="{FF2B5EF4-FFF2-40B4-BE49-F238E27FC236}">
                  <a16:creationId xmlns:a16="http://schemas.microsoft.com/office/drawing/2014/main" id="{EB2ED975-4221-4AAC-95C1-621F83DA2AB2}"/>
                </a:ext>
              </a:extLst>
            </p:cNvPr>
            <p:cNvSpPr>
              <a:spLocks noEditPoints="1"/>
            </p:cNvSpPr>
            <p:nvPr/>
          </p:nvSpPr>
          <p:spPr bwMode="auto">
            <a:xfrm>
              <a:off x="6997700" y="3970338"/>
              <a:ext cx="255588" cy="331788"/>
            </a:xfrm>
            <a:custGeom>
              <a:avLst/>
              <a:gdLst>
                <a:gd name="T0" fmla="*/ 48 w 68"/>
                <a:gd name="T1" fmla="*/ 69 h 88"/>
                <a:gd name="T2" fmla="*/ 68 w 68"/>
                <a:gd name="T3" fmla="*/ 48 h 88"/>
                <a:gd name="T4" fmla="*/ 68 w 68"/>
                <a:gd name="T5" fmla="*/ 22 h 88"/>
                <a:gd name="T6" fmla="*/ 67 w 68"/>
                <a:gd name="T7" fmla="*/ 21 h 88"/>
                <a:gd name="T8" fmla="*/ 47 w 68"/>
                <a:gd name="T9" fmla="*/ 1 h 88"/>
                <a:gd name="T10" fmla="*/ 46 w 68"/>
                <a:gd name="T11" fmla="*/ 0 h 88"/>
                <a:gd name="T12" fmla="*/ 2 w 68"/>
                <a:gd name="T13" fmla="*/ 0 h 88"/>
                <a:gd name="T14" fmla="*/ 0 w 68"/>
                <a:gd name="T15" fmla="*/ 2 h 88"/>
                <a:gd name="T16" fmla="*/ 0 w 68"/>
                <a:gd name="T17" fmla="*/ 86 h 88"/>
                <a:gd name="T18" fmla="*/ 2 w 68"/>
                <a:gd name="T19" fmla="*/ 88 h 88"/>
                <a:gd name="T20" fmla="*/ 60 w 68"/>
                <a:gd name="T21" fmla="*/ 88 h 88"/>
                <a:gd name="T22" fmla="*/ 48 w 68"/>
                <a:gd name="T23" fmla="*/ 69 h 88"/>
                <a:gd name="T24" fmla="*/ 46 w 68"/>
                <a:gd name="T25" fmla="*/ 2 h 88"/>
                <a:gd name="T26" fmla="*/ 66 w 68"/>
                <a:gd name="T27" fmla="*/ 22 h 88"/>
                <a:gd name="T28" fmla="*/ 46 w 68"/>
                <a:gd name="T29" fmla="*/ 22 h 88"/>
                <a:gd name="T30" fmla="*/ 46 w 68"/>
                <a:gd name="T31" fmla="*/ 2 h 88"/>
                <a:gd name="T32" fmla="*/ 14 w 68"/>
                <a:gd name="T33" fmla="*/ 24 h 88"/>
                <a:gd name="T34" fmla="*/ 32 w 68"/>
                <a:gd name="T35" fmla="*/ 24 h 88"/>
                <a:gd name="T36" fmla="*/ 34 w 68"/>
                <a:gd name="T37" fmla="*/ 26 h 88"/>
                <a:gd name="T38" fmla="*/ 32 w 68"/>
                <a:gd name="T39" fmla="*/ 28 h 88"/>
                <a:gd name="T40" fmla="*/ 14 w 68"/>
                <a:gd name="T41" fmla="*/ 28 h 88"/>
                <a:gd name="T42" fmla="*/ 12 w 68"/>
                <a:gd name="T43" fmla="*/ 26 h 88"/>
                <a:gd name="T44" fmla="*/ 14 w 68"/>
                <a:gd name="T45" fmla="*/ 24 h 88"/>
                <a:gd name="T46" fmla="*/ 34 w 68"/>
                <a:gd name="T47" fmla="*/ 64 h 88"/>
                <a:gd name="T48" fmla="*/ 14 w 68"/>
                <a:gd name="T49" fmla="*/ 64 h 88"/>
                <a:gd name="T50" fmla="*/ 12 w 68"/>
                <a:gd name="T51" fmla="*/ 62 h 88"/>
                <a:gd name="T52" fmla="*/ 14 w 68"/>
                <a:gd name="T53" fmla="*/ 60 h 88"/>
                <a:gd name="T54" fmla="*/ 34 w 68"/>
                <a:gd name="T55" fmla="*/ 60 h 88"/>
                <a:gd name="T56" fmla="*/ 36 w 68"/>
                <a:gd name="T57" fmla="*/ 62 h 88"/>
                <a:gd name="T58" fmla="*/ 34 w 68"/>
                <a:gd name="T59" fmla="*/ 64 h 88"/>
                <a:gd name="T60" fmla="*/ 38 w 68"/>
                <a:gd name="T61" fmla="*/ 52 h 88"/>
                <a:gd name="T62" fmla="*/ 14 w 68"/>
                <a:gd name="T63" fmla="*/ 52 h 88"/>
                <a:gd name="T64" fmla="*/ 12 w 68"/>
                <a:gd name="T65" fmla="*/ 50 h 88"/>
                <a:gd name="T66" fmla="*/ 14 w 68"/>
                <a:gd name="T67" fmla="*/ 48 h 88"/>
                <a:gd name="T68" fmla="*/ 38 w 68"/>
                <a:gd name="T69" fmla="*/ 48 h 88"/>
                <a:gd name="T70" fmla="*/ 40 w 68"/>
                <a:gd name="T71" fmla="*/ 50 h 88"/>
                <a:gd name="T72" fmla="*/ 38 w 68"/>
                <a:gd name="T73" fmla="*/ 52 h 88"/>
                <a:gd name="T74" fmla="*/ 46 w 68"/>
                <a:gd name="T75" fmla="*/ 40 h 88"/>
                <a:gd name="T76" fmla="*/ 14 w 68"/>
                <a:gd name="T77" fmla="*/ 40 h 88"/>
                <a:gd name="T78" fmla="*/ 12 w 68"/>
                <a:gd name="T79" fmla="*/ 38 h 88"/>
                <a:gd name="T80" fmla="*/ 14 w 68"/>
                <a:gd name="T81" fmla="*/ 36 h 88"/>
                <a:gd name="T82" fmla="*/ 46 w 68"/>
                <a:gd name="T83" fmla="*/ 36 h 88"/>
                <a:gd name="T84" fmla="*/ 48 w 68"/>
                <a:gd name="T85" fmla="*/ 38 h 88"/>
                <a:gd name="T86" fmla="*/ 46 w 68"/>
                <a:gd name="T87" fmla="*/ 4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 h="88">
                  <a:moveTo>
                    <a:pt x="48" y="69"/>
                  </a:moveTo>
                  <a:cubicBezTo>
                    <a:pt x="48" y="58"/>
                    <a:pt x="57" y="49"/>
                    <a:pt x="68" y="48"/>
                  </a:cubicBezTo>
                  <a:cubicBezTo>
                    <a:pt x="68" y="22"/>
                    <a:pt x="68" y="22"/>
                    <a:pt x="68" y="22"/>
                  </a:cubicBezTo>
                  <a:cubicBezTo>
                    <a:pt x="68" y="21"/>
                    <a:pt x="68" y="21"/>
                    <a:pt x="67" y="21"/>
                  </a:cubicBezTo>
                  <a:cubicBezTo>
                    <a:pt x="47" y="1"/>
                    <a:pt x="47" y="1"/>
                    <a:pt x="47" y="1"/>
                  </a:cubicBezTo>
                  <a:cubicBezTo>
                    <a:pt x="47" y="0"/>
                    <a:pt x="47" y="0"/>
                    <a:pt x="46" y="0"/>
                  </a:cubicBezTo>
                  <a:cubicBezTo>
                    <a:pt x="2" y="0"/>
                    <a:pt x="2" y="0"/>
                    <a:pt x="2" y="0"/>
                  </a:cubicBezTo>
                  <a:cubicBezTo>
                    <a:pt x="1" y="0"/>
                    <a:pt x="0" y="1"/>
                    <a:pt x="0" y="2"/>
                  </a:cubicBezTo>
                  <a:cubicBezTo>
                    <a:pt x="0" y="86"/>
                    <a:pt x="0" y="86"/>
                    <a:pt x="0" y="86"/>
                  </a:cubicBezTo>
                  <a:cubicBezTo>
                    <a:pt x="0" y="87"/>
                    <a:pt x="1" y="88"/>
                    <a:pt x="2" y="88"/>
                  </a:cubicBezTo>
                  <a:cubicBezTo>
                    <a:pt x="60" y="88"/>
                    <a:pt x="60" y="88"/>
                    <a:pt x="60" y="88"/>
                  </a:cubicBezTo>
                  <a:cubicBezTo>
                    <a:pt x="53" y="84"/>
                    <a:pt x="48" y="77"/>
                    <a:pt x="48" y="69"/>
                  </a:cubicBezTo>
                  <a:close/>
                  <a:moveTo>
                    <a:pt x="46" y="2"/>
                  </a:moveTo>
                  <a:cubicBezTo>
                    <a:pt x="66" y="22"/>
                    <a:pt x="66" y="22"/>
                    <a:pt x="66" y="22"/>
                  </a:cubicBezTo>
                  <a:cubicBezTo>
                    <a:pt x="46" y="22"/>
                    <a:pt x="46" y="22"/>
                    <a:pt x="46" y="22"/>
                  </a:cubicBezTo>
                  <a:lnTo>
                    <a:pt x="46" y="2"/>
                  </a:lnTo>
                  <a:close/>
                  <a:moveTo>
                    <a:pt x="14" y="24"/>
                  </a:moveTo>
                  <a:cubicBezTo>
                    <a:pt x="32" y="24"/>
                    <a:pt x="32" y="24"/>
                    <a:pt x="32" y="24"/>
                  </a:cubicBezTo>
                  <a:cubicBezTo>
                    <a:pt x="33" y="24"/>
                    <a:pt x="34" y="25"/>
                    <a:pt x="34" y="26"/>
                  </a:cubicBezTo>
                  <a:cubicBezTo>
                    <a:pt x="34" y="27"/>
                    <a:pt x="33" y="28"/>
                    <a:pt x="32" y="28"/>
                  </a:cubicBezTo>
                  <a:cubicBezTo>
                    <a:pt x="14" y="28"/>
                    <a:pt x="14" y="28"/>
                    <a:pt x="14" y="28"/>
                  </a:cubicBezTo>
                  <a:cubicBezTo>
                    <a:pt x="13" y="28"/>
                    <a:pt x="12" y="27"/>
                    <a:pt x="12" y="26"/>
                  </a:cubicBezTo>
                  <a:cubicBezTo>
                    <a:pt x="12" y="25"/>
                    <a:pt x="13" y="24"/>
                    <a:pt x="14" y="24"/>
                  </a:cubicBezTo>
                  <a:close/>
                  <a:moveTo>
                    <a:pt x="34" y="64"/>
                  </a:moveTo>
                  <a:cubicBezTo>
                    <a:pt x="14" y="64"/>
                    <a:pt x="14" y="64"/>
                    <a:pt x="14" y="64"/>
                  </a:cubicBezTo>
                  <a:cubicBezTo>
                    <a:pt x="13" y="64"/>
                    <a:pt x="12" y="63"/>
                    <a:pt x="12" y="62"/>
                  </a:cubicBezTo>
                  <a:cubicBezTo>
                    <a:pt x="12" y="61"/>
                    <a:pt x="13" y="60"/>
                    <a:pt x="14" y="60"/>
                  </a:cubicBezTo>
                  <a:cubicBezTo>
                    <a:pt x="34" y="60"/>
                    <a:pt x="34" y="60"/>
                    <a:pt x="34" y="60"/>
                  </a:cubicBezTo>
                  <a:cubicBezTo>
                    <a:pt x="35" y="60"/>
                    <a:pt x="36" y="61"/>
                    <a:pt x="36" y="62"/>
                  </a:cubicBezTo>
                  <a:cubicBezTo>
                    <a:pt x="36" y="63"/>
                    <a:pt x="35" y="64"/>
                    <a:pt x="34" y="64"/>
                  </a:cubicBezTo>
                  <a:close/>
                  <a:moveTo>
                    <a:pt x="38" y="52"/>
                  </a:moveTo>
                  <a:cubicBezTo>
                    <a:pt x="14" y="52"/>
                    <a:pt x="14" y="52"/>
                    <a:pt x="14" y="52"/>
                  </a:cubicBezTo>
                  <a:cubicBezTo>
                    <a:pt x="13" y="52"/>
                    <a:pt x="12" y="51"/>
                    <a:pt x="12" y="50"/>
                  </a:cubicBezTo>
                  <a:cubicBezTo>
                    <a:pt x="12" y="49"/>
                    <a:pt x="13" y="48"/>
                    <a:pt x="14" y="48"/>
                  </a:cubicBezTo>
                  <a:cubicBezTo>
                    <a:pt x="38" y="48"/>
                    <a:pt x="38" y="48"/>
                    <a:pt x="38" y="48"/>
                  </a:cubicBezTo>
                  <a:cubicBezTo>
                    <a:pt x="39" y="48"/>
                    <a:pt x="40" y="49"/>
                    <a:pt x="40" y="50"/>
                  </a:cubicBezTo>
                  <a:cubicBezTo>
                    <a:pt x="40" y="51"/>
                    <a:pt x="39" y="52"/>
                    <a:pt x="38" y="52"/>
                  </a:cubicBezTo>
                  <a:close/>
                  <a:moveTo>
                    <a:pt x="46" y="40"/>
                  </a:moveTo>
                  <a:cubicBezTo>
                    <a:pt x="14" y="40"/>
                    <a:pt x="14" y="40"/>
                    <a:pt x="14" y="40"/>
                  </a:cubicBezTo>
                  <a:cubicBezTo>
                    <a:pt x="13" y="40"/>
                    <a:pt x="12" y="39"/>
                    <a:pt x="12" y="38"/>
                  </a:cubicBezTo>
                  <a:cubicBezTo>
                    <a:pt x="12" y="37"/>
                    <a:pt x="13" y="36"/>
                    <a:pt x="14" y="36"/>
                  </a:cubicBezTo>
                  <a:cubicBezTo>
                    <a:pt x="46" y="36"/>
                    <a:pt x="46" y="36"/>
                    <a:pt x="46" y="36"/>
                  </a:cubicBezTo>
                  <a:cubicBezTo>
                    <a:pt x="47" y="36"/>
                    <a:pt x="48" y="37"/>
                    <a:pt x="48" y="38"/>
                  </a:cubicBezTo>
                  <a:cubicBezTo>
                    <a:pt x="48" y="39"/>
                    <a:pt x="47" y="40"/>
                    <a:pt x="4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2" name="Freeform 133">
              <a:extLst>
                <a:ext uri="{FF2B5EF4-FFF2-40B4-BE49-F238E27FC236}">
                  <a16:creationId xmlns:a16="http://schemas.microsoft.com/office/drawing/2014/main" id="{D7201C0E-F4E8-4F90-8585-D9B801FB7281}"/>
                </a:ext>
              </a:extLst>
            </p:cNvPr>
            <p:cNvSpPr>
              <a:spLocks noEditPoints="1"/>
            </p:cNvSpPr>
            <p:nvPr/>
          </p:nvSpPr>
          <p:spPr bwMode="auto">
            <a:xfrm>
              <a:off x="7192963" y="4165600"/>
              <a:ext cx="165100" cy="166688"/>
            </a:xfrm>
            <a:custGeom>
              <a:avLst/>
              <a:gdLst>
                <a:gd name="T0" fmla="*/ 43 w 44"/>
                <a:gd name="T1" fmla="*/ 41 h 44"/>
                <a:gd name="T2" fmla="*/ 31 w 44"/>
                <a:gd name="T3" fmla="*/ 28 h 44"/>
                <a:gd name="T4" fmla="*/ 34 w 44"/>
                <a:gd name="T5" fmla="*/ 17 h 44"/>
                <a:gd name="T6" fmla="*/ 17 w 44"/>
                <a:gd name="T7" fmla="*/ 0 h 44"/>
                <a:gd name="T8" fmla="*/ 0 w 44"/>
                <a:gd name="T9" fmla="*/ 17 h 44"/>
                <a:gd name="T10" fmla="*/ 17 w 44"/>
                <a:gd name="T11" fmla="*/ 34 h 44"/>
                <a:gd name="T12" fmla="*/ 28 w 44"/>
                <a:gd name="T13" fmla="*/ 31 h 44"/>
                <a:gd name="T14" fmla="*/ 41 w 44"/>
                <a:gd name="T15" fmla="*/ 43 h 44"/>
                <a:gd name="T16" fmla="*/ 42 w 44"/>
                <a:gd name="T17" fmla="*/ 44 h 44"/>
                <a:gd name="T18" fmla="*/ 43 w 44"/>
                <a:gd name="T19" fmla="*/ 43 h 44"/>
                <a:gd name="T20" fmla="*/ 43 w 44"/>
                <a:gd name="T21" fmla="*/ 41 h 44"/>
                <a:gd name="T22" fmla="*/ 4 w 44"/>
                <a:gd name="T23" fmla="*/ 17 h 44"/>
                <a:gd name="T24" fmla="*/ 17 w 44"/>
                <a:gd name="T25" fmla="*/ 4 h 44"/>
                <a:gd name="T26" fmla="*/ 30 w 44"/>
                <a:gd name="T27" fmla="*/ 17 h 44"/>
                <a:gd name="T28" fmla="*/ 17 w 44"/>
                <a:gd name="T29" fmla="*/ 30 h 44"/>
                <a:gd name="T30" fmla="*/ 4 w 44"/>
                <a:gd name="T31" fmla="*/ 1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44">
                  <a:moveTo>
                    <a:pt x="43" y="41"/>
                  </a:moveTo>
                  <a:cubicBezTo>
                    <a:pt x="31" y="28"/>
                    <a:pt x="31" y="28"/>
                    <a:pt x="31" y="28"/>
                  </a:cubicBezTo>
                  <a:cubicBezTo>
                    <a:pt x="33" y="25"/>
                    <a:pt x="34" y="21"/>
                    <a:pt x="34" y="17"/>
                  </a:cubicBezTo>
                  <a:cubicBezTo>
                    <a:pt x="34" y="8"/>
                    <a:pt x="27" y="0"/>
                    <a:pt x="17" y="0"/>
                  </a:cubicBezTo>
                  <a:cubicBezTo>
                    <a:pt x="8" y="0"/>
                    <a:pt x="0" y="8"/>
                    <a:pt x="0" y="17"/>
                  </a:cubicBezTo>
                  <a:cubicBezTo>
                    <a:pt x="0" y="27"/>
                    <a:pt x="8" y="34"/>
                    <a:pt x="17" y="34"/>
                  </a:cubicBezTo>
                  <a:cubicBezTo>
                    <a:pt x="21" y="34"/>
                    <a:pt x="25" y="33"/>
                    <a:pt x="28" y="31"/>
                  </a:cubicBezTo>
                  <a:cubicBezTo>
                    <a:pt x="41" y="43"/>
                    <a:pt x="41" y="43"/>
                    <a:pt x="41" y="43"/>
                  </a:cubicBezTo>
                  <a:cubicBezTo>
                    <a:pt x="41" y="44"/>
                    <a:pt x="41" y="44"/>
                    <a:pt x="42" y="44"/>
                  </a:cubicBezTo>
                  <a:cubicBezTo>
                    <a:pt x="43" y="44"/>
                    <a:pt x="43" y="44"/>
                    <a:pt x="43" y="43"/>
                  </a:cubicBezTo>
                  <a:cubicBezTo>
                    <a:pt x="44" y="43"/>
                    <a:pt x="44" y="41"/>
                    <a:pt x="43" y="41"/>
                  </a:cubicBezTo>
                  <a:close/>
                  <a:moveTo>
                    <a:pt x="4" y="17"/>
                  </a:moveTo>
                  <a:cubicBezTo>
                    <a:pt x="4" y="10"/>
                    <a:pt x="10" y="4"/>
                    <a:pt x="17" y="4"/>
                  </a:cubicBezTo>
                  <a:cubicBezTo>
                    <a:pt x="25" y="4"/>
                    <a:pt x="30" y="10"/>
                    <a:pt x="30" y="17"/>
                  </a:cubicBezTo>
                  <a:cubicBezTo>
                    <a:pt x="30" y="25"/>
                    <a:pt x="25" y="30"/>
                    <a:pt x="17" y="30"/>
                  </a:cubicBezTo>
                  <a:cubicBezTo>
                    <a:pt x="10" y="30"/>
                    <a:pt x="4" y="25"/>
                    <a:pt x="4"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73" name="Group 72">
            <a:extLst>
              <a:ext uri="{FF2B5EF4-FFF2-40B4-BE49-F238E27FC236}">
                <a16:creationId xmlns:a16="http://schemas.microsoft.com/office/drawing/2014/main" id="{15058BD7-5B53-4206-8079-8C5CB052EB84}"/>
              </a:ext>
            </a:extLst>
          </p:cNvPr>
          <p:cNvGrpSpPr/>
          <p:nvPr/>
        </p:nvGrpSpPr>
        <p:grpSpPr>
          <a:xfrm>
            <a:off x="2561695" y="2819550"/>
            <a:ext cx="432000" cy="432000"/>
            <a:chOff x="3390900" y="2887663"/>
            <a:chExt cx="361951" cy="360363"/>
          </a:xfrm>
          <a:solidFill>
            <a:srgbClr val="9ED3D7"/>
          </a:solidFill>
        </p:grpSpPr>
        <p:sp>
          <p:nvSpPr>
            <p:cNvPr id="74" name="Freeform 27">
              <a:extLst>
                <a:ext uri="{FF2B5EF4-FFF2-40B4-BE49-F238E27FC236}">
                  <a16:creationId xmlns:a16="http://schemas.microsoft.com/office/drawing/2014/main" id="{1E170AEF-D3C3-4051-85D5-C0D8289BEE77}"/>
                </a:ext>
              </a:extLst>
            </p:cNvPr>
            <p:cNvSpPr>
              <a:spLocks/>
            </p:cNvSpPr>
            <p:nvPr/>
          </p:nvSpPr>
          <p:spPr bwMode="auto">
            <a:xfrm>
              <a:off x="3586163" y="2936876"/>
              <a:ext cx="166688" cy="115888"/>
            </a:xfrm>
            <a:custGeom>
              <a:avLst/>
              <a:gdLst>
                <a:gd name="T0" fmla="*/ 39 w 44"/>
                <a:gd name="T1" fmla="*/ 20 h 31"/>
                <a:gd name="T2" fmla="*/ 30 w 44"/>
                <a:gd name="T3" fmla="*/ 17 h 31"/>
                <a:gd name="T4" fmla="*/ 30 w 44"/>
                <a:gd name="T5" fmla="*/ 14 h 31"/>
                <a:gd name="T6" fmla="*/ 36 w 44"/>
                <a:gd name="T7" fmla="*/ 2 h 31"/>
                <a:gd name="T8" fmla="*/ 24 w 44"/>
                <a:gd name="T9" fmla="*/ 0 h 31"/>
                <a:gd name="T10" fmla="*/ 8 w 44"/>
                <a:gd name="T11" fmla="*/ 1 h 31"/>
                <a:gd name="T12" fmla="*/ 8 w 44"/>
                <a:gd name="T13" fmla="*/ 2 h 31"/>
                <a:gd name="T14" fmla="*/ 14 w 44"/>
                <a:gd name="T15" fmla="*/ 14 h 31"/>
                <a:gd name="T16" fmla="*/ 14 w 44"/>
                <a:gd name="T17" fmla="*/ 17 h 31"/>
                <a:gd name="T18" fmla="*/ 5 w 44"/>
                <a:gd name="T19" fmla="*/ 20 h 31"/>
                <a:gd name="T20" fmla="*/ 0 w 44"/>
                <a:gd name="T21" fmla="*/ 27 h 31"/>
                <a:gd name="T22" fmla="*/ 0 w 44"/>
                <a:gd name="T23" fmla="*/ 31 h 31"/>
                <a:gd name="T24" fmla="*/ 44 w 44"/>
                <a:gd name="T25" fmla="*/ 31 h 31"/>
                <a:gd name="T26" fmla="*/ 44 w 44"/>
                <a:gd name="T27" fmla="*/ 27 h 31"/>
                <a:gd name="T28" fmla="*/ 39 w 44"/>
                <a:gd name="T29"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31">
                  <a:moveTo>
                    <a:pt x="39" y="20"/>
                  </a:moveTo>
                  <a:cubicBezTo>
                    <a:pt x="30" y="17"/>
                    <a:pt x="30" y="17"/>
                    <a:pt x="30" y="17"/>
                  </a:cubicBezTo>
                  <a:cubicBezTo>
                    <a:pt x="30" y="14"/>
                    <a:pt x="30" y="14"/>
                    <a:pt x="30" y="14"/>
                  </a:cubicBezTo>
                  <a:cubicBezTo>
                    <a:pt x="34" y="12"/>
                    <a:pt x="36" y="7"/>
                    <a:pt x="36" y="2"/>
                  </a:cubicBezTo>
                  <a:cubicBezTo>
                    <a:pt x="32" y="3"/>
                    <a:pt x="27" y="3"/>
                    <a:pt x="24" y="0"/>
                  </a:cubicBezTo>
                  <a:cubicBezTo>
                    <a:pt x="19" y="3"/>
                    <a:pt x="13" y="3"/>
                    <a:pt x="8" y="1"/>
                  </a:cubicBezTo>
                  <a:cubicBezTo>
                    <a:pt x="8" y="1"/>
                    <a:pt x="8" y="2"/>
                    <a:pt x="8" y="2"/>
                  </a:cubicBezTo>
                  <a:cubicBezTo>
                    <a:pt x="8" y="7"/>
                    <a:pt x="10" y="12"/>
                    <a:pt x="14" y="14"/>
                  </a:cubicBezTo>
                  <a:cubicBezTo>
                    <a:pt x="14" y="17"/>
                    <a:pt x="14" y="17"/>
                    <a:pt x="14" y="17"/>
                  </a:cubicBezTo>
                  <a:cubicBezTo>
                    <a:pt x="5" y="20"/>
                    <a:pt x="5" y="20"/>
                    <a:pt x="5" y="20"/>
                  </a:cubicBezTo>
                  <a:cubicBezTo>
                    <a:pt x="2" y="21"/>
                    <a:pt x="0" y="24"/>
                    <a:pt x="0" y="27"/>
                  </a:cubicBezTo>
                  <a:cubicBezTo>
                    <a:pt x="0" y="31"/>
                    <a:pt x="0" y="31"/>
                    <a:pt x="0" y="31"/>
                  </a:cubicBezTo>
                  <a:cubicBezTo>
                    <a:pt x="44" y="31"/>
                    <a:pt x="44" y="31"/>
                    <a:pt x="44" y="31"/>
                  </a:cubicBezTo>
                  <a:cubicBezTo>
                    <a:pt x="44" y="27"/>
                    <a:pt x="44" y="27"/>
                    <a:pt x="44" y="27"/>
                  </a:cubicBezTo>
                  <a:cubicBezTo>
                    <a:pt x="44" y="24"/>
                    <a:pt x="42" y="21"/>
                    <a:pt x="3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6" name="Freeform 28">
              <a:extLst>
                <a:ext uri="{FF2B5EF4-FFF2-40B4-BE49-F238E27FC236}">
                  <a16:creationId xmlns:a16="http://schemas.microsoft.com/office/drawing/2014/main" id="{27D12FD8-5FEF-42CB-B51B-D51C4E6412B6}"/>
                </a:ext>
              </a:extLst>
            </p:cNvPr>
            <p:cNvSpPr>
              <a:spLocks/>
            </p:cNvSpPr>
            <p:nvPr/>
          </p:nvSpPr>
          <p:spPr bwMode="auto">
            <a:xfrm>
              <a:off x="3621088" y="2887663"/>
              <a:ext cx="96838" cy="44450"/>
            </a:xfrm>
            <a:custGeom>
              <a:avLst/>
              <a:gdLst>
                <a:gd name="T0" fmla="*/ 14 w 26"/>
                <a:gd name="T1" fmla="*/ 9 h 12"/>
                <a:gd name="T2" fmla="*/ 15 w 26"/>
                <a:gd name="T3" fmla="*/ 9 h 12"/>
                <a:gd name="T4" fmla="*/ 17 w 26"/>
                <a:gd name="T5" fmla="*/ 10 h 12"/>
                <a:gd name="T6" fmla="*/ 26 w 26"/>
                <a:gd name="T7" fmla="*/ 11 h 12"/>
                <a:gd name="T8" fmla="*/ 13 w 26"/>
                <a:gd name="T9" fmla="*/ 0 h 12"/>
                <a:gd name="T10" fmla="*/ 0 w 26"/>
                <a:gd name="T11" fmla="*/ 10 h 12"/>
                <a:gd name="T12" fmla="*/ 14 w 26"/>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6" h="12">
                  <a:moveTo>
                    <a:pt x="14" y="9"/>
                  </a:moveTo>
                  <a:cubicBezTo>
                    <a:pt x="14" y="9"/>
                    <a:pt x="15" y="9"/>
                    <a:pt x="15" y="9"/>
                  </a:cubicBezTo>
                  <a:cubicBezTo>
                    <a:pt x="16" y="9"/>
                    <a:pt x="16" y="9"/>
                    <a:pt x="17" y="10"/>
                  </a:cubicBezTo>
                  <a:cubicBezTo>
                    <a:pt x="18" y="12"/>
                    <a:pt x="24" y="12"/>
                    <a:pt x="26" y="11"/>
                  </a:cubicBezTo>
                  <a:cubicBezTo>
                    <a:pt x="25" y="5"/>
                    <a:pt x="19" y="0"/>
                    <a:pt x="13" y="0"/>
                  </a:cubicBezTo>
                  <a:cubicBezTo>
                    <a:pt x="7" y="0"/>
                    <a:pt x="2" y="4"/>
                    <a:pt x="0" y="10"/>
                  </a:cubicBezTo>
                  <a:cubicBezTo>
                    <a:pt x="4" y="12"/>
                    <a:pt x="11" y="12"/>
                    <a:pt x="1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7" name="Freeform 29">
              <a:extLst>
                <a:ext uri="{FF2B5EF4-FFF2-40B4-BE49-F238E27FC236}">
                  <a16:creationId xmlns:a16="http://schemas.microsoft.com/office/drawing/2014/main" id="{E29A2692-C521-449C-9047-1142E80DC9C6}"/>
                </a:ext>
              </a:extLst>
            </p:cNvPr>
            <p:cNvSpPr>
              <a:spLocks/>
            </p:cNvSpPr>
            <p:nvPr/>
          </p:nvSpPr>
          <p:spPr bwMode="auto">
            <a:xfrm>
              <a:off x="3522663" y="3082926"/>
              <a:ext cx="98425" cy="46038"/>
            </a:xfrm>
            <a:custGeom>
              <a:avLst/>
              <a:gdLst>
                <a:gd name="T0" fmla="*/ 0 w 26"/>
                <a:gd name="T1" fmla="*/ 10 h 12"/>
                <a:gd name="T2" fmla="*/ 14 w 26"/>
                <a:gd name="T3" fmla="*/ 9 h 12"/>
                <a:gd name="T4" fmla="*/ 15 w 26"/>
                <a:gd name="T5" fmla="*/ 9 h 12"/>
                <a:gd name="T6" fmla="*/ 17 w 26"/>
                <a:gd name="T7" fmla="*/ 10 h 12"/>
                <a:gd name="T8" fmla="*/ 26 w 26"/>
                <a:gd name="T9" fmla="*/ 11 h 12"/>
                <a:gd name="T10" fmla="*/ 13 w 26"/>
                <a:gd name="T11" fmla="*/ 0 h 12"/>
                <a:gd name="T12" fmla="*/ 0 w 26"/>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26" h="12">
                  <a:moveTo>
                    <a:pt x="0" y="10"/>
                  </a:moveTo>
                  <a:cubicBezTo>
                    <a:pt x="4" y="12"/>
                    <a:pt x="11" y="12"/>
                    <a:pt x="14" y="9"/>
                  </a:cubicBezTo>
                  <a:cubicBezTo>
                    <a:pt x="14" y="9"/>
                    <a:pt x="15" y="9"/>
                    <a:pt x="15" y="9"/>
                  </a:cubicBezTo>
                  <a:cubicBezTo>
                    <a:pt x="16" y="9"/>
                    <a:pt x="16" y="9"/>
                    <a:pt x="17" y="10"/>
                  </a:cubicBezTo>
                  <a:cubicBezTo>
                    <a:pt x="18" y="12"/>
                    <a:pt x="24" y="12"/>
                    <a:pt x="26" y="11"/>
                  </a:cubicBezTo>
                  <a:cubicBezTo>
                    <a:pt x="25" y="5"/>
                    <a:pt x="19" y="0"/>
                    <a:pt x="13" y="0"/>
                  </a:cubicBezTo>
                  <a:cubicBezTo>
                    <a:pt x="7" y="0"/>
                    <a:pt x="2" y="4"/>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0" name="Freeform 30">
              <a:extLst>
                <a:ext uri="{FF2B5EF4-FFF2-40B4-BE49-F238E27FC236}">
                  <a16:creationId xmlns:a16="http://schemas.microsoft.com/office/drawing/2014/main" id="{A49240E6-6CEE-40D2-9D24-DA6CABF9F6AB}"/>
                </a:ext>
              </a:extLst>
            </p:cNvPr>
            <p:cNvSpPr>
              <a:spLocks/>
            </p:cNvSpPr>
            <p:nvPr/>
          </p:nvSpPr>
          <p:spPr bwMode="auto">
            <a:xfrm>
              <a:off x="3489325" y="3132138"/>
              <a:ext cx="165100" cy="115888"/>
            </a:xfrm>
            <a:custGeom>
              <a:avLst/>
              <a:gdLst>
                <a:gd name="T0" fmla="*/ 39 w 44"/>
                <a:gd name="T1" fmla="*/ 20 h 31"/>
                <a:gd name="T2" fmla="*/ 30 w 44"/>
                <a:gd name="T3" fmla="*/ 17 h 31"/>
                <a:gd name="T4" fmla="*/ 30 w 44"/>
                <a:gd name="T5" fmla="*/ 14 h 31"/>
                <a:gd name="T6" fmla="*/ 36 w 44"/>
                <a:gd name="T7" fmla="*/ 2 h 31"/>
                <a:gd name="T8" fmla="*/ 24 w 44"/>
                <a:gd name="T9" fmla="*/ 0 h 31"/>
                <a:gd name="T10" fmla="*/ 8 w 44"/>
                <a:gd name="T11" fmla="*/ 1 h 31"/>
                <a:gd name="T12" fmla="*/ 8 w 44"/>
                <a:gd name="T13" fmla="*/ 2 h 31"/>
                <a:gd name="T14" fmla="*/ 14 w 44"/>
                <a:gd name="T15" fmla="*/ 14 h 31"/>
                <a:gd name="T16" fmla="*/ 14 w 44"/>
                <a:gd name="T17" fmla="*/ 17 h 31"/>
                <a:gd name="T18" fmla="*/ 5 w 44"/>
                <a:gd name="T19" fmla="*/ 20 h 31"/>
                <a:gd name="T20" fmla="*/ 0 w 44"/>
                <a:gd name="T21" fmla="*/ 27 h 31"/>
                <a:gd name="T22" fmla="*/ 0 w 44"/>
                <a:gd name="T23" fmla="*/ 31 h 31"/>
                <a:gd name="T24" fmla="*/ 44 w 44"/>
                <a:gd name="T25" fmla="*/ 31 h 31"/>
                <a:gd name="T26" fmla="*/ 44 w 44"/>
                <a:gd name="T27" fmla="*/ 27 h 31"/>
                <a:gd name="T28" fmla="*/ 39 w 44"/>
                <a:gd name="T29"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31">
                  <a:moveTo>
                    <a:pt x="39" y="20"/>
                  </a:moveTo>
                  <a:cubicBezTo>
                    <a:pt x="30" y="17"/>
                    <a:pt x="30" y="17"/>
                    <a:pt x="30" y="17"/>
                  </a:cubicBezTo>
                  <a:cubicBezTo>
                    <a:pt x="30" y="14"/>
                    <a:pt x="30" y="14"/>
                    <a:pt x="30" y="14"/>
                  </a:cubicBezTo>
                  <a:cubicBezTo>
                    <a:pt x="34" y="12"/>
                    <a:pt x="36" y="7"/>
                    <a:pt x="36" y="2"/>
                  </a:cubicBezTo>
                  <a:cubicBezTo>
                    <a:pt x="32" y="3"/>
                    <a:pt x="27" y="3"/>
                    <a:pt x="24" y="0"/>
                  </a:cubicBezTo>
                  <a:cubicBezTo>
                    <a:pt x="19" y="3"/>
                    <a:pt x="13" y="3"/>
                    <a:pt x="8" y="1"/>
                  </a:cubicBezTo>
                  <a:cubicBezTo>
                    <a:pt x="8" y="1"/>
                    <a:pt x="8" y="2"/>
                    <a:pt x="8" y="2"/>
                  </a:cubicBezTo>
                  <a:cubicBezTo>
                    <a:pt x="8" y="7"/>
                    <a:pt x="10" y="12"/>
                    <a:pt x="14" y="14"/>
                  </a:cubicBezTo>
                  <a:cubicBezTo>
                    <a:pt x="14" y="17"/>
                    <a:pt x="14" y="17"/>
                    <a:pt x="14" y="17"/>
                  </a:cubicBezTo>
                  <a:cubicBezTo>
                    <a:pt x="5" y="20"/>
                    <a:pt x="5" y="20"/>
                    <a:pt x="5" y="20"/>
                  </a:cubicBezTo>
                  <a:cubicBezTo>
                    <a:pt x="2" y="21"/>
                    <a:pt x="0" y="24"/>
                    <a:pt x="0" y="27"/>
                  </a:cubicBezTo>
                  <a:cubicBezTo>
                    <a:pt x="0" y="31"/>
                    <a:pt x="0" y="31"/>
                    <a:pt x="0" y="31"/>
                  </a:cubicBezTo>
                  <a:cubicBezTo>
                    <a:pt x="44" y="31"/>
                    <a:pt x="44" y="31"/>
                    <a:pt x="44" y="31"/>
                  </a:cubicBezTo>
                  <a:cubicBezTo>
                    <a:pt x="44" y="27"/>
                    <a:pt x="44" y="27"/>
                    <a:pt x="44" y="27"/>
                  </a:cubicBezTo>
                  <a:cubicBezTo>
                    <a:pt x="44" y="24"/>
                    <a:pt x="42" y="21"/>
                    <a:pt x="3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3" name="Freeform 31">
              <a:extLst>
                <a:ext uri="{FF2B5EF4-FFF2-40B4-BE49-F238E27FC236}">
                  <a16:creationId xmlns:a16="http://schemas.microsoft.com/office/drawing/2014/main" id="{09F8E789-83E8-42ED-9F15-920D40549BB2}"/>
                </a:ext>
              </a:extLst>
            </p:cNvPr>
            <p:cNvSpPr>
              <a:spLocks/>
            </p:cNvSpPr>
            <p:nvPr/>
          </p:nvSpPr>
          <p:spPr bwMode="auto">
            <a:xfrm>
              <a:off x="3390900" y="2936876"/>
              <a:ext cx="166688" cy="115888"/>
            </a:xfrm>
            <a:custGeom>
              <a:avLst/>
              <a:gdLst>
                <a:gd name="T0" fmla="*/ 44 w 44"/>
                <a:gd name="T1" fmla="*/ 27 h 31"/>
                <a:gd name="T2" fmla="*/ 39 w 44"/>
                <a:gd name="T3" fmla="*/ 20 h 31"/>
                <a:gd name="T4" fmla="*/ 30 w 44"/>
                <a:gd name="T5" fmla="*/ 17 h 31"/>
                <a:gd name="T6" fmla="*/ 30 w 44"/>
                <a:gd name="T7" fmla="*/ 14 h 31"/>
                <a:gd name="T8" fmla="*/ 36 w 44"/>
                <a:gd name="T9" fmla="*/ 2 h 31"/>
                <a:gd name="T10" fmla="*/ 24 w 44"/>
                <a:gd name="T11" fmla="*/ 0 h 31"/>
                <a:gd name="T12" fmla="*/ 8 w 44"/>
                <a:gd name="T13" fmla="*/ 1 h 31"/>
                <a:gd name="T14" fmla="*/ 8 w 44"/>
                <a:gd name="T15" fmla="*/ 2 h 31"/>
                <a:gd name="T16" fmla="*/ 14 w 44"/>
                <a:gd name="T17" fmla="*/ 14 h 31"/>
                <a:gd name="T18" fmla="*/ 14 w 44"/>
                <a:gd name="T19" fmla="*/ 17 h 31"/>
                <a:gd name="T20" fmla="*/ 5 w 44"/>
                <a:gd name="T21" fmla="*/ 20 h 31"/>
                <a:gd name="T22" fmla="*/ 0 w 44"/>
                <a:gd name="T23" fmla="*/ 27 h 31"/>
                <a:gd name="T24" fmla="*/ 0 w 44"/>
                <a:gd name="T25" fmla="*/ 31 h 31"/>
                <a:gd name="T26" fmla="*/ 44 w 44"/>
                <a:gd name="T27" fmla="*/ 31 h 31"/>
                <a:gd name="T28" fmla="*/ 44 w 44"/>
                <a:gd name="T29"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31">
                  <a:moveTo>
                    <a:pt x="44" y="27"/>
                  </a:moveTo>
                  <a:cubicBezTo>
                    <a:pt x="44" y="24"/>
                    <a:pt x="42" y="21"/>
                    <a:pt x="39" y="20"/>
                  </a:cubicBezTo>
                  <a:cubicBezTo>
                    <a:pt x="30" y="17"/>
                    <a:pt x="30" y="17"/>
                    <a:pt x="30" y="17"/>
                  </a:cubicBezTo>
                  <a:cubicBezTo>
                    <a:pt x="30" y="14"/>
                    <a:pt x="30" y="14"/>
                    <a:pt x="30" y="14"/>
                  </a:cubicBezTo>
                  <a:cubicBezTo>
                    <a:pt x="34" y="12"/>
                    <a:pt x="36" y="7"/>
                    <a:pt x="36" y="2"/>
                  </a:cubicBezTo>
                  <a:cubicBezTo>
                    <a:pt x="32" y="3"/>
                    <a:pt x="27" y="3"/>
                    <a:pt x="24" y="0"/>
                  </a:cubicBezTo>
                  <a:cubicBezTo>
                    <a:pt x="19" y="3"/>
                    <a:pt x="13" y="3"/>
                    <a:pt x="8" y="1"/>
                  </a:cubicBezTo>
                  <a:cubicBezTo>
                    <a:pt x="8" y="1"/>
                    <a:pt x="8" y="2"/>
                    <a:pt x="8" y="2"/>
                  </a:cubicBezTo>
                  <a:cubicBezTo>
                    <a:pt x="8" y="7"/>
                    <a:pt x="10" y="12"/>
                    <a:pt x="14" y="14"/>
                  </a:cubicBezTo>
                  <a:cubicBezTo>
                    <a:pt x="14" y="17"/>
                    <a:pt x="14" y="17"/>
                    <a:pt x="14" y="17"/>
                  </a:cubicBezTo>
                  <a:cubicBezTo>
                    <a:pt x="5" y="20"/>
                    <a:pt x="5" y="20"/>
                    <a:pt x="5" y="20"/>
                  </a:cubicBezTo>
                  <a:cubicBezTo>
                    <a:pt x="2" y="21"/>
                    <a:pt x="0" y="24"/>
                    <a:pt x="0" y="27"/>
                  </a:cubicBezTo>
                  <a:cubicBezTo>
                    <a:pt x="0" y="31"/>
                    <a:pt x="0" y="31"/>
                    <a:pt x="0" y="31"/>
                  </a:cubicBezTo>
                  <a:cubicBezTo>
                    <a:pt x="44" y="31"/>
                    <a:pt x="44" y="31"/>
                    <a:pt x="44" y="31"/>
                  </a:cubicBezTo>
                  <a:lnTo>
                    <a:pt x="4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7" name="Freeform 32">
              <a:extLst>
                <a:ext uri="{FF2B5EF4-FFF2-40B4-BE49-F238E27FC236}">
                  <a16:creationId xmlns:a16="http://schemas.microsoft.com/office/drawing/2014/main" id="{7D6BD2E4-DA4B-4836-B8D2-BDEACD54B7B4}"/>
                </a:ext>
              </a:extLst>
            </p:cNvPr>
            <p:cNvSpPr>
              <a:spLocks/>
            </p:cNvSpPr>
            <p:nvPr/>
          </p:nvSpPr>
          <p:spPr bwMode="auto">
            <a:xfrm>
              <a:off x="3425825" y="2887663"/>
              <a:ext cx="96838" cy="44450"/>
            </a:xfrm>
            <a:custGeom>
              <a:avLst/>
              <a:gdLst>
                <a:gd name="T0" fmla="*/ 14 w 26"/>
                <a:gd name="T1" fmla="*/ 9 h 12"/>
                <a:gd name="T2" fmla="*/ 15 w 26"/>
                <a:gd name="T3" fmla="*/ 9 h 12"/>
                <a:gd name="T4" fmla="*/ 17 w 26"/>
                <a:gd name="T5" fmla="*/ 10 h 12"/>
                <a:gd name="T6" fmla="*/ 26 w 26"/>
                <a:gd name="T7" fmla="*/ 11 h 12"/>
                <a:gd name="T8" fmla="*/ 13 w 26"/>
                <a:gd name="T9" fmla="*/ 0 h 12"/>
                <a:gd name="T10" fmla="*/ 0 w 26"/>
                <a:gd name="T11" fmla="*/ 10 h 12"/>
                <a:gd name="T12" fmla="*/ 14 w 26"/>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6" h="12">
                  <a:moveTo>
                    <a:pt x="14" y="9"/>
                  </a:moveTo>
                  <a:cubicBezTo>
                    <a:pt x="14" y="9"/>
                    <a:pt x="15" y="9"/>
                    <a:pt x="15" y="9"/>
                  </a:cubicBezTo>
                  <a:cubicBezTo>
                    <a:pt x="16" y="9"/>
                    <a:pt x="16" y="9"/>
                    <a:pt x="17" y="10"/>
                  </a:cubicBezTo>
                  <a:cubicBezTo>
                    <a:pt x="18" y="12"/>
                    <a:pt x="24" y="12"/>
                    <a:pt x="26" y="11"/>
                  </a:cubicBezTo>
                  <a:cubicBezTo>
                    <a:pt x="25" y="5"/>
                    <a:pt x="19" y="0"/>
                    <a:pt x="13" y="0"/>
                  </a:cubicBezTo>
                  <a:cubicBezTo>
                    <a:pt x="7" y="0"/>
                    <a:pt x="2" y="4"/>
                    <a:pt x="0" y="10"/>
                  </a:cubicBezTo>
                  <a:cubicBezTo>
                    <a:pt x="4" y="12"/>
                    <a:pt x="11" y="12"/>
                    <a:pt x="1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5" name="Freeform 33">
              <a:extLst>
                <a:ext uri="{FF2B5EF4-FFF2-40B4-BE49-F238E27FC236}">
                  <a16:creationId xmlns:a16="http://schemas.microsoft.com/office/drawing/2014/main" id="{575BD676-77D5-4260-A062-A098336DD4A5}"/>
                </a:ext>
              </a:extLst>
            </p:cNvPr>
            <p:cNvSpPr>
              <a:spLocks/>
            </p:cNvSpPr>
            <p:nvPr/>
          </p:nvSpPr>
          <p:spPr bwMode="auto">
            <a:xfrm>
              <a:off x="3444875" y="3068638"/>
              <a:ext cx="52388" cy="52388"/>
            </a:xfrm>
            <a:custGeom>
              <a:avLst/>
              <a:gdLst>
                <a:gd name="T0" fmla="*/ 13 w 14"/>
                <a:gd name="T1" fmla="*/ 13 h 14"/>
                <a:gd name="T2" fmla="*/ 13 w 14"/>
                <a:gd name="T3" fmla="*/ 11 h 14"/>
                <a:gd name="T4" fmla="*/ 3 w 14"/>
                <a:gd name="T5" fmla="*/ 1 h 14"/>
                <a:gd name="T6" fmla="*/ 1 w 14"/>
                <a:gd name="T7" fmla="*/ 1 h 14"/>
                <a:gd name="T8" fmla="*/ 1 w 14"/>
                <a:gd name="T9" fmla="*/ 3 h 14"/>
                <a:gd name="T10" fmla="*/ 11 w 14"/>
                <a:gd name="T11" fmla="*/ 13 h 14"/>
                <a:gd name="T12" fmla="*/ 12 w 14"/>
                <a:gd name="T13" fmla="*/ 14 h 14"/>
                <a:gd name="T14" fmla="*/ 13 w 14"/>
                <a:gd name="T15" fmla="*/ 1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4">
                  <a:moveTo>
                    <a:pt x="13" y="13"/>
                  </a:moveTo>
                  <a:cubicBezTo>
                    <a:pt x="14" y="13"/>
                    <a:pt x="14" y="11"/>
                    <a:pt x="13" y="11"/>
                  </a:cubicBezTo>
                  <a:cubicBezTo>
                    <a:pt x="3" y="1"/>
                    <a:pt x="3" y="1"/>
                    <a:pt x="3" y="1"/>
                  </a:cubicBezTo>
                  <a:cubicBezTo>
                    <a:pt x="3" y="0"/>
                    <a:pt x="1" y="0"/>
                    <a:pt x="1" y="1"/>
                  </a:cubicBezTo>
                  <a:cubicBezTo>
                    <a:pt x="0" y="1"/>
                    <a:pt x="0" y="3"/>
                    <a:pt x="1" y="3"/>
                  </a:cubicBezTo>
                  <a:cubicBezTo>
                    <a:pt x="11" y="13"/>
                    <a:pt x="11" y="13"/>
                    <a:pt x="11" y="13"/>
                  </a:cubicBezTo>
                  <a:cubicBezTo>
                    <a:pt x="11" y="14"/>
                    <a:pt x="11" y="14"/>
                    <a:pt x="12" y="14"/>
                  </a:cubicBezTo>
                  <a:cubicBezTo>
                    <a:pt x="13" y="14"/>
                    <a:pt x="13" y="14"/>
                    <a:pt x="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6" name="Freeform 34">
              <a:extLst>
                <a:ext uri="{FF2B5EF4-FFF2-40B4-BE49-F238E27FC236}">
                  <a16:creationId xmlns:a16="http://schemas.microsoft.com/office/drawing/2014/main" id="{2B0A7D26-BC37-41A7-81E0-111B444ACE1B}"/>
                </a:ext>
              </a:extLst>
            </p:cNvPr>
            <p:cNvSpPr>
              <a:spLocks/>
            </p:cNvSpPr>
            <p:nvPr/>
          </p:nvSpPr>
          <p:spPr bwMode="auto">
            <a:xfrm>
              <a:off x="3646488" y="3068638"/>
              <a:ext cx="52388" cy="52388"/>
            </a:xfrm>
            <a:custGeom>
              <a:avLst/>
              <a:gdLst>
                <a:gd name="T0" fmla="*/ 11 w 14"/>
                <a:gd name="T1" fmla="*/ 1 h 14"/>
                <a:gd name="T2" fmla="*/ 1 w 14"/>
                <a:gd name="T3" fmla="*/ 11 h 14"/>
                <a:gd name="T4" fmla="*/ 1 w 14"/>
                <a:gd name="T5" fmla="*/ 13 h 14"/>
                <a:gd name="T6" fmla="*/ 2 w 14"/>
                <a:gd name="T7" fmla="*/ 14 h 14"/>
                <a:gd name="T8" fmla="*/ 3 w 14"/>
                <a:gd name="T9" fmla="*/ 13 h 14"/>
                <a:gd name="T10" fmla="*/ 13 w 14"/>
                <a:gd name="T11" fmla="*/ 3 h 14"/>
                <a:gd name="T12" fmla="*/ 13 w 14"/>
                <a:gd name="T13" fmla="*/ 1 h 14"/>
                <a:gd name="T14" fmla="*/ 11 w 14"/>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4">
                  <a:moveTo>
                    <a:pt x="11" y="1"/>
                  </a:moveTo>
                  <a:cubicBezTo>
                    <a:pt x="1" y="11"/>
                    <a:pt x="1" y="11"/>
                    <a:pt x="1" y="11"/>
                  </a:cubicBezTo>
                  <a:cubicBezTo>
                    <a:pt x="0" y="11"/>
                    <a:pt x="0" y="13"/>
                    <a:pt x="1" y="13"/>
                  </a:cubicBezTo>
                  <a:cubicBezTo>
                    <a:pt x="1" y="14"/>
                    <a:pt x="1" y="14"/>
                    <a:pt x="2" y="14"/>
                  </a:cubicBezTo>
                  <a:cubicBezTo>
                    <a:pt x="3" y="14"/>
                    <a:pt x="3" y="14"/>
                    <a:pt x="3" y="13"/>
                  </a:cubicBezTo>
                  <a:cubicBezTo>
                    <a:pt x="13" y="3"/>
                    <a:pt x="13" y="3"/>
                    <a:pt x="13" y="3"/>
                  </a:cubicBezTo>
                  <a:cubicBezTo>
                    <a:pt x="14" y="3"/>
                    <a:pt x="14" y="1"/>
                    <a:pt x="13" y="1"/>
                  </a:cubicBezTo>
                  <a:cubicBezTo>
                    <a:pt x="13" y="0"/>
                    <a:pt x="11" y="0"/>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sp>
        <p:nvSpPr>
          <p:cNvPr id="97" name="Freeform 19">
            <a:extLst>
              <a:ext uri="{FF2B5EF4-FFF2-40B4-BE49-F238E27FC236}">
                <a16:creationId xmlns:a16="http://schemas.microsoft.com/office/drawing/2014/main" id="{1E355DD8-EDE4-4E41-B24F-4AA5C58079B9}"/>
              </a:ext>
            </a:extLst>
          </p:cNvPr>
          <p:cNvSpPr>
            <a:spLocks noEditPoints="1"/>
          </p:cNvSpPr>
          <p:nvPr/>
        </p:nvSpPr>
        <p:spPr bwMode="auto">
          <a:xfrm>
            <a:off x="3930524" y="4072871"/>
            <a:ext cx="361950" cy="292100"/>
          </a:xfrm>
          <a:custGeom>
            <a:avLst/>
            <a:gdLst>
              <a:gd name="T0" fmla="*/ 96 w 96"/>
              <a:gd name="T1" fmla="*/ 40 h 78"/>
              <a:gd name="T2" fmla="*/ 96 w 96"/>
              <a:gd name="T3" fmla="*/ 40 h 78"/>
              <a:gd name="T4" fmla="*/ 96 w 96"/>
              <a:gd name="T5" fmla="*/ 39 h 78"/>
              <a:gd name="T6" fmla="*/ 96 w 96"/>
              <a:gd name="T7" fmla="*/ 39 h 78"/>
              <a:gd name="T8" fmla="*/ 83 w 96"/>
              <a:gd name="T9" fmla="*/ 10 h 78"/>
              <a:gd name="T10" fmla="*/ 86 w 96"/>
              <a:gd name="T11" fmla="*/ 10 h 78"/>
              <a:gd name="T12" fmla="*/ 88 w 96"/>
              <a:gd name="T13" fmla="*/ 8 h 78"/>
              <a:gd name="T14" fmla="*/ 86 w 96"/>
              <a:gd name="T15" fmla="*/ 6 h 78"/>
              <a:gd name="T16" fmla="*/ 54 w 96"/>
              <a:gd name="T17" fmla="*/ 6 h 78"/>
              <a:gd name="T18" fmla="*/ 46 w 96"/>
              <a:gd name="T19" fmla="*/ 0 h 78"/>
              <a:gd name="T20" fmla="*/ 38 w 96"/>
              <a:gd name="T21" fmla="*/ 6 h 78"/>
              <a:gd name="T22" fmla="*/ 10 w 96"/>
              <a:gd name="T23" fmla="*/ 6 h 78"/>
              <a:gd name="T24" fmla="*/ 8 w 96"/>
              <a:gd name="T25" fmla="*/ 8 h 78"/>
              <a:gd name="T26" fmla="*/ 10 w 96"/>
              <a:gd name="T27" fmla="*/ 10 h 78"/>
              <a:gd name="T28" fmla="*/ 13 w 96"/>
              <a:gd name="T29" fmla="*/ 10 h 78"/>
              <a:gd name="T30" fmla="*/ 0 w 96"/>
              <a:gd name="T31" fmla="*/ 39 h 78"/>
              <a:gd name="T32" fmla="*/ 0 w 96"/>
              <a:gd name="T33" fmla="*/ 39 h 78"/>
              <a:gd name="T34" fmla="*/ 0 w 96"/>
              <a:gd name="T35" fmla="*/ 40 h 78"/>
              <a:gd name="T36" fmla="*/ 0 w 96"/>
              <a:gd name="T37" fmla="*/ 40 h 78"/>
              <a:gd name="T38" fmla="*/ 0 w 96"/>
              <a:gd name="T39" fmla="*/ 40 h 78"/>
              <a:gd name="T40" fmla="*/ 16 w 96"/>
              <a:gd name="T41" fmla="*/ 56 h 78"/>
              <a:gd name="T42" fmla="*/ 32 w 96"/>
              <a:gd name="T43" fmla="*/ 40 h 78"/>
              <a:gd name="T44" fmla="*/ 32 w 96"/>
              <a:gd name="T45" fmla="*/ 40 h 78"/>
              <a:gd name="T46" fmla="*/ 32 w 96"/>
              <a:gd name="T47" fmla="*/ 40 h 78"/>
              <a:gd name="T48" fmla="*/ 32 w 96"/>
              <a:gd name="T49" fmla="*/ 39 h 78"/>
              <a:gd name="T50" fmla="*/ 32 w 96"/>
              <a:gd name="T51" fmla="*/ 39 h 78"/>
              <a:gd name="T52" fmla="*/ 19 w 96"/>
              <a:gd name="T53" fmla="*/ 10 h 78"/>
              <a:gd name="T54" fmla="*/ 38 w 96"/>
              <a:gd name="T55" fmla="*/ 10 h 78"/>
              <a:gd name="T56" fmla="*/ 44 w 96"/>
              <a:gd name="T57" fmla="*/ 16 h 78"/>
              <a:gd name="T58" fmla="*/ 44 w 96"/>
              <a:gd name="T59" fmla="*/ 74 h 78"/>
              <a:gd name="T60" fmla="*/ 32 w 96"/>
              <a:gd name="T61" fmla="*/ 74 h 78"/>
              <a:gd name="T62" fmla="*/ 30 w 96"/>
              <a:gd name="T63" fmla="*/ 76 h 78"/>
              <a:gd name="T64" fmla="*/ 32 w 96"/>
              <a:gd name="T65" fmla="*/ 78 h 78"/>
              <a:gd name="T66" fmla="*/ 62 w 96"/>
              <a:gd name="T67" fmla="*/ 78 h 78"/>
              <a:gd name="T68" fmla="*/ 64 w 96"/>
              <a:gd name="T69" fmla="*/ 76 h 78"/>
              <a:gd name="T70" fmla="*/ 62 w 96"/>
              <a:gd name="T71" fmla="*/ 74 h 78"/>
              <a:gd name="T72" fmla="*/ 48 w 96"/>
              <a:gd name="T73" fmla="*/ 74 h 78"/>
              <a:gd name="T74" fmla="*/ 48 w 96"/>
              <a:gd name="T75" fmla="*/ 16 h 78"/>
              <a:gd name="T76" fmla="*/ 54 w 96"/>
              <a:gd name="T77" fmla="*/ 10 h 78"/>
              <a:gd name="T78" fmla="*/ 77 w 96"/>
              <a:gd name="T79" fmla="*/ 10 h 78"/>
              <a:gd name="T80" fmla="*/ 64 w 96"/>
              <a:gd name="T81" fmla="*/ 39 h 78"/>
              <a:gd name="T82" fmla="*/ 64 w 96"/>
              <a:gd name="T83" fmla="*/ 39 h 78"/>
              <a:gd name="T84" fmla="*/ 64 w 96"/>
              <a:gd name="T85" fmla="*/ 40 h 78"/>
              <a:gd name="T86" fmla="*/ 64 w 96"/>
              <a:gd name="T87" fmla="*/ 40 h 78"/>
              <a:gd name="T88" fmla="*/ 64 w 96"/>
              <a:gd name="T89" fmla="*/ 40 h 78"/>
              <a:gd name="T90" fmla="*/ 80 w 96"/>
              <a:gd name="T91" fmla="*/ 56 h 78"/>
              <a:gd name="T92" fmla="*/ 96 w 96"/>
              <a:gd name="T93" fmla="*/ 40 h 78"/>
              <a:gd name="T94" fmla="*/ 96 w 96"/>
              <a:gd name="T95" fmla="*/ 40 h 78"/>
              <a:gd name="T96" fmla="*/ 27 w 96"/>
              <a:gd name="T97" fmla="*/ 38 h 78"/>
              <a:gd name="T98" fmla="*/ 5 w 96"/>
              <a:gd name="T99" fmla="*/ 38 h 78"/>
              <a:gd name="T100" fmla="*/ 16 w 96"/>
              <a:gd name="T101" fmla="*/ 13 h 78"/>
              <a:gd name="T102" fmla="*/ 27 w 96"/>
              <a:gd name="T103" fmla="*/ 38 h 78"/>
              <a:gd name="T104" fmla="*/ 69 w 96"/>
              <a:gd name="T105" fmla="*/ 38 h 78"/>
              <a:gd name="T106" fmla="*/ 80 w 96"/>
              <a:gd name="T107" fmla="*/ 13 h 78"/>
              <a:gd name="T108" fmla="*/ 91 w 96"/>
              <a:gd name="T109" fmla="*/ 38 h 78"/>
              <a:gd name="T110" fmla="*/ 69 w 96"/>
              <a:gd name="T111" fmla="*/ 3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78">
                <a:moveTo>
                  <a:pt x="96" y="40"/>
                </a:moveTo>
                <a:cubicBezTo>
                  <a:pt x="96" y="40"/>
                  <a:pt x="96" y="40"/>
                  <a:pt x="96" y="40"/>
                </a:cubicBezTo>
                <a:cubicBezTo>
                  <a:pt x="96" y="39"/>
                  <a:pt x="96" y="39"/>
                  <a:pt x="96" y="39"/>
                </a:cubicBezTo>
                <a:cubicBezTo>
                  <a:pt x="96" y="39"/>
                  <a:pt x="96" y="39"/>
                  <a:pt x="96" y="39"/>
                </a:cubicBezTo>
                <a:cubicBezTo>
                  <a:pt x="83" y="10"/>
                  <a:pt x="83" y="10"/>
                  <a:pt x="83" y="10"/>
                </a:cubicBezTo>
                <a:cubicBezTo>
                  <a:pt x="86" y="10"/>
                  <a:pt x="86" y="10"/>
                  <a:pt x="86" y="10"/>
                </a:cubicBezTo>
                <a:cubicBezTo>
                  <a:pt x="87" y="10"/>
                  <a:pt x="88" y="9"/>
                  <a:pt x="88" y="8"/>
                </a:cubicBezTo>
                <a:cubicBezTo>
                  <a:pt x="88" y="7"/>
                  <a:pt x="87" y="6"/>
                  <a:pt x="86" y="6"/>
                </a:cubicBezTo>
                <a:cubicBezTo>
                  <a:pt x="54" y="6"/>
                  <a:pt x="54" y="6"/>
                  <a:pt x="54" y="6"/>
                </a:cubicBezTo>
                <a:cubicBezTo>
                  <a:pt x="53" y="3"/>
                  <a:pt x="50" y="0"/>
                  <a:pt x="46" y="0"/>
                </a:cubicBezTo>
                <a:cubicBezTo>
                  <a:pt x="42" y="0"/>
                  <a:pt x="39" y="3"/>
                  <a:pt x="38" y="6"/>
                </a:cubicBezTo>
                <a:cubicBezTo>
                  <a:pt x="10" y="6"/>
                  <a:pt x="10" y="6"/>
                  <a:pt x="10" y="6"/>
                </a:cubicBezTo>
                <a:cubicBezTo>
                  <a:pt x="9" y="6"/>
                  <a:pt x="8" y="7"/>
                  <a:pt x="8" y="8"/>
                </a:cubicBezTo>
                <a:cubicBezTo>
                  <a:pt x="8" y="9"/>
                  <a:pt x="9" y="10"/>
                  <a:pt x="10" y="10"/>
                </a:cubicBezTo>
                <a:cubicBezTo>
                  <a:pt x="13" y="10"/>
                  <a:pt x="13" y="10"/>
                  <a:pt x="13" y="10"/>
                </a:cubicBezTo>
                <a:cubicBezTo>
                  <a:pt x="0" y="39"/>
                  <a:pt x="0" y="39"/>
                  <a:pt x="0" y="39"/>
                </a:cubicBezTo>
                <a:cubicBezTo>
                  <a:pt x="0" y="39"/>
                  <a:pt x="0" y="39"/>
                  <a:pt x="0" y="39"/>
                </a:cubicBezTo>
                <a:cubicBezTo>
                  <a:pt x="0" y="39"/>
                  <a:pt x="0" y="39"/>
                  <a:pt x="0" y="40"/>
                </a:cubicBezTo>
                <a:cubicBezTo>
                  <a:pt x="0" y="40"/>
                  <a:pt x="0" y="40"/>
                  <a:pt x="0" y="40"/>
                </a:cubicBezTo>
                <a:cubicBezTo>
                  <a:pt x="0" y="40"/>
                  <a:pt x="0" y="40"/>
                  <a:pt x="0" y="40"/>
                </a:cubicBezTo>
                <a:cubicBezTo>
                  <a:pt x="0" y="49"/>
                  <a:pt x="7" y="56"/>
                  <a:pt x="16" y="56"/>
                </a:cubicBezTo>
                <a:cubicBezTo>
                  <a:pt x="25" y="56"/>
                  <a:pt x="32" y="49"/>
                  <a:pt x="32" y="40"/>
                </a:cubicBezTo>
                <a:cubicBezTo>
                  <a:pt x="32" y="40"/>
                  <a:pt x="32" y="40"/>
                  <a:pt x="32" y="40"/>
                </a:cubicBezTo>
                <a:cubicBezTo>
                  <a:pt x="32" y="40"/>
                  <a:pt x="32" y="40"/>
                  <a:pt x="32" y="40"/>
                </a:cubicBezTo>
                <a:cubicBezTo>
                  <a:pt x="32" y="39"/>
                  <a:pt x="32" y="39"/>
                  <a:pt x="32" y="39"/>
                </a:cubicBezTo>
                <a:cubicBezTo>
                  <a:pt x="32" y="39"/>
                  <a:pt x="32" y="39"/>
                  <a:pt x="32" y="39"/>
                </a:cubicBezTo>
                <a:cubicBezTo>
                  <a:pt x="19" y="10"/>
                  <a:pt x="19" y="10"/>
                  <a:pt x="19" y="10"/>
                </a:cubicBezTo>
                <a:cubicBezTo>
                  <a:pt x="38" y="10"/>
                  <a:pt x="38" y="10"/>
                  <a:pt x="38" y="10"/>
                </a:cubicBezTo>
                <a:cubicBezTo>
                  <a:pt x="39" y="13"/>
                  <a:pt x="41" y="15"/>
                  <a:pt x="44" y="16"/>
                </a:cubicBezTo>
                <a:cubicBezTo>
                  <a:pt x="44" y="74"/>
                  <a:pt x="44" y="74"/>
                  <a:pt x="44" y="74"/>
                </a:cubicBezTo>
                <a:cubicBezTo>
                  <a:pt x="32" y="74"/>
                  <a:pt x="32" y="74"/>
                  <a:pt x="32" y="74"/>
                </a:cubicBezTo>
                <a:cubicBezTo>
                  <a:pt x="31" y="74"/>
                  <a:pt x="30" y="75"/>
                  <a:pt x="30" y="76"/>
                </a:cubicBezTo>
                <a:cubicBezTo>
                  <a:pt x="30" y="77"/>
                  <a:pt x="31" y="78"/>
                  <a:pt x="32" y="78"/>
                </a:cubicBezTo>
                <a:cubicBezTo>
                  <a:pt x="62" y="78"/>
                  <a:pt x="62" y="78"/>
                  <a:pt x="62" y="78"/>
                </a:cubicBezTo>
                <a:cubicBezTo>
                  <a:pt x="63" y="78"/>
                  <a:pt x="64" y="77"/>
                  <a:pt x="64" y="76"/>
                </a:cubicBezTo>
                <a:cubicBezTo>
                  <a:pt x="64" y="75"/>
                  <a:pt x="63" y="74"/>
                  <a:pt x="62" y="74"/>
                </a:cubicBezTo>
                <a:cubicBezTo>
                  <a:pt x="48" y="74"/>
                  <a:pt x="48" y="74"/>
                  <a:pt x="48" y="74"/>
                </a:cubicBezTo>
                <a:cubicBezTo>
                  <a:pt x="48" y="16"/>
                  <a:pt x="48" y="16"/>
                  <a:pt x="48" y="16"/>
                </a:cubicBezTo>
                <a:cubicBezTo>
                  <a:pt x="51" y="15"/>
                  <a:pt x="53" y="13"/>
                  <a:pt x="54" y="10"/>
                </a:cubicBezTo>
                <a:cubicBezTo>
                  <a:pt x="77" y="10"/>
                  <a:pt x="77" y="10"/>
                  <a:pt x="77" y="10"/>
                </a:cubicBezTo>
                <a:cubicBezTo>
                  <a:pt x="64" y="39"/>
                  <a:pt x="64" y="39"/>
                  <a:pt x="64" y="39"/>
                </a:cubicBezTo>
                <a:cubicBezTo>
                  <a:pt x="64" y="39"/>
                  <a:pt x="64" y="39"/>
                  <a:pt x="64" y="39"/>
                </a:cubicBezTo>
                <a:cubicBezTo>
                  <a:pt x="64" y="39"/>
                  <a:pt x="64" y="39"/>
                  <a:pt x="64" y="40"/>
                </a:cubicBezTo>
                <a:cubicBezTo>
                  <a:pt x="64" y="40"/>
                  <a:pt x="64" y="40"/>
                  <a:pt x="64" y="40"/>
                </a:cubicBezTo>
                <a:cubicBezTo>
                  <a:pt x="64" y="40"/>
                  <a:pt x="64" y="40"/>
                  <a:pt x="64" y="40"/>
                </a:cubicBezTo>
                <a:cubicBezTo>
                  <a:pt x="64" y="49"/>
                  <a:pt x="71" y="56"/>
                  <a:pt x="80" y="56"/>
                </a:cubicBezTo>
                <a:cubicBezTo>
                  <a:pt x="89" y="56"/>
                  <a:pt x="96" y="49"/>
                  <a:pt x="96" y="40"/>
                </a:cubicBezTo>
                <a:cubicBezTo>
                  <a:pt x="96" y="40"/>
                  <a:pt x="96" y="40"/>
                  <a:pt x="96" y="40"/>
                </a:cubicBezTo>
                <a:close/>
                <a:moveTo>
                  <a:pt x="27" y="38"/>
                </a:moveTo>
                <a:cubicBezTo>
                  <a:pt x="5" y="38"/>
                  <a:pt x="5" y="38"/>
                  <a:pt x="5" y="38"/>
                </a:cubicBezTo>
                <a:cubicBezTo>
                  <a:pt x="16" y="13"/>
                  <a:pt x="16" y="13"/>
                  <a:pt x="16" y="13"/>
                </a:cubicBezTo>
                <a:lnTo>
                  <a:pt x="27" y="38"/>
                </a:lnTo>
                <a:close/>
                <a:moveTo>
                  <a:pt x="69" y="38"/>
                </a:moveTo>
                <a:cubicBezTo>
                  <a:pt x="80" y="13"/>
                  <a:pt x="80" y="13"/>
                  <a:pt x="80" y="13"/>
                </a:cubicBezTo>
                <a:cubicBezTo>
                  <a:pt x="91" y="38"/>
                  <a:pt x="91" y="38"/>
                  <a:pt x="91" y="38"/>
                </a:cubicBezTo>
                <a:lnTo>
                  <a:pt x="69"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cxnSp>
        <p:nvCxnSpPr>
          <p:cNvPr id="98" name="Straight Connector 97">
            <a:extLst>
              <a:ext uri="{FF2B5EF4-FFF2-40B4-BE49-F238E27FC236}">
                <a16:creationId xmlns:a16="http://schemas.microsoft.com/office/drawing/2014/main" id="{3CA7D2BD-2175-4328-80FF-6AA7478A0E3F}"/>
              </a:ext>
            </a:extLst>
          </p:cNvPr>
          <p:cNvCxnSpPr>
            <a:cxnSpLocks/>
          </p:cNvCxnSpPr>
          <p:nvPr/>
        </p:nvCxnSpPr>
        <p:spPr>
          <a:xfrm>
            <a:off x="4428575" y="4060990"/>
            <a:ext cx="0" cy="315862"/>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99" name="Arrow: Pentagon 98">
            <a:extLst>
              <a:ext uri="{FF2B5EF4-FFF2-40B4-BE49-F238E27FC236}">
                <a16:creationId xmlns:a16="http://schemas.microsoft.com/office/drawing/2014/main" id="{1E487EEC-8A0D-42D6-9E2F-1C52B07AA80F}"/>
              </a:ext>
            </a:extLst>
          </p:cNvPr>
          <p:cNvSpPr/>
          <p:nvPr/>
        </p:nvSpPr>
        <p:spPr>
          <a:xfrm>
            <a:off x="0" y="2689096"/>
            <a:ext cx="1485900" cy="826672"/>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1" name="Arrow: Pentagon 100">
            <a:extLst>
              <a:ext uri="{FF2B5EF4-FFF2-40B4-BE49-F238E27FC236}">
                <a16:creationId xmlns:a16="http://schemas.microsoft.com/office/drawing/2014/main" id="{FCA57D38-CE9C-4B97-AE94-90F295A90C5B}"/>
              </a:ext>
            </a:extLst>
          </p:cNvPr>
          <p:cNvSpPr/>
          <p:nvPr/>
        </p:nvSpPr>
        <p:spPr>
          <a:xfrm flipH="1">
            <a:off x="10706100" y="2689096"/>
            <a:ext cx="1485900" cy="826672"/>
          </a:xfrm>
          <a:prstGeom prst="homePlate">
            <a:avLst/>
          </a:prstGeom>
          <a:solidFill>
            <a:srgbClr val="E75F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4" name="Freeform 188">
            <a:extLst>
              <a:ext uri="{FF2B5EF4-FFF2-40B4-BE49-F238E27FC236}">
                <a16:creationId xmlns:a16="http://schemas.microsoft.com/office/drawing/2014/main" id="{1E888C43-3AC2-410F-93FA-7C373249DE32}"/>
              </a:ext>
            </a:extLst>
          </p:cNvPr>
          <p:cNvSpPr>
            <a:spLocks noEditPoints="1"/>
          </p:cNvSpPr>
          <p:nvPr/>
        </p:nvSpPr>
        <p:spPr bwMode="auto">
          <a:xfrm>
            <a:off x="11314113" y="2922251"/>
            <a:ext cx="269875" cy="360363"/>
          </a:xfrm>
          <a:custGeom>
            <a:avLst/>
            <a:gdLst>
              <a:gd name="T0" fmla="*/ 47 w 72"/>
              <a:gd name="T1" fmla="*/ 1 h 96"/>
              <a:gd name="T2" fmla="*/ 2 w 72"/>
              <a:gd name="T3" fmla="*/ 0 h 96"/>
              <a:gd name="T4" fmla="*/ 0 w 72"/>
              <a:gd name="T5" fmla="*/ 94 h 96"/>
              <a:gd name="T6" fmla="*/ 70 w 72"/>
              <a:gd name="T7" fmla="*/ 96 h 96"/>
              <a:gd name="T8" fmla="*/ 72 w 72"/>
              <a:gd name="T9" fmla="*/ 26 h 96"/>
              <a:gd name="T10" fmla="*/ 24 w 72"/>
              <a:gd name="T11" fmla="*/ 38 h 96"/>
              <a:gd name="T12" fmla="*/ 22 w 72"/>
              <a:gd name="T13" fmla="*/ 21 h 96"/>
              <a:gd name="T14" fmla="*/ 24 w 72"/>
              <a:gd name="T15" fmla="*/ 16 h 96"/>
              <a:gd name="T16" fmla="*/ 26 w 72"/>
              <a:gd name="T17" fmla="*/ 21 h 96"/>
              <a:gd name="T18" fmla="*/ 31 w 72"/>
              <a:gd name="T19" fmla="*/ 31 h 96"/>
              <a:gd name="T20" fmla="*/ 24 w 72"/>
              <a:gd name="T21" fmla="*/ 24 h 96"/>
              <a:gd name="T22" fmla="*/ 24 w 72"/>
              <a:gd name="T23" fmla="*/ 34 h 96"/>
              <a:gd name="T24" fmla="*/ 26 w 72"/>
              <a:gd name="T25" fmla="*/ 51 h 96"/>
              <a:gd name="T26" fmla="*/ 24 w 72"/>
              <a:gd name="T27" fmla="*/ 56 h 96"/>
              <a:gd name="T28" fmla="*/ 22 w 72"/>
              <a:gd name="T29" fmla="*/ 51 h 96"/>
              <a:gd name="T30" fmla="*/ 17 w 72"/>
              <a:gd name="T31" fmla="*/ 41 h 96"/>
              <a:gd name="T32" fmla="*/ 24 w 72"/>
              <a:gd name="T33" fmla="*/ 47 h 96"/>
              <a:gd name="T34" fmla="*/ 24 w 72"/>
              <a:gd name="T35" fmla="*/ 38 h 96"/>
              <a:gd name="T36" fmla="*/ 14 w 72"/>
              <a:gd name="T37" fmla="*/ 84 h 96"/>
              <a:gd name="T38" fmla="*/ 14 w 72"/>
              <a:gd name="T39" fmla="*/ 80 h 96"/>
              <a:gd name="T40" fmla="*/ 60 w 72"/>
              <a:gd name="T41" fmla="*/ 82 h 96"/>
              <a:gd name="T42" fmla="*/ 58 w 72"/>
              <a:gd name="T43" fmla="*/ 76 h 96"/>
              <a:gd name="T44" fmla="*/ 12 w 72"/>
              <a:gd name="T45" fmla="*/ 74 h 96"/>
              <a:gd name="T46" fmla="*/ 58 w 72"/>
              <a:gd name="T47" fmla="*/ 72 h 96"/>
              <a:gd name="T48" fmla="*/ 58 w 72"/>
              <a:gd name="T49" fmla="*/ 76 h 96"/>
              <a:gd name="T50" fmla="*/ 14 w 72"/>
              <a:gd name="T51" fmla="*/ 68 h 96"/>
              <a:gd name="T52" fmla="*/ 14 w 72"/>
              <a:gd name="T53" fmla="*/ 64 h 96"/>
              <a:gd name="T54" fmla="*/ 60 w 72"/>
              <a:gd name="T55" fmla="*/ 66 h 96"/>
              <a:gd name="T56" fmla="*/ 58 w 72"/>
              <a:gd name="T57" fmla="*/ 60 h 96"/>
              <a:gd name="T58" fmla="*/ 36 w 72"/>
              <a:gd name="T59" fmla="*/ 58 h 96"/>
              <a:gd name="T60" fmla="*/ 58 w 72"/>
              <a:gd name="T61" fmla="*/ 56 h 96"/>
              <a:gd name="T62" fmla="*/ 58 w 72"/>
              <a:gd name="T63" fmla="*/ 60 h 96"/>
              <a:gd name="T64" fmla="*/ 46 w 72"/>
              <a:gd name="T65" fmla="*/ 52 h 96"/>
              <a:gd name="T66" fmla="*/ 46 w 72"/>
              <a:gd name="T67" fmla="*/ 48 h 96"/>
              <a:gd name="T68" fmla="*/ 60 w 72"/>
              <a:gd name="T69" fmla="*/ 50 h 96"/>
              <a:gd name="T70" fmla="*/ 58 w 72"/>
              <a:gd name="T71" fmla="*/ 44 h 96"/>
              <a:gd name="T72" fmla="*/ 44 w 72"/>
              <a:gd name="T73" fmla="*/ 42 h 96"/>
              <a:gd name="T74" fmla="*/ 58 w 72"/>
              <a:gd name="T75" fmla="*/ 40 h 96"/>
              <a:gd name="T76" fmla="*/ 58 w 72"/>
              <a:gd name="T77" fmla="*/ 44 h 96"/>
              <a:gd name="T78" fmla="*/ 58 w 72"/>
              <a:gd name="T79" fmla="*/ 28 h 96"/>
              <a:gd name="T80" fmla="*/ 46 w 72"/>
              <a:gd name="T81" fmla="*/ 28 h 96"/>
              <a:gd name="T82" fmla="*/ 44 w 72"/>
              <a:gd name="T83" fmla="*/ 15 h 96"/>
              <a:gd name="T84" fmla="*/ 44 w 72"/>
              <a:gd name="T85" fmla="*/ 3 h 96"/>
              <a:gd name="T86" fmla="*/ 58 w 72"/>
              <a:gd name="T87" fmla="*/ 2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 h="96">
                <a:moveTo>
                  <a:pt x="71" y="25"/>
                </a:moveTo>
                <a:cubicBezTo>
                  <a:pt x="47" y="1"/>
                  <a:pt x="47" y="1"/>
                  <a:pt x="47" y="1"/>
                </a:cubicBezTo>
                <a:cubicBezTo>
                  <a:pt x="47" y="0"/>
                  <a:pt x="47" y="0"/>
                  <a:pt x="46" y="0"/>
                </a:cubicBezTo>
                <a:cubicBezTo>
                  <a:pt x="2" y="0"/>
                  <a:pt x="2" y="0"/>
                  <a:pt x="2" y="0"/>
                </a:cubicBezTo>
                <a:cubicBezTo>
                  <a:pt x="1" y="0"/>
                  <a:pt x="0" y="1"/>
                  <a:pt x="0" y="2"/>
                </a:cubicBezTo>
                <a:cubicBezTo>
                  <a:pt x="0" y="94"/>
                  <a:pt x="0" y="94"/>
                  <a:pt x="0" y="94"/>
                </a:cubicBezTo>
                <a:cubicBezTo>
                  <a:pt x="0" y="95"/>
                  <a:pt x="1" y="96"/>
                  <a:pt x="2" y="96"/>
                </a:cubicBezTo>
                <a:cubicBezTo>
                  <a:pt x="70" y="96"/>
                  <a:pt x="70" y="96"/>
                  <a:pt x="70" y="96"/>
                </a:cubicBezTo>
                <a:cubicBezTo>
                  <a:pt x="71" y="96"/>
                  <a:pt x="72" y="95"/>
                  <a:pt x="72" y="94"/>
                </a:cubicBezTo>
                <a:cubicBezTo>
                  <a:pt x="72" y="26"/>
                  <a:pt x="72" y="26"/>
                  <a:pt x="72" y="26"/>
                </a:cubicBezTo>
                <a:cubicBezTo>
                  <a:pt x="72" y="25"/>
                  <a:pt x="72" y="25"/>
                  <a:pt x="71" y="25"/>
                </a:cubicBezTo>
                <a:close/>
                <a:moveTo>
                  <a:pt x="24" y="38"/>
                </a:moveTo>
                <a:cubicBezTo>
                  <a:pt x="19" y="38"/>
                  <a:pt x="15" y="34"/>
                  <a:pt x="15" y="29"/>
                </a:cubicBezTo>
                <a:cubicBezTo>
                  <a:pt x="15" y="25"/>
                  <a:pt x="18" y="22"/>
                  <a:pt x="22" y="21"/>
                </a:cubicBezTo>
                <a:cubicBezTo>
                  <a:pt x="22" y="18"/>
                  <a:pt x="22" y="18"/>
                  <a:pt x="22" y="18"/>
                </a:cubicBezTo>
                <a:cubicBezTo>
                  <a:pt x="22" y="17"/>
                  <a:pt x="23" y="16"/>
                  <a:pt x="24" y="16"/>
                </a:cubicBezTo>
                <a:cubicBezTo>
                  <a:pt x="25" y="16"/>
                  <a:pt x="26" y="17"/>
                  <a:pt x="26" y="18"/>
                </a:cubicBezTo>
                <a:cubicBezTo>
                  <a:pt x="26" y="21"/>
                  <a:pt x="26" y="21"/>
                  <a:pt x="26" y="21"/>
                </a:cubicBezTo>
                <a:cubicBezTo>
                  <a:pt x="30" y="22"/>
                  <a:pt x="33" y="25"/>
                  <a:pt x="33" y="29"/>
                </a:cubicBezTo>
                <a:cubicBezTo>
                  <a:pt x="33" y="30"/>
                  <a:pt x="32" y="31"/>
                  <a:pt x="31" y="31"/>
                </a:cubicBezTo>
                <a:cubicBezTo>
                  <a:pt x="30" y="31"/>
                  <a:pt x="29" y="30"/>
                  <a:pt x="29" y="29"/>
                </a:cubicBezTo>
                <a:cubicBezTo>
                  <a:pt x="29" y="27"/>
                  <a:pt x="27" y="24"/>
                  <a:pt x="24" y="24"/>
                </a:cubicBezTo>
                <a:cubicBezTo>
                  <a:pt x="21" y="24"/>
                  <a:pt x="19" y="27"/>
                  <a:pt x="19" y="29"/>
                </a:cubicBezTo>
                <a:cubicBezTo>
                  <a:pt x="19" y="32"/>
                  <a:pt x="21" y="34"/>
                  <a:pt x="24" y="34"/>
                </a:cubicBezTo>
                <a:cubicBezTo>
                  <a:pt x="29" y="34"/>
                  <a:pt x="33" y="38"/>
                  <a:pt x="33" y="43"/>
                </a:cubicBezTo>
                <a:cubicBezTo>
                  <a:pt x="33" y="47"/>
                  <a:pt x="30" y="50"/>
                  <a:pt x="26" y="51"/>
                </a:cubicBezTo>
                <a:cubicBezTo>
                  <a:pt x="26" y="54"/>
                  <a:pt x="26" y="54"/>
                  <a:pt x="26" y="54"/>
                </a:cubicBezTo>
                <a:cubicBezTo>
                  <a:pt x="26" y="55"/>
                  <a:pt x="25" y="56"/>
                  <a:pt x="24" y="56"/>
                </a:cubicBezTo>
                <a:cubicBezTo>
                  <a:pt x="23" y="56"/>
                  <a:pt x="22" y="55"/>
                  <a:pt x="22" y="54"/>
                </a:cubicBezTo>
                <a:cubicBezTo>
                  <a:pt x="22" y="51"/>
                  <a:pt x="22" y="51"/>
                  <a:pt x="22" y="51"/>
                </a:cubicBezTo>
                <a:cubicBezTo>
                  <a:pt x="18" y="50"/>
                  <a:pt x="15" y="47"/>
                  <a:pt x="15" y="43"/>
                </a:cubicBezTo>
                <a:cubicBezTo>
                  <a:pt x="15" y="42"/>
                  <a:pt x="16" y="41"/>
                  <a:pt x="17" y="41"/>
                </a:cubicBezTo>
                <a:cubicBezTo>
                  <a:pt x="18" y="41"/>
                  <a:pt x="19" y="42"/>
                  <a:pt x="19" y="43"/>
                </a:cubicBezTo>
                <a:cubicBezTo>
                  <a:pt x="19" y="45"/>
                  <a:pt x="21" y="47"/>
                  <a:pt x="24" y="47"/>
                </a:cubicBezTo>
                <a:cubicBezTo>
                  <a:pt x="27" y="47"/>
                  <a:pt x="29" y="45"/>
                  <a:pt x="29" y="43"/>
                </a:cubicBezTo>
                <a:cubicBezTo>
                  <a:pt x="29" y="40"/>
                  <a:pt x="27" y="38"/>
                  <a:pt x="24" y="38"/>
                </a:cubicBezTo>
                <a:close/>
                <a:moveTo>
                  <a:pt x="58" y="84"/>
                </a:moveTo>
                <a:cubicBezTo>
                  <a:pt x="14" y="84"/>
                  <a:pt x="14" y="84"/>
                  <a:pt x="14" y="84"/>
                </a:cubicBezTo>
                <a:cubicBezTo>
                  <a:pt x="13" y="84"/>
                  <a:pt x="12" y="83"/>
                  <a:pt x="12" y="82"/>
                </a:cubicBezTo>
                <a:cubicBezTo>
                  <a:pt x="12" y="81"/>
                  <a:pt x="13" y="80"/>
                  <a:pt x="14" y="80"/>
                </a:cubicBezTo>
                <a:cubicBezTo>
                  <a:pt x="58" y="80"/>
                  <a:pt x="58" y="80"/>
                  <a:pt x="58" y="80"/>
                </a:cubicBezTo>
                <a:cubicBezTo>
                  <a:pt x="59" y="80"/>
                  <a:pt x="60" y="81"/>
                  <a:pt x="60" y="82"/>
                </a:cubicBezTo>
                <a:cubicBezTo>
                  <a:pt x="60" y="83"/>
                  <a:pt x="59" y="84"/>
                  <a:pt x="58" y="84"/>
                </a:cubicBezTo>
                <a:close/>
                <a:moveTo>
                  <a:pt x="58" y="76"/>
                </a:moveTo>
                <a:cubicBezTo>
                  <a:pt x="14" y="76"/>
                  <a:pt x="14" y="76"/>
                  <a:pt x="14" y="76"/>
                </a:cubicBezTo>
                <a:cubicBezTo>
                  <a:pt x="13" y="76"/>
                  <a:pt x="12" y="75"/>
                  <a:pt x="12" y="74"/>
                </a:cubicBezTo>
                <a:cubicBezTo>
                  <a:pt x="12" y="73"/>
                  <a:pt x="13" y="72"/>
                  <a:pt x="14" y="72"/>
                </a:cubicBezTo>
                <a:cubicBezTo>
                  <a:pt x="58" y="72"/>
                  <a:pt x="58" y="72"/>
                  <a:pt x="58" y="72"/>
                </a:cubicBezTo>
                <a:cubicBezTo>
                  <a:pt x="59" y="72"/>
                  <a:pt x="60" y="73"/>
                  <a:pt x="60" y="74"/>
                </a:cubicBezTo>
                <a:cubicBezTo>
                  <a:pt x="60" y="75"/>
                  <a:pt x="59" y="76"/>
                  <a:pt x="58" y="76"/>
                </a:cubicBezTo>
                <a:close/>
                <a:moveTo>
                  <a:pt x="58" y="68"/>
                </a:moveTo>
                <a:cubicBezTo>
                  <a:pt x="14" y="68"/>
                  <a:pt x="14" y="68"/>
                  <a:pt x="14" y="68"/>
                </a:cubicBezTo>
                <a:cubicBezTo>
                  <a:pt x="13" y="68"/>
                  <a:pt x="12" y="67"/>
                  <a:pt x="12" y="66"/>
                </a:cubicBezTo>
                <a:cubicBezTo>
                  <a:pt x="12" y="65"/>
                  <a:pt x="13" y="64"/>
                  <a:pt x="14" y="64"/>
                </a:cubicBezTo>
                <a:cubicBezTo>
                  <a:pt x="58" y="64"/>
                  <a:pt x="58" y="64"/>
                  <a:pt x="58" y="64"/>
                </a:cubicBezTo>
                <a:cubicBezTo>
                  <a:pt x="59" y="64"/>
                  <a:pt x="60" y="65"/>
                  <a:pt x="60" y="66"/>
                </a:cubicBezTo>
                <a:cubicBezTo>
                  <a:pt x="60" y="67"/>
                  <a:pt x="59" y="68"/>
                  <a:pt x="58" y="68"/>
                </a:cubicBezTo>
                <a:close/>
                <a:moveTo>
                  <a:pt x="58" y="60"/>
                </a:moveTo>
                <a:cubicBezTo>
                  <a:pt x="38" y="60"/>
                  <a:pt x="38" y="60"/>
                  <a:pt x="38" y="60"/>
                </a:cubicBezTo>
                <a:cubicBezTo>
                  <a:pt x="37" y="60"/>
                  <a:pt x="36" y="59"/>
                  <a:pt x="36" y="58"/>
                </a:cubicBezTo>
                <a:cubicBezTo>
                  <a:pt x="36" y="57"/>
                  <a:pt x="37" y="56"/>
                  <a:pt x="38" y="56"/>
                </a:cubicBezTo>
                <a:cubicBezTo>
                  <a:pt x="58" y="56"/>
                  <a:pt x="58" y="56"/>
                  <a:pt x="58" y="56"/>
                </a:cubicBezTo>
                <a:cubicBezTo>
                  <a:pt x="59" y="56"/>
                  <a:pt x="60" y="57"/>
                  <a:pt x="60" y="58"/>
                </a:cubicBezTo>
                <a:cubicBezTo>
                  <a:pt x="60" y="59"/>
                  <a:pt x="59" y="60"/>
                  <a:pt x="58" y="60"/>
                </a:cubicBezTo>
                <a:close/>
                <a:moveTo>
                  <a:pt x="58" y="52"/>
                </a:moveTo>
                <a:cubicBezTo>
                  <a:pt x="46" y="52"/>
                  <a:pt x="46" y="52"/>
                  <a:pt x="46" y="52"/>
                </a:cubicBezTo>
                <a:cubicBezTo>
                  <a:pt x="45" y="52"/>
                  <a:pt x="44" y="51"/>
                  <a:pt x="44" y="50"/>
                </a:cubicBezTo>
                <a:cubicBezTo>
                  <a:pt x="44" y="49"/>
                  <a:pt x="45" y="48"/>
                  <a:pt x="46" y="48"/>
                </a:cubicBezTo>
                <a:cubicBezTo>
                  <a:pt x="58" y="48"/>
                  <a:pt x="58" y="48"/>
                  <a:pt x="58" y="48"/>
                </a:cubicBezTo>
                <a:cubicBezTo>
                  <a:pt x="59" y="48"/>
                  <a:pt x="60" y="49"/>
                  <a:pt x="60" y="50"/>
                </a:cubicBezTo>
                <a:cubicBezTo>
                  <a:pt x="60" y="51"/>
                  <a:pt x="59" y="52"/>
                  <a:pt x="58" y="52"/>
                </a:cubicBezTo>
                <a:close/>
                <a:moveTo>
                  <a:pt x="58" y="44"/>
                </a:moveTo>
                <a:cubicBezTo>
                  <a:pt x="46" y="44"/>
                  <a:pt x="46" y="44"/>
                  <a:pt x="46" y="44"/>
                </a:cubicBezTo>
                <a:cubicBezTo>
                  <a:pt x="45" y="44"/>
                  <a:pt x="44" y="43"/>
                  <a:pt x="44" y="42"/>
                </a:cubicBezTo>
                <a:cubicBezTo>
                  <a:pt x="44" y="41"/>
                  <a:pt x="45" y="40"/>
                  <a:pt x="46" y="40"/>
                </a:cubicBezTo>
                <a:cubicBezTo>
                  <a:pt x="58" y="40"/>
                  <a:pt x="58" y="40"/>
                  <a:pt x="58" y="40"/>
                </a:cubicBezTo>
                <a:cubicBezTo>
                  <a:pt x="59" y="40"/>
                  <a:pt x="60" y="41"/>
                  <a:pt x="60" y="42"/>
                </a:cubicBezTo>
                <a:cubicBezTo>
                  <a:pt x="60" y="43"/>
                  <a:pt x="59" y="44"/>
                  <a:pt x="58" y="44"/>
                </a:cubicBezTo>
                <a:close/>
                <a:moveTo>
                  <a:pt x="58" y="28"/>
                </a:moveTo>
                <a:cubicBezTo>
                  <a:pt x="58" y="28"/>
                  <a:pt x="58" y="28"/>
                  <a:pt x="58" y="28"/>
                </a:cubicBezTo>
                <a:cubicBezTo>
                  <a:pt x="57" y="28"/>
                  <a:pt x="57" y="28"/>
                  <a:pt x="57" y="28"/>
                </a:cubicBezTo>
                <a:cubicBezTo>
                  <a:pt x="46" y="28"/>
                  <a:pt x="46" y="28"/>
                  <a:pt x="46" y="28"/>
                </a:cubicBezTo>
                <a:cubicBezTo>
                  <a:pt x="45" y="28"/>
                  <a:pt x="44" y="27"/>
                  <a:pt x="44" y="26"/>
                </a:cubicBezTo>
                <a:cubicBezTo>
                  <a:pt x="44" y="15"/>
                  <a:pt x="44" y="15"/>
                  <a:pt x="44" y="15"/>
                </a:cubicBezTo>
                <a:cubicBezTo>
                  <a:pt x="44" y="14"/>
                  <a:pt x="44" y="14"/>
                  <a:pt x="44" y="14"/>
                </a:cubicBezTo>
                <a:cubicBezTo>
                  <a:pt x="44" y="3"/>
                  <a:pt x="44" y="3"/>
                  <a:pt x="44" y="3"/>
                </a:cubicBezTo>
                <a:cubicBezTo>
                  <a:pt x="69" y="28"/>
                  <a:pt x="69" y="28"/>
                  <a:pt x="69" y="28"/>
                </a:cubicBezTo>
                <a:lnTo>
                  <a:pt x="58" y="2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nvGrpSpPr>
          <p:cNvPr id="105" name="Group 104">
            <a:extLst>
              <a:ext uri="{FF2B5EF4-FFF2-40B4-BE49-F238E27FC236}">
                <a16:creationId xmlns:a16="http://schemas.microsoft.com/office/drawing/2014/main" id="{7A54FF08-EFDA-4591-B00E-D57CF190B3AD}"/>
              </a:ext>
            </a:extLst>
          </p:cNvPr>
          <p:cNvGrpSpPr/>
          <p:nvPr/>
        </p:nvGrpSpPr>
        <p:grpSpPr>
          <a:xfrm>
            <a:off x="562769" y="2930188"/>
            <a:ext cx="360363" cy="344488"/>
            <a:chOff x="4833938" y="3983038"/>
            <a:chExt cx="360363" cy="344488"/>
          </a:xfrm>
          <a:solidFill>
            <a:schemeClr val="bg1"/>
          </a:solidFill>
        </p:grpSpPr>
        <p:sp>
          <p:nvSpPr>
            <p:cNvPr id="150" name="Freeform 76">
              <a:extLst>
                <a:ext uri="{FF2B5EF4-FFF2-40B4-BE49-F238E27FC236}">
                  <a16:creationId xmlns:a16="http://schemas.microsoft.com/office/drawing/2014/main" id="{8BF48803-AE92-43FE-ACFB-33A1EDC040AA}"/>
                </a:ext>
              </a:extLst>
            </p:cNvPr>
            <p:cNvSpPr>
              <a:spLocks/>
            </p:cNvSpPr>
            <p:nvPr/>
          </p:nvSpPr>
          <p:spPr bwMode="auto">
            <a:xfrm>
              <a:off x="4833938" y="4179888"/>
              <a:ext cx="74613" cy="128588"/>
            </a:xfrm>
            <a:custGeom>
              <a:avLst/>
              <a:gdLst>
                <a:gd name="T0" fmla="*/ 18 w 20"/>
                <a:gd name="T1" fmla="*/ 0 h 34"/>
                <a:gd name="T2" fmla="*/ 2 w 20"/>
                <a:gd name="T3" fmla="*/ 0 h 34"/>
                <a:gd name="T4" fmla="*/ 0 w 20"/>
                <a:gd name="T5" fmla="*/ 2 h 34"/>
                <a:gd name="T6" fmla="*/ 0 w 20"/>
                <a:gd name="T7" fmla="*/ 32 h 34"/>
                <a:gd name="T8" fmla="*/ 2 w 20"/>
                <a:gd name="T9" fmla="*/ 34 h 34"/>
                <a:gd name="T10" fmla="*/ 18 w 20"/>
                <a:gd name="T11" fmla="*/ 34 h 34"/>
                <a:gd name="T12" fmla="*/ 20 w 20"/>
                <a:gd name="T13" fmla="*/ 32 h 34"/>
                <a:gd name="T14" fmla="*/ 20 w 20"/>
                <a:gd name="T15" fmla="*/ 2 h 34"/>
                <a:gd name="T16" fmla="*/ 18 w 20"/>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4">
                  <a:moveTo>
                    <a:pt x="18" y="0"/>
                  </a:moveTo>
                  <a:cubicBezTo>
                    <a:pt x="2" y="0"/>
                    <a:pt x="2" y="0"/>
                    <a:pt x="2" y="0"/>
                  </a:cubicBezTo>
                  <a:cubicBezTo>
                    <a:pt x="1" y="0"/>
                    <a:pt x="0" y="1"/>
                    <a:pt x="0" y="2"/>
                  </a:cubicBezTo>
                  <a:cubicBezTo>
                    <a:pt x="0" y="32"/>
                    <a:pt x="0" y="32"/>
                    <a:pt x="0" y="32"/>
                  </a:cubicBezTo>
                  <a:cubicBezTo>
                    <a:pt x="0" y="33"/>
                    <a:pt x="1" y="34"/>
                    <a:pt x="2" y="34"/>
                  </a:cubicBezTo>
                  <a:cubicBezTo>
                    <a:pt x="18" y="34"/>
                    <a:pt x="18" y="34"/>
                    <a:pt x="18" y="34"/>
                  </a:cubicBezTo>
                  <a:cubicBezTo>
                    <a:pt x="19" y="34"/>
                    <a:pt x="20" y="33"/>
                    <a:pt x="20" y="32"/>
                  </a:cubicBezTo>
                  <a:cubicBezTo>
                    <a:pt x="20" y="2"/>
                    <a:pt x="20" y="2"/>
                    <a:pt x="20" y="2"/>
                  </a:cubicBezTo>
                  <a:cubicBezTo>
                    <a:pt x="20" y="1"/>
                    <a:pt x="19"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51" name="Freeform 77">
              <a:extLst>
                <a:ext uri="{FF2B5EF4-FFF2-40B4-BE49-F238E27FC236}">
                  <a16:creationId xmlns:a16="http://schemas.microsoft.com/office/drawing/2014/main" id="{F9573AFB-D51E-453C-B05A-40FEA481C0F9}"/>
                </a:ext>
              </a:extLst>
            </p:cNvPr>
            <p:cNvSpPr>
              <a:spLocks/>
            </p:cNvSpPr>
            <p:nvPr/>
          </p:nvSpPr>
          <p:spPr bwMode="auto">
            <a:xfrm>
              <a:off x="4916488" y="4194176"/>
              <a:ext cx="277813" cy="133350"/>
            </a:xfrm>
            <a:custGeom>
              <a:avLst/>
              <a:gdLst>
                <a:gd name="T0" fmla="*/ 73 w 74"/>
                <a:gd name="T1" fmla="*/ 13 h 35"/>
                <a:gd name="T2" fmla="*/ 59 w 74"/>
                <a:gd name="T3" fmla="*/ 8 h 35"/>
                <a:gd name="T4" fmla="*/ 47 w 74"/>
                <a:gd name="T5" fmla="*/ 12 h 35"/>
                <a:gd name="T6" fmla="*/ 47 w 74"/>
                <a:gd name="T7" fmla="*/ 14 h 35"/>
                <a:gd name="T8" fmla="*/ 45 w 74"/>
                <a:gd name="T9" fmla="*/ 21 h 35"/>
                <a:gd name="T10" fmla="*/ 38 w 74"/>
                <a:gd name="T11" fmla="*/ 24 h 35"/>
                <a:gd name="T12" fmla="*/ 18 w 74"/>
                <a:gd name="T13" fmla="*/ 24 h 35"/>
                <a:gd name="T14" fmla="*/ 16 w 74"/>
                <a:gd name="T15" fmla="*/ 22 h 35"/>
                <a:gd name="T16" fmla="*/ 18 w 74"/>
                <a:gd name="T17" fmla="*/ 20 h 35"/>
                <a:gd name="T18" fmla="*/ 38 w 74"/>
                <a:gd name="T19" fmla="*/ 20 h 35"/>
                <a:gd name="T20" fmla="*/ 42 w 74"/>
                <a:gd name="T21" fmla="*/ 18 h 35"/>
                <a:gd name="T22" fmla="*/ 43 w 74"/>
                <a:gd name="T23" fmla="*/ 14 h 35"/>
                <a:gd name="T24" fmla="*/ 38 w 74"/>
                <a:gd name="T25" fmla="*/ 8 h 35"/>
                <a:gd name="T26" fmla="*/ 27 w 74"/>
                <a:gd name="T27" fmla="*/ 8 h 35"/>
                <a:gd name="T28" fmla="*/ 26 w 74"/>
                <a:gd name="T29" fmla="*/ 8 h 35"/>
                <a:gd name="T30" fmla="*/ 25 w 74"/>
                <a:gd name="T31" fmla="*/ 7 h 35"/>
                <a:gd name="T32" fmla="*/ 8 w 74"/>
                <a:gd name="T33" fmla="*/ 0 h 35"/>
                <a:gd name="T34" fmla="*/ 2 w 74"/>
                <a:gd name="T35" fmla="*/ 0 h 35"/>
                <a:gd name="T36" fmla="*/ 0 w 74"/>
                <a:gd name="T37" fmla="*/ 2 h 35"/>
                <a:gd name="T38" fmla="*/ 0 w 74"/>
                <a:gd name="T39" fmla="*/ 24 h 35"/>
                <a:gd name="T40" fmla="*/ 1 w 74"/>
                <a:gd name="T41" fmla="*/ 26 h 35"/>
                <a:gd name="T42" fmla="*/ 16 w 74"/>
                <a:gd name="T43" fmla="*/ 31 h 35"/>
                <a:gd name="T44" fmla="*/ 32 w 74"/>
                <a:gd name="T45" fmla="*/ 35 h 35"/>
                <a:gd name="T46" fmla="*/ 49 w 74"/>
                <a:gd name="T47" fmla="*/ 29 h 35"/>
                <a:gd name="T48" fmla="*/ 73 w 74"/>
                <a:gd name="T49" fmla="*/ 16 h 35"/>
                <a:gd name="T50" fmla="*/ 74 w 74"/>
                <a:gd name="T51" fmla="*/ 14 h 35"/>
                <a:gd name="T52" fmla="*/ 73 w 74"/>
                <a:gd name="T53"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4" h="35">
                  <a:moveTo>
                    <a:pt x="73" y="13"/>
                  </a:moveTo>
                  <a:cubicBezTo>
                    <a:pt x="69" y="8"/>
                    <a:pt x="65" y="7"/>
                    <a:pt x="59" y="8"/>
                  </a:cubicBezTo>
                  <a:cubicBezTo>
                    <a:pt x="47" y="12"/>
                    <a:pt x="47" y="12"/>
                    <a:pt x="47" y="12"/>
                  </a:cubicBezTo>
                  <a:cubicBezTo>
                    <a:pt x="47" y="13"/>
                    <a:pt x="47" y="13"/>
                    <a:pt x="47" y="14"/>
                  </a:cubicBezTo>
                  <a:cubicBezTo>
                    <a:pt x="47" y="17"/>
                    <a:pt x="47" y="19"/>
                    <a:pt x="45" y="21"/>
                  </a:cubicBezTo>
                  <a:cubicBezTo>
                    <a:pt x="43" y="23"/>
                    <a:pt x="41" y="24"/>
                    <a:pt x="38" y="24"/>
                  </a:cubicBezTo>
                  <a:cubicBezTo>
                    <a:pt x="18" y="24"/>
                    <a:pt x="18" y="24"/>
                    <a:pt x="18" y="24"/>
                  </a:cubicBezTo>
                  <a:cubicBezTo>
                    <a:pt x="17" y="24"/>
                    <a:pt x="16" y="23"/>
                    <a:pt x="16" y="22"/>
                  </a:cubicBezTo>
                  <a:cubicBezTo>
                    <a:pt x="16" y="21"/>
                    <a:pt x="17" y="20"/>
                    <a:pt x="18" y="20"/>
                  </a:cubicBezTo>
                  <a:cubicBezTo>
                    <a:pt x="38" y="20"/>
                    <a:pt x="38" y="20"/>
                    <a:pt x="38" y="20"/>
                  </a:cubicBezTo>
                  <a:cubicBezTo>
                    <a:pt x="40" y="20"/>
                    <a:pt x="41" y="19"/>
                    <a:pt x="42" y="18"/>
                  </a:cubicBezTo>
                  <a:cubicBezTo>
                    <a:pt x="43" y="17"/>
                    <a:pt x="43" y="16"/>
                    <a:pt x="43" y="14"/>
                  </a:cubicBezTo>
                  <a:cubicBezTo>
                    <a:pt x="43" y="12"/>
                    <a:pt x="42" y="8"/>
                    <a:pt x="38" y="8"/>
                  </a:cubicBezTo>
                  <a:cubicBezTo>
                    <a:pt x="27" y="8"/>
                    <a:pt x="27" y="8"/>
                    <a:pt x="27" y="8"/>
                  </a:cubicBezTo>
                  <a:cubicBezTo>
                    <a:pt x="26" y="8"/>
                    <a:pt x="26" y="8"/>
                    <a:pt x="26" y="8"/>
                  </a:cubicBezTo>
                  <a:cubicBezTo>
                    <a:pt x="25" y="8"/>
                    <a:pt x="25" y="8"/>
                    <a:pt x="25" y="7"/>
                  </a:cubicBezTo>
                  <a:cubicBezTo>
                    <a:pt x="23" y="6"/>
                    <a:pt x="17" y="0"/>
                    <a:pt x="8" y="0"/>
                  </a:cubicBezTo>
                  <a:cubicBezTo>
                    <a:pt x="2" y="0"/>
                    <a:pt x="2" y="0"/>
                    <a:pt x="2" y="0"/>
                  </a:cubicBezTo>
                  <a:cubicBezTo>
                    <a:pt x="1" y="0"/>
                    <a:pt x="0" y="1"/>
                    <a:pt x="0" y="2"/>
                  </a:cubicBezTo>
                  <a:cubicBezTo>
                    <a:pt x="0" y="24"/>
                    <a:pt x="0" y="24"/>
                    <a:pt x="0" y="24"/>
                  </a:cubicBezTo>
                  <a:cubicBezTo>
                    <a:pt x="0" y="25"/>
                    <a:pt x="1" y="26"/>
                    <a:pt x="1" y="26"/>
                  </a:cubicBezTo>
                  <a:cubicBezTo>
                    <a:pt x="8" y="28"/>
                    <a:pt x="12" y="30"/>
                    <a:pt x="16" y="31"/>
                  </a:cubicBezTo>
                  <a:cubicBezTo>
                    <a:pt x="24" y="34"/>
                    <a:pt x="28" y="35"/>
                    <a:pt x="32" y="35"/>
                  </a:cubicBezTo>
                  <a:cubicBezTo>
                    <a:pt x="37" y="35"/>
                    <a:pt x="41" y="33"/>
                    <a:pt x="49" y="29"/>
                  </a:cubicBezTo>
                  <a:cubicBezTo>
                    <a:pt x="54" y="26"/>
                    <a:pt x="62" y="21"/>
                    <a:pt x="73" y="16"/>
                  </a:cubicBezTo>
                  <a:cubicBezTo>
                    <a:pt x="73" y="15"/>
                    <a:pt x="74" y="15"/>
                    <a:pt x="74" y="14"/>
                  </a:cubicBezTo>
                  <a:cubicBezTo>
                    <a:pt x="74" y="14"/>
                    <a:pt x="74" y="13"/>
                    <a:pt x="7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52" name="Freeform 78">
              <a:extLst>
                <a:ext uri="{FF2B5EF4-FFF2-40B4-BE49-F238E27FC236}">
                  <a16:creationId xmlns:a16="http://schemas.microsoft.com/office/drawing/2014/main" id="{451DEF36-8B0E-421E-9637-AB2D080855E3}"/>
                </a:ext>
              </a:extLst>
            </p:cNvPr>
            <p:cNvSpPr>
              <a:spLocks noEditPoints="1"/>
            </p:cNvSpPr>
            <p:nvPr/>
          </p:nvSpPr>
          <p:spPr bwMode="auto">
            <a:xfrm>
              <a:off x="5037138" y="3983038"/>
              <a:ext cx="104775" cy="106363"/>
            </a:xfrm>
            <a:custGeom>
              <a:avLst/>
              <a:gdLst>
                <a:gd name="T0" fmla="*/ 14 w 28"/>
                <a:gd name="T1" fmla="*/ 28 h 28"/>
                <a:gd name="T2" fmla="*/ 28 w 28"/>
                <a:gd name="T3" fmla="*/ 14 h 28"/>
                <a:gd name="T4" fmla="*/ 14 w 28"/>
                <a:gd name="T5" fmla="*/ 0 h 28"/>
                <a:gd name="T6" fmla="*/ 0 w 28"/>
                <a:gd name="T7" fmla="*/ 14 h 28"/>
                <a:gd name="T8" fmla="*/ 14 w 28"/>
                <a:gd name="T9" fmla="*/ 28 h 28"/>
                <a:gd name="T10" fmla="*/ 12 w 28"/>
                <a:gd name="T11" fmla="*/ 10 h 28"/>
                <a:gd name="T12" fmla="*/ 14 w 28"/>
                <a:gd name="T13" fmla="*/ 8 h 28"/>
                <a:gd name="T14" fmla="*/ 16 w 28"/>
                <a:gd name="T15" fmla="*/ 10 h 28"/>
                <a:gd name="T16" fmla="*/ 16 w 28"/>
                <a:gd name="T17" fmla="*/ 18 h 28"/>
                <a:gd name="T18" fmla="*/ 14 w 28"/>
                <a:gd name="T19" fmla="*/ 20 h 28"/>
                <a:gd name="T20" fmla="*/ 12 w 28"/>
                <a:gd name="T21" fmla="*/ 18 h 28"/>
                <a:gd name="T22" fmla="*/ 12 w 28"/>
                <a:gd name="T2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8">
                  <a:moveTo>
                    <a:pt x="14" y="28"/>
                  </a:moveTo>
                  <a:cubicBezTo>
                    <a:pt x="22" y="28"/>
                    <a:pt x="28" y="22"/>
                    <a:pt x="28" y="14"/>
                  </a:cubicBezTo>
                  <a:cubicBezTo>
                    <a:pt x="28" y="6"/>
                    <a:pt x="22" y="0"/>
                    <a:pt x="14" y="0"/>
                  </a:cubicBezTo>
                  <a:cubicBezTo>
                    <a:pt x="6" y="0"/>
                    <a:pt x="0" y="6"/>
                    <a:pt x="0" y="14"/>
                  </a:cubicBezTo>
                  <a:cubicBezTo>
                    <a:pt x="0" y="22"/>
                    <a:pt x="6" y="28"/>
                    <a:pt x="14" y="28"/>
                  </a:cubicBezTo>
                  <a:close/>
                  <a:moveTo>
                    <a:pt x="12" y="10"/>
                  </a:moveTo>
                  <a:cubicBezTo>
                    <a:pt x="12" y="9"/>
                    <a:pt x="13" y="8"/>
                    <a:pt x="14" y="8"/>
                  </a:cubicBezTo>
                  <a:cubicBezTo>
                    <a:pt x="15" y="8"/>
                    <a:pt x="16" y="9"/>
                    <a:pt x="16" y="10"/>
                  </a:cubicBezTo>
                  <a:cubicBezTo>
                    <a:pt x="16" y="18"/>
                    <a:pt x="16" y="18"/>
                    <a:pt x="16" y="18"/>
                  </a:cubicBezTo>
                  <a:cubicBezTo>
                    <a:pt x="16" y="19"/>
                    <a:pt x="15" y="20"/>
                    <a:pt x="14" y="20"/>
                  </a:cubicBezTo>
                  <a:cubicBezTo>
                    <a:pt x="13" y="20"/>
                    <a:pt x="12" y="19"/>
                    <a:pt x="12" y="18"/>
                  </a:cubicBezTo>
                  <a:lnTo>
                    <a:pt x="1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53" name="Freeform 79">
              <a:extLst>
                <a:ext uri="{FF2B5EF4-FFF2-40B4-BE49-F238E27FC236}">
                  <a16:creationId xmlns:a16="http://schemas.microsoft.com/office/drawing/2014/main" id="{342E7570-26B0-4FD3-B8B9-E9FC4B8C112E}"/>
                </a:ext>
              </a:extLst>
            </p:cNvPr>
            <p:cNvSpPr>
              <a:spLocks noEditPoints="1"/>
            </p:cNvSpPr>
            <p:nvPr/>
          </p:nvSpPr>
          <p:spPr bwMode="auto">
            <a:xfrm>
              <a:off x="4968875" y="4089401"/>
              <a:ext cx="104775" cy="104775"/>
            </a:xfrm>
            <a:custGeom>
              <a:avLst/>
              <a:gdLst>
                <a:gd name="T0" fmla="*/ 14 w 28"/>
                <a:gd name="T1" fmla="*/ 28 h 28"/>
                <a:gd name="T2" fmla="*/ 28 w 28"/>
                <a:gd name="T3" fmla="*/ 14 h 28"/>
                <a:gd name="T4" fmla="*/ 14 w 28"/>
                <a:gd name="T5" fmla="*/ 0 h 28"/>
                <a:gd name="T6" fmla="*/ 0 w 28"/>
                <a:gd name="T7" fmla="*/ 14 h 28"/>
                <a:gd name="T8" fmla="*/ 14 w 28"/>
                <a:gd name="T9" fmla="*/ 28 h 28"/>
                <a:gd name="T10" fmla="*/ 12 w 28"/>
                <a:gd name="T11" fmla="*/ 10 h 28"/>
                <a:gd name="T12" fmla="*/ 14 w 28"/>
                <a:gd name="T13" fmla="*/ 8 h 28"/>
                <a:gd name="T14" fmla="*/ 16 w 28"/>
                <a:gd name="T15" fmla="*/ 10 h 28"/>
                <a:gd name="T16" fmla="*/ 16 w 28"/>
                <a:gd name="T17" fmla="*/ 18 h 28"/>
                <a:gd name="T18" fmla="*/ 14 w 28"/>
                <a:gd name="T19" fmla="*/ 20 h 28"/>
                <a:gd name="T20" fmla="*/ 12 w 28"/>
                <a:gd name="T21" fmla="*/ 18 h 28"/>
                <a:gd name="T22" fmla="*/ 12 w 28"/>
                <a:gd name="T2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8">
                  <a:moveTo>
                    <a:pt x="14" y="28"/>
                  </a:moveTo>
                  <a:cubicBezTo>
                    <a:pt x="22" y="28"/>
                    <a:pt x="28" y="22"/>
                    <a:pt x="28" y="14"/>
                  </a:cubicBezTo>
                  <a:cubicBezTo>
                    <a:pt x="28" y="6"/>
                    <a:pt x="22" y="0"/>
                    <a:pt x="14" y="0"/>
                  </a:cubicBezTo>
                  <a:cubicBezTo>
                    <a:pt x="6" y="0"/>
                    <a:pt x="0" y="6"/>
                    <a:pt x="0" y="14"/>
                  </a:cubicBezTo>
                  <a:cubicBezTo>
                    <a:pt x="0" y="22"/>
                    <a:pt x="6" y="28"/>
                    <a:pt x="14" y="28"/>
                  </a:cubicBezTo>
                  <a:close/>
                  <a:moveTo>
                    <a:pt x="12" y="10"/>
                  </a:moveTo>
                  <a:cubicBezTo>
                    <a:pt x="12" y="9"/>
                    <a:pt x="13" y="8"/>
                    <a:pt x="14" y="8"/>
                  </a:cubicBezTo>
                  <a:cubicBezTo>
                    <a:pt x="15" y="8"/>
                    <a:pt x="16" y="9"/>
                    <a:pt x="16" y="10"/>
                  </a:cubicBezTo>
                  <a:cubicBezTo>
                    <a:pt x="16" y="18"/>
                    <a:pt x="16" y="18"/>
                    <a:pt x="16" y="18"/>
                  </a:cubicBezTo>
                  <a:cubicBezTo>
                    <a:pt x="16" y="19"/>
                    <a:pt x="15" y="20"/>
                    <a:pt x="14" y="20"/>
                  </a:cubicBezTo>
                  <a:cubicBezTo>
                    <a:pt x="13" y="20"/>
                    <a:pt x="12" y="19"/>
                    <a:pt x="12" y="18"/>
                  </a:cubicBezTo>
                  <a:lnTo>
                    <a:pt x="1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spTree>
    <p:extLst>
      <p:ext uri="{BB962C8B-B14F-4D97-AF65-F5344CB8AC3E}">
        <p14:creationId xmlns:p14="http://schemas.microsoft.com/office/powerpoint/2010/main" val="22092258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Freeform: Shape 63">
            <a:extLst>
              <a:ext uri="{FF2B5EF4-FFF2-40B4-BE49-F238E27FC236}">
                <a16:creationId xmlns:a16="http://schemas.microsoft.com/office/drawing/2014/main" id="{472B1BA9-4563-4618-C97A-E68F44822A66}"/>
              </a:ext>
            </a:extLst>
          </p:cNvPr>
          <p:cNvSpPr/>
          <p:nvPr/>
        </p:nvSpPr>
        <p:spPr>
          <a:xfrm flipH="1" flipV="1">
            <a:off x="7311079" y="3775687"/>
            <a:ext cx="929575" cy="1935752"/>
          </a:xfrm>
          <a:custGeom>
            <a:avLst/>
            <a:gdLst>
              <a:gd name="connsiteX0" fmla="*/ 0 w 944064"/>
              <a:gd name="connsiteY0" fmla="*/ 0 h 1347746"/>
              <a:gd name="connsiteX1" fmla="*/ 944064 w 944064"/>
              <a:gd name="connsiteY1" fmla="*/ 237532 h 1347746"/>
              <a:gd name="connsiteX2" fmla="*/ 944064 w 944064"/>
              <a:gd name="connsiteY2" fmla="*/ 1110214 h 1347746"/>
              <a:gd name="connsiteX3" fmla="*/ 0 w 944064"/>
              <a:gd name="connsiteY3" fmla="*/ 1347746 h 1347746"/>
              <a:gd name="connsiteX0" fmla="*/ 0 w 944064"/>
              <a:gd name="connsiteY0" fmla="*/ 0 h 1888744"/>
              <a:gd name="connsiteX1" fmla="*/ 944064 w 944064"/>
              <a:gd name="connsiteY1" fmla="*/ 237532 h 1888744"/>
              <a:gd name="connsiteX2" fmla="*/ 923560 w 944064"/>
              <a:gd name="connsiteY2" fmla="*/ 1888744 h 1888744"/>
              <a:gd name="connsiteX3" fmla="*/ 0 w 944064"/>
              <a:gd name="connsiteY3" fmla="*/ 1347746 h 1888744"/>
              <a:gd name="connsiteX4" fmla="*/ 0 w 944064"/>
              <a:gd name="connsiteY4" fmla="*/ 0 h 1888744"/>
              <a:gd name="connsiteX0" fmla="*/ 0 w 923560"/>
              <a:gd name="connsiteY0" fmla="*/ 0 h 1888744"/>
              <a:gd name="connsiteX1" fmla="*/ 923560 w 923560"/>
              <a:gd name="connsiteY1" fmla="*/ 1331683 h 1888744"/>
              <a:gd name="connsiteX2" fmla="*/ 923560 w 923560"/>
              <a:gd name="connsiteY2" fmla="*/ 1888744 h 1888744"/>
              <a:gd name="connsiteX3" fmla="*/ 0 w 923560"/>
              <a:gd name="connsiteY3" fmla="*/ 1347746 h 1888744"/>
              <a:gd name="connsiteX4" fmla="*/ 0 w 923560"/>
              <a:gd name="connsiteY4" fmla="*/ 0 h 1888744"/>
              <a:gd name="connsiteX0" fmla="*/ 0 w 933812"/>
              <a:gd name="connsiteY0" fmla="*/ 0 h 2004471"/>
              <a:gd name="connsiteX1" fmla="*/ 923560 w 933812"/>
              <a:gd name="connsiteY1" fmla="*/ 1331683 h 2004471"/>
              <a:gd name="connsiteX2" fmla="*/ 933812 w 933812"/>
              <a:gd name="connsiteY2" fmla="*/ 2004471 h 2004471"/>
              <a:gd name="connsiteX3" fmla="*/ 0 w 933812"/>
              <a:gd name="connsiteY3" fmla="*/ 1347746 h 2004471"/>
              <a:gd name="connsiteX4" fmla="*/ 0 w 933812"/>
              <a:gd name="connsiteY4" fmla="*/ 0 h 2004471"/>
              <a:gd name="connsiteX0" fmla="*/ 0 w 937977"/>
              <a:gd name="connsiteY0" fmla="*/ 0 h 2004471"/>
              <a:gd name="connsiteX1" fmla="*/ 937977 w 937977"/>
              <a:gd name="connsiteY1" fmla="*/ 1400725 h 2004471"/>
              <a:gd name="connsiteX2" fmla="*/ 933812 w 937977"/>
              <a:gd name="connsiteY2" fmla="*/ 2004471 h 2004471"/>
              <a:gd name="connsiteX3" fmla="*/ 0 w 937977"/>
              <a:gd name="connsiteY3" fmla="*/ 1347746 h 2004471"/>
              <a:gd name="connsiteX4" fmla="*/ 0 w 937977"/>
              <a:gd name="connsiteY4" fmla="*/ 0 h 2004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977" h="2004471">
                <a:moveTo>
                  <a:pt x="0" y="0"/>
                </a:moveTo>
                <a:lnTo>
                  <a:pt x="937977" y="1400725"/>
                </a:lnTo>
                <a:cubicBezTo>
                  <a:pt x="936589" y="1601974"/>
                  <a:pt x="935200" y="1803222"/>
                  <a:pt x="933812" y="2004471"/>
                </a:cubicBezTo>
                <a:lnTo>
                  <a:pt x="0" y="1347746"/>
                </a:lnTo>
                <a:lnTo>
                  <a:pt x="0" y="0"/>
                </a:lnTo>
                <a:close/>
              </a:path>
            </a:pathLst>
          </a:custGeom>
          <a:solidFill>
            <a:schemeClr val="accent5">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65" name="Freeform: Shape 64">
            <a:extLst>
              <a:ext uri="{FF2B5EF4-FFF2-40B4-BE49-F238E27FC236}">
                <a16:creationId xmlns:a16="http://schemas.microsoft.com/office/drawing/2014/main" id="{A0C1B4E0-4857-C71B-D938-A9D444594688}"/>
              </a:ext>
            </a:extLst>
          </p:cNvPr>
          <p:cNvSpPr/>
          <p:nvPr/>
        </p:nvSpPr>
        <p:spPr>
          <a:xfrm flipH="1">
            <a:off x="7311079" y="2036097"/>
            <a:ext cx="929575" cy="1935752"/>
          </a:xfrm>
          <a:custGeom>
            <a:avLst/>
            <a:gdLst>
              <a:gd name="connsiteX0" fmla="*/ 0 w 944064"/>
              <a:gd name="connsiteY0" fmla="*/ 0 h 1347746"/>
              <a:gd name="connsiteX1" fmla="*/ 944064 w 944064"/>
              <a:gd name="connsiteY1" fmla="*/ 237532 h 1347746"/>
              <a:gd name="connsiteX2" fmla="*/ 944064 w 944064"/>
              <a:gd name="connsiteY2" fmla="*/ 1110214 h 1347746"/>
              <a:gd name="connsiteX3" fmla="*/ 0 w 944064"/>
              <a:gd name="connsiteY3" fmla="*/ 1347746 h 1347746"/>
              <a:gd name="connsiteX0" fmla="*/ 0 w 944064"/>
              <a:gd name="connsiteY0" fmla="*/ 0 h 1888744"/>
              <a:gd name="connsiteX1" fmla="*/ 944064 w 944064"/>
              <a:gd name="connsiteY1" fmla="*/ 237532 h 1888744"/>
              <a:gd name="connsiteX2" fmla="*/ 923560 w 944064"/>
              <a:gd name="connsiteY2" fmla="*/ 1888744 h 1888744"/>
              <a:gd name="connsiteX3" fmla="*/ 0 w 944064"/>
              <a:gd name="connsiteY3" fmla="*/ 1347746 h 1888744"/>
              <a:gd name="connsiteX4" fmla="*/ 0 w 944064"/>
              <a:gd name="connsiteY4" fmla="*/ 0 h 1888744"/>
              <a:gd name="connsiteX0" fmla="*/ 0 w 923560"/>
              <a:gd name="connsiteY0" fmla="*/ 0 h 1888744"/>
              <a:gd name="connsiteX1" fmla="*/ 923560 w 923560"/>
              <a:gd name="connsiteY1" fmla="*/ 1331683 h 1888744"/>
              <a:gd name="connsiteX2" fmla="*/ 923560 w 923560"/>
              <a:gd name="connsiteY2" fmla="*/ 1888744 h 1888744"/>
              <a:gd name="connsiteX3" fmla="*/ 0 w 923560"/>
              <a:gd name="connsiteY3" fmla="*/ 1347746 h 1888744"/>
              <a:gd name="connsiteX4" fmla="*/ 0 w 923560"/>
              <a:gd name="connsiteY4" fmla="*/ 0 h 1888744"/>
              <a:gd name="connsiteX0" fmla="*/ 0 w 933812"/>
              <a:gd name="connsiteY0" fmla="*/ 0 h 2004471"/>
              <a:gd name="connsiteX1" fmla="*/ 923560 w 933812"/>
              <a:gd name="connsiteY1" fmla="*/ 1331683 h 2004471"/>
              <a:gd name="connsiteX2" fmla="*/ 933812 w 933812"/>
              <a:gd name="connsiteY2" fmla="*/ 2004471 h 2004471"/>
              <a:gd name="connsiteX3" fmla="*/ 0 w 933812"/>
              <a:gd name="connsiteY3" fmla="*/ 1347746 h 2004471"/>
              <a:gd name="connsiteX4" fmla="*/ 0 w 933812"/>
              <a:gd name="connsiteY4" fmla="*/ 0 h 2004471"/>
              <a:gd name="connsiteX0" fmla="*/ 0 w 937977"/>
              <a:gd name="connsiteY0" fmla="*/ 0 h 2004471"/>
              <a:gd name="connsiteX1" fmla="*/ 937977 w 937977"/>
              <a:gd name="connsiteY1" fmla="*/ 1400725 h 2004471"/>
              <a:gd name="connsiteX2" fmla="*/ 933812 w 937977"/>
              <a:gd name="connsiteY2" fmla="*/ 2004471 h 2004471"/>
              <a:gd name="connsiteX3" fmla="*/ 0 w 937977"/>
              <a:gd name="connsiteY3" fmla="*/ 1347746 h 2004471"/>
              <a:gd name="connsiteX4" fmla="*/ 0 w 937977"/>
              <a:gd name="connsiteY4" fmla="*/ 0 h 2004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977" h="2004471">
                <a:moveTo>
                  <a:pt x="0" y="0"/>
                </a:moveTo>
                <a:lnTo>
                  <a:pt x="937977" y="1400725"/>
                </a:lnTo>
                <a:cubicBezTo>
                  <a:pt x="936589" y="1601974"/>
                  <a:pt x="935200" y="1803222"/>
                  <a:pt x="933812" y="2004471"/>
                </a:cubicBezTo>
                <a:lnTo>
                  <a:pt x="0" y="1347746"/>
                </a:lnTo>
                <a:lnTo>
                  <a:pt x="0" y="0"/>
                </a:lnTo>
                <a:close/>
              </a:path>
            </a:pathLst>
          </a:cu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30" name="Rectangle: Rounded Corners 29">
            <a:extLst>
              <a:ext uri="{FF2B5EF4-FFF2-40B4-BE49-F238E27FC236}">
                <a16:creationId xmlns:a16="http://schemas.microsoft.com/office/drawing/2014/main" id="{271AF978-4824-05F5-59AC-575D73653F66}"/>
              </a:ext>
            </a:extLst>
          </p:cNvPr>
          <p:cNvSpPr/>
          <p:nvPr/>
        </p:nvSpPr>
        <p:spPr>
          <a:xfrm>
            <a:off x="4585729" y="3150685"/>
            <a:ext cx="3032510" cy="1994301"/>
          </a:xfrm>
          <a:prstGeom prst="roundRect">
            <a:avLst>
              <a:gd name="adj" fmla="val 15038"/>
            </a:avLst>
          </a:prstGeom>
          <a:solidFill>
            <a:schemeClr val="tx1">
              <a:alpha val="15000"/>
            </a:schemeClr>
          </a:solidFill>
          <a:ln w="63500">
            <a:noFill/>
          </a:ln>
          <a:effectLst>
            <a:softEdge rad="2921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5" name="Freeform: Shape 54">
            <a:extLst>
              <a:ext uri="{FF2B5EF4-FFF2-40B4-BE49-F238E27FC236}">
                <a16:creationId xmlns:a16="http://schemas.microsoft.com/office/drawing/2014/main" id="{38E7A2DE-EBA1-4E30-8C5C-82870A576DDE}"/>
              </a:ext>
            </a:extLst>
          </p:cNvPr>
          <p:cNvSpPr/>
          <p:nvPr/>
        </p:nvSpPr>
        <p:spPr>
          <a:xfrm>
            <a:off x="5511135" y="3103070"/>
            <a:ext cx="1173052" cy="0"/>
          </a:xfrm>
          <a:custGeom>
            <a:avLst/>
            <a:gdLst>
              <a:gd name="connsiteX0" fmla="*/ 0 w 1173052"/>
              <a:gd name="connsiteY0" fmla="*/ 0 h 1631651"/>
              <a:gd name="connsiteX1" fmla="*/ 1173052 w 1173052"/>
              <a:gd name="connsiteY1" fmla="*/ 0 h 1631651"/>
              <a:gd name="connsiteX2" fmla="*/ 1173052 w 1173052"/>
              <a:gd name="connsiteY2" fmla="*/ 1631651 h 1631651"/>
              <a:gd name="connsiteX3" fmla="*/ 0 w 1173052"/>
              <a:gd name="connsiteY3" fmla="*/ 1631651 h 1631651"/>
              <a:gd name="connsiteX4" fmla="*/ 0 w 1173052"/>
              <a:gd name="connsiteY4" fmla="*/ 0 h 1631651"/>
              <a:gd name="connsiteX0" fmla="*/ 1173052 w 1264492"/>
              <a:gd name="connsiteY0" fmla="*/ 0 h 1631651"/>
              <a:gd name="connsiteX1" fmla="*/ 1173052 w 1264492"/>
              <a:gd name="connsiteY1" fmla="*/ 1631651 h 1631651"/>
              <a:gd name="connsiteX2" fmla="*/ 0 w 1264492"/>
              <a:gd name="connsiteY2" fmla="*/ 1631651 h 1631651"/>
              <a:gd name="connsiteX3" fmla="*/ 0 w 1264492"/>
              <a:gd name="connsiteY3" fmla="*/ 0 h 1631651"/>
              <a:gd name="connsiteX4" fmla="*/ 1264492 w 1264492"/>
              <a:gd name="connsiteY4" fmla="*/ 91440 h 1631651"/>
              <a:gd name="connsiteX0" fmla="*/ 1173052 w 1173052"/>
              <a:gd name="connsiteY0" fmla="*/ 0 h 1631651"/>
              <a:gd name="connsiteX1" fmla="*/ 1173052 w 1173052"/>
              <a:gd name="connsiteY1" fmla="*/ 1631651 h 1631651"/>
              <a:gd name="connsiteX2" fmla="*/ 0 w 1173052"/>
              <a:gd name="connsiteY2" fmla="*/ 1631651 h 1631651"/>
              <a:gd name="connsiteX3" fmla="*/ 0 w 1173052"/>
              <a:gd name="connsiteY3" fmla="*/ 0 h 1631651"/>
              <a:gd name="connsiteX0" fmla="*/ 1173052 w 1173052"/>
              <a:gd name="connsiteY0" fmla="*/ 0 h 1631651"/>
              <a:gd name="connsiteX1" fmla="*/ 1173052 w 1173052"/>
              <a:gd name="connsiteY1" fmla="*/ 1631651 h 1631651"/>
              <a:gd name="connsiteX2" fmla="*/ 0 w 1173052"/>
              <a:gd name="connsiteY2" fmla="*/ 1631651 h 1631651"/>
              <a:gd name="connsiteX0" fmla="*/ 1173052 w 1173052"/>
              <a:gd name="connsiteY0" fmla="*/ 0 h 0"/>
              <a:gd name="connsiteX1" fmla="*/ 0 w 1173052"/>
              <a:gd name="connsiteY1" fmla="*/ 0 h 0"/>
            </a:gdLst>
            <a:ahLst/>
            <a:cxnLst>
              <a:cxn ang="0">
                <a:pos x="connsiteX0" y="connsiteY0"/>
              </a:cxn>
              <a:cxn ang="0">
                <a:pos x="connsiteX1" y="connsiteY1"/>
              </a:cxn>
            </a:cxnLst>
            <a:rect l="l" t="t" r="r" b="b"/>
            <a:pathLst>
              <a:path w="1173052">
                <a:moveTo>
                  <a:pt x="1173052" y="0"/>
                </a:moveTo>
                <a:lnTo>
                  <a:pt x="0" y="0"/>
                </a:lnTo>
              </a:path>
            </a:pathLst>
          </a:custGeom>
          <a:noFill/>
          <a:ln w="63500" cap="rnd">
            <a:gradFill>
              <a:gsLst>
                <a:gs pos="0">
                  <a:schemeClr val="accent1"/>
                </a:gs>
                <a:gs pos="100000">
                  <a:schemeClr val="accent2"/>
                </a:gs>
              </a:gsLst>
              <a:lin ang="5400000" scaled="1"/>
            </a:gradFill>
            <a:prstDash val="sysDot"/>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2" name="Title 1">
            <a:extLst>
              <a:ext uri="{FF2B5EF4-FFF2-40B4-BE49-F238E27FC236}">
                <a16:creationId xmlns:a16="http://schemas.microsoft.com/office/drawing/2014/main" id="{D3F9D36E-A95E-701F-C8C5-D3878B172E25}"/>
              </a:ext>
            </a:extLst>
          </p:cNvPr>
          <p:cNvSpPr>
            <a:spLocks noGrp="1"/>
          </p:cNvSpPr>
          <p:nvPr>
            <p:ph type="title"/>
          </p:nvPr>
        </p:nvSpPr>
        <p:spPr>
          <a:xfrm>
            <a:off x="611030" y="274640"/>
            <a:ext cx="10969943" cy="711081"/>
          </a:xfrm>
        </p:spPr>
        <p:txBody>
          <a:bodyPr/>
          <a:lstStyle/>
          <a:p>
            <a:r>
              <a:rPr lang="en-US"/>
              <a:t>4-Item Business Infographic Slide Template</a:t>
            </a:r>
            <a:endParaRPr lang="en-IN"/>
          </a:p>
        </p:txBody>
      </p:sp>
      <p:sp>
        <p:nvSpPr>
          <p:cNvPr id="36" name="Rectangle 35">
            <a:extLst>
              <a:ext uri="{FF2B5EF4-FFF2-40B4-BE49-F238E27FC236}">
                <a16:creationId xmlns:a16="http://schemas.microsoft.com/office/drawing/2014/main" id="{5AD6DD33-5FE5-A31D-BB82-2FAA1E64C89A}"/>
              </a:ext>
            </a:extLst>
          </p:cNvPr>
          <p:cNvSpPr/>
          <p:nvPr/>
        </p:nvSpPr>
        <p:spPr>
          <a:xfrm flipH="1">
            <a:off x="8236401" y="2036110"/>
            <a:ext cx="911699" cy="1307525"/>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7" name="Rectangle 36">
            <a:extLst>
              <a:ext uri="{FF2B5EF4-FFF2-40B4-BE49-F238E27FC236}">
                <a16:creationId xmlns:a16="http://schemas.microsoft.com/office/drawing/2014/main" id="{2C6A9B35-B08B-4346-A1C0-A54DE82A97B9}"/>
              </a:ext>
            </a:extLst>
          </p:cNvPr>
          <p:cNvSpPr/>
          <p:nvPr/>
        </p:nvSpPr>
        <p:spPr>
          <a:xfrm flipH="1">
            <a:off x="9222790" y="2036110"/>
            <a:ext cx="102200" cy="1307525"/>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8" name="Rectangle 37">
            <a:extLst>
              <a:ext uri="{FF2B5EF4-FFF2-40B4-BE49-F238E27FC236}">
                <a16:creationId xmlns:a16="http://schemas.microsoft.com/office/drawing/2014/main" id="{48194783-0771-E2A3-6335-8FD15505C201}"/>
              </a:ext>
            </a:extLst>
          </p:cNvPr>
          <p:cNvSpPr/>
          <p:nvPr/>
        </p:nvSpPr>
        <p:spPr>
          <a:xfrm flipH="1">
            <a:off x="11312343" y="2036110"/>
            <a:ext cx="102200" cy="1307525"/>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0" name="Freeform: Shape 49">
            <a:extLst>
              <a:ext uri="{FF2B5EF4-FFF2-40B4-BE49-F238E27FC236}">
                <a16:creationId xmlns:a16="http://schemas.microsoft.com/office/drawing/2014/main" id="{55DB43B2-E99A-AAB4-0D4E-10662150DB7D}"/>
              </a:ext>
            </a:extLst>
          </p:cNvPr>
          <p:cNvSpPr/>
          <p:nvPr/>
        </p:nvSpPr>
        <p:spPr>
          <a:xfrm flipV="1">
            <a:off x="3976864" y="3775687"/>
            <a:ext cx="929575" cy="1935752"/>
          </a:xfrm>
          <a:custGeom>
            <a:avLst/>
            <a:gdLst>
              <a:gd name="connsiteX0" fmla="*/ 0 w 944064"/>
              <a:gd name="connsiteY0" fmla="*/ 0 h 1347746"/>
              <a:gd name="connsiteX1" fmla="*/ 944064 w 944064"/>
              <a:gd name="connsiteY1" fmla="*/ 237532 h 1347746"/>
              <a:gd name="connsiteX2" fmla="*/ 944064 w 944064"/>
              <a:gd name="connsiteY2" fmla="*/ 1110214 h 1347746"/>
              <a:gd name="connsiteX3" fmla="*/ 0 w 944064"/>
              <a:gd name="connsiteY3" fmla="*/ 1347746 h 1347746"/>
              <a:gd name="connsiteX0" fmla="*/ 0 w 944064"/>
              <a:gd name="connsiteY0" fmla="*/ 0 h 1888744"/>
              <a:gd name="connsiteX1" fmla="*/ 944064 w 944064"/>
              <a:gd name="connsiteY1" fmla="*/ 237532 h 1888744"/>
              <a:gd name="connsiteX2" fmla="*/ 923560 w 944064"/>
              <a:gd name="connsiteY2" fmla="*/ 1888744 h 1888744"/>
              <a:gd name="connsiteX3" fmla="*/ 0 w 944064"/>
              <a:gd name="connsiteY3" fmla="*/ 1347746 h 1888744"/>
              <a:gd name="connsiteX4" fmla="*/ 0 w 944064"/>
              <a:gd name="connsiteY4" fmla="*/ 0 h 1888744"/>
              <a:gd name="connsiteX0" fmla="*/ 0 w 923560"/>
              <a:gd name="connsiteY0" fmla="*/ 0 h 1888744"/>
              <a:gd name="connsiteX1" fmla="*/ 923560 w 923560"/>
              <a:gd name="connsiteY1" fmla="*/ 1331683 h 1888744"/>
              <a:gd name="connsiteX2" fmla="*/ 923560 w 923560"/>
              <a:gd name="connsiteY2" fmla="*/ 1888744 h 1888744"/>
              <a:gd name="connsiteX3" fmla="*/ 0 w 923560"/>
              <a:gd name="connsiteY3" fmla="*/ 1347746 h 1888744"/>
              <a:gd name="connsiteX4" fmla="*/ 0 w 923560"/>
              <a:gd name="connsiteY4" fmla="*/ 0 h 1888744"/>
              <a:gd name="connsiteX0" fmla="*/ 0 w 933812"/>
              <a:gd name="connsiteY0" fmla="*/ 0 h 2004471"/>
              <a:gd name="connsiteX1" fmla="*/ 923560 w 933812"/>
              <a:gd name="connsiteY1" fmla="*/ 1331683 h 2004471"/>
              <a:gd name="connsiteX2" fmla="*/ 933812 w 933812"/>
              <a:gd name="connsiteY2" fmla="*/ 2004471 h 2004471"/>
              <a:gd name="connsiteX3" fmla="*/ 0 w 933812"/>
              <a:gd name="connsiteY3" fmla="*/ 1347746 h 2004471"/>
              <a:gd name="connsiteX4" fmla="*/ 0 w 933812"/>
              <a:gd name="connsiteY4" fmla="*/ 0 h 2004471"/>
              <a:gd name="connsiteX0" fmla="*/ 0 w 937977"/>
              <a:gd name="connsiteY0" fmla="*/ 0 h 2004471"/>
              <a:gd name="connsiteX1" fmla="*/ 937977 w 937977"/>
              <a:gd name="connsiteY1" fmla="*/ 1400725 h 2004471"/>
              <a:gd name="connsiteX2" fmla="*/ 933812 w 937977"/>
              <a:gd name="connsiteY2" fmla="*/ 2004471 h 2004471"/>
              <a:gd name="connsiteX3" fmla="*/ 0 w 937977"/>
              <a:gd name="connsiteY3" fmla="*/ 1347746 h 2004471"/>
              <a:gd name="connsiteX4" fmla="*/ 0 w 937977"/>
              <a:gd name="connsiteY4" fmla="*/ 0 h 2004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977" h="2004471">
                <a:moveTo>
                  <a:pt x="0" y="0"/>
                </a:moveTo>
                <a:lnTo>
                  <a:pt x="937977" y="1400725"/>
                </a:lnTo>
                <a:cubicBezTo>
                  <a:pt x="936589" y="1601974"/>
                  <a:pt x="935200" y="1803222"/>
                  <a:pt x="933812" y="2004471"/>
                </a:cubicBezTo>
                <a:lnTo>
                  <a:pt x="0" y="1347746"/>
                </a:lnTo>
                <a:lnTo>
                  <a:pt x="0" y="0"/>
                </a:lnTo>
                <a:close/>
              </a:path>
            </a:pathLst>
          </a:cu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28" name="Freeform: Shape 27">
            <a:extLst>
              <a:ext uri="{FF2B5EF4-FFF2-40B4-BE49-F238E27FC236}">
                <a16:creationId xmlns:a16="http://schemas.microsoft.com/office/drawing/2014/main" id="{0F7269B2-4E30-774F-F104-57B35CECDFBD}"/>
              </a:ext>
            </a:extLst>
          </p:cNvPr>
          <p:cNvSpPr/>
          <p:nvPr/>
        </p:nvSpPr>
        <p:spPr>
          <a:xfrm>
            <a:off x="3976864" y="2036097"/>
            <a:ext cx="929575" cy="1935752"/>
          </a:xfrm>
          <a:custGeom>
            <a:avLst/>
            <a:gdLst>
              <a:gd name="connsiteX0" fmla="*/ 0 w 944064"/>
              <a:gd name="connsiteY0" fmla="*/ 0 h 1347746"/>
              <a:gd name="connsiteX1" fmla="*/ 944064 w 944064"/>
              <a:gd name="connsiteY1" fmla="*/ 237532 h 1347746"/>
              <a:gd name="connsiteX2" fmla="*/ 944064 w 944064"/>
              <a:gd name="connsiteY2" fmla="*/ 1110214 h 1347746"/>
              <a:gd name="connsiteX3" fmla="*/ 0 w 944064"/>
              <a:gd name="connsiteY3" fmla="*/ 1347746 h 1347746"/>
              <a:gd name="connsiteX0" fmla="*/ 0 w 944064"/>
              <a:gd name="connsiteY0" fmla="*/ 0 h 1888744"/>
              <a:gd name="connsiteX1" fmla="*/ 944064 w 944064"/>
              <a:gd name="connsiteY1" fmla="*/ 237532 h 1888744"/>
              <a:gd name="connsiteX2" fmla="*/ 923560 w 944064"/>
              <a:gd name="connsiteY2" fmla="*/ 1888744 h 1888744"/>
              <a:gd name="connsiteX3" fmla="*/ 0 w 944064"/>
              <a:gd name="connsiteY3" fmla="*/ 1347746 h 1888744"/>
              <a:gd name="connsiteX4" fmla="*/ 0 w 944064"/>
              <a:gd name="connsiteY4" fmla="*/ 0 h 1888744"/>
              <a:gd name="connsiteX0" fmla="*/ 0 w 923560"/>
              <a:gd name="connsiteY0" fmla="*/ 0 h 1888744"/>
              <a:gd name="connsiteX1" fmla="*/ 923560 w 923560"/>
              <a:gd name="connsiteY1" fmla="*/ 1331683 h 1888744"/>
              <a:gd name="connsiteX2" fmla="*/ 923560 w 923560"/>
              <a:gd name="connsiteY2" fmla="*/ 1888744 h 1888744"/>
              <a:gd name="connsiteX3" fmla="*/ 0 w 923560"/>
              <a:gd name="connsiteY3" fmla="*/ 1347746 h 1888744"/>
              <a:gd name="connsiteX4" fmla="*/ 0 w 923560"/>
              <a:gd name="connsiteY4" fmla="*/ 0 h 1888744"/>
              <a:gd name="connsiteX0" fmla="*/ 0 w 933812"/>
              <a:gd name="connsiteY0" fmla="*/ 0 h 2004471"/>
              <a:gd name="connsiteX1" fmla="*/ 923560 w 933812"/>
              <a:gd name="connsiteY1" fmla="*/ 1331683 h 2004471"/>
              <a:gd name="connsiteX2" fmla="*/ 933812 w 933812"/>
              <a:gd name="connsiteY2" fmla="*/ 2004471 h 2004471"/>
              <a:gd name="connsiteX3" fmla="*/ 0 w 933812"/>
              <a:gd name="connsiteY3" fmla="*/ 1347746 h 2004471"/>
              <a:gd name="connsiteX4" fmla="*/ 0 w 933812"/>
              <a:gd name="connsiteY4" fmla="*/ 0 h 2004471"/>
              <a:gd name="connsiteX0" fmla="*/ 0 w 937977"/>
              <a:gd name="connsiteY0" fmla="*/ 0 h 2004471"/>
              <a:gd name="connsiteX1" fmla="*/ 937977 w 937977"/>
              <a:gd name="connsiteY1" fmla="*/ 1400725 h 2004471"/>
              <a:gd name="connsiteX2" fmla="*/ 933812 w 937977"/>
              <a:gd name="connsiteY2" fmla="*/ 2004471 h 2004471"/>
              <a:gd name="connsiteX3" fmla="*/ 0 w 937977"/>
              <a:gd name="connsiteY3" fmla="*/ 1347746 h 2004471"/>
              <a:gd name="connsiteX4" fmla="*/ 0 w 937977"/>
              <a:gd name="connsiteY4" fmla="*/ 0 h 2004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977" h="2004471">
                <a:moveTo>
                  <a:pt x="0" y="0"/>
                </a:moveTo>
                <a:lnTo>
                  <a:pt x="937977" y="1400725"/>
                </a:lnTo>
                <a:cubicBezTo>
                  <a:pt x="936589" y="1601974"/>
                  <a:pt x="935200" y="1803222"/>
                  <a:pt x="933812" y="2004471"/>
                </a:cubicBezTo>
                <a:lnTo>
                  <a:pt x="0" y="1347746"/>
                </a:lnTo>
                <a:lnTo>
                  <a:pt x="0" y="0"/>
                </a:lnTo>
                <a:close/>
              </a:path>
            </a:pathLst>
          </a:cu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15" name="Rectangle 14">
            <a:extLst>
              <a:ext uri="{FF2B5EF4-FFF2-40B4-BE49-F238E27FC236}">
                <a16:creationId xmlns:a16="http://schemas.microsoft.com/office/drawing/2014/main" id="{398E05E6-C777-1FBD-6A10-B67BADBC3012}"/>
              </a:ext>
            </a:extLst>
          </p:cNvPr>
          <p:cNvSpPr/>
          <p:nvPr/>
        </p:nvSpPr>
        <p:spPr>
          <a:xfrm>
            <a:off x="3073512" y="2033105"/>
            <a:ext cx="911699" cy="1307525"/>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6" name="Rectangle 15">
            <a:extLst>
              <a:ext uri="{FF2B5EF4-FFF2-40B4-BE49-F238E27FC236}">
                <a16:creationId xmlns:a16="http://schemas.microsoft.com/office/drawing/2014/main" id="{0EE1BD8F-2559-83B8-BF2F-EDDC2543C5CC}"/>
              </a:ext>
            </a:extLst>
          </p:cNvPr>
          <p:cNvSpPr/>
          <p:nvPr/>
        </p:nvSpPr>
        <p:spPr>
          <a:xfrm>
            <a:off x="2896619" y="2033105"/>
            <a:ext cx="102200" cy="1307525"/>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7" name="Rectangle 16">
            <a:extLst>
              <a:ext uri="{FF2B5EF4-FFF2-40B4-BE49-F238E27FC236}">
                <a16:creationId xmlns:a16="http://schemas.microsoft.com/office/drawing/2014/main" id="{F02D1AD8-126F-4BD8-35A7-695616F573B2}"/>
              </a:ext>
            </a:extLst>
          </p:cNvPr>
          <p:cNvSpPr/>
          <p:nvPr/>
        </p:nvSpPr>
        <p:spPr>
          <a:xfrm>
            <a:off x="798450" y="2033105"/>
            <a:ext cx="102200" cy="1307525"/>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 name="Rectangle: Rounded Corners 4">
            <a:extLst>
              <a:ext uri="{FF2B5EF4-FFF2-40B4-BE49-F238E27FC236}">
                <a16:creationId xmlns:a16="http://schemas.microsoft.com/office/drawing/2014/main" id="{9859B68F-C4F7-9777-7181-1A9DC892DB1D}"/>
              </a:ext>
            </a:extLst>
          </p:cNvPr>
          <p:cNvSpPr/>
          <p:nvPr/>
        </p:nvSpPr>
        <p:spPr>
          <a:xfrm>
            <a:off x="624587" y="1556793"/>
            <a:ext cx="3361396" cy="217695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 name="Rectangle: Rounded Corners 5">
            <a:extLst>
              <a:ext uri="{FF2B5EF4-FFF2-40B4-BE49-F238E27FC236}">
                <a16:creationId xmlns:a16="http://schemas.microsoft.com/office/drawing/2014/main" id="{9276DCB7-D64E-10D5-A530-E8C56115AE1B}"/>
              </a:ext>
            </a:extLst>
          </p:cNvPr>
          <p:cNvSpPr/>
          <p:nvPr/>
        </p:nvSpPr>
        <p:spPr>
          <a:xfrm>
            <a:off x="8217982" y="1556793"/>
            <a:ext cx="3352754" cy="2176951"/>
          </a:xfrm>
          <a:prstGeom prst="roundRect">
            <a:avLst/>
          </a:prstGeom>
          <a:noFill/>
          <a:ln w="381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3" name="Freeform: Shape 52">
            <a:extLst>
              <a:ext uri="{FF2B5EF4-FFF2-40B4-BE49-F238E27FC236}">
                <a16:creationId xmlns:a16="http://schemas.microsoft.com/office/drawing/2014/main" id="{5A0CC98C-2E89-BCD9-849A-A2414BA59107}"/>
              </a:ext>
            </a:extLst>
          </p:cNvPr>
          <p:cNvSpPr/>
          <p:nvPr/>
        </p:nvSpPr>
        <p:spPr>
          <a:xfrm>
            <a:off x="4912473" y="3103071"/>
            <a:ext cx="598663" cy="1631651"/>
          </a:xfrm>
          <a:custGeom>
            <a:avLst/>
            <a:gdLst>
              <a:gd name="connsiteX0" fmla="*/ 271947 w 598663"/>
              <a:gd name="connsiteY0" fmla="*/ 0 h 1631651"/>
              <a:gd name="connsiteX1" fmla="*/ 598663 w 598663"/>
              <a:gd name="connsiteY1" fmla="*/ 0 h 1631651"/>
              <a:gd name="connsiteX2" fmla="*/ 598663 w 598663"/>
              <a:gd name="connsiteY2" fmla="*/ 1631651 h 1631651"/>
              <a:gd name="connsiteX3" fmla="*/ 271947 w 598663"/>
              <a:gd name="connsiteY3" fmla="*/ 1631651 h 1631651"/>
              <a:gd name="connsiteX4" fmla="*/ 0 w 598663"/>
              <a:gd name="connsiteY4" fmla="*/ 1359704 h 1631651"/>
              <a:gd name="connsiteX5" fmla="*/ 0 w 598663"/>
              <a:gd name="connsiteY5" fmla="*/ 271947 h 1631651"/>
              <a:gd name="connsiteX6" fmla="*/ 271947 w 598663"/>
              <a:gd name="connsiteY6" fmla="*/ 0 h 1631651"/>
              <a:gd name="connsiteX0" fmla="*/ 271947 w 598663"/>
              <a:gd name="connsiteY0" fmla="*/ 0 h 1631651"/>
              <a:gd name="connsiteX1" fmla="*/ 598663 w 598663"/>
              <a:gd name="connsiteY1" fmla="*/ 0 h 1631651"/>
              <a:gd name="connsiteX2" fmla="*/ 597287 w 598663"/>
              <a:gd name="connsiteY2" fmla="*/ 583677 h 1631651"/>
              <a:gd name="connsiteX3" fmla="*/ 598663 w 598663"/>
              <a:gd name="connsiteY3" fmla="*/ 1631651 h 1631651"/>
              <a:gd name="connsiteX4" fmla="*/ 271947 w 598663"/>
              <a:gd name="connsiteY4" fmla="*/ 1631651 h 1631651"/>
              <a:gd name="connsiteX5" fmla="*/ 0 w 598663"/>
              <a:gd name="connsiteY5" fmla="*/ 1359704 h 1631651"/>
              <a:gd name="connsiteX6" fmla="*/ 0 w 598663"/>
              <a:gd name="connsiteY6" fmla="*/ 271947 h 1631651"/>
              <a:gd name="connsiteX7" fmla="*/ 271947 w 598663"/>
              <a:gd name="connsiteY7" fmla="*/ 0 h 1631651"/>
              <a:gd name="connsiteX0" fmla="*/ 597287 w 688727"/>
              <a:gd name="connsiteY0" fmla="*/ 583677 h 1631651"/>
              <a:gd name="connsiteX1" fmla="*/ 598663 w 688727"/>
              <a:gd name="connsiteY1" fmla="*/ 1631651 h 1631651"/>
              <a:gd name="connsiteX2" fmla="*/ 271947 w 688727"/>
              <a:gd name="connsiteY2" fmla="*/ 1631651 h 1631651"/>
              <a:gd name="connsiteX3" fmla="*/ 0 w 688727"/>
              <a:gd name="connsiteY3" fmla="*/ 1359704 h 1631651"/>
              <a:gd name="connsiteX4" fmla="*/ 0 w 688727"/>
              <a:gd name="connsiteY4" fmla="*/ 271947 h 1631651"/>
              <a:gd name="connsiteX5" fmla="*/ 271947 w 688727"/>
              <a:gd name="connsiteY5" fmla="*/ 0 h 1631651"/>
              <a:gd name="connsiteX6" fmla="*/ 598663 w 688727"/>
              <a:gd name="connsiteY6" fmla="*/ 0 h 1631651"/>
              <a:gd name="connsiteX7" fmla="*/ 688727 w 688727"/>
              <a:gd name="connsiteY7" fmla="*/ 675117 h 1631651"/>
              <a:gd name="connsiteX0" fmla="*/ 597287 w 598663"/>
              <a:gd name="connsiteY0" fmla="*/ 583677 h 1631651"/>
              <a:gd name="connsiteX1" fmla="*/ 598663 w 598663"/>
              <a:gd name="connsiteY1" fmla="*/ 1631651 h 1631651"/>
              <a:gd name="connsiteX2" fmla="*/ 271947 w 598663"/>
              <a:gd name="connsiteY2" fmla="*/ 1631651 h 1631651"/>
              <a:gd name="connsiteX3" fmla="*/ 0 w 598663"/>
              <a:gd name="connsiteY3" fmla="*/ 1359704 h 1631651"/>
              <a:gd name="connsiteX4" fmla="*/ 0 w 598663"/>
              <a:gd name="connsiteY4" fmla="*/ 271947 h 1631651"/>
              <a:gd name="connsiteX5" fmla="*/ 271947 w 598663"/>
              <a:gd name="connsiteY5" fmla="*/ 0 h 1631651"/>
              <a:gd name="connsiteX6" fmla="*/ 598663 w 598663"/>
              <a:gd name="connsiteY6" fmla="*/ 0 h 1631651"/>
              <a:gd name="connsiteX0" fmla="*/ 598663 w 598663"/>
              <a:gd name="connsiteY0" fmla="*/ 1631651 h 1631651"/>
              <a:gd name="connsiteX1" fmla="*/ 271947 w 598663"/>
              <a:gd name="connsiteY1" fmla="*/ 1631651 h 1631651"/>
              <a:gd name="connsiteX2" fmla="*/ 0 w 598663"/>
              <a:gd name="connsiteY2" fmla="*/ 1359704 h 1631651"/>
              <a:gd name="connsiteX3" fmla="*/ 0 w 598663"/>
              <a:gd name="connsiteY3" fmla="*/ 271947 h 1631651"/>
              <a:gd name="connsiteX4" fmla="*/ 271947 w 598663"/>
              <a:gd name="connsiteY4" fmla="*/ 0 h 1631651"/>
              <a:gd name="connsiteX5" fmla="*/ 598663 w 598663"/>
              <a:gd name="connsiteY5" fmla="*/ 0 h 16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663" h="1631651">
                <a:moveTo>
                  <a:pt x="598663" y="1631651"/>
                </a:moveTo>
                <a:lnTo>
                  <a:pt x="271947" y="1631651"/>
                </a:lnTo>
                <a:cubicBezTo>
                  <a:pt x="121755" y="1631651"/>
                  <a:pt x="0" y="1509896"/>
                  <a:pt x="0" y="1359704"/>
                </a:cubicBezTo>
                <a:lnTo>
                  <a:pt x="0" y="271947"/>
                </a:lnTo>
                <a:cubicBezTo>
                  <a:pt x="0" y="121755"/>
                  <a:pt x="121755" y="0"/>
                  <a:pt x="271947" y="0"/>
                </a:cubicBezTo>
                <a:lnTo>
                  <a:pt x="598663" y="0"/>
                </a:lnTo>
              </a:path>
            </a:pathLst>
          </a:custGeom>
          <a:noFill/>
          <a:ln w="63500">
            <a:gradFill>
              <a:gsLst>
                <a:gs pos="5000">
                  <a:schemeClr val="accent1"/>
                </a:gs>
                <a:gs pos="100000">
                  <a:schemeClr val="accent5"/>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29" name="Rectangle: Rounded Corners 28">
            <a:extLst>
              <a:ext uri="{FF2B5EF4-FFF2-40B4-BE49-F238E27FC236}">
                <a16:creationId xmlns:a16="http://schemas.microsoft.com/office/drawing/2014/main" id="{3FACA6FB-A2CB-044B-0D83-E95165CA7ACA}"/>
              </a:ext>
            </a:extLst>
          </p:cNvPr>
          <p:cNvSpPr/>
          <p:nvPr/>
        </p:nvSpPr>
        <p:spPr>
          <a:xfrm>
            <a:off x="5026964" y="3211919"/>
            <a:ext cx="2150041" cy="1413955"/>
          </a:xfrm>
          <a:prstGeom prst="roundRect">
            <a:avLst>
              <a:gd name="adj" fmla="val 15038"/>
            </a:avLst>
          </a:prstGeom>
          <a:gradFill flip="none" rotWithShape="1">
            <a:gsLst>
              <a:gs pos="0">
                <a:schemeClr val="bg1"/>
              </a:gs>
              <a:gs pos="100000">
                <a:schemeClr val="bg1">
                  <a:lumMod val="95000"/>
                </a:schemeClr>
              </a:gs>
            </a:gsLst>
            <a:lin ang="10800000" scaled="1"/>
            <a:tileRect/>
          </a:gradFill>
          <a:ln w="635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9" name="TextBox 38">
            <a:extLst>
              <a:ext uri="{FF2B5EF4-FFF2-40B4-BE49-F238E27FC236}">
                <a16:creationId xmlns:a16="http://schemas.microsoft.com/office/drawing/2014/main" id="{5280AC73-5934-1255-9F13-7BB1C0832A6D}"/>
              </a:ext>
            </a:extLst>
          </p:cNvPr>
          <p:cNvSpPr txBox="1"/>
          <p:nvPr/>
        </p:nvSpPr>
        <p:spPr>
          <a:xfrm>
            <a:off x="5190469" y="3457231"/>
            <a:ext cx="1823028" cy="923330"/>
          </a:xfrm>
          <a:prstGeom prst="rect">
            <a:avLst/>
          </a:prstGeom>
          <a:noFill/>
        </p:spPr>
        <p:txBody>
          <a:bodyPr wrap="square" rtlCol="0" anchor="ctr">
            <a:spAutoFit/>
          </a:bodyPr>
          <a:lstStyle/>
          <a:p>
            <a:pPr algn="ctr"/>
            <a:r>
              <a:rPr lang="en-IN" b="1"/>
              <a:t>BUSINESS INFOGRAPHIC</a:t>
            </a:r>
          </a:p>
          <a:p>
            <a:pPr algn="ctr"/>
            <a:r>
              <a:rPr lang="en-IN" b="1"/>
              <a:t>SLIDE</a:t>
            </a:r>
          </a:p>
        </p:txBody>
      </p:sp>
      <p:sp>
        <p:nvSpPr>
          <p:cNvPr id="40" name="TextBox 39">
            <a:extLst>
              <a:ext uri="{FF2B5EF4-FFF2-40B4-BE49-F238E27FC236}">
                <a16:creationId xmlns:a16="http://schemas.microsoft.com/office/drawing/2014/main" id="{2C50A989-C351-AEAF-F6AB-3D28D64757D5}"/>
              </a:ext>
            </a:extLst>
          </p:cNvPr>
          <p:cNvSpPr txBox="1"/>
          <p:nvPr/>
        </p:nvSpPr>
        <p:spPr>
          <a:xfrm>
            <a:off x="1087196" y="2530381"/>
            <a:ext cx="1617626" cy="728002"/>
          </a:xfrm>
          <a:prstGeom prst="rect">
            <a:avLst/>
          </a:prstGeom>
          <a:noFill/>
        </p:spPr>
        <p:txBody>
          <a:bodyPr wrap="square" lIns="0" tIns="0" rIns="0" bIns="0" rtlCol="0" anchor="t">
            <a:noAutofit/>
          </a:bodyPr>
          <a:lstStyle/>
          <a:p>
            <a:r>
              <a:rPr lang="en-US" sz="1400">
                <a:solidFill>
                  <a:schemeClr val="tx1">
                    <a:lumMod val="85000"/>
                    <a:lumOff val="15000"/>
                  </a:schemeClr>
                </a:solidFill>
              </a:rPr>
              <a:t>This is a sample text. Insert your desired text here. </a:t>
            </a:r>
            <a:endParaRPr lang="en-US" sz="1400" b="1">
              <a:solidFill>
                <a:schemeClr val="tx1">
                  <a:lumMod val="85000"/>
                  <a:lumOff val="15000"/>
                </a:schemeClr>
              </a:solidFill>
            </a:endParaRPr>
          </a:p>
        </p:txBody>
      </p:sp>
      <p:sp>
        <p:nvSpPr>
          <p:cNvPr id="41" name="TextBox 40">
            <a:extLst>
              <a:ext uri="{FF2B5EF4-FFF2-40B4-BE49-F238E27FC236}">
                <a16:creationId xmlns:a16="http://schemas.microsoft.com/office/drawing/2014/main" id="{BC5C73BF-B906-D54E-270F-3D1BE180815F}"/>
              </a:ext>
            </a:extLst>
          </p:cNvPr>
          <p:cNvSpPr txBox="1"/>
          <p:nvPr/>
        </p:nvSpPr>
        <p:spPr>
          <a:xfrm>
            <a:off x="1087195" y="2075726"/>
            <a:ext cx="1617627" cy="311070"/>
          </a:xfrm>
          <a:prstGeom prst="rect">
            <a:avLst/>
          </a:prstGeom>
          <a:noFill/>
        </p:spPr>
        <p:txBody>
          <a:bodyPr wrap="square" lIns="0" tIns="0" rIns="0" bIns="0" rtlCol="0" anchor="ctr">
            <a:noAutofit/>
          </a:bodyPr>
          <a:lstStyle/>
          <a:p>
            <a:pPr>
              <a:lnSpc>
                <a:spcPct val="90000"/>
              </a:lnSpc>
            </a:pPr>
            <a:r>
              <a:rPr lang="en-US" sz="1600" b="1">
                <a:solidFill>
                  <a:schemeClr val="tx1">
                    <a:lumMod val="85000"/>
                    <a:lumOff val="15000"/>
                  </a:schemeClr>
                </a:solidFill>
              </a:rPr>
              <a:t>Edit Title Here</a:t>
            </a:r>
          </a:p>
        </p:txBody>
      </p:sp>
      <p:sp>
        <p:nvSpPr>
          <p:cNvPr id="44" name="TextBox 43">
            <a:extLst>
              <a:ext uri="{FF2B5EF4-FFF2-40B4-BE49-F238E27FC236}">
                <a16:creationId xmlns:a16="http://schemas.microsoft.com/office/drawing/2014/main" id="{CEA315C0-0D71-377D-7E95-6404CCFB9A17}"/>
              </a:ext>
            </a:extLst>
          </p:cNvPr>
          <p:cNvSpPr txBox="1"/>
          <p:nvPr/>
        </p:nvSpPr>
        <p:spPr>
          <a:xfrm>
            <a:off x="9512878" y="2574985"/>
            <a:ext cx="1617626" cy="728002"/>
          </a:xfrm>
          <a:prstGeom prst="rect">
            <a:avLst/>
          </a:prstGeom>
          <a:noFill/>
        </p:spPr>
        <p:txBody>
          <a:bodyPr wrap="square" lIns="0" tIns="0" rIns="0" bIns="0" rtlCol="0" anchor="t">
            <a:noAutofit/>
          </a:bodyPr>
          <a:lstStyle/>
          <a:p>
            <a:r>
              <a:rPr lang="en-US" sz="1400">
                <a:solidFill>
                  <a:schemeClr val="tx1">
                    <a:lumMod val="85000"/>
                    <a:lumOff val="15000"/>
                  </a:schemeClr>
                </a:solidFill>
              </a:rPr>
              <a:t>This is a sample text. Insert your desired text here. </a:t>
            </a:r>
            <a:endParaRPr lang="en-US" sz="1400" b="1">
              <a:solidFill>
                <a:schemeClr val="tx1">
                  <a:lumMod val="85000"/>
                  <a:lumOff val="15000"/>
                </a:schemeClr>
              </a:solidFill>
            </a:endParaRPr>
          </a:p>
        </p:txBody>
      </p:sp>
      <p:sp>
        <p:nvSpPr>
          <p:cNvPr id="45" name="TextBox 44">
            <a:extLst>
              <a:ext uri="{FF2B5EF4-FFF2-40B4-BE49-F238E27FC236}">
                <a16:creationId xmlns:a16="http://schemas.microsoft.com/office/drawing/2014/main" id="{2816D6A2-E59C-E637-DFFA-414F856DFDC0}"/>
              </a:ext>
            </a:extLst>
          </p:cNvPr>
          <p:cNvSpPr txBox="1"/>
          <p:nvPr/>
        </p:nvSpPr>
        <p:spPr>
          <a:xfrm>
            <a:off x="9512877" y="2120330"/>
            <a:ext cx="1617627" cy="311070"/>
          </a:xfrm>
          <a:prstGeom prst="rect">
            <a:avLst/>
          </a:prstGeom>
          <a:noFill/>
        </p:spPr>
        <p:txBody>
          <a:bodyPr wrap="square" lIns="0" tIns="0" rIns="0" bIns="0" rtlCol="0" anchor="ctr">
            <a:noAutofit/>
          </a:bodyPr>
          <a:lstStyle/>
          <a:p>
            <a:pPr>
              <a:lnSpc>
                <a:spcPct val="90000"/>
              </a:lnSpc>
            </a:pPr>
            <a:r>
              <a:rPr lang="en-US" sz="1600" b="1">
                <a:solidFill>
                  <a:schemeClr val="tx1">
                    <a:lumMod val="85000"/>
                    <a:lumOff val="15000"/>
                  </a:schemeClr>
                </a:solidFill>
              </a:rPr>
              <a:t>Edit Title Here</a:t>
            </a:r>
          </a:p>
        </p:txBody>
      </p:sp>
      <p:sp>
        <p:nvSpPr>
          <p:cNvPr id="11" name="Rectangle 10">
            <a:extLst>
              <a:ext uri="{FF2B5EF4-FFF2-40B4-BE49-F238E27FC236}">
                <a16:creationId xmlns:a16="http://schemas.microsoft.com/office/drawing/2014/main" id="{A9BE7644-C256-CF01-4A44-86DC9C41870E}"/>
              </a:ext>
            </a:extLst>
          </p:cNvPr>
          <p:cNvSpPr/>
          <p:nvPr/>
        </p:nvSpPr>
        <p:spPr>
          <a:xfrm flipH="1">
            <a:off x="8236401" y="4387425"/>
            <a:ext cx="911699" cy="1307525"/>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2" name="Rectangle 11">
            <a:extLst>
              <a:ext uri="{FF2B5EF4-FFF2-40B4-BE49-F238E27FC236}">
                <a16:creationId xmlns:a16="http://schemas.microsoft.com/office/drawing/2014/main" id="{709F54FC-FF4E-0A19-5EA7-1971B452100E}"/>
              </a:ext>
            </a:extLst>
          </p:cNvPr>
          <p:cNvSpPr/>
          <p:nvPr/>
        </p:nvSpPr>
        <p:spPr>
          <a:xfrm flipH="1">
            <a:off x="9222790" y="4387425"/>
            <a:ext cx="102200" cy="1307525"/>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3" name="Rectangle 12">
            <a:extLst>
              <a:ext uri="{FF2B5EF4-FFF2-40B4-BE49-F238E27FC236}">
                <a16:creationId xmlns:a16="http://schemas.microsoft.com/office/drawing/2014/main" id="{26DE0E69-C9AF-7E4D-7970-280929468F58}"/>
              </a:ext>
            </a:extLst>
          </p:cNvPr>
          <p:cNvSpPr/>
          <p:nvPr/>
        </p:nvSpPr>
        <p:spPr>
          <a:xfrm flipH="1">
            <a:off x="11312343" y="4387425"/>
            <a:ext cx="102200" cy="1307525"/>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8" name="Rectangle 17">
            <a:extLst>
              <a:ext uri="{FF2B5EF4-FFF2-40B4-BE49-F238E27FC236}">
                <a16:creationId xmlns:a16="http://schemas.microsoft.com/office/drawing/2014/main" id="{B60C850E-EFCD-EF62-38E7-30F15754968B}"/>
              </a:ext>
            </a:extLst>
          </p:cNvPr>
          <p:cNvSpPr/>
          <p:nvPr/>
        </p:nvSpPr>
        <p:spPr>
          <a:xfrm>
            <a:off x="3073512" y="4384420"/>
            <a:ext cx="911699" cy="1307525"/>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9" name="Rectangle 18">
            <a:extLst>
              <a:ext uri="{FF2B5EF4-FFF2-40B4-BE49-F238E27FC236}">
                <a16:creationId xmlns:a16="http://schemas.microsoft.com/office/drawing/2014/main" id="{DFC27001-F6DC-F980-90CC-97DDB8C7193B}"/>
              </a:ext>
            </a:extLst>
          </p:cNvPr>
          <p:cNvSpPr/>
          <p:nvPr/>
        </p:nvSpPr>
        <p:spPr>
          <a:xfrm>
            <a:off x="2896619" y="4384420"/>
            <a:ext cx="102200" cy="1307525"/>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0" name="Rectangle 19">
            <a:extLst>
              <a:ext uri="{FF2B5EF4-FFF2-40B4-BE49-F238E27FC236}">
                <a16:creationId xmlns:a16="http://schemas.microsoft.com/office/drawing/2014/main" id="{1FB9BA4A-2986-09CF-3038-F747403A3957}"/>
              </a:ext>
            </a:extLst>
          </p:cNvPr>
          <p:cNvSpPr/>
          <p:nvPr/>
        </p:nvSpPr>
        <p:spPr>
          <a:xfrm>
            <a:off x="798450" y="4384420"/>
            <a:ext cx="102200" cy="1307525"/>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1" name="Rectangle: Rounded Corners 20">
            <a:extLst>
              <a:ext uri="{FF2B5EF4-FFF2-40B4-BE49-F238E27FC236}">
                <a16:creationId xmlns:a16="http://schemas.microsoft.com/office/drawing/2014/main" id="{4D4BDD90-DF9C-1AF0-79AC-D1B337625FB6}"/>
              </a:ext>
            </a:extLst>
          </p:cNvPr>
          <p:cNvSpPr/>
          <p:nvPr/>
        </p:nvSpPr>
        <p:spPr>
          <a:xfrm>
            <a:off x="624587" y="3908108"/>
            <a:ext cx="3361396" cy="2176951"/>
          </a:xfrm>
          <a:prstGeom prst="roundRect">
            <a:avLst/>
          </a:prstGeom>
          <a:noFill/>
          <a:ln w="381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2" name="Rectangle: Rounded Corners 21">
            <a:extLst>
              <a:ext uri="{FF2B5EF4-FFF2-40B4-BE49-F238E27FC236}">
                <a16:creationId xmlns:a16="http://schemas.microsoft.com/office/drawing/2014/main" id="{89834600-4CD3-BDD9-DB35-832B24B30DC5}"/>
              </a:ext>
            </a:extLst>
          </p:cNvPr>
          <p:cNvSpPr/>
          <p:nvPr/>
        </p:nvSpPr>
        <p:spPr>
          <a:xfrm>
            <a:off x="8217982" y="3908108"/>
            <a:ext cx="3352754" cy="2176951"/>
          </a:xfrm>
          <a:prstGeom prst="roundRect">
            <a:avLst/>
          </a:prstGeom>
          <a:noFill/>
          <a:ln w="381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9" name="Freeform: Shape 48">
            <a:extLst>
              <a:ext uri="{FF2B5EF4-FFF2-40B4-BE49-F238E27FC236}">
                <a16:creationId xmlns:a16="http://schemas.microsoft.com/office/drawing/2014/main" id="{CAF42D42-C583-B14E-08D9-BE6FB20AD915}"/>
              </a:ext>
            </a:extLst>
          </p:cNvPr>
          <p:cNvSpPr/>
          <p:nvPr/>
        </p:nvSpPr>
        <p:spPr>
          <a:xfrm>
            <a:off x="5511135" y="4736998"/>
            <a:ext cx="1173052" cy="0"/>
          </a:xfrm>
          <a:custGeom>
            <a:avLst/>
            <a:gdLst>
              <a:gd name="connsiteX0" fmla="*/ 0 w 1173052"/>
              <a:gd name="connsiteY0" fmla="*/ 0 h 1631651"/>
              <a:gd name="connsiteX1" fmla="*/ 1173052 w 1173052"/>
              <a:gd name="connsiteY1" fmla="*/ 0 h 1631651"/>
              <a:gd name="connsiteX2" fmla="*/ 1173052 w 1173052"/>
              <a:gd name="connsiteY2" fmla="*/ 1631651 h 1631651"/>
              <a:gd name="connsiteX3" fmla="*/ 0 w 1173052"/>
              <a:gd name="connsiteY3" fmla="*/ 1631651 h 1631651"/>
              <a:gd name="connsiteX4" fmla="*/ 0 w 1173052"/>
              <a:gd name="connsiteY4" fmla="*/ 0 h 1631651"/>
              <a:gd name="connsiteX0" fmla="*/ 1173052 w 1264492"/>
              <a:gd name="connsiteY0" fmla="*/ 0 h 1631651"/>
              <a:gd name="connsiteX1" fmla="*/ 1173052 w 1264492"/>
              <a:gd name="connsiteY1" fmla="*/ 1631651 h 1631651"/>
              <a:gd name="connsiteX2" fmla="*/ 0 w 1264492"/>
              <a:gd name="connsiteY2" fmla="*/ 1631651 h 1631651"/>
              <a:gd name="connsiteX3" fmla="*/ 0 w 1264492"/>
              <a:gd name="connsiteY3" fmla="*/ 0 h 1631651"/>
              <a:gd name="connsiteX4" fmla="*/ 1264492 w 1264492"/>
              <a:gd name="connsiteY4" fmla="*/ 91440 h 1631651"/>
              <a:gd name="connsiteX0" fmla="*/ 1173052 w 1173052"/>
              <a:gd name="connsiteY0" fmla="*/ 0 h 1631651"/>
              <a:gd name="connsiteX1" fmla="*/ 1173052 w 1173052"/>
              <a:gd name="connsiteY1" fmla="*/ 1631651 h 1631651"/>
              <a:gd name="connsiteX2" fmla="*/ 0 w 1173052"/>
              <a:gd name="connsiteY2" fmla="*/ 1631651 h 1631651"/>
              <a:gd name="connsiteX3" fmla="*/ 0 w 1173052"/>
              <a:gd name="connsiteY3" fmla="*/ 0 h 1631651"/>
              <a:gd name="connsiteX0" fmla="*/ 1173052 w 1173052"/>
              <a:gd name="connsiteY0" fmla="*/ 0 h 1631651"/>
              <a:gd name="connsiteX1" fmla="*/ 1173052 w 1173052"/>
              <a:gd name="connsiteY1" fmla="*/ 1631651 h 1631651"/>
              <a:gd name="connsiteX2" fmla="*/ 0 w 1173052"/>
              <a:gd name="connsiteY2" fmla="*/ 1631651 h 1631651"/>
              <a:gd name="connsiteX0" fmla="*/ 1173052 w 1173052"/>
              <a:gd name="connsiteY0" fmla="*/ 0 h 0"/>
              <a:gd name="connsiteX1" fmla="*/ 0 w 1173052"/>
              <a:gd name="connsiteY1" fmla="*/ 0 h 0"/>
            </a:gdLst>
            <a:ahLst/>
            <a:cxnLst>
              <a:cxn ang="0">
                <a:pos x="connsiteX0" y="connsiteY0"/>
              </a:cxn>
              <a:cxn ang="0">
                <a:pos x="connsiteX1" y="connsiteY1"/>
              </a:cxn>
            </a:cxnLst>
            <a:rect l="l" t="t" r="r" b="b"/>
            <a:pathLst>
              <a:path w="1173052">
                <a:moveTo>
                  <a:pt x="1173052" y="0"/>
                </a:moveTo>
                <a:lnTo>
                  <a:pt x="0" y="0"/>
                </a:lnTo>
              </a:path>
            </a:pathLst>
          </a:custGeom>
          <a:noFill/>
          <a:ln w="63500" cap="rnd">
            <a:gradFill>
              <a:gsLst>
                <a:gs pos="0">
                  <a:schemeClr val="accent5"/>
                </a:gs>
                <a:gs pos="100000">
                  <a:schemeClr val="accent3"/>
                </a:gs>
              </a:gsLst>
              <a:lin ang="5400000" scaled="1"/>
            </a:gradFill>
            <a:prstDash val="sysDot"/>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52" name="Freeform: Shape 51">
            <a:extLst>
              <a:ext uri="{FF2B5EF4-FFF2-40B4-BE49-F238E27FC236}">
                <a16:creationId xmlns:a16="http://schemas.microsoft.com/office/drawing/2014/main" id="{A843E500-F1C5-4140-C033-BEB01C054C88}"/>
              </a:ext>
            </a:extLst>
          </p:cNvPr>
          <p:cNvSpPr/>
          <p:nvPr/>
        </p:nvSpPr>
        <p:spPr>
          <a:xfrm>
            <a:off x="6684187" y="3103071"/>
            <a:ext cx="607308" cy="1631651"/>
          </a:xfrm>
          <a:custGeom>
            <a:avLst/>
            <a:gdLst>
              <a:gd name="connsiteX0" fmla="*/ 0 w 607308"/>
              <a:gd name="connsiteY0" fmla="*/ 0 h 1631651"/>
              <a:gd name="connsiteX1" fmla="*/ 335361 w 607308"/>
              <a:gd name="connsiteY1" fmla="*/ 0 h 1631651"/>
              <a:gd name="connsiteX2" fmla="*/ 607308 w 607308"/>
              <a:gd name="connsiteY2" fmla="*/ 271947 h 1631651"/>
              <a:gd name="connsiteX3" fmla="*/ 607308 w 607308"/>
              <a:gd name="connsiteY3" fmla="*/ 1359704 h 1631651"/>
              <a:gd name="connsiteX4" fmla="*/ 335361 w 607308"/>
              <a:gd name="connsiteY4" fmla="*/ 1631651 h 1631651"/>
              <a:gd name="connsiteX5" fmla="*/ 0 w 607308"/>
              <a:gd name="connsiteY5" fmla="*/ 1631651 h 1631651"/>
              <a:gd name="connsiteX6" fmla="*/ 0 w 607308"/>
              <a:gd name="connsiteY6" fmla="*/ 0 h 1631651"/>
              <a:gd name="connsiteX0" fmla="*/ 0 w 607308"/>
              <a:gd name="connsiteY0" fmla="*/ 0 h 1631651"/>
              <a:gd name="connsiteX1" fmla="*/ 335361 w 607308"/>
              <a:gd name="connsiteY1" fmla="*/ 0 h 1631651"/>
              <a:gd name="connsiteX2" fmla="*/ 607308 w 607308"/>
              <a:gd name="connsiteY2" fmla="*/ 271947 h 1631651"/>
              <a:gd name="connsiteX3" fmla="*/ 607308 w 607308"/>
              <a:gd name="connsiteY3" fmla="*/ 1359704 h 1631651"/>
              <a:gd name="connsiteX4" fmla="*/ 335361 w 607308"/>
              <a:gd name="connsiteY4" fmla="*/ 1631651 h 1631651"/>
              <a:gd name="connsiteX5" fmla="*/ 0 w 607308"/>
              <a:gd name="connsiteY5" fmla="*/ 1631651 h 1631651"/>
              <a:gd name="connsiteX6" fmla="*/ 1230 w 607308"/>
              <a:gd name="connsiteY6" fmla="*/ 681649 h 1631651"/>
              <a:gd name="connsiteX7" fmla="*/ 0 w 607308"/>
              <a:gd name="connsiteY7" fmla="*/ 0 h 1631651"/>
              <a:gd name="connsiteX0" fmla="*/ 1230 w 607308"/>
              <a:gd name="connsiteY0" fmla="*/ 681649 h 1631651"/>
              <a:gd name="connsiteX1" fmla="*/ 0 w 607308"/>
              <a:gd name="connsiteY1" fmla="*/ 0 h 1631651"/>
              <a:gd name="connsiteX2" fmla="*/ 335361 w 607308"/>
              <a:gd name="connsiteY2" fmla="*/ 0 h 1631651"/>
              <a:gd name="connsiteX3" fmla="*/ 607308 w 607308"/>
              <a:gd name="connsiteY3" fmla="*/ 271947 h 1631651"/>
              <a:gd name="connsiteX4" fmla="*/ 607308 w 607308"/>
              <a:gd name="connsiteY4" fmla="*/ 1359704 h 1631651"/>
              <a:gd name="connsiteX5" fmla="*/ 335361 w 607308"/>
              <a:gd name="connsiteY5" fmla="*/ 1631651 h 1631651"/>
              <a:gd name="connsiteX6" fmla="*/ 0 w 607308"/>
              <a:gd name="connsiteY6" fmla="*/ 1631651 h 1631651"/>
              <a:gd name="connsiteX7" fmla="*/ 92670 w 607308"/>
              <a:gd name="connsiteY7" fmla="*/ 773089 h 1631651"/>
              <a:gd name="connsiteX0" fmla="*/ 1230 w 607308"/>
              <a:gd name="connsiteY0" fmla="*/ 681649 h 1631651"/>
              <a:gd name="connsiteX1" fmla="*/ 0 w 607308"/>
              <a:gd name="connsiteY1" fmla="*/ 0 h 1631651"/>
              <a:gd name="connsiteX2" fmla="*/ 335361 w 607308"/>
              <a:gd name="connsiteY2" fmla="*/ 0 h 1631651"/>
              <a:gd name="connsiteX3" fmla="*/ 607308 w 607308"/>
              <a:gd name="connsiteY3" fmla="*/ 271947 h 1631651"/>
              <a:gd name="connsiteX4" fmla="*/ 607308 w 607308"/>
              <a:gd name="connsiteY4" fmla="*/ 1359704 h 1631651"/>
              <a:gd name="connsiteX5" fmla="*/ 335361 w 607308"/>
              <a:gd name="connsiteY5" fmla="*/ 1631651 h 1631651"/>
              <a:gd name="connsiteX6" fmla="*/ 0 w 607308"/>
              <a:gd name="connsiteY6" fmla="*/ 1631651 h 1631651"/>
              <a:gd name="connsiteX0" fmla="*/ 0 w 607308"/>
              <a:gd name="connsiteY0" fmla="*/ 0 h 1631651"/>
              <a:gd name="connsiteX1" fmla="*/ 335361 w 607308"/>
              <a:gd name="connsiteY1" fmla="*/ 0 h 1631651"/>
              <a:gd name="connsiteX2" fmla="*/ 607308 w 607308"/>
              <a:gd name="connsiteY2" fmla="*/ 271947 h 1631651"/>
              <a:gd name="connsiteX3" fmla="*/ 607308 w 607308"/>
              <a:gd name="connsiteY3" fmla="*/ 1359704 h 1631651"/>
              <a:gd name="connsiteX4" fmla="*/ 335361 w 607308"/>
              <a:gd name="connsiteY4" fmla="*/ 1631651 h 1631651"/>
              <a:gd name="connsiteX5" fmla="*/ 0 w 607308"/>
              <a:gd name="connsiteY5" fmla="*/ 1631651 h 16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308" h="1631651">
                <a:moveTo>
                  <a:pt x="0" y="0"/>
                </a:moveTo>
                <a:lnTo>
                  <a:pt x="335361" y="0"/>
                </a:lnTo>
                <a:cubicBezTo>
                  <a:pt x="485553" y="0"/>
                  <a:pt x="607308" y="121755"/>
                  <a:pt x="607308" y="271947"/>
                </a:cubicBezTo>
                <a:lnTo>
                  <a:pt x="607308" y="1359704"/>
                </a:lnTo>
                <a:cubicBezTo>
                  <a:pt x="607308" y="1509896"/>
                  <a:pt x="485553" y="1631651"/>
                  <a:pt x="335361" y="1631651"/>
                </a:cubicBezTo>
                <a:lnTo>
                  <a:pt x="0" y="1631651"/>
                </a:lnTo>
              </a:path>
            </a:pathLst>
          </a:custGeom>
          <a:noFill/>
          <a:ln w="63500">
            <a:gradFill>
              <a:gsLst>
                <a:gs pos="0">
                  <a:schemeClr val="accent2"/>
                </a:gs>
                <a:gs pos="100000">
                  <a:schemeClr val="accent3"/>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51" name="TextBox 50">
            <a:extLst>
              <a:ext uri="{FF2B5EF4-FFF2-40B4-BE49-F238E27FC236}">
                <a16:creationId xmlns:a16="http://schemas.microsoft.com/office/drawing/2014/main" id="{0A41370D-A24E-12AA-0A11-2E20F4066A48}"/>
              </a:ext>
            </a:extLst>
          </p:cNvPr>
          <p:cNvSpPr txBox="1"/>
          <p:nvPr/>
        </p:nvSpPr>
        <p:spPr>
          <a:xfrm>
            <a:off x="1087196" y="4883288"/>
            <a:ext cx="1617626" cy="728002"/>
          </a:xfrm>
          <a:prstGeom prst="rect">
            <a:avLst/>
          </a:prstGeom>
          <a:noFill/>
        </p:spPr>
        <p:txBody>
          <a:bodyPr wrap="square" lIns="0" tIns="0" rIns="0" bIns="0" rtlCol="0" anchor="t">
            <a:noAutofit/>
          </a:bodyPr>
          <a:lstStyle/>
          <a:p>
            <a:r>
              <a:rPr lang="en-US" sz="1400">
                <a:solidFill>
                  <a:schemeClr val="tx1">
                    <a:lumMod val="85000"/>
                    <a:lumOff val="15000"/>
                  </a:schemeClr>
                </a:solidFill>
              </a:rPr>
              <a:t>This is a sample text. Insert your desired text here. </a:t>
            </a:r>
            <a:endParaRPr lang="en-US" sz="1400" b="1">
              <a:solidFill>
                <a:schemeClr val="tx1">
                  <a:lumMod val="85000"/>
                  <a:lumOff val="15000"/>
                </a:schemeClr>
              </a:solidFill>
            </a:endParaRPr>
          </a:p>
        </p:txBody>
      </p:sp>
      <p:sp>
        <p:nvSpPr>
          <p:cNvPr id="54" name="TextBox 53">
            <a:extLst>
              <a:ext uri="{FF2B5EF4-FFF2-40B4-BE49-F238E27FC236}">
                <a16:creationId xmlns:a16="http://schemas.microsoft.com/office/drawing/2014/main" id="{050372AA-4F61-0C29-8E64-A29D573741C7}"/>
              </a:ext>
            </a:extLst>
          </p:cNvPr>
          <p:cNvSpPr txBox="1"/>
          <p:nvPr/>
        </p:nvSpPr>
        <p:spPr>
          <a:xfrm>
            <a:off x="1087195" y="4428633"/>
            <a:ext cx="1617627" cy="311070"/>
          </a:xfrm>
          <a:prstGeom prst="rect">
            <a:avLst/>
          </a:prstGeom>
          <a:noFill/>
        </p:spPr>
        <p:txBody>
          <a:bodyPr wrap="square" lIns="0" tIns="0" rIns="0" bIns="0" rtlCol="0" anchor="ctr">
            <a:noAutofit/>
          </a:bodyPr>
          <a:lstStyle/>
          <a:p>
            <a:pPr>
              <a:lnSpc>
                <a:spcPct val="90000"/>
              </a:lnSpc>
            </a:pPr>
            <a:r>
              <a:rPr lang="en-US" sz="1600" b="1">
                <a:solidFill>
                  <a:schemeClr val="tx1">
                    <a:lumMod val="85000"/>
                    <a:lumOff val="15000"/>
                  </a:schemeClr>
                </a:solidFill>
              </a:rPr>
              <a:t>Edit Title Here</a:t>
            </a:r>
          </a:p>
        </p:txBody>
      </p:sp>
      <p:sp>
        <p:nvSpPr>
          <p:cNvPr id="57" name="TextBox 56">
            <a:extLst>
              <a:ext uri="{FF2B5EF4-FFF2-40B4-BE49-F238E27FC236}">
                <a16:creationId xmlns:a16="http://schemas.microsoft.com/office/drawing/2014/main" id="{D0085970-35B4-8D95-69B5-B7B9617E3415}"/>
              </a:ext>
            </a:extLst>
          </p:cNvPr>
          <p:cNvSpPr txBox="1"/>
          <p:nvPr/>
        </p:nvSpPr>
        <p:spPr>
          <a:xfrm>
            <a:off x="9512878" y="4927892"/>
            <a:ext cx="1617626" cy="728002"/>
          </a:xfrm>
          <a:prstGeom prst="rect">
            <a:avLst/>
          </a:prstGeom>
          <a:noFill/>
        </p:spPr>
        <p:txBody>
          <a:bodyPr wrap="square" lIns="0" tIns="0" rIns="0" bIns="0" rtlCol="0" anchor="t">
            <a:noAutofit/>
          </a:bodyPr>
          <a:lstStyle/>
          <a:p>
            <a:r>
              <a:rPr lang="en-US" sz="1400">
                <a:solidFill>
                  <a:schemeClr val="tx1">
                    <a:lumMod val="85000"/>
                    <a:lumOff val="15000"/>
                  </a:schemeClr>
                </a:solidFill>
              </a:rPr>
              <a:t>This is a sample text. Insert your desired text here. </a:t>
            </a:r>
            <a:endParaRPr lang="en-US" sz="1400" b="1">
              <a:solidFill>
                <a:schemeClr val="tx1">
                  <a:lumMod val="85000"/>
                  <a:lumOff val="15000"/>
                </a:schemeClr>
              </a:solidFill>
            </a:endParaRPr>
          </a:p>
        </p:txBody>
      </p:sp>
      <p:sp>
        <p:nvSpPr>
          <p:cNvPr id="59" name="TextBox 58">
            <a:extLst>
              <a:ext uri="{FF2B5EF4-FFF2-40B4-BE49-F238E27FC236}">
                <a16:creationId xmlns:a16="http://schemas.microsoft.com/office/drawing/2014/main" id="{BB8F7395-3E7E-0F31-492B-FCB0732B50FE}"/>
              </a:ext>
            </a:extLst>
          </p:cNvPr>
          <p:cNvSpPr txBox="1"/>
          <p:nvPr/>
        </p:nvSpPr>
        <p:spPr>
          <a:xfrm>
            <a:off x="9512877" y="4473237"/>
            <a:ext cx="1617627" cy="311070"/>
          </a:xfrm>
          <a:prstGeom prst="rect">
            <a:avLst/>
          </a:prstGeom>
          <a:noFill/>
        </p:spPr>
        <p:txBody>
          <a:bodyPr wrap="square" lIns="0" tIns="0" rIns="0" bIns="0" rtlCol="0" anchor="ctr">
            <a:noAutofit/>
          </a:bodyPr>
          <a:lstStyle/>
          <a:p>
            <a:pPr>
              <a:lnSpc>
                <a:spcPct val="90000"/>
              </a:lnSpc>
            </a:pPr>
            <a:r>
              <a:rPr lang="en-US" sz="1600" b="1">
                <a:solidFill>
                  <a:schemeClr val="tx1">
                    <a:lumMod val="85000"/>
                    <a:lumOff val="15000"/>
                  </a:schemeClr>
                </a:solidFill>
              </a:rPr>
              <a:t>Edit Title Here</a:t>
            </a:r>
          </a:p>
        </p:txBody>
      </p:sp>
      <p:pic>
        <p:nvPicPr>
          <p:cNvPr id="77" name="Graphic 76" descr="Door Open outline">
            <a:extLst>
              <a:ext uri="{FF2B5EF4-FFF2-40B4-BE49-F238E27FC236}">
                <a16:creationId xmlns:a16="http://schemas.microsoft.com/office/drawing/2014/main" id="{32ABBA0E-D927-BDEE-6C2A-BDB781F6635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407579" y="2362777"/>
            <a:ext cx="566732" cy="566730"/>
          </a:xfrm>
          <a:prstGeom prst="rect">
            <a:avLst/>
          </a:prstGeom>
        </p:spPr>
      </p:pic>
      <p:pic>
        <p:nvPicPr>
          <p:cNvPr id="78" name="Graphic 77" descr="Puzzle pieces outline">
            <a:extLst>
              <a:ext uri="{FF2B5EF4-FFF2-40B4-BE49-F238E27FC236}">
                <a16:creationId xmlns:a16="http://schemas.microsoft.com/office/drawing/2014/main" id="{FB7E03C0-2C9C-140E-3CDF-0C8F0B647C9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378206" y="4729864"/>
            <a:ext cx="622644" cy="622644"/>
          </a:xfrm>
          <a:prstGeom prst="rect">
            <a:avLst/>
          </a:prstGeom>
        </p:spPr>
      </p:pic>
      <p:pic>
        <p:nvPicPr>
          <p:cNvPr id="79" name="Graphic 78" descr="Diamond outline">
            <a:extLst>
              <a:ext uri="{FF2B5EF4-FFF2-40B4-BE49-F238E27FC236}">
                <a16:creationId xmlns:a16="http://schemas.microsoft.com/office/drawing/2014/main" id="{32EF5A3C-7C77-F511-7A82-FDEABEF75420}"/>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245994" y="4754816"/>
            <a:ext cx="566732" cy="566730"/>
          </a:xfrm>
          <a:prstGeom prst="rect">
            <a:avLst/>
          </a:prstGeom>
        </p:spPr>
      </p:pic>
      <p:pic>
        <p:nvPicPr>
          <p:cNvPr id="80" name="Graphic 79" descr="Rocket outline">
            <a:extLst>
              <a:ext uri="{FF2B5EF4-FFF2-40B4-BE49-F238E27FC236}">
                <a16:creationId xmlns:a16="http://schemas.microsoft.com/office/drawing/2014/main" id="{120CF9A8-D3D9-D2F6-74C9-C68F5126585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218038" y="2375544"/>
            <a:ext cx="622644" cy="622644"/>
          </a:xfrm>
          <a:prstGeom prst="rect">
            <a:avLst/>
          </a:prstGeom>
        </p:spPr>
      </p:pic>
    </p:spTree>
    <p:extLst>
      <p:ext uri="{BB962C8B-B14F-4D97-AF65-F5344CB8AC3E}">
        <p14:creationId xmlns:p14="http://schemas.microsoft.com/office/powerpoint/2010/main" val="68641617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ED48DAA9-B66C-9C31-F991-B51DC01ADC5C}"/>
              </a:ext>
            </a:extLst>
          </p:cNvPr>
          <p:cNvGrpSpPr/>
          <p:nvPr/>
        </p:nvGrpSpPr>
        <p:grpSpPr>
          <a:xfrm>
            <a:off x="4119971" y="2097562"/>
            <a:ext cx="2034718" cy="2034718"/>
            <a:chOff x="4118383" y="2097562"/>
            <a:chExt cx="2034718" cy="2034718"/>
          </a:xfrm>
        </p:grpSpPr>
        <p:sp>
          <p:nvSpPr>
            <p:cNvPr id="30" name="Oval 29">
              <a:extLst>
                <a:ext uri="{FF2B5EF4-FFF2-40B4-BE49-F238E27FC236}">
                  <a16:creationId xmlns:a16="http://schemas.microsoft.com/office/drawing/2014/main" id="{088489C7-459B-C75C-61B2-6F18F51AE01A}"/>
                </a:ext>
              </a:extLst>
            </p:cNvPr>
            <p:cNvSpPr/>
            <p:nvPr/>
          </p:nvSpPr>
          <p:spPr>
            <a:xfrm>
              <a:off x="4118383" y="2097562"/>
              <a:ext cx="2034718" cy="2034718"/>
            </a:xfrm>
            <a:prstGeom prst="ellipse">
              <a:avLst/>
            </a:prstGeom>
            <a:gradFill>
              <a:gsLst>
                <a:gs pos="0">
                  <a:schemeClr val="accent2"/>
                </a:gs>
                <a:gs pos="100000">
                  <a:schemeClr val="accent2">
                    <a:lumMod val="75000"/>
                  </a:schemeClr>
                </a:gs>
              </a:gsLst>
              <a:lin ang="135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41" name="TextBox 40">
              <a:extLst>
                <a:ext uri="{FF2B5EF4-FFF2-40B4-BE49-F238E27FC236}">
                  <a16:creationId xmlns:a16="http://schemas.microsoft.com/office/drawing/2014/main" id="{A129BE5B-AFDF-AC64-93E5-0994DDBFB9CF}"/>
                </a:ext>
              </a:extLst>
            </p:cNvPr>
            <p:cNvSpPr txBox="1"/>
            <p:nvPr/>
          </p:nvSpPr>
          <p:spPr>
            <a:xfrm flipH="1">
              <a:off x="4497395" y="2285977"/>
              <a:ext cx="948945" cy="711081"/>
            </a:xfrm>
            <a:prstGeom prst="rect">
              <a:avLst/>
            </a:prstGeom>
            <a:noFill/>
          </p:spPr>
          <p:txBody>
            <a:bodyPr wrap="square" lIns="0" tIns="0" rIns="0" bIns="0" rtlCol="0" anchor="ctr">
              <a:no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a:ea typeface="+mn-ea"/>
                  <a:cs typeface="+mn-cs"/>
                </a:rPr>
                <a:t>Insert your desired text here.</a:t>
              </a:r>
              <a:endParaRPr kumimoji="0" lang="en-IN" sz="1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22" name="Group 21">
            <a:extLst>
              <a:ext uri="{FF2B5EF4-FFF2-40B4-BE49-F238E27FC236}">
                <a16:creationId xmlns:a16="http://schemas.microsoft.com/office/drawing/2014/main" id="{6A794CD8-B6E1-8B88-E3CD-AA16BD8EED56}"/>
              </a:ext>
            </a:extLst>
          </p:cNvPr>
          <p:cNvGrpSpPr/>
          <p:nvPr/>
        </p:nvGrpSpPr>
        <p:grpSpPr>
          <a:xfrm>
            <a:off x="800214" y="1650238"/>
            <a:ext cx="3032595" cy="1050266"/>
            <a:chOff x="798625" y="1650238"/>
            <a:chExt cx="3032595" cy="1050266"/>
          </a:xfrm>
        </p:grpSpPr>
        <p:grpSp>
          <p:nvGrpSpPr>
            <p:cNvPr id="33" name="Group 32">
              <a:extLst>
                <a:ext uri="{FF2B5EF4-FFF2-40B4-BE49-F238E27FC236}">
                  <a16:creationId xmlns:a16="http://schemas.microsoft.com/office/drawing/2014/main" id="{FFA822FE-5C26-E003-17F2-8ED4E71838DA}"/>
                </a:ext>
              </a:extLst>
            </p:cNvPr>
            <p:cNvGrpSpPr/>
            <p:nvPr/>
          </p:nvGrpSpPr>
          <p:grpSpPr>
            <a:xfrm>
              <a:off x="798625" y="1650238"/>
              <a:ext cx="1956580" cy="1050266"/>
              <a:chOff x="3635846" y="2227598"/>
              <a:chExt cx="1494253" cy="1050266"/>
            </a:xfrm>
          </p:grpSpPr>
          <p:sp>
            <p:nvSpPr>
              <p:cNvPr id="34" name="TextBox 33">
                <a:extLst>
                  <a:ext uri="{FF2B5EF4-FFF2-40B4-BE49-F238E27FC236}">
                    <a16:creationId xmlns:a16="http://schemas.microsoft.com/office/drawing/2014/main" id="{9FC24B5A-FD97-82D1-C65A-E7632BBF3375}"/>
                  </a:ext>
                </a:extLst>
              </p:cNvPr>
              <p:cNvSpPr txBox="1"/>
              <p:nvPr/>
            </p:nvSpPr>
            <p:spPr>
              <a:xfrm flipH="1">
                <a:off x="3635846" y="2566783"/>
                <a:ext cx="1494252" cy="711081"/>
              </a:xfrm>
              <a:prstGeom prst="rect">
                <a:avLst/>
              </a:prstGeom>
              <a:noFill/>
            </p:spPr>
            <p:txBody>
              <a:bodyPr wrap="square" lIns="0" tIns="0" rIns="0" bIns="0" rtlCol="0" anchor="t">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 </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35" name="TextBox 34">
                <a:extLst>
                  <a:ext uri="{FF2B5EF4-FFF2-40B4-BE49-F238E27FC236}">
                    <a16:creationId xmlns:a16="http://schemas.microsoft.com/office/drawing/2014/main" id="{0A116614-78B0-0C11-B30A-D7725019114C}"/>
                  </a:ext>
                </a:extLst>
              </p:cNvPr>
              <p:cNvSpPr txBox="1"/>
              <p:nvPr/>
            </p:nvSpPr>
            <p:spPr>
              <a:xfrm flipH="1">
                <a:off x="3657837" y="2227598"/>
                <a:ext cx="1472262" cy="261257"/>
              </a:xfrm>
              <a:prstGeom prst="rect">
                <a:avLst/>
              </a:prstGeom>
              <a:noFill/>
            </p:spPr>
            <p:txBody>
              <a:bodyPr wrap="square" lIns="0" tIns="0" rIns="0" bIns="0" rtlCol="0" anchor="ctr">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IN" sz="1800" b="1"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grpSp>
        <p:sp>
          <p:nvSpPr>
            <p:cNvPr id="39" name="TextBox 38">
              <a:extLst>
                <a:ext uri="{FF2B5EF4-FFF2-40B4-BE49-F238E27FC236}">
                  <a16:creationId xmlns:a16="http://schemas.microsoft.com/office/drawing/2014/main" id="{4E7A8590-1294-D992-4DFB-236EBA231AF6}"/>
                </a:ext>
              </a:extLst>
            </p:cNvPr>
            <p:cNvSpPr txBox="1"/>
            <p:nvPr/>
          </p:nvSpPr>
          <p:spPr>
            <a:xfrm>
              <a:off x="3078490" y="1682411"/>
              <a:ext cx="752730" cy="646736"/>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gradFill>
                    <a:gsLst>
                      <a:gs pos="0">
                        <a:srgbClr val="ED7D31"/>
                      </a:gs>
                      <a:gs pos="100000">
                        <a:srgbClr val="ED7D31">
                          <a:lumMod val="75000"/>
                        </a:srgbClr>
                      </a:gs>
                    </a:gsLst>
                    <a:lin ang="13500000" scaled="1"/>
                  </a:gradFill>
                  <a:effectLst/>
                  <a:uLnTx/>
                  <a:uFillTx/>
                  <a:latin typeface="Segoe UI"/>
                  <a:ea typeface="+mn-ea"/>
                  <a:cs typeface="+mn-cs"/>
                </a:rPr>
                <a:t>01</a:t>
              </a:r>
              <a:endParaRPr kumimoji="0" lang="en-IN" sz="4000" b="1" i="0" u="none" strike="noStrike" kern="1200" cap="none" spc="0" normalizeH="0" baseline="0" noProof="0">
                <a:ln>
                  <a:noFill/>
                </a:ln>
                <a:gradFill>
                  <a:gsLst>
                    <a:gs pos="0">
                      <a:srgbClr val="ED7D31"/>
                    </a:gs>
                    <a:gs pos="100000">
                      <a:srgbClr val="ED7D31">
                        <a:lumMod val="75000"/>
                      </a:srgbClr>
                    </a:gs>
                  </a:gsLst>
                  <a:lin ang="13500000" scaled="1"/>
                </a:gradFill>
                <a:effectLst/>
                <a:uLnTx/>
                <a:uFillTx/>
                <a:latin typeface="Segoe UI"/>
                <a:ea typeface="+mn-ea"/>
                <a:cs typeface="+mn-cs"/>
              </a:endParaRPr>
            </a:p>
          </p:txBody>
        </p:sp>
      </p:grpSp>
      <p:grpSp>
        <p:nvGrpSpPr>
          <p:cNvPr id="23" name="Group 22">
            <a:extLst>
              <a:ext uri="{FF2B5EF4-FFF2-40B4-BE49-F238E27FC236}">
                <a16:creationId xmlns:a16="http://schemas.microsoft.com/office/drawing/2014/main" id="{2BA4E6B7-9D12-BB8C-0485-E9186E4A2EB2}"/>
              </a:ext>
            </a:extLst>
          </p:cNvPr>
          <p:cNvGrpSpPr/>
          <p:nvPr/>
        </p:nvGrpSpPr>
        <p:grpSpPr>
          <a:xfrm>
            <a:off x="800214" y="5015869"/>
            <a:ext cx="3032595" cy="1050266"/>
            <a:chOff x="798625" y="5015869"/>
            <a:chExt cx="3032595" cy="1050266"/>
          </a:xfrm>
        </p:grpSpPr>
        <p:grpSp>
          <p:nvGrpSpPr>
            <p:cNvPr id="36" name="Group 35">
              <a:extLst>
                <a:ext uri="{FF2B5EF4-FFF2-40B4-BE49-F238E27FC236}">
                  <a16:creationId xmlns:a16="http://schemas.microsoft.com/office/drawing/2014/main" id="{F232B2A4-CC10-99B1-A777-3256189AD1FE}"/>
                </a:ext>
              </a:extLst>
            </p:cNvPr>
            <p:cNvGrpSpPr/>
            <p:nvPr/>
          </p:nvGrpSpPr>
          <p:grpSpPr>
            <a:xfrm>
              <a:off x="798625" y="5015869"/>
              <a:ext cx="1956580" cy="1050266"/>
              <a:chOff x="3635846" y="2227598"/>
              <a:chExt cx="1494253" cy="1050266"/>
            </a:xfrm>
          </p:grpSpPr>
          <p:sp>
            <p:nvSpPr>
              <p:cNvPr id="37" name="TextBox 36">
                <a:extLst>
                  <a:ext uri="{FF2B5EF4-FFF2-40B4-BE49-F238E27FC236}">
                    <a16:creationId xmlns:a16="http://schemas.microsoft.com/office/drawing/2014/main" id="{B774A007-0B95-1E1E-65CE-6AD5448DB138}"/>
                  </a:ext>
                </a:extLst>
              </p:cNvPr>
              <p:cNvSpPr txBox="1"/>
              <p:nvPr/>
            </p:nvSpPr>
            <p:spPr>
              <a:xfrm flipH="1">
                <a:off x="3635846" y="2566783"/>
                <a:ext cx="1494252" cy="711081"/>
              </a:xfrm>
              <a:prstGeom prst="rect">
                <a:avLst/>
              </a:prstGeom>
              <a:noFill/>
            </p:spPr>
            <p:txBody>
              <a:bodyPr wrap="square" lIns="0" tIns="0" rIns="0" bIns="0" rtlCol="0" anchor="t">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 </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38" name="TextBox 37">
                <a:extLst>
                  <a:ext uri="{FF2B5EF4-FFF2-40B4-BE49-F238E27FC236}">
                    <a16:creationId xmlns:a16="http://schemas.microsoft.com/office/drawing/2014/main" id="{62263A97-29AD-64EC-E81F-C6958A6F9C8B}"/>
                  </a:ext>
                </a:extLst>
              </p:cNvPr>
              <p:cNvSpPr txBox="1"/>
              <p:nvPr/>
            </p:nvSpPr>
            <p:spPr>
              <a:xfrm flipH="1">
                <a:off x="3657837" y="2227598"/>
                <a:ext cx="1472262" cy="261257"/>
              </a:xfrm>
              <a:prstGeom prst="rect">
                <a:avLst/>
              </a:prstGeom>
              <a:noFill/>
            </p:spPr>
            <p:txBody>
              <a:bodyPr wrap="square" lIns="0" tIns="0" rIns="0" bIns="0" rtlCol="0" anchor="ctr">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IN" sz="1800" b="1"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grpSp>
        <p:sp>
          <p:nvSpPr>
            <p:cNvPr id="40" name="TextBox 39">
              <a:extLst>
                <a:ext uri="{FF2B5EF4-FFF2-40B4-BE49-F238E27FC236}">
                  <a16:creationId xmlns:a16="http://schemas.microsoft.com/office/drawing/2014/main" id="{D4C094AD-D8F8-BA0A-0AD0-E7BBA41F1121}"/>
                </a:ext>
              </a:extLst>
            </p:cNvPr>
            <p:cNvSpPr txBox="1"/>
            <p:nvPr/>
          </p:nvSpPr>
          <p:spPr>
            <a:xfrm>
              <a:off x="3078490" y="5048042"/>
              <a:ext cx="752730" cy="646736"/>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gradFill>
                    <a:gsLst>
                      <a:gs pos="0">
                        <a:srgbClr val="4472C4"/>
                      </a:gs>
                      <a:gs pos="100000">
                        <a:srgbClr val="4472C4">
                          <a:lumMod val="75000"/>
                        </a:srgbClr>
                      </a:gs>
                    </a:gsLst>
                    <a:lin ang="13500000" scaled="1"/>
                  </a:gradFill>
                  <a:effectLst/>
                  <a:uLnTx/>
                  <a:uFillTx/>
                  <a:latin typeface="Segoe UI"/>
                  <a:ea typeface="+mn-ea"/>
                  <a:cs typeface="+mn-cs"/>
                </a:rPr>
                <a:t>02</a:t>
              </a:r>
              <a:endParaRPr kumimoji="0" lang="en-IN" sz="4000" b="1" i="0" u="none" strike="noStrike" kern="1200" cap="none" spc="0" normalizeH="0" baseline="0" noProof="0">
                <a:ln>
                  <a:noFill/>
                </a:ln>
                <a:gradFill>
                  <a:gsLst>
                    <a:gs pos="0">
                      <a:srgbClr val="4472C4"/>
                    </a:gs>
                    <a:gs pos="100000">
                      <a:srgbClr val="4472C4">
                        <a:lumMod val="75000"/>
                      </a:srgbClr>
                    </a:gs>
                  </a:gsLst>
                  <a:lin ang="13500000" scaled="1"/>
                </a:gradFill>
                <a:effectLst/>
                <a:uLnTx/>
                <a:uFillTx/>
                <a:latin typeface="Segoe UI"/>
                <a:ea typeface="+mn-ea"/>
                <a:cs typeface="+mn-cs"/>
              </a:endParaRPr>
            </a:p>
          </p:txBody>
        </p:sp>
      </p:grpSp>
      <p:grpSp>
        <p:nvGrpSpPr>
          <p:cNvPr id="18" name="Group 17">
            <a:extLst>
              <a:ext uri="{FF2B5EF4-FFF2-40B4-BE49-F238E27FC236}">
                <a16:creationId xmlns:a16="http://schemas.microsoft.com/office/drawing/2014/main" id="{97619A0A-ED98-ADF4-8C56-1C1CA6E45E08}"/>
              </a:ext>
            </a:extLst>
          </p:cNvPr>
          <p:cNvGrpSpPr/>
          <p:nvPr/>
        </p:nvGrpSpPr>
        <p:grpSpPr>
          <a:xfrm>
            <a:off x="5630619" y="1868962"/>
            <a:ext cx="2265784" cy="2265784"/>
            <a:chOff x="5629031" y="1868962"/>
            <a:chExt cx="2265784" cy="2265784"/>
          </a:xfrm>
        </p:grpSpPr>
        <p:sp>
          <p:nvSpPr>
            <p:cNvPr id="28" name="Oval 27">
              <a:extLst>
                <a:ext uri="{FF2B5EF4-FFF2-40B4-BE49-F238E27FC236}">
                  <a16:creationId xmlns:a16="http://schemas.microsoft.com/office/drawing/2014/main" id="{21C4CB2E-41B3-D332-4FB2-6F93E210641A}"/>
                </a:ext>
              </a:extLst>
            </p:cNvPr>
            <p:cNvSpPr/>
            <p:nvPr/>
          </p:nvSpPr>
          <p:spPr>
            <a:xfrm>
              <a:off x="5629031" y="1868962"/>
              <a:ext cx="2265784" cy="2265784"/>
            </a:xfrm>
            <a:prstGeom prst="ellipse">
              <a:avLst/>
            </a:prstGeom>
            <a:gradFill>
              <a:gsLst>
                <a:gs pos="0">
                  <a:schemeClr val="accent3"/>
                </a:gs>
                <a:gs pos="100000">
                  <a:schemeClr val="accent3">
                    <a:lumMod val="75000"/>
                  </a:schemeClr>
                </a:gs>
              </a:gsLst>
              <a:lin ang="135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42" name="TextBox 41">
              <a:extLst>
                <a:ext uri="{FF2B5EF4-FFF2-40B4-BE49-F238E27FC236}">
                  <a16:creationId xmlns:a16="http://schemas.microsoft.com/office/drawing/2014/main" id="{51E61893-520E-87CD-308C-F2624D03CA61}"/>
                </a:ext>
              </a:extLst>
            </p:cNvPr>
            <p:cNvSpPr txBox="1"/>
            <p:nvPr/>
          </p:nvSpPr>
          <p:spPr>
            <a:xfrm flipH="1">
              <a:off x="6598838" y="2372706"/>
              <a:ext cx="917441" cy="711081"/>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a:ea typeface="+mn-ea"/>
                  <a:cs typeface="+mn-cs"/>
                </a:rPr>
                <a:t>Insert your desired text here.</a:t>
              </a:r>
              <a:endParaRPr kumimoji="0" lang="en-IN" sz="1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20" name="Group 19">
            <a:extLst>
              <a:ext uri="{FF2B5EF4-FFF2-40B4-BE49-F238E27FC236}">
                <a16:creationId xmlns:a16="http://schemas.microsoft.com/office/drawing/2014/main" id="{8CA104F9-F50F-1D0A-4D62-DFB03CDEBA1C}"/>
              </a:ext>
            </a:extLst>
          </p:cNvPr>
          <p:cNvGrpSpPr/>
          <p:nvPr/>
        </p:nvGrpSpPr>
        <p:grpSpPr>
          <a:xfrm>
            <a:off x="5785486" y="3730420"/>
            <a:ext cx="1784346" cy="1784346"/>
            <a:chOff x="5783898" y="3730420"/>
            <a:chExt cx="1784346" cy="1784346"/>
          </a:xfrm>
        </p:grpSpPr>
        <p:sp>
          <p:nvSpPr>
            <p:cNvPr id="31" name="Oval 30">
              <a:extLst>
                <a:ext uri="{FF2B5EF4-FFF2-40B4-BE49-F238E27FC236}">
                  <a16:creationId xmlns:a16="http://schemas.microsoft.com/office/drawing/2014/main" id="{F99E1279-273D-B574-8682-6F2A7A4E5084}"/>
                </a:ext>
              </a:extLst>
            </p:cNvPr>
            <p:cNvSpPr/>
            <p:nvPr/>
          </p:nvSpPr>
          <p:spPr>
            <a:xfrm>
              <a:off x="5783898" y="3730420"/>
              <a:ext cx="1784346" cy="1784346"/>
            </a:xfrm>
            <a:prstGeom prst="ellipse">
              <a:avLst/>
            </a:prstGeom>
            <a:gradFill>
              <a:gsLst>
                <a:gs pos="0">
                  <a:schemeClr val="accent5"/>
                </a:gs>
                <a:gs pos="100000">
                  <a:schemeClr val="accent5">
                    <a:lumMod val="75000"/>
                  </a:schemeClr>
                </a:gs>
              </a:gsLst>
              <a:lin ang="135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43" name="TextBox 42">
              <a:extLst>
                <a:ext uri="{FF2B5EF4-FFF2-40B4-BE49-F238E27FC236}">
                  <a16:creationId xmlns:a16="http://schemas.microsoft.com/office/drawing/2014/main" id="{D023371D-1C64-C189-8F2B-4EED5F2BFC9D}"/>
                </a:ext>
              </a:extLst>
            </p:cNvPr>
            <p:cNvSpPr txBox="1"/>
            <p:nvPr/>
          </p:nvSpPr>
          <p:spPr>
            <a:xfrm flipH="1">
              <a:off x="6587487" y="4297054"/>
              <a:ext cx="917441" cy="711081"/>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a:ea typeface="+mn-ea"/>
                  <a:cs typeface="+mn-cs"/>
                </a:rPr>
                <a:t>Insert your desired text here.</a:t>
              </a:r>
              <a:endParaRPr kumimoji="0" lang="en-IN" sz="1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19" name="Group 18">
            <a:extLst>
              <a:ext uri="{FF2B5EF4-FFF2-40B4-BE49-F238E27FC236}">
                <a16:creationId xmlns:a16="http://schemas.microsoft.com/office/drawing/2014/main" id="{D4261DBC-E6DD-A122-2110-12169EA54EB5}"/>
              </a:ext>
            </a:extLst>
          </p:cNvPr>
          <p:cNvGrpSpPr/>
          <p:nvPr/>
        </p:nvGrpSpPr>
        <p:grpSpPr>
          <a:xfrm>
            <a:off x="4150162" y="3284105"/>
            <a:ext cx="2265784" cy="2265784"/>
            <a:chOff x="4148574" y="3284105"/>
            <a:chExt cx="2265784" cy="2265784"/>
          </a:xfrm>
        </p:grpSpPr>
        <p:sp>
          <p:nvSpPr>
            <p:cNvPr id="29" name="Oval 28">
              <a:extLst>
                <a:ext uri="{FF2B5EF4-FFF2-40B4-BE49-F238E27FC236}">
                  <a16:creationId xmlns:a16="http://schemas.microsoft.com/office/drawing/2014/main" id="{CDFFEC4A-5D28-A402-0B81-735A3D8255BE}"/>
                </a:ext>
              </a:extLst>
            </p:cNvPr>
            <p:cNvSpPr/>
            <p:nvPr/>
          </p:nvSpPr>
          <p:spPr>
            <a:xfrm>
              <a:off x="4148574" y="3284105"/>
              <a:ext cx="2265784" cy="2265784"/>
            </a:xfrm>
            <a:prstGeom prst="ellipse">
              <a:avLst/>
            </a:prstGeom>
            <a:gradFill>
              <a:gsLst>
                <a:gs pos="0">
                  <a:schemeClr val="accent1"/>
                </a:gs>
                <a:gs pos="100000">
                  <a:schemeClr val="accent1">
                    <a:lumMod val="75000"/>
                  </a:schemeClr>
                </a:gs>
              </a:gsLst>
              <a:lin ang="135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44" name="TextBox 43">
              <a:extLst>
                <a:ext uri="{FF2B5EF4-FFF2-40B4-BE49-F238E27FC236}">
                  <a16:creationId xmlns:a16="http://schemas.microsoft.com/office/drawing/2014/main" id="{83158399-DE47-5C1E-BD87-F7FC37A2FEFF}"/>
                </a:ext>
              </a:extLst>
            </p:cNvPr>
            <p:cNvSpPr txBox="1"/>
            <p:nvPr/>
          </p:nvSpPr>
          <p:spPr>
            <a:xfrm flipH="1">
              <a:off x="4303227" y="4236094"/>
              <a:ext cx="917441" cy="711081"/>
            </a:xfrm>
            <a:prstGeom prst="rect">
              <a:avLst/>
            </a:prstGeom>
            <a:noFill/>
          </p:spPr>
          <p:txBody>
            <a:bodyPr wrap="square" lIns="0" tIns="0" rIns="0" bIns="0" rtlCol="0" anchor="ctr">
              <a:no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a:ea typeface="+mn-ea"/>
                  <a:cs typeface="+mn-cs"/>
                </a:rPr>
                <a:t>Insert your desired text here.</a:t>
              </a:r>
              <a:endParaRPr kumimoji="0" lang="en-IN" sz="1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50" name="Rectangle 49">
            <a:extLst>
              <a:ext uri="{FF2B5EF4-FFF2-40B4-BE49-F238E27FC236}">
                <a16:creationId xmlns:a16="http://schemas.microsoft.com/office/drawing/2014/main" id="{4C440420-E44D-5C87-327A-D2E541ECDB32}"/>
              </a:ext>
            </a:extLst>
          </p:cNvPr>
          <p:cNvSpPr/>
          <p:nvPr/>
        </p:nvSpPr>
        <p:spPr>
          <a:xfrm>
            <a:off x="3230726" y="1450917"/>
            <a:ext cx="1240547" cy="635466"/>
          </a:xfrm>
          <a:custGeom>
            <a:avLst/>
            <a:gdLst>
              <a:gd name="connsiteX0" fmla="*/ 0 w 943928"/>
              <a:gd name="connsiteY0" fmla="*/ 0 h 810488"/>
              <a:gd name="connsiteX1" fmla="*/ 943928 w 943928"/>
              <a:gd name="connsiteY1" fmla="*/ 0 h 810488"/>
              <a:gd name="connsiteX2" fmla="*/ 943928 w 943928"/>
              <a:gd name="connsiteY2" fmla="*/ 810488 h 810488"/>
              <a:gd name="connsiteX3" fmla="*/ 0 w 943928"/>
              <a:gd name="connsiteY3" fmla="*/ 810488 h 810488"/>
              <a:gd name="connsiteX4" fmla="*/ 0 w 943928"/>
              <a:gd name="connsiteY4" fmla="*/ 0 h 810488"/>
              <a:gd name="connsiteX0" fmla="*/ 0 w 943928"/>
              <a:gd name="connsiteY0" fmla="*/ 810488 h 901928"/>
              <a:gd name="connsiteX1" fmla="*/ 0 w 943928"/>
              <a:gd name="connsiteY1" fmla="*/ 0 h 901928"/>
              <a:gd name="connsiteX2" fmla="*/ 943928 w 943928"/>
              <a:gd name="connsiteY2" fmla="*/ 0 h 901928"/>
              <a:gd name="connsiteX3" fmla="*/ 943928 w 943928"/>
              <a:gd name="connsiteY3" fmla="*/ 810488 h 901928"/>
              <a:gd name="connsiteX4" fmla="*/ 91440 w 943928"/>
              <a:gd name="connsiteY4" fmla="*/ 901928 h 901928"/>
              <a:gd name="connsiteX0" fmla="*/ 0 w 943928"/>
              <a:gd name="connsiteY0" fmla="*/ 810488 h 810488"/>
              <a:gd name="connsiteX1" fmla="*/ 0 w 943928"/>
              <a:gd name="connsiteY1" fmla="*/ 0 h 810488"/>
              <a:gd name="connsiteX2" fmla="*/ 943928 w 943928"/>
              <a:gd name="connsiteY2" fmla="*/ 0 h 810488"/>
              <a:gd name="connsiteX3" fmla="*/ 943928 w 943928"/>
              <a:gd name="connsiteY3" fmla="*/ 810488 h 810488"/>
              <a:gd name="connsiteX0" fmla="*/ 0 w 943928"/>
              <a:gd name="connsiteY0" fmla="*/ 0 h 810488"/>
              <a:gd name="connsiteX1" fmla="*/ 943928 w 943928"/>
              <a:gd name="connsiteY1" fmla="*/ 0 h 810488"/>
              <a:gd name="connsiteX2" fmla="*/ 943928 w 943928"/>
              <a:gd name="connsiteY2" fmla="*/ 810488 h 810488"/>
              <a:gd name="connsiteX0" fmla="*/ 0 w 943928"/>
              <a:gd name="connsiteY0" fmla="*/ 961 h 811449"/>
              <a:gd name="connsiteX1" fmla="*/ 717058 w 943928"/>
              <a:gd name="connsiteY1" fmla="*/ 0 h 811449"/>
              <a:gd name="connsiteX2" fmla="*/ 943928 w 943928"/>
              <a:gd name="connsiteY2" fmla="*/ 961 h 811449"/>
              <a:gd name="connsiteX3" fmla="*/ 943928 w 943928"/>
              <a:gd name="connsiteY3" fmla="*/ 811449 h 811449"/>
              <a:gd name="connsiteX0" fmla="*/ 0 w 943928"/>
              <a:gd name="connsiteY0" fmla="*/ 961 h 811449"/>
              <a:gd name="connsiteX1" fmla="*/ 717058 w 943928"/>
              <a:gd name="connsiteY1" fmla="*/ 0 h 811449"/>
              <a:gd name="connsiteX2" fmla="*/ 943928 w 943928"/>
              <a:gd name="connsiteY2" fmla="*/ 811449 h 811449"/>
              <a:gd name="connsiteX0" fmla="*/ 0 w 1267886"/>
              <a:gd name="connsiteY0" fmla="*/ 961 h 649470"/>
              <a:gd name="connsiteX1" fmla="*/ 717058 w 1267886"/>
              <a:gd name="connsiteY1" fmla="*/ 0 h 649470"/>
              <a:gd name="connsiteX2" fmla="*/ 1267886 w 1267886"/>
              <a:gd name="connsiteY2" fmla="*/ 649470 h 649470"/>
            </a:gdLst>
            <a:ahLst/>
            <a:cxnLst>
              <a:cxn ang="0">
                <a:pos x="connsiteX0" y="connsiteY0"/>
              </a:cxn>
              <a:cxn ang="0">
                <a:pos x="connsiteX1" y="connsiteY1"/>
              </a:cxn>
              <a:cxn ang="0">
                <a:pos x="connsiteX2" y="connsiteY2"/>
              </a:cxn>
            </a:cxnLst>
            <a:rect l="l" t="t" r="r" b="b"/>
            <a:pathLst>
              <a:path w="1267886" h="649470">
                <a:moveTo>
                  <a:pt x="0" y="961"/>
                </a:moveTo>
                <a:lnTo>
                  <a:pt x="717058" y="0"/>
                </a:lnTo>
                <a:lnTo>
                  <a:pt x="1267886" y="649470"/>
                </a:lnTo>
              </a:path>
            </a:pathLst>
          </a:custGeom>
          <a:noFill/>
          <a:ln>
            <a:solidFill>
              <a:schemeClr val="bg1">
                <a:lumMod val="85000"/>
              </a:schemeClr>
            </a:solidFill>
            <a:headEnd type="oval" w="lg"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grpSp>
        <p:nvGrpSpPr>
          <p:cNvPr id="17" name="Group 16">
            <a:extLst>
              <a:ext uri="{FF2B5EF4-FFF2-40B4-BE49-F238E27FC236}">
                <a16:creationId xmlns:a16="http://schemas.microsoft.com/office/drawing/2014/main" id="{4CE9D264-EBA8-7F2A-4BAD-39CF1FBBEDE9}"/>
              </a:ext>
            </a:extLst>
          </p:cNvPr>
          <p:cNvGrpSpPr/>
          <p:nvPr/>
        </p:nvGrpSpPr>
        <p:grpSpPr>
          <a:xfrm>
            <a:off x="4862956" y="2849328"/>
            <a:ext cx="2152891" cy="2152891"/>
            <a:chOff x="4861367" y="2849327"/>
            <a:chExt cx="2152891" cy="2152891"/>
          </a:xfrm>
        </p:grpSpPr>
        <p:sp>
          <p:nvSpPr>
            <p:cNvPr id="51" name="Oval 50">
              <a:extLst>
                <a:ext uri="{FF2B5EF4-FFF2-40B4-BE49-F238E27FC236}">
                  <a16:creationId xmlns:a16="http://schemas.microsoft.com/office/drawing/2014/main" id="{869999A2-B086-9F07-A1AF-127DEAFF3A92}"/>
                </a:ext>
              </a:extLst>
            </p:cNvPr>
            <p:cNvSpPr/>
            <p:nvPr/>
          </p:nvSpPr>
          <p:spPr>
            <a:xfrm>
              <a:off x="4861367" y="2849327"/>
              <a:ext cx="2152891" cy="2152891"/>
            </a:xfrm>
            <a:prstGeom prst="ellipse">
              <a:avLst/>
            </a:prstGeom>
            <a:solidFill>
              <a:schemeClr val="tx1">
                <a:alpha val="36000"/>
              </a:schemeClr>
            </a:solidFill>
            <a:ln w="76200">
              <a:noFill/>
            </a:ln>
            <a:effectLst>
              <a:softEdge rad="2413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32" name="Oval 31">
              <a:extLst>
                <a:ext uri="{FF2B5EF4-FFF2-40B4-BE49-F238E27FC236}">
                  <a16:creationId xmlns:a16="http://schemas.microsoft.com/office/drawing/2014/main" id="{8C3F6F79-8759-D009-EA08-07000F067CD2}"/>
                </a:ext>
              </a:extLst>
            </p:cNvPr>
            <p:cNvSpPr/>
            <p:nvPr/>
          </p:nvSpPr>
          <p:spPr>
            <a:xfrm>
              <a:off x="5086300" y="2956621"/>
              <a:ext cx="1557570" cy="1557570"/>
            </a:xfrm>
            <a:prstGeom prst="ellipse">
              <a:avLst/>
            </a:prstGeom>
            <a:gradFill flip="none" rotWithShape="1">
              <a:gsLst>
                <a:gs pos="0">
                  <a:schemeClr val="tx1">
                    <a:lumMod val="85000"/>
                    <a:lumOff val="15000"/>
                  </a:schemeClr>
                </a:gs>
                <a:gs pos="100000">
                  <a:schemeClr val="tx1">
                    <a:lumMod val="65000"/>
                    <a:lumOff val="35000"/>
                  </a:schemeClr>
                </a:gs>
              </a:gsLst>
              <a:lin ang="13500000" scaled="1"/>
              <a:tileRect/>
            </a:gradFill>
            <a:ln w="762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45" name="TextBox 44">
              <a:extLst>
                <a:ext uri="{FF2B5EF4-FFF2-40B4-BE49-F238E27FC236}">
                  <a16:creationId xmlns:a16="http://schemas.microsoft.com/office/drawing/2014/main" id="{75DBBCEC-FFF8-FA05-A8C9-3FEF54ADC0C1}"/>
                </a:ext>
              </a:extLst>
            </p:cNvPr>
            <p:cNvSpPr txBox="1"/>
            <p:nvPr/>
          </p:nvSpPr>
          <p:spPr>
            <a:xfrm>
              <a:off x="5104163" y="3337383"/>
              <a:ext cx="1521845" cy="796046"/>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a:ln>
                    <a:noFill/>
                  </a:ln>
                  <a:solidFill>
                    <a:prstClr val="white"/>
                  </a:solidFill>
                  <a:effectLst/>
                  <a:uLnTx/>
                  <a:uFillTx/>
                  <a:latin typeface="Segoe UI"/>
                  <a:ea typeface="+mn-ea"/>
                  <a:cs typeface="+mn-cs"/>
                </a:rPr>
                <a:t>ORGANIC SHAPES SLIDE TEMPLATE</a:t>
              </a:r>
            </a:p>
          </p:txBody>
        </p:sp>
      </p:grpSp>
      <p:sp>
        <p:nvSpPr>
          <p:cNvPr id="52" name="Rectangle 49">
            <a:extLst>
              <a:ext uri="{FF2B5EF4-FFF2-40B4-BE49-F238E27FC236}">
                <a16:creationId xmlns:a16="http://schemas.microsoft.com/office/drawing/2014/main" id="{C324E23F-C58C-55D5-C3C9-EB43CD172F84}"/>
              </a:ext>
            </a:extLst>
          </p:cNvPr>
          <p:cNvSpPr/>
          <p:nvPr/>
        </p:nvSpPr>
        <p:spPr>
          <a:xfrm flipV="1">
            <a:off x="3230726" y="5382143"/>
            <a:ext cx="1240547" cy="635466"/>
          </a:xfrm>
          <a:custGeom>
            <a:avLst/>
            <a:gdLst>
              <a:gd name="connsiteX0" fmla="*/ 0 w 943928"/>
              <a:gd name="connsiteY0" fmla="*/ 0 h 810488"/>
              <a:gd name="connsiteX1" fmla="*/ 943928 w 943928"/>
              <a:gd name="connsiteY1" fmla="*/ 0 h 810488"/>
              <a:gd name="connsiteX2" fmla="*/ 943928 w 943928"/>
              <a:gd name="connsiteY2" fmla="*/ 810488 h 810488"/>
              <a:gd name="connsiteX3" fmla="*/ 0 w 943928"/>
              <a:gd name="connsiteY3" fmla="*/ 810488 h 810488"/>
              <a:gd name="connsiteX4" fmla="*/ 0 w 943928"/>
              <a:gd name="connsiteY4" fmla="*/ 0 h 810488"/>
              <a:gd name="connsiteX0" fmla="*/ 0 w 943928"/>
              <a:gd name="connsiteY0" fmla="*/ 810488 h 901928"/>
              <a:gd name="connsiteX1" fmla="*/ 0 w 943928"/>
              <a:gd name="connsiteY1" fmla="*/ 0 h 901928"/>
              <a:gd name="connsiteX2" fmla="*/ 943928 w 943928"/>
              <a:gd name="connsiteY2" fmla="*/ 0 h 901928"/>
              <a:gd name="connsiteX3" fmla="*/ 943928 w 943928"/>
              <a:gd name="connsiteY3" fmla="*/ 810488 h 901928"/>
              <a:gd name="connsiteX4" fmla="*/ 91440 w 943928"/>
              <a:gd name="connsiteY4" fmla="*/ 901928 h 901928"/>
              <a:gd name="connsiteX0" fmla="*/ 0 w 943928"/>
              <a:gd name="connsiteY0" fmla="*/ 810488 h 810488"/>
              <a:gd name="connsiteX1" fmla="*/ 0 w 943928"/>
              <a:gd name="connsiteY1" fmla="*/ 0 h 810488"/>
              <a:gd name="connsiteX2" fmla="*/ 943928 w 943928"/>
              <a:gd name="connsiteY2" fmla="*/ 0 h 810488"/>
              <a:gd name="connsiteX3" fmla="*/ 943928 w 943928"/>
              <a:gd name="connsiteY3" fmla="*/ 810488 h 810488"/>
              <a:gd name="connsiteX0" fmla="*/ 0 w 943928"/>
              <a:gd name="connsiteY0" fmla="*/ 0 h 810488"/>
              <a:gd name="connsiteX1" fmla="*/ 943928 w 943928"/>
              <a:gd name="connsiteY1" fmla="*/ 0 h 810488"/>
              <a:gd name="connsiteX2" fmla="*/ 943928 w 943928"/>
              <a:gd name="connsiteY2" fmla="*/ 810488 h 810488"/>
              <a:gd name="connsiteX0" fmla="*/ 0 w 943928"/>
              <a:gd name="connsiteY0" fmla="*/ 961 h 811449"/>
              <a:gd name="connsiteX1" fmla="*/ 717058 w 943928"/>
              <a:gd name="connsiteY1" fmla="*/ 0 h 811449"/>
              <a:gd name="connsiteX2" fmla="*/ 943928 w 943928"/>
              <a:gd name="connsiteY2" fmla="*/ 961 h 811449"/>
              <a:gd name="connsiteX3" fmla="*/ 943928 w 943928"/>
              <a:gd name="connsiteY3" fmla="*/ 811449 h 811449"/>
              <a:gd name="connsiteX0" fmla="*/ 0 w 943928"/>
              <a:gd name="connsiteY0" fmla="*/ 961 h 811449"/>
              <a:gd name="connsiteX1" fmla="*/ 717058 w 943928"/>
              <a:gd name="connsiteY1" fmla="*/ 0 h 811449"/>
              <a:gd name="connsiteX2" fmla="*/ 943928 w 943928"/>
              <a:gd name="connsiteY2" fmla="*/ 811449 h 811449"/>
              <a:gd name="connsiteX0" fmla="*/ 0 w 1267886"/>
              <a:gd name="connsiteY0" fmla="*/ 961 h 649470"/>
              <a:gd name="connsiteX1" fmla="*/ 717058 w 1267886"/>
              <a:gd name="connsiteY1" fmla="*/ 0 h 649470"/>
              <a:gd name="connsiteX2" fmla="*/ 1267886 w 1267886"/>
              <a:gd name="connsiteY2" fmla="*/ 649470 h 649470"/>
            </a:gdLst>
            <a:ahLst/>
            <a:cxnLst>
              <a:cxn ang="0">
                <a:pos x="connsiteX0" y="connsiteY0"/>
              </a:cxn>
              <a:cxn ang="0">
                <a:pos x="connsiteX1" y="connsiteY1"/>
              </a:cxn>
              <a:cxn ang="0">
                <a:pos x="connsiteX2" y="connsiteY2"/>
              </a:cxn>
            </a:cxnLst>
            <a:rect l="l" t="t" r="r" b="b"/>
            <a:pathLst>
              <a:path w="1267886" h="649470">
                <a:moveTo>
                  <a:pt x="0" y="961"/>
                </a:moveTo>
                <a:lnTo>
                  <a:pt x="717058" y="0"/>
                </a:lnTo>
                <a:lnTo>
                  <a:pt x="1267886" y="649470"/>
                </a:lnTo>
              </a:path>
            </a:pathLst>
          </a:custGeom>
          <a:noFill/>
          <a:ln>
            <a:solidFill>
              <a:schemeClr val="bg1">
                <a:lumMod val="85000"/>
              </a:schemeClr>
            </a:solidFill>
            <a:headEnd type="oval" w="lg"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53" name="Rectangle 49">
            <a:extLst>
              <a:ext uri="{FF2B5EF4-FFF2-40B4-BE49-F238E27FC236}">
                <a16:creationId xmlns:a16="http://schemas.microsoft.com/office/drawing/2014/main" id="{155E910C-8756-AD76-288E-97C6195D99E8}"/>
              </a:ext>
            </a:extLst>
          </p:cNvPr>
          <p:cNvSpPr/>
          <p:nvPr/>
        </p:nvSpPr>
        <p:spPr>
          <a:xfrm flipH="1">
            <a:off x="7692998" y="1450917"/>
            <a:ext cx="1240547" cy="635466"/>
          </a:xfrm>
          <a:custGeom>
            <a:avLst/>
            <a:gdLst>
              <a:gd name="connsiteX0" fmla="*/ 0 w 943928"/>
              <a:gd name="connsiteY0" fmla="*/ 0 h 810488"/>
              <a:gd name="connsiteX1" fmla="*/ 943928 w 943928"/>
              <a:gd name="connsiteY1" fmla="*/ 0 h 810488"/>
              <a:gd name="connsiteX2" fmla="*/ 943928 w 943928"/>
              <a:gd name="connsiteY2" fmla="*/ 810488 h 810488"/>
              <a:gd name="connsiteX3" fmla="*/ 0 w 943928"/>
              <a:gd name="connsiteY3" fmla="*/ 810488 h 810488"/>
              <a:gd name="connsiteX4" fmla="*/ 0 w 943928"/>
              <a:gd name="connsiteY4" fmla="*/ 0 h 810488"/>
              <a:gd name="connsiteX0" fmla="*/ 0 w 943928"/>
              <a:gd name="connsiteY0" fmla="*/ 810488 h 901928"/>
              <a:gd name="connsiteX1" fmla="*/ 0 w 943928"/>
              <a:gd name="connsiteY1" fmla="*/ 0 h 901928"/>
              <a:gd name="connsiteX2" fmla="*/ 943928 w 943928"/>
              <a:gd name="connsiteY2" fmla="*/ 0 h 901928"/>
              <a:gd name="connsiteX3" fmla="*/ 943928 w 943928"/>
              <a:gd name="connsiteY3" fmla="*/ 810488 h 901928"/>
              <a:gd name="connsiteX4" fmla="*/ 91440 w 943928"/>
              <a:gd name="connsiteY4" fmla="*/ 901928 h 901928"/>
              <a:gd name="connsiteX0" fmla="*/ 0 w 943928"/>
              <a:gd name="connsiteY0" fmla="*/ 810488 h 810488"/>
              <a:gd name="connsiteX1" fmla="*/ 0 w 943928"/>
              <a:gd name="connsiteY1" fmla="*/ 0 h 810488"/>
              <a:gd name="connsiteX2" fmla="*/ 943928 w 943928"/>
              <a:gd name="connsiteY2" fmla="*/ 0 h 810488"/>
              <a:gd name="connsiteX3" fmla="*/ 943928 w 943928"/>
              <a:gd name="connsiteY3" fmla="*/ 810488 h 810488"/>
              <a:gd name="connsiteX0" fmla="*/ 0 w 943928"/>
              <a:gd name="connsiteY0" fmla="*/ 0 h 810488"/>
              <a:gd name="connsiteX1" fmla="*/ 943928 w 943928"/>
              <a:gd name="connsiteY1" fmla="*/ 0 h 810488"/>
              <a:gd name="connsiteX2" fmla="*/ 943928 w 943928"/>
              <a:gd name="connsiteY2" fmla="*/ 810488 h 810488"/>
              <a:gd name="connsiteX0" fmla="*/ 0 w 943928"/>
              <a:gd name="connsiteY0" fmla="*/ 961 h 811449"/>
              <a:gd name="connsiteX1" fmla="*/ 717058 w 943928"/>
              <a:gd name="connsiteY1" fmla="*/ 0 h 811449"/>
              <a:gd name="connsiteX2" fmla="*/ 943928 w 943928"/>
              <a:gd name="connsiteY2" fmla="*/ 961 h 811449"/>
              <a:gd name="connsiteX3" fmla="*/ 943928 w 943928"/>
              <a:gd name="connsiteY3" fmla="*/ 811449 h 811449"/>
              <a:gd name="connsiteX0" fmla="*/ 0 w 943928"/>
              <a:gd name="connsiteY0" fmla="*/ 961 h 811449"/>
              <a:gd name="connsiteX1" fmla="*/ 717058 w 943928"/>
              <a:gd name="connsiteY1" fmla="*/ 0 h 811449"/>
              <a:gd name="connsiteX2" fmla="*/ 943928 w 943928"/>
              <a:gd name="connsiteY2" fmla="*/ 811449 h 811449"/>
              <a:gd name="connsiteX0" fmla="*/ 0 w 1267886"/>
              <a:gd name="connsiteY0" fmla="*/ 961 h 649470"/>
              <a:gd name="connsiteX1" fmla="*/ 717058 w 1267886"/>
              <a:gd name="connsiteY1" fmla="*/ 0 h 649470"/>
              <a:gd name="connsiteX2" fmla="*/ 1267886 w 1267886"/>
              <a:gd name="connsiteY2" fmla="*/ 649470 h 649470"/>
            </a:gdLst>
            <a:ahLst/>
            <a:cxnLst>
              <a:cxn ang="0">
                <a:pos x="connsiteX0" y="connsiteY0"/>
              </a:cxn>
              <a:cxn ang="0">
                <a:pos x="connsiteX1" y="connsiteY1"/>
              </a:cxn>
              <a:cxn ang="0">
                <a:pos x="connsiteX2" y="connsiteY2"/>
              </a:cxn>
            </a:cxnLst>
            <a:rect l="l" t="t" r="r" b="b"/>
            <a:pathLst>
              <a:path w="1267886" h="649470">
                <a:moveTo>
                  <a:pt x="0" y="961"/>
                </a:moveTo>
                <a:lnTo>
                  <a:pt x="717058" y="0"/>
                </a:lnTo>
                <a:lnTo>
                  <a:pt x="1267886" y="649470"/>
                </a:lnTo>
              </a:path>
            </a:pathLst>
          </a:custGeom>
          <a:noFill/>
          <a:ln>
            <a:solidFill>
              <a:schemeClr val="bg1">
                <a:lumMod val="85000"/>
              </a:schemeClr>
            </a:solidFill>
            <a:headEnd type="oval" w="lg"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grpSp>
        <p:nvGrpSpPr>
          <p:cNvPr id="58" name="Group 57">
            <a:extLst>
              <a:ext uri="{FF2B5EF4-FFF2-40B4-BE49-F238E27FC236}">
                <a16:creationId xmlns:a16="http://schemas.microsoft.com/office/drawing/2014/main" id="{CBF08AC4-549F-EB8B-71C4-A7C6B41A0DF6}"/>
              </a:ext>
            </a:extLst>
          </p:cNvPr>
          <p:cNvGrpSpPr/>
          <p:nvPr/>
        </p:nvGrpSpPr>
        <p:grpSpPr>
          <a:xfrm flipH="1">
            <a:off x="8243430" y="1650238"/>
            <a:ext cx="3032595" cy="1050266"/>
            <a:chOff x="7949233" y="1650238"/>
            <a:chExt cx="3032595" cy="1050266"/>
          </a:xfrm>
        </p:grpSpPr>
        <p:grpSp>
          <p:nvGrpSpPr>
            <p:cNvPr id="54" name="Group 53">
              <a:extLst>
                <a:ext uri="{FF2B5EF4-FFF2-40B4-BE49-F238E27FC236}">
                  <a16:creationId xmlns:a16="http://schemas.microsoft.com/office/drawing/2014/main" id="{333FEE76-3963-FF68-2385-E3AC54BFFE1F}"/>
                </a:ext>
              </a:extLst>
            </p:cNvPr>
            <p:cNvGrpSpPr/>
            <p:nvPr/>
          </p:nvGrpSpPr>
          <p:grpSpPr>
            <a:xfrm>
              <a:off x="7949233" y="1650238"/>
              <a:ext cx="1956580" cy="1050266"/>
              <a:chOff x="3635846" y="2227598"/>
              <a:chExt cx="1494253" cy="1050266"/>
            </a:xfrm>
          </p:grpSpPr>
          <p:sp>
            <p:nvSpPr>
              <p:cNvPr id="55" name="TextBox 54">
                <a:extLst>
                  <a:ext uri="{FF2B5EF4-FFF2-40B4-BE49-F238E27FC236}">
                    <a16:creationId xmlns:a16="http://schemas.microsoft.com/office/drawing/2014/main" id="{0E7E47A5-A415-8E8B-B5D1-EA138A4D8B84}"/>
                  </a:ext>
                </a:extLst>
              </p:cNvPr>
              <p:cNvSpPr txBox="1"/>
              <p:nvPr/>
            </p:nvSpPr>
            <p:spPr>
              <a:xfrm flipH="1">
                <a:off x="3635846" y="2566783"/>
                <a:ext cx="1494252" cy="711081"/>
              </a:xfrm>
              <a:prstGeom prst="rect">
                <a:avLst/>
              </a:prstGeom>
              <a:noFill/>
            </p:spPr>
            <p:txBody>
              <a:bodyPr wrap="square" lIns="0" tIns="0" rIns="0" bIns="0" rtlCol="0"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 </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56" name="TextBox 55">
                <a:extLst>
                  <a:ext uri="{FF2B5EF4-FFF2-40B4-BE49-F238E27FC236}">
                    <a16:creationId xmlns:a16="http://schemas.microsoft.com/office/drawing/2014/main" id="{41F813F7-C453-6B7D-37F0-36C1A6E69B5D}"/>
                  </a:ext>
                </a:extLst>
              </p:cNvPr>
              <p:cNvSpPr txBox="1"/>
              <p:nvPr/>
            </p:nvSpPr>
            <p:spPr>
              <a:xfrm flipH="1">
                <a:off x="3657837" y="2227598"/>
                <a:ext cx="1472262" cy="261257"/>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IN" sz="1800" b="1"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grpSp>
        <p:sp>
          <p:nvSpPr>
            <p:cNvPr id="57" name="TextBox 56">
              <a:extLst>
                <a:ext uri="{FF2B5EF4-FFF2-40B4-BE49-F238E27FC236}">
                  <a16:creationId xmlns:a16="http://schemas.microsoft.com/office/drawing/2014/main" id="{208F4A57-CE15-7C4B-42A9-8B1F97C80CF6}"/>
                </a:ext>
              </a:extLst>
            </p:cNvPr>
            <p:cNvSpPr txBox="1"/>
            <p:nvPr/>
          </p:nvSpPr>
          <p:spPr>
            <a:xfrm>
              <a:off x="10229098" y="1682411"/>
              <a:ext cx="752730" cy="646736"/>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gradFill>
                    <a:gsLst>
                      <a:gs pos="0">
                        <a:srgbClr val="A5A5A5"/>
                      </a:gs>
                      <a:gs pos="100000">
                        <a:srgbClr val="A5A5A5">
                          <a:lumMod val="75000"/>
                        </a:srgbClr>
                      </a:gs>
                    </a:gsLst>
                    <a:lin ang="13500000" scaled="1"/>
                  </a:gradFill>
                  <a:effectLst/>
                  <a:uLnTx/>
                  <a:uFillTx/>
                  <a:latin typeface="Segoe UI"/>
                  <a:ea typeface="+mn-ea"/>
                  <a:cs typeface="+mn-cs"/>
                </a:rPr>
                <a:t>03</a:t>
              </a:r>
              <a:endParaRPr kumimoji="0" lang="en-IN" sz="4000" b="1" i="0" u="none" strike="noStrike" kern="1200" cap="none" spc="0" normalizeH="0" baseline="0" noProof="0">
                <a:ln>
                  <a:noFill/>
                </a:ln>
                <a:gradFill>
                  <a:gsLst>
                    <a:gs pos="0">
                      <a:srgbClr val="A5A5A5"/>
                    </a:gs>
                    <a:gs pos="100000">
                      <a:srgbClr val="A5A5A5">
                        <a:lumMod val="75000"/>
                      </a:srgbClr>
                    </a:gs>
                  </a:gsLst>
                  <a:lin ang="13500000" scaled="1"/>
                </a:gradFill>
                <a:effectLst/>
                <a:uLnTx/>
                <a:uFillTx/>
                <a:latin typeface="Segoe UI"/>
                <a:ea typeface="+mn-ea"/>
                <a:cs typeface="+mn-cs"/>
              </a:endParaRPr>
            </a:p>
          </p:txBody>
        </p:sp>
      </p:grpSp>
      <p:sp>
        <p:nvSpPr>
          <p:cNvPr id="60" name="Rectangle 49">
            <a:extLst>
              <a:ext uri="{FF2B5EF4-FFF2-40B4-BE49-F238E27FC236}">
                <a16:creationId xmlns:a16="http://schemas.microsoft.com/office/drawing/2014/main" id="{2C700FFB-D3F3-CC31-FF91-52928BEBF040}"/>
              </a:ext>
            </a:extLst>
          </p:cNvPr>
          <p:cNvSpPr/>
          <p:nvPr/>
        </p:nvSpPr>
        <p:spPr>
          <a:xfrm flipH="1" flipV="1">
            <a:off x="7692998" y="5382143"/>
            <a:ext cx="1240547" cy="635466"/>
          </a:xfrm>
          <a:custGeom>
            <a:avLst/>
            <a:gdLst>
              <a:gd name="connsiteX0" fmla="*/ 0 w 943928"/>
              <a:gd name="connsiteY0" fmla="*/ 0 h 810488"/>
              <a:gd name="connsiteX1" fmla="*/ 943928 w 943928"/>
              <a:gd name="connsiteY1" fmla="*/ 0 h 810488"/>
              <a:gd name="connsiteX2" fmla="*/ 943928 w 943928"/>
              <a:gd name="connsiteY2" fmla="*/ 810488 h 810488"/>
              <a:gd name="connsiteX3" fmla="*/ 0 w 943928"/>
              <a:gd name="connsiteY3" fmla="*/ 810488 h 810488"/>
              <a:gd name="connsiteX4" fmla="*/ 0 w 943928"/>
              <a:gd name="connsiteY4" fmla="*/ 0 h 810488"/>
              <a:gd name="connsiteX0" fmla="*/ 0 w 943928"/>
              <a:gd name="connsiteY0" fmla="*/ 810488 h 901928"/>
              <a:gd name="connsiteX1" fmla="*/ 0 w 943928"/>
              <a:gd name="connsiteY1" fmla="*/ 0 h 901928"/>
              <a:gd name="connsiteX2" fmla="*/ 943928 w 943928"/>
              <a:gd name="connsiteY2" fmla="*/ 0 h 901928"/>
              <a:gd name="connsiteX3" fmla="*/ 943928 w 943928"/>
              <a:gd name="connsiteY3" fmla="*/ 810488 h 901928"/>
              <a:gd name="connsiteX4" fmla="*/ 91440 w 943928"/>
              <a:gd name="connsiteY4" fmla="*/ 901928 h 901928"/>
              <a:gd name="connsiteX0" fmla="*/ 0 w 943928"/>
              <a:gd name="connsiteY0" fmla="*/ 810488 h 810488"/>
              <a:gd name="connsiteX1" fmla="*/ 0 w 943928"/>
              <a:gd name="connsiteY1" fmla="*/ 0 h 810488"/>
              <a:gd name="connsiteX2" fmla="*/ 943928 w 943928"/>
              <a:gd name="connsiteY2" fmla="*/ 0 h 810488"/>
              <a:gd name="connsiteX3" fmla="*/ 943928 w 943928"/>
              <a:gd name="connsiteY3" fmla="*/ 810488 h 810488"/>
              <a:gd name="connsiteX0" fmla="*/ 0 w 943928"/>
              <a:gd name="connsiteY0" fmla="*/ 0 h 810488"/>
              <a:gd name="connsiteX1" fmla="*/ 943928 w 943928"/>
              <a:gd name="connsiteY1" fmla="*/ 0 h 810488"/>
              <a:gd name="connsiteX2" fmla="*/ 943928 w 943928"/>
              <a:gd name="connsiteY2" fmla="*/ 810488 h 810488"/>
              <a:gd name="connsiteX0" fmla="*/ 0 w 943928"/>
              <a:gd name="connsiteY0" fmla="*/ 961 h 811449"/>
              <a:gd name="connsiteX1" fmla="*/ 717058 w 943928"/>
              <a:gd name="connsiteY1" fmla="*/ 0 h 811449"/>
              <a:gd name="connsiteX2" fmla="*/ 943928 w 943928"/>
              <a:gd name="connsiteY2" fmla="*/ 961 h 811449"/>
              <a:gd name="connsiteX3" fmla="*/ 943928 w 943928"/>
              <a:gd name="connsiteY3" fmla="*/ 811449 h 811449"/>
              <a:gd name="connsiteX0" fmla="*/ 0 w 943928"/>
              <a:gd name="connsiteY0" fmla="*/ 961 h 811449"/>
              <a:gd name="connsiteX1" fmla="*/ 717058 w 943928"/>
              <a:gd name="connsiteY1" fmla="*/ 0 h 811449"/>
              <a:gd name="connsiteX2" fmla="*/ 943928 w 943928"/>
              <a:gd name="connsiteY2" fmla="*/ 811449 h 811449"/>
              <a:gd name="connsiteX0" fmla="*/ 0 w 1267886"/>
              <a:gd name="connsiteY0" fmla="*/ 961 h 649470"/>
              <a:gd name="connsiteX1" fmla="*/ 717058 w 1267886"/>
              <a:gd name="connsiteY1" fmla="*/ 0 h 649470"/>
              <a:gd name="connsiteX2" fmla="*/ 1267886 w 1267886"/>
              <a:gd name="connsiteY2" fmla="*/ 649470 h 649470"/>
            </a:gdLst>
            <a:ahLst/>
            <a:cxnLst>
              <a:cxn ang="0">
                <a:pos x="connsiteX0" y="connsiteY0"/>
              </a:cxn>
              <a:cxn ang="0">
                <a:pos x="connsiteX1" y="connsiteY1"/>
              </a:cxn>
              <a:cxn ang="0">
                <a:pos x="connsiteX2" y="connsiteY2"/>
              </a:cxn>
            </a:cxnLst>
            <a:rect l="l" t="t" r="r" b="b"/>
            <a:pathLst>
              <a:path w="1267886" h="649470">
                <a:moveTo>
                  <a:pt x="0" y="961"/>
                </a:moveTo>
                <a:lnTo>
                  <a:pt x="717058" y="0"/>
                </a:lnTo>
                <a:lnTo>
                  <a:pt x="1267886" y="649470"/>
                </a:lnTo>
              </a:path>
            </a:pathLst>
          </a:custGeom>
          <a:noFill/>
          <a:ln>
            <a:solidFill>
              <a:schemeClr val="bg1">
                <a:lumMod val="85000"/>
              </a:schemeClr>
            </a:solidFill>
            <a:headEnd type="oval" w="lg"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grpSp>
        <p:nvGrpSpPr>
          <p:cNvPr id="65" name="Group 64">
            <a:extLst>
              <a:ext uri="{FF2B5EF4-FFF2-40B4-BE49-F238E27FC236}">
                <a16:creationId xmlns:a16="http://schemas.microsoft.com/office/drawing/2014/main" id="{F9B9F303-CA8E-013A-11C9-A043DD4FA801}"/>
              </a:ext>
            </a:extLst>
          </p:cNvPr>
          <p:cNvGrpSpPr/>
          <p:nvPr/>
        </p:nvGrpSpPr>
        <p:grpSpPr>
          <a:xfrm flipH="1">
            <a:off x="8243430" y="5015869"/>
            <a:ext cx="3032595" cy="1050266"/>
            <a:chOff x="10253521" y="5015869"/>
            <a:chExt cx="3032595" cy="1050266"/>
          </a:xfrm>
        </p:grpSpPr>
        <p:grpSp>
          <p:nvGrpSpPr>
            <p:cNvPr id="61" name="Group 60">
              <a:extLst>
                <a:ext uri="{FF2B5EF4-FFF2-40B4-BE49-F238E27FC236}">
                  <a16:creationId xmlns:a16="http://schemas.microsoft.com/office/drawing/2014/main" id="{E7653BDB-5553-353E-8A7E-81E44EA4958C}"/>
                </a:ext>
              </a:extLst>
            </p:cNvPr>
            <p:cNvGrpSpPr/>
            <p:nvPr/>
          </p:nvGrpSpPr>
          <p:grpSpPr>
            <a:xfrm>
              <a:off x="10253521" y="5015869"/>
              <a:ext cx="1956580" cy="1050266"/>
              <a:chOff x="3635846" y="2227598"/>
              <a:chExt cx="1494253" cy="1050266"/>
            </a:xfrm>
          </p:grpSpPr>
          <p:sp>
            <p:nvSpPr>
              <p:cNvPr id="62" name="TextBox 61">
                <a:extLst>
                  <a:ext uri="{FF2B5EF4-FFF2-40B4-BE49-F238E27FC236}">
                    <a16:creationId xmlns:a16="http://schemas.microsoft.com/office/drawing/2014/main" id="{C42F13C8-DA52-CD02-4229-6FD0E4A9C3D1}"/>
                  </a:ext>
                </a:extLst>
              </p:cNvPr>
              <p:cNvSpPr txBox="1"/>
              <p:nvPr/>
            </p:nvSpPr>
            <p:spPr>
              <a:xfrm flipH="1">
                <a:off x="3635846" y="2566783"/>
                <a:ext cx="1494252" cy="711081"/>
              </a:xfrm>
              <a:prstGeom prst="rect">
                <a:avLst/>
              </a:prstGeom>
              <a:noFill/>
            </p:spPr>
            <p:txBody>
              <a:bodyPr wrap="square" lIns="0" tIns="0" rIns="0" bIns="0" rtlCol="0"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 </a:t>
                </a:r>
                <a:endParaRPr kumimoji="0" lang="en-IN" sz="1400" b="0"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sp>
            <p:nvSpPr>
              <p:cNvPr id="63" name="TextBox 62">
                <a:extLst>
                  <a:ext uri="{FF2B5EF4-FFF2-40B4-BE49-F238E27FC236}">
                    <a16:creationId xmlns:a16="http://schemas.microsoft.com/office/drawing/2014/main" id="{92EB4DBC-7A22-2EE3-3F7C-EF46BD246D93}"/>
                  </a:ext>
                </a:extLst>
              </p:cNvPr>
              <p:cNvSpPr txBox="1"/>
              <p:nvPr/>
            </p:nvSpPr>
            <p:spPr>
              <a:xfrm flipH="1">
                <a:off x="3657837" y="2227598"/>
                <a:ext cx="1472262" cy="261257"/>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IN" sz="1800" b="1" i="0" u="none" strike="noStrike" kern="1200" cap="none" spc="0" normalizeH="0" baseline="0" noProof="0">
                  <a:ln>
                    <a:noFill/>
                  </a:ln>
                  <a:solidFill>
                    <a:prstClr val="black">
                      <a:lumMod val="85000"/>
                      <a:lumOff val="15000"/>
                    </a:prstClr>
                  </a:solidFill>
                  <a:effectLst/>
                  <a:uLnTx/>
                  <a:uFillTx/>
                  <a:latin typeface="Segoe UI"/>
                  <a:ea typeface="+mn-ea"/>
                  <a:cs typeface="+mn-cs"/>
                </a:endParaRPr>
              </a:p>
            </p:txBody>
          </p:sp>
        </p:grpSp>
        <p:sp>
          <p:nvSpPr>
            <p:cNvPr id="64" name="TextBox 63">
              <a:extLst>
                <a:ext uri="{FF2B5EF4-FFF2-40B4-BE49-F238E27FC236}">
                  <a16:creationId xmlns:a16="http://schemas.microsoft.com/office/drawing/2014/main" id="{6ED1B2D3-05C5-3D48-D614-B917AC256E7D}"/>
                </a:ext>
              </a:extLst>
            </p:cNvPr>
            <p:cNvSpPr txBox="1"/>
            <p:nvPr/>
          </p:nvSpPr>
          <p:spPr>
            <a:xfrm>
              <a:off x="12533386" y="5048042"/>
              <a:ext cx="752730" cy="646736"/>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gradFill>
                    <a:gsLst>
                      <a:gs pos="0">
                        <a:srgbClr val="5B9BD5"/>
                      </a:gs>
                      <a:gs pos="100000">
                        <a:srgbClr val="5B9BD5">
                          <a:lumMod val="75000"/>
                        </a:srgbClr>
                      </a:gs>
                    </a:gsLst>
                    <a:lin ang="13500000" scaled="1"/>
                  </a:gradFill>
                  <a:effectLst/>
                  <a:uLnTx/>
                  <a:uFillTx/>
                  <a:latin typeface="Segoe UI"/>
                  <a:ea typeface="+mn-ea"/>
                  <a:cs typeface="+mn-cs"/>
                </a:rPr>
                <a:t>04</a:t>
              </a:r>
              <a:endParaRPr kumimoji="0" lang="en-IN" sz="4000" b="1" i="0" u="none" strike="noStrike" kern="1200" cap="none" spc="0" normalizeH="0" baseline="0" noProof="0">
                <a:ln>
                  <a:noFill/>
                </a:ln>
                <a:gradFill>
                  <a:gsLst>
                    <a:gs pos="0">
                      <a:srgbClr val="5B9BD5"/>
                    </a:gs>
                    <a:gs pos="100000">
                      <a:srgbClr val="5B9BD5">
                        <a:lumMod val="75000"/>
                      </a:srgbClr>
                    </a:gs>
                  </a:gsLst>
                  <a:lin ang="13500000" scaled="1"/>
                </a:gradFill>
                <a:effectLst/>
                <a:uLnTx/>
                <a:uFillTx/>
                <a:latin typeface="Segoe UI"/>
                <a:ea typeface="+mn-ea"/>
                <a:cs typeface="+mn-cs"/>
              </a:endParaRPr>
            </a:p>
          </p:txBody>
        </p:sp>
      </p:grpSp>
      <p:grpSp>
        <p:nvGrpSpPr>
          <p:cNvPr id="13" name="Group 12">
            <a:extLst>
              <a:ext uri="{FF2B5EF4-FFF2-40B4-BE49-F238E27FC236}">
                <a16:creationId xmlns:a16="http://schemas.microsoft.com/office/drawing/2014/main" id="{DA710B42-D646-910B-16F3-3661C2D8ECA1}"/>
              </a:ext>
            </a:extLst>
          </p:cNvPr>
          <p:cNvGrpSpPr/>
          <p:nvPr/>
        </p:nvGrpSpPr>
        <p:grpSpPr>
          <a:xfrm>
            <a:off x="7131188" y="3110781"/>
            <a:ext cx="1058436" cy="1058436"/>
            <a:chOff x="7129600" y="3110781"/>
            <a:chExt cx="1058436" cy="1058436"/>
          </a:xfrm>
        </p:grpSpPr>
        <p:sp>
          <p:nvSpPr>
            <p:cNvPr id="67" name="Oval 66">
              <a:extLst>
                <a:ext uri="{FF2B5EF4-FFF2-40B4-BE49-F238E27FC236}">
                  <a16:creationId xmlns:a16="http://schemas.microsoft.com/office/drawing/2014/main" id="{570847B3-7557-EEA9-2E97-7F12F176CEE5}"/>
                </a:ext>
              </a:extLst>
            </p:cNvPr>
            <p:cNvSpPr/>
            <p:nvPr/>
          </p:nvSpPr>
          <p:spPr>
            <a:xfrm>
              <a:off x="7129600" y="3110781"/>
              <a:ext cx="1058436" cy="1058436"/>
            </a:xfrm>
            <a:prstGeom prst="ellipse">
              <a:avLst/>
            </a:prstGeom>
            <a:solidFill>
              <a:schemeClr val="tx1">
                <a:alpha val="41000"/>
              </a:schemeClr>
            </a:solidFill>
            <a:ln w="38100">
              <a:noFill/>
            </a:ln>
            <a:effectLst>
              <a:softEdge rad="2032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47" name="Oval 46">
              <a:extLst>
                <a:ext uri="{FF2B5EF4-FFF2-40B4-BE49-F238E27FC236}">
                  <a16:creationId xmlns:a16="http://schemas.microsoft.com/office/drawing/2014/main" id="{6BF0E97B-2617-6EAF-D5F1-0590118446E5}"/>
                </a:ext>
              </a:extLst>
            </p:cNvPr>
            <p:cNvSpPr/>
            <p:nvPr/>
          </p:nvSpPr>
          <p:spPr>
            <a:xfrm>
              <a:off x="7356474" y="3115983"/>
              <a:ext cx="770942" cy="770942"/>
            </a:xfrm>
            <a:prstGeom prst="ellipse">
              <a:avLst/>
            </a:prstGeom>
            <a:gradFill>
              <a:gsLst>
                <a:gs pos="0">
                  <a:schemeClr val="accent3"/>
                </a:gs>
                <a:gs pos="100000">
                  <a:schemeClr val="accent3">
                    <a:lumMod val="75000"/>
                  </a:schemeClr>
                </a:gs>
              </a:gsLst>
              <a:lin ang="13500000" scaled="1"/>
            </a:grad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pic>
          <p:nvPicPr>
            <p:cNvPr id="4" name="Graphic 3" descr="Door Open with solid fill">
              <a:extLst>
                <a:ext uri="{FF2B5EF4-FFF2-40B4-BE49-F238E27FC236}">
                  <a16:creationId xmlns:a16="http://schemas.microsoft.com/office/drawing/2014/main" id="{678059A8-C8D4-8449-0BE4-A21AF33DED5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530004" y="3289513"/>
              <a:ext cx="423883" cy="423883"/>
            </a:xfrm>
            <a:prstGeom prst="rect">
              <a:avLst/>
            </a:prstGeom>
          </p:spPr>
        </p:pic>
      </p:grpSp>
      <p:grpSp>
        <p:nvGrpSpPr>
          <p:cNvPr id="21" name="Group 20">
            <a:extLst>
              <a:ext uri="{FF2B5EF4-FFF2-40B4-BE49-F238E27FC236}">
                <a16:creationId xmlns:a16="http://schemas.microsoft.com/office/drawing/2014/main" id="{6F51571A-BB14-7A1C-C28E-2EE21735B816}"/>
              </a:ext>
            </a:extLst>
          </p:cNvPr>
          <p:cNvGrpSpPr/>
          <p:nvPr/>
        </p:nvGrpSpPr>
        <p:grpSpPr>
          <a:xfrm>
            <a:off x="3620182" y="2723708"/>
            <a:ext cx="862760" cy="884133"/>
            <a:chOff x="3618594" y="2723707"/>
            <a:chExt cx="862760" cy="884133"/>
          </a:xfrm>
        </p:grpSpPr>
        <p:sp>
          <p:nvSpPr>
            <p:cNvPr id="66" name="Oval 65">
              <a:extLst>
                <a:ext uri="{FF2B5EF4-FFF2-40B4-BE49-F238E27FC236}">
                  <a16:creationId xmlns:a16="http://schemas.microsoft.com/office/drawing/2014/main" id="{33CC1301-64FA-3C2E-6C9E-E3096445AD46}"/>
                </a:ext>
              </a:extLst>
            </p:cNvPr>
            <p:cNvSpPr/>
            <p:nvPr/>
          </p:nvSpPr>
          <p:spPr>
            <a:xfrm>
              <a:off x="3618594" y="2745080"/>
              <a:ext cx="862760" cy="862760"/>
            </a:xfrm>
            <a:prstGeom prst="ellipse">
              <a:avLst/>
            </a:prstGeom>
            <a:solidFill>
              <a:schemeClr val="tx1">
                <a:alpha val="41000"/>
              </a:schemeClr>
            </a:solidFill>
            <a:ln w="38100">
              <a:noFill/>
            </a:ln>
            <a:effectLst>
              <a:softEdge rad="2032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46" name="Oval 45">
              <a:extLst>
                <a:ext uri="{FF2B5EF4-FFF2-40B4-BE49-F238E27FC236}">
                  <a16:creationId xmlns:a16="http://schemas.microsoft.com/office/drawing/2014/main" id="{7C2861D3-CCCF-7FCA-2945-C3055026AC0C}"/>
                </a:ext>
              </a:extLst>
            </p:cNvPr>
            <p:cNvSpPr/>
            <p:nvPr/>
          </p:nvSpPr>
          <p:spPr>
            <a:xfrm>
              <a:off x="3818893" y="2723707"/>
              <a:ext cx="628416" cy="628416"/>
            </a:xfrm>
            <a:prstGeom prst="ellipse">
              <a:avLst/>
            </a:prstGeom>
            <a:gradFill>
              <a:gsLst>
                <a:gs pos="0">
                  <a:schemeClr val="accent2"/>
                </a:gs>
                <a:gs pos="100000">
                  <a:schemeClr val="accent2">
                    <a:lumMod val="75000"/>
                  </a:schemeClr>
                </a:gs>
              </a:gsLst>
              <a:lin ang="13500000" scaled="1"/>
            </a:grad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pic>
          <p:nvPicPr>
            <p:cNvPr id="6" name="Graphic 5" descr="Gears with solid fill">
              <a:extLst>
                <a:ext uri="{FF2B5EF4-FFF2-40B4-BE49-F238E27FC236}">
                  <a16:creationId xmlns:a16="http://schemas.microsoft.com/office/drawing/2014/main" id="{86CDD5C9-D48C-FE1A-E611-FEADD51BE6A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914629" y="2834109"/>
              <a:ext cx="423883" cy="423883"/>
            </a:xfrm>
            <a:prstGeom prst="rect">
              <a:avLst/>
            </a:prstGeom>
          </p:spPr>
        </p:pic>
      </p:grpSp>
      <p:grpSp>
        <p:nvGrpSpPr>
          <p:cNvPr id="15" name="Group 14">
            <a:extLst>
              <a:ext uri="{FF2B5EF4-FFF2-40B4-BE49-F238E27FC236}">
                <a16:creationId xmlns:a16="http://schemas.microsoft.com/office/drawing/2014/main" id="{74BD3E0F-5AFC-BC9A-E5B7-4D4FBF813AB5}"/>
              </a:ext>
            </a:extLst>
          </p:cNvPr>
          <p:cNvGrpSpPr/>
          <p:nvPr/>
        </p:nvGrpSpPr>
        <p:grpSpPr>
          <a:xfrm>
            <a:off x="4341550" y="5065562"/>
            <a:ext cx="1058436" cy="1058436"/>
            <a:chOff x="4339962" y="5065562"/>
            <a:chExt cx="1058436" cy="1058436"/>
          </a:xfrm>
        </p:grpSpPr>
        <p:sp>
          <p:nvSpPr>
            <p:cNvPr id="69" name="Oval 68">
              <a:extLst>
                <a:ext uri="{FF2B5EF4-FFF2-40B4-BE49-F238E27FC236}">
                  <a16:creationId xmlns:a16="http://schemas.microsoft.com/office/drawing/2014/main" id="{DB90F3B7-80D5-8DC3-65D3-1BA2B10C7DC3}"/>
                </a:ext>
              </a:extLst>
            </p:cNvPr>
            <p:cNvSpPr/>
            <p:nvPr/>
          </p:nvSpPr>
          <p:spPr>
            <a:xfrm>
              <a:off x="4339962" y="5065562"/>
              <a:ext cx="1058436" cy="1058436"/>
            </a:xfrm>
            <a:prstGeom prst="ellipse">
              <a:avLst/>
            </a:prstGeom>
            <a:solidFill>
              <a:schemeClr val="tx1">
                <a:alpha val="41000"/>
              </a:schemeClr>
            </a:solidFill>
            <a:ln w="38100">
              <a:noFill/>
            </a:ln>
            <a:effectLst>
              <a:softEdge rad="2032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49" name="Oval 48">
              <a:extLst>
                <a:ext uri="{FF2B5EF4-FFF2-40B4-BE49-F238E27FC236}">
                  <a16:creationId xmlns:a16="http://schemas.microsoft.com/office/drawing/2014/main" id="{E4EF2BD0-D790-5005-7DFC-D5AA5004EB33}"/>
                </a:ext>
              </a:extLst>
            </p:cNvPr>
            <p:cNvSpPr/>
            <p:nvPr/>
          </p:nvSpPr>
          <p:spPr>
            <a:xfrm>
              <a:off x="4566836" y="5070764"/>
              <a:ext cx="770942" cy="770942"/>
            </a:xfrm>
            <a:prstGeom prst="ellipse">
              <a:avLst/>
            </a:prstGeom>
            <a:gradFill>
              <a:gsLst>
                <a:gs pos="0">
                  <a:schemeClr val="accent1"/>
                </a:gs>
                <a:gs pos="100000">
                  <a:schemeClr val="accent1">
                    <a:lumMod val="75000"/>
                  </a:schemeClr>
                </a:gs>
              </a:gsLst>
              <a:lin ang="13500000" scaled="1"/>
            </a:grad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pic>
          <p:nvPicPr>
            <p:cNvPr id="8" name="Graphic 7" descr="Handshake with solid fill">
              <a:extLst>
                <a:ext uri="{FF2B5EF4-FFF2-40B4-BE49-F238E27FC236}">
                  <a16:creationId xmlns:a16="http://schemas.microsoft.com/office/drawing/2014/main" id="{8FD57570-8B89-A4FB-7AE1-E7F98678D75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683576" y="5187504"/>
              <a:ext cx="537462" cy="537462"/>
            </a:xfrm>
            <a:prstGeom prst="rect">
              <a:avLst/>
            </a:prstGeom>
          </p:spPr>
        </p:pic>
      </p:grpSp>
      <p:grpSp>
        <p:nvGrpSpPr>
          <p:cNvPr id="14" name="Group 13">
            <a:extLst>
              <a:ext uri="{FF2B5EF4-FFF2-40B4-BE49-F238E27FC236}">
                <a16:creationId xmlns:a16="http://schemas.microsoft.com/office/drawing/2014/main" id="{B6BA1589-A366-24F0-19A8-38D065611245}"/>
              </a:ext>
            </a:extLst>
          </p:cNvPr>
          <p:cNvGrpSpPr/>
          <p:nvPr/>
        </p:nvGrpSpPr>
        <p:grpSpPr>
          <a:xfrm>
            <a:off x="6211316" y="5181036"/>
            <a:ext cx="878406" cy="897654"/>
            <a:chOff x="6209728" y="5181036"/>
            <a:chExt cx="878406" cy="897654"/>
          </a:xfrm>
        </p:grpSpPr>
        <p:sp>
          <p:nvSpPr>
            <p:cNvPr id="68" name="Oval 67">
              <a:extLst>
                <a:ext uri="{FF2B5EF4-FFF2-40B4-BE49-F238E27FC236}">
                  <a16:creationId xmlns:a16="http://schemas.microsoft.com/office/drawing/2014/main" id="{309EA85B-1A4A-02AD-C3BC-F733D7E91572}"/>
                </a:ext>
              </a:extLst>
            </p:cNvPr>
            <p:cNvSpPr/>
            <p:nvPr/>
          </p:nvSpPr>
          <p:spPr>
            <a:xfrm>
              <a:off x="6209728" y="5200284"/>
              <a:ext cx="878406" cy="878406"/>
            </a:xfrm>
            <a:prstGeom prst="ellipse">
              <a:avLst/>
            </a:prstGeom>
            <a:solidFill>
              <a:schemeClr val="tx1">
                <a:alpha val="41000"/>
              </a:schemeClr>
            </a:solidFill>
            <a:ln w="38100">
              <a:noFill/>
            </a:ln>
            <a:effectLst>
              <a:softEdge rad="2032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sp>
          <p:nvSpPr>
            <p:cNvPr id="48" name="Oval 47">
              <a:extLst>
                <a:ext uri="{FF2B5EF4-FFF2-40B4-BE49-F238E27FC236}">
                  <a16:creationId xmlns:a16="http://schemas.microsoft.com/office/drawing/2014/main" id="{423A4B89-B128-7C88-1204-2940CE2E67FF}"/>
                </a:ext>
              </a:extLst>
            </p:cNvPr>
            <p:cNvSpPr/>
            <p:nvPr/>
          </p:nvSpPr>
          <p:spPr>
            <a:xfrm>
              <a:off x="6412152" y="5181036"/>
              <a:ext cx="639812" cy="639812"/>
            </a:xfrm>
            <a:prstGeom prst="ellipse">
              <a:avLst/>
            </a:prstGeom>
            <a:gradFill>
              <a:gsLst>
                <a:gs pos="0">
                  <a:schemeClr val="accent5"/>
                </a:gs>
                <a:gs pos="100000">
                  <a:schemeClr val="accent5">
                    <a:lumMod val="75000"/>
                  </a:schemeClr>
                </a:gs>
              </a:gsLst>
              <a:lin ang="13500000" scaled="1"/>
            </a:grad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Segoe UI"/>
                <a:ea typeface="+mn-ea"/>
                <a:cs typeface="+mn-cs"/>
              </a:endParaRPr>
            </a:p>
          </p:txBody>
        </p:sp>
        <p:pic>
          <p:nvPicPr>
            <p:cNvPr id="10" name="Graphic 9" descr="Hierarchy with solid fill">
              <a:extLst>
                <a:ext uri="{FF2B5EF4-FFF2-40B4-BE49-F238E27FC236}">
                  <a16:creationId xmlns:a16="http://schemas.microsoft.com/office/drawing/2014/main" id="{91A27134-CA28-C97B-DA19-F765433D5B2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520117" y="5289001"/>
              <a:ext cx="423883" cy="423883"/>
            </a:xfrm>
            <a:prstGeom prst="rect">
              <a:avLst/>
            </a:prstGeom>
          </p:spPr>
        </p:pic>
      </p:grpSp>
    </p:spTree>
    <p:extLst>
      <p:ext uri="{BB962C8B-B14F-4D97-AF65-F5344CB8AC3E}">
        <p14:creationId xmlns:p14="http://schemas.microsoft.com/office/powerpoint/2010/main" val="11964902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19"/>
                                        </p:tgtEl>
                                        <p:attrNameLst>
                                          <p:attrName>style.visibility</p:attrName>
                                        </p:attrNameLst>
                                      </p:cBhvr>
                                      <p:to>
                                        <p:strVal val="visible"/>
                                      </p:to>
                                    </p:set>
                                    <p:anim calcmode="lin" valueType="num">
                                      <p:cBhvr>
                                        <p:cTn id="13" dur="500" fill="hold"/>
                                        <p:tgtEl>
                                          <p:spTgt spid="19"/>
                                        </p:tgtEl>
                                        <p:attrNameLst>
                                          <p:attrName>ppt_w</p:attrName>
                                        </p:attrNameLst>
                                      </p:cBhvr>
                                      <p:tavLst>
                                        <p:tav tm="0">
                                          <p:val>
                                            <p:fltVal val="0"/>
                                          </p:val>
                                        </p:tav>
                                        <p:tav tm="100000">
                                          <p:val>
                                            <p:strVal val="#ppt_w"/>
                                          </p:val>
                                        </p:tav>
                                      </p:tavLst>
                                    </p:anim>
                                    <p:anim calcmode="lin" valueType="num">
                                      <p:cBhvr>
                                        <p:cTn id="14" dur="500" fill="hold"/>
                                        <p:tgtEl>
                                          <p:spTgt spid="19"/>
                                        </p:tgtEl>
                                        <p:attrNameLst>
                                          <p:attrName>ppt_h</p:attrName>
                                        </p:attrNameLst>
                                      </p:cBhvr>
                                      <p:tavLst>
                                        <p:tav tm="0">
                                          <p:val>
                                            <p:fltVal val="0"/>
                                          </p:val>
                                        </p:tav>
                                        <p:tav tm="100000">
                                          <p:val>
                                            <p:strVal val="#ppt_h"/>
                                          </p:val>
                                        </p:tav>
                                      </p:tavLst>
                                    </p:anim>
                                    <p:animEffect transition="in" filter="fade">
                                      <p:cBhvr>
                                        <p:cTn id="15" dur="500"/>
                                        <p:tgtEl>
                                          <p:spTgt spid="1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p:cTn id="19" dur="500" fill="hold"/>
                                        <p:tgtEl>
                                          <p:spTgt spid="18"/>
                                        </p:tgtEl>
                                        <p:attrNameLst>
                                          <p:attrName>ppt_w</p:attrName>
                                        </p:attrNameLst>
                                      </p:cBhvr>
                                      <p:tavLst>
                                        <p:tav tm="0">
                                          <p:val>
                                            <p:fltVal val="0"/>
                                          </p:val>
                                        </p:tav>
                                        <p:tav tm="100000">
                                          <p:val>
                                            <p:strVal val="#ppt_w"/>
                                          </p:val>
                                        </p:tav>
                                      </p:tavLst>
                                    </p:anim>
                                    <p:anim calcmode="lin" valueType="num">
                                      <p:cBhvr>
                                        <p:cTn id="20" dur="500" fill="hold"/>
                                        <p:tgtEl>
                                          <p:spTgt spid="18"/>
                                        </p:tgtEl>
                                        <p:attrNameLst>
                                          <p:attrName>ppt_h</p:attrName>
                                        </p:attrNameLst>
                                      </p:cBhvr>
                                      <p:tavLst>
                                        <p:tav tm="0">
                                          <p:val>
                                            <p:fltVal val="0"/>
                                          </p:val>
                                        </p:tav>
                                        <p:tav tm="100000">
                                          <p:val>
                                            <p:strVal val="#ppt_h"/>
                                          </p:val>
                                        </p:tav>
                                      </p:tavLst>
                                    </p:anim>
                                    <p:animEffect transition="in" filter="fade">
                                      <p:cBhvr>
                                        <p:cTn id="21" dur="500"/>
                                        <p:tgtEl>
                                          <p:spTgt spid="18"/>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p:cTn id="25" dur="500" fill="hold"/>
                                        <p:tgtEl>
                                          <p:spTgt spid="20"/>
                                        </p:tgtEl>
                                        <p:attrNameLst>
                                          <p:attrName>ppt_w</p:attrName>
                                        </p:attrNameLst>
                                      </p:cBhvr>
                                      <p:tavLst>
                                        <p:tav tm="0">
                                          <p:val>
                                            <p:fltVal val="0"/>
                                          </p:val>
                                        </p:tav>
                                        <p:tav tm="100000">
                                          <p:val>
                                            <p:strVal val="#ppt_w"/>
                                          </p:val>
                                        </p:tav>
                                      </p:tavLst>
                                    </p:anim>
                                    <p:anim calcmode="lin" valueType="num">
                                      <p:cBhvr>
                                        <p:cTn id="26" dur="500" fill="hold"/>
                                        <p:tgtEl>
                                          <p:spTgt spid="20"/>
                                        </p:tgtEl>
                                        <p:attrNameLst>
                                          <p:attrName>ppt_h</p:attrName>
                                        </p:attrNameLst>
                                      </p:cBhvr>
                                      <p:tavLst>
                                        <p:tav tm="0">
                                          <p:val>
                                            <p:fltVal val="0"/>
                                          </p:val>
                                        </p:tav>
                                        <p:tav tm="100000">
                                          <p:val>
                                            <p:strVal val="#ppt_h"/>
                                          </p:val>
                                        </p:tav>
                                      </p:tavLst>
                                    </p:anim>
                                    <p:animEffect transition="in" filter="fade">
                                      <p:cBhvr>
                                        <p:cTn id="27" dur="500"/>
                                        <p:tgtEl>
                                          <p:spTgt spid="20"/>
                                        </p:tgtEl>
                                      </p:cBhvr>
                                    </p:animEffect>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200"/>
                                        <p:tgtEl>
                                          <p:spTgt spid="21"/>
                                        </p:tgtEl>
                                      </p:cBhvr>
                                    </p:animEffect>
                                    <p:anim calcmode="lin" valueType="num">
                                      <p:cBhvr>
                                        <p:cTn id="32" dur="200" fill="hold"/>
                                        <p:tgtEl>
                                          <p:spTgt spid="21"/>
                                        </p:tgtEl>
                                        <p:attrNameLst>
                                          <p:attrName>ppt_x</p:attrName>
                                        </p:attrNameLst>
                                      </p:cBhvr>
                                      <p:tavLst>
                                        <p:tav tm="0">
                                          <p:val>
                                            <p:strVal val="#ppt_x"/>
                                          </p:val>
                                        </p:tav>
                                        <p:tav tm="100000">
                                          <p:val>
                                            <p:strVal val="#ppt_x"/>
                                          </p:val>
                                        </p:tav>
                                      </p:tavLst>
                                    </p:anim>
                                    <p:anim calcmode="lin" valueType="num">
                                      <p:cBhvr>
                                        <p:cTn id="33" dur="200" fill="hold"/>
                                        <p:tgtEl>
                                          <p:spTgt spid="21"/>
                                        </p:tgtEl>
                                        <p:attrNameLst>
                                          <p:attrName>ppt_y</p:attrName>
                                        </p:attrNameLst>
                                      </p:cBhvr>
                                      <p:tavLst>
                                        <p:tav tm="0">
                                          <p:val>
                                            <p:strVal val="#ppt_y+.1"/>
                                          </p:val>
                                        </p:tav>
                                        <p:tav tm="100000">
                                          <p:val>
                                            <p:strVal val="#ppt_y"/>
                                          </p:val>
                                        </p:tav>
                                      </p:tavLst>
                                    </p:anim>
                                  </p:childTnLst>
                                </p:cTn>
                              </p:par>
                            </p:childTnLst>
                          </p:cTn>
                        </p:par>
                        <p:par>
                          <p:cTn id="34" fill="hold">
                            <p:stCondLst>
                              <p:cond delay="2200"/>
                            </p:stCondLst>
                            <p:childTnLst>
                              <p:par>
                                <p:cTn id="35" presetID="42" presetClass="entr" presetSubtype="0" fill="hold" nodeType="after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200"/>
                                        <p:tgtEl>
                                          <p:spTgt spid="15"/>
                                        </p:tgtEl>
                                      </p:cBhvr>
                                    </p:animEffect>
                                    <p:anim calcmode="lin" valueType="num">
                                      <p:cBhvr>
                                        <p:cTn id="38" dur="200" fill="hold"/>
                                        <p:tgtEl>
                                          <p:spTgt spid="15"/>
                                        </p:tgtEl>
                                        <p:attrNameLst>
                                          <p:attrName>ppt_x</p:attrName>
                                        </p:attrNameLst>
                                      </p:cBhvr>
                                      <p:tavLst>
                                        <p:tav tm="0">
                                          <p:val>
                                            <p:strVal val="#ppt_x"/>
                                          </p:val>
                                        </p:tav>
                                        <p:tav tm="100000">
                                          <p:val>
                                            <p:strVal val="#ppt_x"/>
                                          </p:val>
                                        </p:tav>
                                      </p:tavLst>
                                    </p:anim>
                                    <p:anim calcmode="lin" valueType="num">
                                      <p:cBhvr>
                                        <p:cTn id="39" dur="200" fill="hold"/>
                                        <p:tgtEl>
                                          <p:spTgt spid="15"/>
                                        </p:tgtEl>
                                        <p:attrNameLst>
                                          <p:attrName>ppt_y</p:attrName>
                                        </p:attrNameLst>
                                      </p:cBhvr>
                                      <p:tavLst>
                                        <p:tav tm="0">
                                          <p:val>
                                            <p:strVal val="#ppt_y+.1"/>
                                          </p:val>
                                        </p:tav>
                                        <p:tav tm="100000">
                                          <p:val>
                                            <p:strVal val="#ppt_y"/>
                                          </p:val>
                                        </p:tav>
                                      </p:tavLst>
                                    </p:anim>
                                  </p:childTnLst>
                                </p:cTn>
                              </p:par>
                            </p:childTnLst>
                          </p:cTn>
                        </p:par>
                        <p:par>
                          <p:cTn id="40" fill="hold">
                            <p:stCondLst>
                              <p:cond delay="2400"/>
                            </p:stCondLst>
                            <p:childTnLst>
                              <p:par>
                                <p:cTn id="41" presetID="42" presetClass="entr" presetSubtype="0" fill="hold" nodeType="after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200"/>
                                        <p:tgtEl>
                                          <p:spTgt spid="13"/>
                                        </p:tgtEl>
                                      </p:cBhvr>
                                    </p:animEffect>
                                    <p:anim calcmode="lin" valueType="num">
                                      <p:cBhvr>
                                        <p:cTn id="44" dur="200" fill="hold"/>
                                        <p:tgtEl>
                                          <p:spTgt spid="13"/>
                                        </p:tgtEl>
                                        <p:attrNameLst>
                                          <p:attrName>ppt_x</p:attrName>
                                        </p:attrNameLst>
                                      </p:cBhvr>
                                      <p:tavLst>
                                        <p:tav tm="0">
                                          <p:val>
                                            <p:strVal val="#ppt_x"/>
                                          </p:val>
                                        </p:tav>
                                        <p:tav tm="100000">
                                          <p:val>
                                            <p:strVal val="#ppt_x"/>
                                          </p:val>
                                        </p:tav>
                                      </p:tavLst>
                                    </p:anim>
                                    <p:anim calcmode="lin" valueType="num">
                                      <p:cBhvr>
                                        <p:cTn id="45" dur="200" fill="hold"/>
                                        <p:tgtEl>
                                          <p:spTgt spid="13"/>
                                        </p:tgtEl>
                                        <p:attrNameLst>
                                          <p:attrName>ppt_y</p:attrName>
                                        </p:attrNameLst>
                                      </p:cBhvr>
                                      <p:tavLst>
                                        <p:tav tm="0">
                                          <p:val>
                                            <p:strVal val="#ppt_y+.1"/>
                                          </p:val>
                                        </p:tav>
                                        <p:tav tm="100000">
                                          <p:val>
                                            <p:strVal val="#ppt_y"/>
                                          </p:val>
                                        </p:tav>
                                      </p:tavLst>
                                    </p:anim>
                                  </p:childTnLst>
                                </p:cTn>
                              </p:par>
                            </p:childTnLst>
                          </p:cTn>
                        </p:par>
                        <p:par>
                          <p:cTn id="46" fill="hold">
                            <p:stCondLst>
                              <p:cond delay="2600"/>
                            </p:stCondLst>
                            <p:childTnLst>
                              <p:par>
                                <p:cTn id="47" presetID="42" presetClass="entr" presetSubtype="0" fill="hold" nodeType="after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200"/>
                                        <p:tgtEl>
                                          <p:spTgt spid="14"/>
                                        </p:tgtEl>
                                      </p:cBhvr>
                                    </p:animEffect>
                                    <p:anim calcmode="lin" valueType="num">
                                      <p:cBhvr>
                                        <p:cTn id="50" dur="200" fill="hold"/>
                                        <p:tgtEl>
                                          <p:spTgt spid="14"/>
                                        </p:tgtEl>
                                        <p:attrNameLst>
                                          <p:attrName>ppt_x</p:attrName>
                                        </p:attrNameLst>
                                      </p:cBhvr>
                                      <p:tavLst>
                                        <p:tav tm="0">
                                          <p:val>
                                            <p:strVal val="#ppt_x"/>
                                          </p:val>
                                        </p:tav>
                                        <p:tav tm="100000">
                                          <p:val>
                                            <p:strVal val="#ppt_x"/>
                                          </p:val>
                                        </p:tav>
                                      </p:tavLst>
                                    </p:anim>
                                    <p:anim calcmode="lin" valueType="num">
                                      <p:cBhvr>
                                        <p:cTn id="51" dur="200" fill="hold"/>
                                        <p:tgtEl>
                                          <p:spTgt spid="14"/>
                                        </p:tgtEl>
                                        <p:attrNameLst>
                                          <p:attrName>ppt_y</p:attrName>
                                        </p:attrNameLst>
                                      </p:cBhvr>
                                      <p:tavLst>
                                        <p:tav tm="0">
                                          <p:val>
                                            <p:strVal val="#ppt_y+.1"/>
                                          </p:val>
                                        </p:tav>
                                        <p:tav tm="100000">
                                          <p:val>
                                            <p:strVal val="#ppt_y"/>
                                          </p:val>
                                        </p:tav>
                                      </p:tavLst>
                                    </p:anim>
                                  </p:childTnLst>
                                </p:cTn>
                              </p:par>
                              <p:par>
                                <p:cTn id="52" presetID="10" presetClass="entr" presetSubtype="0" fill="hold" grpId="0" nodeType="withEffect">
                                  <p:stCondLst>
                                    <p:cond delay="0"/>
                                  </p:stCondLst>
                                  <p:childTnLst>
                                    <p:set>
                                      <p:cBhvr>
                                        <p:cTn id="53" dur="1" fill="hold">
                                          <p:stCondLst>
                                            <p:cond delay="0"/>
                                          </p:stCondLst>
                                        </p:cTn>
                                        <p:tgtEl>
                                          <p:spTgt spid="50"/>
                                        </p:tgtEl>
                                        <p:attrNameLst>
                                          <p:attrName>style.visibility</p:attrName>
                                        </p:attrNameLst>
                                      </p:cBhvr>
                                      <p:to>
                                        <p:strVal val="visible"/>
                                      </p:to>
                                    </p:set>
                                    <p:animEffect transition="in" filter="fade">
                                      <p:cBhvr>
                                        <p:cTn id="54" dur="500"/>
                                        <p:tgtEl>
                                          <p:spTgt spid="50"/>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53"/>
                                        </p:tgtEl>
                                        <p:attrNameLst>
                                          <p:attrName>style.visibility</p:attrName>
                                        </p:attrNameLst>
                                      </p:cBhvr>
                                      <p:to>
                                        <p:strVal val="visible"/>
                                      </p:to>
                                    </p:set>
                                    <p:animEffect transition="in" filter="fade">
                                      <p:cBhvr>
                                        <p:cTn id="57" dur="500"/>
                                        <p:tgtEl>
                                          <p:spTgt spid="53"/>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60"/>
                                        </p:tgtEl>
                                        <p:attrNameLst>
                                          <p:attrName>style.visibility</p:attrName>
                                        </p:attrNameLst>
                                      </p:cBhvr>
                                      <p:to>
                                        <p:strVal val="visible"/>
                                      </p:to>
                                    </p:set>
                                    <p:animEffect transition="in" filter="fade">
                                      <p:cBhvr>
                                        <p:cTn id="60" dur="500"/>
                                        <p:tgtEl>
                                          <p:spTgt spid="6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fade">
                                      <p:cBhvr>
                                        <p:cTn id="63" dur="500"/>
                                        <p:tgtEl>
                                          <p:spTgt spid="52"/>
                                        </p:tgtEl>
                                      </p:cBhvr>
                                    </p:animEffect>
                                  </p:childTnLst>
                                </p:cTn>
                              </p:par>
                            </p:childTnLst>
                          </p:cTn>
                        </p:par>
                        <p:par>
                          <p:cTn id="64" fill="hold">
                            <p:stCondLst>
                              <p:cond delay="3100"/>
                            </p:stCondLst>
                            <p:childTnLst>
                              <p:par>
                                <p:cTn id="65" presetID="2" presetClass="entr" presetSubtype="8" decel="100000" fill="hold" nodeType="after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additive="base">
                                        <p:cTn id="67" dur="500" fill="hold"/>
                                        <p:tgtEl>
                                          <p:spTgt spid="22"/>
                                        </p:tgtEl>
                                        <p:attrNameLst>
                                          <p:attrName>ppt_x</p:attrName>
                                        </p:attrNameLst>
                                      </p:cBhvr>
                                      <p:tavLst>
                                        <p:tav tm="0">
                                          <p:val>
                                            <p:strVal val="0-#ppt_w/2"/>
                                          </p:val>
                                        </p:tav>
                                        <p:tav tm="100000">
                                          <p:val>
                                            <p:strVal val="#ppt_x"/>
                                          </p:val>
                                        </p:tav>
                                      </p:tavLst>
                                    </p:anim>
                                    <p:anim calcmode="lin" valueType="num">
                                      <p:cBhvr additive="base">
                                        <p:cTn id="68" dur="500" fill="hold"/>
                                        <p:tgtEl>
                                          <p:spTgt spid="22"/>
                                        </p:tgtEl>
                                        <p:attrNameLst>
                                          <p:attrName>ppt_y</p:attrName>
                                        </p:attrNameLst>
                                      </p:cBhvr>
                                      <p:tavLst>
                                        <p:tav tm="0">
                                          <p:val>
                                            <p:strVal val="#ppt_y"/>
                                          </p:val>
                                        </p:tav>
                                        <p:tav tm="100000">
                                          <p:val>
                                            <p:strVal val="#ppt_y"/>
                                          </p:val>
                                        </p:tav>
                                      </p:tavLst>
                                    </p:anim>
                                  </p:childTnLst>
                                </p:cTn>
                              </p:par>
                              <p:par>
                                <p:cTn id="69" presetID="2" presetClass="entr" presetSubtype="8" decel="100000" fill="hold" nodeType="withEffect">
                                  <p:stCondLst>
                                    <p:cond delay="0"/>
                                  </p:stCondLst>
                                  <p:childTnLst>
                                    <p:set>
                                      <p:cBhvr>
                                        <p:cTn id="70" dur="1" fill="hold">
                                          <p:stCondLst>
                                            <p:cond delay="0"/>
                                          </p:stCondLst>
                                        </p:cTn>
                                        <p:tgtEl>
                                          <p:spTgt spid="23"/>
                                        </p:tgtEl>
                                        <p:attrNameLst>
                                          <p:attrName>style.visibility</p:attrName>
                                        </p:attrNameLst>
                                      </p:cBhvr>
                                      <p:to>
                                        <p:strVal val="visible"/>
                                      </p:to>
                                    </p:set>
                                    <p:anim calcmode="lin" valueType="num">
                                      <p:cBhvr additive="base">
                                        <p:cTn id="71" dur="500" fill="hold"/>
                                        <p:tgtEl>
                                          <p:spTgt spid="23"/>
                                        </p:tgtEl>
                                        <p:attrNameLst>
                                          <p:attrName>ppt_x</p:attrName>
                                        </p:attrNameLst>
                                      </p:cBhvr>
                                      <p:tavLst>
                                        <p:tav tm="0">
                                          <p:val>
                                            <p:strVal val="0-#ppt_w/2"/>
                                          </p:val>
                                        </p:tav>
                                        <p:tav tm="100000">
                                          <p:val>
                                            <p:strVal val="#ppt_x"/>
                                          </p:val>
                                        </p:tav>
                                      </p:tavLst>
                                    </p:anim>
                                    <p:anim calcmode="lin" valueType="num">
                                      <p:cBhvr additive="base">
                                        <p:cTn id="72" dur="500" fill="hold"/>
                                        <p:tgtEl>
                                          <p:spTgt spid="23"/>
                                        </p:tgtEl>
                                        <p:attrNameLst>
                                          <p:attrName>ppt_y</p:attrName>
                                        </p:attrNameLst>
                                      </p:cBhvr>
                                      <p:tavLst>
                                        <p:tav tm="0">
                                          <p:val>
                                            <p:strVal val="#ppt_y"/>
                                          </p:val>
                                        </p:tav>
                                        <p:tav tm="100000">
                                          <p:val>
                                            <p:strVal val="#ppt_y"/>
                                          </p:val>
                                        </p:tav>
                                      </p:tavLst>
                                    </p:anim>
                                  </p:childTnLst>
                                </p:cTn>
                              </p:par>
                            </p:childTnLst>
                          </p:cTn>
                        </p:par>
                        <p:par>
                          <p:cTn id="73" fill="hold">
                            <p:stCondLst>
                              <p:cond delay="3600"/>
                            </p:stCondLst>
                            <p:childTnLst>
                              <p:par>
                                <p:cTn id="74" presetID="2" presetClass="entr" presetSubtype="2" decel="100000" fill="hold" nodeType="afterEffect">
                                  <p:stCondLst>
                                    <p:cond delay="0"/>
                                  </p:stCondLst>
                                  <p:childTnLst>
                                    <p:set>
                                      <p:cBhvr>
                                        <p:cTn id="75" dur="1" fill="hold">
                                          <p:stCondLst>
                                            <p:cond delay="0"/>
                                          </p:stCondLst>
                                        </p:cTn>
                                        <p:tgtEl>
                                          <p:spTgt spid="65"/>
                                        </p:tgtEl>
                                        <p:attrNameLst>
                                          <p:attrName>style.visibility</p:attrName>
                                        </p:attrNameLst>
                                      </p:cBhvr>
                                      <p:to>
                                        <p:strVal val="visible"/>
                                      </p:to>
                                    </p:set>
                                    <p:anim calcmode="lin" valueType="num">
                                      <p:cBhvr additive="base">
                                        <p:cTn id="76" dur="500" fill="hold"/>
                                        <p:tgtEl>
                                          <p:spTgt spid="65"/>
                                        </p:tgtEl>
                                        <p:attrNameLst>
                                          <p:attrName>ppt_x</p:attrName>
                                        </p:attrNameLst>
                                      </p:cBhvr>
                                      <p:tavLst>
                                        <p:tav tm="0">
                                          <p:val>
                                            <p:strVal val="1+#ppt_w/2"/>
                                          </p:val>
                                        </p:tav>
                                        <p:tav tm="100000">
                                          <p:val>
                                            <p:strVal val="#ppt_x"/>
                                          </p:val>
                                        </p:tav>
                                      </p:tavLst>
                                    </p:anim>
                                    <p:anim calcmode="lin" valueType="num">
                                      <p:cBhvr additive="base">
                                        <p:cTn id="77" dur="500" fill="hold"/>
                                        <p:tgtEl>
                                          <p:spTgt spid="65"/>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0"/>
                                  </p:stCondLst>
                                  <p:childTnLst>
                                    <p:set>
                                      <p:cBhvr>
                                        <p:cTn id="79" dur="1" fill="hold">
                                          <p:stCondLst>
                                            <p:cond delay="0"/>
                                          </p:stCondLst>
                                        </p:cTn>
                                        <p:tgtEl>
                                          <p:spTgt spid="58"/>
                                        </p:tgtEl>
                                        <p:attrNameLst>
                                          <p:attrName>style.visibility</p:attrName>
                                        </p:attrNameLst>
                                      </p:cBhvr>
                                      <p:to>
                                        <p:strVal val="visible"/>
                                      </p:to>
                                    </p:set>
                                    <p:anim calcmode="lin" valueType="num">
                                      <p:cBhvr additive="base">
                                        <p:cTn id="80" dur="500" fill="hold"/>
                                        <p:tgtEl>
                                          <p:spTgt spid="58"/>
                                        </p:tgtEl>
                                        <p:attrNameLst>
                                          <p:attrName>ppt_x</p:attrName>
                                        </p:attrNameLst>
                                      </p:cBhvr>
                                      <p:tavLst>
                                        <p:tav tm="0">
                                          <p:val>
                                            <p:strVal val="1+#ppt_w/2"/>
                                          </p:val>
                                        </p:tav>
                                        <p:tav tm="100000">
                                          <p:val>
                                            <p:strVal val="#ppt_x"/>
                                          </p:val>
                                        </p:tav>
                                      </p:tavLst>
                                    </p:anim>
                                    <p:anim calcmode="lin" valueType="num">
                                      <p:cBhvr additive="base">
                                        <p:cTn id="81" dur="500" fill="hold"/>
                                        <p:tgtEl>
                                          <p:spTgt spid="5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P spid="53" grpId="0" animBg="1"/>
      <p:bldP spid="60"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 name="Text Placeholder 13"/>
          <p:cNvSpPr>
            <a:spLocks noGrp="1"/>
          </p:cNvSpPr>
          <p:nvPr>
            <p:ph type="body" sz="quarter" idx="13"/>
          </p:nvPr>
        </p:nvSpPr>
        <p:spPr>
          <a:xfrm>
            <a:off x="608544" y="896052"/>
            <a:ext cx="8129057" cy="508000"/>
          </a:xfrm>
        </p:spPr>
        <p:txBody>
          <a:bodyPr/>
          <a:lstStyle/>
          <a:p>
            <a:r>
              <a:rPr lang="en-US" sz="1600">
                <a:latin typeface="Segoe UI" panose="020B0502040204020203" pitchFamily="34" charset="0"/>
                <a:cs typeface="Segoe UI" panose="020B0502040204020203" pitchFamily="34" charset="0"/>
              </a:rPr>
              <a:t>This is a sample text Insert your desired text here</a:t>
            </a:r>
          </a:p>
        </p:txBody>
      </p:sp>
      <p:sp>
        <p:nvSpPr>
          <p:cNvPr id="12" name="Title 11"/>
          <p:cNvSpPr>
            <a:spLocks noGrp="1"/>
          </p:cNvSpPr>
          <p:nvPr>
            <p:ph type="title"/>
          </p:nvPr>
        </p:nvSpPr>
        <p:spPr>
          <a:xfrm>
            <a:off x="609600" y="274640"/>
            <a:ext cx="10972800" cy="715961"/>
          </a:xfrm>
        </p:spPr>
        <p:txBody>
          <a:bodyPr/>
          <a:lstStyle/>
          <a:p>
            <a:r>
              <a:rPr lang="en-US">
                <a:solidFill>
                  <a:schemeClr val="tx1"/>
                </a:solidFill>
              </a:rPr>
              <a:t>Balanced Scorecard Slide Template</a:t>
            </a:r>
          </a:p>
        </p:txBody>
      </p:sp>
      <p:cxnSp>
        <p:nvCxnSpPr>
          <p:cNvPr id="84" name="Straight Arrow Connector 83">
            <a:extLst>
              <a:ext uri="{FF2B5EF4-FFF2-40B4-BE49-F238E27FC236}">
                <a16:creationId xmlns:a16="http://schemas.microsoft.com/office/drawing/2014/main" id="{4DA877E0-14F3-5543-9640-CCBB5975E72A}"/>
              </a:ext>
            </a:extLst>
          </p:cNvPr>
          <p:cNvCxnSpPr>
            <a:cxnSpLocks/>
            <a:stCxn id="4" idx="2"/>
            <a:endCxn id="60" idx="0"/>
          </p:cNvCxnSpPr>
          <p:nvPr/>
        </p:nvCxnSpPr>
        <p:spPr>
          <a:xfrm>
            <a:off x="3868371" y="3864907"/>
            <a:ext cx="0" cy="370955"/>
          </a:xfrm>
          <a:prstGeom prst="straightConnector1">
            <a:avLst/>
          </a:prstGeom>
          <a:ln>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C41CED9D-EBAB-5148-B7BD-1000EBC41C8A}"/>
              </a:ext>
            </a:extLst>
          </p:cNvPr>
          <p:cNvCxnSpPr>
            <a:cxnSpLocks/>
            <a:stCxn id="61" idx="2"/>
            <a:endCxn id="62" idx="0"/>
          </p:cNvCxnSpPr>
          <p:nvPr/>
        </p:nvCxnSpPr>
        <p:spPr>
          <a:xfrm>
            <a:off x="8301764" y="3864907"/>
            <a:ext cx="0" cy="370956"/>
          </a:xfrm>
          <a:prstGeom prst="straightConnector1">
            <a:avLst/>
          </a:prstGeom>
          <a:ln>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D823894B-C8C8-5748-B4C7-706B98B5E30D}"/>
              </a:ext>
            </a:extLst>
          </p:cNvPr>
          <p:cNvCxnSpPr>
            <a:cxnSpLocks/>
            <a:stCxn id="62" idx="1"/>
            <a:endCxn id="60" idx="3"/>
          </p:cNvCxnSpPr>
          <p:nvPr/>
        </p:nvCxnSpPr>
        <p:spPr>
          <a:xfrm flipH="1">
            <a:off x="5878317" y="5292948"/>
            <a:ext cx="413499" cy="0"/>
          </a:xfrm>
          <a:prstGeom prst="straightConnector1">
            <a:avLst/>
          </a:prstGeom>
          <a:ln>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D9226A-50A0-C943-B61B-96E5AAF180F3}"/>
              </a:ext>
            </a:extLst>
          </p:cNvPr>
          <p:cNvCxnSpPr>
            <a:cxnSpLocks/>
            <a:stCxn id="61" idx="1"/>
            <a:endCxn id="4" idx="3"/>
          </p:cNvCxnSpPr>
          <p:nvPr/>
        </p:nvCxnSpPr>
        <p:spPr>
          <a:xfrm flipH="1">
            <a:off x="5878317" y="2807821"/>
            <a:ext cx="413499" cy="0"/>
          </a:xfrm>
          <a:prstGeom prst="straightConnector1">
            <a:avLst/>
          </a:prstGeom>
          <a:ln>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163" name="Group 162">
            <a:extLst>
              <a:ext uri="{FF2B5EF4-FFF2-40B4-BE49-F238E27FC236}">
                <a16:creationId xmlns:a16="http://schemas.microsoft.com/office/drawing/2014/main" id="{2C95AC23-F822-1043-9A76-219E655E6F7A}"/>
              </a:ext>
            </a:extLst>
          </p:cNvPr>
          <p:cNvGrpSpPr/>
          <p:nvPr/>
        </p:nvGrpSpPr>
        <p:grpSpPr>
          <a:xfrm>
            <a:off x="1344837" y="1373814"/>
            <a:ext cx="4533481" cy="2491093"/>
            <a:chOff x="1008627" y="1030360"/>
            <a:chExt cx="3400111" cy="1868320"/>
          </a:xfrm>
        </p:grpSpPr>
        <p:sp>
          <p:nvSpPr>
            <p:cNvPr id="4" name="Rectangle 3">
              <a:extLst>
                <a:ext uri="{FF2B5EF4-FFF2-40B4-BE49-F238E27FC236}">
                  <a16:creationId xmlns:a16="http://schemas.microsoft.com/office/drawing/2014/main" id="{59C1B46F-ACE4-0447-93D7-E4AA30F4A844}"/>
                </a:ext>
              </a:extLst>
            </p:cNvPr>
            <p:cNvSpPr/>
            <p:nvPr/>
          </p:nvSpPr>
          <p:spPr>
            <a:xfrm>
              <a:off x="1393816" y="1313052"/>
              <a:ext cx="3014922" cy="158562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82" name="TextBox 81">
              <a:extLst>
                <a:ext uri="{FF2B5EF4-FFF2-40B4-BE49-F238E27FC236}">
                  <a16:creationId xmlns:a16="http://schemas.microsoft.com/office/drawing/2014/main" id="{6330783C-4056-124D-9A98-6722538EB82C}"/>
                </a:ext>
              </a:extLst>
            </p:cNvPr>
            <p:cNvSpPr txBox="1"/>
            <p:nvPr/>
          </p:nvSpPr>
          <p:spPr>
            <a:xfrm>
              <a:off x="1671024" y="1360420"/>
              <a:ext cx="2506552" cy="253916"/>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D496A">
                      <a:lumMod val="75000"/>
                    </a:srgbClr>
                  </a:solidFill>
                  <a:effectLst/>
                  <a:uLnTx/>
                  <a:uFillTx/>
                  <a:latin typeface="Segoe UI" panose="020B0502040204020203" pitchFamily="34" charset="0"/>
                  <a:ea typeface="+mn-ea"/>
                  <a:cs typeface="Segoe UI" panose="020B0502040204020203" pitchFamily="34" charset="0"/>
                </a:rPr>
                <a:t>CUSTOMER</a:t>
              </a:r>
            </a:p>
          </p:txBody>
        </p:sp>
        <p:sp>
          <p:nvSpPr>
            <p:cNvPr id="87" name="TextBox 86">
              <a:extLst>
                <a:ext uri="{FF2B5EF4-FFF2-40B4-BE49-F238E27FC236}">
                  <a16:creationId xmlns:a16="http://schemas.microsoft.com/office/drawing/2014/main" id="{31AA8A62-AA24-D14D-97BB-D2E57809ECB5}"/>
                </a:ext>
              </a:extLst>
            </p:cNvPr>
            <p:cNvSpPr txBox="1"/>
            <p:nvPr/>
          </p:nvSpPr>
          <p:spPr>
            <a:xfrm>
              <a:off x="1657806" y="1686472"/>
              <a:ext cx="977453" cy="20774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a:t>
              </a:r>
            </a:p>
          </p:txBody>
        </p:sp>
        <p:sp>
          <p:nvSpPr>
            <p:cNvPr id="88" name="TextBox 87">
              <a:extLst>
                <a:ext uri="{FF2B5EF4-FFF2-40B4-BE49-F238E27FC236}">
                  <a16:creationId xmlns:a16="http://schemas.microsoft.com/office/drawing/2014/main" id="{9859838C-427F-3D45-8256-DAC0580FD0B7}"/>
                </a:ext>
              </a:extLst>
            </p:cNvPr>
            <p:cNvSpPr txBox="1"/>
            <p:nvPr/>
          </p:nvSpPr>
          <p:spPr>
            <a:xfrm>
              <a:off x="3178114" y="1686472"/>
              <a:ext cx="977453" cy="20774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a:t>
              </a:r>
            </a:p>
          </p:txBody>
        </p:sp>
        <p:grpSp>
          <p:nvGrpSpPr>
            <p:cNvPr id="110" name="Group 109">
              <a:extLst>
                <a:ext uri="{FF2B5EF4-FFF2-40B4-BE49-F238E27FC236}">
                  <a16:creationId xmlns:a16="http://schemas.microsoft.com/office/drawing/2014/main" id="{E4C61600-F0AE-E345-9890-85CBDB129DE0}"/>
                </a:ext>
              </a:extLst>
            </p:cNvPr>
            <p:cNvGrpSpPr/>
            <p:nvPr/>
          </p:nvGrpSpPr>
          <p:grpSpPr>
            <a:xfrm rot="10800000">
              <a:off x="1386949" y="1676111"/>
              <a:ext cx="3018357" cy="1199221"/>
              <a:chOff x="4808716" y="3084215"/>
              <a:chExt cx="3079640" cy="1223569"/>
            </a:xfrm>
          </p:grpSpPr>
          <p:cxnSp>
            <p:nvCxnSpPr>
              <p:cNvPr id="114" name="Straight Connector 113">
                <a:extLst>
                  <a:ext uri="{FF2B5EF4-FFF2-40B4-BE49-F238E27FC236}">
                    <a16:creationId xmlns:a16="http://schemas.microsoft.com/office/drawing/2014/main" id="{E91C0D9C-D1FD-AD4C-8695-416A5F2F64F1}"/>
                  </a:ext>
                </a:extLst>
              </p:cNvPr>
              <p:cNvCxnSpPr>
                <a:cxnSpLocks/>
              </p:cNvCxnSpPr>
              <p:nvPr/>
            </p:nvCxnSpPr>
            <p:spPr>
              <a:xfrm>
                <a:off x="4808716" y="3333750"/>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09FD1AA1-AE07-7648-9D86-8A66B86A3352}"/>
                  </a:ext>
                </a:extLst>
              </p:cNvPr>
              <p:cNvCxnSpPr>
                <a:cxnSpLocks/>
              </p:cNvCxnSpPr>
              <p:nvPr/>
            </p:nvCxnSpPr>
            <p:spPr>
              <a:xfrm>
                <a:off x="4808716" y="3577259"/>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08064004-F009-C94E-A023-B13D0EC27E15}"/>
                  </a:ext>
                </a:extLst>
              </p:cNvPr>
              <p:cNvCxnSpPr>
                <a:cxnSpLocks/>
              </p:cNvCxnSpPr>
              <p:nvPr/>
            </p:nvCxnSpPr>
            <p:spPr>
              <a:xfrm>
                <a:off x="4808716" y="3820768"/>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2C337973-A7D1-C146-9B24-B0B556B20F84}"/>
                  </a:ext>
                </a:extLst>
              </p:cNvPr>
              <p:cNvCxnSpPr>
                <a:cxnSpLocks/>
              </p:cNvCxnSpPr>
              <p:nvPr/>
            </p:nvCxnSpPr>
            <p:spPr>
              <a:xfrm>
                <a:off x="4808716" y="4064277"/>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2F62E017-ACDC-4642-913C-F18C0B4E98B2}"/>
                  </a:ext>
                </a:extLst>
              </p:cNvPr>
              <p:cNvCxnSpPr>
                <a:cxnSpLocks/>
              </p:cNvCxnSpPr>
              <p:nvPr/>
            </p:nvCxnSpPr>
            <p:spPr>
              <a:xfrm>
                <a:off x="4808716" y="4307784"/>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7100A74C-ACB2-FA4C-96D2-805B23DC6692}"/>
                  </a:ext>
                </a:extLst>
              </p:cNvPr>
              <p:cNvCxnSpPr>
                <a:cxnSpLocks/>
              </p:cNvCxnSpPr>
              <p:nvPr/>
            </p:nvCxnSpPr>
            <p:spPr>
              <a:xfrm>
                <a:off x="6341279" y="3084215"/>
                <a:ext cx="0" cy="1223569"/>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C59CBD57-8B6D-E34A-BBF1-39686BD9009C}"/>
                </a:ext>
              </a:extLst>
            </p:cNvPr>
            <p:cNvSpPr txBox="1"/>
            <p:nvPr/>
          </p:nvSpPr>
          <p:spPr>
            <a:xfrm>
              <a:off x="1660928" y="1927531"/>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1</a:t>
              </a:r>
            </a:p>
          </p:txBody>
        </p:sp>
        <p:sp>
          <p:nvSpPr>
            <p:cNvPr id="155" name="TextBox 154">
              <a:extLst>
                <a:ext uri="{FF2B5EF4-FFF2-40B4-BE49-F238E27FC236}">
                  <a16:creationId xmlns:a16="http://schemas.microsoft.com/office/drawing/2014/main" id="{F427DB3C-7F7E-DE43-928E-EAA3B6525C4F}"/>
                </a:ext>
              </a:extLst>
            </p:cNvPr>
            <p:cNvSpPr txBox="1"/>
            <p:nvPr/>
          </p:nvSpPr>
          <p:spPr>
            <a:xfrm>
              <a:off x="3181236" y="1927531"/>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1</a:t>
              </a:r>
            </a:p>
          </p:txBody>
        </p:sp>
        <p:sp>
          <p:nvSpPr>
            <p:cNvPr id="156" name="TextBox 155">
              <a:extLst>
                <a:ext uri="{FF2B5EF4-FFF2-40B4-BE49-F238E27FC236}">
                  <a16:creationId xmlns:a16="http://schemas.microsoft.com/office/drawing/2014/main" id="{0DA0A9A6-A65D-9D48-9070-E19DB0BBE436}"/>
                </a:ext>
              </a:extLst>
            </p:cNvPr>
            <p:cNvSpPr txBox="1"/>
            <p:nvPr/>
          </p:nvSpPr>
          <p:spPr>
            <a:xfrm>
              <a:off x="1660928" y="2174273"/>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2</a:t>
              </a:r>
            </a:p>
          </p:txBody>
        </p:sp>
        <p:sp>
          <p:nvSpPr>
            <p:cNvPr id="157" name="TextBox 156">
              <a:extLst>
                <a:ext uri="{FF2B5EF4-FFF2-40B4-BE49-F238E27FC236}">
                  <a16:creationId xmlns:a16="http://schemas.microsoft.com/office/drawing/2014/main" id="{67A89ED6-B0F7-0E48-8F2D-7C7EB1DF5CE4}"/>
                </a:ext>
              </a:extLst>
            </p:cNvPr>
            <p:cNvSpPr txBox="1"/>
            <p:nvPr/>
          </p:nvSpPr>
          <p:spPr>
            <a:xfrm>
              <a:off x="3181236" y="2174273"/>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2</a:t>
              </a:r>
            </a:p>
          </p:txBody>
        </p:sp>
        <p:sp>
          <p:nvSpPr>
            <p:cNvPr id="158" name="TextBox 157">
              <a:extLst>
                <a:ext uri="{FF2B5EF4-FFF2-40B4-BE49-F238E27FC236}">
                  <a16:creationId xmlns:a16="http://schemas.microsoft.com/office/drawing/2014/main" id="{016CB89F-8AAF-1E45-9DFA-4116BA63FFCC}"/>
                </a:ext>
              </a:extLst>
            </p:cNvPr>
            <p:cNvSpPr txBox="1"/>
            <p:nvPr/>
          </p:nvSpPr>
          <p:spPr>
            <a:xfrm>
              <a:off x="1660928" y="2421016"/>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3</a:t>
              </a:r>
            </a:p>
          </p:txBody>
        </p:sp>
        <p:sp>
          <p:nvSpPr>
            <p:cNvPr id="159" name="TextBox 158">
              <a:extLst>
                <a:ext uri="{FF2B5EF4-FFF2-40B4-BE49-F238E27FC236}">
                  <a16:creationId xmlns:a16="http://schemas.microsoft.com/office/drawing/2014/main" id="{47DCDF0A-A2A4-9B42-BB32-DD613285F6AE}"/>
                </a:ext>
              </a:extLst>
            </p:cNvPr>
            <p:cNvSpPr txBox="1"/>
            <p:nvPr/>
          </p:nvSpPr>
          <p:spPr>
            <a:xfrm>
              <a:off x="3181236" y="2421016"/>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3</a:t>
              </a:r>
            </a:p>
          </p:txBody>
        </p:sp>
        <p:sp>
          <p:nvSpPr>
            <p:cNvPr id="160" name="TextBox 159">
              <a:extLst>
                <a:ext uri="{FF2B5EF4-FFF2-40B4-BE49-F238E27FC236}">
                  <a16:creationId xmlns:a16="http://schemas.microsoft.com/office/drawing/2014/main" id="{70ABE4F8-D2A9-3846-86C2-2ED7CE66D58C}"/>
                </a:ext>
              </a:extLst>
            </p:cNvPr>
            <p:cNvSpPr txBox="1"/>
            <p:nvPr/>
          </p:nvSpPr>
          <p:spPr>
            <a:xfrm>
              <a:off x="1660928" y="2645987"/>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4</a:t>
              </a:r>
            </a:p>
          </p:txBody>
        </p:sp>
        <p:sp>
          <p:nvSpPr>
            <p:cNvPr id="161" name="TextBox 160">
              <a:extLst>
                <a:ext uri="{FF2B5EF4-FFF2-40B4-BE49-F238E27FC236}">
                  <a16:creationId xmlns:a16="http://schemas.microsoft.com/office/drawing/2014/main" id="{0DF4F92E-9FAA-D74C-9C66-81C4DDA8ABDA}"/>
                </a:ext>
              </a:extLst>
            </p:cNvPr>
            <p:cNvSpPr txBox="1"/>
            <p:nvPr/>
          </p:nvSpPr>
          <p:spPr>
            <a:xfrm>
              <a:off x="3181236" y="2645987"/>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4</a:t>
              </a:r>
            </a:p>
          </p:txBody>
        </p:sp>
        <p:grpSp>
          <p:nvGrpSpPr>
            <p:cNvPr id="49" name="Group 48">
              <a:extLst>
                <a:ext uri="{FF2B5EF4-FFF2-40B4-BE49-F238E27FC236}">
                  <a16:creationId xmlns:a16="http://schemas.microsoft.com/office/drawing/2014/main" id="{3D248F35-F349-4244-86F7-07BE1EC3B504}"/>
                </a:ext>
              </a:extLst>
            </p:cNvPr>
            <p:cNvGrpSpPr/>
            <p:nvPr/>
          </p:nvGrpSpPr>
          <p:grpSpPr>
            <a:xfrm>
              <a:off x="1008627" y="1030360"/>
              <a:ext cx="801365" cy="801365"/>
              <a:chOff x="1008627" y="1030360"/>
              <a:chExt cx="801365" cy="801365"/>
            </a:xfrm>
          </p:grpSpPr>
          <p:sp>
            <p:nvSpPr>
              <p:cNvPr id="2" name="Oval 1">
                <a:extLst>
                  <a:ext uri="{FF2B5EF4-FFF2-40B4-BE49-F238E27FC236}">
                    <a16:creationId xmlns:a16="http://schemas.microsoft.com/office/drawing/2014/main" id="{A1B1634F-5B71-8D48-A4A5-CDB61F99BAD7}"/>
                  </a:ext>
                </a:extLst>
              </p:cNvPr>
              <p:cNvSpPr/>
              <p:nvPr/>
            </p:nvSpPr>
            <p:spPr>
              <a:xfrm>
                <a:off x="1008627" y="1030360"/>
                <a:ext cx="801365" cy="80136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35" name="Graphic 34" descr="users">
                <a:extLst>
                  <a:ext uri="{FF2B5EF4-FFF2-40B4-BE49-F238E27FC236}">
                    <a16:creationId xmlns:a16="http://schemas.microsoft.com/office/drawing/2014/main" id="{0F7FA4D4-F96A-7342-8BF8-9218DC56E59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66326" y="1188059"/>
                <a:ext cx="485967" cy="485967"/>
              </a:xfrm>
              <a:prstGeom prst="rect">
                <a:avLst/>
              </a:prstGeom>
            </p:spPr>
          </p:pic>
        </p:grpSp>
      </p:grpSp>
      <p:grpSp>
        <p:nvGrpSpPr>
          <p:cNvPr id="172" name="Group 171">
            <a:extLst>
              <a:ext uri="{FF2B5EF4-FFF2-40B4-BE49-F238E27FC236}">
                <a16:creationId xmlns:a16="http://schemas.microsoft.com/office/drawing/2014/main" id="{354B6598-C79A-B842-B089-F94DA19665ED}"/>
              </a:ext>
            </a:extLst>
          </p:cNvPr>
          <p:cNvGrpSpPr/>
          <p:nvPr/>
        </p:nvGrpSpPr>
        <p:grpSpPr>
          <a:xfrm>
            <a:off x="1344837" y="4235863"/>
            <a:ext cx="4538017" cy="2457995"/>
            <a:chOff x="1008627" y="3176897"/>
            <a:chExt cx="3403513" cy="1843496"/>
          </a:xfrm>
        </p:grpSpPr>
        <p:sp>
          <p:nvSpPr>
            <p:cNvPr id="60" name="Rectangle 59">
              <a:extLst>
                <a:ext uri="{FF2B5EF4-FFF2-40B4-BE49-F238E27FC236}">
                  <a16:creationId xmlns:a16="http://schemas.microsoft.com/office/drawing/2014/main" id="{4EBE4E98-5421-494A-A323-1814965AE09D}"/>
                </a:ext>
              </a:extLst>
            </p:cNvPr>
            <p:cNvSpPr/>
            <p:nvPr/>
          </p:nvSpPr>
          <p:spPr>
            <a:xfrm>
              <a:off x="1393816" y="3176897"/>
              <a:ext cx="3014922" cy="158562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80" name="TextBox 79">
              <a:extLst>
                <a:ext uri="{FF2B5EF4-FFF2-40B4-BE49-F238E27FC236}">
                  <a16:creationId xmlns:a16="http://schemas.microsoft.com/office/drawing/2014/main" id="{313C33EB-8723-404E-A713-55F2474271A0}"/>
                </a:ext>
              </a:extLst>
            </p:cNvPr>
            <p:cNvSpPr txBox="1"/>
            <p:nvPr/>
          </p:nvSpPr>
          <p:spPr>
            <a:xfrm>
              <a:off x="1671024" y="4448659"/>
              <a:ext cx="2506552" cy="253915"/>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1DA696">
                      <a:lumMod val="75000"/>
                    </a:srgbClr>
                  </a:solidFill>
                  <a:effectLst/>
                  <a:uLnTx/>
                  <a:uFillTx/>
                  <a:latin typeface="Segoe UI" panose="020B0502040204020203" pitchFamily="34" charset="0"/>
                  <a:ea typeface="+mn-ea"/>
                  <a:cs typeface="Segoe UI" panose="020B0502040204020203" pitchFamily="34" charset="0"/>
                </a:rPr>
                <a:t>FINANCIAL</a:t>
              </a:r>
            </a:p>
          </p:txBody>
        </p:sp>
        <p:sp>
          <p:nvSpPr>
            <p:cNvPr id="89" name="TextBox 88">
              <a:extLst>
                <a:ext uri="{FF2B5EF4-FFF2-40B4-BE49-F238E27FC236}">
                  <a16:creationId xmlns:a16="http://schemas.microsoft.com/office/drawing/2014/main" id="{C6A92BE4-7604-524F-89F4-06ACD8CBF88F}"/>
                </a:ext>
              </a:extLst>
            </p:cNvPr>
            <p:cNvSpPr txBox="1"/>
            <p:nvPr/>
          </p:nvSpPr>
          <p:spPr>
            <a:xfrm>
              <a:off x="1657806" y="3187257"/>
              <a:ext cx="977453" cy="20774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a:t>
              </a:r>
            </a:p>
          </p:txBody>
        </p:sp>
        <p:sp>
          <p:nvSpPr>
            <p:cNvPr id="93" name="TextBox 92">
              <a:extLst>
                <a:ext uri="{FF2B5EF4-FFF2-40B4-BE49-F238E27FC236}">
                  <a16:creationId xmlns:a16="http://schemas.microsoft.com/office/drawing/2014/main" id="{8B8B70D3-4AAC-AB4E-8AE6-7759E0CBFFC7}"/>
                </a:ext>
              </a:extLst>
            </p:cNvPr>
            <p:cNvSpPr txBox="1"/>
            <p:nvPr/>
          </p:nvSpPr>
          <p:spPr>
            <a:xfrm>
              <a:off x="3178114" y="3187257"/>
              <a:ext cx="977453" cy="20774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a:t>
              </a:r>
            </a:p>
          </p:txBody>
        </p:sp>
        <p:grpSp>
          <p:nvGrpSpPr>
            <p:cNvPr id="94" name="Group 93">
              <a:extLst>
                <a:ext uri="{FF2B5EF4-FFF2-40B4-BE49-F238E27FC236}">
                  <a16:creationId xmlns:a16="http://schemas.microsoft.com/office/drawing/2014/main" id="{BEE8F69F-0BC3-3B4B-ADE0-8CEC55A2AC78}"/>
                </a:ext>
              </a:extLst>
            </p:cNvPr>
            <p:cNvGrpSpPr/>
            <p:nvPr/>
          </p:nvGrpSpPr>
          <p:grpSpPr>
            <a:xfrm>
              <a:off x="1393783" y="3176897"/>
              <a:ext cx="3018357" cy="1199221"/>
              <a:chOff x="4808716" y="3084215"/>
              <a:chExt cx="3079640" cy="1223569"/>
            </a:xfrm>
          </p:grpSpPr>
          <p:cxnSp>
            <p:nvCxnSpPr>
              <p:cNvPr id="95" name="Straight Connector 94">
                <a:extLst>
                  <a:ext uri="{FF2B5EF4-FFF2-40B4-BE49-F238E27FC236}">
                    <a16:creationId xmlns:a16="http://schemas.microsoft.com/office/drawing/2014/main" id="{C36C4DE1-934B-FB4A-A439-07F5002FC15F}"/>
                  </a:ext>
                </a:extLst>
              </p:cNvPr>
              <p:cNvCxnSpPr>
                <a:cxnSpLocks/>
              </p:cNvCxnSpPr>
              <p:nvPr/>
            </p:nvCxnSpPr>
            <p:spPr>
              <a:xfrm>
                <a:off x="4808716" y="3333750"/>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B1C3078D-FF3D-4142-A455-3514EE9057A8}"/>
                  </a:ext>
                </a:extLst>
              </p:cNvPr>
              <p:cNvCxnSpPr>
                <a:cxnSpLocks/>
              </p:cNvCxnSpPr>
              <p:nvPr/>
            </p:nvCxnSpPr>
            <p:spPr>
              <a:xfrm>
                <a:off x="4808716" y="3577259"/>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192B329B-89FF-404C-90C2-7CFC218169EA}"/>
                  </a:ext>
                </a:extLst>
              </p:cNvPr>
              <p:cNvCxnSpPr>
                <a:cxnSpLocks/>
              </p:cNvCxnSpPr>
              <p:nvPr/>
            </p:nvCxnSpPr>
            <p:spPr>
              <a:xfrm>
                <a:off x="4808716" y="3820768"/>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29D22C42-8A66-7949-B2D2-CC9E13155832}"/>
                  </a:ext>
                </a:extLst>
              </p:cNvPr>
              <p:cNvCxnSpPr>
                <a:cxnSpLocks/>
              </p:cNvCxnSpPr>
              <p:nvPr/>
            </p:nvCxnSpPr>
            <p:spPr>
              <a:xfrm>
                <a:off x="4808716" y="4064277"/>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CA24FE7D-DA70-5E4A-8D52-31DA2B69EB0A}"/>
                  </a:ext>
                </a:extLst>
              </p:cNvPr>
              <p:cNvCxnSpPr>
                <a:cxnSpLocks/>
              </p:cNvCxnSpPr>
              <p:nvPr/>
            </p:nvCxnSpPr>
            <p:spPr>
              <a:xfrm>
                <a:off x="4808716" y="4307784"/>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30BC5997-136F-EA49-B6DA-8969EF4EE7F8}"/>
                  </a:ext>
                </a:extLst>
              </p:cNvPr>
              <p:cNvCxnSpPr>
                <a:cxnSpLocks/>
              </p:cNvCxnSpPr>
              <p:nvPr/>
            </p:nvCxnSpPr>
            <p:spPr>
              <a:xfrm>
                <a:off x="6341279" y="3084215"/>
                <a:ext cx="0" cy="1223569"/>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sp>
          <p:nvSpPr>
            <p:cNvPr id="127" name="TextBox 126">
              <a:extLst>
                <a:ext uri="{FF2B5EF4-FFF2-40B4-BE49-F238E27FC236}">
                  <a16:creationId xmlns:a16="http://schemas.microsoft.com/office/drawing/2014/main" id="{E92247E9-BEC9-2049-8715-35A35A1F93FC}"/>
                </a:ext>
              </a:extLst>
            </p:cNvPr>
            <p:cNvSpPr txBox="1"/>
            <p:nvPr/>
          </p:nvSpPr>
          <p:spPr>
            <a:xfrm>
              <a:off x="1657806" y="3422503"/>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1</a:t>
              </a:r>
            </a:p>
          </p:txBody>
        </p:sp>
        <p:sp>
          <p:nvSpPr>
            <p:cNvPr id="128" name="TextBox 127">
              <a:extLst>
                <a:ext uri="{FF2B5EF4-FFF2-40B4-BE49-F238E27FC236}">
                  <a16:creationId xmlns:a16="http://schemas.microsoft.com/office/drawing/2014/main" id="{60BE3648-EC08-F04D-A152-6D933D9F3007}"/>
                </a:ext>
              </a:extLst>
            </p:cNvPr>
            <p:cNvSpPr txBox="1"/>
            <p:nvPr/>
          </p:nvSpPr>
          <p:spPr>
            <a:xfrm>
              <a:off x="3178114" y="3422503"/>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1</a:t>
              </a:r>
            </a:p>
          </p:txBody>
        </p:sp>
        <p:sp>
          <p:nvSpPr>
            <p:cNvPr id="130" name="TextBox 129">
              <a:extLst>
                <a:ext uri="{FF2B5EF4-FFF2-40B4-BE49-F238E27FC236}">
                  <a16:creationId xmlns:a16="http://schemas.microsoft.com/office/drawing/2014/main" id="{20BD7A5A-7314-F745-BCC3-57437DE5937D}"/>
                </a:ext>
              </a:extLst>
            </p:cNvPr>
            <p:cNvSpPr txBox="1"/>
            <p:nvPr/>
          </p:nvSpPr>
          <p:spPr>
            <a:xfrm>
              <a:off x="1657806" y="3669245"/>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2</a:t>
              </a:r>
            </a:p>
          </p:txBody>
        </p:sp>
        <p:sp>
          <p:nvSpPr>
            <p:cNvPr id="131" name="TextBox 130">
              <a:extLst>
                <a:ext uri="{FF2B5EF4-FFF2-40B4-BE49-F238E27FC236}">
                  <a16:creationId xmlns:a16="http://schemas.microsoft.com/office/drawing/2014/main" id="{C5938B4D-9087-DE46-99CB-6FF901C7C5E9}"/>
                </a:ext>
              </a:extLst>
            </p:cNvPr>
            <p:cNvSpPr txBox="1"/>
            <p:nvPr/>
          </p:nvSpPr>
          <p:spPr>
            <a:xfrm>
              <a:off x="3178114" y="3669245"/>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2</a:t>
              </a:r>
            </a:p>
          </p:txBody>
        </p:sp>
        <p:sp>
          <p:nvSpPr>
            <p:cNvPr id="132" name="TextBox 131">
              <a:extLst>
                <a:ext uri="{FF2B5EF4-FFF2-40B4-BE49-F238E27FC236}">
                  <a16:creationId xmlns:a16="http://schemas.microsoft.com/office/drawing/2014/main" id="{01B0F706-4916-9841-BA66-D2AC31824EB5}"/>
                </a:ext>
              </a:extLst>
            </p:cNvPr>
            <p:cNvSpPr txBox="1"/>
            <p:nvPr/>
          </p:nvSpPr>
          <p:spPr>
            <a:xfrm>
              <a:off x="1657806" y="3915988"/>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3</a:t>
              </a:r>
            </a:p>
          </p:txBody>
        </p:sp>
        <p:sp>
          <p:nvSpPr>
            <p:cNvPr id="133" name="TextBox 132">
              <a:extLst>
                <a:ext uri="{FF2B5EF4-FFF2-40B4-BE49-F238E27FC236}">
                  <a16:creationId xmlns:a16="http://schemas.microsoft.com/office/drawing/2014/main" id="{18347CCF-EB19-FE41-B0E7-17BF3548ACC8}"/>
                </a:ext>
              </a:extLst>
            </p:cNvPr>
            <p:cNvSpPr txBox="1"/>
            <p:nvPr/>
          </p:nvSpPr>
          <p:spPr>
            <a:xfrm>
              <a:off x="3178114" y="3915988"/>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3</a:t>
              </a:r>
            </a:p>
          </p:txBody>
        </p:sp>
        <p:sp>
          <p:nvSpPr>
            <p:cNvPr id="134" name="TextBox 133">
              <a:extLst>
                <a:ext uri="{FF2B5EF4-FFF2-40B4-BE49-F238E27FC236}">
                  <a16:creationId xmlns:a16="http://schemas.microsoft.com/office/drawing/2014/main" id="{220193DC-868F-CD47-A41D-8261F678A71E}"/>
                </a:ext>
              </a:extLst>
            </p:cNvPr>
            <p:cNvSpPr txBox="1"/>
            <p:nvPr/>
          </p:nvSpPr>
          <p:spPr>
            <a:xfrm>
              <a:off x="1657806" y="4140959"/>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4</a:t>
              </a:r>
            </a:p>
          </p:txBody>
        </p:sp>
        <p:sp>
          <p:nvSpPr>
            <p:cNvPr id="135" name="TextBox 134">
              <a:extLst>
                <a:ext uri="{FF2B5EF4-FFF2-40B4-BE49-F238E27FC236}">
                  <a16:creationId xmlns:a16="http://schemas.microsoft.com/office/drawing/2014/main" id="{A03F0994-2716-1A42-A184-2B28E8758B69}"/>
                </a:ext>
              </a:extLst>
            </p:cNvPr>
            <p:cNvSpPr txBox="1"/>
            <p:nvPr/>
          </p:nvSpPr>
          <p:spPr>
            <a:xfrm>
              <a:off x="3178114" y="4140959"/>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4</a:t>
              </a:r>
            </a:p>
          </p:txBody>
        </p:sp>
        <p:grpSp>
          <p:nvGrpSpPr>
            <p:cNvPr id="70" name="Group 69">
              <a:extLst>
                <a:ext uri="{FF2B5EF4-FFF2-40B4-BE49-F238E27FC236}">
                  <a16:creationId xmlns:a16="http://schemas.microsoft.com/office/drawing/2014/main" id="{4BD33502-0C9D-2D42-9D3C-07487BD5690F}"/>
                </a:ext>
              </a:extLst>
            </p:cNvPr>
            <p:cNvGrpSpPr/>
            <p:nvPr/>
          </p:nvGrpSpPr>
          <p:grpSpPr>
            <a:xfrm>
              <a:off x="1008627" y="4219028"/>
              <a:ext cx="801365" cy="801365"/>
              <a:chOff x="1008627" y="4219028"/>
              <a:chExt cx="801365" cy="801365"/>
            </a:xfrm>
          </p:grpSpPr>
          <p:sp>
            <p:nvSpPr>
              <p:cNvPr id="57" name="Oval 56">
                <a:extLst>
                  <a:ext uri="{FF2B5EF4-FFF2-40B4-BE49-F238E27FC236}">
                    <a16:creationId xmlns:a16="http://schemas.microsoft.com/office/drawing/2014/main" id="{B78C564A-31D7-4641-9BED-8647612B04C1}"/>
                  </a:ext>
                </a:extLst>
              </p:cNvPr>
              <p:cNvSpPr/>
              <p:nvPr/>
            </p:nvSpPr>
            <p:spPr>
              <a:xfrm>
                <a:off x="1008627" y="4219028"/>
                <a:ext cx="801365" cy="80136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41" name="Graphic 40" descr="coins">
                <a:extLst>
                  <a:ext uri="{FF2B5EF4-FFF2-40B4-BE49-F238E27FC236}">
                    <a16:creationId xmlns:a16="http://schemas.microsoft.com/office/drawing/2014/main" id="{3F6018A0-7387-5448-B398-F7EF45DBD76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66326" y="4376727"/>
                <a:ext cx="485967" cy="485967"/>
              </a:xfrm>
              <a:prstGeom prst="rect">
                <a:avLst/>
              </a:prstGeom>
            </p:spPr>
          </p:pic>
        </p:grpSp>
      </p:grpSp>
      <p:grpSp>
        <p:nvGrpSpPr>
          <p:cNvPr id="162" name="Group 161">
            <a:extLst>
              <a:ext uri="{FF2B5EF4-FFF2-40B4-BE49-F238E27FC236}">
                <a16:creationId xmlns:a16="http://schemas.microsoft.com/office/drawing/2014/main" id="{22347830-4498-D447-ACFF-DB2D2D164646}"/>
              </a:ext>
            </a:extLst>
          </p:cNvPr>
          <p:cNvGrpSpPr/>
          <p:nvPr/>
        </p:nvGrpSpPr>
        <p:grpSpPr>
          <a:xfrm>
            <a:off x="6277753" y="1373814"/>
            <a:ext cx="4569411" cy="2491093"/>
            <a:chOff x="4708315" y="1030360"/>
            <a:chExt cx="3427058" cy="1868320"/>
          </a:xfrm>
        </p:grpSpPr>
        <p:sp>
          <p:nvSpPr>
            <p:cNvPr id="61" name="Rectangle 60">
              <a:extLst>
                <a:ext uri="{FF2B5EF4-FFF2-40B4-BE49-F238E27FC236}">
                  <a16:creationId xmlns:a16="http://schemas.microsoft.com/office/drawing/2014/main" id="{4C7B0323-7EAA-C24C-B554-D28D1191D953}"/>
                </a:ext>
              </a:extLst>
            </p:cNvPr>
            <p:cNvSpPr/>
            <p:nvPr/>
          </p:nvSpPr>
          <p:spPr>
            <a:xfrm>
              <a:off x="4718862" y="1313052"/>
              <a:ext cx="3014922" cy="158562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E8A0A011-D8F7-E644-9E7F-6231BB9AF874}"/>
                </a:ext>
              </a:extLst>
            </p:cNvPr>
            <p:cNvSpPr txBox="1"/>
            <p:nvPr/>
          </p:nvSpPr>
          <p:spPr>
            <a:xfrm>
              <a:off x="4964218" y="1360420"/>
              <a:ext cx="2506552" cy="253916"/>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4BA44">
                      <a:lumMod val="75000"/>
                    </a:srgbClr>
                  </a:solidFill>
                  <a:effectLst/>
                  <a:uLnTx/>
                  <a:uFillTx/>
                  <a:latin typeface="Segoe UI" panose="020B0502040204020203" pitchFamily="34" charset="0"/>
                  <a:ea typeface="+mn-ea"/>
                  <a:cs typeface="Segoe UI" panose="020B0502040204020203" pitchFamily="34" charset="0"/>
                </a:rPr>
                <a:t>INTERNAL PROCESS</a:t>
              </a:r>
            </a:p>
          </p:txBody>
        </p:sp>
        <p:sp>
          <p:nvSpPr>
            <p:cNvPr id="85" name="TextBox 84">
              <a:extLst>
                <a:ext uri="{FF2B5EF4-FFF2-40B4-BE49-F238E27FC236}">
                  <a16:creationId xmlns:a16="http://schemas.microsoft.com/office/drawing/2014/main" id="{CC2CD969-D7A0-3B47-9EF4-223121D6361B}"/>
                </a:ext>
              </a:extLst>
            </p:cNvPr>
            <p:cNvSpPr txBox="1"/>
            <p:nvPr/>
          </p:nvSpPr>
          <p:spPr>
            <a:xfrm>
              <a:off x="4979451" y="1686472"/>
              <a:ext cx="977453" cy="20774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a:t>
              </a:r>
            </a:p>
          </p:txBody>
        </p:sp>
        <p:sp>
          <p:nvSpPr>
            <p:cNvPr id="86" name="TextBox 85">
              <a:extLst>
                <a:ext uri="{FF2B5EF4-FFF2-40B4-BE49-F238E27FC236}">
                  <a16:creationId xmlns:a16="http://schemas.microsoft.com/office/drawing/2014/main" id="{B8BE0B2B-F8EE-BB42-9654-5CA06B862EBC}"/>
                </a:ext>
              </a:extLst>
            </p:cNvPr>
            <p:cNvSpPr txBox="1"/>
            <p:nvPr/>
          </p:nvSpPr>
          <p:spPr>
            <a:xfrm>
              <a:off x="6499759" y="1686472"/>
              <a:ext cx="977453" cy="20774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a:t>
              </a:r>
            </a:p>
          </p:txBody>
        </p:sp>
        <p:grpSp>
          <p:nvGrpSpPr>
            <p:cNvPr id="120" name="Group 119">
              <a:extLst>
                <a:ext uri="{FF2B5EF4-FFF2-40B4-BE49-F238E27FC236}">
                  <a16:creationId xmlns:a16="http://schemas.microsoft.com/office/drawing/2014/main" id="{FBA44197-4C6A-1046-A36F-D314D3982AD9}"/>
                </a:ext>
              </a:extLst>
            </p:cNvPr>
            <p:cNvGrpSpPr/>
            <p:nvPr/>
          </p:nvGrpSpPr>
          <p:grpSpPr>
            <a:xfrm rot="10800000">
              <a:off x="4708315" y="1676111"/>
              <a:ext cx="3018357" cy="1199221"/>
              <a:chOff x="4808716" y="3084215"/>
              <a:chExt cx="3079640" cy="1223569"/>
            </a:xfrm>
          </p:grpSpPr>
          <p:cxnSp>
            <p:nvCxnSpPr>
              <p:cNvPr id="121" name="Straight Connector 120">
                <a:extLst>
                  <a:ext uri="{FF2B5EF4-FFF2-40B4-BE49-F238E27FC236}">
                    <a16:creationId xmlns:a16="http://schemas.microsoft.com/office/drawing/2014/main" id="{A9EF1235-BC9D-B340-93B4-F1BBA436C4E1}"/>
                  </a:ext>
                </a:extLst>
              </p:cNvPr>
              <p:cNvCxnSpPr>
                <a:cxnSpLocks/>
              </p:cNvCxnSpPr>
              <p:nvPr/>
            </p:nvCxnSpPr>
            <p:spPr>
              <a:xfrm>
                <a:off x="4808716" y="3333750"/>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27DD3524-8E26-BE47-8841-896A0BC7591C}"/>
                  </a:ext>
                </a:extLst>
              </p:cNvPr>
              <p:cNvCxnSpPr>
                <a:cxnSpLocks/>
              </p:cNvCxnSpPr>
              <p:nvPr/>
            </p:nvCxnSpPr>
            <p:spPr>
              <a:xfrm>
                <a:off x="4808716" y="3577259"/>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A8BDCE26-1FFD-ED4D-8F35-66583A37D672}"/>
                  </a:ext>
                </a:extLst>
              </p:cNvPr>
              <p:cNvCxnSpPr>
                <a:cxnSpLocks/>
              </p:cNvCxnSpPr>
              <p:nvPr/>
            </p:nvCxnSpPr>
            <p:spPr>
              <a:xfrm>
                <a:off x="4808716" y="3820768"/>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C0FE2D8-9C2E-BE4F-B0FE-10D1A426B34B}"/>
                  </a:ext>
                </a:extLst>
              </p:cNvPr>
              <p:cNvCxnSpPr>
                <a:cxnSpLocks/>
              </p:cNvCxnSpPr>
              <p:nvPr/>
            </p:nvCxnSpPr>
            <p:spPr>
              <a:xfrm>
                <a:off x="4808716" y="4064277"/>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A4C79E7-C85E-6740-BB53-984E19A9B3AF}"/>
                  </a:ext>
                </a:extLst>
              </p:cNvPr>
              <p:cNvCxnSpPr>
                <a:cxnSpLocks/>
              </p:cNvCxnSpPr>
              <p:nvPr/>
            </p:nvCxnSpPr>
            <p:spPr>
              <a:xfrm>
                <a:off x="4808716" y="4307784"/>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F9184AD1-1AFD-DB45-A057-375D42EDD30B}"/>
                  </a:ext>
                </a:extLst>
              </p:cNvPr>
              <p:cNvCxnSpPr>
                <a:cxnSpLocks/>
              </p:cNvCxnSpPr>
              <p:nvPr/>
            </p:nvCxnSpPr>
            <p:spPr>
              <a:xfrm>
                <a:off x="6341279" y="3084215"/>
                <a:ext cx="0" cy="1223569"/>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sp>
          <p:nvSpPr>
            <p:cNvPr id="145" name="TextBox 144">
              <a:extLst>
                <a:ext uri="{FF2B5EF4-FFF2-40B4-BE49-F238E27FC236}">
                  <a16:creationId xmlns:a16="http://schemas.microsoft.com/office/drawing/2014/main" id="{615C5EF2-8146-1E4B-ACC4-19A7766246F0}"/>
                </a:ext>
              </a:extLst>
            </p:cNvPr>
            <p:cNvSpPr txBox="1"/>
            <p:nvPr/>
          </p:nvSpPr>
          <p:spPr>
            <a:xfrm>
              <a:off x="4977443" y="1927531"/>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1</a:t>
              </a:r>
            </a:p>
          </p:txBody>
        </p:sp>
        <p:sp>
          <p:nvSpPr>
            <p:cNvPr id="146" name="TextBox 145">
              <a:extLst>
                <a:ext uri="{FF2B5EF4-FFF2-40B4-BE49-F238E27FC236}">
                  <a16:creationId xmlns:a16="http://schemas.microsoft.com/office/drawing/2014/main" id="{DA024BED-73C4-C142-8334-3F21B200AF88}"/>
                </a:ext>
              </a:extLst>
            </p:cNvPr>
            <p:cNvSpPr txBox="1"/>
            <p:nvPr/>
          </p:nvSpPr>
          <p:spPr>
            <a:xfrm>
              <a:off x="6497751" y="1927531"/>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1</a:t>
              </a:r>
            </a:p>
          </p:txBody>
        </p:sp>
        <p:sp>
          <p:nvSpPr>
            <p:cNvPr id="147" name="TextBox 146">
              <a:extLst>
                <a:ext uri="{FF2B5EF4-FFF2-40B4-BE49-F238E27FC236}">
                  <a16:creationId xmlns:a16="http://schemas.microsoft.com/office/drawing/2014/main" id="{0D6D8BD2-A908-9D40-8FAB-73AEEEE9D271}"/>
                </a:ext>
              </a:extLst>
            </p:cNvPr>
            <p:cNvSpPr txBox="1"/>
            <p:nvPr/>
          </p:nvSpPr>
          <p:spPr>
            <a:xfrm>
              <a:off x="4977443" y="2174273"/>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2</a:t>
              </a:r>
            </a:p>
          </p:txBody>
        </p:sp>
        <p:sp>
          <p:nvSpPr>
            <p:cNvPr id="148" name="TextBox 147">
              <a:extLst>
                <a:ext uri="{FF2B5EF4-FFF2-40B4-BE49-F238E27FC236}">
                  <a16:creationId xmlns:a16="http://schemas.microsoft.com/office/drawing/2014/main" id="{BF4F8572-20E5-744E-BAE3-9C489239680F}"/>
                </a:ext>
              </a:extLst>
            </p:cNvPr>
            <p:cNvSpPr txBox="1"/>
            <p:nvPr/>
          </p:nvSpPr>
          <p:spPr>
            <a:xfrm>
              <a:off x="6497751" y="2174273"/>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2</a:t>
              </a:r>
            </a:p>
          </p:txBody>
        </p:sp>
        <p:sp>
          <p:nvSpPr>
            <p:cNvPr id="149" name="TextBox 148">
              <a:extLst>
                <a:ext uri="{FF2B5EF4-FFF2-40B4-BE49-F238E27FC236}">
                  <a16:creationId xmlns:a16="http://schemas.microsoft.com/office/drawing/2014/main" id="{9609C016-3F05-6343-90CF-87A9A66021A4}"/>
                </a:ext>
              </a:extLst>
            </p:cNvPr>
            <p:cNvSpPr txBox="1"/>
            <p:nvPr/>
          </p:nvSpPr>
          <p:spPr>
            <a:xfrm>
              <a:off x="4977443" y="2421016"/>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3</a:t>
              </a:r>
            </a:p>
          </p:txBody>
        </p:sp>
        <p:sp>
          <p:nvSpPr>
            <p:cNvPr id="150" name="TextBox 149">
              <a:extLst>
                <a:ext uri="{FF2B5EF4-FFF2-40B4-BE49-F238E27FC236}">
                  <a16:creationId xmlns:a16="http://schemas.microsoft.com/office/drawing/2014/main" id="{2C0650B5-2903-AC4A-AEFF-17E1769B7A39}"/>
                </a:ext>
              </a:extLst>
            </p:cNvPr>
            <p:cNvSpPr txBox="1"/>
            <p:nvPr/>
          </p:nvSpPr>
          <p:spPr>
            <a:xfrm>
              <a:off x="6497751" y="2421016"/>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3</a:t>
              </a:r>
            </a:p>
          </p:txBody>
        </p:sp>
        <p:sp>
          <p:nvSpPr>
            <p:cNvPr id="151" name="TextBox 150">
              <a:extLst>
                <a:ext uri="{FF2B5EF4-FFF2-40B4-BE49-F238E27FC236}">
                  <a16:creationId xmlns:a16="http://schemas.microsoft.com/office/drawing/2014/main" id="{EA4BB100-C021-FA42-A2BE-6DCB9E050595}"/>
                </a:ext>
              </a:extLst>
            </p:cNvPr>
            <p:cNvSpPr txBox="1"/>
            <p:nvPr/>
          </p:nvSpPr>
          <p:spPr>
            <a:xfrm>
              <a:off x="4977443" y="2645987"/>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4</a:t>
              </a:r>
            </a:p>
          </p:txBody>
        </p:sp>
        <p:sp>
          <p:nvSpPr>
            <p:cNvPr id="152" name="TextBox 151">
              <a:extLst>
                <a:ext uri="{FF2B5EF4-FFF2-40B4-BE49-F238E27FC236}">
                  <a16:creationId xmlns:a16="http://schemas.microsoft.com/office/drawing/2014/main" id="{E67F29AC-75F3-0548-98B1-5CF638789D1F}"/>
                </a:ext>
              </a:extLst>
            </p:cNvPr>
            <p:cNvSpPr txBox="1"/>
            <p:nvPr/>
          </p:nvSpPr>
          <p:spPr>
            <a:xfrm>
              <a:off x="6497751" y="2645987"/>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4</a:t>
              </a:r>
            </a:p>
          </p:txBody>
        </p:sp>
        <p:grpSp>
          <p:nvGrpSpPr>
            <p:cNvPr id="52" name="Group 51">
              <a:extLst>
                <a:ext uri="{FF2B5EF4-FFF2-40B4-BE49-F238E27FC236}">
                  <a16:creationId xmlns:a16="http://schemas.microsoft.com/office/drawing/2014/main" id="{BF245D6D-4C52-834A-97F0-0E94E7316557}"/>
                </a:ext>
              </a:extLst>
            </p:cNvPr>
            <p:cNvGrpSpPr/>
            <p:nvPr/>
          </p:nvGrpSpPr>
          <p:grpSpPr>
            <a:xfrm>
              <a:off x="7334008" y="1030360"/>
              <a:ext cx="801365" cy="801365"/>
              <a:chOff x="7334008" y="1030360"/>
              <a:chExt cx="801365" cy="801365"/>
            </a:xfrm>
          </p:grpSpPr>
          <p:sp>
            <p:nvSpPr>
              <p:cNvPr id="55" name="Oval 54">
                <a:extLst>
                  <a:ext uri="{FF2B5EF4-FFF2-40B4-BE49-F238E27FC236}">
                    <a16:creationId xmlns:a16="http://schemas.microsoft.com/office/drawing/2014/main" id="{0928740B-6DEE-3549-8F6D-8B1E8D116991}"/>
                  </a:ext>
                </a:extLst>
              </p:cNvPr>
              <p:cNvSpPr/>
              <p:nvPr/>
            </p:nvSpPr>
            <p:spPr>
              <a:xfrm>
                <a:off x="7334008" y="1030360"/>
                <a:ext cx="801365" cy="80136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43" name="Graphic 42" descr="bargraphupwardtrend_ltr">
                <a:extLst>
                  <a:ext uri="{FF2B5EF4-FFF2-40B4-BE49-F238E27FC236}">
                    <a16:creationId xmlns:a16="http://schemas.microsoft.com/office/drawing/2014/main" id="{CAE4ADEA-A60E-804D-AD0C-F1177807DD3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91707" y="1188059"/>
                <a:ext cx="485967" cy="485967"/>
              </a:xfrm>
              <a:prstGeom prst="rect">
                <a:avLst/>
              </a:prstGeom>
            </p:spPr>
          </p:pic>
        </p:grpSp>
      </p:grpSp>
      <p:grpSp>
        <p:nvGrpSpPr>
          <p:cNvPr id="72" name="Group 71">
            <a:extLst>
              <a:ext uri="{FF2B5EF4-FFF2-40B4-BE49-F238E27FC236}">
                <a16:creationId xmlns:a16="http://schemas.microsoft.com/office/drawing/2014/main" id="{BD2BC8A2-C7E4-5743-BEBA-A298EDD2AD71}"/>
              </a:ext>
            </a:extLst>
          </p:cNvPr>
          <p:cNvGrpSpPr/>
          <p:nvPr/>
        </p:nvGrpSpPr>
        <p:grpSpPr>
          <a:xfrm>
            <a:off x="6287238" y="4235863"/>
            <a:ext cx="4559927" cy="2457995"/>
            <a:chOff x="4715428" y="3176897"/>
            <a:chExt cx="3419945" cy="1843496"/>
          </a:xfrm>
        </p:grpSpPr>
        <p:sp>
          <p:nvSpPr>
            <p:cNvPr id="62" name="Rectangle 61">
              <a:extLst>
                <a:ext uri="{FF2B5EF4-FFF2-40B4-BE49-F238E27FC236}">
                  <a16:creationId xmlns:a16="http://schemas.microsoft.com/office/drawing/2014/main" id="{D2CDF2A4-CBB1-CE42-8CB0-85B1076B9502}"/>
                </a:ext>
              </a:extLst>
            </p:cNvPr>
            <p:cNvSpPr/>
            <p:nvPr/>
          </p:nvSpPr>
          <p:spPr>
            <a:xfrm>
              <a:off x="4718862" y="3176897"/>
              <a:ext cx="3014922" cy="158562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34FABB6E-0581-E841-9B1B-9A09DFD84268}"/>
                </a:ext>
              </a:extLst>
            </p:cNvPr>
            <p:cNvSpPr txBox="1"/>
            <p:nvPr/>
          </p:nvSpPr>
          <p:spPr>
            <a:xfrm>
              <a:off x="4964218" y="4448659"/>
              <a:ext cx="2506552" cy="253915"/>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4FC3FB">
                      <a:lumMod val="75000"/>
                    </a:srgbClr>
                  </a:solidFill>
                  <a:effectLst/>
                  <a:uLnTx/>
                  <a:uFillTx/>
                  <a:latin typeface="Segoe UI" panose="020B0502040204020203" pitchFamily="34" charset="0"/>
                  <a:ea typeface="+mn-ea"/>
                  <a:cs typeface="Segoe UI" panose="020B0502040204020203" pitchFamily="34" charset="0"/>
                </a:rPr>
                <a:t>INNOVATION &amp; LEARNING</a:t>
              </a:r>
            </a:p>
          </p:txBody>
        </p:sp>
        <p:sp>
          <p:nvSpPr>
            <p:cNvPr id="113" name="TextBox 112">
              <a:extLst>
                <a:ext uri="{FF2B5EF4-FFF2-40B4-BE49-F238E27FC236}">
                  <a16:creationId xmlns:a16="http://schemas.microsoft.com/office/drawing/2014/main" id="{EE9EDFF4-7F42-244E-8A6A-0B01BEA81071}"/>
                </a:ext>
              </a:extLst>
            </p:cNvPr>
            <p:cNvSpPr txBox="1"/>
            <p:nvPr/>
          </p:nvSpPr>
          <p:spPr>
            <a:xfrm>
              <a:off x="4979451" y="3180145"/>
              <a:ext cx="977453" cy="20774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a:t>
              </a:r>
            </a:p>
          </p:txBody>
        </p:sp>
        <p:grpSp>
          <p:nvGrpSpPr>
            <p:cNvPr id="20" name="Group 19">
              <a:extLst>
                <a:ext uri="{FF2B5EF4-FFF2-40B4-BE49-F238E27FC236}">
                  <a16:creationId xmlns:a16="http://schemas.microsoft.com/office/drawing/2014/main" id="{A1DDFC75-7DBE-EB46-B824-C31629A4590D}"/>
                </a:ext>
              </a:extLst>
            </p:cNvPr>
            <p:cNvGrpSpPr/>
            <p:nvPr/>
          </p:nvGrpSpPr>
          <p:grpSpPr>
            <a:xfrm>
              <a:off x="4715428" y="3176897"/>
              <a:ext cx="3018357" cy="1199221"/>
              <a:chOff x="4808716" y="3084215"/>
              <a:chExt cx="3079640" cy="1223569"/>
            </a:xfrm>
          </p:grpSpPr>
          <p:cxnSp>
            <p:nvCxnSpPr>
              <p:cNvPr id="67" name="Straight Connector 66">
                <a:extLst>
                  <a:ext uri="{FF2B5EF4-FFF2-40B4-BE49-F238E27FC236}">
                    <a16:creationId xmlns:a16="http://schemas.microsoft.com/office/drawing/2014/main" id="{AAC8B433-5DE6-B949-A543-AF44B6DD8770}"/>
                  </a:ext>
                </a:extLst>
              </p:cNvPr>
              <p:cNvCxnSpPr>
                <a:cxnSpLocks/>
              </p:cNvCxnSpPr>
              <p:nvPr/>
            </p:nvCxnSpPr>
            <p:spPr>
              <a:xfrm>
                <a:off x="4808716" y="3333750"/>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BFD3EF26-B2AA-3049-B6E1-606F556B6AC7}"/>
                  </a:ext>
                </a:extLst>
              </p:cNvPr>
              <p:cNvCxnSpPr>
                <a:cxnSpLocks/>
              </p:cNvCxnSpPr>
              <p:nvPr/>
            </p:nvCxnSpPr>
            <p:spPr>
              <a:xfrm>
                <a:off x="4808716" y="3577259"/>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93A7AAD7-0F0A-2849-A382-22CA9F13E8A7}"/>
                  </a:ext>
                </a:extLst>
              </p:cNvPr>
              <p:cNvCxnSpPr>
                <a:cxnSpLocks/>
              </p:cNvCxnSpPr>
              <p:nvPr/>
            </p:nvCxnSpPr>
            <p:spPr>
              <a:xfrm>
                <a:off x="4808716" y="3820768"/>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691C5AAD-280F-3B43-9934-69BE600485F8}"/>
                  </a:ext>
                </a:extLst>
              </p:cNvPr>
              <p:cNvCxnSpPr>
                <a:cxnSpLocks/>
              </p:cNvCxnSpPr>
              <p:nvPr/>
            </p:nvCxnSpPr>
            <p:spPr>
              <a:xfrm>
                <a:off x="4808716" y="4064277"/>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89EED07B-D625-A041-B58A-6D34CBE7356F}"/>
                  </a:ext>
                </a:extLst>
              </p:cNvPr>
              <p:cNvCxnSpPr>
                <a:cxnSpLocks/>
              </p:cNvCxnSpPr>
              <p:nvPr/>
            </p:nvCxnSpPr>
            <p:spPr>
              <a:xfrm>
                <a:off x="4808716" y="4307784"/>
                <a:ext cx="3079640" cy="0"/>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7DD51F1A-51C8-F143-9365-F0AC1E3E5FA0}"/>
                  </a:ext>
                </a:extLst>
              </p:cNvPr>
              <p:cNvCxnSpPr>
                <a:cxnSpLocks/>
              </p:cNvCxnSpPr>
              <p:nvPr/>
            </p:nvCxnSpPr>
            <p:spPr>
              <a:xfrm>
                <a:off x="6341279" y="3084215"/>
                <a:ext cx="0" cy="1223569"/>
              </a:xfrm>
              <a:prstGeom prst="line">
                <a:avLst/>
              </a:prstGeom>
              <a:ln w="31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28A4AE9D-0E98-CB44-96F6-E465529DC027}"/>
                </a:ext>
              </a:extLst>
            </p:cNvPr>
            <p:cNvSpPr txBox="1"/>
            <p:nvPr/>
          </p:nvSpPr>
          <p:spPr>
            <a:xfrm>
              <a:off x="6499759" y="3180145"/>
              <a:ext cx="977453" cy="20774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a:t>
              </a:r>
            </a:p>
          </p:txBody>
        </p:sp>
        <p:sp>
          <p:nvSpPr>
            <p:cNvPr id="136" name="TextBox 135">
              <a:extLst>
                <a:ext uri="{FF2B5EF4-FFF2-40B4-BE49-F238E27FC236}">
                  <a16:creationId xmlns:a16="http://schemas.microsoft.com/office/drawing/2014/main" id="{99230ED6-F1DE-B946-B0B1-C65D50EEDDBE}"/>
                </a:ext>
              </a:extLst>
            </p:cNvPr>
            <p:cNvSpPr txBox="1"/>
            <p:nvPr/>
          </p:nvSpPr>
          <p:spPr>
            <a:xfrm>
              <a:off x="4977443" y="3422503"/>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1</a:t>
              </a:r>
            </a:p>
          </p:txBody>
        </p:sp>
        <p:sp>
          <p:nvSpPr>
            <p:cNvPr id="137" name="TextBox 136">
              <a:extLst>
                <a:ext uri="{FF2B5EF4-FFF2-40B4-BE49-F238E27FC236}">
                  <a16:creationId xmlns:a16="http://schemas.microsoft.com/office/drawing/2014/main" id="{2667695E-68CE-C84C-87CA-E2D515F107B2}"/>
                </a:ext>
              </a:extLst>
            </p:cNvPr>
            <p:cNvSpPr txBox="1"/>
            <p:nvPr/>
          </p:nvSpPr>
          <p:spPr>
            <a:xfrm>
              <a:off x="6497751" y="3422503"/>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1</a:t>
              </a:r>
            </a:p>
          </p:txBody>
        </p:sp>
        <p:sp>
          <p:nvSpPr>
            <p:cNvPr id="138" name="TextBox 137">
              <a:extLst>
                <a:ext uri="{FF2B5EF4-FFF2-40B4-BE49-F238E27FC236}">
                  <a16:creationId xmlns:a16="http://schemas.microsoft.com/office/drawing/2014/main" id="{76622A98-0E0F-DD49-A940-E14E06763DBB}"/>
                </a:ext>
              </a:extLst>
            </p:cNvPr>
            <p:cNvSpPr txBox="1"/>
            <p:nvPr/>
          </p:nvSpPr>
          <p:spPr>
            <a:xfrm>
              <a:off x="4977443" y="3669245"/>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2</a:t>
              </a:r>
            </a:p>
          </p:txBody>
        </p:sp>
        <p:sp>
          <p:nvSpPr>
            <p:cNvPr id="139" name="TextBox 138">
              <a:extLst>
                <a:ext uri="{FF2B5EF4-FFF2-40B4-BE49-F238E27FC236}">
                  <a16:creationId xmlns:a16="http://schemas.microsoft.com/office/drawing/2014/main" id="{B350D1F6-2EE2-7345-AF0F-EF0FE8C5B77B}"/>
                </a:ext>
              </a:extLst>
            </p:cNvPr>
            <p:cNvSpPr txBox="1"/>
            <p:nvPr/>
          </p:nvSpPr>
          <p:spPr>
            <a:xfrm>
              <a:off x="6497751" y="3669245"/>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2</a:t>
              </a:r>
            </a:p>
          </p:txBody>
        </p:sp>
        <p:sp>
          <p:nvSpPr>
            <p:cNvPr id="140" name="TextBox 139">
              <a:extLst>
                <a:ext uri="{FF2B5EF4-FFF2-40B4-BE49-F238E27FC236}">
                  <a16:creationId xmlns:a16="http://schemas.microsoft.com/office/drawing/2014/main" id="{13D1053B-6840-BD41-9BFD-4BC9AAB5C154}"/>
                </a:ext>
              </a:extLst>
            </p:cNvPr>
            <p:cNvSpPr txBox="1"/>
            <p:nvPr/>
          </p:nvSpPr>
          <p:spPr>
            <a:xfrm>
              <a:off x="4977443" y="3915988"/>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3</a:t>
              </a:r>
            </a:p>
          </p:txBody>
        </p:sp>
        <p:sp>
          <p:nvSpPr>
            <p:cNvPr id="141" name="TextBox 140">
              <a:extLst>
                <a:ext uri="{FF2B5EF4-FFF2-40B4-BE49-F238E27FC236}">
                  <a16:creationId xmlns:a16="http://schemas.microsoft.com/office/drawing/2014/main" id="{450A0ED2-3A40-1A48-AE77-67958E26E4CD}"/>
                </a:ext>
              </a:extLst>
            </p:cNvPr>
            <p:cNvSpPr txBox="1"/>
            <p:nvPr/>
          </p:nvSpPr>
          <p:spPr>
            <a:xfrm>
              <a:off x="6497751" y="3915988"/>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3</a:t>
              </a:r>
            </a:p>
          </p:txBody>
        </p:sp>
        <p:sp>
          <p:nvSpPr>
            <p:cNvPr id="142" name="TextBox 141">
              <a:extLst>
                <a:ext uri="{FF2B5EF4-FFF2-40B4-BE49-F238E27FC236}">
                  <a16:creationId xmlns:a16="http://schemas.microsoft.com/office/drawing/2014/main" id="{3E474961-D04C-2C49-94F2-03847FE578A6}"/>
                </a:ext>
              </a:extLst>
            </p:cNvPr>
            <p:cNvSpPr txBox="1"/>
            <p:nvPr/>
          </p:nvSpPr>
          <p:spPr>
            <a:xfrm>
              <a:off x="4977443" y="4140959"/>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Goal 4</a:t>
              </a:r>
            </a:p>
          </p:txBody>
        </p:sp>
        <p:sp>
          <p:nvSpPr>
            <p:cNvPr id="143" name="TextBox 142">
              <a:extLst>
                <a:ext uri="{FF2B5EF4-FFF2-40B4-BE49-F238E27FC236}">
                  <a16:creationId xmlns:a16="http://schemas.microsoft.com/office/drawing/2014/main" id="{1AC885D6-4936-E74E-A877-AE9B7DF61994}"/>
                </a:ext>
              </a:extLst>
            </p:cNvPr>
            <p:cNvSpPr txBox="1"/>
            <p:nvPr/>
          </p:nvSpPr>
          <p:spPr>
            <a:xfrm>
              <a:off x="6497751" y="4140959"/>
              <a:ext cx="977453" cy="192409"/>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44546A"/>
                  </a:solidFill>
                  <a:effectLst/>
                  <a:uLnTx/>
                  <a:uFillTx/>
                  <a:latin typeface="Segoe UI" panose="020B0502040204020203" pitchFamily="34" charset="0"/>
                  <a:ea typeface="+mn-ea"/>
                  <a:cs typeface="Segoe UI" panose="020B0502040204020203" pitchFamily="34" charset="0"/>
                </a:rPr>
                <a:t>Measure 4</a:t>
              </a:r>
            </a:p>
          </p:txBody>
        </p:sp>
        <p:grpSp>
          <p:nvGrpSpPr>
            <p:cNvPr id="54" name="Group 53">
              <a:extLst>
                <a:ext uri="{FF2B5EF4-FFF2-40B4-BE49-F238E27FC236}">
                  <a16:creationId xmlns:a16="http://schemas.microsoft.com/office/drawing/2014/main" id="{28908F97-F41C-5447-884D-AB7905B6A5DB}"/>
                </a:ext>
              </a:extLst>
            </p:cNvPr>
            <p:cNvGrpSpPr/>
            <p:nvPr/>
          </p:nvGrpSpPr>
          <p:grpSpPr>
            <a:xfrm>
              <a:off x="7334008" y="4219028"/>
              <a:ext cx="801365" cy="801365"/>
              <a:chOff x="7334008" y="4219028"/>
              <a:chExt cx="801365" cy="801365"/>
            </a:xfrm>
          </p:grpSpPr>
          <p:sp>
            <p:nvSpPr>
              <p:cNvPr id="58" name="Oval 57">
                <a:extLst>
                  <a:ext uri="{FF2B5EF4-FFF2-40B4-BE49-F238E27FC236}">
                    <a16:creationId xmlns:a16="http://schemas.microsoft.com/office/drawing/2014/main" id="{383DC73E-7B0B-634F-8C28-E73009CC3D8E}"/>
                  </a:ext>
                </a:extLst>
              </p:cNvPr>
              <p:cNvSpPr/>
              <p:nvPr/>
            </p:nvSpPr>
            <p:spPr>
              <a:xfrm>
                <a:off x="7334008" y="4219028"/>
                <a:ext cx="801365" cy="80136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46" name="Graphic 45" descr="lightbulbandgear">
                <a:extLst>
                  <a:ext uri="{FF2B5EF4-FFF2-40B4-BE49-F238E27FC236}">
                    <a16:creationId xmlns:a16="http://schemas.microsoft.com/office/drawing/2014/main" id="{D43A6195-3E80-0B49-8203-81C692C86DB4}"/>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491707" y="4376727"/>
                <a:ext cx="485967" cy="485967"/>
              </a:xfrm>
              <a:prstGeom prst="rect">
                <a:avLst/>
              </a:prstGeom>
            </p:spPr>
          </p:pic>
        </p:grpSp>
      </p:grpSp>
    </p:spTree>
    <p:extLst>
      <p:ext uri="{BB962C8B-B14F-4D97-AF65-F5344CB8AC3E}">
        <p14:creationId xmlns:p14="http://schemas.microsoft.com/office/powerpoint/2010/main" val="290960180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a:extLst>
              <a:ext uri="{FF2B5EF4-FFF2-40B4-BE49-F238E27FC236}">
                <a16:creationId xmlns:a16="http://schemas.microsoft.com/office/drawing/2014/main" id="{5665D87D-328C-99B8-EA3B-C1B05E1BE331}"/>
              </a:ext>
            </a:extLst>
          </p:cNvPr>
          <p:cNvGrpSpPr/>
          <p:nvPr/>
        </p:nvGrpSpPr>
        <p:grpSpPr>
          <a:xfrm>
            <a:off x="6559578" y="1734906"/>
            <a:ext cx="5024409" cy="1872208"/>
            <a:chOff x="6557989" y="1340768"/>
            <a:chExt cx="5024409" cy="1872208"/>
          </a:xfrm>
        </p:grpSpPr>
        <p:sp>
          <p:nvSpPr>
            <p:cNvPr id="33" name="Freeform: Shape 32">
              <a:extLst>
                <a:ext uri="{FF2B5EF4-FFF2-40B4-BE49-F238E27FC236}">
                  <a16:creationId xmlns:a16="http://schemas.microsoft.com/office/drawing/2014/main" id="{8EE2A402-B444-9EE2-6CDC-0E558466A60E}"/>
                </a:ext>
              </a:extLst>
            </p:cNvPr>
            <p:cNvSpPr/>
            <p:nvPr/>
          </p:nvSpPr>
          <p:spPr>
            <a:xfrm>
              <a:off x="10282951" y="1340768"/>
              <a:ext cx="1299447" cy="1872208"/>
            </a:xfrm>
            <a:custGeom>
              <a:avLst/>
              <a:gdLst>
                <a:gd name="connsiteX0" fmla="*/ 0 w 1299447"/>
                <a:gd name="connsiteY0" fmla="*/ 0 h 1872208"/>
                <a:gd name="connsiteX1" fmla="*/ 1153752 w 1299447"/>
                <a:gd name="connsiteY1" fmla="*/ 0 h 1872208"/>
                <a:gd name="connsiteX2" fmla="*/ 1299447 w 1299447"/>
                <a:gd name="connsiteY2" fmla="*/ 145695 h 1872208"/>
                <a:gd name="connsiteX3" fmla="*/ 1299447 w 1299447"/>
                <a:gd name="connsiteY3" fmla="*/ 1726513 h 1872208"/>
                <a:gd name="connsiteX4" fmla="*/ 1153752 w 1299447"/>
                <a:gd name="connsiteY4" fmla="*/ 1872208 h 1872208"/>
                <a:gd name="connsiteX5" fmla="*/ 0 w 1299447"/>
                <a:gd name="connsiteY5" fmla="*/ 1872208 h 1872208"/>
                <a:gd name="connsiteX6" fmla="*/ 0 w 1299447"/>
                <a:gd name="connsiteY6" fmla="*/ 0 h 187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447" h="1872208">
                  <a:moveTo>
                    <a:pt x="0" y="0"/>
                  </a:moveTo>
                  <a:lnTo>
                    <a:pt x="1153752" y="0"/>
                  </a:lnTo>
                  <a:cubicBezTo>
                    <a:pt x="1234217" y="0"/>
                    <a:pt x="1299447" y="65230"/>
                    <a:pt x="1299447" y="145695"/>
                  </a:cubicBezTo>
                  <a:lnTo>
                    <a:pt x="1299447" y="1726513"/>
                  </a:lnTo>
                  <a:cubicBezTo>
                    <a:pt x="1299447" y="1806978"/>
                    <a:pt x="1234217" y="1872208"/>
                    <a:pt x="1153752" y="1872208"/>
                  </a:cubicBezTo>
                  <a:lnTo>
                    <a:pt x="0" y="187220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27" name="Rectangle: Rounded Corners 26">
              <a:extLst>
                <a:ext uri="{FF2B5EF4-FFF2-40B4-BE49-F238E27FC236}">
                  <a16:creationId xmlns:a16="http://schemas.microsoft.com/office/drawing/2014/main" id="{00D34723-DE30-43E7-E1AA-1B490AAD1A3F}"/>
                </a:ext>
              </a:extLst>
            </p:cNvPr>
            <p:cNvSpPr/>
            <p:nvPr/>
          </p:nvSpPr>
          <p:spPr>
            <a:xfrm>
              <a:off x="6557989" y="1340768"/>
              <a:ext cx="5024409" cy="1872208"/>
            </a:xfrm>
            <a:prstGeom prst="roundRect">
              <a:avLst>
                <a:gd name="adj" fmla="val 7782"/>
              </a:avLst>
            </a:prstGeom>
            <a:noFill/>
            <a:ln w="381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41" name="Group 40">
            <a:extLst>
              <a:ext uri="{FF2B5EF4-FFF2-40B4-BE49-F238E27FC236}">
                <a16:creationId xmlns:a16="http://schemas.microsoft.com/office/drawing/2014/main" id="{8516FB6A-5242-B4A9-D1DE-6475C63E35C9}"/>
              </a:ext>
            </a:extLst>
          </p:cNvPr>
          <p:cNvGrpSpPr/>
          <p:nvPr/>
        </p:nvGrpSpPr>
        <p:grpSpPr>
          <a:xfrm>
            <a:off x="6559578" y="3926313"/>
            <a:ext cx="5024409" cy="1872208"/>
            <a:chOff x="6557989" y="1340768"/>
            <a:chExt cx="5024409" cy="1872208"/>
          </a:xfrm>
        </p:grpSpPr>
        <p:sp>
          <p:nvSpPr>
            <p:cNvPr id="42" name="Freeform: Shape 41">
              <a:extLst>
                <a:ext uri="{FF2B5EF4-FFF2-40B4-BE49-F238E27FC236}">
                  <a16:creationId xmlns:a16="http://schemas.microsoft.com/office/drawing/2014/main" id="{8803F16F-05D4-0597-7CA0-FBB1C1F93FA4}"/>
                </a:ext>
              </a:extLst>
            </p:cNvPr>
            <p:cNvSpPr/>
            <p:nvPr/>
          </p:nvSpPr>
          <p:spPr>
            <a:xfrm>
              <a:off x="10282951" y="1340768"/>
              <a:ext cx="1299447" cy="1872208"/>
            </a:xfrm>
            <a:custGeom>
              <a:avLst/>
              <a:gdLst>
                <a:gd name="connsiteX0" fmla="*/ 0 w 1299447"/>
                <a:gd name="connsiteY0" fmla="*/ 0 h 1872208"/>
                <a:gd name="connsiteX1" fmla="*/ 1153752 w 1299447"/>
                <a:gd name="connsiteY1" fmla="*/ 0 h 1872208"/>
                <a:gd name="connsiteX2" fmla="*/ 1299447 w 1299447"/>
                <a:gd name="connsiteY2" fmla="*/ 145695 h 1872208"/>
                <a:gd name="connsiteX3" fmla="*/ 1299447 w 1299447"/>
                <a:gd name="connsiteY3" fmla="*/ 1726513 h 1872208"/>
                <a:gd name="connsiteX4" fmla="*/ 1153752 w 1299447"/>
                <a:gd name="connsiteY4" fmla="*/ 1872208 h 1872208"/>
                <a:gd name="connsiteX5" fmla="*/ 0 w 1299447"/>
                <a:gd name="connsiteY5" fmla="*/ 1872208 h 1872208"/>
                <a:gd name="connsiteX6" fmla="*/ 0 w 1299447"/>
                <a:gd name="connsiteY6" fmla="*/ 0 h 187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447" h="1872208">
                  <a:moveTo>
                    <a:pt x="0" y="0"/>
                  </a:moveTo>
                  <a:lnTo>
                    <a:pt x="1153752" y="0"/>
                  </a:lnTo>
                  <a:cubicBezTo>
                    <a:pt x="1234217" y="0"/>
                    <a:pt x="1299447" y="65230"/>
                    <a:pt x="1299447" y="145695"/>
                  </a:cubicBezTo>
                  <a:lnTo>
                    <a:pt x="1299447" y="1726513"/>
                  </a:lnTo>
                  <a:cubicBezTo>
                    <a:pt x="1299447" y="1806978"/>
                    <a:pt x="1234217" y="1872208"/>
                    <a:pt x="1153752" y="1872208"/>
                  </a:cubicBezTo>
                  <a:lnTo>
                    <a:pt x="0" y="1872208"/>
                  </a:lnTo>
                  <a:lnTo>
                    <a:pt x="0" y="0"/>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43" name="Rectangle: Rounded Corners 42">
              <a:extLst>
                <a:ext uri="{FF2B5EF4-FFF2-40B4-BE49-F238E27FC236}">
                  <a16:creationId xmlns:a16="http://schemas.microsoft.com/office/drawing/2014/main" id="{095B383C-2366-34A5-FF90-23B1AA626DF0}"/>
                </a:ext>
              </a:extLst>
            </p:cNvPr>
            <p:cNvSpPr/>
            <p:nvPr/>
          </p:nvSpPr>
          <p:spPr>
            <a:xfrm>
              <a:off x="6557989" y="1340768"/>
              <a:ext cx="5024409" cy="1872208"/>
            </a:xfrm>
            <a:prstGeom prst="roundRect">
              <a:avLst>
                <a:gd name="adj" fmla="val 7782"/>
              </a:avLst>
            </a:prstGeom>
            <a:noFill/>
            <a:ln w="381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46" name="Group 45">
            <a:extLst>
              <a:ext uri="{FF2B5EF4-FFF2-40B4-BE49-F238E27FC236}">
                <a16:creationId xmlns:a16="http://schemas.microsoft.com/office/drawing/2014/main" id="{34DD3281-7F68-1BFE-965A-DE24C7B6995A}"/>
              </a:ext>
            </a:extLst>
          </p:cNvPr>
          <p:cNvGrpSpPr/>
          <p:nvPr/>
        </p:nvGrpSpPr>
        <p:grpSpPr>
          <a:xfrm flipH="1">
            <a:off x="611030" y="1734906"/>
            <a:ext cx="5024409" cy="1872208"/>
            <a:chOff x="6557989" y="1340768"/>
            <a:chExt cx="5024409" cy="1872208"/>
          </a:xfrm>
        </p:grpSpPr>
        <p:sp>
          <p:nvSpPr>
            <p:cNvPr id="50" name="Freeform: Shape 49">
              <a:extLst>
                <a:ext uri="{FF2B5EF4-FFF2-40B4-BE49-F238E27FC236}">
                  <a16:creationId xmlns:a16="http://schemas.microsoft.com/office/drawing/2014/main" id="{A954388F-7523-EAC2-B245-E43FAE864465}"/>
                </a:ext>
              </a:extLst>
            </p:cNvPr>
            <p:cNvSpPr/>
            <p:nvPr/>
          </p:nvSpPr>
          <p:spPr>
            <a:xfrm>
              <a:off x="10282951" y="1340768"/>
              <a:ext cx="1299447" cy="1872208"/>
            </a:xfrm>
            <a:custGeom>
              <a:avLst/>
              <a:gdLst>
                <a:gd name="connsiteX0" fmla="*/ 0 w 1299447"/>
                <a:gd name="connsiteY0" fmla="*/ 0 h 1872208"/>
                <a:gd name="connsiteX1" fmla="*/ 1153752 w 1299447"/>
                <a:gd name="connsiteY1" fmla="*/ 0 h 1872208"/>
                <a:gd name="connsiteX2" fmla="*/ 1299447 w 1299447"/>
                <a:gd name="connsiteY2" fmla="*/ 145695 h 1872208"/>
                <a:gd name="connsiteX3" fmla="*/ 1299447 w 1299447"/>
                <a:gd name="connsiteY3" fmla="*/ 1726513 h 1872208"/>
                <a:gd name="connsiteX4" fmla="*/ 1153752 w 1299447"/>
                <a:gd name="connsiteY4" fmla="*/ 1872208 h 1872208"/>
                <a:gd name="connsiteX5" fmla="*/ 0 w 1299447"/>
                <a:gd name="connsiteY5" fmla="*/ 1872208 h 1872208"/>
                <a:gd name="connsiteX6" fmla="*/ 0 w 1299447"/>
                <a:gd name="connsiteY6" fmla="*/ 0 h 187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447" h="1872208">
                  <a:moveTo>
                    <a:pt x="0" y="0"/>
                  </a:moveTo>
                  <a:lnTo>
                    <a:pt x="1153752" y="0"/>
                  </a:lnTo>
                  <a:cubicBezTo>
                    <a:pt x="1234217" y="0"/>
                    <a:pt x="1299447" y="65230"/>
                    <a:pt x="1299447" y="145695"/>
                  </a:cubicBezTo>
                  <a:lnTo>
                    <a:pt x="1299447" y="1726513"/>
                  </a:lnTo>
                  <a:cubicBezTo>
                    <a:pt x="1299447" y="1806978"/>
                    <a:pt x="1234217" y="1872208"/>
                    <a:pt x="1153752" y="1872208"/>
                  </a:cubicBezTo>
                  <a:lnTo>
                    <a:pt x="0" y="1872208"/>
                  </a:lnTo>
                  <a:lnTo>
                    <a:pt x="0" y="0"/>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51" name="Rectangle: Rounded Corners 50">
              <a:extLst>
                <a:ext uri="{FF2B5EF4-FFF2-40B4-BE49-F238E27FC236}">
                  <a16:creationId xmlns:a16="http://schemas.microsoft.com/office/drawing/2014/main" id="{32EA43AB-37AC-EDC7-6923-B975A46291DB}"/>
                </a:ext>
              </a:extLst>
            </p:cNvPr>
            <p:cNvSpPr/>
            <p:nvPr/>
          </p:nvSpPr>
          <p:spPr>
            <a:xfrm>
              <a:off x="6557989" y="1340768"/>
              <a:ext cx="5024409" cy="1872208"/>
            </a:xfrm>
            <a:prstGeom prst="roundRect">
              <a:avLst>
                <a:gd name="adj" fmla="val 7782"/>
              </a:avLst>
            </a:prstGeom>
            <a:noFill/>
            <a:ln w="381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47" name="Group 46">
            <a:extLst>
              <a:ext uri="{FF2B5EF4-FFF2-40B4-BE49-F238E27FC236}">
                <a16:creationId xmlns:a16="http://schemas.microsoft.com/office/drawing/2014/main" id="{CE997BBE-7B46-C505-B887-B204716B9D10}"/>
              </a:ext>
            </a:extLst>
          </p:cNvPr>
          <p:cNvGrpSpPr/>
          <p:nvPr/>
        </p:nvGrpSpPr>
        <p:grpSpPr>
          <a:xfrm flipH="1">
            <a:off x="611030" y="3926313"/>
            <a:ext cx="5024409" cy="1872208"/>
            <a:chOff x="6557989" y="1340768"/>
            <a:chExt cx="5024409" cy="1872208"/>
          </a:xfrm>
        </p:grpSpPr>
        <p:sp>
          <p:nvSpPr>
            <p:cNvPr id="48" name="Freeform: Shape 47">
              <a:extLst>
                <a:ext uri="{FF2B5EF4-FFF2-40B4-BE49-F238E27FC236}">
                  <a16:creationId xmlns:a16="http://schemas.microsoft.com/office/drawing/2014/main" id="{A4425A0A-0C2F-8036-6214-528AEB6A636B}"/>
                </a:ext>
              </a:extLst>
            </p:cNvPr>
            <p:cNvSpPr/>
            <p:nvPr/>
          </p:nvSpPr>
          <p:spPr>
            <a:xfrm>
              <a:off x="10282951" y="1340768"/>
              <a:ext cx="1299447" cy="1872208"/>
            </a:xfrm>
            <a:custGeom>
              <a:avLst/>
              <a:gdLst>
                <a:gd name="connsiteX0" fmla="*/ 0 w 1299447"/>
                <a:gd name="connsiteY0" fmla="*/ 0 h 1872208"/>
                <a:gd name="connsiteX1" fmla="*/ 1153752 w 1299447"/>
                <a:gd name="connsiteY1" fmla="*/ 0 h 1872208"/>
                <a:gd name="connsiteX2" fmla="*/ 1299447 w 1299447"/>
                <a:gd name="connsiteY2" fmla="*/ 145695 h 1872208"/>
                <a:gd name="connsiteX3" fmla="*/ 1299447 w 1299447"/>
                <a:gd name="connsiteY3" fmla="*/ 1726513 h 1872208"/>
                <a:gd name="connsiteX4" fmla="*/ 1153752 w 1299447"/>
                <a:gd name="connsiteY4" fmla="*/ 1872208 h 1872208"/>
                <a:gd name="connsiteX5" fmla="*/ 0 w 1299447"/>
                <a:gd name="connsiteY5" fmla="*/ 1872208 h 1872208"/>
                <a:gd name="connsiteX6" fmla="*/ 0 w 1299447"/>
                <a:gd name="connsiteY6" fmla="*/ 0 h 187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447" h="1872208">
                  <a:moveTo>
                    <a:pt x="0" y="0"/>
                  </a:moveTo>
                  <a:lnTo>
                    <a:pt x="1153752" y="0"/>
                  </a:lnTo>
                  <a:cubicBezTo>
                    <a:pt x="1234217" y="0"/>
                    <a:pt x="1299447" y="65230"/>
                    <a:pt x="1299447" y="145695"/>
                  </a:cubicBezTo>
                  <a:lnTo>
                    <a:pt x="1299447" y="1726513"/>
                  </a:lnTo>
                  <a:cubicBezTo>
                    <a:pt x="1299447" y="1806978"/>
                    <a:pt x="1234217" y="1872208"/>
                    <a:pt x="1153752" y="1872208"/>
                  </a:cubicBezTo>
                  <a:lnTo>
                    <a:pt x="0" y="1872208"/>
                  </a:lnTo>
                  <a:lnTo>
                    <a:pt x="0"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49" name="Rectangle: Rounded Corners 48">
              <a:extLst>
                <a:ext uri="{FF2B5EF4-FFF2-40B4-BE49-F238E27FC236}">
                  <a16:creationId xmlns:a16="http://schemas.microsoft.com/office/drawing/2014/main" id="{EB5FCA4C-BF00-11AE-632E-7D060FC2C40A}"/>
                </a:ext>
              </a:extLst>
            </p:cNvPr>
            <p:cNvSpPr/>
            <p:nvPr/>
          </p:nvSpPr>
          <p:spPr>
            <a:xfrm>
              <a:off x="6557989" y="1340768"/>
              <a:ext cx="5024409" cy="1872208"/>
            </a:xfrm>
            <a:prstGeom prst="roundRect">
              <a:avLst>
                <a:gd name="adj" fmla="val 7782"/>
              </a:avLst>
            </a:prstGeom>
            <a:noFill/>
            <a:ln w="381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2" name="Title 1">
            <a:extLst>
              <a:ext uri="{FF2B5EF4-FFF2-40B4-BE49-F238E27FC236}">
                <a16:creationId xmlns:a16="http://schemas.microsoft.com/office/drawing/2014/main" id="{BDA207CD-A37E-12C3-4EB5-8737606E3DA3}"/>
              </a:ext>
            </a:extLst>
          </p:cNvPr>
          <p:cNvSpPr>
            <a:spLocks noGrp="1"/>
          </p:cNvSpPr>
          <p:nvPr>
            <p:ph type="title"/>
          </p:nvPr>
        </p:nvSpPr>
        <p:spPr>
          <a:xfrm>
            <a:off x="611030" y="274640"/>
            <a:ext cx="10969943" cy="711081"/>
          </a:xfrm>
        </p:spPr>
        <p:txBody>
          <a:bodyPr/>
          <a:lstStyle/>
          <a:p>
            <a:r>
              <a:rPr lang="en-US" b="0" i="0">
                <a:solidFill>
                  <a:schemeClr val="tx1">
                    <a:lumMod val="85000"/>
                    <a:lumOff val="15000"/>
                  </a:schemeClr>
                </a:solidFill>
                <a:effectLst/>
              </a:rPr>
              <a:t>BCG Matrix Slide Template</a:t>
            </a:r>
            <a:endParaRPr lang="en-US">
              <a:solidFill>
                <a:schemeClr val="tx1">
                  <a:lumMod val="85000"/>
                  <a:lumOff val="15000"/>
                </a:schemeClr>
              </a:solidFill>
            </a:endParaRPr>
          </a:p>
        </p:txBody>
      </p:sp>
      <p:grpSp>
        <p:nvGrpSpPr>
          <p:cNvPr id="40" name="Group 39">
            <a:extLst>
              <a:ext uri="{FF2B5EF4-FFF2-40B4-BE49-F238E27FC236}">
                <a16:creationId xmlns:a16="http://schemas.microsoft.com/office/drawing/2014/main" id="{325E8776-97EB-D379-CCA0-539DC966C164}"/>
              </a:ext>
            </a:extLst>
          </p:cNvPr>
          <p:cNvGrpSpPr/>
          <p:nvPr/>
        </p:nvGrpSpPr>
        <p:grpSpPr>
          <a:xfrm>
            <a:off x="4724013" y="2393220"/>
            <a:ext cx="2746988" cy="2746989"/>
            <a:chOff x="4720918" y="2348879"/>
            <a:chExt cx="2746988" cy="2746989"/>
          </a:xfrm>
        </p:grpSpPr>
        <p:sp>
          <p:nvSpPr>
            <p:cNvPr id="38" name="Oval 37">
              <a:extLst>
                <a:ext uri="{FF2B5EF4-FFF2-40B4-BE49-F238E27FC236}">
                  <a16:creationId xmlns:a16="http://schemas.microsoft.com/office/drawing/2014/main" id="{C9541644-5054-A71B-A42A-70F166E31F0E}"/>
                </a:ext>
              </a:extLst>
            </p:cNvPr>
            <p:cNvSpPr/>
            <p:nvPr/>
          </p:nvSpPr>
          <p:spPr>
            <a:xfrm>
              <a:off x="4801640" y="2429601"/>
              <a:ext cx="2585544" cy="258554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39" name="Group 38">
              <a:extLst>
                <a:ext uri="{FF2B5EF4-FFF2-40B4-BE49-F238E27FC236}">
                  <a16:creationId xmlns:a16="http://schemas.microsoft.com/office/drawing/2014/main" id="{B8563D96-8BF7-45A6-C91C-2391D24C8FA7}"/>
                </a:ext>
              </a:extLst>
            </p:cNvPr>
            <p:cNvGrpSpPr/>
            <p:nvPr/>
          </p:nvGrpSpPr>
          <p:grpSpPr>
            <a:xfrm>
              <a:off x="4720918" y="2348879"/>
              <a:ext cx="2746988" cy="2746989"/>
              <a:chOff x="4720918" y="2348879"/>
              <a:chExt cx="2746988" cy="2746989"/>
            </a:xfrm>
          </p:grpSpPr>
          <p:sp>
            <p:nvSpPr>
              <p:cNvPr id="22" name="Freeform: Shape 21">
                <a:extLst>
                  <a:ext uri="{FF2B5EF4-FFF2-40B4-BE49-F238E27FC236}">
                    <a16:creationId xmlns:a16="http://schemas.microsoft.com/office/drawing/2014/main" id="{4E267963-0B66-399E-E51D-BCB1ED3422A2}"/>
                  </a:ext>
                </a:extLst>
              </p:cNvPr>
              <p:cNvSpPr/>
              <p:nvPr/>
            </p:nvSpPr>
            <p:spPr>
              <a:xfrm rot="5400000">
                <a:off x="6098260" y="3726631"/>
                <a:ext cx="1365389" cy="1373085"/>
              </a:xfrm>
              <a:custGeom>
                <a:avLst/>
                <a:gdLst>
                  <a:gd name="connsiteX0" fmla="*/ 0 w 1365389"/>
                  <a:gd name="connsiteY0" fmla="*/ 105896 h 1373085"/>
                  <a:gd name="connsiteX1" fmla="*/ 0 w 1365389"/>
                  <a:gd name="connsiteY1" fmla="*/ 0 h 1373085"/>
                  <a:gd name="connsiteX2" fmla="*/ 132328 w 1365389"/>
                  <a:gd name="connsiteY2" fmla="*/ 6682 h 1373085"/>
                  <a:gd name="connsiteX3" fmla="*/ 1365389 w 1365389"/>
                  <a:gd name="connsiteY3" fmla="*/ 1373085 h 1373085"/>
                  <a:gd name="connsiteX4" fmla="*/ 1259493 w 1365389"/>
                  <a:gd name="connsiteY4" fmla="*/ 1373085 h 1373085"/>
                  <a:gd name="connsiteX5" fmla="*/ 121501 w 1365389"/>
                  <a:gd name="connsiteY5" fmla="*/ 112031 h 1373085"/>
                  <a:gd name="connsiteX6" fmla="*/ 0 w 1365389"/>
                  <a:gd name="connsiteY6" fmla="*/ 105896 h 1373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5389" h="1373085">
                    <a:moveTo>
                      <a:pt x="0" y="105896"/>
                    </a:moveTo>
                    <a:lnTo>
                      <a:pt x="0" y="0"/>
                    </a:lnTo>
                    <a:lnTo>
                      <a:pt x="132328" y="6682"/>
                    </a:lnTo>
                    <a:cubicBezTo>
                      <a:pt x="824920" y="77019"/>
                      <a:pt x="1365389" y="661935"/>
                      <a:pt x="1365389" y="1373085"/>
                    </a:cubicBezTo>
                    <a:lnTo>
                      <a:pt x="1259493" y="1373085"/>
                    </a:lnTo>
                    <a:cubicBezTo>
                      <a:pt x="1259493" y="716764"/>
                      <a:pt x="760694" y="176945"/>
                      <a:pt x="121501" y="112031"/>
                    </a:cubicBezTo>
                    <a:lnTo>
                      <a:pt x="0" y="105896"/>
                    </a:lnTo>
                    <a:close/>
                  </a:path>
                </a:pathLst>
              </a:custGeom>
              <a:solidFill>
                <a:schemeClr val="accent4"/>
              </a:solidFill>
              <a:ln w="508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21" name="Freeform: Shape 20">
                <a:extLst>
                  <a:ext uri="{FF2B5EF4-FFF2-40B4-BE49-F238E27FC236}">
                    <a16:creationId xmlns:a16="http://schemas.microsoft.com/office/drawing/2014/main" id="{A9CA8278-5A2E-CF85-12FC-33E81DDBE24B}"/>
                  </a:ext>
                </a:extLst>
              </p:cNvPr>
              <p:cNvSpPr/>
              <p:nvPr/>
            </p:nvSpPr>
            <p:spPr>
              <a:xfrm rot="5400000">
                <a:off x="6090359" y="2352932"/>
                <a:ext cx="1381599" cy="1373494"/>
              </a:xfrm>
              <a:custGeom>
                <a:avLst/>
                <a:gdLst>
                  <a:gd name="connsiteX0" fmla="*/ 0 w 1381599"/>
                  <a:gd name="connsiteY0" fmla="*/ 1373494 h 1373494"/>
                  <a:gd name="connsiteX1" fmla="*/ 1373494 w 1381599"/>
                  <a:gd name="connsiteY1" fmla="*/ 0 h 1373494"/>
                  <a:gd name="connsiteX2" fmla="*/ 1381599 w 1381599"/>
                  <a:gd name="connsiteY2" fmla="*/ 409 h 1373494"/>
                  <a:gd name="connsiteX3" fmla="*/ 1381599 w 1381599"/>
                  <a:gd name="connsiteY3" fmla="*/ 106305 h 1373494"/>
                  <a:gd name="connsiteX4" fmla="*/ 1373494 w 1381599"/>
                  <a:gd name="connsiteY4" fmla="*/ 105896 h 1373494"/>
                  <a:gd name="connsiteX5" fmla="*/ 105896 w 1381599"/>
                  <a:gd name="connsiteY5" fmla="*/ 1373494 h 1373494"/>
                  <a:gd name="connsiteX6" fmla="*/ 0 w 1381599"/>
                  <a:gd name="connsiteY6" fmla="*/ 1373494 h 137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1599" h="1373494">
                    <a:moveTo>
                      <a:pt x="0" y="1373494"/>
                    </a:moveTo>
                    <a:cubicBezTo>
                      <a:pt x="0" y="614934"/>
                      <a:pt x="614934" y="0"/>
                      <a:pt x="1373494" y="0"/>
                    </a:cubicBezTo>
                    <a:lnTo>
                      <a:pt x="1381599" y="409"/>
                    </a:lnTo>
                    <a:lnTo>
                      <a:pt x="1381599" y="106305"/>
                    </a:lnTo>
                    <a:lnTo>
                      <a:pt x="1373494" y="105896"/>
                    </a:lnTo>
                    <a:cubicBezTo>
                      <a:pt x="673419" y="105896"/>
                      <a:pt x="105896" y="673419"/>
                      <a:pt x="105896" y="1373494"/>
                    </a:cubicBezTo>
                    <a:lnTo>
                      <a:pt x="0" y="1373494"/>
                    </a:lnTo>
                    <a:close/>
                  </a:path>
                </a:pathLst>
              </a:custGeom>
              <a:solidFill>
                <a:schemeClr val="accent3"/>
              </a:solid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26" name="Freeform: Shape 25">
                <a:extLst>
                  <a:ext uri="{FF2B5EF4-FFF2-40B4-BE49-F238E27FC236}">
                    <a16:creationId xmlns:a16="http://schemas.microsoft.com/office/drawing/2014/main" id="{7CE1E82A-B42E-50BD-4CE4-18A2919A3586}"/>
                  </a:ext>
                </a:extLst>
              </p:cNvPr>
              <p:cNvSpPr/>
              <p:nvPr/>
            </p:nvSpPr>
            <p:spPr>
              <a:xfrm rot="5400000">
                <a:off x="4725175" y="3726631"/>
                <a:ext cx="1365389" cy="1373085"/>
              </a:xfrm>
              <a:custGeom>
                <a:avLst/>
                <a:gdLst>
                  <a:gd name="connsiteX0" fmla="*/ 0 w 1365389"/>
                  <a:gd name="connsiteY0" fmla="*/ 1373085 h 1373085"/>
                  <a:gd name="connsiteX1" fmla="*/ 0 w 1365389"/>
                  <a:gd name="connsiteY1" fmla="*/ 1267189 h 1373085"/>
                  <a:gd name="connsiteX2" fmla="*/ 121501 w 1365389"/>
                  <a:gd name="connsiteY2" fmla="*/ 1261054 h 1373085"/>
                  <a:gd name="connsiteX3" fmla="*/ 1259493 w 1365389"/>
                  <a:gd name="connsiteY3" fmla="*/ 0 h 1373085"/>
                  <a:gd name="connsiteX4" fmla="*/ 1365389 w 1365389"/>
                  <a:gd name="connsiteY4" fmla="*/ 0 h 1373085"/>
                  <a:gd name="connsiteX5" fmla="*/ 132328 w 1365389"/>
                  <a:gd name="connsiteY5" fmla="*/ 1366403 h 1373085"/>
                  <a:gd name="connsiteX6" fmla="*/ 0 w 1365389"/>
                  <a:gd name="connsiteY6" fmla="*/ 1373085 h 1373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5389" h="1373085">
                    <a:moveTo>
                      <a:pt x="0" y="1373085"/>
                    </a:moveTo>
                    <a:lnTo>
                      <a:pt x="0" y="1267189"/>
                    </a:lnTo>
                    <a:lnTo>
                      <a:pt x="121501" y="1261054"/>
                    </a:lnTo>
                    <a:cubicBezTo>
                      <a:pt x="760694" y="1196140"/>
                      <a:pt x="1259493" y="656320"/>
                      <a:pt x="1259493" y="0"/>
                    </a:cubicBezTo>
                    <a:lnTo>
                      <a:pt x="1365389" y="0"/>
                    </a:lnTo>
                    <a:cubicBezTo>
                      <a:pt x="1365389" y="711150"/>
                      <a:pt x="824920" y="1296066"/>
                      <a:pt x="132328" y="1366403"/>
                    </a:cubicBezTo>
                    <a:lnTo>
                      <a:pt x="0" y="1373085"/>
                    </a:lnTo>
                    <a:close/>
                  </a:path>
                </a:pathLst>
              </a:custGeom>
              <a:solidFill>
                <a:schemeClr val="accent2"/>
              </a:solidFill>
              <a:ln w="508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25" name="Freeform: Shape 24">
                <a:extLst>
                  <a:ext uri="{FF2B5EF4-FFF2-40B4-BE49-F238E27FC236}">
                    <a16:creationId xmlns:a16="http://schemas.microsoft.com/office/drawing/2014/main" id="{69D86F2E-237A-AE60-A5D1-3768FFFEA15F}"/>
                  </a:ext>
                </a:extLst>
              </p:cNvPr>
              <p:cNvSpPr/>
              <p:nvPr/>
            </p:nvSpPr>
            <p:spPr>
              <a:xfrm rot="5400000">
                <a:off x="4716865" y="2352932"/>
                <a:ext cx="1381599" cy="1373494"/>
              </a:xfrm>
              <a:custGeom>
                <a:avLst/>
                <a:gdLst>
                  <a:gd name="connsiteX0" fmla="*/ 0 w 1381599"/>
                  <a:gd name="connsiteY0" fmla="*/ 0 h 1373494"/>
                  <a:gd name="connsiteX1" fmla="*/ 105896 w 1381599"/>
                  <a:gd name="connsiteY1" fmla="*/ 0 h 1373494"/>
                  <a:gd name="connsiteX2" fmla="*/ 1373494 w 1381599"/>
                  <a:gd name="connsiteY2" fmla="*/ 1267598 h 1373494"/>
                  <a:gd name="connsiteX3" fmla="*/ 1381599 w 1381599"/>
                  <a:gd name="connsiteY3" fmla="*/ 1267189 h 1373494"/>
                  <a:gd name="connsiteX4" fmla="*/ 1381599 w 1381599"/>
                  <a:gd name="connsiteY4" fmla="*/ 1373085 h 1373494"/>
                  <a:gd name="connsiteX5" fmla="*/ 1373494 w 1381599"/>
                  <a:gd name="connsiteY5" fmla="*/ 1373494 h 1373494"/>
                  <a:gd name="connsiteX6" fmla="*/ 0 w 1381599"/>
                  <a:gd name="connsiteY6" fmla="*/ 0 h 137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1599" h="1373494">
                    <a:moveTo>
                      <a:pt x="0" y="0"/>
                    </a:moveTo>
                    <a:lnTo>
                      <a:pt x="105896" y="0"/>
                    </a:lnTo>
                    <a:cubicBezTo>
                      <a:pt x="105896" y="700075"/>
                      <a:pt x="673419" y="1267598"/>
                      <a:pt x="1373494" y="1267598"/>
                    </a:cubicBezTo>
                    <a:lnTo>
                      <a:pt x="1381599" y="1267189"/>
                    </a:lnTo>
                    <a:lnTo>
                      <a:pt x="1381599" y="1373085"/>
                    </a:lnTo>
                    <a:lnTo>
                      <a:pt x="1373494" y="1373494"/>
                    </a:lnTo>
                    <a:cubicBezTo>
                      <a:pt x="614934" y="1373494"/>
                      <a:pt x="0" y="758560"/>
                      <a:pt x="0" y="0"/>
                    </a:cubicBezTo>
                    <a:close/>
                  </a:path>
                </a:pathLst>
              </a:custGeom>
              <a:solidFill>
                <a:schemeClr val="accent5"/>
              </a:solidFill>
              <a:ln w="508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grpSp>
      <p:grpSp>
        <p:nvGrpSpPr>
          <p:cNvPr id="53" name="Group 52">
            <a:extLst>
              <a:ext uri="{FF2B5EF4-FFF2-40B4-BE49-F238E27FC236}">
                <a16:creationId xmlns:a16="http://schemas.microsoft.com/office/drawing/2014/main" id="{D186D03D-0487-21A4-E734-3FAE43AC0349}"/>
              </a:ext>
            </a:extLst>
          </p:cNvPr>
          <p:cNvGrpSpPr/>
          <p:nvPr/>
        </p:nvGrpSpPr>
        <p:grpSpPr>
          <a:xfrm>
            <a:off x="2329002" y="2183748"/>
            <a:ext cx="2443932" cy="886091"/>
            <a:chOff x="6598468" y="2595742"/>
            <a:chExt cx="2443932" cy="886091"/>
          </a:xfrm>
        </p:grpSpPr>
        <p:sp>
          <p:nvSpPr>
            <p:cNvPr id="54" name="Rectangle 53">
              <a:extLst>
                <a:ext uri="{FF2B5EF4-FFF2-40B4-BE49-F238E27FC236}">
                  <a16:creationId xmlns:a16="http://schemas.microsoft.com/office/drawing/2014/main" id="{D98447B4-4768-F0AA-D3CA-E258C5A03F58}"/>
                </a:ext>
              </a:extLst>
            </p:cNvPr>
            <p:cNvSpPr/>
            <p:nvPr/>
          </p:nvSpPr>
          <p:spPr>
            <a:xfrm>
              <a:off x="6598468" y="2996952"/>
              <a:ext cx="2443932" cy="484881"/>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55" name="Rectangle 54">
              <a:extLst>
                <a:ext uri="{FF2B5EF4-FFF2-40B4-BE49-F238E27FC236}">
                  <a16:creationId xmlns:a16="http://schemas.microsoft.com/office/drawing/2014/main" id="{754D1056-141D-2E21-C19F-7C7463867D39}"/>
                </a:ext>
              </a:extLst>
            </p:cNvPr>
            <p:cNvSpPr/>
            <p:nvPr/>
          </p:nvSpPr>
          <p:spPr>
            <a:xfrm>
              <a:off x="6598468" y="2595742"/>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srgbClr val="3081AC"/>
                  </a:solidFill>
                  <a:effectLst/>
                  <a:uLnTx/>
                  <a:uFillTx/>
                  <a:latin typeface="Segoe UI" panose="020B0502040204020203" pitchFamily="34" charset="0"/>
                  <a:ea typeface="Open Sans" panose="020B0606030504020204" pitchFamily="34" charset="0"/>
                  <a:cs typeface="Segoe UI" panose="020B0502040204020203" pitchFamily="34" charset="0"/>
                </a:rPr>
                <a:t>STAR</a:t>
              </a:r>
            </a:p>
          </p:txBody>
        </p:sp>
      </p:grpSp>
      <p:grpSp>
        <p:nvGrpSpPr>
          <p:cNvPr id="56" name="Group 55">
            <a:extLst>
              <a:ext uri="{FF2B5EF4-FFF2-40B4-BE49-F238E27FC236}">
                <a16:creationId xmlns:a16="http://schemas.microsoft.com/office/drawing/2014/main" id="{9E8748DD-3DD3-8BFE-4256-7FCEBC4FFC51}"/>
              </a:ext>
            </a:extLst>
          </p:cNvPr>
          <p:cNvGrpSpPr/>
          <p:nvPr/>
        </p:nvGrpSpPr>
        <p:grpSpPr>
          <a:xfrm>
            <a:off x="2329002" y="4387841"/>
            <a:ext cx="2443932" cy="886091"/>
            <a:chOff x="6598468" y="2595742"/>
            <a:chExt cx="2443932" cy="886091"/>
          </a:xfrm>
        </p:grpSpPr>
        <p:sp>
          <p:nvSpPr>
            <p:cNvPr id="57" name="Rectangle 56">
              <a:extLst>
                <a:ext uri="{FF2B5EF4-FFF2-40B4-BE49-F238E27FC236}">
                  <a16:creationId xmlns:a16="http://schemas.microsoft.com/office/drawing/2014/main" id="{F234843C-388C-75BB-956B-3EE2771940D1}"/>
                </a:ext>
              </a:extLst>
            </p:cNvPr>
            <p:cNvSpPr/>
            <p:nvPr/>
          </p:nvSpPr>
          <p:spPr>
            <a:xfrm>
              <a:off x="6598468" y="2996952"/>
              <a:ext cx="2443932" cy="484881"/>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58" name="Rectangle 57">
              <a:extLst>
                <a:ext uri="{FF2B5EF4-FFF2-40B4-BE49-F238E27FC236}">
                  <a16:creationId xmlns:a16="http://schemas.microsoft.com/office/drawing/2014/main" id="{2128EE92-8F3F-0E65-B07C-F9A94FE73828}"/>
                </a:ext>
              </a:extLst>
            </p:cNvPr>
            <p:cNvSpPr/>
            <p:nvPr/>
          </p:nvSpPr>
          <p:spPr>
            <a:xfrm>
              <a:off x="6598468" y="2595742"/>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srgbClr val="3AD0BA"/>
                  </a:solidFill>
                  <a:effectLst/>
                  <a:uLnTx/>
                  <a:uFillTx/>
                  <a:latin typeface="Segoe UI" panose="020B0502040204020203" pitchFamily="34" charset="0"/>
                  <a:ea typeface="Open Sans" panose="020B0606030504020204" pitchFamily="34" charset="0"/>
                  <a:cs typeface="Segoe UI" panose="020B0502040204020203" pitchFamily="34" charset="0"/>
                </a:rPr>
                <a:t>CASH COW</a:t>
              </a:r>
            </a:p>
          </p:txBody>
        </p:sp>
      </p:grpSp>
      <p:grpSp>
        <p:nvGrpSpPr>
          <p:cNvPr id="59" name="Group 58">
            <a:extLst>
              <a:ext uri="{FF2B5EF4-FFF2-40B4-BE49-F238E27FC236}">
                <a16:creationId xmlns:a16="http://schemas.microsoft.com/office/drawing/2014/main" id="{5AAAD85C-DACC-7DB6-5E17-D0C972BB0036}"/>
              </a:ext>
            </a:extLst>
          </p:cNvPr>
          <p:cNvGrpSpPr/>
          <p:nvPr/>
        </p:nvGrpSpPr>
        <p:grpSpPr>
          <a:xfrm>
            <a:off x="7295139" y="2183748"/>
            <a:ext cx="2443932" cy="886091"/>
            <a:chOff x="6598468" y="2595742"/>
            <a:chExt cx="2443932" cy="886091"/>
          </a:xfrm>
        </p:grpSpPr>
        <p:sp>
          <p:nvSpPr>
            <p:cNvPr id="60" name="Rectangle 59">
              <a:extLst>
                <a:ext uri="{FF2B5EF4-FFF2-40B4-BE49-F238E27FC236}">
                  <a16:creationId xmlns:a16="http://schemas.microsoft.com/office/drawing/2014/main" id="{62A3EF2E-857D-694D-25A1-5C1993732570}"/>
                </a:ext>
              </a:extLst>
            </p:cNvPr>
            <p:cNvSpPr/>
            <p:nvPr/>
          </p:nvSpPr>
          <p:spPr>
            <a:xfrm>
              <a:off x="6598468" y="2996952"/>
              <a:ext cx="2443932" cy="484881"/>
            </a:xfrm>
            <a:prstGeom prst="rect">
              <a:avLst/>
            </a:prstGeom>
          </p:spPr>
          <p:txBody>
            <a:bodyPr wrap="square" lIns="0" tIns="0" rIns="0" bIns="0" anchor="t">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61" name="Rectangle 60">
              <a:extLst>
                <a:ext uri="{FF2B5EF4-FFF2-40B4-BE49-F238E27FC236}">
                  <a16:creationId xmlns:a16="http://schemas.microsoft.com/office/drawing/2014/main" id="{F158CFC8-A9A1-7EA6-FDA3-A3DE909BDFB9}"/>
                </a:ext>
              </a:extLst>
            </p:cNvPr>
            <p:cNvSpPr/>
            <p:nvPr/>
          </p:nvSpPr>
          <p:spPr>
            <a:xfrm>
              <a:off x="6598468" y="2595742"/>
              <a:ext cx="2443932" cy="248184"/>
            </a:xfrm>
            <a:prstGeom prst="rect">
              <a:avLst/>
            </a:prstGeom>
          </p:spPr>
          <p:txBody>
            <a:bodyPr wrap="square" lIns="0" tIns="0" rIns="0" bIns="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srgbClr val="FD9343"/>
                  </a:solidFill>
                  <a:effectLst/>
                  <a:uLnTx/>
                  <a:uFillTx/>
                  <a:latin typeface="Segoe UI" panose="020B0502040204020203" pitchFamily="34" charset="0"/>
                  <a:ea typeface="Open Sans" panose="020B0606030504020204" pitchFamily="34" charset="0"/>
                  <a:cs typeface="Segoe UI" panose="020B0502040204020203" pitchFamily="34" charset="0"/>
                </a:rPr>
                <a:t>QUESTION MARK</a:t>
              </a:r>
            </a:p>
          </p:txBody>
        </p:sp>
      </p:grpSp>
      <p:grpSp>
        <p:nvGrpSpPr>
          <p:cNvPr id="62" name="Group 61">
            <a:extLst>
              <a:ext uri="{FF2B5EF4-FFF2-40B4-BE49-F238E27FC236}">
                <a16:creationId xmlns:a16="http://schemas.microsoft.com/office/drawing/2014/main" id="{E30899ED-4C37-E8F8-BBE7-EE434718389F}"/>
              </a:ext>
            </a:extLst>
          </p:cNvPr>
          <p:cNvGrpSpPr/>
          <p:nvPr/>
        </p:nvGrpSpPr>
        <p:grpSpPr>
          <a:xfrm>
            <a:off x="7295139" y="4387841"/>
            <a:ext cx="2443932" cy="886091"/>
            <a:chOff x="6598468" y="2595742"/>
            <a:chExt cx="2443932" cy="886091"/>
          </a:xfrm>
        </p:grpSpPr>
        <p:sp>
          <p:nvSpPr>
            <p:cNvPr id="63" name="Rectangle 62">
              <a:extLst>
                <a:ext uri="{FF2B5EF4-FFF2-40B4-BE49-F238E27FC236}">
                  <a16:creationId xmlns:a16="http://schemas.microsoft.com/office/drawing/2014/main" id="{65769B79-64D6-3954-F062-70DE87F0F4D5}"/>
                </a:ext>
              </a:extLst>
            </p:cNvPr>
            <p:cNvSpPr/>
            <p:nvPr/>
          </p:nvSpPr>
          <p:spPr>
            <a:xfrm>
              <a:off x="6598468" y="2996952"/>
              <a:ext cx="2443932" cy="484881"/>
            </a:xfrm>
            <a:prstGeom prst="rect">
              <a:avLst/>
            </a:prstGeom>
          </p:spPr>
          <p:txBody>
            <a:bodyPr wrap="square" lIns="0" tIns="0" rIns="0" bIns="0" anchor="t">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64" name="Rectangle 63">
              <a:extLst>
                <a:ext uri="{FF2B5EF4-FFF2-40B4-BE49-F238E27FC236}">
                  <a16:creationId xmlns:a16="http://schemas.microsoft.com/office/drawing/2014/main" id="{3BA3FF78-236E-DF54-5E88-C7D11F0988C6}"/>
                </a:ext>
              </a:extLst>
            </p:cNvPr>
            <p:cNvSpPr/>
            <p:nvPr/>
          </p:nvSpPr>
          <p:spPr>
            <a:xfrm>
              <a:off x="6598468" y="2595742"/>
              <a:ext cx="2443932" cy="248184"/>
            </a:xfrm>
            <a:prstGeom prst="rect">
              <a:avLst/>
            </a:prstGeom>
          </p:spPr>
          <p:txBody>
            <a:bodyPr wrap="square" lIns="0" tIns="0" rIns="0" bIns="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srgbClr val="7E64A3"/>
                  </a:solidFill>
                  <a:effectLst/>
                  <a:uLnTx/>
                  <a:uFillTx/>
                  <a:latin typeface="Segoe UI" panose="020B0502040204020203" pitchFamily="34" charset="0"/>
                  <a:ea typeface="Open Sans" panose="020B0606030504020204" pitchFamily="34" charset="0"/>
                  <a:cs typeface="Segoe UI" panose="020B0502040204020203" pitchFamily="34" charset="0"/>
                </a:rPr>
                <a:t>DOG</a:t>
              </a:r>
            </a:p>
          </p:txBody>
        </p:sp>
      </p:grpSp>
      <p:sp>
        <p:nvSpPr>
          <p:cNvPr id="65" name="Oval 64">
            <a:extLst>
              <a:ext uri="{FF2B5EF4-FFF2-40B4-BE49-F238E27FC236}">
                <a16:creationId xmlns:a16="http://schemas.microsoft.com/office/drawing/2014/main" id="{4DEBBECF-0D56-4BA2-C010-BACD41E0C500}"/>
              </a:ext>
            </a:extLst>
          </p:cNvPr>
          <p:cNvSpPr/>
          <p:nvPr/>
        </p:nvSpPr>
        <p:spPr>
          <a:xfrm>
            <a:off x="5084881" y="2758966"/>
            <a:ext cx="2015494" cy="2015494"/>
          </a:xfrm>
          <a:prstGeom prst="ellipse">
            <a:avLst/>
          </a:prstGeom>
          <a:gradFill flip="none" rotWithShape="1">
            <a:gsLst>
              <a:gs pos="67856">
                <a:schemeClr val="bg1">
                  <a:lumMod val="95000"/>
                </a:schemeClr>
              </a:gs>
              <a:gs pos="100000">
                <a:schemeClr val="bg1">
                  <a:lumMod val="85000"/>
                </a:schemeClr>
              </a:gs>
              <a:gs pos="2000">
                <a:schemeClr val="bg1"/>
              </a:gs>
            </a:gsLst>
            <a:lin ang="2700000" scaled="1"/>
            <a:tileRect/>
          </a:gradFill>
          <a:ln w="635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pic>
        <p:nvPicPr>
          <p:cNvPr id="68" name="Graphic 67" descr="Star outline">
            <a:extLst>
              <a:ext uri="{FF2B5EF4-FFF2-40B4-BE49-F238E27FC236}">
                <a16:creationId xmlns:a16="http://schemas.microsoft.com/office/drawing/2014/main" id="{FD3A0161-CBC7-9B1D-CB5C-CFADBBE9CC0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02215" y="2132856"/>
            <a:ext cx="914400" cy="914400"/>
          </a:xfrm>
          <a:prstGeom prst="rect">
            <a:avLst/>
          </a:prstGeom>
        </p:spPr>
      </p:pic>
      <p:grpSp>
        <p:nvGrpSpPr>
          <p:cNvPr id="92" name="Group 91">
            <a:extLst>
              <a:ext uri="{FF2B5EF4-FFF2-40B4-BE49-F238E27FC236}">
                <a16:creationId xmlns:a16="http://schemas.microsoft.com/office/drawing/2014/main" id="{C3428FAD-F779-B942-B912-59A38AFC1884}"/>
              </a:ext>
            </a:extLst>
          </p:cNvPr>
          <p:cNvGrpSpPr/>
          <p:nvPr/>
        </p:nvGrpSpPr>
        <p:grpSpPr>
          <a:xfrm>
            <a:off x="802215" y="4402832"/>
            <a:ext cx="914400" cy="914400"/>
            <a:chOff x="14585372" y="3062976"/>
            <a:chExt cx="914400" cy="914400"/>
          </a:xfrm>
          <a:solidFill>
            <a:schemeClr val="bg1"/>
          </a:solidFill>
        </p:grpSpPr>
        <p:grpSp>
          <p:nvGrpSpPr>
            <p:cNvPr id="91" name="Group 90">
              <a:extLst>
                <a:ext uri="{FF2B5EF4-FFF2-40B4-BE49-F238E27FC236}">
                  <a16:creationId xmlns:a16="http://schemas.microsoft.com/office/drawing/2014/main" id="{3EED0239-DEDE-6CBF-8C68-E83B7F5B85C0}"/>
                </a:ext>
              </a:extLst>
            </p:cNvPr>
            <p:cNvGrpSpPr/>
            <p:nvPr/>
          </p:nvGrpSpPr>
          <p:grpSpPr>
            <a:xfrm>
              <a:off x="14900884" y="3377567"/>
              <a:ext cx="190499" cy="190500"/>
              <a:chOff x="14118492" y="4720190"/>
              <a:chExt cx="190499" cy="190500"/>
            </a:xfrm>
            <a:grpFill/>
          </p:grpSpPr>
          <p:sp>
            <p:nvSpPr>
              <p:cNvPr id="79" name="Freeform: Shape 78">
                <a:extLst>
                  <a:ext uri="{FF2B5EF4-FFF2-40B4-BE49-F238E27FC236}">
                    <a16:creationId xmlns:a16="http://schemas.microsoft.com/office/drawing/2014/main" id="{1A2578F7-D223-1750-DC31-90B690E34229}"/>
                  </a:ext>
                </a:extLst>
              </p:cNvPr>
              <p:cNvSpPr/>
              <p:nvPr/>
            </p:nvSpPr>
            <p:spPr>
              <a:xfrm>
                <a:off x="14118492" y="4720190"/>
                <a:ext cx="190499" cy="190500"/>
              </a:xfrm>
              <a:custGeom>
                <a:avLst/>
                <a:gdLst>
                  <a:gd name="connsiteX0" fmla="*/ 95250 w 190499"/>
                  <a:gd name="connsiteY0" fmla="*/ 0 h 190500"/>
                  <a:gd name="connsiteX1" fmla="*/ 0 w 190499"/>
                  <a:gd name="connsiteY1" fmla="*/ 95250 h 190500"/>
                  <a:gd name="connsiteX2" fmla="*/ 95250 w 190499"/>
                  <a:gd name="connsiteY2" fmla="*/ 190500 h 190500"/>
                  <a:gd name="connsiteX3" fmla="*/ 190500 w 190499"/>
                  <a:gd name="connsiteY3" fmla="*/ 95250 h 190500"/>
                  <a:gd name="connsiteX4" fmla="*/ 95250 w 190499"/>
                  <a:gd name="connsiteY4" fmla="*/ 0 h 190500"/>
                  <a:gd name="connsiteX5" fmla="*/ 95250 w 190499"/>
                  <a:gd name="connsiteY5" fmla="*/ 171450 h 190500"/>
                  <a:gd name="connsiteX6" fmla="*/ 19050 w 190499"/>
                  <a:gd name="connsiteY6" fmla="*/ 95250 h 190500"/>
                  <a:gd name="connsiteX7" fmla="*/ 95250 w 190499"/>
                  <a:gd name="connsiteY7" fmla="*/ 19050 h 190500"/>
                  <a:gd name="connsiteX8" fmla="*/ 171450 w 190499"/>
                  <a:gd name="connsiteY8" fmla="*/ 95250 h 190500"/>
                  <a:gd name="connsiteX9" fmla="*/ 95250 w 190499"/>
                  <a:gd name="connsiteY9" fmla="*/ 171498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499" h="190500">
                    <a:moveTo>
                      <a:pt x="95250" y="0"/>
                    </a:moveTo>
                    <a:cubicBezTo>
                      <a:pt x="42644" y="0"/>
                      <a:pt x="0" y="42644"/>
                      <a:pt x="0" y="95250"/>
                    </a:cubicBezTo>
                    <a:cubicBezTo>
                      <a:pt x="0" y="147855"/>
                      <a:pt x="42644" y="190500"/>
                      <a:pt x="95250" y="190500"/>
                    </a:cubicBezTo>
                    <a:cubicBezTo>
                      <a:pt x="147855" y="190500"/>
                      <a:pt x="190500" y="147855"/>
                      <a:pt x="190500" y="95250"/>
                    </a:cubicBezTo>
                    <a:cubicBezTo>
                      <a:pt x="190500" y="42644"/>
                      <a:pt x="147855" y="0"/>
                      <a:pt x="95250" y="0"/>
                    </a:cubicBezTo>
                    <a:close/>
                    <a:moveTo>
                      <a:pt x="95250" y="171450"/>
                    </a:moveTo>
                    <a:cubicBezTo>
                      <a:pt x="53166" y="171450"/>
                      <a:pt x="19050" y="137334"/>
                      <a:pt x="19050" y="95250"/>
                    </a:cubicBezTo>
                    <a:cubicBezTo>
                      <a:pt x="19050" y="53166"/>
                      <a:pt x="53166" y="19050"/>
                      <a:pt x="95250" y="19050"/>
                    </a:cubicBezTo>
                    <a:cubicBezTo>
                      <a:pt x="137334" y="19050"/>
                      <a:pt x="171450" y="53166"/>
                      <a:pt x="171450" y="95250"/>
                    </a:cubicBezTo>
                    <a:cubicBezTo>
                      <a:pt x="171419" y="137329"/>
                      <a:pt x="137329" y="171440"/>
                      <a:pt x="95250" y="171498"/>
                    </a:cubicBezTo>
                    <a:close/>
                  </a:path>
                </a:pathLst>
              </a:custGeom>
              <a:grp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89" name="Freeform: Shape 88">
                <a:extLst>
                  <a:ext uri="{FF2B5EF4-FFF2-40B4-BE49-F238E27FC236}">
                    <a16:creationId xmlns:a16="http://schemas.microsoft.com/office/drawing/2014/main" id="{022BA6C3-CF51-387A-921B-D9F72B68D0A7}"/>
                  </a:ext>
                </a:extLst>
              </p:cNvPr>
              <p:cNvSpPr/>
              <p:nvPr/>
            </p:nvSpPr>
            <p:spPr>
              <a:xfrm>
                <a:off x="14206561" y="4762872"/>
                <a:ext cx="57150" cy="57150"/>
              </a:xfrm>
              <a:custGeom>
                <a:avLst/>
                <a:gdLst>
                  <a:gd name="connsiteX0" fmla="*/ 9525 w 57150"/>
                  <a:gd name="connsiteY0" fmla="*/ 0 h 57150"/>
                  <a:gd name="connsiteX1" fmla="*/ 0 w 57150"/>
                  <a:gd name="connsiteY1" fmla="*/ 9525 h 57150"/>
                  <a:gd name="connsiteX2" fmla="*/ 9525 w 57150"/>
                  <a:gd name="connsiteY2" fmla="*/ 19050 h 57150"/>
                  <a:gd name="connsiteX3" fmla="*/ 38100 w 57150"/>
                  <a:gd name="connsiteY3" fmla="*/ 47625 h 57150"/>
                  <a:gd name="connsiteX4" fmla="*/ 47625 w 57150"/>
                  <a:gd name="connsiteY4" fmla="*/ 57150 h 57150"/>
                  <a:gd name="connsiteX5" fmla="*/ 57150 w 57150"/>
                  <a:gd name="connsiteY5" fmla="*/ 47625 h 57150"/>
                  <a:gd name="connsiteX6" fmla="*/ 9525 w 571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57150">
                    <a:moveTo>
                      <a:pt x="9525" y="0"/>
                    </a:moveTo>
                    <a:cubicBezTo>
                      <a:pt x="4264" y="0"/>
                      <a:pt x="0" y="4264"/>
                      <a:pt x="0" y="9525"/>
                    </a:cubicBezTo>
                    <a:cubicBezTo>
                      <a:pt x="0" y="14786"/>
                      <a:pt x="4264" y="19050"/>
                      <a:pt x="9525" y="19050"/>
                    </a:cubicBezTo>
                    <a:cubicBezTo>
                      <a:pt x="25307" y="19050"/>
                      <a:pt x="38100" y="31843"/>
                      <a:pt x="38100" y="47625"/>
                    </a:cubicBezTo>
                    <a:cubicBezTo>
                      <a:pt x="38100" y="52886"/>
                      <a:pt x="42364" y="57150"/>
                      <a:pt x="47625" y="57150"/>
                    </a:cubicBezTo>
                    <a:cubicBezTo>
                      <a:pt x="52886" y="57150"/>
                      <a:pt x="57150" y="52886"/>
                      <a:pt x="57150" y="47625"/>
                    </a:cubicBezTo>
                    <a:cubicBezTo>
                      <a:pt x="57119" y="21335"/>
                      <a:pt x="35815" y="31"/>
                      <a:pt x="9525" y="0"/>
                    </a:cubicBezTo>
                    <a:close/>
                  </a:path>
                </a:pathLst>
              </a:custGeom>
              <a:grp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pic>
          <p:nvPicPr>
            <p:cNvPr id="72" name="Graphic 71" descr="Cow outline">
              <a:extLst>
                <a:ext uri="{FF2B5EF4-FFF2-40B4-BE49-F238E27FC236}">
                  <a16:creationId xmlns:a16="http://schemas.microsoft.com/office/drawing/2014/main" id="{703B03FD-C020-8B9B-72E4-E9FC3912417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4585372" y="3062976"/>
              <a:ext cx="914400" cy="914400"/>
            </a:xfrm>
            <a:prstGeom prst="rect">
              <a:avLst/>
            </a:prstGeom>
          </p:spPr>
        </p:pic>
      </p:grpSp>
      <p:pic>
        <p:nvPicPr>
          <p:cNvPr id="94" name="Graphic 93" descr="Badge Question Mark outline">
            <a:extLst>
              <a:ext uri="{FF2B5EF4-FFF2-40B4-BE49-F238E27FC236}">
                <a16:creationId xmlns:a16="http://schemas.microsoft.com/office/drawing/2014/main" id="{B4C2F914-39F6-DF1E-28EF-697D3DED022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452484" y="2132856"/>
            <a:ext cx="914400" cy="914400"/>
          </a:xfrm>
          <a:prstGeom prst="rect">
            <a:avLst/>
          </a:prstGeom>
        </p:spPr>
      </p:pic>
      <p:pic>
        <p:nvPicPr>
          <p:cNvPr id="96" name="Graphic 95" descr="Dog outline">
            <a:extLst>
              <a:ext uri="{FF2B5EF4-FFF2-40B4-BE49-F238E27FC236}">
                <a16:creationId xmlns:a16="http://schemas.microsoft.com/office/drawing/2014/main" id="{CC7B406F-1B40-9447-0E68-5D25320E67D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452484" y="4402832"/>
            <a:ext cx="914400" cy="914400"/>
          </a:xfrm>
          <a:prstGeom prst="rect">
            <a:avLst/>
          </a:prstGeom>
        </p:spPr>
      </p:pic>
      <p:sp>
        <p:nvSpPr>
          <p:cNvPr id="97" name="TextBox 96">
            <a:extLst>
              <a:ext uri="{FF2B5EF4-FFF2-40B4-BE49-F238E27FC236}">
                <a16:creationId xmlns:a16="http://schemas.microsoft.com/office/drawing/2014/main" id="{C95F6DC6-4755-6C69-D927-DB2866D3AAA5}"/>
              </a:ext>
            </a:extLst>
          </p:cNvPr>
          <p:cNvSpPr txBox="1"/>
          <p:nvPr/>
        </p:nvSpPr>
        <p:spPr>
          <a:xfrm>
            <a:off x="5519586" y="3351216"/>
            <a:ext cx="1146084" cy="830997"/>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prstClr val="black">
                    <a:lumMod val="85000"/>
                    <a:lumOff val="15000"/>
                  </a:prstClr>
                </a:solidFill>
                <a:effectLst/>
                <a:uLnTx/>
                <a:uFillTx/>
                <a:latin typeface="Segoe UI"/>
                <a:ea typeface="+mn-ea"/>
                <a:cs typeface="+mn-cs"/>
              </a:rPr>
              <a:t>BCG </a:t>
            </a:r>
          </a:p>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lumMod val="85000"/>
                    <a:lumOff val="15000"/>
                  </a:prstClr>
                </a:solidFill>
                <a:effectLst/>
                <a:uLnTx/>
                <a:uFillTx/>
                <a:latin typeface="Segoe UI"/>
                <a:ea typeface="+mn-ea"/>
                <a:cs typeface="+mn-cs"/>
              </a:rPr>
              <a:t>Matrix</a:t>
            </a:r>
            <a:endParaRPr kumimoji="0" lang="en-US" sz="2400" b="1" i="0" u="none" strike="noStrike" kern="1200" cap="none" spc="0" normalizeH="0" baseline="0" noProof="0">
              <a:ln>
                <a:noFill/>
              </a:ln>
              <a:solidFill>
                <a:prstClr val="black"/>
              </a:solidFill>
              <a:effectLst/>
              <a:uLnTx/>
              <a:uFillTx/>
              <a:latin typeface="Segoe UI"/>
              <a:ea typeface="+mn-ea"/>
              <a:cs typeface="+mn-cs"/>
            </a:endParaRPr>
          </a:p>
        </p:txBody>
      </p:sp>
    </p:spTree>
    <p:extLst>
      <p:ext uri="{BB962C8B-B14F-4D97-AF65-F5344CB8AC3E}">
        <p14:creationId xmlns:p14="http://schemas.microsoft.com/office/powerpoint/2010/main" val="163727343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409233-C1AA-01B6-B74B-BD1F002C1252}"/>
            </a:ext>
          </a:extLst>
        </p:cNvPr>
        <p:cNvGrpSpPr/>
        <p:nvPr/>
      </p:nvGrpSpPr>
      <p:grpSpPr>
        <a:xfrm>
          <a:off x="0" y="0"/>
          <a:ext cx="0" cy="0"/>
          <a:chOff x="0" y="0"/>
          <a:chExt cx="0" cy="0"/>
        </a:xfrm>
      </p:grpSpPr>
      <p:sp>
        <p:nvSpPr>
          <p:cNvPr id="42" name="Rectangle: Rounded Corners 41">
            <a:extLst>
              <a:ext uri="{FF2B5EF4-FFF2-40B4-BE49-F238E27FC236}">
                <a16:creationId xmlns:a16="http://schemas.microsoft.com/office/drawing/2014/main" id="{89CFBECB-A72C-12EA-9442-852EA9CD7AB1}"/>
              </a:ext>
            </a:extLst>
          </p:cNvPr>
          <p:cNvSpPr/>
          <p:nvPr/>
        </p:nvSpPr>
        <p:spPr>
          <a:xfrm>
            <a:off x="1200963" y="3392553"/>
            <a:ext cx="2368330" cy="2939996"/>
          </a:xfrm>
          <a:prstGeom prst="roundRect">
            <a:avLst/>
          </a:prstGeom>
          <a:solidFill>
            <a:schemeClr val="tx1">
              <a:alpha val="14000"/>
            </a:schemeClr>
          </a:solidFill>
          <a:ln>
            <a:noFill/>
          </a:ln>
          <a:effectLst>
            <a:softEdge rad="3048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3" name="Rectangle: Rounded Corners 42">
            <a:extLst>
              <a:ext uri="{FF2B5EF4-FFF2-40B4-BE49-F238E27FC236}">
                <a16:creationId xmlns:a16="http://schemas.microsoft.com/office/drawing/2014/main" id="{691B9073-1386-EF76-DB5F-426E3A9A2E17}"/>
              </a:ext>
            </a:extLst>
          </p:cNvPr>
          <p:cNvSpPr/>
          <p:nvPr/>
        </p:nvSpPr>
        <p:spPr>
          <a:xfrm>
            <a:off x="3674878" y="3392553"/>
            <a:ext cx="2368330" cy="2939996"/>
          </a:xfrm>
          <a:prstGeom prst="roundRect">
            <a:avLst/>
          </a:prstGeom>
          <a:solidFill>
            <a:schemeClr val="tx1">
              <a:alpha val="14000"/>
            </a:schemeClr>
          </a:solidFill>
          <a:ln>
            <a:noFill/>
          </a:ln>
          <a:effectLst>
            <a:softEdge rad="3048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4" name="Rectangle: Rounded Corners 43">
            <a:extLst>
              <a:ext uri="{FF2B5EF4-FFF2-40B4-BE49-F238E27FC236}">
                <a16:creationId xmlns:a16="http://schemas.microsoft.com/office/drawing/2014/main" id="{8AF09009-B05B-AD65-1E72-0D7681B2FF6F}"/>
              </a:ext>
            </a:extLst>
          </p:cNvPr>
          <p:cNvSpPr/>
          <p:nvPr/>
        </p:nvSpPr>
        <p:spPr>
          <a:xfrm>
            <a:off x="6148792" y="3392553"/>
            <a:ext cx="2368330" cy="2939996"/>
          </a:xfrm>
          <a:prstGeom prst="roundRect">
            <a:avLst/>
          </a:prstGeom>
          <a:solidFill>
            <a:schemeClr val="tx1">
              <a:alpha val="14000"/>
            </a:schemeClr>
          </a:solidFill>
          <a:ln>
            <a:noFill/>
          </a:ln>
          <a:effectLst>
            <a:softEdge rad="3048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5" name="Rectangle: Rounded Corners 44">
            <a:extLst>
              <a:ext uri="{FF2B5EF4-FFF2-40B4-BE49-F238E27FC236}">
                <a16:creationId xmlns:a16="http://schemas.microsoft.com/office/drawing/2014/main" id="{656108C6-FE4E-E4A0-3B79-401AAC7E4BCB}"/>
              </a:ext>
            </a:extLst>
          </p:cNvPr>
          <p:cNvSpPr/>
          <p:nvPr/>
        </p:nvSpPr>
        <p:spPr>
          <a:xfrm>
            <a:off x="8622708" y="3392553"/>
            <a:ext cx="2368330" cy="2939996"/>
          </a:xfrm>
          <a:prstGeom prst="roundRect">
            <a:avLst/>
          </a:prstGeom>
          <a:solidFill>
            <a:schemeClr val="tx1">
              <a:alpha val="14000"/>
            </a:schemeClr>
          </a:solidFill>
          <a:ln>
            <a:noFill/>
          </a:ln>
          <a:effectLst>
            <a:softEdge rad="3048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0" name="Freeform: Shape 19">
            <a:extLst>
              <a:ext uri="{FF2B5EF4-FFF2-40B4-BE49-F238E27FC236}">
                <a16:creationId xmlns:a16="http://schemas.microsoft.com/office/drawing/2014/main" id="{8B6C87F3-51F1-0C16-E00B-7F8CDD8036B3}"/>
              </a:ext>
            </a:extLst>
          </p:cNvPr>
          <p:cNvSpPr/>
          <p:nvPr/>
        </p:nvSpPr>
        <p:spPr>
          <a:xfrm>
            <a:off x="2569029" y="2878021"/>
            <a:ext cx="7053942" cy="435429"/>
          </a:xfrm>
          <a:custGeom>
            <a:avLst/>
            <a:gdLst>
              <a:gd name="connsiteX0" fmla="*/ 187844 w 7053942"/>
              <a:gd name="connsiteY0" fmla="*/ 0 h 435429"/>
              <a:gd name="connsiteX1" fmla="*/ 6866098 w 7053942"/>
              <a:gd name="connsiteY1" fmla="*/ 0 h 435429"/>
              <a:gd name="connsiteX2" fmla="*/ 7053942 w 7053942"/>
              <a:gd name="connsiteY2" fmla="*/ 187844 h 435429"/>
              <a:gd name="connsiteX3" fmla="*/ 7053942 w 7053942"/>
              <a:gd name="connsiteY3" fmla="*/ 435429 h 435429"/>
              <a:gd name="connsiteX4" fmla="*/ 0 w 7053942"/>
              <a:gd name="connsiteY4" fmla="*/ 435429 h 435429"/>
              <a:gd name="connsiteX5" fmla="*/ 0 w 7053942"/>
              <a:gd name="connsiteY5" fmla="*/ 187844 h 435429"/>
              <a:gd name="connsiteX6" fmla="*/ 187844 w 7053942"/>
              <a:gd name="connsiteY6" fmla="*/ 0 h 435429"/>
              <a:gd name="connsiteX0" fmla="*/ 187844 w 7053942"/>
              <a:gd name="connsiteY0" fmla="*/ 0 h 435429"/>
              <a:gd name="connsiteX1" fmla="*/ 6866098 w 7053942"/>
              <a:gd name="connsiteY1" fmla="*/ 0 h 435429"/>
              <a:gd name="connsiteX2" fmla="*/ 7053942 w 7053942"/>
              <a:gd name="connsiteY2" fmla="*/ 187844 h 435429"/>
              <a:gd name="connsiteX3" fmla="*/ 7053942 w 7053942"/>
              <a:gd name="connsiteY3" fmla="*/ 435429 h 435429"/>
              <a:gd name="connsiteX4" fmla="*/ 3254828 w 7053942"/>
              <a:gd name="connsiteY4" fmla="*/ 424543 h 435429"/>
              <a:gd name="connsiteX5" fmla="*/ 0 w 7053942"/>
              <a:gd name="connsiteY5" fmla="*/ 435429 h 435429"/>
              <a:gd name="connsiteX6" fmla="*/ 0 w 7053942"/>
              <a:gd name="connsiteY6" fmla="*/ 187844 h 435429"/>
              <a:gd name="connsiteX7" fmla="*/ 187844 w 7053942"/>
              <a:gd name="connsiteY7" fmla="*/ 0 h 435429"/>
              <a:gd name="connsiteX0" fmla="*/ 3254828 w 7053942"/>
              <a:gd name="connsiteY0" fmla="*/ 424543 h 515983"/>
              <a:gd name="connsiteX1" fmla="*/ 0 w 7053942"/>
              <a:gd name="connsiteY1" fmla="*/ 435429 h 515983"/>
              <a:gd name="connsiteX2" fmla="*/ 0 w 7053942"/>
              <a:gd name="connsiteY2" fmla="*/ 187844 h 515983"/>
              <a:gd name="connsiteX3" fmla="*/ 187844 w 7053942"/>
              <a:gd name="connsiteY3" fmla="*/ 0 h 515983"/>
              <a:gd name="connsiteX4" fmla="*/ 6866098 w 7053942"/>
              <a:gd name="connsiteY4" fmla="*/ 0 h 515983"/>
              <a:gd name="connsiteX5" fmla="*/ 7053942 w 7053942"/>
              <a:gd name="connsiteY5" fmla="*/ 187844 h 515983"/>
              <a:gd name="connsiteX6" fmla="*/ 7053942 w 7053942"/>
              <a:gd name="connsiteY6" fmla="*/ 435429 h 515983"/>
              <a:gd name="connsiteX7" fmla="*/ 3346268 w 7053942"/>
              <a:gd name="connsiteY7" fmla="*/ 515983 h 515983"/>
              <a:gd name="connsiteX0" fmla="*/ 3254828 w 7053942"/>
              <a:gd name="connsiteY0" fmla="*/ 424543 h 435429"/>
              <a:gd name="connsiteX1" fmla="*/ 0 w 7053942"/>
              <a:gd name="connsiteY1" fmla="*/ 435429 h 435429"/>
              <a:gd name="connsiteX2" fmla="*/ 0 w 7053942"/>
              <a:gd name="connsiteY2" fmla="*/ 187844 h 435429"/>
              <a:gd name="connsiteX3" fmla="*/ 187844 w 7053942"/>
              <a:gd name="connsiteY3" fmla="*/ 0 h 435429"/>
              <a:gd name="connsiteX4" fmla="*/ 6866098 w 7053942"/>
              <a:gd name="connsiteY4" fmla="*/ 0 h 435429"/>
              <a:gd name="connsiteX5" fmla="*/ 7053942 w 7053942"/>
              <a:gd name="connsiteY5" fmla="*/ 187844 h 435429"/>
              <a:gd name="connsiteX6" fmla="*/ 7053942 w 7053942"/>
              <a:gd name="connsiteY6" fmla="*/ 435429 h 435429"/>
              <a:gd name="connsiteX0" fmla="*/ 0 w 7053942"/>
              <a:gd name="connsiteY0" fmla="*/ 435429 h 435429"/>
              <a:gd name="connsiteX1" fmla="*/ 0 w 7053942"/>
              <a:gd name="connsiteY1" fmla="*/ 187844 h 435429"/>
              <a:gd name="connsiteX2" fmla="*/ 187844 w 7053942"/>
              <a:gd name="connsiteY2" fmla="*/ 0 h 435429"/>
              <a:gd name="connsiteX3" fmla="*/ 6866098 w 7053942"/>
              <a:gd name="connsiteY3" fmla="*/ 0 h 435429"/>
              <a:gd name="connsiteX4" fmla="*/ 7053942 w 7053942"/>
              <a:gd name="connsiteY4" fmla="*/ 187844 h 435429"/>
              <a:gd name="connsiteX5" fmla="*/ 7053942 w 7053942"/>
              <a:gd name="connsiteY5" fmla="*/ 435429 h 435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53942" h="435429">
                <a:moveTo>
                  <a:pt x="0" y="435429"/>
                </a:moveTo>
                <a:lnTo>
                  <a:pt x="0" y="187844"/>
                </a:lnTo>
                <a:cubicBezTo>
                  <a:pt x="0" y="84101"/>
                  <a:pt x="84101" y="0"/>
                  <a:pt x="187844" y="0"/>
                </a:cubicBezTo>
                <a:lnTo>
                  <a:pt x="6866098" y="0"/>
                </a:lnTo>
                <a:cubicBezTo>
                  <a:pt x="6969841" y="0"/>
                  <a:pt x="7053942" y="84101"/>
                  <a:pt x="7053942" y="187844"/>
                </a:cubicBezTo>
                <a:lnTo>
                  <a:pt x="7053942" y="435429"/>
                </a:lnTo>
              </a:path>
            </a:pathLst>
          </a:custGeom>
          <a:noFill/>
          <a:ln>
            <a:gradFill>
              <a:gsLst>
                <a:gs pos="0">
                  <a:schemeClr val="accent1"/>
                </a:gs>
                <a:gs pos="100000">
                  <a:schemeClr val="accent2"/>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2" name="Freeform: Shape 21">
            <a:extLst>
              <a:ext uri="{FF2B5EF4-FFF2-40B4-BE49-F238E27FC236}">
                <a16:creationId xmlns:a16="http://schemas.microsoft.com/office/drawing/2014/main" id="{DAE11A9C-80A8-91CF-1D5B-B7422B4878AB}"/>
              </a:ext>
            </a:extLst>
          </p:cNvPr>
          <p:cNvSpPr/>
          <p:nvPr/>
        </p:nvSpPr>
        <p:spPr>
          <a:xfrm>
            <a:off x="4921993" y="2878021"/>
            <a:ext cx="187844" cy="435429"/>
          </a:xfrm>
          <a:custGeom>
            <a:avLst/>
            <a:gdLst>
              <a:gd name="connsiteX0" fmla="*/ 187844 w 7053942"/>
              <a:gd name="connsiteY0" fmla="*/ 0 h 435429"/>
              <a:gd name="connsiteX1" fmla="*/ 6866098 w 7053942"/>
              <a:gd name="connsiteY1" fmla="*/ 0 h 435429"/>
              <a:gd name="connsiteX2" fmla="*/ 7053942 w 7053942"/>
              <a:gd name="connsiteY2" fmla="*/ 187844 h 435429"/>
              <a:gd name="connsiteX3" fmla="*/ 7053942 w 7053942"/>
              <a:gd name="connsiteY3" fmla="*/ 435429 h 435429"/>
              <a:gd name="connsiteX4" fmla="*/ 0 w 7053942"/>
              <a:gd name="connsiteY4" fmla="*/ 435429 h 435429"/>
              <a:gd name="connsiteX5" fmla="*/ 0 w 7053942"/>
              <a:gd name="connsiteY5" fmla="*/ 187844 h 435429"/>
              <a:gd name="connsiteX6" fmla="*/ 187844 w 7053942"/>
              <a:gd name="connsiteY6" fmla="*/ 0 h 435429"/>
              <a:gd name="connsiteX0" fmla="*/ 187844 w 7053942"/>
              <a:gd name="connsiteY0" fmla="*/ 0 h 435429"/>
              <a:gd name="connsiteX1" fmla="*/ 6866098 w 7053942"/>
              <a:gd name="connsiteY1" fmla="*/ 0 h 435429"/>
              <a:gd name="connsiteX2" fmla="*/ 7053942 w 7053942"/>
              <a:gd name="connsiteY2" fmla="*/ 187844 h 435429"/>
              <a:gd name="connsiteX3" fmla="*/ 7053942 w 7053942"/>
              <a:gd name="connsiteY3" fmla="*/ 435429 h 435429"/>
              <a:gd name="connsiteX4" fmla="*/ 3254828 w 7053942"/>
              <a:gd name="connsiteY4" fmla="*/ 424543 h 435429"/>
              <a:gd name="connsiteX5" fmla="*/ 0 w 7053942"/>
              <a:gd name="connsiteY5" fmla="*/ 435429 h 435429"/>
              <a:gd name="connsiteX6" fmla="*/ 0 w 7053942"/>
              <a:gd name="connsiteY6" fmla="*/ 187844 h 435429"/>
              <a:gd name="connsiteX7" fmla="*/ 187844 w 7053942"/>
              <a:gd name="connsiteY7" fmla="*/ 0 h 435429"/>
              <a:gd name="connsiteX0" fmla="*/ 3254828 w 7053942"/>
              <a:gd name="connsiteY0" fmla="*/ 424543 h 515983"/>
              <a:gd name="connsiteX1" fmla="*/ 0 w 7053942"/>
              <a:gd name="connsiteY1" fmla="*/ 435429 h 515983"/>
              <a:gd name="connsiteX2" fmla="*/ 0 w 7053942"/>
              <a:gd name="connsiteY2" fmla="*/ 187844 h 515983"/>
              <a:gd name="connsiteX3" fmla="*/ 187844 w 7053942"/>
              <a:gd name="connsiteY3" fmla="*/ 0 h 515983"/>
              <a:gd name="connsiteX4" fmla="*/ 6866098 w 7053942"/>
              <a:gd name="connsiteY4" fmla="*/ 0 h 515983"/>
              <a:gd name="connsiteX5" fmla="*/ 7053942 w 7053942"/>
              <a:gd name="connsiteY5" fmla="*/ 187844 h 515983"/>
              <a:gd name="connsiteX6" fmla="*/ 7053942 w 7053942"/>
              <a:gd name="connsiteY6" fmla="*/ 435429 h 515983"/>
              <a:gd name="connsiteX7" fmla="*/ 3346268 w 7053942"/>
              <a:gd name="connsiteY7" fmla="*/ 515983 h 515983"/>
              <a:gd name="connsiteX0" fmla="*/ 3254828 w 7053942"/>
              <a:gd name="connsiteY0" fmla="*/ 424543 h 435429"/>
              <a:gd name="connsiteX1" fmla="*/ 0 w 7053942"/>
              <a:gd name="connsiteY1" fmla="*/ 435429 h 435429"/>
              <a:gd name="connsiteX2" fmla="*/ 0 w 7053942"/>
              <a:gd name="connsiteY2" fmla="*/ 187844 h 435429"/>
              <a:gd name="connsiteX3" fmla="*/ 187844 w 7053942"/>
              <a:gd name="connsiteY3" fmla="*/ 0 h 435429"/>
              <a:gd name="connsiteX4" fmla="*/ 6866098 w 7053942"/>
              <a:gd name="connsiteY4" fmla="*/ 0 h 435429"/>
              <a:gd name="connsiteX5" fmla="*/ 7053942 w 7053942"/>
              <a:gd name="connsiteY5" fmla="*/ 187844 h 435429"/>
              <a:gd name="connsiteX6" fmla="*/ 7053942 w 7053942"/>
              <a:gd name="connsiteY6" fmla="*/ 435429 h 435429"/>
              <a:gd name="connsiteX0" fmla="*/ 0 w 7053942"/>
              <a:gd name="connsiteY0" fmla="*/ 435429 h 435429"/>
              <a:gd name="connsiteX1" fmla="*/ 0 w 7053942"/>
              <a:gd name="connsiteY1" fmla="*/ 187844 h 435429"/>
              <a:gd name="connsiteX2" fmla="*/ 187844 w 7053942"/>
              <a:gd name="connsiteY2" fmla="*/ 0 h 435429"/>
              <a:gd name="connsiteX3" fmla="*/ 6866098 w 7053942"/>
              <a:gd name="connsiteY3" fmla="*/ 0 h 435429"/>
              <a:gd name="connsiteX4" fmla="*/ 7053942 w 7053942"/>
              <a:gd name="connsiteY4" fmla="*/ 187844 h 435429"/>
              <a:gd name="connsiteX5" fmla="*/ 7053942 w 7053942"/>
              <a:gd name="connsiteY5" fmla="*/ 435429 h 435429"/>
              <a:gd name="connsiteX0" fmla="*/ 0 w 7053942"/>
              <a:gd name="connsiteY0" fmla="*/ 435429 h 435429"/>
              <a:gd name="connsiteX1" fmla="*/ 0 w 7053942"/>
              <a:gd name="connsiteY1" fmla="*/ 187844 h 435429"/>
              <a:gd name="connsiteX2" fmla="*/ 187844 w 7053942"/>
              <a:gd name="connsiteY2" fmla="*/ 0 h 435429"/>
              <a:gd name="connsiteX3" fmla="*/ 6866098 w 7053942"/>
              <a:gd name="connsiteY3" fmla="*/ 0 h 435429"/>
              <a:gd name="connsiteX4" fmla="*/ 7053942 w 7053942"/>
              <a:gd name="connsiteY4" fmla="*/ 187844 h 435429"/>
              <a:gd name="connsiteX0" fmla="*/ 0 w 6866098"/>
              <a:gd name="connsiteY0" fmla="*/ 435429 h 435429"/>
              <a:gd name="connsiteX1" fmla="*/ 0 w 6866098"/>
              <a:gd name="connsiteY1" fmla="*/ 187844 h 435429"/>
              <a:gd name="connsiteX2" fmla="*/ 187844 w 6866098"/>
              <a:gd name="connsiteY2" fmla="*/ 0 h 435429"/>
              <a:gd name="connsiteX3" fmla="*/ 6866098 w 6866098"/>
              <a:gd name="connsiteY3" fmla="*/ 0 h 435429"/>
              <a:gd name="connsiteX0" fmla="*/ 0 w 187844"/>
              <a:gd name="connsiteY0" fmla="*/ 435429 h 435429"/>
              <a:gd name="connsiteX1" fmla="*/ 0 w 187844"/>
              <a:gd name="connsiteY1" fmla="*/ 187844 h 435429"/>
              <a:gd name="connsiteX2" fmla="*/ 187844 w 187844"/>
              <a:gd name="connsiteY2" fmla="*/ 0 h 435429"/>
            </a:gdLst>
            <a:ahLst/>
            <a:cxnLst>
              <a:cxn ang="0">
                <a:pos x="connsiteX0" y="connsiteY0"/>
              </a:cxn>
              <a:cxn ang="0">
                <a:pos x="connsiteX1" y="connsiteY1"/>
              </a:cxn>
              <a:cxn ang="0">
                <a:pos x="connsiteX2" y="connsiteY2"/>
              </a:cxn>
            </a:cxnLst>
            <a:rect l="l" t="t" r="r" b="b"/>
            <a:pathLst>
              <a:path w="187844" h="435429">
                <a:moveTo>
                  <a:pt x="0" y="435429"/>
                </a:moveTo>
                <a:lnTo>
                  <a:pt x="0" y="187844"/>
                </a:lnTo>
                <a:cubicBezTo>
                  <a:pt x="0" y="84101"/>
                  <a:pt x="84101" y="0"/>
                  <a:pt x="187844" y="0"/>
                </a:cubicBezTo>
              </a:path>
            </a:pathLst>
          </a:custGeom>
          <a:noFill/>
          <a:ln>
            <a:gradFill>
              <a:gsLst>
                <a:gs pos="0">
                  <a:schemeClr val="accent1"/>
                </a:gs>
                <a:gs pos="100000">
                  <a:schemeClr val="accent2"/>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3" name="Freeform: Shape 22">
            <a:extLst>
              <a:ext uri="{FF2B5EF4-FFF2-40B4-BE49-F238E27FC236}">
                <a16:creationId xmlns:a16="http://schemas.microsoft.com/office/drawing/2014/main" id="{4288D404-6E70-65F6-8292-1EC44FE0417D}"/>
              </a:ext>
            </a:extLst>
          </p:cNvPr>
          <p:cNvSpPr/>
          <p:nvPr/>
        </p:nvSpPr>
        <p:spPr>
          <a:xfrm flipH="1">
            <a:off x="7075913" y="2878021"/>
            <a:ext cx="187844" cy="435429"/>
          </a:xfrm>
          <a:custGeom>
            <a:avLst/>
            <a:gdLst>
              <a:gd name="connsiteX0" fmla="*/ 187844 w 7053942"/>
              <a:gd name="connsiteY0" fmla="*/ 0 h 435429"/>
              <a:gd name="connsiteX1" fmla="*/ 6866098 w 7053942"/>
              <a:gd name="connsiteY1" fmla="*/ 0 h 435429"/>
              <a:gd name="connsiteX2" fmla="*/ 7053942 w 7053942"/>
              <a:gd name="connsiteY2" fmla="*/ 187844 h 435429"/>
              <a:gd name="connsiteX3" fmla="*/ 7053942 w 7053942"/>
              <a:gd name="connsiteY3" fmla="*/ 435429 h 435429"/>
              <a:gd name="connsiteX4" fmla="*/ 0 w 7053942"/>
              <a:gd name="connsiteY4" fmla="*/ 435429 h 435429"/>
              <a:gd name="connsiteX5" fmla="*/ 0 w 7053942"/>
              <a:gd name="connsiteY5" fmla="*/ 187844 h 435429"/>
              <a:gd name="connsiteX6" fmla="*/ 187844 w 7053942"/>
              <a:gd name="connsiteY6" fmla="*/ 0 h 435429"/>
              <a:gd name="connsiteX0" fmla="*/ 187844 w 7053942"/>
              <a:gd name="connsiteY0" fmla="*/ 0 h 435429"/>
              <a:gd name="connsiteX1" fmla="*/ 6866098 w 7053942"/>
              <a:gd name="connsiteY1" fmla="*/ 0 h 435429"/>
              <a:gd name="connsiteX2" fmla="*/ 7053942 w 7053942"/>
              <a:gd name="connsiteY2" fmla="*/ 187844 h 435429"/>
              <a:gd name="connsiteX3" fmla="*/ 7053942 w 7053942"/>
              <a:gd name="connsiteY3" fmla="*/ 435429 h 435429"/>
              <a:gd name="connsiteX4" fmla="*/ 3254828 w 7053942"/>
              <a:gd name="connsiteY4" fmla="*/ 424543 h 435429"/>
              <a:gd name="connsiteX5" fmla="*/ 0 w 7053942"/>
              <a:gd name="connsiteY5" fmla="*/ 435429 h 435429"/>
              <a:gd name="connsiteX6" fmla="*/ 0 w 7053942"/>
              <a:gd name="connsiteY6" fmla="*/ 187844 h 435429"/>
              <a:gd name="connsiteX7" fmla="*/ 187844 w 7053942"/>
              <a:gd name="connsiteY7" fmla="*/ 0 h 435429"/>
              <a:gd name="connsiteX0" fmla="*/ 3254828 w 7053942"/>
              <a:gd name="connsiteY0" fmla="*/ 424543 h 515983"/>
              <a:gd name="connsiteX1" fmla="*/ 0 w 7053942"/>
              <a:gd name="connsiteY1" fmla="*/ 435429 h 515983"/>
              <a:gd name="connsiteX2" fmla="*/ 0 w 7053942"/>
              <a:gd name="connsiteY2" fmla="*/ 187844 h 515983"/>
              <a:gd name="connsiteX3" fmla="*/ 187844 w 7053942"/>
              <a:gd name="connsiteY3" fmla="*/ 0 h 515983"/>
              <a:gd name="connsiteX4" fmla="*/ 6866098 w 7053942"/>
              <a:gd name="connsiteY4" fmla="*/ 0 h 515983"/>
              <a:gd name="connsiteX5" fmla="*/ 7053942 w 7053942"/>
              <a:gd name="connsiteY5" fmla="*/ 187844 h 515983"/>
              <a:gd name="connsiteX6" fmla="*/ 7053942 w 7053942"/>
              <a:gd name="connsiteY6" fmla="*/ 435429 h 515983"/>
              <a:gd name="connsiteX7" fmla="*/ 3346268 w 7053942"/>
              <a:gd name="connsiteY7" fmla="*/ 515983 h 515983"/>
              <a:gd name="connsiteX0" fmla="*/ 3254828 w 7053942"/>
              <a:gd name="connsiteY0" fmla="*/ 424543 h 435429"/>
              <a:gd name="connsiteX1" fmla="*/ 0 w 7053942"/>
              <a:gd name="connsiteY1" fmla="*/ 435429 h 435429"/>
              <a:gd name="connsiteX2" fmla="*/ 0 w 7053942"/>
              <a:gd name="connsiteY2" fmla="*/ 187844 h 435429"/>
              <a:gd name="connsiteX3" fmla="*/ 187844 w 7053942"/>
              <a:gd name="connsiteY3" fmla="*/ 0 h 435429"/>
              <a:gd name="connsiteX4" fmla="*/ 6866098 w 7053942"/>
              <a:gd name="connsiteY4" fmla="*/ 0 h 435429"/>
              <a:gd name="connsiteX5" fmla="*/ 7053942 w 7053942"/>
              <a:gd name="connsiteY5" fmla="*/ 187844 h 435429"/>
              <a:gd name="connsiteX6" fmla="*/ 7053942 w 7053942"/>
              <a:gd name="connsiteY6" fmla="*/ 435429 h 435429"/>
              <a:gd name="connsiteX0" fmla="*/ 0 w 7053942"/>
              <a:gd name="connsiteY0" fmla="*/ 435429 h 435429"/>
              <a:gd name="connsiteX1" fmla="*/ 0 w 7053942"/>
              <a:gd name="connsiteY1" fmla="*/ 187844 h 435429"/>
              <a:gd name="connsiteX2" fmla="*/ 187844 w 7053942"/>
              <a:gd name="connsiteY2" fmla="*/ 0 h 435429"/>
              <a:gd name="connsiteX3" fmla="*/ 6866098 w 7053942"/>
              <a:gd name="connsiteY3" fmla="*/ 0 h 435429"/>
              <a:gd name="connsiteX4" fmla="*/ 7053942 w 7053942"/>
              <a:gd name="connsiteY4" fmla="*/ 187844 h 435429"/>
              <a:gd name="connsiteX5" fmla="*/ 7053942 w 7053942"/>
              <a:gd name="connsiteY5" fmla="*/ 435429 h 435429"/>
              <a:gd name="connsiteX0" fmla="*/ 0 w 7053942"/>
              <a:gd name="connsiteY0" fmla="*/ 435429 h 435429"/>
              <a:gd name="connsiteX1" fmla="*/ 0 w 7053942"/>
              <a:gd name="connsiteY1" fmla="*/ 187844 h 435429"/>
              <a:gd name="connsiteX2" fmla="*/ 187844 w 7053942"/>
              <a:gd name="connsiteY2" fmla="*/ 0 h 435429"/>
              <a:gd name="connsiteX3" fmla="*/ 6866098 w 7053942"/>
              <a:gd name="connsiteY3" fmla="*/ 0 h 435429"/>
              <a:gd name="connsiteX4" fmla="*/ 7053942 w 7053942"/>
              <a:gd name="connsiteY4" fmla="*/ 187844 h 435429"/>
              <a:gd name="connsiteX0" fmla="*/ 0 w 6866098"/>
              <a:gd name="connsiteY0" fmla="*/ 435429 h 435429"/>
              <a:gd name="connsiteX1" fmla="*/ 0 w 6866098"/>
              <a:gd name="connsiteY1" fmla="*/ 187844 h 435429"/>
              <a:gd name="connsiteX2" fmla="*/ 187844 w 6866098"/>
              <a:gd name="connsiteY2" fmla="*/ 0 h 435429"/>
              <a:gd name="connsiteX3" fmla="*/ 6866098 w 6866098"/>
              <a:gd name="connsiteY3" fmla="*/ 0 h 435429"/>
              <a:gd name="connsiteX0" fmla="*/ 0 w 187844"/>
              <a:gd name="connsiteY0" fmla="*/ 435429 h 435429"/>
              <a:gd name="connsiteX1" fmla="*/ 0 w 187844"/>
              <a:gd name="connsiteY1" fmla="*/ 187844 h 435429"/>
              <a:gd name="connsiteX2" fmla="*/ 187844 w 187844"/>
              <a:gd name="connsiteY2" fmla="*/ 0 h 435429"/>
            </a:gdLst>
            <a:ahLst/>
            <a:cxnLst>
              <a:cxn ang="0">
                <a:pos x="connsiteX0" y="connsiteY0"/>
              </a:cxn>
              <a:cxn ang="0">
                <a:pos x="connsiteX1" y="connsiteY1"/>
              </a:cxn>
              <a:cxn ang="0">
                <a:pos x="connsiteX2" y="connsiteY2"/>
              </a:cxn>
            </a:cxnLst>
            <a:rect l="l" t="t" r="r" b="b"/>
            <a:pathLst>
              <a:path w="187844" h="435429">
                <a:moveTo>
                  <a:pt x="0" y="435429"/>
                </a:moveTo>
                <a:lnTo>
                  <a:pt x="0" y="187844"/>
                </a:lnTo>
                <a:cubicBezTo>
                  <a:pt x="0" y="84101"/>
                  <a:pt x="84101" y="0"/>
                  <a:pt x="187844" y="0"/>
                </a:cubicBezTo>
              </a:path>
            </a:pathLst>
          </a:custGeom>
          <a:noFill/>
          <a:ln>
            <a:gradFill>
              <a:gsLst>
                <a:gs pos="0">
                  <a:schemeClr val="accent1"/>
                </a:gs>
                <a:gs pos="100000">
                  <a:schemeClr val="accent2"/>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 name="Rectangle: Rounded Corners 2">
            <a:extLst>
              <a:ext uri="{FF2B5EF4-FFF2-40B4-BE49-F238E27FC236}">
                <a16:creationId xmlns:a16="http://schemas.microsoft.com/office/drawing/2014/main" id="{6A70C149-3F04-17DC-4AA6-9F9E892AC02E}"/>
              </a:ext>
            </a:extLst>
          </p:cNvPr>
          <p:cNvSpPr/>
          <p:nvPr/>
        </p:nvSpPr>
        <p:spPr>
          <a:xfrm>
            <a:off x="2387588" y="1556792"/>
            <a:ext cx="7416824" cy="864096"/>
          </a:xfrm>
          <a:prstGeom prst="roundRect">
            <a:avLst>
              <a:gd name="adj" fmla="val 50000"/>
            </a:avLst>
          </a:prstGeom>
          <a:gradFill flip="none" rotWithShape="1">
            <a:gsLst>
              <a:gs pos="0">
                <a:schemeClr val="accent1">
                  <a:lumMod val="60000"/>
                  <a:lumOff val="40000"/>
                </a:schemeClr>
              </a:gs>
              <a:gs pos="30000">
                <a:schemeClr val="accent1"/>
              </a:gs>
              <a:gs pos="100000">
                <a:schemeClr val="accent2"/>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 name="Rectangle: Rounded Corners 3">
            <a:extLst>
              <a:ext uri="{FF2B5EF4-FFF2-40B4-BE49-F238E27FC236}">
                <a16:creationId xmlns:a16="http://schemas.microsoft.com/office/drawing/2014/main" id="{FB97409B-F7CA-B3F2-B149-BAE29C3BFE6E}"/>
              </a:ext>
            </a:extLst>
          </p:cNvPr>
          <p:cNvSpPr/>
          <p:nvPr/>
        </p:nvSpPr>
        <p:spPr>
          <a:xfrm>
            <a:off x="1525429" y="3315140"/>
            <a:ext cx="2088232" cy="2592288"/>
          </a:xfrm>
          <a:prstGeom prst="roundRect">
            <a:avLst/>
          </a:prstGeom>
          <a:solidFill>
            <a:schemeClr val="bg1"/>
          </a:solidFill>
          <a:ln>
            <a:gradFill>
              <a:gsLst>
                <a:gs pos="0">
                  <a:schemeClr val="accent1"/>
                </a:gs>
                <a:gs pos="100000">
                  <a:schemeClr val="accent2"/>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 name="Rectangle: Rounded Corners 4">
            <a:extLst>
              <a:ext uri="{FF2B5EF4-FFF2-40B4-BE49-F238E27FC236}">
                <a16:creationId xmlns:a16="http://schemas.microsoft.com/office/drawing/2014/main" id="{79A298FB-2933-7643-2C6F-14DC0D68A5E2}"/>
              </a:ext>
            </a:extLst>
          </p:cNvPr>
          <p:cNvSpPr/>
          <p:nvPr/>
        </p:nvSpPr>
        <p:spPr>
          <a:xfrm>
            <a:off x="3876399" y="3315140"/>
            <a:ext cx="2088232" cy="2592288"/>
          </a:xfrm>
          <a:prstGeom prst="roundRect">
            <a:avLst/>
          </a:prstGeom>
          <a:solidFill>
            <a:schemeClr val="bg1"/>
          </a:solidFill>
          <a:ln>
            <a:gradFill>
              <a:gsLst>
                <a:gs pos="0">
                  <a:schemeClr val="accent1"/>
                </a:gs>
                <a:gs pos="100000">
                  <a:schemeClr val="accent2"/>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 name="Rectangle: Rounded Corners 5">
            <a:extLst>
              <a:ext uri="{FF2B5EF4-FFF2-40B4-BE49-F238E27FC236}">
                <a16:creationId xmlns:a16="http://schemas.microsoft.com/office/drawing/2014/main" id="{44DAC8C6-6EB2-B3A1-0386-8BC417167E0C}"/>
              </a:ext>
            </a:extLst>
          </p:cNvPr>
          <p:cNvSpPr/>
          <p:nvPr/>
        </p:nvSpPr>
        <p:spPr>
          <a:xfrm>
            <a:off x="6227369" y="3315140"/>
            <a:ext cx="2088232" cy="2592288"/>
          </a:xfrm>
          <a:prstGeom prst="roundRect">
            <a:avLst/>
          </a:prstGeom>
          <a:solidFill>
            <a:schemeClr val="bg1"/>
          </a:solidFill>
          <a:ln>
            <a:gradFill>
              <a:gsLst>
                <a:gs pos="0">
                  <a:schemeClr val="accent1"/>
                </a:gs>
                <a:gs pos="100000">
                  <a:schemeClr val="accent2"/>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 name="Rectangle: Rounded Corners 6">
            <a:extLst>
              <a:ext uri="{FF2B5EF4-FFF2-40B4-BE49-F238E27FC236}">
                <a16:creationId xmlns:a16="http://schemas.microsoft.com/office/drawing/2014/main" id="{7A53C9C0-B9F8-DC1D-D9DB-6BBE8B52B605}"/>
              </a:ext>
            </a:extLst>
          </p:cNvPr>
          <p:cNvSpPr/>
          <p:nvPr/>
        </p:nvSpPr>
        <p:spPr>
          <a:xfrm>
            <a:off x="8578340" y="3315140"/>
            <a:ext cx="2088232" cy="2592288"/>
          </a:xfrm>
          <a:prstGeom prst="roundRect">
            <a:avLst/>
          </a:prstGeom>
          <a:solidFill>
            <a:schemeClr val="bg1"/>
          </a:solidFill>
          <a:ln>
            <a:gradFill>
              <a:gsLst>
                <a:gs pos="0">
                  <a:schemeClr val="accent1"/>
                </a:gs>
                <a:gs pos="100000">
                  <a:schemeClr val="accent2"/>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cxnSp>
        <p:nvCxnSpPr>
          <p:cNvPr id="9" name="Straight Connector 8">
            <a:extLst>
              <a:ext uri="{FF2B5EF4-FFF2-40B4-BE49-F238E27FC236}">
                <a16:creationId xmlns:a16="http://schemas.microsoft.com/office/drawing/2014/main" id="{F9CB3583-B0D5-1BDE-2F66-5D8C37AE2096}"/>
              </a:ext>
            </a:extLst>
          </p:cNvPr>
          <p:cNvCxnSpPr>
            <a:cxnSpLocks/>
          </p:cNvCxnSpPr>
          <p:nvPr/>
        </p:nvCxnSpPr>
        <p:spPr>
          <a:xfrm>
            <a:off x="6096000" y="2446853"/>
            <a:ext cx="0" cy="433671"/>
          </a:xfrm>
          <a:prstGeom prst="line">
            <a:avLst/>
          </a:prstGeom>
          <a:ln w="25400">
            <a:gradFill>
              <a:gsLst>
                <a:gs pos="0">
                  <a:schemeClr val="accent1"/>
                </a:gs>
                <a:gs pos="100000">
                  <a:schemeClr val="accent2"/>
                </a:gs>
              </a:gsLst>
              <a:lin ang="5400000" scaled="1"/>
            </a:gra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31FE0BA5-02D8-3948-CAC9-FBEAEFB1C4DB}"/>
              </a:ext>
            </a:extLst>
          </p:cNvPr>
          <p:cNvGrpSpPr/>
          <p:nvPr/>
        </p:nvGrpSpPr>
        <p:grpSpPr>
          <a:xfrm>
            <a:off x="1759741" y="4442452"/>
            <a:ext cx="1619611" cy="1154820"/>
            <a:chOff x="1003061" y="1795543"/>
            <a:chExt cx="1535199" cy="1240431"/>
          </a:xfrm>
        </p:grpSpPr>
        <p:sp>
          <p:nvSpPr>
            <p:cNvPr id="25" name="TextBox 24">
              <a:extLst>
                <a:ext uri="{FF2B5EF4-FFF2-40B4-BE49-F238E27FC236}">
                  <a16:creationId xmlns:a16="http://schemas.microsoft.com/office/drawing/2014/main" id="{5395D8CF-F0D9-C519-AFF9-8AB3A1B69524}"/>
                </a:ext>
              </a:extLst>
            </p:cNvPr>
            <p:cNvSpPr txBox="1"/>
            <p:nvPr/>
          </p:nvSpPr>
          <p:spPr>
            <a:xfrm>
              <a:off x="1003061" y="2140628"/>
              <a:ext cx="1535199" cy="89534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26" name="TextBox 25">
              <a:extLst>
                <a:ext uri="{FF2B5EF4-FFF2-40B4-BE49-F238E27FC236}">
                  <a16:creationId xmlns:a16="http://schemas.microsoft.com/office/drawing/2014/main" id="{A843BA1F-AC22-3E37-80FB-5590E62CFF9D}"/>
                </a:ext>
              </a:extLst>
            </p:cNvPr>
            <p:cNvSpPr txBox="1"/>
            <p:nvPr/>
          </p:nvSpPr>
          <p:spPr>
            <a:xfrm>
              <a:off x="1003061" y="1795543"/>
              <a:ext cx="1535199" cy="206700"/>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72C6"/>
                  </a:solidFill>
                  <a:effectLst/>
                  <a:uLnTx/>
                  <a:uFillTx/>
                  <a:latin typeface="Segoe UI"/>
                  <a:ea typeface="+mn-ea"/>
                  <a:cs typeface="+mn-cs"/>
                </a:rPr>
                <a:t>Highlight 01</a:t>
              </a:r>
            </a:p>
          </p:txBody>
        </p:sp>
      </p:grpSp>
      <p:grpSp>
        <p:nvGrpSpPr>
          <p:cNvPr id="27" name="Group 26">
            <a:extLst>
              <a:ext uri="{FF2B5EF4-FFF2-40B4-BE49-F238E27FC236}">
                <a16:creationId xmlns:a16="http://schemas.microsoft.com/office/drawing/2014/main" id="{5CBDF415-EA19-0D1C-91B3-03807F5D3A87}"/>
              </a:ext>
            </a:extLst>
          </p:cNvPr>
          <p:cNvGrpSpPr/>
          <p:nvPr/>
        </p:nvGrpSpPr>
        <p:grpSpPr>
          <a:xfrm>
            <a:off x="4110711" y="4442452"/>
            <a:ext cx="1619611" cy="1154820"/>
            <a:chOff x="1003061" y="1795543"/>
            <a:chExt cx="1535199" cy="1240431"/>
          </a:xfrm>
        </p:grpSpPr>
        <p:sp>
          <p:nvSpPr>
            <p:cNvPr id="28" name="TextBox 27">
              <a:extLst>
                <a:ext uri="{FF2B5EF4-FFF2-40B4-BE49-F238E27FC236}">
                  <a16:creationId xmlns:a16="http://schemas.microsoft.com/office/drawing/2014/main" id="{AE5AB37C-9E5C-E708-74BE-9A379F9BCB0C}"/>
                </a:ext>
              </a:extLst>
            </p:cNvPr>
            <p:cNvSpPr txBox="1"/>
            <p:nvPr/>
          </p:nvSpPr>
          <p:spPr>
            <a:xfrm>
              <a:off x="1003061" y="2140628"/>
              <a:ext cx="1535199" cy="89534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29" name="TextBox 28">
              <a:extLst>
                <a:ext uri="{FF2B5EF4-FFF2-40B4-BE49-F238E27FC236}">
                  <a16:creationId xmlns:a16="http://schemas.microsoft.com/office/drawing/2014/main" id="{454B0CC1-190E-D7DF-DD3C-56513D320EF1}"/>
                </a:ext>
              </a:extLst>
            </p:cNvPr>
            <p:cNvSpPr txBox="1"/>
            <p:nvPr/>
          </p:nvSpPr>
          <p:spPr>
            <a:xfrm>
              <a:off x="1003061" y="1795543"/>
              <a:ext cx="1535199" cy="206700"/>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72C6"/>
                  </a:solidFill>
                  <a:effectLst/>
                  <a:uLnTx/>
                  <a:uFillTx/>
                  <a:latin typeface="Segoe UI"/>
                  <a:ea typeface="+mn-ea"/>
                  <a:cs typeface="+mn-cs"/>
                </a:rPr>
                <a:t>Highlight 02</a:t>
              </a:r>
            </a:p>
          </p:txBody>
        </p:sp>
      </p:grpSp>
      <p:grpSp>
        <p:nvGrpSpPr>
          <p:cNvPr id="30" name="Group 29">
            <a:extLst>
              <a:ext uri="{FF2B5EF4-FFF2-40B4-BE49-F238E27FC236}">
                <a16:creationId xmlns:a16="http://schemas.microsoft.com/office/drawing/2014/main" id="{93E3039D-DA36-372D-C19C-EC00707A5624}"/>
              </a:ext>
            </a:extLst>
          </p:cNvPr>
          <p:cNvGrpSpPr/>
          <p:nvPr/>
        </p:nvGrpSpPr>
        <p:grpSpPr>
          <a:xfrm>
            <a:off x="6461681" y="4442452"/>
            <a:ext cx="1619611" cy="1154820"/>
            <a:chOff x="1003061" y="1795543"/>
            <a:chExt cx="1535199" cy="1240431"/>
          </a:xfrm>
        </p:grpSpPr>
        <p:sp>
          <p:nvSpPr>
            <p:cNvPr id="31" name="TextBox 30">
              <a:extLst>
                <a:ext uri="{FF2B5EF4-FFF2-40B4-BE49-F238E27FC236}">
                  <a16:creationId xmlns:a16="http://schemas.microsoft.com/office/drawing/2014/main" id="{FBEDFDD5-2A0B-ADB7-AB6D-2D041D697254}"/>
                </a:ext>
              </a:extLst>
            </p:cNvPr>
            <p:cNvSpPr txBox="1"/>
            <p:nvPr/>
          </p:nvSpPr>
          <p:spPr>
            <a:xfrm>
              <a:off x="1003061" y="2140628"/>
              <a:ext cx="1535199" cy="89534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32" name="TextBox 31">
              <a:extLst>
                <a:ext uri="{FF2B5EF4-FFF2-40B4-BE49-F238E27FC236}">
                  <a16:creationId xmlns:a16="http://schemas.microsoft.com/office/drawing/2014/main" id="{CEEEBCB3-BB76-673B-DC8D-D1F18C8AF2F7}"/>
                </a:ext>
              </a:extLst>
            </p:cNvPr>
            <p:cNvSpPr txBox="1"/>
            <p:nvPr/>
          </p:nvSpPr>
          <p:spPr>
            <a:xfrm>
              <a:off x="1003061" y="1795543"/>
              <a:ext cx="1535199" cy="206700"/>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72C6"/>
                  </a:solidFill>
                  <a:effectLst/>
                  <a:uLnTx/>
                  <a:uFillTx/>
                  <a:latin typeface="Segoe UI"/>
                  <a:ea typeface="+mn-ea"/>
                  <a:cs typeface="+mn-cs"/>
                </a:rPr>
                <a:t>Highlight 03</a:t>
              </a:r>
            </a:p>
          </p:txBody>
        </p:sp>
      </p:grpSp>
      <p:grpSp>
        <p:nvGrpSpPr>
          <p:cNvPr id="33" name="Group 32">
            <a:extLst>
              <a:ext uri="{FF2B5EF4-FFF2-40B4-BE49-F238E27FC236}">
                <a16:creationId xmlns:a16="http://schemas.microsoft.com/office/drawing/2014/main" id="{1E08958F-A84B-6F95-24E0-2A1122EDC93C}"/>
              </a:ext>
            </a:extLst>
          </p:cNvPr>
          <p:cNvGrpSpPr/>
          <p:nvPr/>
        </p:nvGrpSpPr>
        <p:grpSpPr>
          <a:xfrm>
            <a:off x="8812652" y="4442452"/>
            <a:ext cx="1619611" cy="1154820"/>
            <a:chOff x="1003061" y="1795543"/>
            <a:chExt cx="1535199" cy="1240431"/>
          </a:xfrm>
        </p:grpSpPr>
        <p:sp>
          <p:nvSpPr>
            <p:cNvPr id="34" name="TextBox 33">
              <a:extLst>
                <a:ext uri="{FF2B5EF4-FFF2-40B4-BE49-F238E27FC236}">
                  <a16:creationId xmlns:a16="http://schemas.microsoft.com/office/drawing/2014/main" id="{F8197F1D-F057-B358-B4EA-7E8F37BF2718}"/>
                </a:ext>
              </a:extLst>
            </p:cNvPr>
            <p:cNvSpPr txBox="1"/>
            <p:nvPr/>
          </p:nvSpPr>
          <p:spPr>
            <a:xfrm>
              <a:off x="1003061" y="2140628"/>
              <a:ext cx="1535199" cy="89534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35" name="TextBox 34">
              <a:extLst>
                <a:ext uri="{FF2B5EF4-FFF2-40B4-BE49-F238E27FC236}">
                  <a16:creationId xmlns:a16="http://schemas.microsoft.com/office/drawing/2014/main" id="{EE2313E7-9718-FB38-BC89-93AB840C5AC4}"/>
                </a:ext>
              </a:extLst>
            </p:cNvPr>
            <p:cNvSpPr txBox="1"/>
            <p:nvPr/>
          </p:nvSpPr>
          <p:spPr>
            <a:xfrm>
              <a:off x="1003061" y="1795543"/>
              <a:ext cx="1535199" cy="206700"/>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72C6"/>
                  </a:solidFill>
                  <a:effectLst/>
                  <a:uLnTx/>
                  <a:uFillTx/>
                  <a:latin typeface="Segoe UI"/>
                  <a:ea typeface="+mn-ea"/>
                  <a:cs typeface="+mn-cs"/>
                </a:rPr>
                <a:t>Highlight 04</a:t>
              </a:r>
            </a:p>
          </p:txBody>
        </p:sp>
      </p:grpSp>
      <p:sp>
        <p:nvSpPr>
          <p:cNvPr id="36" name="Oval 35">
            <a:extLst>
              <a:ext uri="{FF2B5EF4-FFF2-40B4-BE49-F238E27FC236}">
                <a16:creationId xmlns:a16="http://schemas.microsoft.com/office/drawing/2014/main" id="{B01C0F63-55C6-33FC-3090-43FDF1F4F329}"/>
              </a:ext>
            </a:extLst>
          </p:cNvPr>
          <p:cNvSpPr/>
          <p:nvPr/>
        </p:nvSpPr>
        <p:spPr>
          <a:xfrm>
            <a:off x="2240870" y="3573016"/>
            <a:ext cx="656318" cy="656318"/>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7" name="Oval 36">
            <a:extLst>
              <a:ext uri="{FF2B5EF4-FFF2-40B4-BE49-F238E27FC236}">
                <a16:creationId xmlns:a16="http://schemas.microsoft.com/office/drawing/2014/main" id="{2D913A28-E938-6BA7-DA47-7F3BC92771AD}"/>
              </a:ext>
            </a:extLst>
          </p:cNvPr>
          <p:cNvSpPr/>
          <p:nvPr/>
        </p:nvSpPr>
        <p:spPr>
          <a:xfrm>
            <a:off x="4592356" y="3573016"/>
            <a:ext cx="656318" cy="656318"/>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8" name="Oval 37">
            <a:extLst>
              <a:ext uri="{FF2B5EF4-FFF2-40B4-BE49-F238E27FC236}">
                <a16:creationId xmlns:a16="http://schemas.microsoft.com/office/drawing/2014/main" id="{177CFAA2-2BFE-CC30-55CD-78848A2E9F8B}"/>
              </a:ext>
            </a:extLst>
          </p:cNvPr>
          <p:cNvSpPr/>
          <p:nvPr/>
        </p:nvSpPr>
        <p:spPr>
          <a:xfrm>
            <a:off x="6943326" y="3573016"/>
            <a:ext cx="656318" cy="656318"/>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9" name="Oval 38">
            <a:extLst>
              <a:ext uri="{FF2B5EF4-FFF2-40B4-BE49-F238E27FC236}">
                <a16:creationId xmlns:a16="http://schemas.microsoft.com/office/drawing/2014/main" id="{735AE561-F8FC-047F-85BB-6E01ADCB01CB}"/>
              </a:ext>
            </a:extLst>
          </p:cNvPr>
          <p:cNvSpPr/>
          <p:nvPr/>
        </p:nvSpPr>
        <p:spPr>
          <a:xfrm>
            <a:off x="9294297" y="3573016"/>
            <a:ext cx="656318" cy="656318"/>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0" name="TextBox 39">
            <a:extLst>
              <a:ext uri="{FF2B5EF4-FFF2-40B4-BE49-F238E27FC236}">
                <a16:creationId xmlns:a16="http://schemas.microsoft.com/office/drawing/2014/main" id="{056CBF2E-54DD-E228-FB4D-179AC88AB76F}"/>
              </a:ext>
            </a:extLst>
          </p:cNvPr>
          <p:cNvSpPr txBox="1"/>
          <p:nvPr/>
        </p:nvSpPr>
        <p:spPr>
          <a:xfrm>
            <a:off x="3998332" y="1804332"/>
            <a:ext cx="4195336" cy="369016"/>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2000" b="1" i="0" u="none" strike="noStrike" kern="1200" cap="none" spc="0" normalizeH="0" baseline="0" noProof="0">
                <a:ln>
                  <a:noFill/>
                </a:ln>
                <a:solidFill>
                  <a:prstClr val="white"/>
                </a:solidFill>
                <a:effectLst/>
                <a:uLnTx/>
                <a:uFillTx/>
                <a:latin typeface="Segoe UI"/>
                <a:ea typeface="+mn-ea"/>
                <a:cs typeface="+mn-cs"/>
              </a:rPr>
              <a:t>KEY HIGHLIGHTS</a:t>
            </a:r>
          </a:p>
        </p:txBody>
      </p:sp>
      <p:grpSp>
        <p:nvGrpSpPr>
          <p:cNvPr id="53" name="Group 52">
            <a:extLst>
              <a:ext uri="{FF2B5EF4-FFF2-40B4-BE49-F238E27FC236}">
                <a16:creationId xmlns:a16="http://schemas.microsoft.com/office/drawing/2014/main" id="{221E53B5-57FA-4D41-0CB5-2115BF2716F3}"/>
              </a:ext>
            </a:extLst>
          </p:cNvPr>
          <p:cNvGrpSpPr/>
          <p:nvPr/>
        </p:nvGrpSpPr>
        <p:grpSpPr>
          <a:xfrm>
            <a:off x="2376071" y="3688665"/>
            <a:ext cx="385916" cy="425020"/>
            <a:chOff x="10774363" y="3094038"/>
            <a:chExt cx="2490788" cy="2743200"/>
          </a:xfrm>
          <a:solidFill>
            <a:schemeClr val="bg1"/>
          </a:solidFill>
        </p:grpSpPr>
        <p:sp>
          <p:nvSpPr>
            <p:cNvPr id="54" name="Freeform 5">
              <a:extLst>
                <a:ext uri="{FF2B5EF4-FFF2-40B4-BE49-F238E27FC236}">
                  <a16:creationId xmlns:a16="http://schemas.microsoft.com/office/drawing/2014/main" id="{E67BE0CB-4A53-0CD3-F588-E39BBA83CB65}"/>
                </a:ext>
              </a:extLst>
            </p:cNvPr>
            <p:cNvSpPr>
              <a:spLocks/>
            </p:cNvSpPr>
            <p:nvPr/>
          </p:nvSpPr>
          <p:spPr bwMode="auto">
            <a:xfrm>
              <a:off x="12917488" y="4284663"/>
              <a:ext cx="347663" cy="107950"/>
            </a:xfrm>
            <a:custGeom>
              <a:avLst/>
              <a:gdLst>
                <a:gd name="T0" fmla="*/ 219 w 259"/>
                <a:gd name="T1" fmla="*/ 0 h 80"/>
                <a:gd name="T2" fmla="*/ 40 w 259"/>
                <a:gd name="T3" fmla="*/ 0 h 80"/>
                <a:gd name="T4" fmla="*/ 0 w 259"/>
                <a:gd name="T5" fmla="*/ 40 h 80"/>
                <a:gd name="T6" fmla="*/ 40 w 259"/>
                <a:gd name="T7" fmla="*/ 80 h 80"/>
                <a:gd name="T8" fmla="*/ 219 w 259"/>
                <a:gd name="T9" fmla="*/ 80 h 80"/>
                <a:gd name="T10" fmla="*/ 259 w 259"/>
                <a:gd name="T11" fmla="*/ 40 h 80"/>
                <a:gd name="T12" fmla="*/ 219 w 259"/>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259" h="80">
                  <a:moveTo>
                    <a:pt x="219" y="0"/>
                  </a:moveTo>
                  <a:cubicBezTo>
                    <a:pt x="40" y="0"/>
                    <a:pt x="40" y="0"/>
                    <a:pt x="40" y="0"/>
                  </a:cubicBezTo>
                  <a:cubicBezTo>
                    <a:pt x="17" y="0"/>
                    <a:pt x="0" y="18"/>
                    <a:pt x="0" y="40"/>
                  </a:cubicBezTo>
                  <a:cubicBezTo>
                    <a:pt x="0" y="62"/>
                    <a:pt x="17" y="80"/>
                    <a:pt x="40" y="80"/>
                  </a:cubicBezTo>
                  <a:cubicBezTo>
                    <a:pt x="219" y="80"/>
                    <a:pt x="219" y="80"/>
                    <a:pt x="219" y="80"/>
                  </a:cubicBezTo>
                  <a:cubicBezTo>
                    <a:pt x="241" y="80"/>
                    <a:pt x="259" y="62"/>
                    <a:pt x="259" y="40"/>
                  </a:cubicBezTo>
                  <a:cubicBezTo>
                    <a:pt x="259" y="18"/>
                    <a:pt x="241" y="0"/>
                    <a:pt x="2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55" name="Freeform 6">
              <a:extLst>
                <a:ext uri="{FF2B5EF4-FFF2-40B4-BE49-F238E27FC236}">
                  <a16:creationId xmlns:a16="http://schemas.microsoft.com/office/drawing/2014/main" id="{0D67D1B0-8E8D-89E9-AE00-064286939475}"/>
                </a:ext>
              </a:extLst>
            </p:cNvPr>
            <p:cNvSpPr>
              <a:spLocks/>
            </p:cNvSpPr>
            <p:nvPr/>
          </p:nvSpPr>
          <p:spPr bwMode="auto">
            <a:xfrm>
              <a:off x="11966576" y="3094038"/>
              <a:ext cx="106363" cy="347662"/>
            </a:xfrm>
            <a:custGeom>
              <a:avLst/>
              <a:gdLst>
                <a:gd name="T0" fmla="*/ 40 w 80"/>
                <a:gd name="T1" fmla="*/ 260 h 260"/>
                <a:gd name="T2" fmla="*/ 80 w 80"/>
                <a:gd name="T3" fmla="*/ 220 h 260"/>
                <a:gd name="T4" fmla="*/ 80 w 80"/>
                <a:gd name="T5" fmla="*/ 40 h 260"/>
                <a:gd name="T6" fmla="*/ 40 w 80"/>
                <a:gd name="T7" fmla="*/ 0 h 260"/>
                <a:gd name="T8" fmla="*/ 0 w 80"/>
                <a:gd name="T9" fmla="*/ 40 h 260"/>
                <a:gd name="T10" fmla="*/ 0 w 80"/>
                <a:gd name="T11" fmla="*/ 220 h 260"/>
                <a:gd name="T12" fmla="*/ 40 w 80"/>
                <a:gd name="T13" fmla="*/ 260 h 260"/>
              </a:gdLst>
              <a:ahLst/>
              <a:cxnLst>
                <a:cxn ang="0">
                  <a:pos x="T0" y="T1"/>
                </a:cxn>
                <a:cxn ang="0">
                  <a:pos x="T2" y="T3"/>
                </a:cxn>
                <a:cxn ang="0">
                  <a:pos x="T4" y="T5"/>
                </a:cxn>
                <a:cxn ang="0">
                  <a:pos x="T6" y="T7"/>
                </a:cxn>
                <a:cxn ang="0">
                  <a:pos x="T8" y="T9"/>
                </a:cxn>
                <a:cxn ang="0">
                  <a:pos x="T10" y="T11"/>
                </a:cxn>
                <a:cxn ang="0">
                  <a:pos x="T12" y="T13"/>
                </a:cxn>
              </a:cxnLst>
              <a:rect l="0" t="0" r="r" b="b"/>
              <a:pathLst>
                <a:path w="80" h="260">
                  <a:moveTo>
                    <a:pt x="40" y="260"/>
                  </a:moveTo>
                  <a:cubicBezTo>
                    <a:pt x="62" y="260"/>
                    <a:pt x="80" y="242"/>
                    <a:pt x="80" y="220"/>
                  </a:cubicBezTo>
                  <a:cubicBezTo>
                    <a:pt x="80" y="40"/>
                    <a:pt x="80" y="40"/>
                    <a:pt x="80" y="40"/>
                  </a:cubicBezTo>
                  <a:cubicBezTo>
                    <a:pt x="80" y="18"/>
                    <a:pt x="62" y="0"/>
                    <a:pt x="40" y="0"/>
                  </a:cubicBezTo>
                  <a:cubicBezTo>
                    <a:pt x="18" y="0"/>
                    <a:pt x="0" y="18"/>
                    <a:pt x="0" y="40"/>
                  </a:cubicBezTo>
                  <a:cubicBezTo>
                    <a:pt x="0" y="220"/>
                    <a:pt x="0" y="220"/>
                    <a:pt x="0" y="220"/>
                  </a:cubicBezTo>
                  <a:cubicBezTo>
                    <a:pt x="0" y="242"/>
                    <a:pt x="18" y="260"/>
                    <a:pt x="40" y="2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56" name="Freeform 7">
              <a:extLst>
                <a:ext uri="{FF2B5EF4-FFF2-40B4-BE49-F238E27FC236}">
                  <a16:creationId xmlns:a16="http://schemas.microsoft.com/office/drawing/2014/main" id="{D7443E11-BB00-B8A3-AE0D-A777F4C942AE}"/>
                </a:ext>
              </a:extLst>
            </p:cNvPr>
            <p:cNvSpPr>
              <a:spLocks/>
            </p:cNvSpPr>
            <p:nvPr/>
          </p:nvSpPr>
          <p:spPr bwMode="auto">
            <a:xfrm>
              <a:off x="11117263" y="3438525"/>
              <a:ext cx="288925" cy="280987"/>
            </a:xfrm>
            <a:custGeom>
              <a:avLst/>
              <a:gdLst>
                <a:gd name="T0" fmla="*/ 143 w 215"/>
                <a:gd name="T1" fmla="*/ 199 h 210"/>
                <a:gd name="T2" fmla="*/ 171 w 215"/>
                <a:gd name="T3" fmla="*/ 210 h 210"/>
                <a:gd name="T4" fmla="*/ 200 w 215"/>
                <a:gd name="T5" fmla="*/ 199 h 210"/>
                <a:gd name="T6" fmla="*/ 200 w 215"/>
                <a:gd name="T7" fmla="*/ 142 h 210"/>
                <a:gd name="T8" fmla="*/ 73 w 215"/>
                <a:gd name="T9" fmla="*/ 15 h 210"/>
                <a:gd name="T10" fmla="*/ 16 w 215"/>
                <a:gd name="T11" fmla="*/ 15 h 210"/>
                <a:gd name="T12" fmla="*/ 16 w 215"/>
                <a:gd name="T13" fmla="*/ 72 h 210"/>
                <a:gd name="T14" fmla="*/ 143 w 215"/>
                <a:gd name="T15" fmla="*/ 199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210">
                  <a:moveTo>
                    <a:pt x="143" y="199"/>
                  </a:moveTo>
                  <a:cubicBezTo>
                    <a:pt x="151" y="207"/>
                    <a:pt x="161" y="210"/>
                    <a:pt x="171" y="210"/>
                  </a:cubicBezTo>
                  <a:cubicBezTo>
                    <a:pt x="182" y="210"/>
                    <a:pt x="192" y="207"/>
                    <a:pt x="200" y="199"/>
                  </a:cubicBezTo>
                  <a:cubicBezTo>
                    <a:pt x="215" y="183"/>
                    <a:pt x="215" y="158"/>
                    <a:pt x="200" y="142"/>
                  </a:cubicBezTo>
                  <a:cubicBezTo>
                    <a:pt x="73" y="15"/>
                    <a:pt x="73" y="15"/>
                    <a:pt x="73" y="15"/>
                  </a:cubicBezTo>
                  <a:cubicBezTo>
                    <a:pt x="57" y="0"/>
                    <a:pt x="32" y="0"/>
                    <a:pt x="16" y="15"/>
                  </a:cubicBezTo>
                  <a:cubicBezTo>
                    <a:pt x="0" y="31"/>
                    <a:pt x="0" y="56"/>
                    <a:pt x="16" y="72"/>
                  </a:cubicBezTo>
                  <a:lnTo>
                    <a:pt x="143" y="1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57" name="Freeform 8">
              <a:extLst>
                <a:ext uri="{FF2B5EF4-FFF2-40B4-BE49-F238E27FC236}">
                  <a16:creationId xmlns:a16="http://schemas.microsoft.com/office/drawing/2014/main" id="{67266D2C-3277-254C-80CA-EBECF121FD40}"/>
                </a:ext>
              </a:extLst>
            </p:cNvPr>
            <p:cNvSpPr>
              <a:spLocks/>
            </p:cNvSpPr>
            <p:nvPr/>
          </p:nvSpPr>
          <p:spPr bwMode="auto">
            <a:xfrm>
              <a:off x="10774363" y="4284663"/>
              <a:ext cx="347663" cy="107950"/>
            </a:xfrm>
            <a:custGeom>
              <a:avLst/>
              <a:gdLst>
                <a:gd name="T0" fmla="*/ 219 w 259"/>
                <a:gd name="T1" fmla="*/ 0 h 80"/>
                <a:gd name="T2" fmla="*/ 40 w 259"/>
                <a:gd name="T3" fmla="*/ 0 h 80"/>
                <a:gd name="T4" fmla="*/ 0 w 259"/>
                <a:gd name="T5" fmla="*/ 40 h 80"/>
                <a:gd name="T6" fmla="*/ 40 w 259"/>
                <a:gd name="T7" fmla="*/ 80 h 80"/>
                <a:gd name="T8" fmla="*/ 219 w 259"/>
                <a:gd name="T9" fmla="*/ 80 h 80"/>
                <a:gd name="T10" fmla="*/ 259 w 259"/>
                <a:gd name="T11" fmla="*/ 40 h 80"/>
                <a:gd name="T12" fmla="*/ 219 w 259"/>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259" h="80">
                  <a:moveTo>
                    <a:pt x="219" y="0"/>
                  </a:moveTo>
                  <a:cubicBezTo>
                    <a:pt x="40" y="0"/>
                    <a:pt x="40" y="0"/>
                    <a:pt x="40" y="0"/>
                  </a:cubicBezTo>
                  <a:cubicBezTo>
                    <a:pt x="18" y="0"/>
                    <a:pt x="0" y="18"/>
                    <a:pt x="0" y="40"/>
                  </a:cubicBezTo>
                  <a:cubicBezTo>
                    <a:pt x="0" y="62"/>
                    <a:pt x="18" y="80"/>
                    <a:pt x="40" y="80"/>
                  </a:cubicBezTo>
                  <a:cubicBezTo>
                    <a:pt x="219" y="80"/>
                    <a:pt x="219" y="80"/>
                    <a:pt x="219" y="80"/>
                  </a:cubicBezTo>
                  <a:cubicBezTo>
                    <a:pt x="242" y="80"/>
                    <a:pt x="259" y="62"/>
                    <a:pt x="259" y="40"/>
                  </a:cubicBezTo>
                  <a:cubicBezTo>
                    <a:pt x="259" y="18"/>
                    <a:pt x="242" y="0"/>
                    <a:pt x="2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58" name="Freeform 9">
              <a:extLst>
                <a:ext uri="{FF2B5EF4-FFF2-40B4-BE49-F238E27FC236}">
                  <a16:creationId xmlns:a16="http://schemas.microsoft.com/office/drawing/2014/main" id="{DDB10F2C-4B64-3D39-8EEE-E8D2867BDCD1}"/>
                </a:ext>
              </a:extLst>
            </p:cNvPr>
            <p:cNvSpPr>
              <a:spLocks/>
            </p:cNvSpPr>
            <p:nvPr/>
          </p:nvSpPr>
          <p:spPr bwMode="auto">
            <a:xfrm>
              <a:off x="11117263" y="4951413"/>
              <a:ext cx="288925" cy="284162"/>
            </a:xfrm>
            <a:custGeom>
              <a:avLst/>
              <a:gdLst>
                <a:gd name="T0" fmla="*/ 143 w 215"/>
                <a:gd name="T1" fmla="*/ 16 h 211"/>
                <a:gd name="T2" fmla="*/ 16 w 215"/>
                <a:gd name="T3" fmla="*/ 143 h 211"/>
                <a:gd name="T4" fmla="*/ 16 w 215"/>
                <a:gd name="T5" fmla="*/ 199 h 211"/>
                <a:gd name="T6" fmla="*/ 44 w 215"/>
                <a:gd name="T7" fmla="*/ 211 h 211"/>
                <a:gd name="T8" fmla="*/ 73 w 215"/>
                <a:gd name="T9" fmla="*/ 199 h 211"/>
                <a:gd name="T10" fmla="*/ 200 w 215"/>
                <a:gd name="T11" fmla="*/ 72 h 211"/>
                <a:gd name="T12" fmla="*/ 200 w 215"/>
                <a:gd name="T13" fmla="*/ 16 h 211"/>
                <a:gd name="T14" fmla="*/ 143 w 215"/>
                <a:gd name="T15" fmla="*/ 16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211">
                  <a:moveTo>
                    <a:pt x="143" y="16"/>
                  </a:moveTo>
                  <a:cubicBezTo>
                    <a:pt x="16" y="143"/>
                    <a:pt x="16" y="143"/>
                    <a:pt x="16" y="143"/>
                  </a:cubicBezTo>
                  <a:cubicBezTo>
                    <a:pt x="0" y="158"/>
                    <a:pt x="0" y="184"/>
                    <a:pt x="16" y="199"/>
                  </a:cubicBezTo>
                  <a:cubicBezTo>
                    <a:pt x="24" y="207"/>
                    <a:pt x="34" y="211"/>
                    <a:pt x="44" y="211"/>
                  </a:cubicBezTo>
                  <a:cubicBezTo>
                    <a:pt x="55" y="211"/>
                    <a:pt x="65" y="207"/>
                    <a:pt x="73" y="199"/>
                  </a:cubicBezTo>
                  <a:cubicBezTo>
                    <a:pt x="200" y="72"/>
                    <a:pt x="200" y="72"/>
                    <a:pt x="200" y="72"/>
                  </a:cubicBezTo>
                  <a:cubicBezTo>
                    <a:pt x="215" y="57"/>
                    <a:pt x="215" y="31"/>
                    <a:pt x="200" y="16"/>
                  </a:cubicBezTo>
                  <a:cubicBezTo>
                    <a:pt x="184" y="0"/>
                    <a:pt x="159" y="0"/>
                    <a:pt x="143"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59" name="Freeform 10">
              <a:extLst>
                <a:ext uri="{FF2B5EF4-FFF2-40B4-BE49-F238E27FC236}">
                  <a16:creationId xmlns:a16="http://schemas.microsoft.com/office/drawing/2014/main" id="{575826BE-B98F-B43F-F662-1DEA1BD1EB73}"/>
                </a:ext>
              </a:extLst>
            </p:cNvPr>
            <p:cNvSpPr>
              <a:spLocks/>
            </p:cNvSpPr>
            <p:nvPr/>
          </p:nvSpPr>
          <p:spPr bwMode="auto">
            <a:xfrm>
              <a:off x="12633326" y="4951413"/>
              <a:ext cx="288925" cy="284162"/>
            </a:xfrm>
            <a:custGeom>
              <a:avLst/>
              <a:gdLst>
                <a:gd name="T0" fmla="*/ 72 w 215"/>
                <a:gd name="T1" fmla="*/ 16 h 211"/>
                <a:gd name="T2" fmla="*/ 15 w 215"/>
                <a:gd name="T3" fmla="*/ 16 h 211"/>
                <a:gd name="T4" fmla="*/ 15 w 215"/>
                <a:gd name="T5" fmla="*/ 72 h 211"/>
                <a:gd name="T6" fmla="*/ 142 w 215"/>
                <a:gd name="T7" fmla="*/ 199 h 211"/>
                <a:gd name="T8" fmla="*/ 171 w 215"/>
                <a:gd name="T9" fmla="*/ 211 h 211"/>
                <a:gd name="T10" fmla="*/ 199 w 215"/>
                <a:gd name="T11" fmla="*/ 199 h 211"/>
                <a:gd name="T12" fmla="*/ 199 w 215"/>
                <a:gd name="T13" fmla="*/ 143 h 211"/>
                <a:gd name="T14" fmla="*/ 72 w 215"/>
                <a:gd name="T15" fmla="*/ 16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211">
                  <a:moveTo>
                    <a:pt x="72" y="16"/>
                  </a:moveTo>
                  <a:cubicBezTo>
                    <a:pt x="56" y="0"/>
                    <a:pt x="31" y="0"/>
                    <a:pt x="15" y="16"/>
                  </a:cubicBezTo>
                  <a:cubicBezTo>
                    <a:pt x="0" y="31"/>
                    <a:pt x="0" y="57"/>
                    <a:pt x="15" y="72"/>
                  </a:cubicBezTo>
                  <a:cubicBezTo>
                    <a:pt x="142" y="199"/>
                    <a:pt x="142" y="199"/>
                    <a:pt x="142" y="199"/>
                  </a:cubicBezTo>
                  <a:cubicBezTo>
                    <a:pt x="150" y="207"/>
                    <a:pt x="160" y="211"/>
                    <a:pt x="171" y="211"/>
                  </a:cubicBezTo>
                  <a:cubicBezTo>
                    <a:pt x="181" y="211"/>
                    <a:pt x="191" y="207"/>
                    <a:pt x="199" y="199"/>
                  </a:cubicBezTo>
                  <a:cubicBezTo>
                    <a:pt x="215" y="184"/>
                    <a:pt x="215" y="158"/>
                    <a:pt x="199" y="143"/>
                  </a:cubicBezTo>
                  <a:lnTo>
                    <a:pt x="72"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60" name="Freeform 11">
              <a:extLst>
                <a:ext uri="{FF2B5EF4-FFF2-40B4-BE49-F238E27FC236}">
                  <a16:creationId xmlns:a16="http://schemas.microsoft.com/office/drawing/2014/main" id="{68C3DD72-6E80-6B22-65DD-04E2936620C1}"/>
                </a:ext>
              </a:extLst>
            </p:cNvPr>
            <p:cNvSpPr>
              <a:spLocks/>
            </p:cNvSpPr>
            <p:nvPr/>
          </p:nvSpPr>
          <p:spPr bwMode="auto">
            <a:xfrm>
              <a:off x="12633326" y="3438525"/>
              <a:ext cx="288925" cy="280987"/>
            </a:xfrm>
            <a:custGeom>
              <a:avLst/>
              <a:gdLst>
                <a:gd name="T0" fmla="*/ 142 w 215"/>
                <a:gd name="T1" fmla="*/ 15 h 210"/>
                <a:gd name="T2" fmla="*/ 15 w 215"/>
                <a:gd name="T3" fmla="*/ 142 h 210"/>
                <a:gd name="T4" fmla="*/ 15 w 215"/>
                <a:gd name="T5" fmla="*/ 199 h 210"/>
                <a:gd name="T6" fmla="*/ 44 w 215"/>
                <a:gd name="T7" fmla="*/ 210 h 210"/>
                <a:gd name="T8" fmla="*/ 72 w 215"/>
                <a:gd name="T9" fmla="*/ 199 h 210"/>
                <a:gd name="T10" fmla="*/ 199 w 215"/>
                <a:gd name="T11" fmla="*/ 72 h 210"/>
                <a:gd name="T12" fmla="*/ 199 w 215"/>
                <a:gd name="T13" fmla="*/ 15 h 210"/>
                <a:gd name="T14" fmla="*/ 142 w 215"/>
                <a:gd name="T15" fmla="*/ 15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210">
                  <a:moveTo>
                    <a:pt x="142" y="15"/>
                  </a:moveTo>
                  <a:cubicBezTo>
                    <a:pt x="15" y="142"/>
                    <a:pt x="15" y="142"/>
                    <a:pt x="15" y="142"/>
                  </a:cubicBezTo>
                  <a:cubicBezTo>
                    <a:pt x="0" y="158"/>
                    <a:pt x="0" y="183"/>
                    <a:pt x="15" y="199"/>
                  </a:cubicBezTo>
                  <a:cubicBezTo>
                    <a:pt x="23" y="207"/>
                    <a:pt x="33" y="210"/>
                    <a:pt x="44" y="210"/>
                  </a:cubicBezTo>
                  <a:cubicBezTo>
                    <a:pt x="54" y="210"/>
                    <a:pt x="64" y="207"/>
                    <a:pt x="72" y="199"/>
                  </a:cubicBezTo>
                  <a:cubicBezTo>
                    <a:pt x="199" y="72"/>
                    <a:pt x="199" y="72"/>
                    <a:pt x="199" y="72"/>
                  </a:cubicBezTo>
                  <a:cubicBezTo>
                    <a:pt x="215" y="56"/>
                    <a:pt x="215" y="31"/>
                    <a:pt x="199" y="15"/>
                  </a:cubicBezTo>
                  <a:cubicBezTo>
                    <a:pt x="183" y="0"/>
                    <a:pt x="158" y="0"/>
                    <a:pt x="142"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61" name="Freeform 12">
              <a:extLst>
                <a:ext uri="{FF2B5EF4-FFF2-40B4-BE49-F238E27FC236}">
                  <a16:creationId xmlns:a16="http://schemas.microsoft.com/office/drawing/2014/main" id="{2D18A3E1-7EBA-C00C-275E-E760BD5985B2}"/>
                </a:ext>
              </a:extLst>
            </p:cNvPr>
            <p:cNvSpPr>
              <a:spLocks noEditPoints="1"/>
            </p:cNvSpPr>
            <p:nvPr/>
          </p:nvSpPr>
          <p:spPr bwMode="auto">
            <a:xfrm>
              <a:off x="11255376" y="3570288"/>
              <a:ext cx="1528763" cy="2266950"/>
            </a:xfrm>
            <a:custGeom>
              <a:avLst/>
              <a:gdLst>
                <a:gd name="T0" fmla="*/ 987 w 1140"/>
                <a:gd name="T1" fmla="*/ 962 h 1693"/>
                <a:gd name="T2" fmla="*/ 1140 w 1140"/>
                <a:gd name="T3" fmla="*/ 574 h 1693"/>
                <a:gd name="T4" fmla="*/ 967 w 1140"/>
                <a:gd name="T5" fmla="*/ 166 h 1693"/>
                <a:gd name="T6" fmla="*/ 554 w 1140"/>
                <a:gd name="T7" fmla="*/ 4 h 1693"/>
                <a:gd name="T8" fmla="*/ 0 w 1140"/>
                <a:gd name="T9" fmla="*/ 572 h 1693"/>
                <a:gd name="T10" fmla="*/ 152 w 1140"/>
                <a:gd name="T11" fmla="*/ 961 h 1693"/>
                <a:gd name="T12" fmla="*/ 241 w 1140"/>
                <a:gd name="T13" fmla="*/ 1185 h 1693"/>
                <a:gd name="T14" fmla="*/ 238 w 1140"/>
                <a:gd name="T15" fmla="*/ 1427 h 1693"/>
                <a:gd name="T16" fmla="*/ 268 w 1140"/>
                <a:gd name="T17" fmla="*/ 1500 h 1693"/>
                <a:gd name="T18" fmla="*/ 342 w 1140"/>
                <a:gd name="T19" fmla="*/ 1531 h 1693"/>
                <a:gd name="T20" fmla="*/ 372 w 1140"/>
                <a:gd name="T21" fmla="*/ 1531 h 1693"/>
                <a:gd name="T22" fmla="*/ 570 w 1140"/>
                <a:gd name="T23" fmla="*/ 1693 h 1693"/>
                <a:gd name="T24" fmla="*/ 768 w 1140"/>
                <a:gd name="T25" fmla="*/ 1531 h 1693"/>
                <a:gd name="T26" fmla="*/ 798 w 1140"/>
                <a:gd name="T27" fmla="*/ 1531 h 1693"/>
                <a:gd name="T28" fmla="*/ 872 w 1140"/>
                <a:gd name="T29" fmla="*/ 1500 h 1693"/>
                <a:gd name="T30" fmla="*/ 902 w 1140"/>
                <a:gd name="T31" fmla="*/ 1427 h 1693"/>
                <a:gd name="T32" fmla="*/ 899 w 1140"/>
                <a:gd name="T33" fmla="*/ 1191 h 1693"/>
                <a:gd name="T34" fmla="*/ 987 w 1140"/>
                <a:gd name="T35" fmla="*/ 962 h 1693"/>
                <a:gd name="T36" fmla="*/ 80 w 1140"/>
                <a:gd name="T37" fmla="*/ 572 h 1693"/>
                <a:gd name="T38" fmla="*/ 556 w 1140"/>
                <a:gd name="T39" fmla="*/ 84 h 1693"/>
                <a:gd name="T40" fmla="*/ 570 w 1140"/>
                <a:gd name="T41" fmla="*/ 84 h 1693"/>
                <a:gd name="T42" fmla="*/ 912 w 1140"/>
                <a:gd name="T43" fmla="*/ 223 h 1693"/>
                <a:gd name="T44" fmla="*/ 1060 w 1140"/>
                <a:gd name="T45" fmla="*/ 574 h 1693"/>
                <a:gd name="T46" fmla="*/ 929 w 1140"/>
                <a:gd name="T47" fmla="*/ 908 h 1693"/>
                <a:gd name="T48" fmla="*/ 826 w 1140"/>
                <a:gd name="T49" fmla="*/ 1114 h 1693"/>
                <a:gd name="T50" fmla="*/ 730 w 1140"/>
                <a:gd name="T51" fmla="*/ 1114 h 1693"/>
                <a:gd name="T52" fmla="*/ 690 w 1140"/>
                <a:gd name="T53" fmla="*/ 1154 h 1693"/>
                <a:gd name="T54" fmla="*/ 730 w 1140"/>
                <a:gd name="T55" fmla="*/ 1194 h 1693"/>
                <a:gd name="T56" fmla="*/ 819 w 1140"/>
                <a:gd name="T57" fmla="*/ 1194 h 1693"/>
                <a:gd name="T58" fmla="*/ 820 w 1140"/>
                <a:gd name="T59" fmla="*/ 1283 h 1693"/>
                <a:gd name="T60" fmla="*/ 320 w 1140"/>
                <a:gd name="T61" fmla="*/ 1283 h 1693"/>
                <a:gd name="T62" fmla="*/ 321 w 1140"/>
                <a:gd name="T63" fmla="*/ 1194 h 1693"/>
                <a:gd name="T64" fmla="*/ 410 w 1140"/>
                <a:gd name="T65" fmla="*/ 1194 h 1693"/>
                <a:gd name="T66" fmla="*/ 450 w 1140"/>
                <a:gd name="T67" fmla="*/ 1154 h 1693"/>
                <a:gd name="T68" fmla="*/ 410 w 1140"/>
                <a:gd name="T69" fmla="*/ 1114 h 1693"/>
                <a:gd name="T70" fmla="*/ 314 w 1140"/>
                <a:gd name="T71" fmla="*/ 1114 h 1693"/>
                <a:gd name="T72" fmla="*/ 210 w 1140"/>
                <a:gd name="T73" fmla="*/ 907 h 1693"/>
                <a:gd name="T74" fmla="*/ 80 w 1140"/>
                <a:gd name="T75" fmla="*/ 572 h 1693"/>
                <a:gd name="T76" fmla="*/ 570 w 1140"/>
                <a:gd name="T77" fmla="*/ 1613 h 1693"/>
                <a:gd name="T78" fmla="*/ 455 w 1140"/>
                <a:gd name="T79" fmla="*/ 1531 h 1693"/>
                <a:gd name="T80" fmla="*/ 685 w 1140"/>
                <a:gd name="T81" fmla="*/ 1531 h 1693"/>
                <a:gd name="T82" fmla="*/ 570 w 1140"/>
                <a:gd name="T83" fmla="*/ 1613 h 1693"/>
                <a:gd name="T84" fmla="*/ 815 w 1140"/>
                <a:gd name="T85" fmla="*/ 1444 h 1693"/>
                <a:gd name="T86" fmla="*/ 798 w 1140"/>
                <a:gd name="T87" fmla="*/ 1451 h 1693"/>
                <a:gd name="T88" fmla="*/ 342 w 1140"/>
                <a:gd name="T89" fmla="*/ 1451 h 1693"/>
                <a:gd name="T90" fmla="*/ 325 w 1140"/>
                <a:gd name="T91" fmla="*/ 1444 h 1693"/>
                <a:gd name="T92" fmla="*/ 318 w 1140"/>
                <a:gd name="T93" fmla="*/ 1428 h 1693"/>
                <a:gd name="T94" fmla="*/ 319 w 1140"/>
                <a:gd name="T95" fmla="*/ 1363 h 1693"/>
                <a:gd name="T96" fmla="*/ 821 w 1140"/>
                <a:gd name="T97" fmla="*/ 1363 h 1693"/>
                <a:gd name="T98" fmla="*/ 822 w 1140"/>
                <a:gd name="T99" fmla="*/ 1428 h 1693"/>
                <a:gd name="T100" fmla="*/ 815 w 1140"/>
                <a:gd name="T101" fmla="*/ 144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0" h="1693">
                  <a:moveTo>
                    <a:pt x="987" y="962"/>
                  </a:moveTo>
                  <a:cubicBezTo>
                    <a:pt x="1086" y="857"/>
                    <a:pt x="1140" y="719"/>
                    <a:pt x="1140" y="574"/>
                  </a:cubicBezTo>
                  <a:cubicBezTo>
                    <a:pt x="1140" y="419"/>
                    <a:pt x="1079" y="274"/>
                    <a:pt x="967" y="166"/>
                  </a:cubicBezTo>
                  <a:cubicBezTo>
                    <a:pt x="856" y="57"/>
                    <a:pt x="709" y="0"/>
                    <a:pt x="554" y="4"/>
                  </a:cubicBezTo>
                  <a:cubicBezTo>
                    <a:pt x="245" y="13"/>
                    <a:pt x="1" y="262"/>
                    <a:pt x="0" y="572"/>
                  </a:cubicBezTo>
                  <a:cubicBezTo>
                    <a:pt x="0" y="717"/>
                    <a:pt x="53" y="855"/>
                    <a:pt x="152" y="961"/>
                  </a:cubicBezTo>
                  <a:cubicBezTo>
                    <a:pt x="209" y="1023"/>
                    <a:pt x="241" y="1103"/>
                    <a:pt x="241" y="1185"/>
                  </a:cubicBezTo>
                  <a:cubicBezTo>
                    <a:pt x="238" y="1427"/>
                    <a:pt x="238" y="1427"/>
                    <a:pt x="238" y="1427"/>
                  </a:cubicBezTo>
                  <a:cubicBezTo>
                    <a:pt x="238" y="1455"/>
                    <a:pt x="249" y="1481"/>
                    <a:pt x="268" y="1500"/>
                  </a:cubicBezTo>
                  <a:cubicBezTo>
                    <a:pt x="288" y="1520"/>
                    <a:pt x="314" y="1531"/>
                    <a:pt x="342" y="1531"/>
                  </a:cubicBezTo>
                  <a:cubicBezTo>
                    <a:pt x="372" y="1531"/>
                    <a:pt x="372" y="1531"/>
                    <a:pt x="372" y="1531"/>
                  </a:cubicBezTo>
                  <a:cubicBezTo>
                    <a:pt x="391" y="1623"/>
                    <a:pt x="472" y="1693"/>
                    <a:pt x="570" y="1693"/>
                  </a:cubicBezTo>
                  <a:cubicBezTo>
                    <a:pt x="668" y="1693"/>
                    <a:pt x="749" y="1623"/>
                    <a:pt x="768" y="1531"/>
                  </a:cubicBezTo>
                  <a:cubicBezTo>
                    <a:pt x="798" y="1531"/>
                    <a:pt x="798" y="1531"/>
                    <a:pt x="798" y="1531"/>
                  </a:cubicBezTo>
                  <a:cubicBezTo>
                    <a:pt x="826" y="1531"/>
                    <a:pt x="852" y="1520"/>
                    <a:pt x="872" y="1500"/>
                  </a:cubicBezTo>
                  <a:cubicBezTo>
                    <a:pt x="891" y="1481"/>
                    <a:pt x="902" y="1455"/>
                    <a:pt x="902" y="1427"/>
                  </a:cubicBezTo>
                  <a:cubicBezTo>
                    <a:pt x="899" y="1191"/>
                    <a:pt x="899" y="1191"/>
                    <a:pt x="899" y="1191"/>
                  </a:cubicBezTo>
                  <a:cubicBezTo>
                    <a:pt x="899" y="1104"/>
                    <a:pt x="930" y="1023"/>
                    <a:pt x="987" y="962"/>
                  </a:cubicBezTo>
                  <a:close/>
                  <a:moveTo>
                    <a:pt x="80" y="572"/>
                  </a:moveTo>
                  <a:cubicBezTo>
                    <a:pt x="81" y="306"/>
                    <a:pt x="290" y="92"/>
                    <a:pt x="556" y="84"/>
                  </a:cubicBezTo>
                  <a:cubicBezTo>
                    <a:pt x="561" y="84"/>
                    <a:pt x="565" y="84"/>
                    <a:pt x="570" y="84"/>
                  </a:cubicBezTo>
                  <a:cubicBezTo>
                    <a:pt x="698" y="84"/>
                    <a:pt x="819" y="133"/>
                    <a:pt x="912" y="223"/>
                  </a:cubicBezTo>
                  <a:cubicBezTo>
                    <a:pt x="1007" y="316"/>
                    <a:pt x="1060" y="441"/>
                    <a:pt x="1060" y="574"/>
                  </a:cubicBezTo>
                  <a:cubicBezTo>
                    <a:pt x="1060" y="698"/>
                    <a:pt x="1013" y="817"/>
                    <a:pt x="929" y="908"/>
                  </a:cubicBezTo>
                  <a:cubicBezTo>
                    <a:pt x="875" y="965"/>
                    <a:pt x="840" y="1037"/>
                    <a:pt x="826" y="1114"/>
                  </a:cubicBezTo>
                  <a:cubicBezTo>
                    <a:pt x="730" y="1114"/>
                    <a:pt x="730" y="1114"/>
                    <a:pt x="730" y="1114"/>
                  </a:cubicBezTo>
                  <a:cubicBezTo>
                    <a:pt x="708" y="1114"/>
                    <a:pt x="690" y="1132"/>
                    <a:pt x="690" y="1154"/>
                  </a:cubicBezTo>
                  <a:cubicBezTo>
                    <a:pt x="690" y="1176"/>
                    <a:pt x="708" y="1194"/>
                    <a:pt x="730" y="1194"/>
                  </a:cubicBezTo>
                  <a:cubicBezTo>
                    <a:pt x="819" y="1194"/>
                    <a:pt x="819" y="1194"/>
                    <a:pt x="819" y="1194"/>
                  </a:cubicBezTo>
                  <a:cubicBezTo>
                    <a:pt x="820" y="1283"/>
                    <a:pt x="820" y="1283"/>
                    <a:pt x="820" y="1283"/>
                  </a:cubicBezTo>
                  <a:cubicBezTo>
                    <a:pt x="320" y="1283"/>
                    <a:pt x="320" y="1283"/>
                    <a:pt x="320" y="1283"/>
                  </a:cubicBezTo>
                  <a:cubicBezTo>
                    <a:pt x="321" y="1194"/>
                    <a:pt x="321" y="1194"/>
                    <a:pt x="321" y="1194"/>
                  </a:cubicBezTo>
                  <a:cubicBezTo>
                    <a:pt x="410" y="1194"/>
                    <a:pt x="410" y="1194"/>
                    <a:pt x="410" y="1194"/>
                  </a:cubicBezTo>
                  <a:cubicBezTo>
                    <a:pt x="432" y="1194"/>
                    <a:pt x="450" y="1176"/>
                    <a:pt x="450" y="1154"/>
                  </a:cubicBezTo>
                  <a:cubicBezTo>
                    <a:pt x="450" y="1132"/>
                    <a:pt x="432" y="1114"/>
                    <a:pt x="410" y="1114"/>
                  </a:cubicBezTo>
                  <a:cubicBezTo>
                    <a:pt x="314" y="1114"/>
                    <a:pt x="314" y="1114"/>
                    <a:pt x="314" y="1114"/>
                  </a:cubicBezTo>
                  <a:cubicBezTo>
                    <a:pt x="301" y="1038"/>
                    <a:pt x="265" y="966"/>
                    <a:pt x="210" y="907"/>
                  </a:cubicBezTo>
                  <a:cubicBezTo>
                    <a:pt x="126" y="816"/>
                    <a:pt x="80" y="697"/>
                    <a:pt x="80" y="572"/>
                  </a:cubicBezTo>
                  <a:close/>
                  <a:moveTo>
                    <a:pt x="570" y="1613"/>
                  </a:moveTo>
                  <a:cubicBezTo>
                    <a:pt x="517" y="1613"/>
                    <a:pt x="471" y="1579"/>
                    <a:pt x="455" y="1531"/>
                  </a:cubicBezTo>
                  <a:cubicBezTo>
                    <a:pt x="685" y="1531"/>
                    <a:pt x="685" y="1531"/>
                    <a:pt x="685" y="1531"/>
                  </a:cubicBezTo>
                  <a:cubicBezTo>
                    <a:pt x="669" y="1579"/>
                    <a:pt x="623" y="1613"/>
                    <a:pt x="570" y="1613"/>
                  </a:cubicBezTo>
                  <a:close/>
                  <a:moveTo>
                    <a:pt x="815" y="1444"/>
                  </a:moveTo>
                  <a:cubicBezTo>
                    <a:pt x="811" y="1448"/>
                    <a:pt x="805" y="1451"/>
                    <a:pt x="798" y="1451"/>
                  </a:cubicBezTo>
                  <a:cubicBezTo>
                    <a:pt x="342" y="1451"/>
                    <a:pt x="342" y="1451"/>
                    <a:pt x="342" y="1451"/>
                  </a:cubicBezTo>
                  <a:cubicBezTo>
                    <a:pt x="335" y="1451"/>
                    <a:pt x="329" y="1448"/>
                    <a:pt x="325" y="1444"/>
                  </a:cubicBezTo>
                  <a:cubicBezTo>
                    <a:pt x="321" y="1440"/>
                    <a:pt x="318" y="1434"/>
                    <a:pt x="318" y="1428"/>
                  </a:cubicBezTo>
                  <a:cubicBezTo>
                    <a:pt x="319" y="1363"/>
                    <a:pt x="319" y="1363"/>
                    <a:pt x="319" y="1363"/>
                  </a:cubicBezTo>
                  <a:cubicBezTo>
                    <a:pt x="821" y="1363"/>
                    <a:pt x="821" y="1363"/>
                    <a:pt x="821" y="1363"/>
                  </a:cubicBezTo>
                  <a:cubicBezTo>
                    <a:pt x="822" y="1428"/>
                    <a:pt x="822" y="1428"/>
                    <a:pt x="822" y="1428"/>
                  </a:cubicBezTo>
                  <a:cubicBezTo>
                    <a:pt x="822" y="1434"/>
                    <a:pt x="819" y="1440"/>
                    <a:pt x="815" y="1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62" name="Oval 13">
              <a:extLst>
                <a:ext uri="{FF2B5EF4-FFF2-40B4-BE49-F238E27FC236}">
                  <a16:creationId xmlns:a16="http://schemas.microsoft.com/office/drawing/2014/main" id="{C8E11B6A-5A5F-1DAF-3AB2-18FA537619FD}"/>
                </a:ext>
              </a:extLst>
            </p:cNvPr>
            <p:cNvSpPr>
              <a:spLocks noChangeArrowheads="1"/>
            </p:cNvSpPr>
            <p:nvPr/>
          </p:nvSpPr>
          <p:spPr bwMode="auto">
            <a:xfrm>
              <a:off x="11966576" y="5062538"/>
              <a:ext cx="106363" cy="106362"/>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63" name="Group 62">
            <a:extLst>
              <a:ext uri="{FF2B5EF4-FFF2-40B4-BE49-F238E27FC236}">
                <a16:creationId xmlns:a16="http://schemas.microsoft.com/office/drawing/2014/main" id="{681B59F3-0750-2B43-8A7F-05AE0E71C9A1}"/>
              </a:ext>
            </a:extLst>
          </p:cNvPr>
          <p:cNvGrpSpPr/>
          <p:nvPr/>
        </p:nvGrpSpPr>
        <p:grpSpPr>
          <a:xfrm>
            <a:off x="4750596" y="3732276"/>
            <a:ext cx="339838" cy="337798"/>
            <a:chOff x="9986963" y="3171826"/>
            <a:chExt cx="2644775" cy="2628899"/>
          </a:xfrm>
          <a:solidFill>
            <a:schemeClr val="bg1"/>
          </a:solidFill>
        </p:grpSpPr>
        <p:sp>
          <p:nvSpPr>
            <p:cNvPr id="64" name="Freeform 17">
              <a:extLst>
                <a:ext uri="{FF2B5EF4-FFF2-40B4-BE49-F238E27FC236}">
                  <a16:creationId xmlns:a16="http://schemas.microsoft.com/office/drawing/2014/main" id="{D36DF787-89AA-729B-98CC-504EC3DF9326}"/>
                </a:ext>
              </a:extLst>
            </p:cNvPr>
            <p:cNvSpPr>
              <a:spLocks/>
            </p:cNvSpPr>
            <p:nvPr/>
          </p:nvSpPr>
          <p:spPr bwMode="auto">
            <a:xfrm>
              <a:off x="10463213" y="4606925"/>
              <a:ext cx="117475" cy="112712"/>
            </a:xfrm>
            <a:custGeom>
              <a:avLst/>
              <a:gdLst>
                <a:gd name="T0" fmla="*/ 72 w 91"/>
                <a:gd name="T1" fmla="*/ 16 h 87"/>
                <a:gd name="T2" fmla="*/ 16 w 91"/>
                <a:gd name="T3" fmla="*/ 16 h 87"/>
                <a:gd name="T4" fmla="*/ 16 w 91"/>
                <a:gd name="T5" fmla="*/ 72 h 87"/>
                <a:gd name="T6" fmla="*/ 19 w 91"/>
                <a:gd name="T7" fmla="*/ 75 h 87"/>
                <a:gd name="T8" fmla="*/ 47 w 91"/>
                <a:gd name="T9" fmla="*/ 87 h 87"/>
                <a:gd name="T10" fmla="*/ 75 w 91"/>
                <a:gd name="T11" fmla="*/ 75 h 87"/>
                <a:gd name="T12" fmla="*/ 75 w 91"/>
                <a:gd name="T13" fmla="*/ 19 h 87"/>
                <a:gd name="T14" fmla="*/ 72 w 91"/>
                <a:gd name="T15" fmla="*/ 16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 h="87">
                  <a:moveTo>
                    <a:pt x="72" y="16"/>
                  </a:moveTo>
                  <a:cubicBezTo>
                    <a:pt x="57" y="1"/>
                    <a:pt x="32" y="0"/>
                    <a:pt x="16" y="16"/>
                  </a:cubicBezTo>
                  <a:cubicBezTo>
                    <a:pt x="0" y="31"/>
                    <a:pt x="0" y="57"/>
                    <a:pt x="16" y="72"/>
                  </a:cubicBezTo>
                  <a:cubicBezTo>
                    <a:pt x="19" y="75"/>
                    <a:pt x="19" y="75"/>
                    <a:pt x="19" y="75"/>
                  </a:cubicBezTo>
                  <a:cubicBezTo>
                    <a:pt x="26" y="83"/>
                    <a:pt x="37" y="87"/>
                    <a:pt x="47" y="87"/>
                  </a:cubicBezTo>
                  <a:cubicBezTo>
                    <a:pt x="57" y="87"/>
                    <a:pt x="67" y="83"/>
                    <a:pt x="75" y="75"/>
                  </a:cubicBezTo>
                  <a:cubicBezTo>
                    <a:pt x="91" y="60"/>
                    <a:pt x="91" y="34"/>
                    <a:pt x="75" y="19"/>
                  </a:cubicBezTo>
                  <a:lnTo>
                    <a:pt x="72"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65" name="Freeform 18">
              <a:extLst>
                <a:ext uri="{FF2B5EF4-FFF2-40B4-BE49-F238E27FC236}">
                  <a16:creationId xmlns:a16="http://schemas.microsoft.com/office/drawing/2014/main" id="{BF9429AC-A0CB-FE47-B34F-8E26B8AD1F21}"/>
                </a:ext>
              </a:extLst>
            </p:cNvPr>
            <p:cNvSpPr>
              <a:spLocks/>
            </p:cNvSpPr>
            <p:nvPr/>
          </p:nvSpPr>
          <p:spPr bwMode="auto">
            <a:xfrm>
              <a:off x="10209213" y="3389313"/>
              <a:ext cx="1593850" cy="1528762"/>
            </a:xfrm>
            <a:custGeom>
              <a:avLst/>
              <a:gdLst>
                <a:gd name="T0" fmla="*/ 1018 w 1239"/>
                <a:gd name="T1" fmla="*/ 221 h 1188"/>
                <a:gd name="T2" fmla="*/ 217 w 1239"/>
                <a:gd name="T3" fmla="*/ 221 h 1188"/>
                <a:gd name="T4" fmla="*/ 112 w 1239"/>
                <a:gd name="T5" fmla="*/ 879 h 1188"/>
                <a:gd name="T6" fmla="*/ 166 w 1239"/>
                <a:gd name="T7" fmla="*/ 896 h 1188"/>
                <a:gd name="T8" fmla="*/ 183 w 1239"/>
                <a:gd name="T9" fmla="*/ 842 h 1188"/>
                <a:gd name="T10" fmla="*/ 273 w 1239"/>
                <a:gd name="T11" fmla="*/ 277 h 1188"/>
                <a:gd name="T12" fmla="*/ 962 w 1239"/>
                <a:gd name="T13" fmla="*/ 277 h 1188"/>
                <a:gd name="T14" fmla="*/ 962 w 1239"/>
                <a:gd name="T15" fmla="*/ 966 h 1188"/>
                <a:gd name="T16" fmla="*/ 412 w 1239"/>
                <a:gd name="T17" fmla="*/ 1063 h 1188"/>
                <a:gd name="T18" fmla="*/ 359 w 1239"/>
                <a:gd name="T19" fmla="*/ 1083 h 1188"/>
                <a:gd name="T20" fmla="*/ 379 w 1239"/>
                <a:gd name="T21" fmla="*/ 1136 h 1188"/>
                <a:gd name="T22" fmla="*/ 616 w 1239"/>
                <a:gd name="T23" fmla="*/ 1188 h 1188"/>
                <a:gd name="T24" fmla="*/ 1018 w 1239"/>
                <a:gd name="T25" fmla="*/ 1022 h 1188"/>
                <a:gd name="T26" fmla="*/ 1018 w 1239"/>
                <a:gd name="T27" fmla="*/ 221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9" h="1188">
                  <a:moveTo>
                    <a:pt x="1018" y="221"/>
                  </a:moveTo>
                  <a:cubicBezTo>
                    <a:pt x="797" y="0"/>
                    <a:pt x="438" y="0"/>
                    <a:pt x="217" y="221"/>
                  </a:cubicBezTo>
                  <a:cubicBezTo>
                    <a:pt x="42" y="395"/>
                    <a:pt x="0" y="659"/>
                    <a:pt x="112" y="879"/>
                  </a:cubicBezTo>
                  <a:cubicBezTo>
                    <a:pt x="122" y="898"/>
                    <a:pt x="146" y="906"/>
                    <a:pt x="166" y="896"/>
                  </a:cubicBezTo>
                  <a:cubicBezTo>
                    <a:pt x="185" y="886"/>
                    <a:pt x="193" y="862"/>
                    <a:pt x="183" y="842"/>
                  </a:cubicBezTo>
                  <a:cubicBezTo>
                    <a:pt x="87" y="654"/>
                    <a:pt x="123" y="427"/>
                    <a:pt x="273" y="277"/>
                  </a:cubicBezTo>
                  <a:cubicBezTo>
                    <a:pt x="463" y="87"/>
                    <a:pt x="772" y="87"/>
                    <a:pt x="962" y="277"/>
                  </a:cubicBezTo>
                  <a:cubicBezTo>
                    <a:pt x="1152" y="467"/>
                    <a:pt x="1152" y="776"/>
                    <a:pt x="962" y="966"/>
                  </a:cubicBezTo>
                  <a:cubicBezTo>
                    <a:pt x="818" y="1110"/>
                    <a:pt x="597" y="1149"/>
                    <a:pt x="412" y="1063"/>
                  </a:cubicBezTo>
                  <a:cubicBezTo>
                    <a:pt x="392" y="1054"/>
                    <a:pt x="368" y="1063"/>
                    <a:pt x="359" y="1083"/>
                  </a:cubicBezTo>
                  <a:cubicBezTo>
                    <a:pt x="350" y="1103"/>
                    <a:pt x="359" y="1126"/>
                    <a:pt x="379" y="1136"/>
                  </a:cubicBezTo>
                  <a:cubicBezTo>
                    <a:pt x="455" y="1171"/>
                    <a:pt x="536" y="1188"/>
                    <a:pt x="616" y="1188"/>
                  </a:cubicBezTo>
                  <a:cubicBezTo>
                    <a:pt x="764" y="1188"/>
                    <a:pt x="910" y="1131"/>
                    <a:pt x="1018" y="1022"/>
                  </a:cubicBezTo>
                  <a:cubicBezTo>
                    <a:pt x="1239" y="801"/>
                    <a:pt x="1239" y="442"/>
                    <a:pt x="1018" y="2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66" name="Freeform 19">
              <a:extLst>
                <a:ext uri="{FF2B5EF4-FFF2-40B4-BE49-F238E27FC236}">
                  <a16:creationId xmlns:a16="http://schemas.microsoft.com/office/drawing/2014/main" id="{1CB8D33A-5F46-4404-D298-8527E3773110}"/>
                </a:ext>
              </a:extLst>
            </p:cNvPr>
            <p:cNvSpPr>
              <a:spLocks noEditPoints="1"/>
            </p:cNvSpPr>
            <p:nvPr/>
          </p:nvSpPr>
          <p:spPr bwMode="auto">
            <a:xfrm>
              <a:off x="9986963" y="3171826"/>
              <a:ext cx="2644775" cy="2628899"/>
            </a:xfrm>
            <a:custGeom>
              <a:avLst/>
              <a:gdLst>
                <a:gd name="T0" fmla="*/ 2009 w 2056"/>
                <a:gd name="T1" fmla="*/ 1753 h 2044"/>
                <a:gd name="T2" fmla="*/ 1462 w 2056"/>
                <a:gd name="T3" fmla="*/ 1207 h 2044"/>
                <a:gd name="T4" fmla="*/ 1581 w 2056"/>
                <a:gd name="T5" fmla="*/ 790 h 2044"/>
                <a:gd name="T6" fmla="*/ 790 w 2056"/>
                <a:gd name="T7" fmla="*/ 0 h 2044"/>
                <a:gd name="T8" fmla="*/ 0 w 2056"/>
                <a:gd name="T9" fmla="*/ 790 h 2044"/>
                <a:gd name="T10" fmla="*/ 790 w 2056"/>
                <a:gd name="T11" fmla="*/ 1581 h 2044"/>
                <a:gd name="T12" fmla="*/ 1206 w 2056"/>
                <a:gd name="T13" fmla="*/ 1462 h 2044"/>
                <a:gd name="T14" fmla="*/ 1753 w 2056"/>
                <a:gd name="T15" fmla="*/ 2009 h 2044"/>
                <a:gd name="T16" fmla="*/ 1838 w 2056"/>
                <a:gd name="T17" fmla="*/ 2044 h 2044"/>
                <a:gd name="T18" fmla="*/ 1922 w 2056"/>
                <a:gd name="T19" fmla="*/ 2009 h 2044"/>
                <a:gd name="T20" fmla="*/ 2009 w 2056"/>
                <a:gd name="T21" fmla="*/ 1923 h 2044"/>
                <a:gd name="T22" fmla="*/ 2009 w 2056"/>
                <a:gd name="T23" fmla="*/ 1753 h 2044"/>
                <a:gd name="T24" fmla="*/ 80 w 2056"/>
                <a:gd name="T25" fmla="*/ 790 h 2044"/>
                <a:gd name="T26" fmla="*/ 790 w 2056"/>
                <a:gd name="T27" fmla="*/ 80 h 2044"/>
                <a:gd name="T28" fmla="*/ 1501 w 2056"/>
                <a:gd name="T29" fmla="*/ 790 h 2044"/>
                <a:gd name="T30" fmla="*/ 790 w 2056"/>
                <a:gd name="T31" fmla="*/ 1501 h 2044"/>
                <a:gd name="T32" fmla="*/ 80 w 2056"/>
                <a:gd name="T33" fmla="*/ 790 h 2044"/>
                <a:gd name="T34" fmla="*/ 1416 w 2056"/>
                <a:gd name="T35" fmla="*/ 1273 h 2044"/>
                <a:gd name="T36" fmla="*/ 1504 w 2056"/>
                <a:gd name="T37" fmla="*/ 1362 h 2044"/>
                <a:gd name="T38" fmla="*/ 1361 w 2056"/>
                <a:gd name="T39" fmla="*/ 1504 h 2044"/>
                <a:gd name="T40" fmla="*/ 1273 w 2056"/>
                <a:gd name="T41" fmla="*/ 1416 h 2044"/>
                <a:gd name="T42" fmla="*/ 1416 w 2056"/>
                <a:gd name="T43" fmla="*/ 1273 h 2044"/>
                <a:gd name="T44" fmla="*/ 1952 w 2056"/>
                <a:gd name="T45" fmla="*/ 1866 h 2044"/>
                <a:gd name="T46" fmla="*/ 1866 w 2056"/>
                <a:gd name="T47" fmla="*/ 1953 h 2044"/>
                <a:gd name="T48" fmla="*/ 1810 w 2056"/>
                <a:gd name="T49" fmla="*/ 1953 h 2044"/>
                <a:gd name="T50" fmla="*/ 1418 w 2056"/>
                <a:gd name="T51" fmla="*/ 1561 h 2044"/>
                <a:gd name="T52" fmla="*/ 1561 w 2056"/>
                <a:gd name="T53" fmla="*/ 1418 h 2044"/>
                <a:gd name="T54" fmla="*/ 1952 w 2056"/>
                <a:gd name="T55" fmla="*/ 1810 h 2044"/>
                <a:gd name="T56" fmla="*/ 1952 w 2056"/>
                <a:gd name="T57" fmla="*/ 1866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56" h="2044">
                  <a:moveTo>
                    <a:pt x="2009" y="1753"/>
                  </a:moveTo>
                  <a:cubicBezTo>
                    <a:pt x="1462" y="1207"/>
                    <a:pt x="1462" y="1207"/>
                    <a:pt x="1462" y="1207"/>
                  </a:cubicBezTo>
                  <a:cubicBezTo>
                    <a:pt x="1537" y="1086"/>
                    <a:pt x="1581" y="943"/>
                    <a:pt x="1581" y="790"/>
                  </a:cubicBezTo>
                  <a:cubicBezTo>
                    <a:pt x="1581" y="355"/>
                    <a:pt x="1226" y="0"/>
                    <a:pt x="790" y="0"/>
                  </a:cubicBezTo>
                  <a:cubicBezTo>
                    <a:pt x="355" y="0"/>
                    <a:pt x="0" y="355"/>
                    <a:pt x="0" y="790"/>
                  </a:cubicBezTo>
                  <a:cubicBezTo>
                    <a:pt x="0" y="1226"/>
                    <a:pt x="355" y="1581"/>
                    <a:pt x="790" y="1581"/>
                  </a:cubicBezTo>
                  <a:cubicBezTo>
                    <a:pt x="943" y="1581"/>
                    <a:pt x="1086" y="1537"/>
                    <a:pt x="1206" y="1462"/>
                  </a:cubicBezTo>
                  <a:cubicBezTo>
                    <a:pt x="1753" y="2009"/>
                    <a:pt x="1753" y="2009"/>
                    <a:pt x="1753" y="2009"/>
                  </a:cubicBezTo>
                  <a:cubicBezTo>
                    <a:pt x="1776" y="2032"/>
                    <a:pt x="1807" y="2044"/>
                    <a:pt x="1838" y="2044"/>
                  </a:cubicBezTo>
                  <a:cubicBezTo>
                    <a:pt x="1868" y="2044"/>
                    <a:pt x="1899" y="2032"/>
                    <a:pt x="1922" y="2009"/>
                  </a:cubicBezTo>
                  <a:cubicBezTo>
                    <a:pt x="2009" y="1923"/>
                    <a:pt x="2009" y="1923"/>
                    <a:pt x="2009" y="1923"/>
                  </a:cubicBezTo>
                  <a:cubicBezTo>
                    <a:pt x="2056" y="1876"/>
                    <a:pt x="2056" y="1800"/>
                    <a:pt x="2009" y="1753"/>
                  </a:cubicBezTo>
                  <a:close/>
                  <a:moveTo>
                    <a:pt x="80" y="790"/>
                  </a:moveTo>
                  <a:cubicBezTo>
                    <a:pt x="80" y="399"/>
                    <a:pt x="399" y="80"/>
                    <a:pt x="790" y="80"/>
                  </a:cubicBezTo>
                  <a:cubicBezTo>
                    <a:pt x="1182" y="80"/>
                    <a:pt x="1501" y="399"/>
                    <a:pt x="1501" y="790"/>
                  </a:cubicBezTo>
                  <a:cubicBezTo>
                    <a:pt x="1501" y="1182"/>
                    <a:pt x="1182" y="1501"/>
                    <a:pt x="790" y="1501"/>
                  </a:cubicBezTo>
                  <a:cubicBezTo>
                    <a:pt x="399" y="1501"/>
                    <a:pt x="80" y="1182"/>
                    <a:pt x="80" y="790"/>
                  </a:cubicBezTo>
                  <a:close/>
                  <a:moveTo>
                    <a:pt x="1416" y="1273"/>
                  </a:moveTo>
                  <a:cubicBezTo>
                    <a:pt x="1504" y="1362"/>
                    <a:pt x="1504" y="1362"/>
                    <a:pt x="1504" y="1362"/>
                  </a:cubicBezTo>
                  <a:cubicBezTo>
                    <a:pt x="1361" y="1504"/>
                    <a:pt x="1361" y="1504"/>
                    <a:pt x="1361" y="1504"/>
                  </a:cubicBezTo>
                  <a:cubicBezTo>
                    <a:pt x="1273" y="1416"/>
                    <a:pt x="1273" y="1416"/>
                    <a:pt x="1273" y="1416"/>
                  </a:cubicBezTo>
                  <a:cubicBezTo>
                    <a:pt x="1327" y="1375"/>
                    <a:pt x="1375" y="1327"/>
                    <a:pt x="1416" y="1273"/>
                  </a:cubicBezTo>
                  <a:close/>
                  <a:moveTo>
                    <a:pt x="1952" y="1866"/>
                  </a:moveTo>
                  <a:cubicBezTo>
                    <a:pt x="1866" y="1953"/>
                    <a:pt x="1866" y="1953"/>
                    <a:pt x="1866" y="1953"/>
                  </a:cubicBezTo>
                  <a:cubicBezTo>
                    <a:pt x="1850" y="1968"/>
                    <a:pt x="1825" y="1968"/>
                    <a:pt x="1810" y="1953"/>
                  </a:cubicBezTo>
                  <a:cubicBezTo>
                    <a:pt x="1418" y="1561"/>
                    <a:pt x="1418" y="1561"/>
                    <a:pt x="1418" y="1561"/>
                  </a:cubicBezTo>
                  <a:cubicBezTo>
                    <a:pt x="1561" y="1418"/>
                    <a:pt x="1561" y="1418"/>
                    <a:pt x="1561" y="1418"/>
                  </a:cubicBezTo>
                  <a:cubicBezTo>
                    <a:pt x="1952" y="1810"/>
                    <a:pt x="1952" y="1810"/>
                    <a:pt x="1952" y="1810"/>
                  </a:cubicBezTo>
                  <a:cubicBezTo>
                    <a:pt x="1968" y="1825"/>
                    <a:pt x="1968" y="1851"/>
                    <a:pt x="1952" y="18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67" name="Freeform 20">
              <a:extLst>
                <a:ext uri="{FF2B5EF4-FFF2-40B4-BE49-F238E27FC236}">
                  <a16:creationId xmlns:a16="http://schemas.microsoft.com/office/drawing/2014/main" id="{1D90DAF6-9791-7EC9-DDC3-027B29828C79}"/>
                </a:ext>
              </a:extLst>
            </p:cNvPr>
            <p:cNvSpPr>
              <a:spLocks/>
            </p:cNvSpPr>
            <p:nvPr/>
          </p:nvSpPr>
          <p:spPr bwMode="auto">
            <a:xfrm>
              <a:off x="11122025" y="3759200"/>
              <a:ext cx="344488" cy="481012"/>
            </a:xfrm>
            <a:custGeom>
              <a:avLst/>
              <a:gdLst>
                <a:gd name="T0" fmla="*/ 187 w 267"/>
                <a:gd name="T1" fmla="*/ 333 h 373"/>
                <a:gd name="T2" fmla="*/ 227 w 267"/>
                <a:gd name="T3" fmla="*/ 373 h 373"/>
                <a:gd name="T4" fmla="*/ 267 w 267"/>
                <a:gd name="T5" fmla="*/ 333 h 373"/>
                <a:gd name="T6" fmla="*/ 63 w 267"/>
                <a:gd name="T7" fmla="*/ 10 h 373"/>
                <a:gd name="T8" fmla="*/ 10 w 267"/>
                <a:gd name="T9" fmla="*/ 28 h 373"/>
                <a:gd name="T10" fmla="*/ 29 w 267"/>
                <a:gd name="T11" fmla="*/ 82 h 373"/>
                <a:gd name="T12" fmla="*/ 187 w 267"/>
                <a:gd name="T13" fmla="*/ 333 h 373"/>
              </a:gdLst>
              <a:ahLst/>
              <a:cxnLst>
                <a:cxn ang="0">
                  <a:pos x="T0" y="T1"/>
                </a:cxn>
                <a:cxn ang="0">
                  <a:pos x="T2" y="T3"/>
                </a:cxn>
                <a:cxn ang="0">
                  <a:pos x="T4" y="T5"/>
                </a:cxn>
                <a:cxn ang="0">
                  <a:pos x="T6" y="T7"/>
                </a:cxn>
                <a:cxn ang="0">
                  <a:pos x="T8" y="T9"/>
                </a:cxn>
                <a:cxn ang="0">
                  <a:pos x="T10" y="T11"/>
                </a:cxn>
                <a:cxn ang="0">
                  <a:pos x="T12" y="T13"/>
                </a:cxn>
              </a:cxnLst>
              <a:rect l="0" t="0" r="r" b="b"/>
              <a:pathLst>
                <a:path w="267" h="373">
                  <a:moveTo>
                    <a:pt x="187" y="333"/>
                  </a:moveTo>
                  <a:cubicBezTo>
                    <a:pt x="187" y="356"/>
                    <a:pt x="205" y="373"/>
                    <a:pt x="227" y="373"/>
                  </a:cubicBezTo>
                  <a:cubicBezTo>
                    <a:pt x="249" y="373"/>
                    <a:pt x="267" y="356"/>
                    <a:pt x="267" y="333"/>
                  </a:cubicBezTo>
                  <a:cubicBezTo>
                    <a:pt x="267" y="196"/>
                    <a:pt x="187" y="69"/>
                    <a:pt x="63" y="10"/>
                  </a:cubicBezTo>
                  <a:cubicBezTo>
                    <a:pt x="43" y="0"/>
                    <a:pt x="20" y="8"/>
                    <a:pt x="10" y="28"/>
                  </a:cubicBezTo>
                  <a:cubicBezTo>
                    <a:pt x="0" y="48"/>
                    <a:pt x="9" y="72"/>
                    <a:pt x="29" y="82"/>
                  </a:cubicBezTo>
                  <a:cubicBezTo>
                    <a:pt x="125" y="128"/>
                    <a:pt x="187" y="227"/>
                    <a:pt x="187" y="3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68" name="Freeform 21">
              <a:extLst>
                <a:ext uri="{FF2B5EF4-FFF2-40B4-BE49-F238E27FC236}">
                  <a16:creationId xmlns:a16="http://schemas.microsoft.com/office/drawing/2014/main" id="{F7BD5E82-264F-68E4-33F1-BFD26B7945FB}"/>
                </a:ext>
              </a:extLst>
            </p:cNvPr>
            <p:cNvSpPr>
              <a:spLocks/>
            </p:cNvSpPr>
            <p:nvPr/>
          </p:nvSpPr>
          <p:spPr bwMode="auto">
            <a:xfrm>
              <a:off x="10952163" y="3725863"/>
              <a:ext cx="103188" cy="103187"/>
            </a:xfrm>
            <a:custGeom>
              <a:avLst/>
              <a:gdLst>
                <a:gd name="T0" fmla="*/ 40 w 80"/>
                <a:gd name="T1" fmla="*/ 80 h 80"/>
                <a:gd name="T2" fmla="*/ 80 w 80"/>
                <a:gd name="T3" fmla="*/ 40 h 80"/>
                <a:gd name="T4" fmla="*/ 40 w 80"/>
                <a:gd name="T5" fmla="*/ 0 h 80"/>
                <a:gd name="T6" fmla="*/ 39 w 80"/>
                <a:gd name="T7" fmla="*/ 0 h 80"/>
                <a:gd name="T8" fmla="*/ 0 w 80"/>
                <a:gd name="T9" fmla="*/ 40 h 80"/>
                <a:gd name="T10" fmla="*/ 39 w 80"/>
                <a:gd name="T11" fmla="*/ 80 h 80"/>
                <a:gd name="T12" fmla="*/ 40 w 80"/>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80" h="80">
                  <a:moveTo>
                    <a:pt x="40" y="80"/>
                  </a:moveTo>
                  <a:cubicBezTo>
                    <a:pt x="62" y="80"/>
                    <a:pt x="80" y="62"/>
                    <a:pt x="80" y="40"/>
                  </a:cubicBezTo>
                  <a:cubicBezTo>
                    <a:pt x="80" y="18"/>
                    <a:pt x="62" y="0"/>
                    <a:pt x="40" y="0"/>
                  </a:cubicBezTo>
                  <a:cubicBezTo>
                    <a:pt x="39" y="0"/>
                    <a:pt x="39" y="0"/>
                    <a:pt x="39" y="0"/>
                  </a:cubicBezTo>
                  <a:cubicBezTo>
                    <a:pt x="17" y="0"/>
                    <a:pt x="0" y="18"/>
                    <a:pt x="0" y="40"/>
                  </a:cubicBezTo>
                  <a:cubicBezTo>
                    <a:pt x="0" y="62"/>
                    <a:pt x="17" y="80"/>
                    <a:pt x="39" y="80"/>
                  </a:cubicBezTo>
                  <a:lnTo>
                    <a:pt x="40"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69" name="Group 68">
            <a:extLst>
              <a:ext uri="{FF2B5EF4-FFF2-40B4-BE49-F238E27FC236}">
                <a16:creationId xmlns:a16="http://schemas.microsoft.com/office/drawing/2014/main" id="{2B736408-A2F8-B605-AF16-53AAE79CE83D}"/>
              </a:ext>
            </a:extLst>
          </p:cNvPr>
          <p:cNvGrpSpPr/>
          <p:nvPr/>
        </p:nvGrpSpPr>
        <p:grpSpPr>
          <a:xfrm>
            <a:off x="7092552" y="3722242"/>
            <a:ext cx="357866" cy="357866"/>
            <a:chOff x="-26988" y="3175000"/>
            <a:chExt cx="2647951" cy="2647950"/>
          </a:xfrm>
          <a:solidFill>
            <a:schemeClr val="bg1"/>
          </a:solidFill>
        </p:grpSpPr>
        <p:sp>
          <p:nvSpPr>
            <p:cNvPr id="70" name="Freeform 25">
              <a:extLst>
                <a:ext uri="{FF2B5EF4-FFF2-40B4-BE49-F238E27FC236}">
                  <a16:creationId xmlns:a16="http://schemas.microsoft.com/office/drawing/2014/main" id="{8C841754-A5C1-F8D7-F544-9D2EA9FBA535}"/>
                </a:ext>
              </a:extLst>
            </p:cNvPr>
            <p:cNvSpPr>
              <a:spLocks noEditPoints="1"/>
            </p:cNvSpPr>
            <p:nvPr/>
          </p:nvSpPr>
          <p:spPr bwMode="auto">
            <a:xfrm>
              <a:off x="-26988" y="4052888"/>
              <a:ext cx="1770063" cy="1770062"/>
            </a:xfrm>
            <a:custGeom>
              <a:avLst/>
              <a:gdLst>
                <a:gd name="T0" fmla="*/ 1464 w 1600"/>
                <a:gd name="T1" fmla="*/ 877 h 1600"/>
                <a:gd name="T2" fmla="*/ 1541 w 1600"/>
                <a:gd name="T3" fmla="*/ 677 h 1600"/>
                <a:gd name="T4" fmla="*/ 1581 w 1600"/>
                <a:gd name="T5" fmla="*/ 554 h 1600"/>
                <a:gd name="T6" fmla="*/ 1410 w 1600"/>
                <a:gd name="T7" fmla="*/ 363 h 1600"/>
                <a:gd name="T8" fmla="*/ 1215 w 1600"/>
                <a:gd name="T9" fmla="*/ 275 h 1600"/>
                <a:gd name="T10" fmla="*/ 1179 w 1600"/>
                <a:gd name="T11" fmla="*/ 73 h 1600"/>
                <a:gd name="T12" fmla="*/ 923 w 1600"/>
                <a:gd name="T13" fmla="*/ 59 h 1600"/>
                <a:gd name="T14" fmla="*/ 723 w 1600"/>
                <a:gd name="T15" fmla="*/ 136 h 1600"/>
                <a:gd name="T16" fmla="*/ 554 w 1600"/>
                <a:gd name="T17" fmla="*/ 19 h 1600"/>
                <a:gd name="T18" fmla="*/ 363 w 1600"/>
                <a:gd name="T19" fmla="*/ 190 h 1600"/>
                <a:gd name="T20" fmla="*/ 276 w 1600"/>
                <a:gd name="T21" fmla="*/ 385 h 1600"/>
                <a:gd name="T22" fmla="*/ 74 w 1600"/>
                <a:gd name="T23" fmla="*/ 421 h 1600"/>
                <a:gd name="T24" fmla="*/ 60 w 1600"/>
                <a:gd name="T25" fmla="*/ 677 h 1600"/>
                <a:gd name="T26" fmla="*/ 136 w 1600"/>
                <a:gd name="T27" fmla="*/ 877 h 1600"/>
                <a:gd name="T28" fmla="*/ 19 w 1600"/>
                <a:gd name="T29" fmla="*/ 1046 h 1600"/>
                <a:gd name="T30" fmla="*/ 190 w 1600"/>
                <a:gd name="T31" fmla="*/ 1237 h 1600"/>
                <a:gd name="T32" fmla="*/ 385 w 1600"/>
                <a:gd name="T33" fmla="*/ 1324 h 1600"/>
                <a:gd name="T34" fmla="*/ 422 w 1600"/>
                <a:gd name="T35" fmla="*/ 1526 h 1600"/>
                <a:gd name="T36" fmla="*/ 592 w 1600"/>
                <a:gd name="T37" fmla="*/ 1589 h 1600"/>
                <a:gd name="T38" fmla="*/ 723 w 1600"/>
                <a:gd name="T39" fmla="*/ 1464 h 1600"/>
                <a:gd name="T40" fmla="*/ 923 w 1600"/>
                <a:gd name="T41" fmla="*/ 1540 h 1600"/>
                <a:gd name="T42" fmla="*/ 1179 w 1600"/>
                <a:gd name="T43" fmla="*/ 1526 h 1600"/>
                <a:gd name="T44" fmla="*/ 1215 w 1600"/>
                <a:gd name="T45" fmla="*/ 1324 h 1600"/>
                <a:gd name="T46" fmla="*/ 1410 w 1600"/>
                <a:gd name="T47" fmla="*/ 1237 h 1600"/>
                <a:gd name="T48" fmla="*/ 1581 w 1600"/>
                <a:gd name="T49" fmla="*/ 1046 h 1600"/>
                <a:gd name="T50" fmla="*/ 1430 w 1600"/>
                <a:gd name="T51" fmla="*/ 1132 h 1600"/>
                <a:gd name="T52" fmla="*/ 1243 w 1600"/>
                <a:gd name="T53" fmla="*/ 1146 h 1600"/>
                <a:gd name="T54" fmla="*/ 1111 w 1600"/>
                <a:gd name="T55" fmla="*/ 1348 h 1600"/>
                <a:gd name="T56" fmla="*/ 1011 w 1600"/>
                <a:gd name="T57" fmla="*/ 1480 h 1600"/>
                <a:gd name="T58" fmla="*/ 869 w 1600"/>
                <a:gd name="T59" fmla="*/ 1358 h 1600"/>
                <a:gd name="T60" fmla="*/ 633 w 1600"/>
                <a:gd name="T61" fmla="*/ 1407 h 1600"/>
                <a:gd name="T62" fmla="*/ 468 w 1600"/>
                <a:gd name="T63" fmla="*/ 1430 h 1600"/>
                <a:gd name="T64" fmla="*/ 454 w 1600"/>
                <a:gd name="T65" fmla="*/ 1243 h 1600"/>
                <a:gd name="T66" fmla="*/ 252 w 1600"/>
                <a:gd name="T67" fmla="*/ 1111 h 1600"/>
                <a:gd name="T68" fmla="*/ 120 w 1600"/>
                <a:gd name="T69" fmla="*/ 1011 h 1600"/>
                <a:gd name="T70" fmla="*/ 242 w 1600"/>
                <a:gd name="T71" fmla="*/ 869 h 1600"/>
                <a:gd name="T72" fmla="*/ 193 w 1600"/>
                <a:gd name="T73" fmla="*/ 632 h 1600"/>
                <a:gd name="T74" fmla="*/ 170 w 1600"/>
                <a:gd name="T75" fmla="*/ 468 h 1600"/>
                <a:gd name="T76" fmla="*/ 357 w 1600"/>
                <a:gd name="T77" fmla="*/ 454 h 1600"/>
                <a:gd name="T78" fmla="*/ 489 w 1600"/>
                <a:gd name="T79" fmla="*/ 252 h 1600"/>
                <a:gd name="T80" fmla="*/ 589 w 1600"/>
                <a:gd name="T81" fmla="*/ 119 h 1600"/>
                <a:gd name="T82" fmla="*/ 731 w 1600"/>
                <a:gd name="T83" fmla="*/ 242 h 1600"/>
                <a:gd name="T84" fmla="*/ 968 w 1600"/>
                <a:gd name="T85" fmla="*/ 193 h 1600"/>
                <a:gd name="T86" fmla="*/ 1132 w 1600"/>
                <a:gd name="T87" fmla="*/ 170 h 1600"/>
                <a:gd name="T88" fmla="*/ 1146 w 1600"/>
                <a:gd name="T89" fmla="*/ 357 h 1600"/>
                <a:gd name="T90" fmla="*/ 1348 w 1600"/>
                <a:gd name="T91" fmla="*/ 489 h 1600"/>
                <a:gd name="T92" fmla="*/ 1481 w 1600"/>
                <a:gd name="T93" fmla="*/ 589 h 1600"/>
                <a:gd name="T94" fmla="*/ 1358 w 1600"/>
                <a:gd name="T95" fmla="*/ 731 h 1600"/>
                <a:gd name="T96" fmla="*/ 1407 w 1600"/>
                <a:gd name="T97" fmla="*/ 967 h 1600"/>
                <a:gd name="T98" fmla="*/ 1430 w 1600"/>
                <a:gd name="T99" fmla="*/ 1132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00" h="1600">
                  <a:moveTo>
                    <a:pt x="1541" y="922"/>
                  </a:moveTo>
                  <a:cubicBezTo>
                    <a:pt x="1516" y="907"/>
                    <a:pt x="1490" y="892"/>
                    <a:pt x="1464" y="877"/>
                  </a:cubicBezTo>
                  <a:cubicBezTo>
                    <a:pt x="1470" y="826"/>
                    <a:pt x="1470" y="774"/>
                    <a:pt x="1464" y="722"/>
                  </a:cubicBezTo>
                  <a:cubicBezTo>
                    <a:pt x="1490" y="707"/>
                    <a:pt x="1516" y="692"/>
                    <a:pt x="1541" y="677"/>
                  </a:cubicBezTo>
                  <a:cubicBezTo>
                    <a:pt x="1583" y="652"/>
                    <a:pt x="1600" y="599"/>
                    <a:pt x="1581" y="554"/>
                  </a:cubicBezTo>
                  <a:cubicBezTo>
                    <a:pt x="1581" y="554"/>
                    <a:pt x="1581" y="554"/>
                    <a:pt x="1581" y="554"/>
                  </a:cubicBezTo>
                  <a:cubicBezTo>
                    <a:pt x="1527" y="421"/>
                    <a:pt x="1527" y="421"/>
                    <a:pt x="1527" y="421"/>
                  </a:cubicBezTo>
                  <a:cubicBezTo>
                    <a:pt x="1508" y="376"/>
                    <a:pt x="1458" y="351"/>
                    <a:pt x="1410" y="363"/>
                  </a:cubicBezTo>
                  <a:cubicBezTo>
                    <a:pt x="1382" y="370"/>
                    <a:pt x="1353" y="377"/>
                    <a:pt x="1325" y="385"/>
                  </a:cubicBezTo>
                  <a:cubicBezTo>
                    <a:pt x="1293" y="344"/>
                    <a:pt x="1256" y="308"/>
                    <a:pt x="1215" y="275"/>
                  </a:cubicBezTo>
                  <a:cubicBezTo>
                    <a:pt x="1223" y="247"/>
                    <a:pt x="1230" y="218"/>
                    <a:pt x="1237" y="190"/>
                  </a:cubicBezTo>
                  <a:cubicBezTo>
                    <a:pt x="1249" y="142"/>
                    <a:pt x="1224" y="92"/>
                    <a:pt x="1179" y="73"/>
                  </a:cubicBezTo>
                  <a:cubicBezTo>
                    <a:pt x="1046" y="19"/>
                    <a:pt x="1046" y="19"/>
                    <a:pt x="1046" y="19"/>
                  </a:cubicBezTo>
                  <a:cubicBezTo>
                    <a:pt x="1001" y="0"/>
                    <a:pt x="948" y="17"/>
                    <a:pt x="923" y="59"/>
                  </a:cubicBezTo>
                  <a:cubicBezTo>
                    <a:pt x="908" y="84"/>
                    <a:pt x="892" y="110"/>
                    <a:pt x="878" y="136"/>
                  </a:cubicBezTo>
                  <a:cubicBezTo>
                    <a:pt x="826" y="130"/>
                    <a:pt x="774" y="130"/>
                    <a:pt x="723" y="136"/>
                  </a:cubicBezTo>
                  <a:cubicBezTo>
                    <a:pt x="708" y="110"/>
                    <a:pt x="693" y="84"/>
                    <a:pt x="678" y="59"/>
                  </a:cubicBezTo>
                  <a:cubicBezTo>
                    <a:pt x="653" y="17"/>
                    <a:pt x="599" y="0"/>
                    <a:pt x="554" y="19"/>
                  </a:cubicBezTo>
                  <a:cubicBezTo>
                    <a:pt x="422" y="73"/>
                    <a:pt x="422" y="73"/>
                    <a:pt x="422" y="73"/>
                  </a:cubicBezTo>
                  <a:cubicBezTo>
                    <a:pt x="377" y="92"/>
                    <a:pt x="351" y="142"/>
                    <a:pt x="363" y="190"/>
                  </a:cubicBezTo>
                  <a:cubicBezTo>
                    <a:pt x="370" y="218"/>
                    <a:pt x="378" y="247"/>
                    <a:pt x="385" y="275"/>
                  </a:cubicBezTo>
                  <a:cubicBezTo>
                    <a:pt x="345" y="307"/>
                    <a:pt x="308" y="344"/>
                    <a:pt x="276" y="385"/>
                  </a:cubicBezTo>
                  <a:cubicBezTo>
                    <a:pt x="247" y="377"/>
                    <a:pt x="218" y="370"/>
                    <a:pt x="190" y="363"/>
                  </a:cubicBezTo>
                  <a:cubicBezTo>
                    <a:pt x="142" y="351"/>
                    <a:pt x="92" y="376"/>
                    <a:pt x="74" y="421"/>
                  </a:cubicBezTo>
                  <a:cubicBezTo>
                    <a:pt x="19" y="554"/>
                    <a:pt x="19" y="554"/>
                    <a:pt x="19" y="554"/>
                  </a:cubicBezTo>
                  <a:cubicBezTo>
                    <a:pt x="0" y="599"/>
                    <a:pt x="18" y="652"/>
                    <a:pt x="60" y="677"/>
                  </a:cubicBezTo>
                  <a:cubicBezTo>
                    <a:pt x="85" y="692"/>
                    <a:pt x="110" y="708"/>
                    <a:pt x="136" y="722"/>
                  </a:cubicBezTo>
                  <a:cubicBezTo>
                    <a:pt x="130" y="774"/>
                    <a:pt x="130" y="826"/>
                    <a:pt x="136" y="877"/>
                  </a:cubicBezTo>
                  <a:cubicBezTo>
                    <a:pt x="110" y="892"/>
                    <a:pt x="85" y="907"/>
                    <a:pt x="60" y="922"/>
                  </a:cubicBezTo>
                  <a:cubicBezTo>
                    <a:pt x="18" y="947"/>
                    <a:pt x="0" y="1001"/>
                    <a:pt x="19" y="1046"/>
                  </a:cubicBezTo>
                  <a:cubicBezTo>
                    <a:pt x="74" y="1178"/>
                    <a:pt x="74" y="1178"/>
                    <a:pt x="74" y="1178"/>
                  </a:cubicBezTo>
                  <a:cubicBezTo>
                    <a:pt x="92" y="1223"/>
                    <a:pt x="142" y="1249"/>
                    <a:pt x="190" y="1237"/>
                  </a:cubicBezTo>
                  <a:cubicBezTo>
                    <a:pt x="218" y="1230"/>
                    <a:pt x="247" y="1222"/>
                    <a:pt x="276" y="1215"/>
                  </a:cubicBezTo>
                  <a:cubicBezTo>
                    <a:pt x="308" y="1255"/>
                    <a:pt x="345" y="1292"/>
                    <a:pt x="385" y="1324"/>
                  </a:cubicBezTo>
                  <a:cubicBezTo>
                    <a:pt x="378" y="1353"/>
                    <a:pt x="370" y="1382"/>
                    <a:pt x="363" y="1410"/>
                  </a:cubicBezTo>
                  <a:cubicBezTo>
                    <a:pt x="351" y="1458"/>
                    <a:pt x="377" y="1508"/>
                    <a:pt x="422" y="1526"/>
                  </a:cubicBezTo>
                  <a:cubicBezTo>
                    <a:pt x="554" y="1581"/>
                    <a:pt x="554" y="1581"/>
                    <a:pt x="554" y="1581"/>
                  </a:cubicBezTo>
                  <a:cubicBezTo>
                    <a:pt x="566" y="1586"/>
                    <a:pt x="579" y="1589"/>
                    <a:pt x="592" y="1589"/>
                  </a:cubicBezTo>
                  <a:cubicBezTo>
                    <a:pt x="626" y="1589"/>
                    <a:pt x="659" y="1571"/>
                    <a:pt x="678" y="1540"/>
                  </a:cubicBezTo>
                  <a:cubicBezTo>
                    <a:pt x="693" y="1516"/>
                    <a:pt x="708" y="1490"/>
                    <a:pt x="723" y="1464"/>
                  </a:cubicBezTo>
                  <a:cubicBezTo>
                    <a:pt x="774" y="1470"/>
                    <a:pt x="826" y="1470"/>
                    <a:pt x="878" y="1464"/>
                  </a:cubicBezTo>
                  <a:cubicBezTo>
                    <a:pt x="892" y="1490"/>
                    <a:pt x="908" y="1515"/>
                    <a:pt x="923" y="1540"/>
                  </a:cubicBezTo>
                  <a:cubicBezTo>
                    <a:pt x="948" y="1582"/>
                    <a:pt x="1001" y="1600"/>
                    <a:pt x="1046" y="1581"/>
                  </a:cubicBezTo>
                  <a:cubicBezTo>
                    <a:pt x="1179" y="1526"/>
                    <a:pt x="1179" y="1526"/>
                    <a:pt x="1179" y="1526"/>
                  </a:cubicBezTo>
                  <a:cubicBezTo>
                    <a:pt x="1224" y="1508"/>
                    <a:pt x="1249" y="1458"/>
                    <a:pt x="1237" y="1410"/>
                  </a:cubicBezTo>
                  <a:cubicBezTo>
                    <a:pt x="1230" y="1382"/>
                    <a:pt x="1223" y="1353"/>
                    <a:pt x="1215" y="1324"/>
                  </a:cubicBezTo>
                  <a:cubicBezTo>
                    <a:pt x="1256" y="1292"/>
                    <a:pt x="1292" y="1255"/>
                    <a:pt x="1325" y="1215"/>
                  </a:cubicBezTo>
                  <a:cubicBezTo>
                    <a:pt x="1353" y="1222"/>
                    <a:pt x="1382" y="1230"/>
                    <a:pt x="1410" y="1237"/>
                  </a:cubicBezTo>
                  <a:cubicBezTo>
                    <a:pt x="1458" y="1249"/>
                    <a:pt x="1508" y="1223"/>
                    <a:pt x="1527" y="1178"/>
                  </a:cubicBezTo>
                  <a:cubicBezTo>
                    <a:pt x="1581" y="1046"/>
                    <a:pt x="1581" y="1046"/>
                    <a:pt x="1581" y="1046"/>
                  </a:cubicBezTo>
                  <a:cubicBezTo>
                    <a:pt x="1600" y="1001"/>
                    <a:pt x="1583" y="947"/>
                    <a:pt x="1541" y="922"/>
                  </a:cubicBezTo>
                  <a:close/>
                  <a:moveTo>
                    <a:pt x="1430" y="1132"/>
                  </a:moveTo>
                  <a:cubicBezTo>
                    <a:pt x="1403" y="1125"/>
                    <a:pt x="1376" y="1118"/>
                    <a:pt x="1348" y="1111"/>
                  </a:cubicBezTo>
                  <a:cubicBezTo>
                    <a:pt x="1309" y="1100"/>
                    <a:pt x="1268" y="1114"/>
                    <a:pt x="1243" y="1146"/>
                  </a:cubicBezTo>
                  <a:cubicBezTo>
                    <a:pt x="1215" y="1182"/>
                    <a:pt x="1182" y="1215"/>
                    <a:pt x="1146" y="1243"/>
                  </a:cubicBezTo>
                  <a:cubicBezTo>
                    <a:pt x="1114" y="1268"/>
                    <a:pt x="1101" y="1309"/>
                    <a:pt x="1111" y="1348"/>
                  </a:cubicBezTo>
                  <a:cubicBezTo>
                    <a:pt x="1118" y="1375"/>
                    <a:pt x="1126" y="1403"/>
                    <a:pt x="1132" y="1430"/>
                  </a:cubicBezTo>
                  <a:cubicBezTo>
                    <a:pt x="1011" y="1480"/>
                    <a:pt x="1011" y="1480"/>
                    <a:pt x="1011" y="1480"/>
                  </a:cubicBezTo>
                  <a:cubicBezTo>
                    <a:pt x="996" y="1456"/>
                    <a:pt x="982" y="1432"/>
                    <a:pt x="968" y="1407"/>
                  </a:cubicBezTo>
                  <a:cubicBezTo>
                    <a:pt x="948" y="1372"/>
                    <a:pt x="909" y="1353"/>
                    <a:pt x="869" y="1358"/>
                  </a:cubicBezTo>
                  <a:cubicBezTo>
                    <a:pt x="823" y="1363"/>
                    <a:pt x="777" y="1363"/>
                    <a:pt x="731" y="1358"/>
                  </a:cubicBezTo>
                  <a:cubicBezTo>
                    <a:pt x="691" y="1353"/>
                    <a:pt x="653" y="1372"/>
                    <a:pt x="633" y="1407"/>
                  </a:cubicBezTo>
                  <a:cubicBezTo>
                    <a:pt x="618" y="1432"/>
                    <a:pt x="604" y="1457"/>
                    <a:pt x="589" y="1480"/>
                  </a:cubicBezTo>
                  <a:cubicBezTo>
                    <a:pt x="468" y="1430"/>
                    <a:pt x="468" y="1430"/>
                    <a:pt x="468" y="1430"/>
                  </a:cubicBezTo>
                  <a:cubicBezTo>
                    <a:pt x="475" y="1403"/>
                    <a:pt x="482" y="1375"/>
                    <a:pt x="489" y="1348"/>
                  </a:cubicBezTo>
                  <a:cubicBezTo>
                    <a:pt x="500" y="1309"/>
                    <a:pt x="486" y="1268"/>
                    <a:pt x="454" y="1243"/>
                  </a:cubicBezTo>
                  <a:cubicBezTo>
                    <a:pt x="418" y="1215"/>
                    <a:pt x="385" y="1182"/>
                    <a:pt x="357" y="1145"/>
                  </a:cubicBezTo>
                  <a:cubicBezTo>
                    <a:pt x="332" y="1114"/>
                    <a:pt x="291" y="1100"/>
                    <a:pt x="252" y="1111"/>
                  </a:cubicBezTo>
                  <a:cubicBezTo>
                    <a:pt x="225" y="1118"/>
                    <a:pt x="197" y="1125"/>
                    <a:pt x="170" y="1132"/>
                  </a:cubicBezTo>
                  <a:cubicBezTo>
                    <a:pt x="120" y="1011"/>
                    <a:pt x="120" y="1011"/>
                    <a:pt x="120" y="1011"/>
                  </a:cubicBezTo>
                  <a:cubicBezTo>
                    <a:pt x="144" y="996"/>
                    <a:pt x="168" y="982"/>
                    <a:pt x="193" y="967"/>
                  </a:cubicBezTo>
                  <a:cubicBezTo>
                    <a:pt x="228" y="947"/>
                    <a:pt x="247" y="909"/>
                    <a:pt x="242" y="869"/>
                  </a:cubicBezTo>
                  <a:cubicBezTo>
                    <a:pt x="237" y="823"/>
                    <a:pt x="237" y="777"/>
                    <a:pt x="242" y="731"/>
                  </a:cubicBezTo>
                  <a:cubicBezTo>
                    <a:pt x="247" y="691"/>
                    <a:pt x="228" y="652"/>
                    <a:pt x="193" y="632"/>
                  </a:cubicBezTo>
                  <a:cubicBezTo>
                    <a:pt x="168" y="618"/>
                    <a:pt x="144" y="603"/>
                    <a:pt x="120" y="589"/>
                  </a:cubicBezTo>
                  <a:cubicBezTo>
                    <a:pt x="170" y="468"/>
                    <a:pt x="170" y="468"/>
                    <a:pt x="170" y="468"/>
                  </a:cubicBezTo>
                  <a:cubicBezTo>
                    <a:pt x="197" y="474"/>
                    <a:pt x="225" y="482"/>
                    <a:pt x="252" y="489"/>
                  </a:cubicBezTo>
                  <a:cubicBezTo>
                    <a:pt x="291" y="499"/>
                    <a:pt x="332" y="486"/>
                    <a:pt x="357" y="454"/>
                  </a:cubicBezTo>
                  <a:cubicBezTo>
                    <a:pt x="385" y="418"/>
                    <a:pt x="418" y="385"/>
                    <a:pt x="455" y="357"/>
                  </a:cubicBezTo>
                  <a:cubicBezTo>
                    <a:pt x="486" y="332"/>
                    <a:pt x="500" y="291"/>
                    <a:pt x="489" y="252"/>
                  </a:cubicBezTo>
                  <a:cubicBezTo>
                    <a:pt x="482" y="224"/>
                    <a:pt x="475" y="197"/>
                    <a:pt x="468" y="170"/>
                  </a:cubicBezTo>
                  <a:cubicBezTo>
                    <a:pt x="589" y="119"/>
                    <a:pt x="589" y="119"/>
                    <a:pt x="589" y="119"/>
                  </a:cubicBezTo>
                  <a:cubicBezTo>
                    <a:pt x="604" y="143"/>
                    <a:pt x="618" y="168"/>
                    <a:pt x="633" y="193"/>
                  </a:cubicBezTo>
                  <a:cubicBezTo>
                    <a:pt x="653" y="228"/>
                    <a:pt x="691" y="247"/>
                    <a:pt x="731" y="242"/>
                  </a:cubicBezTo>
                  <a:cubicBezTo>
                    <a:pt x="777" y="236"/>
                    <a:pt x="823" y="236"/>
                    <a:pt x="869" y="242"/>
                  </a:cubicBezTo>
                  <a:cubicBezTo>
                    <a:pt x="909" y="247"/>
                    <a:pt x="948" y="228"/>
                    <a:pt x="968" y="193"/>
                  </a:cubicBezTo>
                  <a:cubicBezTo>
                    <a:pt x="982" y="168"/>
                    <a:pt x="997" y="143"/>
                    <a:pt x="1011" y="119"/>
                  </a:cubicBezTo>
                  <a:cubicBezTo>
                    <a:pt x="1132" y="170"/>
                    <a:pt x="1132" y="170"/>
                    <a:pt x="1132" y="170"/>
                  </a:cubicBezTo>
                  <a:cubicBezTo>
                    <a:pt x="1126" y="197"/>
                    <a:pt x="1118" y="224"/>
                    <a:pt x="1111" y="252"/>
                  </a:cubicBezTo>
                  <a:cubicBezTo>
                    <a:pt x="1100" y="291"/>
                    <a:pt x="1114" y="332"/>
                    <a:pt x="1146" y="357"/>
                  </a:cubicBezTo>
                  <a:cubicBezTo>
                    <a:pt x="1182" y="385"/>
                    <a:pt x="1215" y="418"/>
                    <a:pt x="1243" y="454"/>
                  </a:cubicBezTo>
                  <a:cubicBezTo>
                    <a:pt x="1268" y="486"/>
                    <a:pt x="1309" y="499"/>
                    <a:pt x="1348" y="489"/>
                  </a:cubicBezTo>
                  <a:cubicBezTo>
                    <a:pt x="1376" y="482"/>
                    <a:pt x="1403" y="474"/>
                    <a:pt x="1430" y="468"/>
                  </a:cubicBezTo>
                  <a:cubicBezTo>
                    <a:pt x="1481" y="589"/>
                    <a:pt x="1481" y="589"/>
                    <a:pt x="1481" y="589"/>
                  </a:cubicBezTo>
                  <a:cubicBezTo>
                    <a:pt x="1457" y="603"/>
                    <a:pt x="1432" y="618"/>
                    <a:pt x="1407" y="632"/>
                  </a:cubicBezTo>
                  <a:cubicBezTo>
                    <a:pt x="1372" y="652"/>
                    <a:pt x="1353" y="691"/>
                    <a:pt x="1358" y="731"/>
                  </a:cubicBezTo>
                  <a:cubicBezTo>
                    <a:pt x="1364" y="776"/>
                    <a:pt x="1364" y="823"/>
                    <a:pt x="1358" y="869"/>
                  </a:cubicBezTo>
                  <a:cubicBezTo>
                    <a:pt x="1353" y="909"/>
                    <a:pt x="1372" y="947"/>
                    <a:pt x="1407" y="967"/>
                  </a:cubicBezTo>
                  <a:cubicBezTo>
                    <a:pt x="1432" y="982"/>
                    <a:pt x="1457" y="996"/>
                    <a:pt x="1481" y="1011"/>
                  </a:cubicBezTo>
                  <a:lnTo>
                    <a:pt x="1430" y="11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71" name="Freeform 26">
              <a:extLst>
                <a:ext uri="{FF2B5EF4-FFF2-40B4-BE49-F238E27FC236}">
                  <a16:creationId xmlns:a16="http://schemas.microsoft.com/office/drawing/2014/main" id="{59E8E93C-DADD-EDC6-8DAE-845166F5DD15}"/>
                </a:ext>
              </a:extLst>
            </p:cNvPr>
            <p:cNvSpPr>
              <a:spLocks noEditPoints="1"/>
            </p:cNvSpPr>
            <p:nvPr/>
          </p:nvSpPr>
          <p:spPr bwMode="auto">
            <a:xfrm>
              <a:off x="401637" y="4481513"/>
              <a:ext cx="912813" cy="858837"/>
            </a:xfrm>
            <a:custGeom>
              <a:avLst/>
              <a:gdLst>
                <a:gd name="T0" fmla="*/ 748 w 824"/>
                <a:gd name="T1" fmla="*/ 273 h 775"/>
                <a:gd name="T2" fmla="*/ 748 w 824"/>
                <a:gd name="T3" fmla="*/ 273 h 775"/>
                <a:gd name="T4" fmla="*/ 273 w 824"/>
                <a:gd name="T5" fmla="*/ 76 h 775"/>
                <a:gd name="T6" fmla="*/ 77 w 824"/>
                <a:gd name="T7" fmla="*/ 551 h 775"/>
                <a:gd name="T8" fmla="*/ 273 w 824"/>
                <a:gd name="T9" fmla="*/ 747 h 775"/>
                <a:gd name="T10" fmla="*/ 412 w 824"/>
                <a:gd name="T11" fmla="*/ 775 h 775"/>
                <a:gd name="T12" fmla="*/ 551 w 824"/>
                <a:gd name="T13" fmla="*/ 747 h 775"/>
                <a:gd name="T14" fmla="*/ 748 w 824"/>
                <a:gd name="T15" fmla="*/ 273 h 775"/>
                <a:gd name="T16" fmla="*/ 510 w 824"/>
                <a:gd name="T17" fmla="*/ 649 h 775"/>
                <a:gd name="T18" fmla="*/ 314 w 824"/>
                <a:gd name="T19" fmla="*/ 649 h 775"/>
                <a:gd name="T20" fmla="*/ 175 w 824"/>
                <a:gd name="T21" fmla="*/ 510 h 775"/>
                <a:gd name="T22" fmla="*/ 314 w 824"/>
                <a:gd name="T23" fmla="*/ 175 h 775"/>
                <a:gd name="T24" fmla="*/ 412 w 824"/>
                <a:gd name="T25" fmla="*/ 155 h 775"/>
                <a:gd name="T26" fmla="*/ 649 w 824"/>
                <a:gd name="T27" fmla="*/ 314 h 775"/>
                <a:gd name="T28" fmla="*/ 510 w 824"/>
                <a:gd name="T29" fmla="*/ 649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4" h="775">
                  <a:moveTo>
                    <a:pt x="748" y="273"/>
                  </a:moveTo>
                  <a:cubicBezTo>
                    <a:pt x="748" y="273"/>
                    <a:pt x="748" y="273"/>
                    <a:pt x="748" y="273"/>
                  </a:cubicBezTo>
                  <a:cubicBezTo>
                    <a:pt x="671" y="88"/>
                    <a:pt x="458" y="0"/>
                    <a:pt x="273" y="76"/>
                  </a:cubicBezTo>
                  <a:cubicBezTo>
                    <a:pt x="88" y="153"/>
                    <a:pt x="0" y="366"/>
                    <a:pt x="77" y="551"/>
                  </a:cubicBezTo>
                  <a:cubicBezTo>
                    <a:pt x="114" y="640"/>
                    <a:pt x="184" y="710"/>
                    <a:pt x="273" y="747"/>
                  </a:cubicBezTo>
                  <a:cubicBezTo>
                    <a:pt x="318" y="766"/>
                    <a:pt x="365" y="775"/>
                    <a:pt x="412" y="775"/>
                  </a:cubicBezTo>
                  <a:cubicBezTo>
                    <a:pt x="459" y="775"/>
                    <a:pt x="506" y="766"/>
                    <a:pt x="551" y="747"/>
                  </a:cubicBezTo>
                  <a:cubicBezTo>
                    <a:pt x="736" y="671"/>
                    <a:pt x="824" y="458"/>
                    <a:pt x="748" y="273"/>
                  </a:cubicBezTo>
                  <a:close/>
                  <a:moveTo>
                    <a:pt x="510" y="649"/>
                  </a:moveTo>
                  <a:cubicBezTo>
                    <a:pt x="447" y="675"/>
                    <a:pt x="377" y="675"/>
                    <a:pt x="314" y="649"/>
                  </a:cubicBezTo>
                  <a:cubicBezTo>
                    <a:pt x="251" y="623"/>
                    <a:pt x="201" y="573"/>
                    <a:pt x="175" y="510"/>
                  </a:cubicBezTo>
                  <a:cubicBezTo>
                    <a:pt x="121" y="379"/>
                    <a:pt x="183" y="229"/>
                    <a:pt x="314" y="175"/>
                  </a:cubicBezTo>
                  <a:cubicBezTo>
                    <a:pt x="346" y="161"/>
                    <a:pt x="379" y="155"/>
                    <a:pt x="412" y="155"/>
                  </a:cubicBezTo>
                  <a:cubicBezTo>
                    <a:pt x="513" y="155"/>
                    <a:pt x="608" y="215"/>
                    <a:pt x="649" y="314"/>
                  </a:cubicBezTo>
                  <a:cubicBezTo>
                    <a:pt x="703" y="444"/>
                    <a:pt x="641" y="595"/>
                    <a:pt x="510" y="6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72" name="Freeform 27">
              <a:extLst>
                <a:ext uri="{FF2B5EF4-FFF2-40B4-BE49-F238E27FC236}">
                  <a16:creationId xmlns:a16="http://schemas.microsoft.com/office/drawing/2014/main" id="{0FFE2A34-54C7-5528-C30C-EF317211EEFE}"/>
                </a:ext>
              </a:extLst>
            </p:cNvPr>
            <p:cNvSpPr>
              <a:spLocks noEditPoints="1"/>
            </p:cNvSpPr>
            <p:nvPr/>
          </p:nvSpPr>
          <p:spPr bwMode="auto">
            <a:xfrm>
              <a:off x="1282700" y="3175000"/>
              <a:ext cx="1338263" cy="1338262"/>
            </a:xfrm>
            <a:custGeom>
              <a:avLst/>
              <a:gdLst>
                <a:gd name="T0" fmla="*/ 1081 w 1210"/>
                <a:gd name="T1" fmla="*/ 462 h 1210"/>
                <a:gd name="T2" fmla="*/ 1077 w 1210"/>
                <a:gd name="T3" fmla="*/ 324 h 1210"/>
                <a:gd name="T4" fmla="*/ 996 w 1210"/>
                <a:gd name="T5" fmla="*/ 141 h 1210"/>
                <a:gd name="T6" fmla="*/ 840 w 1210"/>
                <a:gd name="T7" fmla="*/ 167 h 1210"/>
                <a:gd name="T8" fmla="*/ 740 w 1210"/>
                <a:gd name="T9" fmla="*/ 72 h 1210"/>
                <a:gd name="T10" fmla="*/ 553 w 1210"/>
                <a:gd name="T11" fmla="*/ 0 h 1210"/>
                <a:gd name="T12" fmla="*/ 461 w 1210"/>
                <a:gd name="T13" fmla="*/ 129 h 1210"/>
                <a:gd name="T14" fmla="*/ 324 w 1210"/>
                <a:gd name="T15" fmla="*/ 133 h 1210"/>
                <a:gd name="T16" fmla="*/ 140 w 1210"/>
                <a:gd name="T17" fmla="*/ 214 h 1210"/>
                <a:gd name="T18" fmla="*/ 166 w 1210"/>
                <a:gd name="T19" fmla="*/ 370 h 1210"/>
                <a:gd name="T20" fmla="*/ 72 w 1210"/>
                <a:gd name="T21" fmla="*/ 470 h 1210"/>
                <a:gd name="T22" fmla="*/ 0 w 1210"/>
                <a:gd name="T23" fmla="*/ 657 h 1210"/>
                <a:gd name="T24" fmla="*/ 128 w 1210"/>
                <a:gd name="T25" fmla="*/ 749 h 1210"/>
                <a:gd name="T26" fmla="*/ 132 w 1210"/>
                <a:gd name="T27" fmla="*/ 887 h 1210"/>
                <a:gd name="T28" fmla="*/ 214 w 1210"/>
                <a:gd name="T29" fmla="*/ 1070 h 1210"/>
                <a:gd name="T30" fmla="*/ 369 w 1210"/>
                <a:gd name="T31" fmla="*/ 1044 h 1210"/>
                <a:gd name="T32" fmla="*/ 469 w 1210"/>
                <a:gd name="T33" fmla="*/ 1138 h 1210"/>
                <a:gd name="T34" fmla="*/ 657 w 1210"/>
                <a:gd name="T35" fmla="*/ 1210 h 1210"/>
                <a:gd name="T36" fmla="*/ 748 w 1210"/>
                <a:gd name="T37" fmla="*/ 1082 h 1210"/>
                <a:gd name="T38" fmla="*/ 886 w 1210"/>
                <a:gd name="T39" fmla="*/ 1078 h 1210"/>
                <a:gd name="T40" fmla="*/ 1069 w 1210"/>
                <a:gd name="T41" fmla="*/ 996 h 1210"/>
                <a:gd name="T42" fmla="*/ 1043 w 1210"/>
                <a:gd name="T43" fmla="*/ 841 h 1210"/>
                <a:gd name="T44" fmla="*/ 1138 w 1210"/>
                <a:gd name="T45" fmla="*/ 741 h 1210"/>
                <a:gd name="T46" fmla="*/ 1210 w 1210"/>
                <a:gd name="T47" fmla="*/ 553 h 1210"/>
                <a:gd name="T48" fmla="*/ 1108 w 1210"/>
                <a:gd name="T49" fmla="*/ 643 h 1210"/>
                <a:gd name="T50" fmla="*/ 987 w 1210"/>
                <a:gd name="T51" fmla="*/ 711 h 1210"/>
                <a:gd name="T52" fmla="*/ 956 w 1210"/>
                <a:gd name="T53" fmla="*/ 894 h 1210"/>
                <a:gd name="T54" fmla="*/ 934 w 1210"/>
                <a:gd name="T55" fmla="*/ 988 h 1210"/>
                <a:gd name="T56" fmla="*/ 800 w 1210"/>
                <a:gd name="T57" fmla="*/ 950 h 1210"/>
                <a:gd name="T58" fmla="*/ 649 w 1210"/>
                <a:gd name="T59" fmla="*/ 1058 h 1210"/>
                <a:gd name="T60" fmla="*/ 567 w 1210"/>
                <a:gd name="T61" fmla="*/ 1109 h 1210"/>
                <a:gd name="T62" fmla="*/ 499 w 1210"/>
                <a:gd name="T63" fmla="*/ 988 h 1210"/>
                <a:gd name="T64" fmla="*/ 316 w 1210"/>
                <a:gd name="T65" fmla="*/ 957 h 1210"/>
                <a:gd name="T66" fmla="*/ 222 w 1210"/>
                <a:gd name="T67" fmla="*/ 935 h 1210"/>
                <a:gd name="T68" fmla="*/ 260 w 1210"/>
                <a:gd name="T69" fmla="*/ 801 h 1210"/>
                <a:gd name="T70" fmla="*/ 152 w 1210"/>
                <a:gd name="T71" fmla="*/ 650 h 1210"/>
                <a:gd name="T72" fmla="*/ 101 w 1210"/>
                <a:gd name="T73" fmla="*/ 568 h 1210"/>
                <a:gd name="T74" fmla="*/ 222 w 1210"/>
                <a:gd name="T75" fmla="*/ 500 h 1210"/>
                <a:gd name="T76" fmla="*/ 253 w 1210"/>
                <a:gd name="T77" fmla="*/ 317 h 1210"/>
                <a:gd name="T78" fmla="*/ 275 w 1210"/>
                <a:gd name="T79" fmla="*/ 223 h 1210"/>
                <a:gd name="T80" fmla="*/ 409 w 1210"/>
                <a:gd name="T81" fmla="*/ 260 h 1210"/>
                <a:gd name="T82" fmla="*/ 560 w 1210"/>
                <a:gd name="T83" fmla="*/ 153 h 1210"/>
                <a:gd name="T84" fmla="*/ 642 w 1210"/>
                <a:gd name="T85" fmla="*/ 102 h 1210"/>
                <a:gd name="T86" fmla="*/ 710 w 1210"/>
                <a:gd name="T87" fmla="*/ 223 h 1210"/>
                <a:gd name="T88" fmla="*/ 893 w 1210"/>
                <a:gd name="T89" fmla="*/ 254 h 1210"/>
                <a:gd name="T90" fmla="*/ 987 w 1210"/>
                <a:gd name="T91" fmla="*/ 276 h 1210"/>
                <a:gd name="T92" fmla="*/ 950 w 1210"/>
                <a:gd name="T93" fmla="*/ 410 h 1210"/>
                <a:gd name="T94" fmla="*/ 1057 w 1210"/>
                <a:gd name="T95" fmla="*/ 561 h 1210"/>
                <a:gd name="T96" fmla="*/ 1108 w 1210"/>
                <a:gd name="T97" fmla="*/ 643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10" h="1210">
                  <a:moveTo>
                    <a:pt x="1138" y="470"/>
                  </a:moveTo>
                  <a:cubicBezTo>
                    <a:pt x="1119" y="467"/>
                    <a:pt x="1100" y="464"/>
                    <a:pt x="1081" y="462"/>
                  </a:cubicBezTo>
                  <a:cubicBezTo>
                    <a:pt x="1072" y="430"/>
                    <a:pt x="1059" y="399"/>
                    <a:pt x="1043" y="370"/>
                  </a:cubicBezTo>
                  <a:cubicBezTo>
                    <a:pt x="1055" y="354"/>
                    <a:pt x="1066" y="339"/>
                    <a:pt x="1077" y="324"/>
                  </a:cubicBezTo>
                  <a:cubicBezTo>
                    <a:pt x="1102" y="291"/>
                    <a:pt x="1098" y="244"/>
                    <a:pt x="1069" y="214"/>
                  </a:cubicBezTo>
                  <a:cubicBezTo>
                    <a:pt x="996" y="141"/>
                    <a:pt x="996" y="141"/>
                    <a:pt x="996" y="141"/>
                  </a:cubicBezTo>
                  <a:cubicBezTo>
                    <a:pt x="966" y="112"/>
                    <a:pt x="919" y="108"/>
                    <a:pt x="886" y="133"/>
                  </a:cubicBezTo>
                  <a:cubicBezTo>
                    <a:pt x="871" y="144"/>
                    <a:pt x="855" y="155"/>
                    <a:pt x="840" y="167"/>
                  </a:cubicBezTo>
                  <a:cubicBezTo>
                    <a:pt x="811" y="151"/>
                    <a:pt x="780" y="138"/>
                    <a:pt x="748" y="129"/>
                  </a:cubicBezTo>
                  <a:cubicBezTo>
                    <a:pt x="746" y="110"/>
                    <a:pt x="743" y="91"/>
                    <a:pt x="740" y="72"/>
                  </a:cubicBezTo>
                  <a:cubicBezTo>
                    <a:pt x="734" y="31"/>
                    <a:pt x="698" y="0"/>
                    <a:pt x="657" y="0"/>
                  </a:cubicBezTo>
                  <a:cubicBezTo>
                    <a:pt x="553" y="0"/>
                    <a:pt x="553" y="0"/>
                    <a:pt x="553" y="0"/>
                  </a:cubicBezTo>
                  <a:cubicBezTo>
                    <a:pt x="511" y="0"/>
                    <a:pt x="475" y="31"/>
                    <a:pt x="469" y="72"/>
                  </a:cubicBezTo>
                  <a:cubicBezTo>
                    <a:pt x="466" y="91"/>
                    <a:pt x="464" y="110"/>
                    <a:pt x="461" y="129"/>
                  </a:cubicBezTo>
                  <a:cubicBezTo>
                    <a:pt x="429" y="138"/>
                    <a:pt x="398" y="151"/>
                    <a:pt x="369" y="167"/>
                  </a:cubicBezTo>
                  <a:cubicBezTo>
                    <a:pt x="354" y="155"/>
                    <a:pt x="339" y="144"/>
                    <a:pt x="324" y="133"/>
                  </a:cubicBezTo>
                  <a:cubicBezTo>
                    <a:pt x="290" y="108"/>
                    <a:pt x="243" y="112"/>
                    <a:pt x="214" y="141"/>
                  </a:cubicBezTo>
                  <a:cubicBezTo>
                    <a:pt x="140" y="214"/>
                    <a:pt x="140" y="214"/>
                    <a:pt x="140" y="214"/>
                  </a:cubicBezTo>
                  <a:cubicBezTo>
                    <a:pt x="111" y="244"/>
                    <a:pt x="107" y="291"/>
                    <a:pt x="132" y="324"/>
                  </a:cubicBezTo>
                  <a:cubicBezTo>
                    <a:pt x="143" y="339"/>
                    <a:pt x="154" y="354"/>
                    <a:pt x="166" y="370"/>
                  </a:cubicBezTo>
                  <a:cubicBezTo>
                    <a:pt x="150" y="399"/>
                    <a:pt x="137" y="430"/>
                    <a:pt x="128" y="462"/>
                  </a:cubicBezTo>
                  <a:cubicBezTo>
                    <a:pt x="109" y="464"/>
                    <a:pt x="90" y="467"/>
                    <a:pt x="72" y="470"/>
                  </a:cubicBezTo>
                  <a:cubicBezTo>
                    <a:pt x="31" y="476"/>
                    <a:pt x="0" y="512"/>
                    <a:pt x="0" y="553"/>
                  </a:cubicBezTo>
                  <a:cubicBezTo>
                    <a:pt x="0" y="657"/>
                    <a:pt x="0" y="657"/>
                    <a:pt x="0" y="657"/>
                  </a:cubicBezTo>
                  <a:cubicBezTo>
                    <a:pt x="0" y="699"/>
                    <a:pt x="31" y="735"/>
                    <a:pt x="72" y="741"/>
                  </a:cubicBezTo>
                  <a:cubicBezTo>
                    <a:pt x="90" y="744"/>
                    <a:pt x="109" y="746"/>
                    <a:pt x="128" y="749"/>
                  </a:cubicBezTo>
                  <a:cubicBezTo>
                    <a:pt x="137" y="781"/>
                    <a:pt x="150" y="812"/>
                    <a:pt x="166" y="841"/>
                  </a:cubicBezTo>
                  <a:cubicBezTo>
                    <a:pt x="154" y="856"/>
                    <a:pt x="143" y="871"/>
                    <a:pt x="132" y="887"/>
                  </a:cubicBezTo>
                  <a:cubicBezTo>
                    <a:pt x="107" y="920"/>
                    <a:pt x="111" y="967"/>
                    <a:pt x="140" y="996"/>
                  </a:cubicBezTo>
                  <a:cubicBezTo>
                    <a:pt x="214" y="1070"/>
                    <a:pt x="214" y="1070"/>
                    <a:pt x="214" y="1070"/>
                  </a:cubicBezTo>
                  <a:cubicBezTo>
                    <a:pt x="243" y="1099"/>
                    <a:pt x="290" y="1103"/>
                    <a:pt x="323" y="1078"/>
                  </a:cubicBezTo>
                  <a:cubicBezTo>
                    <a:pt x="339" y="1067"/>
                    <a:pt x="354" y="1056"/>
                    <a:pt x="369" y="1044"/>
                  </a:cubicBezTo>
                  <a:cubicBezTo>
                    <a:pt x="398" y="1060"/>
                    <a:pt x="429" y="1073"/>
                    <a:pt x="461" y="1082"/>
                  </a:cubicBezTo>
                  <a:cubicBezTo>
                    <a:pt x="464" y="1101"/>
                    <a:pt x="466" y="1120"/>
                    <a:pt x="469" y="1138"/>
                  </a:cubicBezTo>
                  <a:cubicBezTo>
                    <a:pt x="475" y="1179"/>
                    <a:pt x="511" y="1210"/>
                    <a:pt x="553" y="1210"/>
                  </a:cubicBezTo>
                  <a:cubicBezTo>
                    <a:pt x="657" y="1210"/>
                    <a:pt x="657" y="1210"/>
                    <a:pt x="657" y="1210"/>
                  </a:cubicBezTo>
                  <a:cubicBezTo>
                    <a:pt x="698" y="1210"/>
                    <a:pt x="734" y="1179"/>
                    <a:pt x="740" y="1138"/>
                  </a:cubicBezTo>
                  <a:cubicBezTo>
                    <a:pt x="743" y="1120"/>
                    <a:pt x="746" y="1101"/>
                    <a:pt x="748" y="1082"/>
                  </a:cubicBezTo>
                  <a:cubicBezTo>
                    <a:pt x="780" y="1073"/>
                    <a:pt x="811" y="1060"/>
                    <a:pt x="840" y="1044"/>
                  </a:cubicBezTo>
                  <a:cubicBezTo>
                    <a:pt x="855" y="1056"/>
                    <a:pt x="871" y="1067"/>
                    <a:pt x="886" y="1078"/>
                  </a:cubicBezTo>
                  <a:cubicBezTo>
                    <a:pt x="919" y="1103"/>
                    <a:pt x="966" y="1099"/>
                    <a:pt x="996" y="1070"/>
                  </a:cubicBezTo>
                  <a:cubicBezTo>
                    <a:pt x="1069" y="996"/>
                    <a:pt x="1069" y="996"/>
                    <a:pt x="1069" y="996"/>
                  </a:cubicBezTo>
                  <a:cubicBezTo>
                    <a:pt x="1098" y="967"/>
                    <a:pt x="1102" y="920"/>
                    <a:pt x="1077" y="886"/>
                  </a:cubicBezTo>
                  <a:cubicBezTo>
                    <a:pt x="1066" y="871"/>
                    <a:pt x="1055" y="856"/>
                    <a:pt x="1043" y="841"/>
                  </a:cubicBezTo>
                  <a:cubicBezTo>
                    <a:pt x="1059" y="812"/>
                    <a:pt x="1072" y="781"/>
                    <a:pt x="1081" y="749"/>
                  </a:cubicBezTo>
                  <a:cubicBezTo>
                    <a:pt x="1100" y="746"/>
                    <a:pt x="1119" y="744"/>
                    <a:pt x="1138" y="741"/>
                  </a:cubicBezTo>
                  <a:cubicBezTo>
                    <a:pt x="1179" y="735"/>
                    <a:pt x="1210" y="699"/>
                    <a:pt x="1210" y="657"/>
                  </a:cubicBezTo>
                  <a:cubicBezTo>
                    <a:pt x="1210" y="553"/>
                    <a:pt x="1210" y="553"/>
                    <a:pt x="1210" y="553"/>
                  </a:cubicBezTo>
                  <a:cubicBezTo>
                    <a:pt x="1210" y="512"/>
                    <a:pt x="1179" y="476"/>
                    <a:pt x="1138" y="470"/>
                  </a:cubicBezTo>
                  <a:close/>
                  <a:moveTo>
                    <a:pt x="1108" y="643"/>
                  </a:moveTo>
                  <a:cubicBezTo>
                    <a:pt x="1092" y="645"/>
                    <a:pt x="1075" y="648"/>
                    <a:pt x="1057" y="650"/>
                  </a:cubicBezTo>
                  <a:cubicBezTo>
                    <a:pt x="1024" y="654"/>
                    <a:pt x="996" y="678"/>
                    <a:pt x="987" y="711"/>
                  </a:cubicBezTo>
                  <a:cubicBezTo>
                    <a:pt x="978" y="742"/>
                    <a:pt x="966" y="773"/>
                    <a:pt x="950" y="801"/>
                  </a:cubicBezTo>
                  <a:cubicBezTo>
                    <a:pt x="933" y="830"/>
                    <a:pt x="935" y="867"/>
                    <a:pt x="956" y="894"/>
                  </a:cubicBezTo>
                  <a:cubicBezTo>
                    <a:pt x="967" y="908"/>
                    <a:pt x="977" y="921"/>
                    <a:pt x="987" y="935"/>
                  </a:cubicBezTo>
                  <a:cubicBezTo>
                    <a:pt x="934" y="988"/>
                    <a:pt x="934" y="988"/>
                    <a:pt x="934" y="988"/>
                  </a:cubicBezTo>
                  <a:cubicBezTo>
                    <a:pt x="921" y="978"/>
                    <a:pt x="907" y="967"/>
                    <a:pt x="893" y="957"/>
                  </a:cubicBezTo>
                  <a:cubicBezTo>
                    <a:pt x="866" y="936"/>
                    <a:pt x="830" y="934"/>
                    <a:pt x="800" y="950"/>
                  </a:cubicBezTo>
                  <a:cubicBezTo>
                    <a:pt x="772" y="967"/>
                    <a:pt x="742" y="979"/>
                    <a:pt x="710" y="988"/>
                  </a:cubicBezTo>
                  <a:cubicBezTo>
                    <a:pt x="678" y="997"/>
                    <a:pt x="654" y="1024"/>
                    <a:pt x="649" y="1058"/>
                  </a:cubicBezTo>
                  <a:cubicBezTo>
                    <a:pt x="647" y="1075"/>
                    <a:pt x="645" y="1092"/>
                    <a:pt x="642" y="1109"/>
                  </a:cubicBezTo>
                  <a:cubicBezTo>
                    <a:pt x="567" y="1109"/>
                    <a:pt x="567" y="1109"/>
                    <a:pt x="567" y="1109"/>
                  </a:cubicBezTo>
                  <a:cubicBezTo>
                    <a:pt x="565" y="1092"/>
                    <a:pt x="562" y="1075"/>
                    <a:pt x="560" y="1058"/>
                  </a:cubicBezTo>
                  <a:cubicBezTo>
                    <a:pt x="556" y="1024"/>
                    <a:pt x="532" y="997"/>
                    <a:pt x="499" y="988"/>
                  </a:cubicBezTo>
                  <a:cubicBezTo>
                    <a:pt x="468" y="979"/>
                    <a:pt x="437" y="967"/>
                    <a:pt x="409" y="950"/>
                  </a:cubicBezTo>
                  <a:cubicBezTo>
                    <a:pt x="380" y="934"/>
                    <a:pt x="343" y="936"/>
                    <a:pt x="316" y="957"/>
                  </a:cubicBezTo>
                  <a:cubicBezTo>
                    <a:pt x="302" y="968"/>
                    <a:pt x="289" y="978"/>
                    <a:pt x="275" y="988"/>
                  </a:cubicBezTo>
                  <a:cubicBezTo>
                    <a:pt x="222" y="935"/>
                    <a:pt x="222" y="935"/>
                    <a:pt x="222" y="935"/>
                  </a:cubicBezTo>
                  <a:cubicBezTo>
                    <a:pt x="232" y="921"/>
                    <a:pt x="242" y="908"/>
                    <a:pt x="253" y="894"/>
                  </a:cubicBezTo>
                  <a:cubicBezTo>
                    <a:pt x="274" y="867"/>
                    <a:pt x="276" y="830"/>
                    <a:pt x="260" y="801"/>
                  </a:cubicBezTo>
                  <a:cubicBezTo>
                    <a:pt x="243" y="773"/>
                    <a:pt x="231" y="742"/>
                    <a:pt x="222" y="711"/>
                  </a:cubicBezTo>
                  <a:cubicBezTo>
                    <a:pt x="213" y="678"/>
                    <a:pt x="186" y="654"/>
                    <a:pt x="152" y="650"/>
                  </a:cubicBezTo>
                  <a:cubicBezTo>
                    <a:pt x="135" y="648"/>
                    <a:pt x="118" y="645"/>
                    <a:pt x="101" y="643"/>
                  </a:cubicBezTo>
                  <a:cubicBezTo>
                    <a:pt x="101" y="568"/>
                    <a:pt x="101" y="568"/>
                    <a:pt x="101" y="568"/>
                  </a:cubicBezTo>
                  <a:cubicBezTo>
                    <a:pt x="118" y="565"/>
                    <a:pt x="135" y="563"/>
                    <a:pt x="152" y="561"/>
                  </a:cubicBezTo>
                  <a:cubicBezTo>
                    <a:pt x="186" y="556"/>
                    <a:pt x="213" y="532"/>
                    <a:pt x="222" y="500"/>
                  </a:cubicBezTo>
                  <a:cubicBezTo>
                    <a:pt x="231" y="468"/>
                    <a:pt x="243" y="438"/>
                    <a:pt x="260" y="410"/>
                  </a:cubicBezTo>
                  <a:cubicBezTo>
                    <a:pt x="276" y="380"/>
                    <a:pt x="274" y="344"/>
                    <a:pt x="253" y="317"/>
                  </a:cubicBezTo>
                  <a:cubicBezTo>
                    <a:pt x="242" y="303"/>
                    <a:pt x="232" y="289"/>
                    <a:pt x="222" y="276"/>
                  </a:cubicBezTo>
                  <a:cubicBezTo>
                    <a:pt x="275" y="223"/>
                    <a:pt x="275" y="223"/>
                    <a:pt x="275" y="223"/>
                  </a:cubicBezTo>
                  <a:cubicBezTo>
                    <a:pt x="289" y="233"/>
                    <a:pt x="302" y="243"/>
                    <a:pt x="316" y="254"/>
                  </a:cubicBezTo>
                  <a:cubicBezTo>
                    <a:pt x="343" y="275"/>
                    <a:pt x="380" y="277"/>
                    <a:pt x="409" y="260"/>
                  </a:cubicBezTo>
                  <a:cubicBezTo>
                    <a:pt x="437" y="244"/>
                    <a:pt x="468" y="232"/>
                    <a:pt x="499" y="223"/>
                  </a:cubicBezTo>
                  <a:cubicBezTo>
                    <a:pt x="532" y="214"/>
                    <a:pt x="556" y="186"/>
                    <a:pt x="560" y="153"/>
                  </a:cubicBezTo>
                  <a:cubicBezTo>
                    <a:pt x="562" y="135"/>
                    <a:pt x="565" y="118"/>
                    <a:pt x="567" y="102"/>
                  </a:cubicBezTo>
                  <a:cubicBezTo>
                    <a:pt x="642" y="102"/>
                    <a:pt x="642" y="102"/>
                    <a:pt x="642" y="102"/>
                  </a:cubicBezTo>
                  <a:cubicBezTo>
                    <a:pt x="645" y="118"/>
                    <a:pt x="647" y="135"/>
                    <a:pt x="649" y="153"/>
                  </a:cubicBezTo>
                  <a:cubicBezTo>
                    <a:pt x="654" y="186"/>
                    <a:pt x="678" y="214"/>
                    <a:pt x="710" y="223"/>
                  </a:cubicBezTo>
                  <a:cubicBezTo>
                    <a:pt x="742" y="232"/>
                    <a:pt x="772" y="244"/>
                    <a:pt x="800" y="260"/>
                  </a:cubicBezTo>
                  <a:cubicBezTo>
                    <a:pt x="830" y="277"/>
                    <a:pt x="866" y="275"/>
                    <a:pt x="893" y="254"/>
                  </a:cubicBezTo>
                  <a:cubicBezTo>
                    <a:pt x="907" y="243"/>
                    <a:pt x="921" y="233"/>
                    <a:pt x="934" y="223"/>
                  </a:cubicBezTo>
                  <a:cubicBezTo>
                    <a:pt x="987" y="276"/>
                    <a:pt x="987" y="276"/>
                    <a:pt x="987" y="276"/>
                  </a:cubicBezTo>
                  <a:cubicBezTo>
                    <a:pt x="977" y="289"/>
                    <a:pt x="967" y="303"/>
                    <a:pt x="956" y="317"/>
                  </a:cubicBezTo>
                  <a:cubicBezTo>
                    <a:pt x="935" y="344"/>
                    <a:pt x="933" y="380"/>
                    <a:pt x="950" y="410"/>
                  </a:cubicBezTo>
                  <a:cubicBezTo>
                    <a:pt x="966" y="438"/>
                    <a:pt x="978" y="468"/>
                    <a:pt x="987" y="500"/>
                  </a:cubicBezTo>
                  <a:cubicBezTo>
                    <a:pt x="996" y="532"/>
                    <a:pt x="1024" y="556"/>
                    <a:pt x="1057" y="561"/>
                  </a:cubicBezTo>
                  <a:cubicBezTo>
                    <a:pt x="1075" y="563"/>
                    <a:pt x="1092" y="565"/>
                    <a:pt x="1108" y="568"/>
                  </a:cubicBezTo>
                  <a:cubicBezTo>
                    <a:pt x="1108" y="643"/>
                    <a:pt x="1108" y="643"/>
                    <a:pt x="1108" y="6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73" name="Freeform 28">
              <a:extLst>
                <a:ext uri="{FF2B5EF4-FFF2-40B4-BE49-F238E27FC236}">
                  <a16:creationId xmlns:a16="http://schemas.microsoft.com/office/drawing/2014/main" id="{DD309EA6-CBA4-425B-4056-DE65AFA3ADE0}"/>
                </a:ext>
              </a:extLst>
            </p:cNvPr>
            <p:cNvSpPr>
              <a:spLocks noEditPoints="1"/>
            </p:cNvSpPr>
            <p:nvPr/>
          </p:nvSpPr>
          <p:spPr bwMode="auto">
            <a:xfrm>
              <a:off x="1712912" y="3606800"/>
              <a:ext cx="476250" cy="476250"/>
            </a:xfrm>
            <a:custGeom>
              <a:avLst/>
              <a:gdLst>
                <a:gd name="T0" fmla="*/ 216 w 431"/>
                <a:gd name="T1" fmla="*/ 0 h 431"/>
                <a:gd name="T2" fmla="*/ 0 w 431"/>
                <a:gd name="T3" fmla="*/ 215 h 431"/>
                <a:gd name="T4" fmla="*/ 216 w 431"/>
                <a:gd name="T5" fmla="*/ 431 h 431"/>
                <a:gd name="T6" fmla="*/ 431 w 431"/>
                <a:gd name="T7" fmla="*/ 215 h 431"/>
                <a:gd name="T8" fmla="*/ 216 w 431"/>
                <a:gd name="T9" fmla="*/ 0 h 431"/>
                <a:gd name="T10" fmla="*/ 216 w 431"/>
                <a:gd name="T11" fmla="*/ 335 h 431"/>
                <a:gd name="T12" fmla="*/ 96 w 431"/>
                <a:gd name="T13" fmla="*/ 215 h 431"/>
                <a:gd name="T14" fmla="*/ 216 w 431"/>
                <a:gd name="T15" fmla="*/ 95 h 431"/>
                <a:gd name="T16" fmla="*/ 335 w 431"/>
                <a:gd name="T17" fmla="*/ 215 h 431"/>
                <a:gd name="T18" fmla="*/ 216 w 431"/>
                <a:gd name="T19" fmla="*/ 335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1" h="431">
                  <a:moveTo>
                    <a:pt x="216" y="0"/>
                  </a:moveTo>
                  <a:cubicBezTo>
                    <a:pt x="97" y="0"/>
                    <a:pt x="0" y="96"/>
                    <a:pt x="0" y="215"/>
                  </a:cubicBezTo>
                  <a:cubicBezTo>
                    <a:pt x="0" y="334"/>
                    <a:pt x="97" y="431"/>
                    <a:pt x="216" y="431"/>
                  </a:cubicBezTo>
                  <a:cubicBezTo>
                    <a:pt x="335" y="431"/>
                    <a:pt x="431" y="334"/>
                    <a:pt x="431" y="215"/>
                  </a:cubicBezTo>
                  <a:cubicBezTo>
                    <a:pt x="431" y="96"/>
                    <a:pt x="335" y="0"/>
                    <a:pt x="216" y="0"/>
                  </a:cubicBezTo>
                  <a:close/>
                  <a:moveTo>
                    <a:pt x="216" y="335"/>
                  </a:moveTo>
                  <a:cubicBezTo>
                    <a:pt x="150" y="335"/>
                    <a:pt x="96" y="281"/>
                    <a:pt x="96" y="215"/>
                  </a:cubicBezTo>
                  <a:cubicBezTo>
                    <a:pt x="96" y="149"/>
                    <a:pt x="150" y="95"/>
                    <a:pt x="216" y="95"/>
                  </a:cubicBezTo>
                  <a:cubicBezTo>
                    <a:pt x="282" y="95"/>
                    <a:pt x="335" y="149"/>
                    <a:pt x="335" y="215"/>
                  </a:cubicBezTo>
                  <a:cubicBezTo>
                    <a:pt x="335" y="281"/>
                    <a:pt x="282" y="335"/>
                    <a:pt x="216" y="3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74" name="Group 73">
            <a:extLst>
              <a:ext uri="{FF2B5EF4-FFF2-40B4-BE49-F238E27FC236}">
                <a16:creationId xmlns:a16="http://schemas.microsoft.com/office/drawing/2014/main" id="{C6BF94E3-A896-9D88-D784-933E3FAFB066}"/>
              </a:ext>
            </a:extLst>
          </p:cNvPr>
          <p:cNvGrpSpPr/>
          <p:nvPr/>
        </p:nvGrpSpPr>
        <p:grpSpPr>
          <a:xfrm>
            <a:off x="9447252" y="3725971"/>
            <a:ext cx="350408" cy="350408"/>
            <a:chOff x="-2546350" y="3163888"/>
            <a:chExt cx="2635250" cy="2635249"/>
          </a:xfrm>
          <a:solidFill>
            <a:schemeClr val="bg1"/>
          </a:solidFill>
        </p:grpSpPr>
        <p:sp>
          <p:nvSpPr>
            <p:cNvPr id="75" name="Freeform 32">
              <a:extLst>
                <a:ext uri="{FF2B5EF4-FFF2-40B4-BE49-F238E27FC236}">
                  <a16:creationId xmlns:a16="http://schemas.microsoft.com/office/drawing/2014/main" id="{4768FBAF-0D46-185A-5588-FF30A1C9A46B}"/>
                </a:ext>
              </a:extLst>
            </p:cNvPr>
            <p:cNvSpPr>
              <a:spLocks noEditPoints="1"/>
            </p:cNvSpPr>
            <p:nvPr/>
          </p:nvSpPr>
          <p:spPr bwMode="auto">
            <a:xfrm>
              <a:off x="-2546350" y="3603625"/>
              <a:ext cx="2197100" cy="2195512"/>
            </a:xfrm>
            <a:custGeom>
              <a:avLst/>
              <a:gdLst>
                <a:gd name="T0" fmla="*/ 853 w 1707"/>
                <a:gd name="T1" fmla="*/ 1707 h 1707"/>
                <a:gd name="T2" fmla="*/ 0 w 1707"/>
                <a:gd name="T3" fmla="*/ 854 h 1707"/>
                <a:gd name="T4" fmla="*/ 853 w 1707"/>
                <a:gd name="T5" fmla="*/ 0 h 1707"/>
                <a:gd name="T6" fmla="*/ 1707 w 1707"/>
                <a:gd name="T7" fmla="*/ 854 h 1707"/>
                <a:gd name="T8" fmla="*/ 853 w 1707"/>
                <a:gd name="T9" fmla="*/ 1707 h 1707"/>
                <a:gd name="T10" fmla="*/ 853 w 1707"/>
                <a:gd name="T11" fmla="*/ 86 h 1707"/>
                <a:gd name="T12" fmla="*/ 85 w 1707"/>
                <a:gd name="T13" fmla="*/ 854 h 1707"/>
                <a:gd name="T14" fmla="*/ 853 w 1707"/>
                <a:gd name="T15" fmla="*/ 1622 h 1707"/>
                <a:gd name="T16" fmla="*/ 1621 w 1707"/>
                <a:gd name="T17" fmla="*/ 854 h 1707"/>
                <a:gd name="T18" fmla="*/ 853 w 1707"/>
                <a:gd name="T19" fmla="*/ 86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07" h="1707">
                  <a:moveTo>
                    <a:pt x="853" y="1707"/>
                  </a:moveTo>
                  <a:cubicBezTo>
                    <a:pt x="384" y="1707"/>
                    <a:pt x="0" y="1323"/>
                    <a:pt x="0" y="854"/>
                  </a:cubicBezTo>
                  <a:cubicBezTo>
                    <a:pt x="0" y="384"/>
                    <a:pt x="384" y="0"/>
                    <a:pt x="853" y="0"/>
                  </a:cubicBezTo>
                  <a:cubicBezTo>
                    <a:pt x="1323" y="0"/>
                    <a:pt x="1707" y="384"/>
                    <a:pt x="1707" y="854"/>
                  </a:cubicBezTo>
                  <a:cubicBezTo>
                    <a:pt x="1707" y="1323"/>
                    <a:pt x="1323" y="1707"/>
                    <a:pt x="853" y="1707"/>
                  </a:cubicBezTo>
                  <a:close/>
                  <a:moveTo>
                    <a:pt x="853" y="86"/>
                  </a:moveTo>
                  <a:cubicBezTo>
                    <a:pt x="427" y="86"/>
                    <a:pt x="85" y="427"/>
                    <a:pt x="85" y="854"/>
                  </a:cubicBezTo>
                  <a:cubicBezTo>
                    <a:pt x="85" y="1280"/>
                    <a:pt x="427" y="1622"/>
                    <a:pt x="853" y="1622"/>
                  </a:cubicBezTo>
                  <a:cubicBezTo>
                    <a:pt x="1280" y="1622"/>
                    <a:pt x="1621" y="1280"/>
                    <a:pt x="1621" y="854"/>
                  </a:cubicBezTo>
                  <a:cubicBezTo>
                    <a:pt x="1621" y="427"/>
                    <a:pt x="1280" y="86"/>
                    <a:pt x="853" y="8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76" name="Freeform 33">
              <a:extLst>
                <a:ext uri="{FF2B5EF4-FFF2-40B4-BE49-F238E27FC236}">
                  <a16:creationId xmlns:a16="http://schemas.microsoft.com/office/drawing/2014/main" id="{F4DF6A97-6DC9-839A-0BB5-B8BFF4ED1DD5}"/>
                </a:ext>
              </a:extLst>
            </p:cNvPr>
            <p:cNvSpPr>
              <a:spLocks noEditPoints="1"/>
            </p:cNvSpPr>
            <p:nvPr/>
          </p:nvSpPr>
          <p:spPr bwMode="auto">
            <a:xfrm>
              <a:off x="-2162175" y="3987800"/>
              <a:ext cx="1427163" cy="1427162"/>
            </a:xfrm>
            <a:custGeom>
              <a:avLst/>
              <a:gdLst>
                <a:gd name="T0" fmla="*/ 554 w 1109"/>
                <a:gd name="T1" fmla="*/ 1109 h 1109"/>
                <a:gd name="T2" fmla="*/ 0 w 1109"/>
                <a:gd name="T3" fmla="*/ 555 h 1109"/>
                <a:gd name="T4" fmla="*/ 554 w 1109"/>
                <a:gd name="T5" fmla="*/ 0 h 1109"/>
                <a:gd name="T6" fmla="*/ 1109 w 1109"/>
                <a:gd name="T7" fmla="*/ 555 h 1109"/>
                <a:gd name="T8" fmla="*/ 554 w 1109"/>
                <a:gd name="T9" fmla="*/ 1109 h 1109"/>
                <a:gd name="T10" fmla="*/ 554 w 1109"/>
                <a:gd name="T11" fmla="*/ 85 h 1109"/>
                <a:gd name="T12" fmla="*/ 85 w 1109"/>
                <a:gd name="T13" fmla="*/ 555 h 1109"/>
                <a:gd name="T14" fmla="*/ 554 w 1109"/>
                <a:gd name="T15" fmla="*/ 1024 h 1109"/>
                <a:gd name="T16" fmla="*/ 1024 w 1109"/>
                <a:gd name="T17" fmla="*/ 555 h 1109"/>
                <a:gd name="T18" fmla="*/ 554 w 1109"/>
                <a:gd name="T19" fmla="*/ 85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9" h="1109">
                  <a:moveTo>
                    <a:pt x="554" y="1109"/>
                  </a:moveTo>
                  <a:cubicBezTo>
                    <a:pt x="247" y="1109"/>
                    <a:pt x="0" y="862"/>
                    <a:pt x="0" y="555"/>
                  </a:cubicBezTo>
                  <a:cubicBezTo>
                    <a:pt x="0" y="247"/>
                    <a:pt x="247" y="0"/>
                    <a:pt x="554" y="0"/>
                  </a:cubicBezTo>
                  <a:cubicBezTo>
                    <a:pt x="862" y="0"/>
                    <a:pt x="1109" y="247"/>
                    <a:pt x="1109" y="555"/>
                  </a:cubicBezTo>
                  <a:cubicBezTo>
                    <a:pt x="1109" y="862"/>
                    <a:pt x="862" y="1109"/>
                    <a:pt x="554" y="1109"/>
                  </a:cubicBezTo>
                  <a:close/>
                  <a:moveTo>
                    <a:pt x="554" y="85"/>
                  </a:moveTo>
                  <a:cubicBezTo>
                    <a:pt x="298" y="85"/>
                    <a:pt x="85" y="299"/>
                    <a:pt x="85" y="555"/>
                  </a:cubicBezTo>
                  <a:cubicBezTo>
                    <a:pt x="85" y="811"/>
                    <a:pt x="298" y="1024"/>
                    <a:pt x="554" y="1024"/>
                  </a:cubicBezTo>
                  <a:cubicBezTo>
                    <a:pt x="810" y="1024"/>
                    <a:pt x="1024" y="811"/>
                    <a:pt x="1024" y="555"/>
                  </a:cubicBezTo>
                  <a:cubicBezTo>
                    <a:pt x="1024" y="299"/>
                    <a:pt x="810" y="85"/>
                    <a:pt x="554" y="8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77" name="Freeform 34">
              <a:extLst>
                <a:ext uri="{FF2B5EF4-FFF2-40B4-BE49-F238E27FC236}">
                  <a16:creationId xmlns:a16="http://schemas.microsoft.com/office/drawing/2014/main" id="{554C2AA7-3B97-9117-6FE1-0E3AE9F14A4B}"/>
                </a:ext>
              </a:extLst>
            </p:cNvPr>
            <p:cNvSpPr>
              <a:spLocks noEditPoints="1"/>
            </p:cNvSpPr>
            <p:nvPr/>
          </p:nvSpPr>
          <p:spPr bwMode="auto">
            <a:xfrm>
              <a:off x="-1778000" y="4371975"/>
              <a:ext cx="658813" cy="658812"/>
            </a:xfrm>
            <a:custGeom>
              <a:avLst/>
              <a:gdLst>
                <a:gd name="T0" fmla="*/ 256 w 512"/>
                <a:gd name="T1" fmla="*/ 512 h 512"/>
                <a:gd name="T2" fmla="*/ 0 w 512"/>
                <a:gd name="T3" fmla="*/ 256 h 512"/>
                <a:gd name="T4" fmla="*/ 256 w 512"/>
                <a:gd name="T5" fmla="*/ 0 h 512"/>
                <a:gd name="T6" fmla="*/ 512 w 512"/>
                <a:gd name="T7" fmla="*/ 256 h 512"/>
                <a:gd name="T8" fmla="*/ 256 w 512"/>
                <a:gd name="T9" fmla="*/ 512 h 512"/>
                <a:gd name="T10" fmla="*/ 256 w 512"/>
                <a:gd name="T11" fmla="*/ 85 h 512"/>
                <a:gd name="T12" fmla="*/ 86 w 512"/>
                <a:gd name="T13" fmla="*/ 256 h 512"/>
                <a:gd name="T14" fmla="*/ 256 w 512"/>
                <a:gd name="T15" fmla="*/ 426 h 512"/>
                <a:gd name="T16" fmla="*/ 427 w 512"/>
                <a:gd name="T17" fmla="*/ 256 h 512"/>
                <a:gd name="T18" fmla="*/ 256 w 512"/>
                <a:gd name="T19" fmla="*/ 8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512"/>
                  </a:moveTo>
                  <a:cubicBezTo>
                    <a:pt x="111" y="512"/>
                    <a:pt x="0" y="401"/>
                    <a:pt x="0" y="256"/>
                  </a:cubicBezTo>
                  <a:cubicBezTo>
                    <a:pt x="0" y="111"/>
                    <a:pt x="111" y="0"/>
                    <a:pt x="256" y="0"/>
                  </a:cubicBezTo>
                  <a:cubicBezTo>
                    <a:pt x="401" y="0"/>
                    <a:pt x="512" y="111"/>
                    <a:pt x="512" y="256"/>
                  </a:cubicBezTo>
                  <a:cubicBezTo>
                    <a:pt x="512" y="401"/>
                    <a:pt x="401" y="512"/>
                    <a:pt x="256" y="512"/>
                  </a:cubicBezTo>
                  <a:close/>
                  <a:moveTo>
                    <a:pt x="256" y="85"/>
                  </a:moveTo>
                  <a:cubicBezTo>
                    <a:pt x="162" y="85"/>
                    <a:pt x="86" y="162"/>
                    <a:pt x="86" y="256"/>
                  </a:cubicBezTo>
                  <a:cubicBezTo>
                    <a:pt x="86" y="350"/>
                    <a:pt x="162" y="426"/>
                    <a:pt x="256" y="426"/>
                  </a:cubicBezTo>
                  <a:cubicBezTo>
                    <a:pt x="350" y="426"/>
                    <a:pt x="427" y="350"/>
                    <a:pt x="427" y="256"/>
                  </a:cubicBezTo>
                  <a:cubicBezTo>
                    <a:pt x="427" y="162"/>
                    <a:pt x="350" y="85"/>
                    <a:pt x="256" y="8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78" name="Freeform 35">
              <a:extLst>
                <a:ext uri="{FF2B5EF4-FFF2-40B4-BE49-F238E27FC236}">
                  <a16:creationId xmlns:a16="http://schemas.microsoft.com/office/drawing/2014/main" id="{5ABBD0FB-9270-203F-5874-96B4762FD5BE}"/>
                </a:ext>
              </a:extLst>
            </p:cNvPr>
            <p:cNvSpPr>
              <a:spLocks/>
            </p:cNvSpPr>
            <p:nvPr/>
          </p:nvSpPr>
          <p:spPr bwMode="auto">
            <a:xfrm>
              <a:off x="-1514475" y="3822700"/>
              <a:ext cx="944563" cy="933450"/>
            </a:xfrm>
            <a:custGeom>
              <a:avLst/>
              <a:gdLst>
                <a:gd name="T0" fmla="*/ 51 w 734"/>
                <a:gd name="T1" fmla="*/ 725 h 725"/>
                <a:gd name="T2" fmla="*/ 17 w 734"/>
                <a:gd name="T3" fmla="*/ 717 h 725"/>
                <a:gd name="T4" fmla="*/ 17 w 734"/>
                <a:gd name="T5" fmla="*/ 657 h 725"/>
                <a:gd name="T6" fmla="*/ 657 w 734"/>
                <a:gd name="T7" fmla="*/ 17 h 725"/>
                <a:gd name="T8" fmla="*/ 717 w 734"/>
                <a:gd name="T9" fmla="*/ 17 h 725"/>
                <a:gd name="T10" fmla="*/ 717 w 734"/>
                <a:gd name="T11" fmla="*/ 77 h 725"/>
                <a:gd name="T12" fmla="*/ 77 w 734"/>
                <a:gd name="T13" fmla="*/ 717 h 725"/>
                <a:gd name="T14" fmla="*/ 51 w 734"/>
                <a:gd name="T15" fmla="*/ 725 h 7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4" h="725">
                  <a:moveTo>
                    <a:pt x="51" y="725"/>
                  </a:moveTo>
                  <a:cubicBezTo>
                    <a:pt x="43" y="725"/>
                    <a:pt x="26" y="725"/>
                    <a:pt x="17" y="717"/>
                  </a:cubicBezTo>
                  <a:cubicBezTo>
                    <a:pt x="0" y="700"/>
                    <a:pt x="0" y="674"/>
                    <a:pt x="17" y="657"/>
                  </a:cubicBezTo>
                  <a:cubicBezTo>
                    <a:pt x="657" y="17"/>
                    <a:pt x="657" y="17"/>
                    <a:pt x="657" y="17"/>
                  </a:cubicBezTo>
                  <a:cubicBezTo>
                    <a:pt x="674" y="0"/>
                    <a:pt x="700" y="0"/>
                    <a:pt x="717" y="17"/>
                  </a:cubicBezTo>
                  <a:cubicBezTo>
                    <a:pt x="734" y="34"/>
                    <a:pt x="734" y="60"/>
                    <a:pt x="717" y="77"/>
                  </a:cubicBezTo>
                  <a:cubicBezTo>
                    <a:pt x="77" y="717"/>
                    <a:pt x="77" y="717"/>
                    <a:pt x="77" y="717"/>
                  </a:cubicBezTo>
                  <a:cubicBezTo>
                    <a:pt x="77" y="725"/>
                    <a:pt x="60" y="725"/>
                    <a:pt x="51" y="7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79" name="Freeform 36">
              <a:extLst>
                <a:ext uri="{FF2B5EF4-FFF2-40B4-BE49-F238E27FC236}">
                  <a16:creationId xmlns:a16="http://schemas.microsoft.com/office/drawing/2014/main" id="{F5FABC92-1C89-A674-ACA8-C610B63033CD}"/>
                </a:ext>
              </a:extLst>
            </p:cNvPr>
            <p:cNvSpPr>
              <a:spLocks noEditPoints="1"/>
            </p:cNvSpPr>
            <p:nvPr/>
          </p:nvSpPr>
          <p:spPr bwMode="auto">
            <a:xfrm>
              <a:off x="-679450" y="3163888"/>
              <a:ext cx="768350" cy="768350"/>
            </a:xfrm>
            <a:custGeom>
              <a:avLst/>
              <a:gdLst>
                <a:gd name="T0" fmla="*/ 256 w 597"/>
                <a:gd name="T1" fmla="*/ 597 h 597"/>
                <a:gd name="T2" fmla="*/ 42 w 597"/>
                <a:gd name="T3" fmla="*/ 597 h 597"/>
                <a:gd name="T4" fmla="*/ 0 w 597"/>
                <a:gd name="T5" fmla="*/ 555 h 597"/>
                <a:gd name="T6" fmla="*/ 0 w 597"/>
                <a:gd name="T7" fmla="*/ 341 h 597"/>
                <a:gd name="T8" fmla="*/ 8 w 597"/>
                <a:gd name="T9" fmla="*/ 307 h 597"/>
                <a:gd name="T10" fmla="*/ 307 w 597"/>
                <a:gd name="T11" fmla="*/ 9 h 597"/>
                <a:gd name="T12" fmla="*/ 358 w 597"/>
                <a:gd name="T13" fmla="*/ 0 h 597"/>
                <a:gd name="T14" fmla="*/ 384 w 597"/>
                <a:gd name="T15" fmla="*/ 43 h 597"/>
                <a:gd name="T16" fmla="*/ 384 w 597"/>
                <a:gd name="T17" fmla="*/ 213 h 597"/>
                <a:gd name="T18" fmla="*/ 554 w 597"/>
                <a:gd name="T19" fmla="*/ 213 h 597"/>
                <a:gd name="T20" fmla="*/ 597 w 597"/>
                <a:gd name="T21" fmla="*/ 239 h 597"/>
                <a:gd name="T22" fmla="*/ 588 w 597"/>
                <a:gd name="T23" fmla="*/ 290 h 597"/>
                <a:gd name="T24" fmla="*/ 290 w 597"/>
                <a:gd name="T25" fmla="*/ 589 h 597"/>
                <a:gd name="T26" fmla="*/ 256 w 597"/>
                <a:gd name="T27" fmla="*/ 597 h 597"/>
                <a:gd name="T28" fmla="*/ 85 w 597"/>
                <a:gd name="T29" fmla="*/ 512 h 597"/>
                <a:gd name="T30" fmla="*/ 239 w 597"/>
                <a:gd name="T31" fmla="*/ 512 h 597"/>
                <a:gd name="T32" fmla="*/ 452 w 597"/>
                <a:gd name="T33" fmla="*/ 299 h 597"/>
                <a:gd name="T34" fmla="*/ 341 w 597"/>
                <a:gd name="T35" fmla="*/ 299 h 597"/>
                <a:gd name="T36" fmla="*/ 298 w 597"/>
                <a:gd name="T37" fmla="*/ 256 h 597"/>
                <a:gd name="T38" fmla="*/ 298 w 597"/>
                <a:gd name="T39" fmla="*/ 145 h 597"/>
                <a:gd name="T40" fmla="*/ 85 w 597"/>
                <a:gd name="T41" fmla="*/ 358 h 597"/>
                <a:gd name="T42" fmla="*/ 85 w 597"/>
                <a:gd name="T43" fmla="*/ 512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7" h="597">
                  <a:moveTo>
                    <a:pt x="256" y="597"/>
                  </a:moveTo>
                  <a:cubicBezTo>
                    <a:pt x="42" y="597"/>
                    <a:pt x="42" y="597"/>
                    <a:pt x="42" y="597"/>
                  </a:cubicBezTo>
                  <a:cubicBezTo>
                    <a:pt x="17" y="597"/>
                    <a:pt x="0" y="580"/>
                    <a:pt x="0" y="555"/>
                  </a:cubicBezTo>
                  <a:cubicBezTo>
                    <a:pt x="0" y="341"/>
                    <a:pt x="0" y="341"/>
                    <a:pt x="0" y="341"/>
                  </a:cubicBezTo>
                  <a:cubicBezTo>
                    <a:pt x="0" y="333"/>
                    <a:pt x="8" y="316"/>
                    <a:pt x="8" y="307"/>
                  </a:cubicBezTo>
                  <a:cubicBezTo>
                    <a:pt x="307" y="9"/>
                    <a:pt x="307" y="9"/>
                    <a:pt x="307" y="9"/>
                  </a:cubicBezTo>
                  <a:cubicBezTo>
                    <a:pt x="324" y="0"/>
                    <a:pt x="341" y="0"/>
                    <a:pt x="358" y="0"/>
                  </a:cubicBezTo>
                  <a:cubicBezTo>
                    <a:pt x="375" y="9"/>
                    <a:pt x="384" y="26"/>
                    <a:pt x="384" y="43"/>
                  </a:cubicBezTo>
                  <a:cubicBezTo>
                    <a:pt x="384" y="213"/>
                    <a:pt x="384" y="213"/>
                    <a:pt x="384" y="213"/>
                  </a:cubicBezTo>
                  <a:cubicBezTo>
                    <a:pt x="554" y="213"/>
                    <a:pt x="554" y="213"/>
                    <a:pt x="554" y="213"/>
                  </a:cubicBezTo>
                  <a:cubicBezTo>
                    <a:pt x="571" y="213"/>
                    <a:pt x="588" y="222"/>
                    <a:pt x="597" y="239"/>
                  </a:cubicBezTo>
                  <a:cubicBezTo>
                    <a:pt x="597" y="256"/>
                    <a:pt x="597" y="273"/>
                    <a:pt x="588" y="290"/>
                  </a:cubicBezTo>
                  <a:cubicBezTo>
                    <a:pt x="290" y="589"/>
                    <a:pt x="290" y="589"/>
                    <a:pt x="290" y="589"/>
                  </a:cubicBezTo>
                  <a:cubicBezTo>
                    <a:pt x="281" y="589"/>
                    <a:pt x="264" y="597"/>
                    <a:pt x="256" y="597"/>
                  </a:cubicBezTo>
                  <a:close/>
                  <a:moveTo>
                    <a:pt x="85" y="512"/>
                  </a:moveTo>
                  <a:cubicBezTo>
                    <a:pt x="239" y="512"/>
                    <a:pt x="239" y="512"/>
                    <a:pt x="239" y="512"/>
                  </a:cubicBezTo>
                  <a:cubicBezTo>
                    <a:pt x="452" y="299"/>
                    <a:pt x="452" y="299"/>
                    <a:pt x="452" y="299"/>
                  </a:cubicBezTo>
                  <a:cubicBezTo>
                    <a:pt x="341" y="299"/>
                    <a:pt x="341" y="299"/>
                    <a:pt x="341" y="299"/>
                  </a:cubicBezTo>
                  <a:cubicBezTo>
                    <a:pt x="315" y="299"/>
                    <a:pt x="298" y="282"/>
                    <a:pt x="298" y="256"/>
                  </a:cubicBezTo>
                  <a:cubicBezTo>
                    <a:pt x="298" y="145"/>
                    <a:pt x="298" y="145"/>
                    <a:pt x="298" y="145"/>
                  </a:cubicBezTo>
                  <a:cubicBezTo>
                    <a:pt x="85" y="358"/>
                    <a:pt x="85" y="358"/>
                    <a:pt x="85" y="358"/>
                  </a:cubicBezTo>
                  <a:lnTo>
                    <a:pt x="85" y="5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spTree>
    <p:extLst>
      <p:ext uri="{BB962C8B-B14F-4D97-AF65-F5344CB8AC3E}">
        <p14:creationId xmlns:p14="http://schemas.microsoft.com/office/powerpoint/2010/main" val="138042573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4F08B9-8DF4-4C31-1ABA-31A2897940F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451AC1D-BCFE-E773-172F-527F60DCE65C}"/>
              </a:ext>
            </a:extLst>
          </p:cNvPr>
          <p:cNvSpPr>
            <a:spLocks noGrp="1"/>
          </p:cNvSpPr>
          <p:nvPr>
            <p:ph type="title"/>
          </p:nvPr>
        </p:nvSpPr>
        <p:spPr>
          <a:xfrm>
            <a:off x="611030" y="274640"/>
            <a:ext cx="10969943" cy="711081"/>
          </a:xfrm>
        </p:spPr>
        <p:txBody>
          <a:bodyPr/>
          <a:lstStyle/>
          <a:p>
            <a:r>
              <a:rPr lang="en-US">
                <a:solidFill>
                  <a:schemeClr val="tx1">
                    <a:lumMod val="85000"/>
                    <a:lumOff val="15000"/>
                  </a:schemeClr>
                </a:solidFill>
              </a:rPr>
              <a:t>Opposite Arrows Quadrant Slide Template</a:t>
            </a:r>
          </a:p>
        </p:txBody>
      </p:sp>
      <p:sp>
        <p:nvSpPr>
          <p:cNvPr id="47" name="Frame 46">
            <a:extLst>
              <a:ext uri="{FF2B5EF4-FFF2-40B4-BE49-F238E27FC236}">
                <a16:creationId xmlns:a16="http://schemas.microsoft.com/office/drawing/2014/main" id="{13A7EBE1-C165-4037-7D2B-39CE3DC81D2A}"/>
              </a:ext>
            </a:extLst>
          </p:cNvPr>
          <p:cNvSpPr/>
          <p:nvPr/>
        </p:nvSpPr>
        <p:spPr>
          <a:xfrm rot="5400000">
            <a:off x="3930759" y="1615683"/>
            <a:ext cx="4319526" cy="4319526"/>
          </a:xfrm>
          <a:prstGeom prst="fram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7" name="Rounded Rectangle 3">
            <a:extLst>
              <a:ext uri="{FF2B5EF4-FFF2-40B4-BE49-F238E27FC236}">
                <a16:creationId xmlns:a16="http://schemas.microsoft.com/office/drawing/2014/main" id="{14DC229A-DCA8-70DF-8187-CA22C4D31B24}"/>
              </a:ext>
            </a:extLst>
          </p:cNvPr>
          <p:cNvSpPr/>
          <p:nvPr/>
        </p:nvSpPr>
        <p:spPr>
          <a:xfrm rot="2700000">
            <a:off x="3134135" y="3502461"/>
            <a:ext cx="5905762" cy="542672"/>
          </a:xfrm>
          <a:prstGeom prst="roundRect">
            <a:avLst>
              <a:gd name="adj" fmla="val 50000"/>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8" name="Rounded Rectangle 4">
            <a:extLst>
              <a:ext uri="{FF2B5EF4-FFF2-40B4-BE49-F238E27FC236}">
                <a16:creationId xmlns:a16="http://schemas.microsoft.com/office/drawing/2014/main" id="{FEABB8C9-6462-38E2-C26A-19CFF31807A0}"/>
              </a:ext>
            </a:extLst>
          </p:cNvPr>
          <p:cNvSpPr/>
          <p:nvPr/>
        </p:nvSpPr>
        <p:spPr>
          <a:xfrm rot="5393687">
            <a:off x="7317499" y="4991887"/>
            <a:ext cx="1328459" cy="542672"/>
          </a:xfrm>
          <a:prstGeom prst="roundRect">
            <a:avLst>
              <a:gd name="adj" fmla="val 50000"/>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12" name="Rounded Rectangle 5">
            <a:extLst>
              <a:ext uri="{FF2B5EF4-FFF2-40B4-BE49-F238E27FC236}">
                <a16:creationId xmlns:a16="http://schemas.microsoft.com/office/drawing/2014/main" id="{0E981F49-67DA-4411-0239-0D2565885793}"/>
              </a:ext>
            </a:extLst>
          </p:cNvPr>
          <p:cNvSpPr/>
          <p:nvPr/>
        </p:nvSpPr>
        <p:spPr>
          <a:xfrm rot="59101" flipH="1">
            <a:off x="6926667" y="5389630"/>
            <a:ext cx="1328459" cy="542672"/>
          </a:xfrm>
          <a:prstGeom prst="roundRect">
            <a:avLst>
              <a:gd name="adj" fmla="val 50000"/>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49" name="Rounded Rectangle 4">
            <a:extLst>
              <a:ext uri="{FF2B5EF4-FFF2-40B4-BE49-F238E27FC236}">
                <a16:creationId xmlns:a16="http://schemas.microsoft.com/office/drawing/2014/main" id="{0CAD0743-8656-CDBC-D7F8-0B6E070A4714}"/>
              </a:ext>
            </a:extLst>
          </p:cNvPr>
          <p:cNvSpPr/>
          <p:nvPr/>
        </p:nvSpPr>
        <p:spPr>
          <a:xfrm rot="6313" flipH="1">
            <a:off x="3929568" y="1603958"/>
            <a:ext cx="1328460" cy="542672"/>
          </a:xfrm>
          <a:prstGeom prst="roundRect">
            <a:avLst>
              <a:gd name="adj" fmla="val 50000"/>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50" name="Rounded Rectangle 5">
            <a:extLst>
              <a:ext uri="{FF2B5EF4-FFF2-40B4-BE49-F238E27FC236}">
                <a16:creationId xmlns:a16="http://schemas.microsoft.com/office/drawing/2014/main" id="{A5FE0B2B-CC0B-05AA-8BEF-C0440F5EE520}"/>
              </a:ext>
            </a:extLst>
          </p:cNvPr>
          <p:cNvSpPr/>
          <p:nvPr/>
        </p:nvSpPr>
        <p:spPr>
          <a:xfrm rot="5340899">
            <a:off x="3531826" y="1994790"/>
            <a:ext cx="1328460" cy="542672"/>
          </a:xfrm>
          <a:prstGeom prst="roundRect">
            <a:avLst>
              <a:gd name="adj" fmla="val 50000"/>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54" name="Rounded Rectangle 3">
            <a:extLst>
              <a:ext uri="{FF2B5EF4-FFF2-40B4-BE49-F238E27FC236}">
                <a16:creationId xmlns:a16="http://schemas.microsoft.com/office/drawing/2014/main" id="{11F60169-79F2-CA69-2CAC-4F14F7628F57}"/>
              </a:ext>
            </a:extLst>
          </p:cNvPr>
          <p:cNvSpPr/>
          <p:nvPr/>
        </p:nvSpPr>
        <p:spPr>
          <a:xfrm rot="8100000">
            <a:off x="3130344" y="3491464"/>
            <a:ext cx="5905762" cy="542672"/>
          </a:xfrm>
          <a:prstGeom prst="roundRect">
            <a:avLst>
              <a:gd name="adj" fmla="val 50000"/>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55" name="Rounded Rectangle 4">
            <a:extLst>
              <a:ext uri="{FF2B5EF4-FFF2-40B4-BE49-F238E27FC236}">
                <a16:creationId xmlns:a16="http://schemas.microsoft.com/office/drawing/2014/main" id="{AB24A08A-1009-72D1-B8D6-63190647D9D9}"/>
              </a:ext>
            </a:extLst>
          </p:cNvPr>
          <p:cNvSpPr/>
          <p:nvPr/>
        </p:nvSpPr>
        <p:spPr>
          <a:xfrm rot="10793687">
            <a:off x="3929569" y="5386174"/>
            <a:ext cx="1328459" cy="542672"/>
          </a:xfrm>
          <a:prstGeom prst="roundRect">
            <a:avLst>
              <a:gd name="adj" fmla="val 50000"/>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56" name="Rounded Rectangle 5">
            <a:extLst>
              <a:ext uri="{FF2B5EF4-FFF2-40B4-BE49-F238E27FC236}">
                <a16:creationId xmlns:a16="http://schemas.microsoft.com/office/drawing/2014/main" id="{DF119BA7-AFF6-66EC-4772-AE9056F39855}"/>
              </a:ext>
            </a:extLst>
          </p:cNvPr>
          <p:cNvSpPr/>
          <p:nvPr/>
        </p:nvSpPr>
        <p:spPr>
          <a:xfrm rot="5459101" flipH="1">
            <a:off x="3531827" y="4995343"/>
            <a:ext cx="1328459" cy="542672"/>
          </a:xfrm>
          <a:prstGeom prst="roundRect">
            <a:avLst>
              <a:gd name="adj" fmla="val 50000"/>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58" name="Rounded Rectangle 4">
            <a:extLst>
              <a:ext uri="{FF2B5EF4-FFF2-40B4-BE49-F238E27FC236}">
                <a16:creationId xmlns:a16="http://schemas.microsoft.com/office/drawing/2014/main" id="{89CA2924-C307-2D6B-1AE2-BC05353717E3}"/>
              </a:ext>
            </a:extLst>
          </p:cNvPr>
          <p:cNvSpPr/>
          <p:nvPr/>
        </p:nvSpPr>
        <p:spPr>
          <a:xfrm rot="5406313" flipH="1">
            <a:off x="7317498" y="1998245"/>
            <a:ext cx="1328460" cy="542672"/>
          </a:xfrm>
          <a:prstGeom prst="roundRect">
            <a:avLst>
              <a:gd name="adj" fmla="val 50000"/>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59" name="Rounded Rectangle 5">
            <a:extLst>
              <a:ext uri="{FF2B5EF4-FFF2-40B4-BE49-F238E27FC236}">
                <a16:creationId xmlns:a16="http://schemas.microsoft.com/office/drawing/2014/main" id="{FC658385-CA57-A6FE-B12D-308FDA35D148}"/>
              </a:ext>
            </a:extLst>
          </p:cNvPr>
          <p:cNvSpPr/>
          <p:nvPr/>
        </p:nvSpPr>
        <p:spPr>
          <a:xfrm rot="10740899">
            <a:off x="6926666" y="1600503"/>
            <a:ext cx="1328460" cy="542672"/>
          </a:xfrm>
          <a:prstGeom prst="roundRect">
            <a:avLst>
              <a:gd name="adj" fmla="val 50000"/>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69" name="Group 68">
            <a:extLst>
              <a:ext uri="{FF2B5EF4-FFF2-40B4-BE49-F238E27FC236}">
                <a16:creationId xmlns:a16="http://schemas.microsoft.com/office/drawing/2014/main" id="{88ED7949-7F13-43DD-7956-E8FC0D3D3D09}"/>
              </a:ext>
            </a:extLst>
          </p:cNvPr>
          <p:cNvGrpSpPr/>
          <p:nvPr/>
        </p:nvGrpSpPr>
        <p:grpSpPr>
          <a:xfrm rot="2700000">
            <a:off x="5963094" y="1882985"/>
            <a:ext cx="307779" cy="3726895"/>
            <a:chOff x="5949798" y="2153627"/>
            <a:chExt cx="261774" cy="3169818"/>
          </a:xfrm>
        </p:grpSpPr>
        <p:sp>
          <p:nvSpPr>
            <p:cNvPr id="67" name="TextBox 66">
              <a:extLst>
                <a:ext uri="{FF2B5EF4-FFF2-40B4-BE49-F238E27FC236}">
                  <a16:creationId xmlns:a16="http://schemas.microsoft.com/office/drawing/2014/main" id="{4CCF8134-2DB0-5C79-9DA0-4AAFC6471A06}"/>
                </a:ext>
              </a:extLst>
            </p:cNvPr>
            <p:cNvSpPr txBox="1"/>
            <p:nvPr/>
          </p:nvSpPr>
          <p:spPr>
            <a:xfrm rot="16200000">
              <a:off x="5580863" y="2522562"/>
              <a:ext cx="999641" cy="261772"/>
            </a:xfrm>
            <a:prstGeom prst="rect">
              <a:avLst/>
            </a:prstGeom>
            <a:noFill/>
          </p:spPr>
          <p:txBody>
            <a:bodyPr wrap="non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Segoe UI"/>
                  <a:ea typeface="+mn-ea"/>
                  <a:cs typeface="Sabon Next LT" panose="020B0502040204020203" pitchFamily="2" charset="0"/>
                </a:rPr>
                <a:t>Placeholder</a:t>
              </a:r>
            </a:p>
          </p:txBody>
        </p:sp>
        <p:sp>
          <p:nvSpPr>
            <p:cNvPr id="68" name="TextBox 67">
              <a:extLst>
                <a:ext uri="{FF2B5EF4-FFF2-40B4-BE49-F238E27FC236}">
                  <a16:creationId xmlns:a16="http://schemas.microsoft.com/office/drawing/2014/main" id="{FB0C2FE7-21BF-5467-7F14-CEF22EE83A32}"/>
                </a:ext>
              </a:extLst>
            </p:cNvPr>
            <p:cNvSpPr txBox="1"/>
            <p:nvPr/>
          </p:nvSpPr>
          <p:spPr>
            <a:xfrm rot="16200000">
              <a:off x="5580865" y="4692739"/>
              <a:ext cx="999641" cy="261772"/>
            </a:xfrm>
            <a:prstGeom prst="rect">
              <a:avLst/>
            </a:prstGeom>
            <a:noFill/>
          </p:spPr>
          <p:txBody>
            <a:bodyPr wrap="non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Segoe UI"/>
                  <a:ea typeface="+mn-ea"/>
                  <a:cs typeface="Sabon Next LT" panose="020B0502040204020203" pitchFamily="2" charset="0"/>
                </a:rPr>
                <a:t>Placeholder</a:t>
              </a:r>
            </a:p>
          </p:txBody>
        </p:sp>
      </p:grpSp>
      <p:grpSp>
        <p:nvGrpSpPr>
          <p:cNvPr id="70" name="Group 69">
            <a:extLst>
              <a:ext uri="{FF2B5EF4-FFF2-40B4-BE49-F238E27FC236}">
                <a16:creationId xmlns:a16="http://schemas.microsoft.com/office/drawing/2014/main" id="{3E7ED521-15A7-6CB8-CC7F-0B06D0F15120}"/>
              </a:ext>
            </a:extLst>
          </p:cNvPr>
          <p:cNvGrpSpPr/>
          <p:nvPr/>
        </p:nvGrpSpPr>
        <p:grpSpPr>
          <a:xfrm rot="8100000">
            <a:off x="5925857" y="1906572"/>
            <a:ext cx="307778" cy="3726895"/>
            <a:chOff x="5949799" y="2153627"/>
            <a:chExt cx="261773" cy="3169818"/>
          </a:xfrm>
        </p:grpSpPr>
        <p:sp>
          <p:nvSpPr>
            <p:cNvPr id="71" name="TextBox 70">
              <a:extLst>
                <a:ext uri="{FF2B5EF4-FFF2-40B4-BE49-F238E27FC236}">
                  <a16:creationId xmlns:a16="http://schemas.microsoft.com/office/drawing/2014/main" id="{AB6B7208-F899-0F7E-184D-9B34A791D43B}"/>
                </a:ext>
              </a:extLst>
            </p:cNvPr>
            <p:cNvSpPr txBox="1"/>
            <p:nvPr/>
          </p:nvSpPr>
          <p:spPr>
            <a:xfrm rot="16200000">
              <a:off x="5580864" y="2522562"/>
              <a:ext cx="999641" cy="261772"/>
            </a:xfrm>
            <a:prstGeom prst="rect">
              <a:avLst/>
            </a:prstGeom>
            <a:noFill/>
          </p:spPr>
          <p:txBody>
            <a:bodyPr wrap="non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Segoe UI"/>
                  <a:ea typeface="+mn-ea"/>
                  <a:cs typeface="Sabon Next LT" panose="020B0502040204020203" pitchFamily="2" charset="0"/>
                </a:rPr>
                <a:t>Placeholder</a:t>
              </a:r>
            </a:p>
          </p:txBody>
        </p:sp>
        <p:sp>
          <p:nvSpPr>
            <p:cNvPr id="72" name="TextBox 71">
              <a:extLst>
                <a:ext uri="{FF2B5EF4-FFF2-40B4-BE49-F238E27FC236}">
                  <a16:creationId xmlns:a16="http://schemas.microsoft.com/office/drawing/2014/main" id="{F71AC741-EBC4-B831-F70F-7685E6F05567}"/>
                </a:ext>
              </a:extLst>
            </p:cNvPr>
            <p:cNvSpPr txBox="1"/>
            <p:nvPr/>
          </p:nvSpPr>
          <p:spPr>
            <a:xfrm rot="16200000">
              <a:off x="5580865" y="4692739"/>
              <a:ext cx="999641" cy="261772"/>
            </a:xfrm>
            <a:prstGeom prst="rect">
              <a:avLst/>
            </a:prstGeom>
            <a:noFill/>
          </p:spPr>
          <p:txBody>
            <a:bodyPr wrap="non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Segoe UI"/>
                  <a:ea typeface="+mn-ea"/>
                  <a:cs typeface="Sabon Next LT" panose="020B0502040204020203" pitchFamily="2" charset="0"/>
                </a:rPr>
                <a:t>Placeholder</a:t>
              </a:r>
            </a:p>
          </p:txBody>
        </p:sp>
      </p:grpSp>
      <p:grpSp>
        <p:nvGrpSpPr>
          <p:cNvPr id="73" name="Group 72">
            <a:extLst>
              <a:ext uri="{FF2B5EF4-FFF2-40B4-BE49-F238E27FC236}">
                <a16:creationId xmlns:a16="http://schemas.microsoft.com/office/drawing/2014/main" id="{807A76C3-325A-940A-0EB6-AB58C5252E57}"/>
              </a:ext>
            </a:extLst>
          </p:cNvPr>
          <p:cNvGrpSpPr/>
          <p:nvPr/>
        </p:nvGrpSpPr>
        <p:grpSpPr>
          <a:xfrm>
            <a:off x="9487764" y="1615724"/>
            <a:ext cx="2093209" cy="1090614"/>
            <a:chOff x="1003061" y="1786066"/>
            <a:chExt cx="1832720" cy="1017175"/>
          </a:xfrm>
        </p:grpSpPr>
        <p:sp>
          <p:nvSpPr>
            <p:cNvPr id="74" name="TextBox 73">
              <a:extLst>
                <a:ext uri="{FF2B5EF4-FFF2-40B4-BE49-F238E27FC236}">
                  <a16:creationId xmlns:a16="http://schemas.microsoft.com/office/drawing/2014/main" id="{DD9011E4-FDED-A032-D3B1-3853632C6FD8}"/>
                </a:ext>
              </a:extLst>
            </p:cNvPr>
            <p:cNvSpPr txBox="1"/>
            <p:nvPr/>
          </p:nvSpPr>
          <p:spPr>
            <a:xfrm>
              <a:off x="1003061" y="2140629"/>
              <a:ext cx="1832720" cy="662612"/>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75" name="TextBox 74">
              <a:extLst>
                <a:ext uri="{FF2B5EF4-FFF2-40B4-BE49-F238E27FC236}">
                  <a16:creationId xmlns:a16="http://schemas.microsoft.com/office/drawing/2014/main" id="{EC491EEE-9EDC-2BFA-7061-510023B0C87F}"/>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Edit Title Here</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79" name="Group 78">
            <a:extLst>
              <a:ext uri="{FF2B5EF4-FFF2-40B4-BE49-F238E27FC236}">
                <a16:creationId xmlns:a16="http://schemas.microsoft.com/office/drawing/2014/main" id="{B61D653C-9D26-B1BB-650D-D3A0A13C8FD8}"/>
              </a:ext>
            </a:extLst>
          </p:cNvPr>
          <p:cNvGrpSpPr/>
          <p:nvPr/>
        </p:nvGrpSpPr>
        <p:grpSpPr>
          <a:xfrm>
            <a:off x="611030" y="1615724"/>
            <a:ext cx="2093209" cy="1090614"/>
            <a:chOff x="1003061" y="1786066"/>
            <a:chExt cx="1832720" cy="1017175"/>
          </a:xfrm>
        </p:grpSpPr>
        <p:sp>
          <p:nvSpPr>
            <p:cNvPr id="80" name="TextBox 79">
              <a:extLst>
                <a:ext uri="{FF2B5EF4-FFF2-40B4-BE49-F238E27FC236}">
                  <a16:creationId xmlns:a16="http://schemas.microsoft.com/office/drawing/2014/main" id="{2011DE8E-F27D-95CE-D6CF-C798B6F35BBE}"/>
                </a:ext>
              </a:extLst>
            </p:cNvPr>
            <p:cNvSpPr txBox="1"/>
            <p:nvPr/>
          </p:nvSpPr>
          <p:spPr>
            <a:xfrm>
              <a:off x="1003061" y="2140629"/>
              <a:ext cx="1832720" cy="662612"/>
            </a:xfrm>
            <a:prstGeom prst="rect">
              <a:avLst/>
            </a:prstGeom>
            <a:noFill/>
          </p:spPr>
          <p:txBody>
            <a:bodyPr wrap="square" lIns="0" tIns="0" rIns="0" bIns="0" rtlCol="0" anchor="t">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 </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81" name="TextBox 80">
              <a:extLst>
                <a:ext uri="{FF2B5EF4-FFF2-40B4-BE49-F238E27FC236}">
                  <a16:creationId xmlns:a16="http://schemas.microsoft.com/office/drawing/2014/main" id="{83A11D4D-4631-CFBC-F948-E3F207101DEC}"/>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Edit Title Here</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76" name="Group 75">
            <a:extLst>
              <a:ext uri="{FF2B5EF4-FFF2-40B4-BE49-F238E27FC236}">
                <a16:creationId xmlns:a16="http://schemas.microsoft.com/office/drawing/2014/main" id="{74071795-4426-C357-1DDD-C9E0BFDC35FF}"/>
              </a:ext>
            </a:extLst>
          </p:cNvPr>
          <p:cNvGrpSpPr/>
          <p:nvPr/>
        </p:nvGrpSpPr>
        <p:grpSpPr>
          <a:xfrm>
            <a:off x="9487764" y="4846890"/>
            <a:ext cx="2093209" cy="1005270"/>
            <a:chOff x="1003061" y="1786066"/>
            <a:chExt cx="1832720" cy="937578"/>
          </a:xfrm>
        </p:grpSpPr>
        <p:sp>
          <p:nvSpPr>
            <p:cNvPr id="77" name="TextBox 76">
              <a:extLst>
                <a:ext uri="{FF2B5EF4-FFF2-40B4-BE49-F238E27FC236}">
                  <a16:creationId xmlns:a16="http://schemas.microsoft.com/office/drawing/2014/main" id="{D42B650E-EF49-2295-178F-D3F4790E6688}"/>
                </a:ext>
              </a:extLst>
            </p:cNvPr>
            <p:cNvSpPr txBox="1"/>
            <p:nvPr/>
          </p:nvSpPr>
          <p:spPr>
            <a:xfrm>
              <a:off x="1003061" y="2140629"/>
              <a:ext cx="1832720" cy="583015"/>
            </a:xfrm>
            <a:prstGeom prst="rect">
              <a:avLst/>
            </a:prstGeom>
            <a:noFill/>
          </p:spPr>
          <p:txBody>
            <a:bodyPr wrap="square" lIns="0" tIns="0" rIns="0" bIns="0" rtlCol="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78" name="TextBox 77">
              <a:extLst>
                <a:ext uri="{FF2B5EF4-FFF2-40B4-BE49-F238E27FC236}">
                  <a16:creationId xmlns:a16="http://schemas.microsoft.com/office/drawing/2014/main" id="{5C1745DA-6F4C-6D51-C10F-E01436FE220B}"/>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Edit Title Here</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82" name="Group 81">
            <a:extLst>
              <a:ext uri="{FF2B5EF4-FFF2-40B4-BE49-F238E27FC236}">
                <a16:creationId xmlns:a16="http://schemas.microsoft.com/office/drawing/2014/main" id="{70234902-7911-2414-D8E1-0F7C167E0CD5}"/>
              </a:ext>
            </a:extLst>
          </p:cNvPr>
          <p:cNvGrpSpPr/>
          <p:nvPr/>
        </p:nvGrpSpPr>
        <p:grpSpPr>
          <a:xfrm>
            <a:off x="611030" y="4846890"/>
            <a:ext cx="2093209" cy="1005270"/>
            <a:chOff x="1003061" y="1786066"/>
            <a:chExt cx="1832720" cy="937578"/>
          </a:xfrm>
        </p:grpSpPr>
        <p:sp>
          <p:nvSpPr>
            <p:cNvPr id="83" name="TextBox 82">
              <a:extLst>
                <a:ext uri="{FF2B5EF4-FFF2-40B4-BE49-F238E27FC236}">
                  <a16:creationId xmlns:a16="http://schemas.microsoft.com/office/drawing/2014/main" id="{4291ACF0-25D3-E888-EF42-0B5F21AAA3DC}"/>
                </a:ext>
              </a:extLst>
            </p:cNvPr>
            <p:cNvSpPr txBox="1"/>
            <p:nvPr/>
          </p:nvSpPr>
          <p:spPr>
            <a:xfrm>
              <a:off x="1003061" y="2140629"/>
              <a:ext cx="1832720" cy="583015"/>
            </a:xfrm>
            <a:prstGeom prst="rect">
              <a:avLst/>
            </a:prstGeom>
            <a:noFill/>
          </p:spPr>
          <p:txBody>
            <a:bodyPr wrap="square" lIns="0" tIns="0" rIns="0" bIns="0" rtlCol="0" anchor="t">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84" name="TextBox 83">
              <a:extLst>
                <a:ext uri="{FF2B5EF4-FFF2-40B4-BE49-F238E27FC236}">
                  <a16:creationId xmlns:a16="http://schemas.microsoft.com/office/drawing/2014/main" id="{01761600-5B93-2B48-4EEF-AA040B851357}"/>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Edit Title Here</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pic>
        <p:nvPicPr>
          <p:cNvPr id="10" name="Graphic 9" descr="Bank with solid fill">
            <a:extLst>
              <a:ext uri="{FF2B5EF4-FFF2-40B4-BE49-F238E27FC236}">
                <a16:creationId xmlns:a16="http://schemas.microsoft.com/office/drawing/2014/main" id="{4A0C3AD0-74E4-C774-F9B8-247142D2BD64}"/>
              </a:ext>
            </a:extLst>
          </p:cNvPr>
          <p:cNvPicPr>
            <a:picLocks noChangeAspect="1"/>
          </p:cNvPicPr>
          <p:nvPr/>
        </p:nvPicPr>
        <p:blipFill>
          <a:blip r:embed="rId2">
            <a:extLst>
              <a:ext uri="{96DAC541-7B7A-43D3-8B79-37D633B846F1}">
                <asvg:svgBlip xmlns:asvg="http://schemas.microsoft.com/office/drawing/2016/SVG/main" r:embed="rId3"/>
              </a:ext>
            </a:extLst>
          </a:blip>
          <a:srcRect/>
          <a:stretch/>
        </p:blipFill>
        <p:spPr>
          <a:xfrm>
            <a:off x="8522299" y="1649636"/>
            <a:ext cx="678236" cy="678236"/>
          </a:xfrm>
          <a:prstGeom prst="rect">
            <a:avLst/>
          </a:prstGeom>
        </p:spPr>
      </p:pic>
      <p:pic>
        <p:nvPicPr>
          <p:cNvPr id="11" name="Gráfico 20" descr="Bullseye">
            <a:extLst>
              <a:ext uri="{FF2B5EF4-FFF2-40B4-BE49-F238E27FC236}">
                <a16:creationId xmlns:a16="http://schemas.microsoft.com/office/drawing/2014/main" id="{BBE8C2B7-004E-30B3-779D-0BE0A74ABD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014445" y="1680465"/>
            <a:ext cx="616578" cy="616578"/>
          </a:xfrm>
          <a:prstGeom prst="rect">
            <a:avLst/>
          </a:prstGeom>
        </p:spPr>
      </p:pic>
      <p:pic>
        <p:nvPicPr>
          <p:cNvPr id="13" name="Graphic 12" descr="Document">
            <a:extLst>
              <a:ext uri="{FF2B5EF4-FFF2-40B4-BE49-F238E27FC236}">
                <a16:creationId xmlns:a16="http://schemas.microsoft.com/office/drawing/2014/main" id="{0CB3051E-AFEA-2759-E747-04EE410D455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14445" y="4911631"/>
            <a:ext cx="616578" cy="616578"/>
          </a:xfrm>
          <a:prstGeom prst="rect">
            <a:avLst/>
          </a:prstGeom>
        </p:spPr>
      </p:pic>
      <p:pic>
        <p:nvPicPr>
          <p:cNvPr id="14" name="Graphic 13" descr="Handshake with solid fill">
            <a:extLst>
              <a:ext uri="{FF2B5EF4-FFF2-40B4-BE49-F238E27FC236}">
                <a16:creationId xmlns:a16="http://schemas.microsoft.com/office/drawing/2014/main" id="{56C3E550-799A-5102-7369-275606D08DC0}"/>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8488387" y="4846890"/>
            <a:ext cx="746060" cy="746060"/>
          </a:xfrm>
          <a:prstGeom prst="rect">
            <a:avLst/>
          </a:prstGeom>
        </p:spPr>
      </p:pic>
    </p:spTree>
    <p:extLst>
      <p:ext uri="{BB962C8B-B14F-4D97-AF65-F5344CB8AC3E}">
        <p14:creationId xmlns:p14="http://schemas.microsoft.com/office/powerpoint/2010/main" val="65777601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1DB3B9B0-4341-4598-9F6C-C61EE156135C}"/>
              </a:ext>
            </a:extLst>
          </p:cNvPr>
          <p:cNvGrpSpPr/>
          <p:nvPr/>
        </p:nvGrpSpPr>
        <p:grpSpPr>
          <a:xfrm>
            <a:off x="197699" y="177800"/>
            <a:ext cx="11796602" cy="615101"/>
            <a:chOff x="197699" y="177800"/>
            <a:chExt cx="11796602" cy="615101"/>
          </a:xfrm>
        </p:grpSpPr>
        <p:sp>
          <p:nvSpPr>
            <p:cNvPr id="14" name="Half Frame 13">
              <a:extLst>
                <a:ext uri="{FF2B5EF4-FFF2-40B4-BE49-F238E27FC236}">
                  <a16:creationId xmlns:a16="http://schemas.microsoft.com/office/drawing/2014/main" id="{F29B2B6A-AB41-45D2-95CD-5A3902C2A1AB}"/>
                </a:ext>
              </a:extLst>
            </p:cNvPr>
            <p:cNvSpPr/>
            <p:nvPr/>
          </p:nvSpPr>
          <p:spPr>
            <a:xfrm>
              <a:off x="197699" y="177800"/>
              <a:ext cx="615101" cy="615101"/>
            </a:xfrm>
            <a:prstGeom prst="halfFrame">
              <a:avLst>
                <a:gd name="adj1" fmla="val 10256"/>
                <a:gd name="adj2" fmla="val 1025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5" name="Half Frame 14">
              <a:extLst>
                <a:ext uri="{FF2B5EF4-FFF2-40B4-BE49-F238E27FC236}">
                  <a16:creationId xmlns:a16="http://schemas.microsoft.com/office/drawing/2014/main" id="{0B479F6D-09AF-4941-8C01-980B453DBED4}"/>
                </a:ext>
              </a:extLst>
            </p:cNvPr>
            <p:cNvSpPr/>
            <p:nvPr/>
          </p:nvSpPr>
          <p:spPr>
            <a:xfrm flipH="1">
              <a:off x="11379200" y="177800"/>
              <a:ext cx="615101" cy="615101"/>
            </a:xfrm>
            <a:prstGeom prst="halfFrame">
              <a:avLst>
                <a:gd name="adj1" fmla="val 10256"/>
                <a:gd name="adj2" fmla="val 1025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sp>
        <p:nvSpPr>
          <p:cNvPr id="2" name="Date Placeholder 1">
            <a:extLst>
              <a:ext uri="{FF2B5EF4-FFF2-40B4-BE49-F238E27FC236}">
                <a16:creationId xmlns:a16="http://schemas.microsoft.com/office/drawing/2014/main" id="{C24993B1-92CA-4418-A4E7-1CE39667B5D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E042397-7EDB-41F6-8908-FDD8E0EA6B72}" type="datetime1">
              <a:rPr kumimoji="0" lang="en-US" sz="1200" b="0" i="0" u="none" strike="noStrike" kern="1200" cap="none" spc="0" normalizeH="0" baseline="0" noProof="0" smtClean="0">
                <a:ln>
                  <a:noFill/>
                </a:ln>
                <a:solidFill>
                  <a:prstClr val="black">
                    <a:tint val="75000"/>
                  </a:prst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alibri Light"/>
              <a:ea typeface="+mn-ea"/>
              <a:cs typeface="+mn-cs"/>
            </a:endParaRPr>
          </a:p>
        </p:txBody>
      </p:sp>
      <p:sp>
        <p:nvSpPr>
          <p:cNvPr id="3" name="Slide Number Placeholder 2">
            <a:extLst>
              <a:ext uri="{FF2B5EF4-FFF2-40B4-BE49-F238E27FC236}">
                <a16:creationId xmlns:a16="http://schemas.microsoft.com/office/drawing/2014/main" id="{898EDF39-4C88-48E7-B243-DDB03AA8EB7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7419944-944D-4CCD-B088-42500AB2AC95}" type="slidenum">
              <a:rPr kumimoji="0" lang="en-US" sz="1200" b="0" i="0" u="none" strike="noStrike" kern="1200" cap="none" spc="0" normalizeH="0" baseline="0" noProof="0" smtClean="0">
                <a:ln>
                  <a:noFill/>
                </a:ln>
                <a:solidFill>
                  <a:prstClr val="black">
                    <a:tint val="75000"/>
                  </a:prst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tint val="75000"/>
                </a:prstClr>
              </a:solidFill>
              <a:effectLst/>
              <a:uLnTx/>
              <a:uFillTx/>
              <a:latin typeface="Calibri Light"/>
              <a:ea typeface="+mn-ea"/>
              <a:cs typeface="+mn-cs"/>
            </a:endParaRPr>
          </a:p>
        </p:txBody>
      </p:sp>
      <p:sp>
        <p:nvSpPr>
          <p:cNvPr id="9" name="TextBox 8">
            <a:extLst>
              <a:ext uri="{FF2B5EF4-FFF2-40B4-BE49-F238E27FC236}">
                <a16:creationId xmlns:a16="http://schemas.microsoft.com/office/drawing/2014/main" id="{E97EFFDC-D8E5-4D19-9612-FA9E5CC84444}"/>
              </a:ext>
            </a:extLst>
          </p:cNvPr>
          <p:cNvSpPr txBox="1"/>
          <p:nvPr/>
        </p:nvSpPr>
        <p:spPr>
          <a:xfrm>
            <a:off x="812801" y="313492"/>
            <a:ext cx="10566400" cy="67710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entury Gothic"/>
                <a:ea typeface="+mn-ea"/>
                <a:cs typeface="Segoe UI Semibold" panose="020B0702040204020203" pitchFamily="34" charset="0"/>
              </a:rPr>
              <a:t>SYS</a:t>
            </a:r>
            <a:r>
              <a:rPr kumimoji="0" lang="en-US" sz="4400" b="0" i="0" u="none" strike="noStrike" kern="1200" cap="none" spc="0" normalizeH="0" baseline="0" noProof="0">
                <a:ln>
                  <a:noFill/>
                </a:ln>
                <a:solidFill>
                  <a:prstClr val="black"/>
                </a:solidFill>
                <a:effectLst/>
                <a:uLnTx/>
                <a:uFillTx/>
                <a:latin typeface="Century Gothic"/>
                <a:ea typeface="+mn-ea"/>
                <a:cs typeface="Segoe UI Semibold" panose="020B0702040204020203" pitchFamily="34" charset="0"/>
              </a:rPr>
              <a:t>TEMS</a:t>
            </a:r>
          </a:p>
        </p:txBody>
      </p:sp>
      <p:sp>
        <p:nvSpPr>
          <p:cNvPr id="4" name="Arrow: Chevron 3">
            <a:extLst>
              <a:ext uri="{FF2B5EF4-FFF2-40B4-BE49-F238E27FC236}">
                <a16:creationId xmlns:a16="http://schemas.microsoft.com/office/drawing/2014/main" id="{AF462F67-C38A-4FE1-8214-BABECD8D9B82}"/>
              </a:ext>
            </a:extLst>
          </p:cNvPr>
          <p:cNvSpPr/>
          <p:nvPr/>
        </p:nvSpPr>
        <p:spPr>
          <a:xfrm>
            <a:off x="812800" y="1575567"/>
            <a:ext cx="2743200" cy="1028700"/>
          </a:xfrm>
          <a:prstGeom prst="chevron">
            <a:avLst/>
          </a:prstGeom>
          <a:solidFill>
            <a:srgbClr val="BA496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08" name="Arrow: Chevron 107">
            <a:extLst>
              <a:ext uri="{FF2B5EF4-FFF2-40B4-BE49-F238E27FC236}">
                <a16:creationId xmlns:a16="http://schemas.microsoft.com/office/drawing/2014/main" id="{2D6F3B3B-A8A1-49CC-800E-E1B481598B50}"/>
              </a:ext>
            </a:extLst>
          </p:cNvPr>
          <p:cNvSpPr/>
          <p:nvPr/>
        </p:nvSpPr>
        <p:spPr>
          <a:xfrm>
            <a:off x="3420533" y="1575567"/>
            <a:ext cx="2743200" cy="1028700"/>
          </a:xfrm>
          <a:prstGeom prst="chevron">
            <a:avLst/>
          </a:prstGeom>
          <a:solidFill>
            <a:srgbClr val="2FBA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09" name="Arrow: Chevron 108">
            <a:extLst>
              <a:ext uri="{FF2B5EF4-FFF2-40B4-BE49-F238E27FC236}">
                <a16:creationId xmlns:a16="http://schemas.microsoft.com/office/drawing/2014/main" id="{022F7240-737C-4867-ABE3-7314D479A230}"/>
              </a:ext>
            </a:extLst>
          </p:cNvPr>
          <p:cNvSpPr/>
          <p:nvPr/>
        </p:nvSpPr>
        <p:spPr>
          <a:xfrm>
            <a:off x="6028266" y="1575567"/>
            <a:ext cx="2743200" cy="1028700"/>
          </a:xfrm>
          <a:prstGeom prst="chevron">
            <a:avLst/>
          </a:prstGeom>
          <a:solidFill>
            <a:srgbClr val="3A56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10" name="Arrow: Chevron 109">
            <a:extLst>
              <a:ext uri="{FF2B5EF4-FFF2-40B4-BE49-F238E27FC236}">
                <a16:creationId xmlns:a16="http://schemas.microsoft.com/office/drawing/2014/main" id="{1D3D752E-F17B-44E0-A84F-214ACF379120}"/>
              </a:ext>
            </a:extLst>
          </p:cNvPr>
          <p:cNvSpPr/>
          <p:nvPr/>
        </p:nvSpPr>
        <p:spPr>
          <a:xfrm>
            <a:off x="8636000" y="1575567"/>
            <a:ext cx="2743200" cy="1028700"/>
          </a:xfrm>
          <a:prstGeom prst="chevron">
            <a:avLst/>
          </a:prstGeom>
          <a:solidFill>
            <a:srgbClr val="1A21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11" name="TextBox 110">
            <a:extLst>
              <a:ext uri="{FF2B5EF4-FFF2-40B4-BE49-F238E27FC236}">
                <a16:creationId xmlns:a16="http://schemas.microsoft.com/office/drawing/2014/main" id="{72965C3B-2FA5-48B2-A6C0-92F84802F65D}"/>
              </a:ext>
            </a:extLst>
          </p:cNvPr>
          <p:cNvSpPr txBox="1"/>
          <p:nvPr/>
        </p:nvSpPr>
        <p:spPr>
          <a:xfrm>
            <a:off x="1251136" y="2212160"/>
            <a:ext cx="1866528"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entury Gothic"/>
                <a:ea typeface="+mn-ea"/>
                <a:cs typeface="+mn-cs"/>
              </a:rPr>
              <a:t>PHASE 01</a:t>
            </a:r>
          </a:p>
        </p:txBody>
      </p:sp>
      <p:sp>
        <p:nvSpPr>
          <p:cNvPr id="112" name="TextBox 111">
            <a:extLst>
              <a:ext uri="{FF2B5EF4-FFF2-40B4-BE49-F238E27FC236}">
                <a16:creationId xmlns:a16="http://schemas.microsoft.com/office/drawing/2014/main" id="{C94C54AF-A5FC-4266-919F-D6B459EAB2C8}"/>
              </a:ext>
            </a:extLst>
          </p:cNvPr>
          <p:cNvSpPr txBox="1"/>
          <p:nvPr/>
        </p:nvSpPr>
        <p:spPr>
          <a:xfrm>
            <a:off x="3858869" y="2212160"/>
            <a:ext cx="1866528"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entury Gothic"/>
                <a:ea typeface="+mn-ea"/>
                <a:cs typeface="+mn-cs"/>
              </a:rPr>
              <a:t>PHASE 02</a:t>
            </a:r>
          </a:p>
        </p:txBody>
      </p:sp>
      <p:sp>
        <p:nvSpPr>
          <p:cNvPr id="113" name="TextBox 112">
            <a:extLst>
              <a:ext uri="{FF2B5EF4-FFF2-40B4-BE49-F238E27FC236}">
                <a16:creationId xmlns:a16="http://schemas.microsoft.com/office/drawing/2014/main" id="{8421E3B7-0133-4611-AB35-A562FF0A273F}"/>
              </a:ext>
            </a:extLst>
          </p:cNvPr>
          <p:cNvSpPr txBox="1"/>
          <p:nvPr/>
        </p:nvSpPr>
        <p:spPr>
          <a:xfrm>
            <a:off x="6466602" y="2212160"/>
            <a:ext cx="1866528"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entury Gothic"/>
                <a:ea typeface="+mn-ea"/>
                <a:cs typeface="+mn-cs"/>
              </a:rPr>
              <a:t>PHASE 03</a:t>
            </a:r>
          </a:p>
        </p:txBody>
      </p:sp>
      <p:sp>
        <p:nvSpPr>
          <p:cNvPr id="114" name="TextBox 113">
            <a:extLst>
              <a:ext uri="{FF2B5EF4-FFF2-40B4-BE49-F238E27FC236}">
                <a16:creationId xmlns:a16="http://schemas.microsoft.com/office/drawing/2014/main" id="{405FA891-54D1-448A-804A-4032BC052BC8}"/>
              </a:ext>
            </a:extLst>
          </p:cNvPr>
          <p:cNvSpPr txBox="1"/>
          <p:nvPr/>
        </p:nvSpPr>
        <p:spPr>
          <a:xfrm>
            <a:off x="9048936" y="2212160"/>
            <a:ext cx="1866528"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entury Gothic"/>
                <a:ea typeface="+mn-ea"/>
                <a:cs typeface="+mn-cs"/>
              </a:rPr>
              <a:t>PHASE 04</a:t>
            </a:r>
          </a:p>
        </p:txBody>
      </p:sp>
      <p:grpSp>
        <p:nvGrpSpPr>
          <p:cNvPr id="115" name="Group 114">
            <a:extLst>
              <a:ext uri="{FF2B5EF4-FFF2-40B4-BE49-F238E27FC236}">
                <a16:creationId xmlns:a16="http://schemas.microsoft.com/office/drawing/2014/main" id="{2082E65B-822C-40D6-8A58-1507C9E9896E}"/>
              </a:ext>
            </a:extLst>
          </p:cNvPr>
          <p:cNvGrpSpPr/>
          <p:nvPr/>
        </p:nvGrpSpPr>
        <p:grpSpPr>
          <a:xfrm>
            <a:off x="2021680" y="1721454"/>
            <a:ext cx="376240" cy="388442"/>
            <a:chOff x="946151" y="3240088"/>
            <a:chExt cx="293688" cy="303213"/>
          </a:xfrm>
          <a:solidFill>
            <a:schemeClr val="bg1"/>
          </a:solidFill>
        </p:grpSpPr>
        <p:sp>
          <p:nvSpPr>
            <p:cNvPr id="116" name="Freeform 57">
              <a:extLst>
                <a:ext uri="{FF2B5EF4-FFF2-40B4-BE49-F238E27FC236}">
                  <a16:creationId xmlns:a16="http://schemas.microsoft.com/office/drawing/2014/main" id="{B2F6874D-B1E9-451C-830F-A73DA348EB0B}"/>
                </a:ext>
              </a:extLst>
            </p:cNvPr>
            <p:cNvSpPr>
              <a:spLocks noEditPoints="1"/>
            </p:cNvSpPr>
            <p:nvPr/>
          </p:nvSpPr>
          <p:spPr bwMode="auto">
            <a:xfrm>
              <a:off x="1066801" y="3240088"/>
              <a:ext cx="173038" cy="171450"/>
            </a:xfrm>
            <a:custGeom>
              <a:avLst/>
              <a:gdLst>
                <a:gd name="T0" fmla="*/ 326 w 435"/>
                <a:gd name="T1" fmla="*/ 327 h 432"/>
                <a:gd name="T2" fmla="*/ 296 w 435"/>
                <a:gd name="T3" fmla="*/ 346 h 432"/>
                <a:gd name="T4" fmla="*/ 259 w 435"/>
                <a:gd name="T5" fmla="*/ 368 h 432"/>
                <a:gd name="T6" fmla="*/ 186 w 435"/>
                <a:gd name="T7" fmla="*/ 406 h 432"/>
                <a:gd name="T8" fmla="*/ 180 w 435"/>
                <a:gd name="T9" fmla="*/ 363 h 432"/>
                <a:gd name="T10" fmla="*/ 150 w 435"/>
                <a:gd name="T11" fmla="*/ 353 h 432"/>
                <a:gd name="T12" fmla="*/ 116 w 435"/>
                <a:gd name="T13" fmla="*/ 328 h 432"/>
                <a:gd name="T14" fmla="*/ 65 w 435"/>
                <a:gd name="T15" fmla="*/ 350 h 432"/>
                <a:gd name="T16" fmla="*/ 73 w 435"/>
                <a:gd name="T17" fmla="*/ 261 h 432"/>
                <a:gd name="T18" fmla="*/ 70 w 435"/>
                <a:gd name="T19" fmla="*/ 222 h 432"/>
                <a:gd name="T20" fmla="*/ 73 w 435"/>
                <a:gd name="T21" fmla="*/ 182 h 432"/>
                <a:gd name="T22" fmla="*/ 66 w 435"/>
                <a:gd name="T23" fmla="*/ 93 h 432"/>
                <a:gd name="T24" fmla="*/ 117 w 435"/>
                <a:gd name="T25" fmla="*/ 114 h 432"/>
                <a:gd name="T26" fmla="*/ 150 w 435"/>
                <a:gd name="T27" fmla="*/ 90 h 432"/>
                <a:gd name="T28" fmla="*/ 180 w 435"/>
                <a:gd name="T29" fmla="*/ 79 h 432"/>
                <a:gd name="T30" fmla="*/ 186 w 435"/>
                <a:gd name="T31" fmla="*/ 25 h 432"/>
                <a:gd name="T32" fmla="*/ 259 w 435"/>
                <a:gd name="T33" fmla="*/ 75 h 432"/>
                <a:gd name="T34" fmla="*/ 296 w 435"/>
                <a:gd name="T35" fmla="*/ 96 h 432"/>
                <a:gd name="T36" fmla="*/ 326 w 435"/>
                <a:gd name="T37" fmla="*/ 115 h 432"/>
                <a:gd name="T38" fmla="*/ 405 w 435"/>
                <a:gd name="T39" fmla="*/ 154 h 432"/>
                <a:gd name="T40" fmla="*/ 362 w 435"/>
                <a:gd name="T41" fmla="*/ 185 h 432"/>
                <a:gd name="T42" fmla="*/ 365 w 435"/>
                <a:gd name="T43" fmla="*/ 238 h 432"/>
                <a:gd name="T44" fmla="*/ 365 w 435"/>
                <a:gd name="T45" fmla="*/ 265 h 432"/>
                <a:gd name="T46" fmla="*/ 428 w 435"/>
                <a:gd name="T47" fmla="*/ 272 h 432"/>
                <a:gd name="T48" fmla="*/ 389 w 435"/>
                <a:gd name="T49" fmla="*/ 207 h 432"/>
                <a:gd name="T50" fmla="*/ 435 w 435"/>
                <a:gd name="T51" fmla="*/ 161 h 432"/>
                <a:gd name="T52" fmla="*/ 382 w 435"/>
                <a:gd name="T53" fmla="*/ 65 h 432"/>
                <a:gd name="T54" fmla="*/ 329 w 435"/>
                <a:gd name="T55" fmla="*/ 88 h 432"/>
                <a:gd name="T56" fmla="*/ 282 w 435"/>
                <a:gd name="T57" fmla="*/ 59 h 432"/>
                <a:gd name="T58" fmla="*/ 275 w 435"/>
                <a:gd name="T59" fmla="*/ 2 h 432"/>
                <a:gd name="T60" fmla="*/ 164 w 435"/>
                <a:gd name="T61" fmla="*/ 4 h 432"/>
                <a:gd name="T62" fmla="*/ 152 w 435"/>
                <a:gd name="T63" fmla="*/ 62 h 432"/>
                <a:gd name="T64" fmla="*/ 119 w 435"/>
                <a:gd name="T65" fmla="*/ 79 h 432"/>
                <a:gd name="T66" fmla="*/ 59 w 435"/>
                <a:gd name="T67" fmla="*/ 63 h 432"/>
                <a:gd name="T68" fmla="*/ 1 w 435"/>
                <a:gd name="T69" fmla="*/ 157 h 432"/>
                <a:gd name="T70" fmla="*/ 5 w 435"/>
                <a:gd name="T71" fmla="*/ 168 h 432"/>
                <a:gd name="T72" fmla="*/ 44 w 435"/>
                <a:gd name="T73" fmla="*/ 221 h 432"/>
                <a:gd name="T74" fmla="*/ 3 w 435"/>
                <a:gd name="T75" fmla="*/ 276 h 432"/>
                <a:gd name="T76" fmla="*/ 49 w 435"/>
                <a:gd name="T77" fmla="*/ 373 h 432"/>
                <a:gd name="T78" fmla="*/ 67 w 435"/>
                <a:gd name="T79" fmla="*/ 378 h 432"/>
                <a:gd name="T80" fmla="*/ 144 w 435"/>
                <a:gd name="T81" fmla="*/ 378 h 432"/>
                <a:gd name="T82" fmla="*/ 164 w 435"/>
                <a:gd name="T83" fmla="*/ 428 h 432"/>
                <a:gd name="T84" fmla="*/ 275 w 435"/>
                <a:gd name="T85" fmla="*/ 431 h 432"/>
                <a:gd name="T86" fmla="*/ 282 w 435"/>
                <a:gd name="T87" fmla="*/ 382 h 432"/>
                <a:gd name="T88" fmla="*/ 329 w 435"/>
                <a:gd name="T89" fmla="*/ 356 h 432"/>
                <a:gd name="T90" fmla="*/ 380 w 435"/>
                <a:gd name="T91" fmla="*/ 378 h 432"/>
                <a:gd name="T92" fmla="*/ 434 w 435"/>
                <a:gd name="T93" fmla="*/ 290 h 432"/>
                <a:gd name="T94" fmla="*/ 428 w 435"/>
                <a:gd name="T95" fmla="*/ 27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5" h="432">
                  <a:moveTo>
                    <a:pt x="369" y="350"/>
                  </a:moveTo>
                  <a:lnTo>
                    <a:pt x="335" y="329"/>
                  </a:lnTo>
                  <a:lnTo>
                    <a:pt x="330" y="327"/>
                  </a:lnTo>
                  <a:lnTo>
                    <a:pt x="326" y="327"/>
                  </a:lnTo>
                  <a:lnTo>
                    <a:pt x="323" y="328"/>
                  </a:lnTo>
                  <a:lnTo>
                    <a:pt x="319" y="330"/>
                  </a:lnTo>
                  <a:lnTo>
                    <a:pt x="309" y="339"/>
                  </a:lnTo>
                  <a:lnTo>
                    <a:pt x="296" y="346"/>
                  </a:lnTo>
                  <a:lnTo>
                    <a:pt x="281" y="355"/>
                  </a:lnTo>
                  <a:lnTo>
                    <a:pt x="264" y="363"/>
                  </a:lnTo>
                  <a:lnTo>
                    <a:pt x="261" y="364"/>
                  </a:lnTo>
                  <a:lnTo>
                    <a:pt x="259" y="368"/>
                  </a:lnTo>
                  <a:lnTo>
                    <a:pt x="257" y="371"/>
                  </a:lnTo>
                  <a:lnTo>
                    <a:pt x="256" y="374"/>
                  </a:lnTo>
                  <a:lnTo>
                    <a:pt x="256" y="406"/>
                  </a:lnTo>
                  <a:lnTo>
                    <a:pt x="186" y="406"/>
                  </a:lnTo>
                  <a:lnTo>
                    <a:pt x="186" y="374"/>
                  </a:lnTo>
                  <a:lnTo>
                    <a:pt x="186" y="370"/>
                  </a:lnTo>
                  <a:lnTo>
                    <a:pt x="183" y="367"/>
                  </a:lnTo>
                  <a:lnTo>
                    <a:pt x="180" y="363"/>
                  </a:lnTo>
                  <a:lnTo>
                    <a:pt x="176" y="361"/>
                  </a:lnTo>
                  <a:lnTo>
                    <a:pt x="166" y="359"/>
                  </a:lnTo>
                  <a:lnTo>
                    <a:pt x="158" y="356"/>
                  </a:lnTo>
                  <a:lnTo>
                    <a:pt x="150" y="353"/>
                  </a:lnTo>
                  <a:lnTo>
                    <a:pt x="144" y="349"/>
                  </a:lnTo>
                  <a:lnTo>
                    <a:pt x="132" y="341"/>
                  </a:lnTo>
                  <a:lnTo>
                    <a:pt x="120" y="330"/>
                  </a:lnTo>
                  <a:lnTo>
                    <a:pt x="116" y="328"/>
                  </a:lnTo>
                  <a:lnTo>
                    <a:pt x="112" y="327"/>
                  </a:lnTo>
                  <a:lnTo>
                    <a:pt x="108" y="327"/>
                  </a:lnTo>
                  <a:lnTo>
                    <a:pt x="105" y="329"/>
                  </a:lnTo>
                  <a:lnTo>
                    <a:pt x="65" y="350"/>
                  </a:lnTo>
                  <a:lnTo>
                    <a:pt x="30" y="289"/>
                  </a:lnTo>
                  <a:lnTo>
                    <a:pt x="67" y="268"/>
                  </a:lnTo>
                  <a:lnTo>
                    <a:pt x="71" y="265"/>
                  </a:lnTo>
                  <a:lnTo>
                    <a:pt x="73" y="261"/>
                  </a:lnTo>
                  <a:lnTo>
                    <a:pt x="74" y="257"/>
                  </a:lnTo>
                  <a:lnTo>
                    <a:pt x="73" y="254"/>
                  </a:lnTo>
                  <a:lnTo>
                    <a:pt x="71" y="238"/>
                  </a:lnTo>
                  <a:lnTo>
                    <a:pt x="70" y="222"/>
                  </a:lnTo>
                  <a:lnTo>
                    <a:pt x="71" y="206"/>
                  </a:lnTo>
                  <a:lnTo>
                    <a:pt x="74" y="189"/>
                  </a:lnTo>
                  <a:lnTo>
                    <a:pt x="74" y="185"/>
                  </a:lnTo>
                  <a:lnTo>
                    <a:pt x="73" y="182"/>
                  </a:lnTo>
                  <a:lnTo>
                    <a:pt x="71" y="179"/>
                  </a:lnTo>
                  <a:lnTo>
                    <a:pt x="67" y="175"/>
                  </a:lnTo>
                  <a:lnTo>
                    <a:pt x="31" y="154"/>
                  </a:lnTo>
                  <a:lnTo>
                    <a:pt x="66" y="93"/>
                  </a:lnTo>
                  <a:lnTo>
                    <a:pt x="105" y="114"/>
                  </a:lnTo>
                  <a:lnTo>
                    <a:pt x="108" y="116"/>
                  </a:lnTo>
                  <a:lnTo>
                    <a:pt x="112" y="115"/>
                  </a:lnTo>
                  <a:lnTo>
                    <a:pt x="117" y="114"/>
                  </a:lnTo>
                  <a:lnTo>
                    <a:pt x="120" y="112"/>
                  </a:lnTo>
                  <a:lnTo>
                    <a:pt x="132" y="101"/>
                  </a:lnTo>
                  <a:lnTo>
                    <a:pt x="144" y="93"/>
                  </a:lnTo>
                  <a:lnTo>
                    <a:pt x="150" y="90"/>
                  </a:lnTo>
                  <a:lnTo>
                    <a:pt x="158" y="86"/>
                  </a:lnTo>
                  <a:lnTo>
                    <a:pt x="166" y="83"/>
                  </a:lnTo>
                  <a:lnTo>
                    <a:pt x="176" y="80"/>
                  </a:lnTo>
                  <a:lnTo>
                    <a:pt x="180" y="79"/>
                  </a:lnTo>
                  <a:lnTo>
                    <a:pt x="183" y="76"/>
                  </a:lnTo>
                  <a:lnTo>
                    <a:pt x="186" y="72"/>
                  </a:lnTo>
                  <a:lnTo>
                    <a:pt x="186" y="68"/>
                  </a:lnTo>
                  <a:lnTo>
                    <a:pt x="186" y="25"/>
                  </a:lnTo>
                  <a:lnTo>
                    <a:pt x="256" y="25"/>
                  </a:lnTo>
                  <a:lnTo>
                    <a:pt x="256" y="68"/>
                  </a:lnTo>
                  <a:lnTo>
                    <a:pt x="257" y="71"/>
                  </a:lnTo>
                  <a:lnTo>
                    <a:pt x="259" y="75"/>
                  </a:lnTo>
                  <a:lnTo>
                    <a:pt x="261" y="78"/>
                  </a:lnTo>
                  <a:lnTo>
                    <a:pt x="264" y="80"/>
                  </a:lnTo>
                  <a:lnTo>
                    <a:pt x="281" y="88"/>
                  </a:lnTo>
                  <a:lnTo>
                    <a:pt x="296" y="96"/>
                  </a:lnTo>
                  <a:lnTo>
                    <a:pt x="309" y="105"/>
                  </a:lnTo>
                  <a:lnTo>
                    <a:pt x="319" y="112"/>
                  </a:lnTo>
                  <a:lnTo>
                    <a:pt x="323" y="114"/>
                  </a:lnTo>
                  <a:lnTo>
                    <a:pt x="326" y="115"/>
                  </a:lnTo>
                  <a:lnTo>
                    <a:pt x="330" y="115"/>
                  </a:lnTo>
                  <a:lnTo>
                    <a:pt x="335" y="113"/>
                  </a:lnTo>
                  <a:lnTo>
                    <a:pt x="369" y="93"/>
                  </a:lnTo>
                  <a:lnTo>
                    <a:pt x="405" y="154"/>
                  </a:lnTo>
                  <a:lnTo>
                    <a:pt x="368" y="175"/>
                  </a:lnTo>
                  <a:lnTo>
                    <a:pt x="365" y="179"/>
                  </a:lnTo>
                  <a:lnTo>
                    <a:pt x="363" y="182"/>
                  </a:lnTo>
                  <a:lnTo>
                    <a:pt x="362" y="185"/>
                  </a:lnTo>
                  <a:lnTo>
                    <a:pt x="362" y="189"/>
                  </a:lnTo>
                  <a:lnTo>
                    <a:pt x="364" y="206"/>
                  </a:lnTo>
                  <a:lnTo>
                    <a:pt x="365" y="222"/>
                  </a:lnTo>
                  <a:lnTo>
                    <a:pt x="365" y="238"/>
                  </a:lnTo>
                  <a:lnTo>
                    <a:pt x="362" y="254"/>
                  </a:lnTo>
                  <a:lnTo>
                    <a:pt x="362" y="257"/>
                  </a:lnTo>
                  <a:lnTo>
                    <a:pt x="363" y="261"/>
                  </a:lnTo>
                  <a:lnTo>
                    <a:pt x="365" y="265"/>
                  </a:lnTo>
                  <a:lnTo>
                    <a:pt x="368" y="268"/>
                  </a:lnTo>
                  <a:lnTo>
                    <a:pt x="405" y="289"/>
                  </a:lnTo>
                  <a:lnTo>
                    <a:pt x="369" y="350"/>
                  </a:lnTo>
                  <a:close/>
                  <a:moveTo>
                    <a:pt x="428" y="272"/>
                  </a:moveTo>
                  <a:lnTo>
                    <a:pt x="388" y="250"/>
                  </a:lnTo>
                  <a:lnTo>
                    <a:pt x="389" y="236"/>
                  </a:lnTo>
                  <a:lnTo>
                    <a:pt x="391" y="221"/>
                  </a:lnTo>
                  <a:lnTo>
                    <a:pt x="389" y="207"/>
                  </a:lnTo>
                  <a:lnTo>
                    <a:pt x="388" y="193"/>
                  </a:lnTo>
                  <a:lnTo>
                    <a:pt x="428" y="169"/>
                  </a:lnTo>
                  <a:lnTo>
                    <a:pt x="432" y="166"/>
                  </a:lnTo>
                  <a:lnTo>
                    <a:pt x="435" y="161"/>
                  </a:lnTo>
                  <a:lnTo>
                    <a:pt x="435" y="157"/>
                  </a:lnTo>
                  <a:lnTo>
                    <a:pt x="434" y="153"/>
                  </a:lnTo>
                  <a:lnTo>
                    <a:pt x="385" y="69"/>
                  </a:lnTo>
                  <a:lnTo>
                    <a:pt x="382" y="65"/>
                  </a:lnTo>
                  <a:lnTo>
                    <a:pt x="378" y="63"/>
                  </a:lnTo>
                  <a:lnTo>
                    <a:pt x="372" y="63"/>
                  </a:lnTo>
                  <a:lnTo>
                    <a:pt x="367" y="64"/>
                  </a:lnTo>
                  <a:lnTo>
                    <a:pt x="329" y="88"/>
                  </a:lnTo>
                  <a:lnTo>
                    <a:pt x="320" y="81"/>
                  </a:lnTo>
                  <a:lnTo>
                    <a:pt x="308" y="73"/>
                  </a:lnTo>
                  <a:lnTo>
                    <a:pt x="296" y="67"/>
                  </a:lnTo>
                  <a:lnTo>
                    <a:pt x="282" y="59"/>
                  </a:lnTo>
                  <a:lnTo>
                    <a:pt x="282" y="13"/>
                  </a:lnTo>
                  <a:lnTo>
                    <a:pt x="281" y="8"/>
                  </a:lnTo>
                  <a:lnTo>
                    <a:pt x="279" y="4"/>
                  </a:lnTo>
                  <a:lnTo>
                    <a:pt x="275" y="2"/>
                  </a:lnTo>
                  <a:lnTo>
                    <a:pt x="269" y="0"/>
                  </a:lnTo>
                  <a:lnTo>
                    <a:pt x="173" y="0"/>
                  </a:lnTo>
                  <a:lnTo>
                    <a:pt x="168" y="2"/>
                  </a:lnTo>
                  <a:lnTo>
                    <a:pt x="164" y="4"/>
                  </a:lnTo>
                  <a:lnTo>
                    <a:pt x="161" y="8"/>
                  </a:lnTo>
                  <a:lnTo>
                    <a:pt x="161" y="13"/>
                  </a:lnTo>
                  <a:lnTo>
                    <a:pt x="161" y="58"/>
                  </a:lnTo>
                  <a:lnTo>
                    <a:pt x="152" y="62"/>
                  </a:lnTo>
                  <a:lnTo>
                    <a:pt x="144" y="64"/>
                  </a:lnTo>
                  <a:lnTo>
                    <a:pt x="137" y="67"/>
                  </a:lnTo>
                  <a:lnTo>
                    <a:pt x="131" y="71"/>
                  </a:lnTo>
                  <a:lnTo>
                    <a:pt x="119" y="79"/>
                  </a:lnTo>
                  <a:lnTo>
                    <a:pt x="109" y="88"/>
                  </a:lnTo>
                  <a:lnTo>
                    <a:pt x="68" y="64"/>
                  </a:lnTo>
                  <a:lnTo>
                    <a:pt x="63" y="63"/>
                  </a:lnTo>
                  <a:lnTo>
                    <a:pt x="59" y="63"/>
                  </a:lnTo>
                  <a:lnTo>
                    <a:pt x="55" y="65"/>
                  </a:lnTo>
                  <a:lnTo>
                    <a:pt x="50" y="69"/>
                  </a:lnTo>
                  <a:lnTo>
                    <a:pt x="2" y="152"/>
                  </a:lnTo>
                  <a:lnTo>
                    <a:pt x="1" y="157"/>
                  </a:lnTo>
                  <a:lnTo>
                    <a:pt x="1" y="161"/>
                  </a:lnTo>
                  <a:lnTo>
                    <a:pt x="2" y="165"/>
                  </a:lnTo>
                  <a:lnTo>
                    <a:pt x="3" y="167"/>
                  </a:lnTo>
                  <a:lnTo>
                    <a:pt x="5" y="168"/>
                  </a:lnTo>
                  <a:lnTo>
                    <a:pt x="6" y="169"/>
                  </a:lnTo>
                  <a:lnTo>
                    <a:pt x="47" y="193"/>
                  </a:lnTo>
                  <a:lnTo>
                    <a:pt x="45" y="207"/>
                  </a:lnTo>
                  <a:lnTo>
                    <a:pt x="44" y="221"/>
                  </a:lnTo>
                  <a:lnTo>
                    <a:pt x="45" y="236"/>
                  </a:lnTo>
                  <a:lnTo>
                    <a:pt x="47" y="250"/>
                  </a:lnTo>
                  <a:lnTo>
                    <a:pt x="6" y="272"/>
                  </a:lnTo>
                  <a:lnTo>
                    <a:pt x="3" y="276"/>
                  </a:lnTo>
                  <a:lnTo>
                    <a:pt x="0" y="281"/>
                  </a:lnTo>
                  <a:lnTo>
                    <a:pt x="0" y="286"/>
                  </a:lnTo>
                  <a:lnTo>
                    <a:pt x="2" y="290"/>
                  </a:lnTo>
                  <a:lnTo>
                    <a:pt x="49" y="373"/>
                  </a:lnTo>
                  <a:lnTo>
                    <a:pt x="53" y="377"/>
                  </a:lnTo>
                  <a:lnTo>
                    <a:pt x="58" y="379"/>
                  </a:lnTo>
                  <a:lnTo>
                    <a:pt x="62" y="379"/>
                  </a:lnTo>
                  <a:lnTo>
                    <a:pt x="67" y="378"/>
                  </a:lnTo>
                  <a:lnTo>
                    <a:pt x="109" y="356"/>
                  </a:lnTo>
                  <a:lnTo>
                    <a:pt x="119" y="363"/>
                  </a:lnTo>
                  <a:lnTo>
                    <a:pt x="131" y="372"/>
                  </a:lnTo>
                  <a:lnTo>
                    <a:pt x="144" y="378"/>
                  </a:lnTo>
                  <a:lnTo>
                    <a:pt x="161" y="385"/>
                  </a:lnTo>
                  <a:lnTo>
                    <a:pt x="161" y="419"/>
                  </a:lnTo>
                  <a:lnTo>
                    <a:pt x="161" y="425"/>
                  </a:lnTo>
                  <a:lnTo>
                    <a:pt x="164" y="428"/>
                  </a:lnTo>
                  <a:lnTo>
                    <a:pt x="168" y="431"/>
                  </a:lnTo>
                  <a:lnTo>
                    <a:pt x="173" y="432"/>
                  </a:lnTo>
                  <a:lnTo>
                    <a:pt x="269" y="432"/>
                  </a:lnTo>
                  <a:lnTo>
                    <a:pt x="275" y="431"/>
                  </a:lnTo>
                  <a:lnTo>
                    <a:pt x="279" y="428"/>
                  </a:lnTo>
                  <a:lnTo>
                    <a:pt x="281" y="425"/>
                  </a:lnTo>
                  <a:lnTo>
                    <a:pt x="282" y="419"/>
                  </a:lnTo>
                  <a:lnTo>
                    <a:pt x="282" y="382"/>
                  </a:lnTo>
                  <a:lnTo>
                    <a:pt x="296" y="375"/>
                  </a:lnTo>
                  <a:lnTo>
                    <a:pt x="308" y="369"/>
                  </a:lnTo>
                  <a:lnTo>
                    <a:pt x="320" y="362"/>
                  </a:lnTo>
                  <a:lnTo>
                    <a:pt x="329" y="356"/>
                  </a:lnTo>
                  <a:lnTo>
                    <a:pt x="367" y="378"/>
                  </a:lnTo>
                  <a:lnTo>
                    <a:pt x="372" y="379"/>
                  </a:lnTo>
                  <a:lnTo>
                    <a:pt x="378" y="379"/>
                  </a:lnTo>
                  <a:lnTo>
                    <a:pt x="380" y="378"/>
                  </a:lnTo>
                  <a:lnTo>
                    <a:pt x="382" y="377"/>
                  </a:lnTo>
                  <a:lnTo>
                    <a:pt x="383" y="375"/>
                  </a:lnTo>
                  <a:lnTo>
                    <a:pt x="385" y="373"/>
                  </a:lnTo>
                  <a:lnTo>
                    <a:pt x="434" y="290"/>
                  </a:lnTo>
                  <a:lnTo>
                    <a:pt x="435" y="285"/>
                  </a:lnTo>
                  <a:lnTo>
                    <a:pt x="435" y="281"/>
                  </a:lnTo>
                  <a:lnTo>
                    <a:pt x="432" y="276"/>
                  </a:lnTo>
                  <a:lnTo>
                    <a:pt x="428" y="2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17" name="Freeform 58">
              <a:extLst>
                <a:ext uri="{FF2B5EF4-FFF2-40B4-BE49-F238E27FC236}">
                  <a16:creationId xmlns:a16="http://schemas.microsoft.com/office/drawing/2014/main" id="{4A9980D3-1200-423E-A4C1-42DEED08E602}"/>
                </a:ext>
              </a:extLst>
            </p:cNvPr>
            <p:cNvSpPr>
              <a:spLocks noEditPoints="1"/>
            </p:cNvSpPr>
            <p:nvPr/>
          </p:nvSpPr>
          <p:spPr bwMode="auto">
            <a:xfrm>
              <a:off x="1122363" y="3297238"/>
              <a:ext cx="61913" cy="60325"/>
            </a:xfrm>
            <a:custGeom>
              <a:avLst/>
              <a:gdLst>
                <a:gd name="T0" fmla="*/ 67 w 154"/>
                <a:gd name="T1" fmla="*/ 128 h 154"/>
                <a:gd name="T2" fmla="*/ 49 w 154"/>
                <a:gd name="T3" fmla="*/ 119 h 154"/>
                <a:gd name="T4" fmla="*/ 35 w 154"/>
                <a:gd name="T5" fmla="*/ 107 h 154"/>
                <a:gd name="T6" fmla="*/ 27 w 154"/>
                <a:gd name="T7" fmla="*/ 88 h 154"/>
                <a:gd name="T8" fmla="*/ 27 w 154"/>
                <a:gd name="T9" fmla="*/ 67 h 154"/>
                <a:gd name="T10" fmla="*/ 35 w 154"/>
                <a:gd name="T11" fmla="*/ 49 h 154"/>
                <a:gd name="T12" fmla="*/ 49 w 154"/>
                <a:gd name="T13" fmla="*/ 35 h 154"/>
                <a:gd name="T14" fmla="*/ 67 w 154"/>
                <a:gd name="T15" fmla="*/ 26 h 154"/>
                <a:gd name="T16" fmla="*/ 87 w 154"/>
                <a:gd name="T17" fmla="*/ 26 h 154"/>
                <a:gd name="T18" fmla="*/ 106 w 154"/>
                <a:gd name="T19" fmla="*/ 35 h 154"/>
                <a:gd name="T20" fmla="*/ 120 w 154"/>
                <a:gd name="T21" fmla="*/ 49 h 154"/>
                <a:gd name="T22" fmla="*/ 128 w 154"/>
                <a:gd name="T23" fmla="*/ 67 h 154"/>
                <a:gd name="T24" fmla="*/ 128 w 154"/>
                <a:gd name="T25" fmla="*/ 88 h 154"/>
                <a:gd name="T26" fmla="*/ 120 w 154"/>
                <a:gd name="T27" fmla="*/ 107 h 154"/>
                <a:gd name="T28" fmla="*/ 106 w 154"/>
                <a:gd name="T29" fmla="*/ 119 h 154"/>
                <a:gd name="T30" fmla="*/ 87 w 154"/>
                <a:gd name="T31" fmla="*/ 128 h 154"/>
                <a:gd name="T32" fmla="*/ 78 w 154"/>
                <a:gd name="T33" fmla="*/ 0 h 154"/>
                <a:gd name="T34" fmla="*/ 62 w 154"/>
                <a:gd name="T35" fmla="*/ 1 h 154"/>
                <a:gd name="T36" fmla="*/ 48 w 154"/>
                <a:gd name="T37" fmla="*/ 6 h 154"/>
                <a:gd name="T38" fmla="*/ 35 w 154"/>
                <a:gd name="T39" fmla="*/ 13 h 154"/>
                <a:gd name="T40" fmla="*/ 23 w 154"/>
                <a:gd name="T41" fmla="*/ 23 h 154"/>
                <a:gd name="T42" fmla="*/ 13 w 154"/>
                <a:gd name="T43" fmla="*/ 34 h 154"/>
                <a:gd name="T44" fmla="*/ 7 w 154"/>
                <a:gd name="T45" fmla="*/ 48 h 154"/>
                <a:gd name="T46" fmla="*/ 1 w 154"/>
                <a:gd name="T47" fmla="*/ 62 h 154"/>
                <a:gd name="T48" fmla="*/ 0 w 154"/>
                <a:gd name="T49" fmla="*/ 78 h 154"/>
                <a:gd name="T50" fmla="*/ 1 w 154"/>
                <a:gd name="T51" fmla="*/ 93 h 154"/>
                <a:gd name="T52" fmla="*/ 7 w 154"/>
                <a:gd name="T53" fmla="*/ 108 h 154"/>
                <a:gd name="T54" fmla="*/ 13 w 154"/>
                <a:gd name="T55" fmla="*/ 121 h 154"/>
                <a:gd name="T56" fmla="*/ 23 w 154"/>
                <a:gd name="T57" fmla="*/ 131 h 154"/>
                <a:gd name="T58" fmla="*/ 35 w 154"/>
                <a:gd name="T59" fmla="*/ 141 h 154"/>
                <a:gd name="T60" fmla="*/ 48 w 154"/>
                <a:gd name="T61" fmla="*/ 148 h 154"/>
                <a:gd name="T62" fmla="*/ 62 w 154"/>
                <a:gd name="T63" fmla="*/ 153 h 154"/>
                <a:gd name="T64" fmla="*/ 78 w 154"/>
                <a:gd name="T65" fmla="*/ 154 h 154"/>
                <a:gd name="T66" fmla="*/ 93 w 154"/>
                <a:gd name="T67" fmla="*/ 153 h 154"/>
                <a:gd name="T68" fmla="*/ 108 w 154"/>
                <a:gd name="T69" fmla="*/ 148 h 154"/>
                <a:gd name="T70" fmla="*/ 121 w 154"/>
                <a:gd name="T71" fmla="*/ 141 h 154"/>
                <a:gd name="T72" fmla="*/ 131 w 154"/>
                <a:gd name="T73" fmla="*/ 131 h 154"/>
                <a:gd name="T74" fmla="*/ 141 w 154"/>
                <a:gd name="T75" fmla="*/ 121 h 154"/>
                <a:gd name="T76" fmla="*/ 149 w 154"/>
                <a:gd name="T77" fmla="*/ 108 h 154"/>
                <a:gd name="T78" fmla="*/ 153 w 154"/>
                <a:gd name="T79" fmla="*/ 93 h 154"/>
                <a:gd name="T80" fmla="*/ 154 w 154"/>
                <a:gd name="T81" fmla="*/ 78 h 154"/>
                <a:gd name="T82" fmla="*/ 153 w 154"/>
                <a:gd name="T83" fmla="*/ 62 h 154"/>
                <a:gd name="T84" fmla="*/ 149 w 154"/>
                <a:gd name="T85" fmla="*/ 48 h 154"/>
                <a:gd name="T86" fmla="*/ 141 w 154"/>
                <a:gd name="T87" fmla="*/ 34 h 154"/>
                <a:gd name="T88" fmla="*/ 131 w 154"/>
                <a:gd name="T89" fmla="*/ 23 h 154"/>
                <a:gd name="T90" fmla="*/ 121 w 154"/>
                <a:gd name="T91" fmla="*/ 13 h 154"/>
                <a:gd name="T92" fmla="*/ 108 w 154"/>
                <a:gd name="T93" fmla="*/ 6 h 154"/>
                <a:gd name="T94" fmla="*/ 93 w 154"/>
                <a:gd name="T95" fmla="*/ 1 h 154"/>
                <a:gd name="T96" fmla="*/ 78 w 154"/>
                <a:gd name="T9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54">
                  <a:moveTo>
                    <a:pt x="78" y="128"/>
                  </a:moveTo>
                  <a:lnTo>
                    <a:pt x="67" y="128"/>
                  </a:lnTo>
                  <a:lnTo>
                    <a:pt x="57" y="125"/>
                  </a:lnTo>
                  <a:lnTo>
                    <a:pt x="49" y="119"/>
                  </a:lnTo>
                  <a:lnTo>
                    <a:pt x="41" y="114"/>
                  </a:lnTo>
                  <a:lnTo>
                    <a:pt x="35" y="107"/>
                  </a:lnTo>
                  <a:lnTo>
                    <a:pt x="29" y="97"/>
                  </a:lnTo>
                  <a:lnTo>
                    <a:pt x="27" y="88"/>
                  </a:lnTo>
                  <a:lnTo>
                    <a:pt x="26" y="78"/>
                  </a:lnTo>
                  <a:lnTo>
                    <a:pt x="27" y="67"/>
                  </a:lnTo>
                  <a:lnTo>
                    <a:pt x="29" y="57"/>
                  </a:lnTo>
                  <a:lnTo>
                    <a:pt x="35" y="49"/>
                  </a:lnTo>
                  <a:lnTo>
                    <a:pt x="41" y="41"/>
                  </a:lnTo>
                  <a:lnTo>
                    <a:pt x="49" y="35"/>
                  </a:lnTo>
                  <a:lnTo>
                    <a:pt x="57" y="29"/>
                  </a:lnTo>
                  <a:lnTo>
                    <a:pt x="67" y="26"/>
                  </a:lnTo>
                  <a:lnTo>
                    <a:pt x="78" y="25"/>
                  </a:lnTo>
                  <a:lnTo>
                    <a:pt x="87" y="26"/>
                  </a:lnTo>
                  <a:lnTo>
                    <a:pt x="97" y="29"/>
                  </a:lnTo>
                  <a:lnTo>
                    <a:pt x="106" y="35"/>
                  </a:lnTo>
                  <a:lnTo>
                    <a:pt x="114" y="41"/>
                  </a:lnTo>
                  <a:lnTo>
                    <a:pt x="120" y="49"/>
                  </a:lnTo>
                  <a:lnTo>
                    <a:pt x="125" y="57"/>
                  </a:lnTo>
                  <a:lnTo>
                    <a:pt x="128" y="67"/>
                  </a:lnTo>
                  <a:lnTo>
                    <a:pt x="129" y="78"/>
                  </a:lnTo>
                  <a:lnTo>
                    <a:pt x="128" y="88"/>
                  </a:lnTo>
                  <a:lnTo>
                    <a:pt x="125" y="97"/>
                  </a:lnTo>
                  <a:lnTo>
                    <a:pt x="120" y="107"/>
                  </a:lnTo>
                  <a:lnTo>
                    <a:pt x="114" y="114"/>
                  </a:lnTo>
                  <a:lnTo>
                    <a:pt x="106" y="119"/>
                  </a:lnTo>
                  <a:lnTo>
                    <a:pt x="97" y="125"/>
                  </a:lnTo>
                  <a:lnTo>
                    <a:pt x="87" y="128"/>
                  </a:lnTo>
                  <a:lnTo>
                    <a:pt x="78" y="128"/>
                  </a:lnTo>
                  <a:close/>
                  <a:moveTo>
                    <a:pt x="78" y="0"/>
                  </a:moveTo>
                  <a:lnTo>
                    <a:pt x="69" y="0"/>
                  </a:lnTo>
                  <a:lnTo>
                    <a:pt x="62" y="1"/>
                  </a:lnTo>
                  <a:lnTo>
                    <a:pt x="54" y="4"/>
                  </a:lnTo>
                  <a:lnTo>
                    <a:pt x="48" y="6"/>
                  </a:lnTo>
                  <a:lnTo>
                    <a:pt x="41" y="9"/>
                  </a:lnTo>
                  <a:lnTo>
                    <a:pt x="35" y="13"/>
                  </a:lnTo>
                  <a:lnTo>
                    <a:pt x="28" y="17"/>
                  </a:lnTo>
                  <a:lnTo>
                    <a:pt x="23" y="23"/>
                  </a:lnTo>
                  <a:lnTo>
                    <a:pt x="18" y="28"/>
                  </a:lnTo>
                  <a:lnTo>
                    <a:pt x="13" y="34"/>
                  </a:lnTo>
                  <a:lnTo>
                    <a:pt x="10" y="40"/>
                  </a:lnTo>
                  <a:lnTo>
                    <a:pt x="7" y="48"/>
                  </a:lnTo>
                  <a:lnTo>
                    <a:pt x="4" y="54"/>
                  </a:lnTo>
                  <a:lnTo>
                    <a:pt x="1" y="62"/>
                  </a:lnTo>
                  <a:lnTo>
                    <a:pt x="0" y="70"/>
                  </a:lnTo>
                  <a:lnTo>
                    <a:pt x="0" y="78"/>
                  </a:lnTo>
                  <a:lnTo>
                    <a:pt x="0" y="85"/>
                  </a:lnTo>
                  <a:lnTo>
                    <a:pt x="1" y="93"/>
                  </a:lnTo>
                  <a:lnTo>
                    <a:pt x="4" y="100"/>
                  </a:lnTo>
                  <a:lnTo>
                    <a:pt x="7" y="108"/>
                  </a:lnTo>
                  <a:lnTo>
                    <a:pt x="10" y="114"/>
                  </a:lnTo>
                  <a:lnTo>
                    <a:pt x="13" y="121"/>
                  </a:lnTo>
                  <a:lnTo>
                    <a:pt x="18" y="126"/>
                  </a:lnTo>
                  <a:lnTo>
                    <a:pt x="23" y="131"/>
                  </a:lnTo>
                  <a:lnTo>
                    <a:pt x="28" y="137"/>
                  </a:lnTo>
                  <a:lnTo>
                    <a:pt x="35" y="141"/>
                  </a:lnTo>
                  <a:lnTo>
                    <a:pt x="41" y="145"/>
                  </a:lnTo>
                  <a:lnTo>
                    <a:pt x="48" y="148"/>
                  </a:lnTo>
                  <a:lnTo>
                    <a:pt x="54" y="151"/>
                  </a:lnTo>
                  <a:lnTo>
                    <a:pt x="62" y="153"/>
                  </a:lnTo>
                  <a:lnTo>
                    <a:pt x="69" y="154"/>
                  </a:lnTo>
                  <a:lnTo>
                    <a:pt x="78" y="154"/>
                  </a:lnTo>
                  <a:lnTo>
                    <a:pt x="85" y="154"/>
                  </a:lnTo>
                  <a:lnTo>
                    <a:pt x="93" y="153"/>
                  </a:lnTo>
                  <a:lnTo>
                    <a:pt x="100" y="151"/>
                  </a:lnTo>
                  <a:lnTo>
                    <a:pt x="108" y="148"/>
                  </a:lnTo>
                  <a:lnTo>
                    <a:pt x="114" y="145"/>
                  </a:lnTo>
                  <a:lnTo>
                    <a:pt x="121" y="141"/>
                  </a:lnTo>
                  <a:lnTo>
                    <a:pt x="126" y="137"/>
                  </a:lnTo>
                  <a:lnTo>
                    <a:pt x="131" y="131"/>
                  </a:lnTo>
                  <a:lnTo>
                    <a:pt x="137" y="126"/>
                  </a:lnTo>
                  <a:lnTo>
                    <a:pt x="141" y="121"/>
                  </a:lnTo>
                  <a:lnTo>
                    <a:pt x="145" y="114"/>
                  </a:lnTo>
                  <a:lnTo>
                    <a:pt x="149" y="108"/>
                  </a:lnTo>
                  <a:lnTo>
                    <a:pt x="151" y="100"/>
                  </a:lnTo>
                  <a:lnTo>
                    <a:pt x="153" y="93"/>
                  </a:lnTo>
                  <a:lnTo>
                    <a:pt x="154" y="85"/>
                  </a:lnTo>
                  <a:lnTo>
                    <a:pt x="154" y="78"/>
                  </a:lnTo>
                  <a:lnTo>
                    <a:pt x="154" y="70"/>
                  </a:lnTo>
                  <a:lnTo>
                    <a:pt x="153" y="62"/>
                  </a:lnTo>
                  <a:lnTo>
                    <a:pt x="151" y="54"/>
                  </a:lnTo>
                  <a:lnTo>
                    <a:pt x="149" y="48"/>
                  </a:lnTo>
                  <a:lnTo>
                    <a:pt x="145" y="40"/>
                  </a:lnTo>
                  <a:lnTo>
                    <a:pt x="141" y="34"/>
                  </a:lnTo>
                  <a:lnTo>
                    <a:pt x="137" y="28"/>
                  </a:lnTo>
                  <a:lnTo>
                    <a:pt x="131" y="23"/>
                  </a:lnTo>
                  <a:lnTo>
                    <a:pt x="126" y="17"/>
                  </a:lnTo>
                  <a:lnTo>
                    <a:pt x="121" y="13"/>
                  </a:lnTo>
                  <a:lnTo>
                    <a:pt x="114" y="9"/>
                  </a:lnTo>
                  <a:lnTo>
                    <a:pt x="108" y="6"/>
                  </a:lnTo>
                  <a:lnTo>
                    <a:pt x="100" y="4"/>
                  </a:lnTo>
                  <a:lnTo>
                    <a:pt x="93" y="1"/>
                  </a:lnTo>
                  <a:lnTo>
                    <a:pt x="85" y="0"/>
                  </a:lnTo>
                  <a:lnTo>
                    <a:pt x="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18" name="Freeform 59">
              <a:extLst>
                <a:ext uri="{FF2B5EF4-FFF2-40B4-BE49-F238E27FC236}">
                  <a16:creationId xmlns:a16="http://schemas.microsoft.com/office/drawing/2014/main" id="{4532475E-FCCD-4FEB-9D44-46A75ACCF97F}"/>
                </a:ext>
              </a:extLst>
            </p:cNvPr>
            <p:cNvSpPr>
              <a:spLocks noEditPoints="1"/>
            </p:cNvSpPr>
            <p:nvPr/>
          </p:nvSpPr>
          <p:spPr bwMode="auto">
            <a:xfrm>
              <a:off x="946151" y="3371851"/>
              <a:ext cx="173038" cy="171450"/>
            </a:xfrm>
            <a:custGeom>
              <a:avLst/>
              <a:gdLst>
                <a:gd name="T0" fmla="*/ 362 w 435"/>
                <a:gd name="T1" fmla="*/ 176 h 434"/>
                <a:gd name="T2" fmla="*/ 364 w 435"/>
                <a:gd name="T3" fmla="*/ 229 h 434"/>
                <a:gd name="T4" fmla="*/ 365 w 435"/>
                <a:gd name="T5" fmla="*/ 256 h 434"/>
                <a:gd name="T6" fmla="*/ 334 w 435"/>
                <a:gd name="T7" fmla="*/ 319 h 434"/>
                <a:gd name="T8" fmla="*/ 319 w 435"/>
                <a:gd name="T9" fmla="*/ 321 h 434"/>
                <a:gd name="T10" fmla="*/ 264 w 435"/>
                <a:gd name="T11" fmla="*/ 354 h 434"/>
                <a:gd name="T12" fmla="*/ 256 w 435"/>
                <a:gd name="T13" fmla="*/ 365 h 434"/>
                <a:gd name="T14" fmla="*/ 185 w 435"/>
                <a:gd name="T15" fmla="*/ 362 h 434"/>
                <a:gd name="T16" fmla="*/ 166 w 435"/>
                <a:gd name="T17" fmla="*/ 350 h 434"/>
                <a:gd name="T18" fmla="*/ 132 w 435"/>
                <a:gd name="T19" fmla="*/ 332 h 434"/>
                <a:gd name="T20" fmla="*/ 108 w 435"/>
                <a:gd name="T21" fmla="*/ 318 h 434"/>
                <a:gd name="T22" fmla="*/ 67 w 435"/>
                <a:gd name="T23" fmla="*/ 259 h 434"/>
                <a:gd name="T24" fmla="*/ 73 w 435"/>
                <a:gd name="T25" fmla="*/ 245 h 434"/>
                <a:gd name="T26" fmla="*/ 73 w 435"/>
                <a:gd name="T27" fmla="*/ 180 h 434"/>
                <a:gd name="T28" fmla="*/ 67 w 435"/>
                <a:gd name="T29" fmla="*/ 166 h 434"/>
                <a:gd name="T30" fmla="*/ 108 w 435"/>
                <a:gd name="T31" fmla="*/ 106 h 434"/>
                <a:gd name="T32" fmla="*/ 132 w 435"/>
                <a:gd name="T33" fmla="*/ 92 h 434"/>
                <a:gd name="T34" fmla="*/ 166 w 435"/>
                <a:gd name="T35" fmla="*/ 74 h 434"/>
                <a:gd name="T36" fmla="*/ 185 w 435"/>
                <a:gd name="T37" fmla="*/ 63 h 434"/>
                <a:gd name="T38" fmla="*/ 256 w 435"/>
                <a:gd name="T39" fmla="*/ 60 h 434"/>
                <a:gd name="T40" fmla="*/ 264 w 435"/>
                <a:gd name="T41" fmla="*/ 71 h 434"/>
                <a:gd name="T42" fmla="*/ 319 w 435"/>
                <a:gd name="T43" fmla="*/ 103 h 434"/>
                <a:gd name="T44" fmla="*/ 334 w 435"/>
                <a:gd name="T45" fmla="*/ 105 h 434"/>
                <a:gd name="T46" fmla="*/ 435 w 435"/>
                <a:gd name="T47" fmla="*/ 153 h 434"/>
                <a:gd name="T48" fmla="*/ 383 w 435"/>
                <a:gd name="T49" fmla="*/ 58 h 434"/>
                <a:gd name="T50" fmla="*/ 375 w 435"/>
                <a:gd name="T51" fmla="*/ 54 h 434"/>
                <a:gd name="T52" fmla="*/ 328 w 435"/>
                <a:gd name="T53" fmla="*/ 78 h 434"/>
                <a:gd name="T54" fmla="*/ 282 w 435"/>
                <a:gd name="T55" fmla="*/ 51 h 434"/>
                <a:gd name="T56" fmla="*/ 275 w 435"/>
                <a:gd name="T57" fmla="*/ 1 h 434"/>
                <a:gd name="T58" fmla="*/ 164 w 435"/>
                <a:gd name="T59" fmla="*/ 4 h 434"/>
                <a:gd name="T60" fmla="*/ 151 w 435"/>
                <a:gd name="T61" fmla="*/ 52 h 434"/>
                <a:gd name="T62" fmla="*/ 119 w 435"/>
                <a:gd name="T63" fmla="*/ 70 h 434"/>
                <a:gd name="T64" fmla="*/ 58 w 435"/>
                <a:gd name="T65" fmla="*/ 54 h 434"/>
                <a:gd name="T66" fmla="*/ 0 w 435"/>
                <a:gd name="T67" fmla="*/ 148 h 434"/>
                <a:gd name="T68" fmla="*/ 4 w 435"/>
                <a:gd name="T69" fmla="*/ 159 h 434"/>
                <a:gd name="T70" fmla="*/ 44 w 435"/>
                <a:gd name="T71" fmla="*/ 213 h 434"/>
                <a:gd name="T72" fmla="*/ 2 w 435"/>
                <a:gd name="T73" fmla="*/ 267 h 434"/>
                <a:gd name="T74" fmla="*/ 49 w 435"/>
                <a:gd name="T75" fmla="*/ 365 h 434"/>
                <a:gd name="T76" fmla="*/ 66 w 435"/>
                <a:gd name="T77" fmla="*/ 369 h 434"/>
                <a:gd name="T78" fmla="*/ 137 w 435"/>
                <a:gd name="T79" fmla="*/ 366 h 434"/>
                <a:gd name="T80" fmla="*/ 160 w 435"/>
                <a:gd name="T81" fmla="*/ 421 h 434"/>
                <a:gd name="T82" fmla="*/ 173 w 435"/>
                <a:gd name="T83" fmla="*/ 434 h 434"/>
                <a:gd name="T84" fmla="*/ 281 w 435"/>
                <a:gd name="T85" fmla="*/ 426 h 434"/>
                <a:gd name="T86" fmla="*/ 308 w 435"/>
                <a:gd name="T87" fmla="*/ 360 h 434"/>
                <a:gd name="T88" fmla="*/ 369 w 435"/>
                <a:gd name="T89" fmla="*/ 371 h 434"/>
                <a:gd name="T90" fmla="*/ 380 w 435"/>
                <a:gd name="T91" fmla="*/ 371 h 434"/>
                <a:gd name="T92" fmla="*/ 434 w 435"/>
                <a:gd name="T93" fmla="*/ 281 h 434"/>
                <a:gd name="T94" fmla="*/ 428 w 435"/>
                <a:gd name="T95" fmla="*/ 263 h 434"/>
                <a:gd name="T96" fmla="*/ 390 w 435"/>
                <a:gd name="T97" fmla="*/ 199 h 434"/>
                <a:gd name="T98" fmla="*/ 433 w 435"/>
                <a:gd name="T99" fmla="*/ 158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5" h="434">
                  <a:moveTo>
                    <a:pt x="368" y="166"/>
                  </a:moveTo>
                  <a:lnTo>
                    <a:pt x="365" y="169"/>
                  </a:lnTo>
                  <a:lnTo>
                    <a:pt x="363" y="172"/>
                  </a:lnTo>
                  <a:lnTo>
                    <a:pt x="362" y="176"/>
                  </a:lnTo>
                  <a:lnTo>
                    <a:pt x="362" y="180"/>
                  </a:lnTo>
                  <a:lnTo>
                    <a:pt x="364" y="197"/>
                  </a:lnTo>
                  <a:lnTo>
                    <a:pt x="365" y="213"/>
                  </a:lnTo>
                  <a:lnTo>
                    <a:pt x="364" y="229"/>
                  </a:lnTo>
                  <a:lnTo>
                    <a:pt x="362" y="245"/>
                  </a:lnTo>
                  <a:lnTo>
                    <a:pt x="362" y="248"/>
                  </a:lnTo>
                  <a:lnTo>
                    <a:pt x="363" y="252"/>
                  </a:lnTo>
                  <a:lnTo>
                    <a:pt x="365" y="256"/>
                  </a:lnTo>
                  <a:lnTo>
                    <a:pt x="368" y="259"/>
                  </a:lnTo>
                  <a:lnTo>
                    <a:pt x="405" y="280"/>
                  </a:lnTo>
                  <a:lnTo>
                    <a:pt x="369" y="342"/>
                  </a:lnTo>
                  <a:lnTo>
                    <a:pt x="334" y="319"/>
                  </a:lnTo>
                  <a:lnTo>
                    <a:pt x="331" y="318"/>
                  </a:lnTo>
                  <a:lnTo>
                    <a:pt x="326" y="318"/>
                  </a:lnTo>
                  <a:lnTo>
                    <a:pt x="323" y="319"/>
                  </a:lnTo>
                  <a:lnTo>
                    <a:pt x="319" y="321"/>
                  </a:lnTo>
                  <a:lnTo>
                    <a:pt x="309" y="330"/>
                  </a:lnTo>
                  <a:lnTo>
                    <a:pt x="296" y="337"/>
                  </a:lnTo>
                  <a:lnTo>
                    <a:pt x="281" y="346"/>
                  </a:lnTo>
                  <a:lnTo>
                    <a:pt x="264" y="354"/>
                  </a:lnTo>
                  <a:lnTo>
                    <a:pt x="261" y="357"/>
                  </a:lnTo>
                  <a:lnTo>
                    <a:pt x="259" y="359"/>
                  </a:lnTo>
                  <a:lnTo>
                    <a:pt x="258" y="362"/>
                  </a:lnTo>
                  <a:lnTo>
                    <a:pt x="256" y="365"/>
                  </a:lnTo>
                  <a:lnTo>
                    <a:pt x="256" y="409"/>
                  </a:lnTo>
                  <a:lnTo>
                    <a:pt x="186" y="409"/>
                  </a:lnTo>
                  <a:lnTo>
                    <a:pt x="186" y="365"/>
                  </a:lnTo>
                  <a:lnTo>
                    <a:pt x="185" y="362"/>
                  </a:lnTo>
                  <a:lnTo>
                    <a:pt x="183" y="358"/>
                  </a:lnTo>
                  <a:lnTo>
                    <a:pt x="180" y="354"/>
                  </a:lnTo>
                  <a:lnTo>
                    <a:pt x="176" y="352"/>
                  </a:lnTo>
                  <a:lnTo>
                    <a:pt x="166" y="350"/>
                  </a:lnTo>
                  <a:lnTo>
                    <a:pt x="158" y="347"/>
                  </a:lnTo>
                  <a:lnTo>
                    <a:pt x="150" y="344"/>
                  </a:lnTo>
                  <a:lnTo>
                    <a:pt x="144" y="340"/>
                  </a:lnTo>
                  <a:lnTo>
                    <a:pt x="132" y="332"/>
                  </a:lnTo>
                  <a:lnTo>
                    <a:pt x="119" y="321"/>
                  </a:lnTo>
                  <a:lnTo>
                    <a:pt x="116" y="319"/>
                  </a:lnTo>
                  <a:lnTo>
                    <a:pt x="113" y="318"/>
                  </a:lnTo>
                  <a:lnTo>
                    <a:pt x="108" y="318"/>
                  </a:lnTo>
                  <a:lnTo>
                    <a:pt x="105" y="319"/>
                  </a:lnTo>
                  <a:lnTo>
                    <a:pt x="65" y="342"/>
                  </a:lnTo>
                  <a:lnTo>
                    <a:pt x="30" y="280"/>
                  </a:lnTo>
                  <a:lnTo>
                    <a:pt x="67" y="259"/>
                  </a:lnTo>
                  <a:lnTo>
                    <a:pt x="71" y="256"/>
                  </a:lnTo>
                  <a:lnTo>
                    <a:pt x="73" y="252"/>
                  </a:lnTo>
                  <a:lnTo>
                    <a:pt x="74" y="248"/>
                  </a:lnTo>
                  <a:lnTo>
                    <a:pt x="73" y="245"/>
                  </a:lnTo>
                  <a:lnTo>
                    <a:pt x="71" y="229"/>
                  </a:lnTo>
                  <a:lnTo>
                    <a:pt x="70" y="213"/>
                  </a:lnTo>
                  <a:lnTo>
                    <a:pt x="71" y="197"/>
                  </a:lnTo>
                  <a:lnTo>
                    <a:pt x="73" y="180"/>
                  </a:lnTo>
                  <a:lnTo>
                    <a:pt x="74" y="176"/>
                  </a:lnTo>
                  <a:lnTo>
                    <a:pt x="73" y="172"/>
                  </a:lnTo>
                  <a:lnTo>
                    <a:pt x="71" y="169"/>
                  </a:lnTo>
                  <a:lnTo>
                    <a:pt x="67" y="166"/>
                  </a:lnTo>
                  <a:lnTo>
                    <a:pt x="30" y="145"/>
                  </a:lnTo>
                  <a:lnTo>
                    <a:pt x="66" y="84"/>
                  </a:lnTo>
                  <a:lnTo>
                    <a:pt x="105" y="105"/>
                  </a:lnTo>
                  <a:lnTo>
                    <a:pt x="108" y="106"/>
                  </a:lnTo>
                  <a:lnTo>
                    <a:pt x="113" y="106"/>
                  </a:lnTo>
                  <a:lnTo>
                    <a:pt x="117" y="105"/>
                  </a:lnTo>
                  <a:lnTo>
                    <a:pt x="120" y="103"/>
                  </a:lnTo>
                  <a:lnTo>
                    <a:pt x="132" y="92"/>
                  </a:lnTo>
                  <a:lnTo>
                    <a:pt x="144" y="84"/>
                  </a:lnTo>
                  <a:lnTo>
                    <a:pt x="150" y="80"/>
                  </a:lnTo>
                  <a:lnTo>
                    <a:pt x="158" y="76"/>
                  </a:lnTo>
                  <a:lnTo>
                    <a:pt x="166" y="74"/>
                  </a:lnTo>
                  <a:lnTo>
                    <a:pt x="176" y="71"/>
                  </a:lnTo>
                  <a:lnTo>
                    <a:pt x="180" y="70"/>
                  </a:lnTo>
                  <a:lnTo>
                    <a:pt x="183" y="67"/>
                  </a:lnTo>
                  <a:lnTo>
                    <a:pt x="185" y="63"/>
                  </a:lnTo>
                  <a:lnTo>
                    <a:pt x="186" y="60"/>
                  </a:lnTo>
                  <a:lnTo>
                    <a:pt x="186" y="26"/>
                  </a:lnTo>
                  <a:lnTo>
                    <a:pt x="256" y="26"/>
                  </a:lnTo>
                  <a:lnTo>
                    <a:pt x="256" y="60"/>
                  </a:lnTo>
                  <a:lnTo>
                    <a:pt x="258" y="63"/>
                  </a:lnTo>
                  <a:lnTo>
                    <a:pt x="259" y="67"/>
                  </a:lnTo>
                  <a:lnTo>
                    <a:pt x="261" y="69"/>
                  </a:lnTo>
                  <a:lnTo>
                    <a:pt x="264" y="71"/>
                  </a:lnTo>
                  <a:lnTo>
                    <a:pt x="281" y="80"/>
                  </a:lnTo>
                  <a:lnTo>
                    <a:pt x="296" y="87"/>
                  </a:lnTo>
                  <a:lnTo>
                    <a:pt x="309" y="96"/>
                  </a:lnTo>
                  <a:lnTo>
                    <a:pt x="319" y="103"/>
                  </a:lnTo>
                  <a:lnTo>
                    <a:pt x="322" y="105"/>
                  </a:lnTo>
                  <a:lnTo>
                    <a:pt x="326" y="106"/>
                  </a:lnTo>
                  <a:lnTo>
                    <a:pt x="331" y="106"/>
                  </a:lnTo>
                  <a:lnTo>
                    <a:pt x="334" y="105"/>
                  </a:lnTo>
                  <a:lnTo>
                    <a:pt x="369" y="84"/>
                  </a:lnTo>
                  <a:lnTo>
                    <a:pt x="405" y="145"/>
                  </a:lnTo>
                  <a:lnTo>
                    <a:pt x="368" y="166"/>
                  </a:lnTo>
                  <a:close/>
                  <a:moveTo>
                    <a:pt x="435" y="153"/>
                  </a:moveTo>
                  <a:lnTo>
                    <a:pt x="435" y="148"/>
                  </a:lnTo>
                  <a:lnTo>
                    <a:pt x="434" y="144"/>
                  </a:lnTo>
                  <a:lnTo>
                    <a:pt x="385" y="60"/>
                  </a:lnTo>
                  <a:lnTo>
                    <a:pt x="383" y="58"/>
                  </a:lnTo>
                  <a:lnTo>
                    <a:pt x="382" y="56"/>
                  </a:lnTo>
                  <a:lnTo>
                    <a:pt x="380" y="55"/>
                  </a:lnTo>
                  <a:lnTo>
                    <a:pt x="377" y="55"/>
                  </a:lnTo>
                  <a:lnTo>
                    <a:pt x="375" y="54"/>
                  </a:lnTo>
                  <a:lnTo>
                    <a:pt x="372" y="54"/>
                  </a:lnTo>
                  <a:lnTo>
                    <a:pt x="370" y="55"/>
                  </a:lnTo>
                  <a:lnTo>
                    <a:pt x="367" y="56"/>
                  </a:lnTo>
                  <a:lnTo>
                    <a:pt x="328" y="78"/>
                  </a:lnTo>
                  <a:lnTo>
                    <a:pt x="320" y="71"/>
                  </a:lnTo>
                  <a:lnTo>
                    <a:pt x="308" y="64"/>
                  </a:lnTo>
                  <a:lnTo>
                    <a:pt x="296" y="58"/>
                  </a:lnTo>
                  <a:lnTo>
                    <a:pt x="282" y="51"/>
                  </a:lnTo>
                  <a:lnTo>
                    <a:pt x="282" y="13"/>
                  </a:lnTo>
                  <a:lnTo>
                    <a:pt x="281" y="8"/>
                  </a:lnTo>
                  <a:lnTo>
                    <a:pt x="278" y="4"/>
                  </a:lnTo>
                  <a:lnTo>
                    <a:pt x="275" y="1"/>
                  </a:lnTo>
                  <a:lnTo>
                    <a:pt x="269" y="0"/>
                  </a:lnTo>
                  <a:lnTo>
                    <a:pt x="173" y="0"/>
                  </a:lnTo>
                  <a:lnTo>
                    <a:pt x="168" y="1"/>
                  </a:lnTo>
                  <a:lnTo>
                    <a:pt x="164" y="4"/>
                  </a:lnTo>
                  <a:lnTo>
                    <a:pt x="161" y="8"/>
                  </a:lnTo>
                  <a:lnTo>
                    <a:pt x="160" y="13"/>
                  </a:lnTo>
                  <a:lnTo>
                    <a:pt x="160" y="49"/>
                  </a:lnTo>
                  <a:lnTo>
                    <a:pt x="151" y="52"/>
                  </a:lnTo>
                  <a:lnTo>
                    <a:pt x="144" y="55"/>
                  </a:lnTo>
                  <a:lnTo>
                    <a:pt x="137" y="58"/>
                  </a:lnTo>
                  <a:lnTo>
                    <a:pt x="131" y="62"/>
                  </a:lnTo>
                  <a:lnTo>
                    <a:pt x="119" y="70"/>
                  </a:lnTo>
                  <a:lnTo>
                    <a:pt x="109" y="78"/>
                  </a:lnTo>
                  <a:lnTo>
                    <a:pt x="67" y="55"/>
                  </a:lnTo>
                  <a:lnTo>
                    <a:pt x="63" y="54"/>
                  </a:lnTo>
                  <a:lnTo>
                    <a:pt x="58" y="54"/>
                  </a:lnTo>
                  <a:lnTo>
                    <a:pt x="54" y="56"/>
                  </a:lnTo>
                  <a:lnTo>
                    <a:pt x="50" y="60"/>
                  </a:lnTo>
                  <a:lnTo>
                    <a:pt x="2" y="144"/>
                  </a:lnTo>
                  <a:lnTo>
                    <a:pt x="0" y="148"/>
                  </a:lnTo>
                  <a:lnTo>
                    <a:pt x="1" y="153"/>
                  </a:lnTo>
                  <a:lnTo>
                    <a:pt x="2" y="156"/>
                  </a:lnTo>
                  <a:lnTo>
                    <a:pt x="3" y="158"/>
                  </a:lnTo>
                  <a:lnTo>
                    <a:pt x="4" y="159"/>
                  </a:lnTo>
                  <a:lnTo>
                    <a:pt x="6" y="160"/>
                  </a:lnTo>
                  <a:lnTo>
                    <a:pt x="47" y="185"/>
                  </a:lnTo>
                  <a:lnTo>
                    <a:pt x="45" y="199"/>
                  </a:lnTo>
                  <a:lnTo>
                    <a:pt x="44" y="213"/>
                  </a:lnTo>
                  <a:lnTo>
                    <a:pt x="45" y="227"/>
                  </a:lnTo>
                  <a:lnTo>
                    <a:pt x="47" y="241"/>
                  </a:lnTo>
                  <a:lnTo>
                    <a:pt x="6" y="263"/>
                  </a:lnTo>
                  <a:lnTo>
                    <a:pt x="2" y="267"/>
                  </a:lnTo>
                  <a:lnTo>
                    <a:pt x="0" y="273"/>
                  </a:lnTo>
                  <a:lnTo>
                    <a:pt x="0" y="277"/>
                  </a:lnTo>
                  <a:lnTo>
                    <a:pt x="2" y="281"/>
                  </a:lnTo>
                  <a:lnTo>
                    <a:pt x="49" y="365"/>
                  </a:lnTo>
                  <a:lnTo>
                    <a:pt x="52" y="368"/>
                  </a:lnTo>
                  <a:lnTo>
                    <a:pt x="57" y="371"/>
                  </a:lnTo>
                  <a:lnTo>
                    <a:pt x="62" y="371"/>
                  </a:lnTo>
                  <a:lnTo>
                    <a:pt x="66" y="369"/>
                  </a:lnTo>
                  <a:lnTo>
                    <a:pt x="109" y="346"/>
                  </a:lnTo>
                  <a:lnTo>
                    <a:pt x="119" y="354"/>
                  </a:lnTo>
                  <a:lnTo>
                    <a:pt x="131" y="363"/>
                  </a:lnTo>
                  <a:lnTo>
                    <a:pt x="137" y="366"/>
                  </a:lnTo>
                  <a:lnTo>
                    <a:pt x="144" y="369"/>
                  </a:lnTo>
                  <a:lnTo>
                    <a:pt x="151" y="373"/>
                  </a:lnTo>
                  <a:lnTo>
                    <a:pt x="160" y="376"/>
                  </a:lnTo>
                  <a:lnTo>
                    <a:pt x="160" y="421"/>
                  </a:lnTo>
                  <a:lnTo>
                    <a:pt x="161" y="426"/>
                  </a:lnTo>
                  <a:lnTo>
                    <a:pt x="164" y="431"/>
                  </a:lnTo>
                  <a:lnTo>
                    <a:pt x="168" y="433"/>
                  </a:lnTo>
                  <a:lnTo>
                    <a:pt x="173" y="434"/>
                  </a:lnTo>
                  <a:lnTo>
                    <a:pt x="269" y="434"/>
                  </a:lnTo>
                  <a:lnTo>
                    <a:pt x="275" y="433"/>
                  </a:lnTo>
                  <a:lnTo>
                    <a:pt x="278" y="431"/>
                  </a:lnTo>
                  <a:lnTo>
                    <a:pt x="281" y="426"/>
                  </a:lnTo>
                  <a:lnTo>
                    <a:pt x="282" y="421"/>
                  </a:lnTo>
                  <a:lnTo>
                    <a:pt x="282" y="374"/>
                  </a:lnTo>
                  <a:lnTo>
                    <a:pt x="296" y="367"/>
                  </a:lnTo>
                  <a:lnTo>
                    <a:pt x="308" y="360"/>
                  </a:lnTo>
                  <a:lnTo>
                    <a:pt x="320" y="353"/>
                  </a:lnTo>
                  <a:lnTo>
                    <a:pt x="329" y="346"/>
                  </a:lnTo>
                  <a:lnTo>
                    <a:pt x="367" y="369"/>
                  </a:lnTo>
                  <a:lnTo>
                    <a:pt x="369" y="371"/>
                  </a:lnTo>
                  <a:lnTo>
                    <a:pt x="372" y="372"/>
                  </a:lnTo>
                  <a:lnTo>
                    <a:pt x="375" y="372"/>
                  </a:lnTo>
                  <a:lnTo>
                    <a:pt x="377" y="371"/>
                  </a:lnTo>
                  <a:lnTo>
                    <a:pt x="380" y="371"/>
                  </a:lnTo>
                  <a:lnTo>
                    <a:pt x="382" y="368"/>
                  </a:lnTo>
                  <a:lnTo>
                    <a:pt x="383" y="367"/>
                  </a:lnTo>
                  <a:lnTo>
                    <a:pt x="385" y="365"/>
                  </a:lnTo>
                  <a:lnTo>
                    <a:pt x="434" y="281"/>
                  </a:lnTo>
                  <a:lnTo>
                    <a:pt x="435" y="277"/>
                  </a:lnTo>
                  <a:lnTo>
                    <a:pt x="435" y="273"/>
                  </a:lnTo>
                  <a:lnTo>
                    <a:pt x="433" y="267"/>
                  </a:lnTo>
                  <a:lnTo>
                    <a:pt x="428" y="263"/>
                  </a:lnTo>
                  <a:lnTo>
                    <a:pt x="389" y="241"/>
                  </a:lnTo>
                  <a:lnTo>
                    <a:pt x="390" y="227"/>
                  </a:lnTo>
                  <a:lnTo>
                    <a:pt x="391" y="213"/>
                  </a:lnTo>
                  <a:lnTo>
                    <a:pt x="390" y="199"/>
                  </a:lnTo>
                  <a:lnTo>
                    <a:pt x="389" y="185"/>
                  </a:lnTo>
                  <a:lnTo>
                    <a:pt x="428" y="160"/>
                  </a:lnTo>
                  <a:lnTo>
                    <a:pt x="430" y="159"/>
                  </a:lnTo>
                  <a:lnTo>
                    <a:pt x="433" y="158"/>
                  </a:lnTo>
                  <a:lnTo>
                    <a:pt x="434" y="156"/>
                  </a:lnTo>
                  <a:lnTo>
                    <a:pt x="435"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19" name="Freeform 60">
              <a:extLst>
                <a:ext uri="{FF2B5EF4-FFF2-40B4-BE49-F238E27FC236}">
                  <a16:creationId xmlns:a16="http://schemas.microsoft.com/office/drawing/2014/main" id="{AF37093A-C370-40EE-9B62-0D9F78850B5D}"/>
                </a:ext>
              </a:extLst>
            </p:cNvPr>
            <p:cNvSpPr>
              <a:spLocks noEditPoints="1"/>
            </p:cNvSpPr>
            <p:nvPr/>
          </p:nvSpPr>
          <p:spPr bwMode="auto">
            <a:xfrm>
              <a:off x="1001713" y="3424238"/>
              <a:ext cx="61913" cy="61913"/>
            </a:xfrm>
            <a:custGeom>
              <a:avLst/>
              <a:gdLst>
                <a:gd name="T0" fmla="*/ 67 w 154"/>
                <a:gd name="T1" fmla="*/ 127 h 154"/>
                <a:gd name="T2" fmla="*/ 49 w 154"/>
                <a:gd name="T3" fmla="*/ 120 h 154"/>
                <a:gd name="T4" fmla="*/ 35 w 154"/>
                <a:gd name="T5" fmla="*/ 106 h 154"/>
                <a:gd name="T6" fmla="*/ 27 w 154"/>
                <a:gd name="T7" fmla="*/ 87 h 154"/>
                <a:gd name="T8" fmla="*/ 27 w 154"/>
                <a:gd name="T9" fmla="*/ 67 h 154"/>
                <a:gd name="T10" fmla="*/ 35 w 154"/>
                <a:gd name="T11" fmla="*/ 49 h 154"/>
                <a:gd name="T12" fmla="*/ 49 w 154"/>
                <a:gd name="T13" fmla="*/ 35 h 154"/>
                <a:gd name="T14" fmla="*/ 67 w 154"/>
                <a:gd name="T15" fmla="*/ 26 h 154"/>
                <a:gd name="T16" fmla="*/ 87 w 154"/>
                <a:gd name="T17" fmla="*/ 26 h 154"/>
                <a:gd name="T18" fmla="*/ 106 w 154"/>
                <a:gd name="T19" fmla="*/ 35 h 154"/>
                <a:gd name="T20" fmla="*/ 120 w 154"/>
                <a:gd name="T21" fmla="*/ 49 h 154"/>
                <a:gd name="T22" fmla="*/ 128 w 154"/>
                <a:gd name="T23" fmla="*/ 67 h 154"/>
                <a:gd name="T24" fmla="*/ 128 w 154"/>
                <a:gd name="T25" fmla="*/ 87 h 154"/>
                <a:gd name="T26" fmla="*/ 120 w 154"/>
                <a:gd name="T27" fmla="*/ 106 h 154"/>
                <a:gd name="T28" fmla="*/ 106 w 154"/>
                <a:gd name="T29" fmla="*/ 120 h 154"/>
                <a:gd name="T30" fmla="*/ 87 w 154"/>
                <a:gd name="T31" fmla="*/ 127 h 154"/>
                <a:gd name="T32" fmla="*/ 78 w 154"/>
                <a:gd name="T33" fmla="*/ 0 h 154"/>
                <a:gd name="T34" fmla="*/ 62 w 154"/>
                <a:gd name="T35" fmla="*/ 1 h 154"/>
                <a:gd name="T36" fmla="*/ 48 w 154"/>
                <a:gd name="T37" fmla="*/ 6 h 154"/>
                <a:gd name="T38" fmla="*/ 35 w 154"/>
                <a:gd name="T39" fmla="*/ 13 h 154"/>
                <a:gd name="T40" fmla="*/ 23 w 154"/>
                <a:gd name="T41" fmla="*/ 23 h 154"/>
                <a:gd name="T42" fmla="*/ 13 w 154"/>
                <a:gd name="T43" fmla="*/ 35 h 154"/>
                <a:gd name="T44" fmla="*/ 7 w 154"/>
                <a:gd name="T45" fmla="*/ 48 h 154"/>
                <a:gd name="T46" fmla="*/ 2 w 154"/>
                <a:gd name="T47" fmla="*/ 63 h 154"/>
                <a:gd name="T48" fmla="*/ 0 w 154"/>
                <a:gd name="T49" fmla="*/ 78 h 154"/>
                <a:gd name="T50" fmla="*/ 2 w 154"/>
                <a:gd name="T51" fmla="*/ 93 h 154"/>
                <a:gd name="T52" fmla="*/ 7 w 154"/>
                <a:gd name="T53" fmla="*/ 108 h 154"/>
                <a:gd name="T54" fmla="*/ 13 w 154"/>
                <a:gd name="T55" fmla="*/ 121 h 154"/>
                <a:gd name="T56" fmla="*/ 23 w 154"/>
                <a:gd name="T57" fmla="*/ 131 h 154"/>
                <a:gd name="T58" fmla="*/ 35 w 154"/>
                <a:gd name="T59" fmla="*/ 141 h 154"/>
                <a:gd name="T60" fmla="*/ 48 w 154"/>
                <a:gd name="T61" fmla="*/ 147 h 154"/>
                <a:gd name="T62" fmla="*/ 62 w 154"/>
                <a:gd name="T63" fmla="*/ 153 h 154"/>
                <a:gd name="T64" fmla="*/ 78 w 154"/>
                <a:gd name="T65" fmla="*/ 154 h 154"/>
                <a:gd name="T66" fmla="*/ 93 w 154"/>
                <a:gd name="T67" fmla="*/ 153 h 154"/>
                <a:gd name="T68" fmla="*/ 107 w 154"/>
                <a:gd name="T69" fmla="*/ 147 h 154"/>
                <a:gd name="T70" fmla="*/ 121 w 154"/>
                <a:gd name="T71" fmla="*/ 141 h 154"/>
                <a:gd name="T72" fmla="*/ 131 w 154"/>
                <a:gd name="T73" fmla="*/ 131 h 154"/>
                <a:gd name="T74" fmla="*/ 141 w 154"/>
                <a:gd name="T75" fmla="*/ 121 h 154"/>
                <a:gd name="T76" fmla="*/ 149 w 154"/>
                <a:gd name="T77" fmla="*/ 108 h 154"/>
                <a:gd name="T78" fmla="*/ 153 w 154"/>
                <a:gd name="T79" fmla="*/ 93 h 154"/>
                <a:gd name="T80" fmla="*/ 154 w 154"/>
                <a:gd name="T81" fmla="*/ 78 h 154"/>
                <a:gd name="T82" fmla="*/ 153 w 154"/>
                <a:gd name="T83" fmla="*/ 63 h 154"/>
                <a:gd name="T84" fmla="*/ 149 w 154"/>
                <a:gd name="T85" fmla="*/ 48 h 154"/>
                <a:gd name="T86" fmla="*/ 141 w 154"/>
                <a:gd name="T87" fmla="*/ 35 h 154"/>
                <a:gd name="T88" fmla="*/ 131 w 154"/>
                <a:gd name="T89" fmla="*/ 23 h 154"/>
                <a:gd name="T90" fmla="*/ 121 w 154"/>
                <a:gd name="T91" fmla="*/ 13 h 154"/>
                <a:gd name="T92" fmla="*/ 107 w 154"/>
                <a:gd name="T93" fmla="*/ 6 h 154"/>
                <a:gd name="T94" fmla="*/ 93 w 154"/>
                <a:gd name="T95" fmla="*/ 1 h 154"/>
                <a:gd name="T96" fmla="*/ 78 w 154"/>
                <a:gd name="T9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54">
                  <a:moveTo>
                    <a:pt x="78" y="128"/>
                  </a:moveTo>
                  <a:lnTo>
                    <a:pt x="67" y="127"/>
                  </a:lnTo>
                  <a:lnTo>
                    <a:pt x="57" y="125"/>
                  </a:lnTo>
                  <a:lnTo>
                    <a:pt x="49" y="120"/>
                  </a:lnTo>
                  <a:lnTo>
                    <a:pt x="41" y="113"/>
                  </a:lnTo>
                  <a:lnTo>
                    <a:pt x="35" y="106"/>
                  </a:lnTo>
                  <a:lnTo>
                    <a:pt x="29" y="97"/>
                  </a:lnTo>
                  <a:lnTo>
                    <a:pt x="27" y="87"/>
                  </a:lnTo>
                  <a:lnTo>
                    <a:pt x="26" y="78"/>
                  </a:lnTo>
                  <a:lnTo>
                    <a:pt x="27" y="67"/>
                  </a:lnTo>
                  <a:lnTo>
                    <a:pt x="29" y="57"/>
                  </a:lnTo>
                  <a:lnTo>
                    <a:pt x="35" y="49"/>
                  </a:lnTo>
                  <a:lnTo>
                    <a:pt x="41" y="41"/>
                  </a:lnTo>
                  <a:lnTo>
                    <a:pt x="49" y="35"/>
                  </a:lnTo>
                  <a:lnTo>
                    <a:pt x="57" y="29"/>
                  </a:lnTo>
                  <a:lnTo>
                    <a:pt x="67" y="26"/>
                  </a:lnTo>
                  <a:lnTo>
                    <a:pt x="78" y="25"/>
                  </a:lnTo>
                  <a:lnTo>
                    <a:pt x="87" y="26"/>
                  </a:lnTo>
                  <a:lnTo>
                    <a:pt x="97" y="29"/>
                  </a:lnTo>
                  <a:lnTo>
                    <a:pt x="106" y="35"/>
                  </a:lnTo>
                  <a:lnTo>
                    <a:pt x="113" y="41"/>
                  </a:lnTo>
                  <a:lnTo>
                    <a:pt x="120" y="49"/>
                  </a:lnTo>
                  <a:lnTo>
                    <a:pt x="125" y="57"/>
                  </a:lnTo>
                  <a:lnTo>
                    <a:pt x="128" y="67"/>
                  </a:lnTo>
                  <a:lnTo>
                    <a:pt x="129" y="78"/>
                  </a:lnTo>
                  <a:lnTo>
                    <a:pt x="128" y="87"/>
                  </a:lnTo>
                  <a:lnTo>
                    <a:pt x="125" y="97"/>
                  </a:lnTo>
                  <a:lnTo>
                    <a:pt x="120" y="106"/>
                  </a:lnTo>
                  <a:lnTo>
                    <a:pt x="113" y="113"/>
                  </a:lnTo>
                  <a:lnTo>
                    <a:pt x="106" y="120"/>
                  </a:lnTo>
                  <a:lnTo>
                    <a:pt x="97" y="125"/>
                  </a:lnTo>
                  <a:lnTo>
                    <a:pt x="87" y="127"/>
                  </a:lnTo>
                  <a:lnTo>
                    <a:pt x="78" y="128"/>
                  </a:lnTo>
                  <a:close/>
                  <a:moveTo>
                    <a:pt x="78" y="0"/>
                  </a:moveTo>
                  <a:lnTo>
                    <a:pt x="69" y="0"/>
                  </a:lnTo>
                  <a:lnTo>
                    <a:pt x="62" y="1"/>
                  </a:lnTo>
                  <a:lnTo>
                    <a:pt x="54" y="4"/>
                  </a:lnTo>
                  <a:lnTo>
                    <a:pt x="48" y="6"/>
                  </a:lnTo>
                  <a:lnTo>
                    <a:pt x="40" y="9"/>
                  </a:lnTo>
                  <a:lnTo>
                    <a:pt x="35" y="13"/>
                  </a:lnTo>
                  <a:lnTo>
                    <a:pt x="28" y="18"/>
                  </a:lnTo>
                  <a:lnTo>
                    <a:pt x="23" y="23"/>
                  </a:lnTo>
                  <a:lnTo>
                    <a:pt x="18" y="28"/>
                  </a:lnTo>
                  <a:lnTo>
                    <a:pt x="13" y="35"/>
                  </a:lnTo>
                  <a:lnTo>
                    <a:pt x="10" y="41"/>
                  </a:lnTo>
                  <a:lnTo>
                    <a:pt x="7" y="48"/>
                  </a:lnTo>
                  <a:lnTo>
                    <a:pt x="4" y="55"/>
                  </a:lnTo>
                  <a:lnTo>
                    <a:pt x="2" y="63"/>
                  </a:lnTo>
                  <a:lnTo>
                    <a:pt x="0" y="70"/>
                  </a:lnTo>
                  <a:lnTo>
                    <a:pt x="0" y="78"/>
                  </a:lnTo>
                  <a:lnTo>
                    <a:pt x="0" y="85"/>
                  </a:lnTo>
                  <a:lnTo>
                    <a:pt x="2" y="93"/>
                  </a:lnTo>
                  <a:lnTo>
                    <a:pt x="4" y="100"/>
                  </a:lnTo>
                  <a:lnTo>
                    <a:pt x="7" y="108"/>
                  </a:lnTo>
                  <a:lnTo>
                    <a:pt x="10" y="114"/>
                  </a:lnTo>
                  <a:lnTo>
                    <a:pt x="13" y="121"/>
                  </a:lnTo>
                  <a:lnTo>
                    <a:pt x="18" y="126"/>
                  </a:lnTo>
                  <a:lnTo>
                    <a:pt x="23" y="131"/>
                  </a:lnTo>
                  <a:lnTo>
                    <a:pt x="28" y="137"/>
                  </a:lnTo>
                  <a:lnTo>
                    <a:pt x="35" y="141"/>
                  </a:lnTo>
                  <a:lnTo>
                    <a:pt x="40" y="144"/>
                  </a:lnTo>
                  <a:lnTo>
                    <a:pt x="48" y="147"/>
                  </a:lnTo>
                  <a:lnTo>
                    <a:pt x="54" y="151"/>
                  </a:lnTo>
                  <a:lnTo>
                    <a:pt x="62" y="153"/>
                  </a:lnTo>
                  <a:lnTo>
                    <a:pt x="69" y="154"/>
                  </a:lnTo>
                  <a:lnTo>
                    <a:pt x="78" y="154"/>
                  </a:lnTo>
                  <a:lnTo>
                    <a:pt x="85" y="154"/>
                  </a:lnTo>
                  <a:lnTo>
                    <a:pt x="93" y="153"/>
                  </a:lnTo>
                  <a:lnTo>
                    <a:pt x="100" y="151"/>
                  </a:lnTo>
                  <a:lnTo>
                    <a:pt x="107" y="147"/>
                  </a:lnTo>
                  <a:lnTo>
                    <a:pt x="114" y="144"/>
                  </a:lnTo>
                  <a:lnTo>
                    <a:pt x="121" y="141"/>
                  </a:lnTo>
                  <a:lnTo>
                    <a:pt x="126" y="137"/>
                  </a:lnTo>
                  <a:lnTo>
                    <a:pt x="131" y="131"/>
                  </a:lnTo>
                  <a:lnTo>
                    <a:pt x="137" y="126"/>
                  </a:lnTo>
                  <a:lnTo>
                    <a:pt x="141" y="121"/>
                  </a:lnTo>
                  <a:lnTo>
                    <a:pt x="145" y="114"/>
                  </a:lnTo>
                  <a:lnTo>
                    <a:pt x="149" y="108"/>
                  </a:lnTo>
                  <a:lnTo>
                    <a:pt x="151" y="100"/>
                  </a:lnTo>
                  <a:lnTo>
                    <a:pt x="153" y="93"/>
                  </a:lnTo>
                  <a:lnTo>
                    <a:pt x="154" y="85"/>
                  </a:lnTo>
                  <a:lnTo>
                    <a:pt x="154" y="78"/>
                  </a:lnTo>
                  <a:lnTo>
                    <a:pt x="154" y="70"/>
                  </a:lnTo>
                  <a:lnTo>
                    <a:pt x="153" y="63"/>
                  </a:lnTo>
                  <a:lnTo>
                    <a:pt x="151" y="55"/>
                  </a:lnTo>
                  <a:lnTo>
                    <a:pt x="149" y="48"/>
                  </a:lnTo>
                  <a:lnTo>
                    <a:pt x="145" y="41"/>
                  </a:lnTo>
                  <a:lnTo>
                    <a:pt x="141" y="35"/>
                  </a:lnTo>
                  <a:lnTo>
                    <a:pt x="137" y="28"/>
                  </a:lnTo>
                  <a:lnTo>
                    <a:pt x="131" y="23"/>
                  </a:lnTo>
                  <a:lnTo>
                    <a:pt x="126" y="18"/>
                  </a:lnTo>
                  <a:lnTo>
                    <a:pt x="121" y="13"/>
                  </a:lnTo>
                  <a:lnTo>
                    <a:pt x="114" y="9"/>
                  </a:lnTo>
                  <a:lnTo>
                    <a:pt x="107" y="6"/>
                  </a:lnTo>
                  <a:lnTo>
                    <a:pt x="100" y="4"/>
                  </a:lnTo>
                  <a:lnTo>
                    <a:pt x="93" y="1"/>
                  </a:lnTo>
                  <a:lnTo>
                    <a:pt x="85" y="0"/>
                  </a:lnTo>
                  <a:lnTo>
                    <a:pt x="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nvGrpSpPr>
          <p:cNvPr id="120" name="Group 119">
            <a:extLst>
              <a:ext uri="{FF2B5EF4-FFF2-40B4-BE49-F238E27FC236}">
                <a16:creationId xmlns:a16="http://schemas.microsoft.com/office/drawing/2014/main" id="{082D1A0A-5959-49EC-9ACC-770733CC59AA}"/>
              </a:ext>
            </a:extLst>
          </p:cNvPr>
          <p:cNvGrpSpPr/>
          <p:nvPr/>
        </p:nvGrpSpPr>
        <p:grpSpPr>
          <a:xfrm>
            <a:off x="4604013" y="1721454"/>
            <a:ext cx="376240" cy="388442"/>
            <a:chOff x="946151" y="3240088"/>
            <a:chExt cx="293688" cy="303213"/>
          </a:xfrm>
          <a:solidFill>
            <a:schemeClr val="bg1"/>
          </a:solidFill>
        </p:grpSpPr>
        <p:sp>
          <p:nvSpPr>
            <p:cNvPr id="121" name="Freeform 57">
              <a:extLst>
                <a:ext uri="{FF2B5EF4-FFF2-40B4-BE49-F238E27FC236}">
                  <a16:creationId xmlns:a16="http://schemas.microsoft.com/office/drawing/2014/main" id="{9480BE4E-376F-4436-9031-92C1C195A23F}"/>
                </a:ext>
              </a:extLst>
            </p:cNvPr>
            <p:cNvSpPr>
              <a:spLocks noEditPoints="1"/>
            </p:cNvSpPr>
            <p:nvPr/>
          </p:nvSpPr>
          <p:spPr bwMode="auto">
            <a:xfrm>
              <a:off x="1066801" y="3240088"/>
              <a:ext cx="173038" cy="171450"/>
            </a:xfrm>
            <a:custGeom>
              <a:avLst/>
              <a:gdLst>
                <a:gd name="T0" fmla="*/ 326 w 435"/>
                <a:gd name="T1" fmla="*/ 327 h 432"/>
                <a:gd name="T2" fmla="*/ 296 w 435"/>
                <a:gd name="T3" fmla="*/ 346 h 432"/>
                <a:gd name="T4" fmla="*/ 259 w 435"/>
                <a:gd name="T5" fmla="*/ 368 h 432"/>
                <a:gd name="T6" fmla="*/ 186 w 435"/>
                <a:gd name="T7" fmla="*/ 406 h 432"/>
                <a:gd name="T8" fmla="*/ 180 w 435"/>
                <a:gd name="T9" fmla="*/ 363 h 432"/>
                <a:gd name="T10" fmla="*/ 150 w 435"/>
                <a:gd name="T11" fmla="*/ 353 h 432"/>
                <a:gd name="T12" fmla="*/ 116 w 435"/>
                <a:gd name="T13" fmla="*/ 328 h 432"/>
                <a:gd name="T14" fmla="*/ 65 w 435"/>
                <a:gd name="T15" fmla="*/ 350 h 432"/>
                <a:gd name="T16" fmla="*/ 73 w 435"/>
                <a:gd name="T17" fmla="*/ 261 h 432"/>
                <a:gd name="T18" fmla="*/ 70 w 435"/>
                <a:gd name="T19" fmla="*/ 222 h 432"/>
                <a:gd name="T20" fmla="*/ 73 w 435"/>
                <a:gd name="T21" fmla="*/ 182 h 432"/>
                <a:gd name="T22" fmla="*/ 66 w 435"/>
                <a:gd name="T23" fmla="*/ 93 h 432"/>
                <a:gd name="T24" fmla="*/ 117 w 435"/>
                <a:gd name="T25" fmla="*/ 114 h 432"/>
                <a:gd name="T26" fmla="*/ 150 w 435"/>
                <a:gd name="T27" fmla="*/ 90 h 432"/>
                <a:gd name="T28" fmla="*/ 180 w 435"/>
                <a:gd name="T29" fmla="*/ 79 h 432"/>
                <a:gd name="T30" fmla="*/ 186 w 435"/>
                <a:gd name="T31" fmla="*/ 25 h 432"/>
                <a:gd name="T32" fmla="*/ 259 w 435"/>
                <a:gd name="T33" fmla="*/ 75 h 432"/>
                <a:gd name="T34" fmla="*/ 296 w 435"/>
                <a:gd name="T35" fmla="*/ 96 h 432"/>
                <a:gd name="T36" fmla="*/ 326 w 435"/>
                <a:gd name="T37" fmla="*/ 115 h 432"/>
                <a:gd name="T38" fmla="*/ 405 w 435"/>
                <a:gd name="T39" fmla="*/ 154 h 432"/>
                <a:gd name="T40" fmla="*/ 362 w 435"/>
                <a:gd name="T41" fmla="*/ 185 h 432"/>
                <a:gd name="T42" fmla="*/ 365 w 435"/>
                <a:gd name="T43" fmla="*/ 238 h 432"/>
                <a:gd name="T44" fmla="*/ 365 w 435"/>
                <a:gd name="T45" fmla="*/ 265 h 432"/>
                <a:gd name="T46" fmla="*/ 428 w 435"/>
                <a:gd name="T47" fmla="*/ 272 h 432"/>
                <a:gd name="T48" fmla="*/ 389 w 435"/>
                <a:gd name="T49" fmla="*/ 207 h 432"/>
                <a:gd name="T50" fmla="*/ 435 w 435"/>
                <a:gd name="T51" fmla="*/ 161 h 432"/>
                <a:gd name="T52" fmla="*/ 382 w 435"/>
                <a:gd name="T53" fmla="*/ 65 h 432"/>
                <a:gd name="T54" fmla="*/ 329 w 435"/>
                <a:gd name="T55" fmla="*/ 88 h 432"/>
                <a:gd name="T56" fmla="*/ 282 w 435"/>
                <a:gd name="T57" fmla="*/ 59 h 432"/>
                <a:gd name="T58" fmla="*/ 275 w 435"/>
                <a:gd name="T59" fmla="*/ 2 h 432"/>
                <a:gd name="T60" fmla="*/ 164 w 435"/>
                <a:gd name="T61" fmla="*/ 4 h 432"/>
                <a:gd name="T62" fmla="*/ 152 w 435"/>
                <a:gd name="T63" fmla="*/ 62 h 432"/>
                <a:gd name="T64" fmla="*/ 119 w 435"/>
                <a:gd name="T65" fmla="*/ 79 h 432"/>
                <a:gd name="T66" fmla="*/ 59 w 435"/>
                <a:gd name="T67" fmla="*/ 63 h 432"/>
                <a:gd name="T68" fmla="*/ 1 w 435"/>
                <a:gd name="T69" fmla="*/ 157 h 432"/>
                <a:gd name="T70" fmla="*/ 5 w 435"/>
                <a:gd name="T71" fmla="*/ 168 h 432"/>
                <a:gd name="T72" fmla="*/ 44 w 435"/>
                <a:gd name="T73" fmla="*/ 221 h 432"/>
                <a:gd name="T74" fmla="*/ 3 w 435"/>
                <a:gd name="T75" fmla="*/ 276 h 432"/>
                <a:gd name="T76" fmla="*/ 49 w 435"/>
                <a:gd name="T77" fmla="*/ 373 h 432"/>
                <a:gd name="T78" fmla="*/ 67 w 435"/>
                <a:gd name="T79" fmla="*/ 378 h 432"/>
                <a:gd name="T80" fmla="*/ 144 w 435"/>
                <a:gd name="T81" fmla="*/ 378 h 432"/>
                <a:gd name="T82" fmla="*/ 164 w 435"/>
                <a:gd name="T83" fmla="*/ 428 h 432"/>
                <a:gd name="T84" fmla="*/ 275 w 435"/>
                <a:gd name="T85" fmla="*/ 431 h 432"/>
                <a:gd name="T86" fmla="*/ 282 w 435"/>
                <a:gd name="T87" fmla="*/ 382 h 432"/>
                <a:gd name="T88" fmla="*/ 329 w 435"/>
                <a:gd name="T89" fmla="*/ 356 h 432"/>
                <a:gd name="T90" fmla="*/ 380 w 435"/>
                <a:gd name="T91" fmla="*/ 378 h 432"/>
                <a:gd name="T92" fmla="*/ 434 w 435"/>
                <a:gd name="T93" fmla="*/ 290 h 432"/>
                <a:gd name="T94" fmla="*/ 428 w 435"/>
                <a:gd name="T95" fmla="*/ 27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5" h="432">
                  <a:moveTo>
                    <a:pt x="369" y="350"/>
                  </a:moveTo>
                  <a:lnTo>
                    <a:pt x="335" y="329"/>
                  </a:lnTo>
                  <a:lnTo>
                    <a:pt x="330" y="327"/>
                  </a:lnTo>
                  <a:lnTo>
                    <a:pt x="326" y="327"/>
                  </a:lnTo>
                  <a:lnTo>
                    <a:pt x="323" y="328"/>
                  </a:lnTo>
                  <a:lnTo>
                    <a:pt x="319" y="330"/>
                  </a:lnTo>
                  <a:lnTo>
                    <a:pt x="309" y="339"/>
                  </a:lnTo>
                  <a:lnTo>
                    <a:pt x="296" y="346"/>
                  </a:lnTo>
                  <a:lnTo>
                    <a:pt x="281" y="355"/>
                  </a:lnTo>
                  <a:lnTo>
                    <a:pt x="264" y="363"/>
                  </a:lnTo>
                  <a:lnTo>
                    <a:pt x="261" y="364"/>
                  </a:lnTo>
                  <a:lnTo>
                    <a:pt x="259" y="368"/>
                  </a:lnTo>
                  <a:lnTo>
                    <a:pt x="257" y="371"/>
                  </a:lnTo>
                  <a:lnTo>
                    <a:pt x="256" y="374"/>
                  </a:lnTo>
                  <a:lnTo>
                    <a:pt x="256" y="406"/>
                  </a:lnTo>
                  <a:lnTo>
                    <a:pt x="186" y="406"/>
                  </a:lnTo>
                  <a:lnTo>
                    <a:pt x="186" y="374"/>
                  </a:lnTo>
                  <a:lnTo>
                    <a:pt x="186" y="370"/>
                  </a:lnTo>
                  <a:lnTo>
                    <a:pt x="183" y="367"/>
                  </a:lnTo>
                  <a:lnTo>
                    <a:pt x="180" y="363"/>
                  </a:lnTo>
                  <a:lnTo>
                    <a:pt x="176" y="361"/>
                  </a:lnTo>
                  <a:lnTo>
                    <a:pt x="166" y="359"/>
                  </a:lnTo>
                  <a:lnTo>
                    <a:pt x="158" y="356"/>
                  </a:lnTo>
                  <a:lnTo>
                    <a:pt x="150" y="353"/>
                  </a:lnTo>
                  <a:lnTo>
                    <a:pt x="144" y="349"/>
                  </a:lnTo>
                  <a:lnTo>
                    <a:pt x="132" y="341"/>
                  </a:lnTo>
                  <a:lnTo>
                    <a:pt x="120" y="330"/>
                  </a:lnTo>
                  <a:lnTo>
                    <a:pt x="116" y="328"/>
                  </a:lnTo>
                  <a:lnTo>
                    <a:pt x="112" y="327"/>
                  </a:lnTo>
                  <a:lnTo>
                    <a:pt x="108" y="327"/>
                  </a:lnTo>
                  <a:lnTo>
                    <a:pt x="105" y="329"/>
                  </a:lnTo>
                  <a:lnTo>
                    <a:pt x="65" y="350"/>
                  </a:lnTo>
                  <a:lnTo>
                    <a:pt x="30" y="289"/>
                  </a:lnTo>
                  <a:lnTo>
                    <a:pt x="67" y="268"/>
                  </a:lnTo>
                  <a:lnTo>
                    <a:pt x="71" y="265"/>
                  </a:lnTo>
                  <a:lnTo>
                    <a:pt x="73" y="261"/>
                  </a:lnTo>
                  <a:lnTo>
                    <a:pt x="74" y="257"/>
                  </a:lnTo>
                  <a:lnTo>
                    <a:pt x="73" y="254"/>
                  </a:lnTo>
                  <a:lnTo>
                    <a:pt x="71" y="238"/>
                  </a:lnTo>
                  <a:lnTo>
                    <a:pt x="70" y="222"/>
                  </a:lnTo>
                  <a:lnTo>
                    <a:pt x="71" y="206"/>
                  </a:lnTo>
                  <a:lnTo>
                    <a:pt x="74" y="189"/>
                  </a:lnTo>
                  <a:lnTo>
                    <a:pt x="74" y="185"/>
                  </a:lnTo>
                  <a:lnTo>
                    <a:pt x="73" y="182"/>
                  </a:lnTo>
                  <a:lnTo>
                    <a:pt x="71" y="179"/>
                  </a:lnTo>
                  <a:lnTo>
                    <a:pt x="67" y="175"/>
                  </a:lnTo>
                  <a:lnTo>
                    <a:pt x="31" y="154"/>
                  </a:lnTo>
                  <a:lnTo>
                    <a:pt x="66" y="93"/>
                  </a:lnTo>
                  <a:lnTo>
                    <a:pt x="105" y="114"/>
                  </a:lnTo>
                  <a:lnTo>
                    <a:pt x="108" y="116"/>
                  </a:lnTo>
                  <a:lnTo>
                    <a:pt x="112" y="115"/>
                  </a:lnTo>
                  <a:lnTo>
                    <a:pt x="117" y="114"/>
                  </a:lnTo>
                  <a:lnTo>
                    <a:pt x="120" y="112"/>
                  </a:lnTo>
                  <a:lnTo>
                    <a:pt x="132" y="101"/>
                  </a:lnTo>
                  <a:lnTo>
                    <a:pt x="144" y="93"/>
                  </a:lnTo>
                  <a:lnTo>
                    <a:pt x="150" y="90"/>
                  </a:lnTo>
                  <a:lnTo>
                    <a:pt x="158" y="86"/>
                  </a:lnTo>
                  <a:lnTo>
                    <a:pt x="166" y="83"/>
                  </a:lnTo>
                  <a:lnTo>
                    <a:pt x="176" y="80"/>
                  </a:lnTo>
                  <a:lnTo>
                    <a:pt x="180" y="79"/>
                  </a:lnTo>
                  <a:lnTo>
                    <a:pt x="183" y="76"/>
                  </a:lnTo>
                  <a:lnTo>
                    <a:pt x="186" y="72"/>
                  </a:lnTo>
                  <a:lnTo>
                    <a:pt x="186" y="68"/>
                  </a:lnTo>
                  <a:lnTo>
                    <a:pt x="186" y="25"/>
                  </a:lnTo>
                  <a:lnTo>
                    <a:pt x="256" y="25"/>
                  </a:lnTo>
                  <a:lnTo>
                    <a:pt x="256" y="68"/>
                  </a:lnTo>
                  <a:lnTo>
                    <a:pt x="257" y="71"/>
                  </a:lnTo>
                  <a:lnTo>
                    <a:pt x="259" y="75"/>
                  </a:lnTo>
                  <a:lnTo>
                    <a:pt x="261" y="78"/>
                  </a:lnTo>
                  <a:lnTo>
                    <a:pt x="264" y="80"/>
                  </a:lnTo>
                  <a:lnTo>
                    <a:pt x="281" y="88"/>
                  </a:lnTo>
                  <a:lnTo>
                    <a:pt x="296" y="96"/>
                  </a:lnTo>
                  <a:lnTo>
                    <a:pt x="309" y="105"/>
                  </a:lnTo>
                  <a:lnTo>
                    <a:pt x="319" y="112"/>
                  </a:lnTo>
                  <a:lnTo>
                    <a:pt x="323" y="114"/>
                  </a:lnTo>
                  <a:lnTo>
                    <a:pt x="326" y="115"/>
                  </a:lnTo>
                  <a:lnTo>
                    <a:pt x="330" y="115"/>
                  </a:lnTo>
                  <a:lnTo>
                    <a:pt x="335" y="113"/>
                  </a:lnTo>
                  <a:lnTo>
                    <a:pt x="369" y="93"/>
                  </a:lnTo>
                  <a:lnTo>
                    <a:pt x="405" y="154"/>
                  </a:lnTo>
                  <a:lnTo>
                    <a:pt x="368" y="175"/>
                  </a:lnTo>
                  <a:lnTo>
                    <a:pt x="365" y="179"/>
                  </a:lnTo>
                  <a:lnTo>
                    <a:pt x="363" y="182"/>
                  </a:lnTo>
                  <a:lnTo>
                    <a:pt x="362" y="185"/>
                  </a:lnTo>
                  <a:lnTo>
                    <a:pt x="362" y="189"/>
                  </a:lnTo>
                  <a:lnTo>
                    <a:pt x="364" y="206"/>
                  </a:lnTo>
                  <a:lnTo>
                    <a:pt x="365" y="222"/>
                  </a:lnTo>
                  <a:lnTo>
                    <a:pt x="365" y="238"/>
                  </a:lnTo>
                  <a:lnTo>
                    <a:pt x="362" y="254"/>
                  </a:lnTo>
                  <a:lnTo>
                    <a:pt x="362" y="257"/>
                  </a:lnTo>
                  <a:lnTo>
                    <a:pt x="363" y="261"/>
                  </a:lnTo>
                  <a:lnTo>
                    <a:pt x="365" y="265"/>
                  </a:lnTo>
                  <a:lnTo>
                    <a:pt x="368" y="268"/>
                  </a:lnTo>
                  <a:lnTo>
                    <a:pt x="405" y="289"/>
                  </a:lnTo>
                  <a:lnTo>
                    <a:pt x="369" y="350"/>
                  </a:lnTo>
                  <a:close/>
                  <a:moveTo>
                    <a:pt x="428" y="272"/>
                  </a:moveTo>
                  <a:lnTo>
                    <a:pt x="388" y="250"/>
                  </a:lnTo>
                  <a:lnTo>
                    <a:pt x="389" y="236"/>
                  </a:lnTo>
                  <a:lnTo>
                    <a:pt x="391" y="221"/>
                  </a:lnTo>
                  <a:lnTo>
                    <a:pt x="389" y="207"/>
                  </a:lnTo>
                  <a:lnTo>
                    <a:pt x="388" y="193"/>
                  </a:lnTo>
                  <a:lnTo>
                    <a:pt x="428" y="169"/>
                  </a:lnTo>
                  <a:lnTo>
                    <a:pt x="432" y="166"/>
                  </a:lnTo>
                  <a:lnTo>
                    <a:pt x="435" y="161"/>
                  </a:lnTo>
                  <a:lnTo>
                    <a:pt x="435" y="157"/>
                  </a:lnTo>
                  <a:lnTo>
                    <a:pt x="434" y="153"/>
                  </a:lnTo>
                  <a:lnTo>
                    <a:pt x="385" y="69"/>
                  </a:lnTo>
                  <a:lnTo>
                    <a:pt x="382" y="65"/>
                  </a:lnTo>
                  <a:lnTo>
                    <a:pt x="378" y="63"/>
                  </a:lnTo>
                  <a:lnTo>
                    <a:pt x="372" y="63"/>
                  </a:lnTo>
                  <a:lnTo>
                    <a:pt x="367" y="64"/>
                  </a:lnTo>
                  <a:lnTo>
                    <a:pt x="329" y="88"/>
                  </a:lnTo>
                  <a:lnTo>
                    <a:pt x="320" y="81"/>
                  </a:lnTo>
                  <a:lnTo>
                    <a:pt x="308" y="73"/>
                  </a:lnTo>
                  <a:lnTo>
                    <a:pt x="296" y="67"/>
                  </a:lnTo>
                  <a:lnTo>
                    <a:pt x="282" y="59"/>
                  </a:lnTo>
                  <a:lnTo>
                    <a:pt x="282" y="13"/>
                  </a:lnTo>
                  <a:lnTo>
                    <a:pt x="281" y="8"/>
                  </a:lnTo>
                  <a:lnTo>
                    <a:pt x="279" y="4"/>
                  </a:lnTo>
                  <a:lnTo>
                    <a:pt x="275" y="2"/>
                  </a:lnTo>
                  <a:lnTo>
                    <a:pt x="269" y="0"/>
                  </a:lnTo>
                  <a:lnTo>
                    <a:pt x="173" y="0"/>
                  </a:lnTo>
                  <a:lnTo>
                    <a:pt x="168" y="2"/>
                  </a:lnTo>
                  <a:lnTo>
                    <a:pt x="164" y="4"/>
                  </a:lnTo>
                  <a:lnTo>
                    <a:pt x="161" y="8"/>
                  </a:lnTo>
                  <a:lnTo>
                    <a:pt x="161" y="13"/>
                  </a:lnTo>
                  <a:lnTo>
                    <a:pt x="161" y="58"/>
                  </a:lnTo>
                  <a:lnTo>
                    <a:pt x="152" y="62"/>
                  </a:lnTo>
                  <a:lnTo>
                    <a:pt x="144" y="64"/>
                  </a:lnTo>
                  <a:lnTo>
                    <a:pt x="137" y="67"/>
                  </a:lnTo>
                  <a:lnTo>
                    <a:pt x="131" y="71"/>
                  </a:lnTo>
                  <a:lnTo>
                    <a:pt x="119" y="79"/>
                  </a:lnTo>
                  <a:lnTo>
                    <a:pt x="109" y="88"/>
                  </a:lnTo>
                  <a:lnTo>
                    <a:pt x="68" y="64"/>
                  </a:lnTo>
                  <a:lnTo>
                    <a:pt x="63" y="63"/>
                  </a:lnTo>
                  <a:lnTo>
                    <a:pt x="59" y="63"/>
                  </a:lnTo>
                  <a:lnTo>
                    <a:pt x="55" y="65"/>
                  </a:lnTo>
                  <a:lnTo>
                    <a:pt x="50" y="69"/>
                  </a:lnTo>
                  <a:lnTo>
                    <a:pt x="2" y="152"/>
                  </a:lnTo>
                  <a:lnTo>
                    <a:pt x="1" y="157"/>
                  </a:lnTo>
                  <a:lnTo>
                    <a:pt x="1" y="161"/>
                  </a:lnTo>
                  <a:lnTo>
                    <a:pt x="2" y="165"/>
                  </a:lnTo>
                  <a:lnTo>
                    <a:pt x="3" y="167"/>
                  </a:lnTo>
                  <a:lnTo>
                    <a:pt x="5" y="168"/>
                  </a:lnTo>
                  <a:lnTo>
                    <a:pt x="6" y="169"/>
                  </a:lnTo>
                  <a:lnTo>
                    <a:pt x="47" y="193"/>
                  </a:lnTo>
                  <a:lnTo>
                    <a:pt x="45" y="207"/>
                  </a:lnTo>
                  <a:lnTo>
                    <a:pt x="44" y="221"/>
                  </a:lnTo>
                  <a:lnTo>
                    <a:pt x="45" y="236"/>
                  </a:lnTo>
                  <a:lnTo>
                    <a:pt x="47" y="250"/>
                  </a:lnTo>
                  <a:lnTo>
                    <a:pt x="6" y="272"/>
                  </a:lnTo>
                  <a:lnTo>
                    <a:pt x="3" y="276"/>
                  </a:lnTo>
                  <a:lnTo>
                    <a:pt x="0" y="281"/>
                  </a:lnTo>
                  <a:lnTo>
                    <a:pt x="0" y="286"/>
                  </a:lnTo>
                  <a:lnTo>
                    <a:pt x="2" y="290"/>
                  </a:lnTo>
                  <a:lnTo>
                    <a:pt x="49" y="373"/>
                  </a:lnTo>
                  <a:lnTo>
                    <a:pt x="53" y="377"/>
                  </a:lnTo>
                  <a:lnTo>
                    <a:pt x="58" y="379"/>
                  </a:lnTo>
                  <a:lnTo>
                    <a:pt x="62" y="379"/>
                  </a:lnTo>
                  <a:lnTo>
                    <a:pt x="67" y="378"/>
                  </a:lnTo>
                  <a:lnTo>
                    <a:pt x="109" y="356"/>
                  </a:lnTo>
                  <a:lnTo>
                    <a:pt x="119" y="363"/>
                  </a:lnTo>
                  <a:lnTo>
                    <a:pt x="131" y="372"/>
                  </a:lnTo>
                  <a:lnTo>
                    <a:pt x="144" y="378"/>
                  </a:lnTo>
                  <a:lnTo>
                    <a:pt x="161" y="385"/>
                  </a:lnTo>
                  <a:lnTo>
                    <a:pt x="161" y="419"/>
                  </a:lnTo>
                  <a:lnTo>
                    <a:pt x="161" y="425"/>
                  </a:lnTo>
                  <a:lnTo>
                    <a:pt x="164" y="428"/>
                  </a:lnTo>
                  <a:lnTo>
                    <a:pt x="168" y="431"/>
                  </a:lnTo>
                  <a:lnTo>
                    <a:pt x="173" y="432"/>
                  </a:lnTo>
                  <a:lnTo>
                    <a:pt x="269" y="432"/>
                  </a:lnTo>
                  <a:lnTo>
                    <a:pt x="275" y="431"/>
                  </a:lnTo>
                  <a:lnTo>
                    <a:pt x="279" y="428"/>
                  </a:lnTo>
                  <a:lnTo>
                    <a:pt x="281" y="425"/>
                  </a:lnTo>
                  <a:lnTo>
                    <a:pt x="282" y="419"/>
                  </a:lnTo>
                  <a:lnTo>
                    <a:pt x="282" y="382"/>
                  </a:lnTo>
                  <a:lnTo>
                    <a:pt x="296" y="375"/>
                  </a:lnTo>
                  <a:lnTo>
                    <a:pt x="308" y="369"/>
                  </a:lnTo>
                  <a:lnTo>
                    <a:pt x="320" y="362"/>
                  </a:lnTo>
                  <a:lnTo>
                    <a:pt x="329" y="356"/>
                  </a:lnTo>
                  <a:lnTo>
                    <a:pt x="367" y="378"/>
                  </a:lnTo>
                  <a:lnTo>
                    <a:pt x="372" y="379"/>
                  </a:lnTo>
                  <a:lnTo>
                    <a:pt x="378" y="379"/>
                  </a:lnTo>
                  <a:lnTo>
                    <a:pt x="380" y="378"/>
                  </a:lnTo>
                  <a:lnTo>
                    <a:pt x="382" y="377"/>
                  </a:lnTo>
                  <a:lnTo>
                    <a:pt x="383" y="375"/>
                  </a:lnTo>
                  <a:lnTo>
                    <a:pt x="385" y="373"/>
                  </a:lnTo>
                  <a:lnTo>
                    <a:pt x="434" y="290"/>
                  </a:lnTo>
                  <a:lnTo>
                    <a:pt x="435" y="285"/>
                  </a:lnTo>
                  <a:lnTo>
                    <a:pt x="435" y="281"/>
                  </a:lnTo>
                  <a:lnTo>
                    <a:pt x="432" y="276"/>
                  </a:lnTo>
                  <a:lnTo>
                    <a:pt x="428" y="2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22" name="Freeform 58">
              <a:extLst>
                <a:ext uri="{FF2B5EF4-FFF2-40B4-BE49-F238E27FC236}">
                  <a16:creationId xmlns:a16="http://schemas.microsoft.com/office/drawing/2014/main" id="{522782A6-4FCB-4597-BB77-2E5A30E4B8CB}"/>
                </a:ext>
              </a:extLst>
            </p:cNvPr>
            <p:cNvSpPr>
              <a:spLocks noEditPoints="1"/>
            </p:cNvSpPr>
            <p:nvPr/>
          </p:nvSpPr>
          <p:spPr bwMode="auto">
            <a:xfrm>
              <a:off x="1122363" y="3297238"/>
              <a:ext cx="61913" cy="60325"/>
            </a:xfrm>
            <a:custGeom>
              <a:avLst/>
              <a:gdLst>
                <a:gd name="T0" fmla="*/ 67 w 154"/>
                <a:gd name="T1" fmla="*/ 128 h 154"/>
                <a:gd name="T2" fmla="*/ 49 w 154"/>
                <a:gd name="T3" fmla="*/ 119 h 154"/>
                <a:gd name="T4" fmla="*/ 35 w 154"/>
                <a:gd name="T5" fmla="*/ 107 h 154"/>
                <a:gd name="T6" fmla="*/ 27 w 154"/>
                <a:gd name="T7" fmla="*/ 88 h 154"/>
                <a:gd name="T8" fmla="*/ 27 w 154"/>
                <a:gd name="T9" fmla="*/ 67 h 154"/>
                <a:gd name="T10" fmla="*/ 35 w 154"/>
                <a:gd name="T11" fmla="*/ 49 h 154"/>
                <a:gd name="T12" fmla="*/ 49 w 154"/>
                <a:gd name="T13" fmla="*/ 35 h 154"/>
                <a:gd name="T14" fmla="*/ 67 w 154"/>
                <a:gd name="T15" fmla="*/ 26 h 154"/>
                <a:gd name="T16" fmla="*/ 87 w 154"/>
                <a:gd name="T17" fmla="*/ 26 h 154"/>
                <a:gd name="T18" fmla="*/ 106 w 154"/>
                <a:gd name="T19" fmla="*/ 35 h 154"/>
                <a:gd name="T20" fmla="*/ 120 w 154"/>
                <a:gd name="T21" fmla="*/ 49 h 154"/>
                <a:gd name="T22" fmla="*/ 128 w 154"/>
                <a:gd name="T23" fmla="*/ 67 h 154"/>
                <a:gd name="T24" fmla="*/ 128 w 154"/>
                <a:gd name="T25" fmla="*/ 88 h 154"/>
                <a:gd name="T26" fmla="*/ 120 w 154"/>
                <a:gd name="T27" fmla="*/ 107 h 154"/>
                <a:gd name="T28" fmla="*/ 106 w 154"/>
                <a:gd name="T29" fmla="*/ 119 h 154"/>
                <a:gd name="T30" fmla="*/ 87 w 154"/>
                <a:gd name="T31" fmla="*/ 128 h 154"/>
                <a:gd name="T32" fmla="*/ 78 w 154"/>
                <a:gd name="T33" fmla="*/ 0 h 154"/>
                <a:gd name="T34" fmla="*/ 62 w 154"/>
                <a:gd name="T35" fmla="*/ 1 h 154"/>
                <a:gd name="T36" fmla="*/ 48 w 154"/>
                <a:gd name="T37" fmla="*/ 6 h 154"/>
                <a:gd name="T38" fmla="*/ 35 w 154"/>
                <a:gd name="T39" fmla="*/ 13 h 154"/>
                <a:gd name="T40" fmla="*/ 23 w 154"/>
                <a:gd name="T41" fmla="*/ 23 h 154"/>
                <a:gd name="T42" fmla="*/ 13 w 154"/>
                <a:gd name="T43" fmla="*/ 34 h 154"/>
                <a:gd name="T44" fmla="*/ 7 w 154"/>
                <a:gd name="T45" fmla="*/ 48 h 154"/>
                <a:gd name="T46" fmla="*/ 1 w 154"/>
                <a:gd name="T47" fmla="*/ 62 h 154"/>
                <a:gd name="T48" fmla="*/ 0 w 154"/>
                <a:gd name="T49" fmla="*/ 78 h 154"/>
                <a:gd name="T50" fmla="*/ 1 w 154"/>
                <a:gd name="T51" fmla="*/ 93 h 154"/>
                <a:gd name="T52" fmla="*/ 7 w 154"/>
                <a:gd name="T53" fmla="*/ 108 h 154"/>
                <a:gd name="T54" fmla="*/ 13 w 154"/>
                <a:gd name="T55" fmla="*/ 121 h 154"/>
                <a:gd name="T56" fmla="*/ 23 w 154"/>
                <a:gd name="T57" fmla="*/ 131 h 154"/>
                <a:gd name="T58" fmla="*/ 35 w 154"/>
                <a:gd name="T59" fmla="*/ 141 h 154"/>
                <a:gd name="T60" fmla="*/ 48 w 154"/>
                <a:gd name="T61" fmla="*/ 148 h 154"/>
                <a:gd name="T62" fmla="*/ 62 w 154"/>
                <a:gd name="T63" fmla="*/ 153 h 154"/>
                <a:gd name="T64" fmla="*/ 78 w 154"/>
                <a:gd name="T65" fmla="*/ 154 h 154"/>
                <a:gd name="T66" fmla="*/ 93 w 154"/>
                <a:gd name="T67" fmla="*/ 153 h 154"/>
                <a:gd name="T68" fmla="*/ 108 w 154"/>
                <a:gd name="T69" fmla="*/ 148 h 154"/>
                <a:gd name="T70" fmla="*/ 121 w 154"/>
                <a:gd name="T71" fmla="*/ 141 h 154"/>
                <a:gd name="T72" fmla="*/ 131 w 154"/>
                <a:gd name="T73" fmla="*/ 131 h 154"/>
                <a:gd name="T74" fmla="*/ 141 w 154"/>
                <a:gd name="T75" fmla="*/ 121 h 154"/>
                <a:gd name="T76" fmla="*/ 149 w 154"/>
                <a:gd name="T77" fmla="*/ 108 h 154"/>
                <a:gd name="T78" fmla="*/ 153 w 154"/>
                <a:gd name="T79" fmla="*/ 93 h 154"/>
                <a:gd name="T80" fmla="*/ 154 w 154"/>
                <a:gd name="T81" fmla="*/ 78 h 154"/>
                <a:gd name="T82" fmla="*/ 153 w 154"/>
                <a:gd name="T83" fmla="*/ 62 h 154"/>
                <a:gd name="T84" fmla="*/ 149 w 154"/>
                <a:gd name="T85" fmla="*/ 48 h 154"/>
                <a:gd name="T86" fmla="*/ 141 w 154"/>
                <a:gd name="T87" fmla="*/ 34 h 154"/>
                <a:gd name="T88" fmla="*/ 131 w 154"/>
                <a:gd name="T89" fmla="*/ 23 h 154"/>
                <a:gd name="T90" fmla="*/ 121 w 154"/>
                <a:gd name="T91" fmla="*/ 13 h 154"/>
                <a:gd name="T92" fmla="*/ 108 w 154"/>
                <a:gd name="T93" fmla="*/ 6 h 154"/>
                <a:gd name="T94" fmla="*/ 93 w 154"/>
                <a:gd name="T95" fmla="*/ 1 h 154"/>
                <a:gd name="T96" fmla="*/ 78 w 154"/>
                <a:gd name="T9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54">
                  <a:moveTo>
                    <a:pt x="78" y="128"/>
                  </a:moveTo>
                  <a:lnTo>
                    <a:pt x="67" y="128"/>
                  </a:lnTo>
                  <a:lnTo>
                    <a:pt x="57" y="125"/>
                  </a:lnTo>
                  <a:lnTo>
                    <a:pt x="49" y="119"/>
                  </a:lnTo>
                  <a:lnTo>
                    <a:pt x="41" y="114"/>
                  </a:lnTo>
                  <a:lnTo>
                    <a:pt x="35" y="107"/>
                  </a:lnTo>
                  <a:lnTo>
                    <a:pt x="29" y="97"/>
                  </a:lnTo>
                  <a:lnTo>
                    <a:pt x="27" y="88"/>
                  </a:lnTo>
                  <a:lnTo>
                    <a:pt x="26" y="78"/>
                  </a:lnTo>
                  <a:lnTo>
                    <a:pt x="27" y="67"/>
                  </a:lnTo>
                  <a:lnTo>
                    <a:pt x="29" y="57"/>
                  </a:lnTo>
                  <a:lnTo>
                    <a:pt x="35" y="49"/>
                  </a:lnTo>
                  <a:lnTo>
                    <a:pt x="41" y="41"/>
                  </a:lnTo>
                  <a:lnTo>
                    <a:pt x="49" y="35"/>
                  </a:lnTo>
                  <a:lnTo>
                    <a:pt x="57" y="29"/>
                  </a:lnTo>
                  <a:lnTo>
                    <a:pt x="67" y="26"/>
                  </a:lnTo>
                  <a:lnTo>
                    <a:pt x="78" y="25"/>
                  </a:lnTo>
                  <a:lnTo>
                    <a:pt x="87" y="26"/>
                  </a:lnTo>
                  <a:lnTo>
                    <a:pt x="97" y="29"/>
                  </a:lnTo>
                  <a:lnTo>
                    <a:pt x="106" y="35"/>
                  </a:lnTo>
                  <a:lnTo>
                    <a:pt x="114" y="41"/>
                  </a:lnTo>
                  <a:lnTo>
                    <a:pt x="120" y="49"/>
                  </a:lnTo>
                  <a:lnTo>
                    <a:pt x="125" y="57"/>
                  </a:lnTo>
                  <a:lnTo>
                    <a:pt x="128" y="67"/>
                  </a:lnTo>
                  <a:lnTo>
                    <a:pt x="129" y="78"/>
                  </a:lnTo>
                  <a:lnTo>
                    <a:pt x="128" y="88"/>
                  </a:lnTo>
                  <a:lnTo>
                    <a:pt x="125" y="97"/>
                  </a:lnTo>
                  <a:lnTo>
                    <a:pt x="120" y="107"/>
                  </a:lnTo>
                  <a:lnTo>
                    <a:pt x="114" y="114"/>
                  </a:lnTo>
                  <a:lnTo>
                    <a:pt x="106" y="119"/>
                  </a:lnTo>
                  <a:lnTo>
                    <a:pt x="97" y="125"/>
                  </a:lnTo>
                  <a:lnTo>
                    <a:pt x="87" y="128"/>
                  </a:lnTo>
                  <a:lnTo>
                    <a:pt x="78" y="128"/>
                  </a:lnTo>
                  <a:close/>
                  <a:moveTo>
                    <a:pt x="78" y="0"/>
                  </a:moveTo>
                  <a:lnTo>
                    <a:pt x="69" y="0"/>
                  </a:lnTo>
                  <a:lnTo>
                    <a:pt x="62" y="1"/>
                  </a:lnTo>
                  <a:lnTo>
                    <a:pt x="54" y="4"/>
                  </a:lnTo>
                  <a:lnTo>
                    <a:pt x="48" y="6"/>
                  </a:lnTo>
                  <a:lnTo>
                    <a:pt x="41" y="9"/>
                  </a:lnTo>
                  <a:lnTo>
                    <a:pt x="35" y="13"/>
                  </a:lnTo>
                  <a:lnTo>
                    <a:pt x="28" y="17"/>
                  </a:lnTo>
                  <a:lnTo>
                    <a:pt x="23" y="23"/>
                  </a:lnTo>
                  <a:lnTo>
                    <a:pt x="18" y="28"/>
                  </a:lnTo>
                  <a:lnTo>
                    <a:pt x="13" y="34"/>
                  </a:lnTo>
                  <a:lnTo>
                    <a:pt x="10" y="40"/>
                  </a:lnTo>
                  <a:lnTo>
                    <a:pt x="7" y="48"/>
                  </a:lnTo>
                  <a:lnTo>
                    <a:pt x="4" y="54"/>
                  </a:lnTo>
                  <a:lnTo>
                    <a:pt x="1" y="62"/>
                  </a:lnTo>
                  <a:lnTo>
                    <a:pt x="0" y="70"/>
                  </a:lnTo>
                  <a:lnTo>
                    <a:pt x="0" y="78"/>
                  </a:lnTo>
                  <a:lnTo>
                    <a:pt x="0" y="85"/>
                  </a:lnTo>
                  <a:lnTo>
                    <a:pt x="1" y="93"/>
                  </a:lnTo>
                  <a:lnTo>
                    <a:pt x="4" y="100"/>
                  </a:lnTo>
                  <a:lnTo>
                    <a:pt x="7" y="108"/>
                  </a:lnTo>
                  <a:lnTo>
                    <a:pt x="10" y="114"/>
                  </a:lnTo>
                  <a:lnTo>
                    <a:pt x="13" y="121"/>
                  </a:lnTo>
                  <a:lnTo>
                    <a:pt x="18" y="126"/>
                  </a:lnTo>
                  <a:lnTo>
                    <a:pt x="23" y="131"/>
                  </a:lnTo>
                  <a:lnTo>
                    <a:pt x="28" y="137"/>
                  </a:lnTo>
                  <a:lnTo>
                    <a:pt x="35" y="141"/>
                  </a:lnTo>
                  <a:lnTo>
                    <a:pt x="41" y="145"/>
                  </a:lnTo>
                  <a:lnTo>
                    <a:pt x="48" y="148"/>
                  </a:lnTo>
                  <a:lnTo>
                    <a:pt x="54" y="151"/>
                  </a:lnTo>
                  <a:lnTo>
                    <a:pt x="62" y="153"/>
                  </a:lnTo>
                  <a:lnTo>
                    <a:pt x="69" y="154"/>
                  </a:lnTo>
                  <a:lnTo>
                    <a:pt x="78" y="154"/>
                  </a:lnTo>
                  <a:lnTo>
                    <a:pt x="85" y="154"/>
                  </a:lnTo>
                  <a:lnTo>
                    <a:pt x="93" y="153"/>
                  </a:lnTo>
                  <a:lnTo>
                    <a:pt x="100" y="151"/>
                  </a:lnTo>
                  <a:lnTo>
                    <a:pt x="108" y="148"/>
                  </a:lnTo>
                  <a:lnTo>
                    <a:pt x="114" y="145"/>
                  </a:lnTo>
                  <a:lnTo>
                    <a:pt x="121" y="141"/>
                  </a:lnTo>
                  <a:lnTo>
                    <a:pt x="126" y="137"/>
                  </a:lnTo>
                  <a:lnTo>
                    <a:pt x="131" y="131"/>
                  </a:lnTo>
                  <a:lnTo>
                    <a:pt x="137" y="126"/>
                  </a:lnTo>
                  <a:lnTo>
                    <a:pt x="141" y="121"/>
                  </a:lnTo>
                  <a:lnTo>
                    <a:pt x="145" y="114"/>
                  </a:lnTo>
                  <a:lnTo>
                    <a:pt x="149" y="108"/>
                  </a:lnTo>
                  <a:lnTo>
                    <a:pt x="151" y="100"/>
                  </a:lnTo>
                  <a:lnTo>
                    <a:pt x="153" y="93"/>
                  </a:lnTo>
                  <a:lnTo>
                    <a:pt x="154" y="85"/>
                  </a:lnTo>
                  <a:lnTo>
                    <a:pt x="154" y="78"/>
                  </a:lnTo>
                  <a:lnTo>
                    <a:pt x="154" y="70"/>
                  </a:lnTo>
                  <a:lnTo>
                    <a:pt x="153" y="62"/>
                  </a:lnTo>
                  <a:lnTo>
                    <a:pt x="151" y="54"/>
                  </a:lnTo>
                  <a:lnTo>
                    <a:pt x="149" y="48"/>
                  </a:lnTo>
                  <a:lnTo>
                    <a:pt x="145" y="40"/>
                  </a:lnTo>
                  <a:lnTo>
                    <a:pt x="141" y="34"/>
                  </a:lnTo>
                  <a:lnTo>
                    <a:pt x="137" y="28"/>
                  </a:lnTo>
                  <a:lnTo>
                    <a:pt x="131" y="23"/>
                  </a:lnTo>
                  <a:lnTo>
                    <a:pt x="126" y="17"/>
                  </a:lnTo>
                  <a:lnTo>
                    <a:pt x="121" y="13"/>
                  </a:lnTo>
                  <a:lnTo>
                    <a:pt x="114" y="9"/>
                  </a:lnTo>
                  <a:lnTo>
                    <a:pt x="108" y="6"/>
                  </a:lnTo>
                  <a:lnTo>
                    <a:pt x="100" y="4"/>
                  </a:lnTo>
                  <a:lnTo>
                    <a:pt x="93" y="1"/>
                  </a:lnTo>
                  <a:lnTo>
                    <a:pt x="85" y="0"/>
                  </a:lnTo>
                  <a:lnTo>
                    <a:pt x="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23" name="Freeform 59">
              <a:extLst>
                <a:ext uri="{FF2B5EF4-FFF2-40B4-BE49-F238E27FC236}">
                  <a16:creationId xmlns:a16="http://schemas.microsoft.com/office/drawing/2014/main" id="{E9286F36-2F5B-4271-B65C-52125214F43C}"/>
                </a:ext>
              </a:extLst>
            </p:cNvPr>
            <p:cNvSpPr>
              <a:spLocks noEditPoints="1"/>
            </p:cNvSpPr>
            <p:nvPr/>
          </p:nvSpPr>
          <p:spPr bwMode="auto">
            <a:xfrm>
              <a:off x="946151" y="3371851"/>
              <a:ext cx="173038" cy="171450"/>
            </a:xfrm>
            <a:custGeom>
              <a:avLst/>
              <a:gdLst>
                <a:gd name="T0" fmla="*/ 362 w 435"/>
                <a:gd name="T1" fmla="*/ 176 h 434"/>
                <a:gd name="T2" fmla="*/ 364 w 435"/>
                <a:gd name="T3" fmla="*/ 229 h 434"/>
                <a:gd name="T4" fmla="*/ 365 w 435"/>
                <a:gd name="T5" fmla="*/ 256 h 434"/>
                <a:gd name="T6" fmla="*/ 334 w 435"/>
                <a:gd name="T7" fmla="*/ 319 h 434"/>
                <a:gd name="T8" fmla="*/ 319 w 435"/>
                <a:gd name="T9" fmla="*/ 321 h 434"/>
                <a:gd name="T10" fmla="*/ 264 w 435"/>
                <a:gd name="T11" fmla="*/ 354 h 434"/>
                <a:gd name="T12" fmla="*/ 256 w 435"/>
                <a:gd name="T13" fmla="*/ 365 h 434"/>
                <a:gd name="T14" fmla="*/ 185 w 435"/>
                <a:gd name="T15" fmla="*/ 362 h 434"/>
                <a:gd name="T16" fmla="*/ 166 w 435"/>
                <a:gd name="T17" fmla="*/ 350 h 434"/>
                <a:gd name="T18" fmla="*/ 132 w 435"/>
                <a:gd name="T19" fmla="*/ 332 h 434"/>
                <a:gd name="T20" fmla="*/ 108 w 435"/>
                <a:gd name="T21" fmla="*/ 318 h 434"/>
                <a:gd name="T22" fmla="*/ 67 w 435"/>
                <a:gd name="T23" fmla="*/ 259 h 434"/>
                <a:gd name="T24" fmla="*/ 73 w 435"/>
                <a:gd name="T25" fmla="*/ 245 h 434"/>
                <a:gd name="T26" fmla="*/ 73 w 435"/>
                <a:gd name="T27" fmla="*/ 180 h 434"/>
                <a:gd name="T28" fmla="*/ 67 w 435"/>
                <a:gd name="T29" fmla="*/ 166 h 434"/>
                <a:gd name="T30" fmla="*/ 108 w 435"/>
                <a:gd name="T31" fmla="*/ 106 h 434"/>
                <a:gd name="T32" fmla="*/ 132 w 435"/>
                <a:gd name="T33" fmla="*/ 92 h 434"/>
                <a:gd name="T34" fmla="*/ 166 w 435"/>
                <a:gd name="T35" fmla="*/ 74 h 434"/>
                <a:gd name="T36" fmla="*/ 185 w 435"/>
                <a:gd name="T37" fmla="*/ 63 h 434"/>
                <a:gd name="T38" fmla="*/ 256 w 435"/>
                <a:gd name="T39" fmla="*/ 60 h 434"/>
                <a:gd name="T40" fmla="*/ 264 w 435"/>
                <a:gd name="T41" fmla="*/ 71 h 434"/>
                <a:gd name="T42" fmla="*/ 319 w 435"/>
                <a:gd name="T43" fmla="*/ 103 h 434"/>
                <a:gd name="T44" fmla="*/ 334 w 435"/>
                <a:gd name="T45" fmla="*/ 105 h 434"/>
                <a:gd name="T46" fmla="*/ 435 w 435"/>
                <a:gd name="T47" fmla="*/ 153 h 434"/>
                <a:gd name="T48" fmla="*/ 383 w 435"/>
                <a:gd name="T49" fmla="*/ 58 h 434"/>
                <a:gd name="T50" fmla="*/ 375 w 435"/>
                <a:gd name="T51" fmla="*/ 54 h 434"/>
                <a:gd name="T52" fmla="*/ 328 w 435"/>
                <a:gd name="T53" fmla="*/ 78 h 434"/>
                <a:gd name="T54" fmla="*/ 282 w 435"/>
                <a:gd name="T55" fmla="*/ 51 h 434"/>
                <a:gd name="T56" fmla="*/ 275 w 435"/>
                <a:gd name="T57" fmla="*/ 1 h 434"/>
                <a:gd name="T58" fmla="*/ 164 w 435"/>
                <a:gd name="T59" fmla="*/ 4 h 434"/>
                <a:gd name="T60" fmla="*/ 151 w 435"/>
                <a:gd name="T61" fmla="*/ 52 h 434"/>
                <a:gd name="T62" fmla="*/ 119 w 435"/>
                <a:gd name="T63" fmla="*/ 70 h 434"/>
                <a:gd name="T64" fmla="*/ 58 w 435"/>
                <a:gd name="T65" fmla="*/ 54 h 434"/>
                <a:gd name="T66" fmla="*/ 0 w 435"/>
                <a:gd name="T67" fmla="*/ 148 h 434"/>
                <a:gd name="T68" fmla="*/ 4 w 435"/>
                <a:gd name="T69" fmla="*/ 159 h 434"/>
                <a:gd name="T70" fmla="*/ 44 w 435"/>
                <a:gd name="T71" fmla="*/ 213 h 434"/>
                <a:gd name="T72" fmla="*/ 2 w 435"/>
                <a:gd name="T73" fmla="*/ 267 h 434"/>
                <a:gd name="T74" fmla="*/ 49 w 435"/>
                <a:gd name="T75" fmla="*/ 365 h 434"/>
                <a:gd name="T76" fmla="*/ 66 w 435"/>
                <a:gd name="T77" fmla="*/ 369 h 434"/>
                <a:gd name="T78" fmla="*/ 137 w 435"/>
                <a:gd name="T79" fmla="*/ 366 h 434"/>
                <a:gd name="T80" fmla="*/ 160 w 435"/>
                <a:gd name="T81" fmla="*/ 421 h 434"/>
                <a:gd name="T82" fmla="*/ 173 w 435"/>
                <a:gd name="T83" fmla="*/ 434 h 434"/>
                <a:gd name="T84" fmla="*/ 281 w 435"/>
                <a:gd name="T85" fmla="*/ 426 h 434"/>
                <a:gd name="T86" fmla="*/ 308 w 435"/>
                <a:gd name="T87" fmla="*/ 360 h 434"/>
                <a:gd name="T88" fmla="*/ 369 w 435"/>
                <a:gd name="T89" fmla="*/ 371 h 434"/>
                <a:gd name="T90" fmla="*/ 380 w 435"/>
                <a:gd name="T91" fmla="*/ 371 h 434"/>
                <a:gd name="T92" fmla="*/ 434 w 435"/>
                <a:gd name="T93" fmla="*/ 281 h 434"/>
                <a:gd name="T94" fmla="*/ 428 w 435"/>
                <a:gd name="T95" fmla="*/ 263 h 434"/>
                <a:gd name="T96" fmla="*/ 390 w 435"/>
                <a:gd name="T97" fmla="*/ 199 h 434"/>
                <a:gd name="T98" fmla="*/ 433 w 435"/>
                <a:gd name="T99" fmla="*/ 158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5" h="434">
                  <a:moveTo>
                    <a:pt x="368" y="166"/>
                  </a:moveTo>
                  <a:lnTo>
                    <a:pt x="365" y="169"/>
                  </a:lnTo>
                  <a:lnTo>
                    <a:pt x="363" y="172"/>
                  </a:lnTo>
                  <a:lnTo>
                    <a:pt x="362" y="176"/>
                  </a:lnTo>
                  <a:lnTo>
                    <a:pt x="362" y="180"/>
                  </a:lnTo>
                  <a:lnTo>
                    <a:pt x="364" y="197"/>
                  </a:lnTo>
                  <a:lnTo>
                    <a:pt x="365" y="213"/>
                  </a:lnTo>
                  <a:lnTo>
                    <a:pt x="364" y="229"/>
                  </a:lnTo>
                  <a:lnTo>
                    <a:pt x="362" y="245"/>
                  </a:lnTo>
                  <a:lnTo>
                    <a:pt x="362" y="248"/>
                  </a:lnTo>
                  <a:lnTo>
                    <a:pt x="363" y="252"/>
                  </a:lnTo>
                  <a:lnTo>
                    <a:pt x="365" y="256"/>
                  </a:lnTo>
                  <a:lnTo>
                    <a:pt x="368" y="259"/>
                  </a:lnTo>
                  <a:lnTo>
                    <a:pt x="405" y="280"/>
                  </a:lnTo>
                  <a:lnTo>
                    <a:pt x="369" y="342"/>
                  </a:lnTo>
                  <a:lnTo>
                    <a:pt x="334" y="319"/>
                  </a:lnTo>
                  <a:lnTo>
                    <a:pt x="331" y="318"/>
                  </a:lnTo>
                  <a:lnTo>
                    <a:pt x="326" y="318"/>
                  </a:lnTo>
                  <a:lnTo>
                    <a:pt x="323" y="319"/>
                  </a:lnTo>
                  <a:lnTo>
                    <a:pt x="319" y="321"/>
                  </a:lnTo>
                  <a:lnTo>
                    <a:pt x="309" y="330"/>
                  </a:lnTo>
                  <a:lnTo>
                    <a:pt x="296" y="337"/>
                  </a:lnTo>
                  <a:lnTo>
                    <a:pt x="281" y="346"/>
                  </a:lnTo>
                  <a:lnTo>
                    <a:pt x="264" y="354"/>
                  </a:lnTo>
                  <a:lnTo>
                    <a:pt x="261" y="357"/>
                  </a:lnTo>
                  <a:lnTo>
                    <a:pt x="259" y="359"/>
                  </a:lnTo>
                  <a:lnTo>
                    <a:pt x="258" y="362"/>
                  </a:lnTo>
                  <a:lnTo>
                    <a:pt x="256" y="365"/>
                  </a:lnTo>
                  <a:lnTo>
                    <a:pt x="256" y="409"/>
                  </a:lnTo>
                  <a:lnTo>
                    <a:pt x="186" y="409"/>
                  </a:lnTo>
                  <a:lnTo>
                    <a:pt x="186" y="365"/>
                  </a:lnTo>
                  <a:lnTo>
                    <a:pt x="185" y="362"/>
                  </a:lnTo>
                  <a:lnTo>
                    <a:pt x="183" y="358"/>
                  </a:lnTo>
                  <a:lnTo>
                    <a:pt x="180" y="354"/>
                  </a:lnTo>
                  <a:lnTo>
                    <a:pt x="176" y="352"/>
                  </a:lnTo>
                  <a:lnTo>
                    <a:pt x="166" y="350"/>
                  </a:lnTo>
                  <a:lnTo>
                    <a:pt x="158" y="347"/>
                  </a:lnTo>
                  <a:lnTo>
                    <a:pt x="150" y="344"/>
                  </a:lnTo>
                  <a:lnTo>
                    <a:pt x="144" y="340"/>
                  </a:lnTo>
                  <a:lnTo>
                    <a:pt x="132" y="332"/>
                  </a:lnTo>
                  <a:lnTo>
                    <a:pt x="119" y="321"/>
                  </a:lnTo>
                  <a:lnTo>
                    <a:pt x="116" y="319"/>
                  </a:lnTo>
                  <a:lnTo>
                    <a:pt x="113" y="318"/>
                  </a:lnTo>
                  <a:lnTo>
                    <a:pt x="108" y="318"/>
                  </a:lnTo>
                  <a:lnTo>
                    <a:pt x="105" y="319"/>
                  </a:lnTo>
                  <a:lnTo>
                    <a:pt x="65" y="342"/>
                  </a:lnTo>
                  <a:lnTo>
                    <a:pt x="30" y="280"/>
                  </a:lnTo>
                  <a:lnTo>
                    <a:pt x="67" y="259"/>
                  </a:lnTo>
                  <a:lnTo>
                    <a:pt x="71" y="256"/>
                  </a:lnTo>
                  <a:lnTo>
                    <a:pt x="73" y="252"/>
                  </a:lnTo>
                  <a:lnTo>
                    <a:pt x="74" y="248"/>
                  </a:lnTo>
                  <a:lnTo>
                    <a:pt x="73" y="245"/>
                  </a:lnTo>
                  <a:lnTo>
                    <a:pt x="71" y="229"/>
                  </a:lnTo>
                  <a:lnTo>
                    <a:pt x="70" y="213"/>
                  </a:lnTo>
                  <a:lnTo>
                    <a:pt x="71" y="197"/>
                  </a:lnTo>
                  <a:lnTo>
                    <a:pt x="73" y="180"/>
                  </a:lnTo>
                  <a:lnTo>
                    <a:pt x="74" y="176"/>
                  </a:lnTo>
                  <a:lnTo>
                    <a:pt x="73" y="172"/>
                  </a:lnTo>
                  <a:lnTo>
                    <a:pt x="71" y="169"/>
                  </a:lnTo>
                  <a:lnTo>
                    <a:pt x="67" y="166"/>
                  </a:lnTo>
                  <a:lnTo>
                    <a:pt x="30" y="145"/>
                  </a:lnTo>
                  <a:lnTo>
                    <a:pt x="66" y="84"/>
                  </a:lnTo>
                  <a:lnTo>
                    <a:pt x="105" y="105"/>
                  </a:lnTo>
                  <a:lnTo>
                    <a:pt x="108" y="106"/>
                  </a:lnTo>
                  <a:lnTo>
                    <a:pt x="113" y="106"/>
                  </a:lnTo>
                  <a:lnTo>
                    <a:pt x="117" y="105"/>
                  </a:lnTo>
                  <a:lnTo>
                    <a:pt x="120" y="103"/>
                  </a:lnTo>
                  <a:lnTo>
                    <a:pt x="132" y="92"/>
                  </a:lnTo>
                  <a:lnTo>
                    <a:pt x="144" y="84"/>
                  </a:lnTo>
                  <a:lnTo>
                    <a:pt x="150" y="80"/>
                  </a:lnTo>
                  <a:lnTo>
                    <a:pt x="158" y="76"/>
                  </a:lnTo>
                  <a:lnTo>
                    <a:pt x="166" y="74"/>
                  </a:lnTo>
                  <a:lnTo>
                    <a:pt x="176" y="71"/>
                  </a:lnTo>
                  <a:lnTo>
                    <a:pt x="180" y="70"/>
                  </a:lnTo>
                  <a:lnTo>
                    <a:pt x="183" y="67"/>
                  </a:lnTo>
                  <a:lnTo>
                    <a:pt x="185" y="63"/>
                  </a:lnTo>
                  <a:lnTo>
                    <a:pt x="186" y="60"/>
                  </a:lnTo>
                  <a:lnTo>
                    <a:pt x="186" y="26"/>
                  </a:lnTo>
                  <a:lnTo>
                    <a:pt x="256" y="26"/>
                  </a:lnTo>
                  <a:lnTo>
                    <a:pt x="256" y="60"/>
                  </a:lnTo>
                  <a:lnTo>
                    <a:pt x="258" y="63"/>
                  </a:lnTo>
                  <a:lnTo>
                    <a:pt x="259" y="67"/>
                  </a:lnTo>
                  <a:lnTo>
                    <a:pt x="261" y="69"/>
                  </a:lnTo>
                  <a:lnTo>
                    <a:pt x="264" y="71"/>
                  </a:lnTo>
                  <a:lnTo>
                    <a:pt x="281" y="80"/>
                  </a:lnTo>
                  <a:lnTo>
                    <a:pt x="296" y="87"/>
                  </a:lnTo>
                  <a:lnTo>
                    <a:pt x="309" y="96"/>
                  </a:lnTo>
                  <a:lnTo>
                    <a:pt x="319" y="103"/>
                  </a:lnTo>
                  <a:lnTo>
                    <a:pt x="322" y="105"/>
                  </a:lnTo>
                  <a:lnTo>
                    <a:pt x="326" y="106"/>
                  </a:lnTo>
                  <a:lnTo>
                    <a:pt x="331" y="106"/>
                  </a:lnTo>
                  <a:lnTo>
                    <a:pt x="334" y="105"/>
                  </a:lnTo>
                  <a:lnTo>
                    <a:pt x="369" y="84"/>
                  </a:lnTo>
                  <a:lnTo>
                    <a:pt x="405" y="145"/>
                  </a:lnTo>
                  <a:lnTo>
                    <a:pt x="368" y="166"/>
                  </a:lnTo>
                  <a:close/>
                  <a:moveTo>
                    <a:pt x="435" y="153"/>
                  </a:moveTo>
                  <a:lnTo>
                    <a:pt x="435" y="148"/>
                  </a:lnTo>
                  <a:lnTo>
                    <a:pt x="434" y="144"/>
                  </a:lnTo>
                  <a:lnTo>
                    <a:pt x="385" y="60"/>
                  </a:lnTo>
                  <a:lnTo>
                    <a:pt x="383" y="58"/>
                  </a:lnTo>
                  <a:lnTo>
                    <a:pt x="382" y="56"/>
                  </a:lnTo>
                  <a:lnTo>
                    <a:pt x="380" y="55"/>
                  </a:lnTo>
                  <a:lnTo>
                    <a:pt x="377" y="55"/>
                  </a:lnTo>
                  <a:lnTo>
                    <a:pt x="375" y="54"/>
                  </a:lnTo>
                  <a:lnTo>
                    <a:pt x="372" y="54"/>
                  </a:lnTo>
                  <a:lnTo>
                    <a:pt x="370" y="55"/>
                  </a:lnTo>
                  <a:lnTo>
                    <a:pt x="367" y="56"/>
                  </a:lnTo>
                  <a:lnTo>
                    <a:pt x="328" y="78"/>
                  </a:lnTo>
                  <a:lnTo>
                    <a:pt x="320" y="71"/>
                  </a:lnTo>
                  <a:lnTo>
                    <a:pt x="308" y="64"/>
                  </a:lnTo>
                  <a:lnTo>
                    <a:pt x="296" y="58"/>
                  </a:lnTo>
                  <a:lnTo>
                    <a:pt x="282" y="51"/>
                  </a:lnTo>
                  <a:lnTo>
                    <a:pt x="282" y="13"/>
                  </a:lnTo>
                  <a:lnTo>
                    <a:pt x="281" y="8"/>
                  </a:lnTo>
                  <a:lnTo>
                    <a:pt x="278" y="4"/>
                  </a:lnTo>
                  <a:lnTo>
                    <a:pt x="275" y="1"/>
                  </a:lnTo>
                  <a:lnTo>
                    <a:pt x="269" y="0"/>
                  </a:lnTo>
                  <a:lnTo>
                    <a:pt x="173" y="0"/>
                  </a:lnTo>
                  <a:lnTo>
                    <a:pt x="168" y="1"/>
                  </a:lnTo>
                  <a:lnTo>
                    <a:pt x="164" y="4"/>
                  </a:lnTo>
                  <a:lnTo>
                    <a:pt x="161" y="8"/>
                  </a:lnTo>
                  <a:lnTo>
                    <a:pt x="160" y="13"/>
                  </a:lnTo>
                  <a:lnTo>
                    <a:pt x="160" y="49"/>
                  </a:lnTo>
                  <a:lnTo>
                    <a:pt x="151" y="52"/>
                  </a:lnTo>
                  <a:lnTo>
                    <a:pt x="144" y="55"/>
                  </a:lnTo>
                  <a:lnTo>
                    <a:pt x="137" y="58"/>
                  </a:lnTo>
                  <a:lnTo>
                    <a:pt x="131" y="62"/>
                  </a:lnTo>
                  <a:lnTo>
                    <a:pt x="119" y="70"/>
                  </a:lnTo>
                  <a:lnTo>
                    <a:pt x="109" y="78"/>
                  </a:lnTo>
                  <a:lnTo>
                    <a:pt x="67" y="55"/>
                  </a:lnTo>
                  <a:lnTo>
                    <a:pt x="63" y="54"/>
                  </a:lnTo>
                  <a:lnTo>
                    <a:pt x="58" y="54"/>
                  </a:lnTo>
                  <a:lnTo>
                    <a:pt x="54" y="56"/>
                  </a:lnTo>
                  <a:lnTo>
                    <a:pt x="50" y="60"/>
                  </a:lnTo>
                  <a:lnTo>
                    <a:pt x="2" y="144"/>
                  </a:lnTo>
                  <a:lnTo>
                    <a:pt x="0" y="148"/>
                  </a:lnTo>
                  <a:lnTo>
                    <a:pt x="1" y="153"/>
                  </a:lnTo>
                  <a:lnTo>
                    <a:pt x="2" y="156"/>
                  </a:lnTo>
                  <a:lnTo>
                    <a:pt x="3" y="158"/>
                  </a:lnTo>
                  <a:lnTo>
                    <a:pt x="4" y="159"/>
                  </a:lnTo>
                  <a:lnTo>
                    <a:pt x="6" y="160"/>
                  </a:lnTo>
                  <a:lnTo>
                    <a:pt x="47" y="185"/>
                  </a:lnTo>
                  <a:lnTo>
                    <a:pt x="45" y="199"/>
                  </a:lnTo>
                  <a:lnTo>
                    <a:pt x="44" y="213"/>
                  </a:lnTo>
                  <a:lnTo>
                    <a:pt x="45" y="227"/>
                  </a:lnTo>
                  <a:lnTo>
                    <a:pt x="47" y="241"/>
                  </a:lnTo>
                  <a:lnTo>
                    <a:pt x="6" y="263"/>
                  </a:lnTo>
                  <a:lnTo>
                    <a:pt x="2" y="267"/>
                  </a:lnTo>
                  <a:lnTo>
                    <a:pt x="0" y="273"/>
                  </a:lnTo>
                  <a:lnTo>
                    <a:pt x="0" y="277"/>
                  </a:lnTo>
                  <a:lnTo>
                    <a:pt x="2" y="281"/>
                  </a:lnTo>
                  <a:lnTo>
                    <a:pt x="49" y="365"/>
                  </a:lnTo>
                  <a:lnTo>
                    <a:pt x="52" y="368"/>
                  </a:lnTo>
                  <a:lnTo>
                    <a:pt x="57" y="371"/>
                  </a:lnTo>
                  <a:lnTo>
                    <a:pt x="62" y="371"/>
                  </a:lnTo>
                  <a:lnTo>
                    <a:pt x="66" y="369"/>
                  </a:lnTo>
                  <a:lnTo>
                    <a:pt x="109" y="346"/>
                  </a:lnTo>
                  <a:lnTo>
                    <a:pt x="119" y="354"/>
                  </a:lnTo>
                  <a:lnTo>
                    <a:pt x="131" y="363"/>
                  </a:lnTo>
                  <a:lnTo>
                    <a:pt x="137" y="366"/>
                  </a:lnTo>
                  <a:lnTo>
                    <a:pt x="144" y="369"/>
                  </a:lnTo>
                  <a:lnTo>
                    <a:pt x="151" y="373"/>
                  </a:lnTo>
                  <a:lnTo>
                    <a:pt x="160" y="376"/>
                  </a:lnTo>
                  <a:lnTo>
                    <a:pt x="160" y="421"/>
                  </a:lnTo>
                  <a:lnTo>
                    <a:pt x="161" y="426"/>
                  </a:lnTo>
                  <a:lnTo>
                    <a:pt x="164" y="431"/>
                  </a:lnTo>
                  <a:lnTo>
                    <a:pt x="168" y="433"/>
                  </a:lnTo>
                  <a:lnTo>
                    <a:pt x="173" y="434"/>
                  </a:lnTo>
                  <a:lnTo>
                    <a:pt x="269" y="434"/>
                  </a:lnTo>
                  <a:lnTo>
                    <a:pt x="275" y="433"/>
                  </a:lnTo>
                  <a:lnTo>
                    <a:pt x="278" y="431"/>
                  </a:lnTo>
                  <a:lnTo>
                    <a:pt x="281" y="426"/>
                  </a:lnTo>
                  <a:lnTo>
                    <a:pt x="282" y="421"/>
                  </a:lnTo>
                  <a:lnTo>
                    <a:pt x="282" y="374"/>
                  </a:lnTo>
                  <a:lnTo>
                    <a:pt x="296" y="367"/>
                  </a:lnTo>
                  <a:lnTo>
                    <a:pt x="308" y="360"/>
                  </a:lnTo>
                  <a:lnTo>
                    <a:pt x="320" y="353"/>
                  </a:lnTo>
                  <a:lnTo>
                    <a:pt x="329" y="346"/>
                  </a:lnTo>
                  <a:lnTo>
                    <a:pt x="367" y="369"/>
                  </a:lnTo>
                  <a:lnTo>
                    <a:pt x="369" y="371"/>
                  </a:lnTo>
                  <a:lnTo>
                    <a:pt x="372" y="372"/>
                  </a:lnTo>
                  <a:lnTo>
                    <a:pt x="375" y="372"/>
                  </a:lnTo>
                  <a:lnTo>
                    <a:pt x="377" y="371"/>
                  </a:lnTo>
                  <a:lnTo>
                    <a:pt x="380" y="371"/>
                  </a:lnTo>
                  <a:lnTo>
                    <a:pt x="382" y="368"/>
                  </a:lnTo>
                  <a:lnTo>
                    <a:pt x="383" y="367"/>
                  </a:lnTo>
                  <a:lnTo>
                    <a:pt x="385" y="365"/>
                  </a:lnTo>
                  <a:lnTo>
                    <a:pt x="434" y="281"/>
                  </a:lnTo>
                  <a:lnTo>
                    <a:pt x="435" y="277"/>
                  </a:lnTo>
                  <a:lnTo>
                    <a:pt x="435" y="273"/>
                  </a:lnTo>
                  <a:lnTo>
                    <a:pt x="433" y="267"/>
                  </a:lnTo>
                  <a:lnTo>
                    <a:pt x="428" y="263"/>
                  </a:lnTo>
                  <a:lnTo>
                    <a:pt x="389" y="241"/>
                  </a:lnTo>
                  <a:lnTo>
                    <a:pt x="390" y="227"/>
                  </a:lnTo>
                  <a:lnTo>
                    <a:pt x="391" y="213"/>
                  </a:lnTo>
                  <a:lnTo>
                    <a:pt x="390" y="199"/>
                  </a:lnTo>
                  <a:lnTo>
                    <a:pt x="389" y="185"/>
                  </a:lnTo>
                  <a:lnTo>
                    <a:pt x="428" y="160"/>
                  </a:lnTo>
                  <a:lnTo>
                    <a:pt x="430" y="159"/>
                  </a:lnTo>
                  <a:lnTo>
                    <a:pt x="433" y="158"/>
                  </a:lnTo>
                  <a:lnTo>
                    <a:pt x="434" y="156"/>
                  </a:lnTo>
                  <a:lnTo>
                    <a:pt x="435"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24" name="Freeform 60">
              <a:extLst>
                <a:ext uri="{FF2B5EF4-FFF2-40B4-BE49-F238E27FC236}">
                  <a16:creationId xmlns:a16="http://schemas.microsoft.com/office/drawing/2014/main" id="{4A3CD8E8-18FD-4824-8B6C-8C3931975272}"/>
                </a:ext>
              </a:extLst>
            </p:cNvPr>
            <p:cNvSpPr>
              <a:spLocks noEditPoints="1"/>
            </p:cNvSpPr>
            <p:nvPr/>
          </p:nvSpPr>
          <p:spPr bwMode="auto">
            <a:xfrm>
              <a:off x="1001713" y="3424238"/>
              <a:ext cx="61913" cy="61913"/>
            </a:xfrm>
            <a:custGeom>
              <a:avLst/>
              <a:gdLst>
                <a:gd name="T0" fmla="*/ 67 w 154"/>
                <a:gd name="T1" fmla="*/ 127 h 154"/>
                <a:gd name="T2" fmla="*/ 49 w 154"/>
                <a:gd name="T3" fmla="*/ 120 h 154"/>
                <a:gd name="T4" fmla="*/ 35 w 154"/>
                <a:gd name="T5" fmla="*/ 106 h 154"/>
                <a:gd name="T6" fmla="*/ 27 w 154"/>
                <a:gd name="T7" fmla="*/ 87 h 154"/>
                <a:gd name="T8" fmla="*/ 27 w 154"/>
                <a:gd name="T9" fmla="*/ 67 h 154"/>
                <a:gd name="T10" fmla="*/ 35 w 154"/>
                <a:gd name="T11" fmla="*/ 49 h 154"/>
                <a:gd name="T12" fmla="*/ 49 w 154"/>
                <a:gd name="T13" fmla="*/ 35 h 154"/>
                <a:gd name="T14" fmla="*/ 67 w 154"/>
                <a:gd name="T15" fmla="*/ 26 h 154"/>
                <a:gd name="T16" fmla="*/ 87 w 154"/>
                <a:gd name="T17" fmla="*/ 26 h 154"/>
                <a:gd name="T18" fmla="*/ 106 w 154"/>
                <a:gd name="T19" fmla="*/ 35 h 154"/>
                <a:gd name="T20" fmla="*/ 120 w 154"/>
                <a:gd name="T21" fmla="*/ 49 h 154"/>
                <a:gd name="T22" fmla="*/ 128 w 154"/>
                <a:gd name="T23" fmla="*/ 67 h 154"/>
                <a:gd name="T24" fmla="*/ 128 w 154"/>
                <a:gd name="T25" fmla="*/ 87 h 154"/>
                <a:gd name="T26" fmla="*/ 120 w 154"/>
                <a:gd name="T27" fmla="*/ 106 h 154"/>
                <a:gd name="T28" fmla="*/ 106 w 154"/>
                <a:gd name="T29" fmla="*/ 120 h 154"/>
                <a:gd name="T30" fmla="*/ 87 w 154"/>
                <a:gd name="T31" fmla="*/ 127 h 154"/>
                <a:gd name="T32" fmla="*/ 78 w 154"/>
                <a:gd name="T33" fmla="*/ 0 h 154"/>
                <a:gd name="T34" fmla="*/ 62 w 154"/>
                <a:gd name="T35" fmla="*/ 1 h 154"/>
                <a:gd name="T36" fmla="*/ 48 w 154"/>
                <a:gd name="T37" fmla="*/ 6 h 154"/>
                <a:gd name="T38" fmla="*/ 35 w 154"/>
                <a:gd name="T39" fmla="*/ 13 h 154"/>
                <a:gd name="T40" fmla="*/ 23 w 154"/>
                <a:gd name="T41" fmla="*/ 23 h 154"/>
                <a:gd name="T42" fmla="*/ 13 w 154"/>
                <a:gd name="T43" fmla="*/ 35 h 154"/>
                <a:gd name="T44" fmla="*/ 7 w 154"/>
                <a:gd name="T45" fmla="*/ 48 h 154"/>
                <a:gd name="T46" fmla="*/ 2 w 154"/>
                <a:gd name="T47" fmla="*/ 63 h 154"/>
                <a:gd name="T48" fmla="*/ 0 w 154"/>
                <a:gd name="T49" fmla="*/ 78 h 154"/>
                <a:gd name="T50" fmla="*/ 2 w 154"/>
                <a:gd name="T51" fmla="*/ 93 h 154"/>
                <a:gd name="T52" fmla="*/ 7 w 154"/>
                <a:gd name="T53" fmla="*/ 108 h 154"/>
                <a:gd name="T54" fmla="*/ 13 w 154"/>
                <a:gd name="T55" fmla="*/ 121 h 154"/>
                <a:gd name="T56" fmla="*/ 23 w 154"/>
                <a:gd name="T57" fmla="*/ 131 h 154"/>
                <a:gd name="T58" fmla="*/ 35 w 154"/>
                <a:gd name="T59" fmla="*/ 141 h 154"/>
                <a:gd name="T60" fmla="*/ 48 w 154"/>
                <a:gd name="T61" fmla="*/ 147 h 154"/>
                <a:gd name="T62" fmla="*/ 62 w 154"/>
                <a:gd name="T63" fmla="*/ 153 h 154"/>
                <a:gd name="T64" fmla="*/ 78 w 154"/>
                <a:gd name="T65" fmla="*/ 154 h 154"/>
                <a:gd name="T66" fmla="*/ 93 w 154"/>
                <a:gd name="T67" fmla="*/ 153 h 154"/>
                <a:gd name="T68" fmla="*/ 107 w 154"/>
                <a:gd name="T69" fmla="*/ 147 h 154"/>
                <a:gd name="T70" fmla="*/ 121 w 154"/>
                <a:gd name="T71" fmla="*/ 141 h 154"/>
                <a:gd name="T72" fmla="*/ 131 w 154"/>
                <a:gd name="T73" fmla="*/ 131 h 154"/>
                <a:gd name="T74" fmla="*/ 141 w 154"/>
                <a:gd name="T75" fmla="*/ 121 h 154"/>
                <a:gd name="T76" fmla="*/ 149 w 154"/>
                <a:gd name="T77" fmla="*/ 108 h 154"/>
                <a:gd name="T78" fmla="*/ 153 w 154"/>
                <a:gd name="T79" fmla="*/ 93 h 154"/>
                <a:gd name="T80" fmla="*/ 154 w 154"/>
                <a:gd name="T81" fmla="*/ 78 h 154"/>
                <a:gd name="T82" fmla="*/ 153 w 154"/>
                <a:gd name="T83" fmla="*/ 63 h 154"/>
                <a:gd name="T84" fmla="*/ 149 w 154"/>
                <a:gd name="T85" fmla="*/ 48 h 154"/>
                <a:gd name="T86" fmla="*/ 141 w 154"/>
                <a:gd name="T87" fmla="*/ 35 h 154"/>
                <a:gd name="T88" fmla="*/ 131 w 154"/>
                <a:gd name="T89" fmla="*/ 23 h 154"/>
                <a:gd name="T90" fmla="*/ 121 w 154"/>
                <a:gd name="T91" fmla="*/ 13 h 154"/>
                <a:gd name="T92" fmla="*/ 107 w 154"/>
                <a:gd name="T93" fmla="*/ 6 h 154"/>
                <a:gd name="T94" fmla="*/ 93 w 154"/>
                <a:gd name="T95" fmla="*/ 1 h 154"/>
                <a:gd name="T96" fmla="*/ 78 w 154"/>
                <a:gd name="T9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54">
                  <a:moveTo>
                    <a:pt x="78" y="128"/>
                  </a:moveTo>
                  <a:lnTo>
                    <a:pt x="67" y="127"/>
                  </a:lnTo>
                  <a:lnTo>
                    <a:pt x="57" y="125"/>
                  </a:lnTo>
                  <a:lnTo>
                    <a:pt x="49" y="120"/>
                  </a:lnTo>
                  <a:lnTo>
                    <a:pt x="41" y="113"/>
                  </a:lnTo>
                  <a:lnTo>
                    <a:pt x="35" y="106"/>
                  </a:lnTo>
                  <a:lnTo>
                    <a:pt x="29" y="97"/>
                  </a:lnTo>
                  <a:lnTo>
                    <a:pt x="27" y="87"/>
                  </a:lnTo>
                  <a:lnTo>
                    <a:pt x="26" y="78"/>
                  </a:lnTo>
                  <a:lnTo>
                    <a:pt x="27" y="67"/>
                  </a:lnTo>
                  <a:lnTo>
                    <a:pt x="29" y="57"/>
                  </a:lnTo>
                  <a:lnTo>
                    <a:pt x="35" y="49"/>
                  </a:lnTo>
                  <a:lnTo>
                    <a:pt x="41" y="41"/>
                  </a:lnTo>
                  <a:lnTo>
                    <a:pt x="49" y="35"/>
                  </a:lnTo>
                  <a:lnTo>
                    <a:pt x="57" y="29"/>
                  </a:lnTo>
                  <a:lnTo>
                    <a:pt x="67" y="26"/>
                  </a:lnTo>
                  <a:lnTo>
                    <a:pt x="78" y="25"/>
                  </a:lnTo>
                  <a:lnTo>
                    <a:pt x="87" y="26"/>
                  </a:lnTo>
                  <a:lnTo>
                    <a:pt x="97" y="29"/>
                  </a:lnTo>
                  <a:lnTo>
                    <a:pt x="106" y="35"/>
                  </a:lnTo>
                  <a:lnTo>
                    <a:pt x="113" y="41"/>
                  </a:lnTo>
                  <a:lnTo>
                    <a:pt x="120" y="49"/>
                  </a:lnTo>
                  <a:lnTo>
                    <a:pt x="125" y="57"/>
                  </a:lnTo>
                  <a:lnTo>
                    <a:pt x="128" y="67"/>
                  </a:lnTo>
                  <a:lnTo>
                    <a:pt x="129" y="78"/>
                  </a:lnTo>
                  <a:lnTo>
                    <a:pt x="128" y="87"/>
                  </a:lnTo>
                  <a:lnTo>
                    <a:pt x="125" y="97"/>
                  </a:lnTo>
                  <a:lnTo>
                    <a:pt x="120" y="106"/>
                  </a:lnTo>
                  <a:lnTo>
                    <a:pt x="113" y="113"/>
                  </a:lnTo>
                  <a:lnTo>
                    <a:pt x="106" y="120"/>
                  </a:lnTo>
                  <a:lnTo>
                    <a:pt x="97" y="125"/>
                  </a:lnTo>
                  <a:lnTo>
                    <a:pt x="87" y="127"/>
                  </a:lnTo>
                  <a:lnTo>
                    <a:pt x="78" y="128"/>
                  </a:lnTo>
                  <a:close/>
                  <a:moveTo>
                    <a:pt x="78" y="0"/>
                  </a:moveTo>
                  <a:lnTo>
                    <a:pt x="69" y="0"/>
                  </a:lnTo>
                  <a:lnTo>
                    <a:pt x="62" y="1"/>
                  </a:lnTo>
                  <a:lnTo>
                    <a:pt x="54" y="4"/>
                  </a:lnTo>
                  <a:lnTo>
                    <a:pt x="48" y="6"/>
                  </a:lnTo>
                  <a:lnTo>
                    <a:pt x="40" y="9"/>
                  </a:lnTo>
                  <a:lnTo>
                    <a:pt x="35" y="13"/>
                  </a:lnTo>
                  <a:lnTo>
                    <a:pt x="28" y="18"/>
                  </a:lnTo>
                  <a:lnTo>
                    <a:pt x="23" y="23"/>
                  </a:lnTo>
                  <a:lnTo>
                    <a:pt x="18" y="28"/>
                  </a:lnTo>
                  <a:lnTo>
                    <a:pt x="13" y="35"/>
                  </a:lnTo>
                  <a:lnTo>
                    <a:pt x="10" y="41"/>
                  </a:lnTo>
                  <a:lnTo>
                    <a:pt x="7" y="48"/>
                  </a:lnTo>
                  <a:lnTo>
                    <a:pt x="4" y="55"/>
                  </a:lnTo>
                  <a:lnTo>
                    <a:pt x="2" y="63"/>
                  </a:lnTo>
                  <a:lnTo>
                    <a:pt x="0" y="70"/>
                  </a:lnTo>
                  <a:lnTo>
                    <a:pt x="0" y="78"/>
                  </a:lnTo>
                  <a:lnTo>
                    <a:pt x="0" y="85"/>
                  </a:lnTo>
                  <a:lnTo>
                    <a:pt x="2" y="93"/>
                  </a:lnTo>
                  <a:lnTo>
                    <a:pt x="4" y="100"/>
                  </a:lnTo>
                  <a:lnTo>
                    <a:pt x="7" y="108"/>
                  </a:lnTo>
                  <a:lnTo>
                    <a:pt x="10" y="114"/>
                  </a:lnTo>
                  <a:lnTo>
                    <a:pt x="13" y="121"/>
                  </a:lnTo>
                  <a:lnTo>
                    <a:pt x="18" y="126"/>
                  </a:lnTo>
                  <a:lnTo>
                    <a:pt x="23" y="131"/>
                  </a:lnTo>
                  <a:lnTo>
                    <a:pt x="28" y="137"/>
                  </a:lnTo>
                  <a:lnTo>
                    <a:pt x="35" y="141"/>
                  </a:lnTo>
                  <a:lnTo>
                    <a:pt x="40" y="144"/>
                  </a:lnTo>
                  <a:lnTo>
                    <a:pt x="48" y="147"/>
                  </a:lnTo>
                  <a:lnTo>
                    <a:pt x="54" y="151"/>
                  </a:lnTo>
                  <a:lnTo>
                    <a:pt x="62" y="153"/>
                  </a:lnTo>
                  <a:lnTo>
                    <a:pt x="69" y="154"/>
                  </a:lnTo>
                  <a:lnTo>
                    <a:pt x="78" y="154"/>
                  </a:lnTo>
                  <a:lnTo>
                    <a:pt x="85" y="154"/>
                  </a:lnTo>
                  <a:lnTo>
                    <a:pt x="93" y="153"/>
                  </a:lnTo>
                  <a:lnTo>
                    <a:pt x="100" y="151"/>
                  </a:lnTo>
                  <a:lnTo>
                    <a:pt x="107" y="147"/>
                  </a:lnTo>
                  <a:lnTo>
                    <a:pt x="114" y="144"/>
                  </a:lnTo>
                  <a:lnTo>
                    <a:pt x="121" y="141"/>
                  </a:lnTo>
                  <a:lnTo>
                    <a:pt x="126" y="137"/>
                  </a:lnTo>
                  <a:lnTo>
                    <a:pt x="131" y="131"/>
                  </a:lnTo>
                  <a:lnTo>
                    <a:pt x="137" y="126"/>
                  </a:lnTo>
                  <a:lnTo>
                    <a:pt x="141" y="121"/>
                  </a:lnTo>
                  <a:lnTo>
                    <a:pt x="145" y="114"/>
                  </a:lnTo>
                  <a:lnTo>
                    <a:pt x="149" y="108"/>
                  </a:lnTo>
                  <a:lnTo>
                    <a:pt x="151" y="100"/>
                  </a:lnTo>
                  <a:lnTo>
                    <a:pt x="153" y="93"/>
                  </a:lnTo>
                  <a:lnTo>
                    <a:pt x="154" y="85"/>
                  </a:lnTo>
                  <a:lnTo>
                    <a:pt x="154" y="78"/>
                  </a:lnTo>
                  <a:lnTo>
                    <a:pt x="154" y="70"/>
                  </a:lnTo>
                  <a:lnTo>
                    <a:pt x="153" y="63"/>
                  </a:lnTo>
                  <a:lnTo>
                    <a:pt x="151" y="55"/>
                  </a:lnTo>
                  <a:lnTo>
                    <a:pt x="149" y="48"/>
                  </a:lnTo>
                  <a:lnTo>
                    <a:pt x="145" y="41"/>
                  </a:lnTo>
                  <a:lnTo>
                    <a:pt x="141" y="35"/>
                  </a:lnTo>
                  <a:lnTo>
                    <a:pt x="137" y="28"/>
                  </a:lnTo>
                  <a:lnTo>
                    <a:pt x="131" y="23"/>
                  </a:lnTo>
                  <a:lnTo>
                    <a:pt x="126" y="18"/>
                  </a:lnTo>
                  <a:lnTo>
                    <a:pt x="121" y="13"/>
                  </a:lnTo>
                  <a:lnTo>
                    <a:pt x="114" y="9"/>
                  </a:lnTo>
                  <a:lnTo>
                    <a:pt x="107" y="6"/>
                  </a:lnTo>
                  <a:lnTo>
                    <a:pt x="100" y="4"/>
                  </a:lnTo>
                  <a:lnTo>
                    <a:pt x="93" y="1"/>
                  </a:lnTo>
                  <a:lnTo>
                    <a:pt x="85" y="0"/>
                  </a:lnTo>
                  <a:lnTo>
                    <a:pt x="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nvGrpSpPr>
          <p:cNvPr id="125" name="Group 124">
            <a:extLst>
              <a:ext uri="{FF2B5EF4-FFF2-40B4-BE49-F238E27FC236}">
                <a16:creationId xmlns:a16="http://schemas.microsoft.com/office/drawing/2014/main" id="{D80B0884-A42D-4C41-A543-DA0E8AAC85C2}"/>
              </a:ext>
            </a:extLst>
          </p:cNvPr>
          <p:cNvGrpSpPr/>
          <p:nvPr/>
        </p:nvGrpSpPr>
        <p:grpSpPr>
          <a:xfrm>
            <a:off x="7211746" y="1721454"/>
            <a:ext cx="376240" cy="388442"/>
            <a:chOff x="946151" y="3240088"/>
            <a:chExt cx="293688" cy="303213"/>
          </a:xfrm>
          <a:solidFill>
            <a:schemeClr val="bg1"/>
          </a:solidFill>
        </p:grpSpPr>
        <p:sp>
          <p:nvSpPr>
            <p:cNvPr id="126" name="Freeform 57">
              <a:extLst>
                <a:ext uri="{FF2B5EF4-FFF2-40B4-BE49-F238E27FC236}">
                  <a16:creationId xmlns:a16="http://schemas.microsoft.com/office/drawing/2014/main" id="{332EFF9A-C92D-4343-BD53-643B34822D69}"/>
                </a:ext>
              </a:extLst>
            </p:cNvPr>
            <p:cNvSpPr>
              <a:spLocks noEditPoints="1"/>
            </p:cNvSpPr>
            <p:nvPr/>
          </p:nvSpPr>
          <p:spPr bwMode="auto">
            <a:xfrm>
              <a:off x="1066801" y="3240088"/>
              <a:ext cx="173038" cy="171450"/>
            </a:xfrm>
            <a:custGeom>
              <a:avLst/>
              <a:gdLst>
                <a:gd name="T0" fmla="*/ 326 w 435"/>
                <a:gd name="T1" fmla="*/ 327 h 432"/>
                <a:gd name="T2" fmla="*/ 296 w 435"/>
                <a:gd name="T3" fmla="*/ 346 h 432"/>
                <a:gd name="T4" fmla="*/ 259 w 435"/>
                <a:gd name="T5" fmla="*/ 368 h 432"/>
                <a:gd name="T6" fmla="*/ 186 w 435"/>
                <a:gd name="T7" fmla="*/ 406 h 432"/>
                <a:gd name="T8" fmla="*/ 180 w 435"/>
                <a:gd name="T9" fmla="*/ 363 h 432"/>
                <a:gd name="T10" fmla="*/ 150 w 435"/>
                <a:gd name="T11" fmla="*/ 353 h 432"/>
                <a:gd name="T12" fmla="*/ 116 w 435"/>
                <a:gd name="T13" fmla="*/ 328 h 432"/>
                <a:gd name="T14" fmla="*/ 65 w 435"/>
                <a:gd name="T15" fmla="*/ 350 h 432"/>
                <a:gd name="T16" fmla="*/ 73 w 435"/>
                <a:gd name="T17" fmla="*/ 261 h 432"/>
                <a:gd name="T18" fmla="*/ 70 w 435"/>
                <a:gd name="T19" fmla="*/ 222 h 432"/>
                <a:gd name="T20" fmla="*/ 73 w 435"/>
                <a:gd name="T21" fmla="*/ 182 h 432"/>
                <a:gd name="T22" fmla="*/ 66 w 435"/>
                <a:gd name="T23" fmla="*/ 93 h 432"/>
                <a:gd name="T24" fmla="*/ 117 w 435"/>
                <a:gd name="T25" fmla="*/ 114 h 432"/>
                <a:gd name="T26" fmla="*/ 150 w 435"/>
                <a:gd name="T27" fmla="*/ 90 h 432"/>
                <a:gd name="T28" fmla="*/ 180 w 435"/>
                <a:gd name="T29" fmla="*/ 79 h 432"/>
                <a:gd name="T30" fmla="*/ 186 w 435"/>
                <a:gd name="T31" fmla="*/ 25 h 432"/>
                <a:gd name="T32" fmla="*/ 259 w 435"/>
                <a:gd name="T33" fmla="*/ 75 h 432"/>
                <a:gd name="T34" fmla="*/ 296 w 435"/>
                <a:gd name="T35" fmla="*/ 96 h 432"/>
                <a:gd name="T36" fmla="*/ 326 w 435"/>
                <a:gd name="T37" fmla="*/ 115 h 432"/>
                <a:gd name="T38" fmla="*/ 405 w 435"/>
                <a:gd name="T39" fmla="*/ 154 h 432"/>
                <a:gd name="T40" fmla="*/ 362 w 435"/>
                <a:gd name="T41" fmla="*/ 185 h 432"/>
                <a:gd name="T42" fmla="*/ 365 w 435"/>
                <a:gd name="T43" fmla="*/ 238 h 432"/>
                <a:gd name="T44" fmla="*/ 365 w 435"/>
                <a:gd name="T45" fmla="*/ 265 h 432"/>
                <a:gd name="T46" fmla="*/ 428 w 435"/>
                <a:gd name="T47" fmla="*/ 272 h 432"/>
                <a:gd name="T48" fmla="*/ 389 w 435"/>
                <a:gd name="T49" fmla="*/ 207 h 432"/>
                <a:gd name="T50" fmla="*/ 435 w 435"/>
                <a:gd name="T51" fmla="*/ 161 h 432"/>
                <a:gd name="T52" fmla="*/ 382 w 435"/>
                <a:gd name="T53" fmla="*/ 65 h 432"/>
                <a:gd name="T54" fmla="*/ 329 w 435"/>
                <a:gd name="T55" fmla="*/ 88 h 432"/>
                <a:gd name="T56" fmla="*/ 282 w 435"/>
                <a:gd name="T57" fmla="*/ 59 h 432"/>
                <a:gd name="T58" fmla="*/ 275 w 435"/>
                <a:gd name="T59" fmla="*/ 2 h 432"/>
                <a:gd name="T60" fmla="*/ 164 w 435"/>
                <a:gd name="T61" fmla="*/ 4 h 432"/>
                <a:gd name="T62" fmla="*/ 152 w 435"/>
                <a:gd name="T63" fmla="*/ 62 h 432"/>
                <a:gd name="T64" fmla="*/ 119 w 435"/>
                <a:gd name="T65" fmla="*/ 79 h 432"/>
                <a:gd name="T66" fmla="*/ 59 w 435"/>
                <a:gd name="T67" fmla="*/ 63 h 432"/>
                <a:gd name="T68" fmla="*/ 1 w 435"/>
                <a:gd name="T69" fmla="*/ 157 h 432"/>
                <a:gd name="T70" fmla="*/ 5 w 435"/>
                <a:gd name="T71" fmla="*/ 168 h 432"/>
                <a:gd name="T72" fmla="*/ 44 w 435"/>
                <a:gd name="T73" fmla="*/ 221 h 432"/>
                <a:gd name="T74" fmla="*/ 3 w 435"/>
                <a:gd name="T75" fmla="*/ 276 h 432"/>
                <a:gd name="T76" fmla="*/ 49 w 435"/>
                <a:gd name="T77" fmla="*/ 373 h 432"/>
                <a:gd name="T78" fmla="*/ 67 w 435"/>
                <a:gd name="T79" fmla="*/ 378 h 432"/>
                <a:gd name="T80" fmla="*/ 144 w 435"/>
                <a:gd name="T81" fmla="*/ 378 h 432"/>
                <a:gd name="T82" fmla="*/ 164 w 435"/>
                <a:gd name="T83" fmla="*/ 428 h 432"/>
                <a:gd name="T84" fmla="*/ 275 w 435"/>
                <a:gd name="T85" fmla="*/ 431 h 432"/>
                <a:gd name="T86" fmla="*/ 282 w 435"/>
                <a:gd name="T87" fmla="*/ 382 h 432"/>
                <a:gd name="T88" fmla="*/ 329 w 435"/>
                <a:gd name="T89" fmla="*/ 356 h 432"/>
                <a:gd name="T90" fmla="*/ 380 w 435"/>
                <a:gd name="T91" fmla="*/ 378 h 432"/>
                <a:gd name="T92" fmla="*/ 434 w 435"/>
                <a:gd name="T93" fmla="*/ 290 h 432"/>
                <a:gd name="T94" fmla="*/ 428 w 435"/>
                <a:gd name="T95" fmla="*/ 27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5" h="432">
                  <a:moveTo>
                    <a:pt x="369" y="350"/>
                  </a:moveTo>
                  <a:lnTo>
                    <a:pt x="335" y="329"/>
                  </a:lnTo>
                  <a:lnTo>
                    <a:pt x="330" y="327"/>
                  </a:lnTo>
                  <a:lnTo>
                    <a:pt x="326" y="327"/>
                  </a:lnTo>
                  <a:lnTo>
                    <a:pt x="323" y="328"/>
                  </a:lnTo>
                  <a:lnTo>
                    <a:pt x="319" y="330"/>
                  </a:lnTo>
                  <a:lnTo>
                    <a:pt x="309" y="339"/>
                  </a:lnTo>
                  <a:lnTo>
                    <a:pt x="296" y="346"/>
                  </a:lnTo>
                  <a:lnTo>
                    <a:pt x="281" y="355"/>
                  </a:lnTo>
                  <a:lnTo>
                    <a:pt x="264" y="363"/>
                  </a:lnTo>
                  <a:lnTo>
                    <a:pt x="261" y="364"/>
                  </a:lnTo>
                  <a:lnTo>
                    <a:pt x="259" y="368"/>
                  </a:lnTo>
                  <a:lnTo>
                    <a:pt x="257" y="371"/>
                  </a:lnTo>
                  <a:lnTo>
                    <a:pt x="256" y="374"/>
                  </a:lnTo>
                  <a:lnTo>
                    <a:pt x="256" y="406"/>
                  </a:lnTo>
                  <a:lnTo>
                    <a:pt x="186" y="406"/>
                  </a:lnTo>
                  <a:lnTo>
                    <a:pt x="186" y="374"/>
                  </a:lnTo>
                  <a:lnTo>
                    <a:pt x="186" y="370"/>
                  </a:lnTo>
                  <a:lnTo>
                    <a:pt x="183" y="367"/>
                  </a:lnTo>
                  <a:lnTo>
                    <a:pt x="180" y="363"/>
                  </a:lnTo>
                  <a:lnTo>
                    <a:pt x="176" y="361"/>
                  </a:lnTo>
                  <a:lnTo>
                    <a:pt x="166" y="359"/>
                  </a:lnTo>
                  <a:lnTo>
                    <a:pt x="158" y="356"/>
                  </a:lnTo>
                  <a:lnTo>
                    <a:pt x="150" y="353"/>
                  </a:lnTo>
                  <a:lnTo>
                    <a:pt x="144" y="349"/>
                  </a:lnTo>
                  <a:lnTo>
                    <a:pt x="132" y="341"/>
                  </a:lnTo>
                  <a:lnTo>
                    <a:pt x="120" y="330"/>
                  </a:lnTo>
                  <a:lnTo>
                    <a:pt x="116" y="328"/>
                  </a:lnTo>
                  <a:lnTo>
                    <a:pt x="112" y="327"/>
                  </a:lnTo>
                  <a:lnTo>
                    <a:pt x="108" y="327"/>
                  </a:lnTo>
                  <a:lnTo>
                    <a:pt x="105" y="329"/>
                  </a:lnTo>
                  <a:lnTo>
                    <a:pt x="65" y="350"/>
                  </a:lnTo>
                  <a:lnTo>
                    <a:pt x="30" y="289"/>
                  </a:lnTo>
                  <a:lnTo>
                    <a:pt x="67" y="268"/>
                  </a:lnTo>
                  <a:lnTo>
                    <a:pt x="71" y="265"/>
                  </a:lnTo>
                  <a:lnTo>
                    <a:pt x="73" y="261"/>
                  </a:lnTo>
                  <a:lnTo>
                    <a:pt x="74" y="257"/>
                  </a:lnTo>
                  <a:lnTo>
                    <a:pt x="73" y="254"/>
                  </a:lnTo>
                  <a:lnTo>
                    <a:pt x="71" y="238"/>
                  </a:lnTo>
                  <a:lnTo>
                    <a:pt x="70" y="222"/>
                  </a:lnTo>
                  <a:lnTo>
                    <a:pt x="71" y="206"/>
                  </a:lnTo>
                  <a:lnTo>
                    <a:pt x="74" y="189"/>
                  </a:lnTo>
                  <a:lnTo>
                    <a:pt x="74" y="185"/>
                  </a:lnTo>
                  <a:lnTo>
                    <a:pt x="73" y="182"/>
                  </a:lnTo>
                  <a:lnTo>
                    <a:pt x="71" y="179"/>
                  </a:lnTo>
                  <a:lnTo>
                    <a:pt x="67" y="175"/>
                  </a:lnTo>
                  <a:lnTo>
                    <a:pt x="31" y="154"/>
                  </a:lnTo>
                  <a:lnTo>
                    <a:pt x="66" y="93"/>
                  </a:lnTo>
                  <a:lnTo>
                    <a:pt x="105" y="114"/>
                  </a:lnTo>
                  <a:lnTo>
                    <a:pt x="108" y="116"/>
                  </a:lnTo>
                  <a:lnTo>
                    <a:pt x="112" y="115"/>
                  </a:lnTo>
                  <a:lnTo>
                    <a:pt x="117" y="114"/>
                  </a:lnTo>
                  <a:lnTo>
                    <a:pt x="120" y="112"/>
                  </a:lnTo>
                  <a:lnTo>
                    <a:pt x="132" y="101"/>
                  </a:lnTo>
                  <a:lnTo>
                    <a:pt x="144" y="93"/>
                  </a:lnTo>
                  <a:lnTo>
                    <a:pt x="150" y="90"/>
                  </a:lnTo>
                  <a:lnTo>
                    <a:pt x="158" y="86"/>
                  </a:lnTo>
                  <a:lnTo>
                    <a:pt x="166" y="83"/>
                  </a:lnTo>
                  <a:lnTo>
                    <a:pt x="176" y="80"/>
                  </a:lnTo>
                  <a:lnTo>
                    <a:pt x="180" y="79"/>
                  </a:lnTo>
                  <a:lnTo>
                    <a:pt x="183" y="76"/>
                  </a:lnTo>
                  <a:lnTo>
                    <a:pt x="186" y="72"/>
                  </a:lnTo>
                  <a:lnTo>
                    <a:pt x="186" y="68"/>
                  </a:lnTo>
                  <a:lnTo>
                    <a:pt x="186" y="25"/>
                  </a:lnTo>
                  <a:lnTo>
                    <a:pt x="256" y="25"/>
                  </a:lnTo>
                  <a:lnTo>
                    <a:pt x="256" y="68"/>
                  </a:lnTo>
                  <a:lnTo>
                    <a:pt x="257" y="71"/>
                  </a:lnTo>
                  <a:lnTo>
                    <a:pt x="259" y="75"/>
                  </a:lnTo>
                  <a:lnTo>
                    <a:pt x="261" y="78"/>
                  </a:lnTo>
                  <a:lnTo>
                    <a:pt x="264" y="80"/>
                  </a:lnTo>
                  <a:lnTo>
                    <a:pt x="281" y="88"/>
                  </a:lnTo>
                  <a:lnTo>
                    <a:pt x="296" y="96"/>
                  </a:lnTo>
                  <a:lnTo>
                    <a:pt x="309" y="105"/>
                  </a:lnTo>
                  <a:lnTo>
                    <a:pt x="319" y="112"/>
                  </a:lnTo>
                  <a:lnTo>
                    <a:pt x="323" y="114"/>
                  </a:lnTo>
                  <a:lnTo>
                    <a:pt x="326" y="115"/>
                  </a:lnTo>
                  <a:lnTo>
                    <a:pt x="330" y="115"/>
                  </a:lnTo>
                  <a:lnTo>
                    <a:pt x="335" y="113"/>
                  </a:lnTo>
                  <a:lnTo>
                    <a:pt x="369" y="93"/>
                  </a:lnTo>
                  <a:lnTo>
                    <a:pt x="405" y="154"/>
                  </a:lnTo>
                  <a:lnTo>
                    <a:pt x="368" y="175"/>
                  </a:lnTo>
                  <a:lnTo>
                    <a:pt x="365" y="179"/>
                  </a:lnTo>
                  <a:lnTo>
                    <a:pt x="363" y="182"/>
                  </a:lnTo>
                  <a:lnTo>
                    <a:pt x="362" y="185"/>
                  </a:lnTo>
                  <a:lnTo>
                    <a:pt x="362" y="189"/>
                  </a:lnTo>
                  <a:lnTo>
                    <a:pt x="364" y="206"/>
                  </a:lnTo>
                  <a:lnTo>
                    <a:pt x="365" y="222"/>
                  </a:lnTo>
                  <a:lnTo>
                    <a:pt x="365" y="238"/>
                  </a:lnTo>
                  <a:lnTo>
                    <a:pt x="362" y="254"/>
                  </a:lnTo>
                  <a:lnTo>
                    <a:pt x="362" y="257"/>
                  </a:lnTo>
                  <a:lnTo>
                    <a:pt x="363" y="261"/>
                  </a:lnTo>
                  <a:lnTo>
                    <a:pt x="365" y="265"/>
                  </a:lnTo>
                  <a:lnTo>
                    <a:pt x="368" y="268"/>
                  </a:lnTo>
                  <a:lnTo>
                    <a:pt x="405" y="289"/>
                  </a:lnTo>
                  <a:lnTo>
                    <a:pt x="369" y="350"/>
                  </a:lnTo>
                  <a:close/>
                  <a:moveTo>
                    <a:pt x="428" y="272"/>
                  </a:moveTo>
                  <a:lnTo>
                    <a:pt x="388" y="250"/>
                  </a:lnTo>
                  <a:lnTo>
                    <a:pt x="389" y="236"/>
                  </a:lnTo>
                  <a:lnTo>
                    <a:pt x="391" y="221"/>
                  </a:lnTo>
                  <a:lnTo>
                    <a:pt x="389" y="207"/>
                  </a:lnTo>
                  <a:lnTo>
                    <a:pt x="388" y="193"/>
                  </a:lnTo>
                  <a:lnTo>
                    <a:pt x="428" y="169"/>
                  </a:lnTo>
                  <a:lnTo>
                    <a:pt x="432" y="166"/>
                  </a:lnTo>
                  <a:lnTo>
                    <a:pt x="435" y="161"/>
                  </a:lnTo>
                  <a:lnTo>
                    <a:pt x="435" y="157"/>
                  </a:lnTo>
                  <a:lnTo>
                    <a:pt x="434" y="153"/>
                  </a:lnTo>
                  <a:lnTo>
                    <a:pt x="385" y="69"/>
                  </a:lnTo>
                  <a:lnTo>
                    <a:pt x="382" y="65"/>
                  </a:lnTo>
                  <a:lnTo>
                    <a:pt x="378" y="63"/>
                  </a:lnTo>
                  <a:lnTo>
                    <a:pt x="372" y="63"/>
                  </a:lnTo>
                  <a:lnTo>
                    <a:pt x="367" y="64"/>
                  </a:lnTo>
                  <a:lnTo>
                    <a:pt x="329" y="88"/>
                  </a:lnTo>
                  <a:lnTo>
                    <a:pt x="320" y="81"/>
                  </a:lnTo>
                  <a:lnTo>
                    <a:pt x="308" y="73"/>
                  </a:lnTo>
                  <a:lnTo>
                    <a:pt x="296" y="67"/>
                  </a:lnTo>
                  <a:lnTo>
                    <a:pt x="282" y="59"/>
                  </a:lnTo>
                  <a:lnTo>
                    <a:pt x="282" y="13"/>
                  </a:lnTo>
                  <a:lnTo>
                    <a:pt x="281" y="8"/>
                  </a:lnTo>
                  <a:lnTo>
                    <a:pt x="279" y="4"/>
                  </a:lnTo>
                  <a:lnTo>
                    <a:pt x="275" y="2"/>
                  </a:lnTo>
                  <a:lnTo>
                    <a:pt x="269" y="0"/>
                  </a:lnTo>
                  <a:lnTo>
                    <a:pt x="173" y="0"/>
                  </a:lnTo>
                  <a:lnTo>
                    <a:pt x="168" y="2"/>
                  </a:lnTo>
                  <a:lnTo>
                    <a:pt x="164" y="4"/>
                  </a:lnTo>
                  <a:lnTo>
                    <a:pt x="161" y="8"/>
                  </a:lnTo>
                  <a:lnTo>
                    <a:pt x="161" y="13"/>
                  </a:lnTo>
                  <a:lnTo>
                    <a:pt x="161" y="58"/>
                  </a:lnTo>
                  <a:lnTo>
                    <a:pt x="152" y="62"/>
                  </a:lnTo>
                  <a:lnTo>
                    <a:pt x="144" y="64"/>
                  </a:lnTo>
                  <a:lnTo>
                    <a:pt x="137" y="67"/>
                  </a:lnTo>
                  <a:lnTo>
                    <a:pt x="131" y="71"/>
                  </a:lnTo>
                  <a:lnTo>
                    <a:pt x="119" y="79"/>
                  </a:lnTo>
                  <a:lnTo>
                    <a:pt x="109" y="88"/>
                  </a:lnTo>
                  <a:lnTo>
                    <a:pt x="68" y="64"/>
                  </a:lnTo>
                  <a:lnTo>
                    <a:pt x="63" y="63"/>
                  </a:lnTo>
                  <a:lnTo>
                    <a:pt x="59" y="63"/>
                  </a:lnTo>
                  <a:lnTo>
                    <a:pt x="55" y="65"/>
                  </a:lnTo>
                  <a:lnTo>
                    <a:pt x="50" y="69"/>
                  </a:lnTo>
                  <a:lnTo>
                    <a:pt x="2" y="152"/>
                  </a:lnTo>
                  <a:lnTo>
                    <a:pt x="1" y="157"/>
                  </a:lnTo>
                  <a:lnTo>
                    <a:pt x="1" y="161"/>
                  </a:lnTo>
                  <a:lnTo>
                    <a:pt x="2" y="165"/>
                  </a:lnTo>
                  <a:lnTo>
                    <a:pt x="3" y="167"/>
                  </a:lnTo>
                  <a:lnTo>
                    <a:pt x="5" y="168"/>
                  </a:lnTo>
                  <a:lnTo>
                    <a:pt x="6" y="169"/>
                  </a:lnTo>
                  <a:lnTo>
                    <a:pt x="47" y="193"/>
                  </a:lnTo>
                  <a:lnTo>
                    <a:pt x="45" y="207"/>
                  </a:lnTo>
                  <a:lnTo>
                    <a:pt x="44" y="221"/>
                  </a:lnTo>
                  <a:lnTo>
                    <a:pt x="45" y="236"/>
                  </a:lnTo>
                  <a:lnTo>
                    <a:pt x="47" y="250"/>
                  </a:lnTo>
                  <a:lnTo>
                    <a:pt x="6" y="272"/>
                  </a:lnTo>
                  <a:lnTo>
                    <a:pt x="3" y="276"/>
                  </a:lnTo>
                  <a:lnTo>
                    <a:pt x="0" y="281"/>
                  </a:lnTo>
                  <a:lnTo>
                    <a:pt x="0" y="286"/>
                  </a:lnTo>
                  <a:lnTo>
                    <a:pt x="2" y="290"/>
                  </a:lnTo>
                  <a:lnTo>
                    <a:pt x="49" y="373"/>
                  </a:lnTo>
                  <a:lnTo>
                    <a:pt x="53" y="377"/>
                  </a:lnTo>
                  <a:lnTo>
                    <a:pt x="58" y="379"/>
                  </a:lnTo>
                  <a:lnTo>
                    <a:pt x="62" y="379"/>
                  </a:lnTo>
                  <a:lnTo>
                    <a:pt x="67" y="378"/>
                  </a:lnTo>
                  <a:lnTo>
                    <a:pt x="109" y="356"/>
                  </a:lnTo>
                  <a:lnTo>
                    <a:pt x="119" y="363"/>
                  </a:lnTo>
                  <a:lnTo>
                    <a:pt x="131" y="372"/>
                  </a:lnTo>
                  <a:lnTo>
                    <a:pt x="144" y="378"/>
                  </a:lnTo>
                  <a:lnTo>
                    <a:pt x="161" y="385"/>
                  </a:lnTo>
                  <a:lnTo>
                    <a:pt x="161" y="419"/>
                  </a:lnTo>
                  <a:lnTo>
                    <a:pt x="161" y="425"/>
                  </a:lnTo>
                  <a:lnTo>
                    <a:pt x="164" y="428"/>
                  </a:lnTo>
                  <a:lnTo>
                    <a:pt x="168" y="431"/>
                  </a:lnTo>
                  <a:lnTo>
                    <a:pt x="173" y="432"/>
                  </a:lnTo>
                  <a:lnTo>
                    <a:pt x="269" y="432"/>
                  </a:lnTo>
                  <a:lnTo>
                    <a:pt x="275" y="431"/>
                  </a:lnTo>
                  <a:lnTo>
                    <a:pt x="279" y="428"/>
                  </a:lnTo>
                  <a:lnTo>
                    <a:pt x="281" y="425"/>
                  </a:lnTo>
                  <a:lnTo>
                    <a:pt x="282" y="419"/>
                  </a:lnTo>
                  <a:lnTo>
                    <a:pt x="282" y="382"/>
                  </a:lnTo>
                  <a:lnTo>
                    <a:pt x="296" y="375"/>
                  </a:lnTo>
                  <a:lnTo>
                    <a:pt x="308" y="369"/>
                  </a:lnTo>
                  <a:lnTo>
                    <a:pt x="320" y="362"/>
                  </a:lnTo>
                  <a:lnTo>
                    <a:pt x="329" y="356"/>
                  </a:lnTo>
                  <a:lnTo>
                    <a:pt x="367" y="378"/>
                  </a:lnTo>
                  <a:lnTo>
                    <a:pt x="372" y="379"/>
                  </a:lnTo>
                  <a:lnTo>
                    <a:pt x="378" y="379"/>
                  </a:lnTo>
                  <a:lnTo>
                    <a:pt x="380" y="378"/>
                  </a:lnTo>
                  <a:lnTo>
                    <a:pt x="382" y="377"/>
                  </a:lnTo>
                  <a:lnTo>
                    <a:pt x="383" y="375"/>
                  </a:lnTo>
                  <a:lnTo>
                    <a:pt x="385" y="373"/>
                  </a:lnTo>
                  <a:lnTo>
                    <a:pt x="434" y="290"/>
                  </a:lnTo>
                  <a:lnTo>
                    <a:pt x="435" y="285"/>
                  </a:lnTo>
                  <a:lnTo>
                    <a:pt x="435" y="281"/>
                  </a:lnTo>
                  <a:lnTo>
                    <a:pt x="432" y="276"/>
                  </a:lnTo>
                  <a:lnTo>
                    <a:pt x="428" y="2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27" name="Freeform 58">
              <a:extLst>
                <a:ext uri="{FF2B5EF4-FFF2-40B4-BE49-F238E27FC236}">
                  <a16:creationId xmlns:a16="http://schemas.microsoft.com/office/drawing/2014/main" id="{1853DA21-1D57-4653-A036-9EC8D2AB9AC8}"/>
                </a:ext>
              </a:extLst>
            </p:cNvPr>
            <p:cNvSpPr>
              <a:spLocks noEditPoints="1"/>
            </p:cNvSpPr>
            <p:nvPr/>
          </p:nvSpPr>
          <p:spPr bwMode="auto">
            <a:xfrm>
              <a:off x="1122363" y="3297238"/>
              <a:ext cx="61913" cy="60325"/>
            </a:xfrm>
            <a:custGeom>
              <a:avLst/>
              <a:gdLst>
                <a:gd name="T0" fmla="*/ 67 w 154"/>
                <a:gd name="T1" fmla="*/ 128 h 154"/>
                <a:gd name="T2" fmla="*/ 49 w 154"/>
                <a:gd name="T3" fmla="*/ 119 h 154"/>
                <a:gd name="T4" fmla="*/ 35 w 154"/>
                <a:gd name="T5" fmla="*/ 107 h 154"/>
                <a:gd name="T6" fmla="*/ 27 w 154"/>
                <a:gd name="T7" fmla="*/ 88 h 154"/>
                <a:gd name="T8" fmla="*/ 27 w 154"/>
                <a:gd name="T9" fmla="*/ 67 h 154"/>
                <a:gd name="T10" fmla="*/ 35 w 154"/>
                <a:gd name="T11" fmla="*/ 49 h 154"/>
                <a:gd name="T12" fmla="*/ 49 w 154"/>
                <a:gd name="T13" fmla="*/ 35 h 154"/>
                <a:gd name="T14" fmla="*/ 67 w 154"/>
                <a:gd name="T15" fmla="*/ 26 h 154"/>
                <a:gd name="T16" fmla="*/ 87 w 154"/>
                <a:gd name="T17" fmla="*/ 26 h 154"/>
                <a:gd name="T18" fmla="*/ 106 w 154"/>
                <a:gd name="T19" fmla="*/ 35 h 154"/>
                <a:gd name="T20" fmla="*/ 120 w 154"/>
                <a:gd name="T21" fmla="*/ 49 h 154"/>
                <a:gd name="T22" fmla="*/ 128 w 154"/>
                <a:gd name="T23" fmla="*/ 67 h 154"/>
                <a:gd name="T24" fmla="*/ 128 w 154"/>
                <a:gd name="T25" fmla="*/ 88 h 154"/>
                <a:gd name="T26" fmla="*/ 120 w 154"/>
                <a:gd name="T27" fmla="*/ 107 h 154"/>
                <a:gd name="T28" fmla="*/ 106 w 154"/>
                <a:gd name="T29" fmla="*/ 119 h 154"/>
                <a:gd name="T30" fmla="*/ 87 w 154"/>
                <a:gd name="T31" fmla="*/ 128 h 154"/>
                <a:gd name="T32" fmla="*/ 78 w 154"/>
                <a:gd name="T33" fmla="*/ 0 h 154"/>
                <a:gd name="T34" fmla="*/ 62 w 154"/>
                <a:gd name="T35" fmla="*/ 1 h 154"/>
                <a:gd name="T36" fmla="*/ 48 w 154"/>
                <a:gd name="T37" fmla="*/ 6 h 154"/>
                <a:gd name="T38" fmla="*/ 35 w 154"/>
                <a:gd name="T39" fmla="*/ 13 h 154"/>
                <a:gd name="T40" fmla="*/ 23 w 154"/>
                <a:gd name="T41" fmla="*/ 23 h 154"/>
                <a:gd name="T42" fmla="*/ 13 w 154"/>
                <a:gd name="T43" fmla="*/ 34 h 154"/>
                <a:gd name="T44" fmla="*/ 7 w 154"/>
                <a:gd name="T45" fmla="*/ 48 h 154"/>
                <a:gd name="T46" fmla="*/ 1 w 154"/>
                <a:gd name="T47" fmla="*/ 62 h 154"/>
                <a:gd name="T48" fmla="*/ 0 w 154"/>
                <a:gd name="T49" fmla="*/ 78 h 154"/>
                <a:gd name="T50" fmla="*/ 1 w 154"/>
                <a:gd name="T51" fmla="*/ 93 h 154"/>
                <a:gd name="T52" fmla="*/ 7 w 154"/>
                <a:gd name="T53" fmla="*/ 108 h 154"/>
                <a:gd name="T54" fmla="*/ 13 w 154"/>
                <a:gd name="T55" fmla="*/ 121 h 154"/>
                <a:gd name="T56" fmla="*/ 23 w 154"/>
                <a:gd name="T57" fmla="*/ 131 h 154"/>
                <a:gd name="T58" fmla="*/ 35 w 154"/>
                <a:gd name="T59" fmla="*/ 141 h 154"/>
                <a:gd name="T60" fmla="*/ 48 w 154"/>
                <a:gd name="T61" fmla="*/ 148 h 154"/>
                <a:gd name="T62" fmla="*/ 62 w 154"/>
                <a:gd name="T63" fmla="*/ 153 h 154"/>
                <a:gd name="T64" fmla="*/ 78 w 154"/>
                <a:gd name="T65" fmla="*/ 154 h 154"/>
                <a:gd name="T66" fmla="*/ 93 w 154"/>
                <a:gd name="T67" fmla="*/ 153 h 154"/>
                <a:gd name="T68" fmla="*/ 108 w 154"/>
                <a:gd name="T69" fmla="*/ 148 h 154"/>
                <a:gd name="T70" fmla="*/ 121 w 154"/>
                <a:gd name="T71" fmla="*/ 141 h 154"/>
                <a:gd name="T72" fmla="*/ 131 w 154"/>
                <a:gd name="T73" fmla="*/ 131 h 154"/>
                <a:gd name="T74" fmla="*/ 141 w 154"/>
                <a:gd name="T75" fmla="*/ 121 h 154"/>
                <a:gd name="T76" fmla="*/ 149 w 154"/>
                <a:gd name="T77" fmla="*/ 108 h 154"/>
                <a:gd name="T78" fmla="*/ 153 w 154"/>
                <a:gd name="T79" fmla="*/ 93 h 154"/>
                <a:gd name="T80" fmla="*/ 154 w 154"/>
                <a:gd name="T81" fmla="*/ 78 h 154"/>
                <a:gd name="T82" fmla="*/ 153 w 154"/>
                <a:gd name="T83" fmla="*/ 62 h 154"/>
                <a:gd name="T84" fmla="*/ 149 w 154"/>
                <a:gd name="T85" fmla="*/ 48 h 154"/>
                <a:gd name="T86" fmla="*/ 141 w 154"/>
                <a:gd name="T87" fmla="*/ 34 h 154"/>
                <a:gd name="T88" fmla="*/ 131 w 154"/>
                <a:gd name="T89" fmla="*/ 23 h 154"/>
                <a:gd name="T90" fmla="*/ 121 w 154"/>
                <a:gd name="T91" fmla="*/ 13 h 154"/>
                <a:gd name="T92" fmla="*/ 108 w 154"/>
                <a:gd name="T93" fmla="*/ 6 h 154"/>
                <a:gd name="T94" fmla="*/ 93 w 154"/>
                <a:gd name="T95" fmla="*/ 1 h 154"/>
                <a:gd name="T96" fmla="*/ 78 w 154"/>
                <a:gd name="T9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54">
                  <a:moveTo>
                    <a:pt x="78" y="128"/>
                  </a:moveTo>
                  <a:lnTo>
                    <a:pt x="67" y="128"/>
                  </a:lnTo>
                  <a:lnTo>
                    <a:pt x="57" y="125"/>
                  </a:lnTo>
                  <a:lnTo>
                    <a:pt x="49" y="119"/>
                  </a:lnTo>
                  <a:lnTo>
                    <a:pt x="41" y="114"/>
                  </a:lnTo>
                  <a:lnTo>
                    <a:pt x="35" y="107"/>
                  </a:lnTo>
                  <a:lnTo>
                    <a:pt x="29" y="97"/>
                  </a:lnTo>
                  <a:lnTo>
                    <a:pt x="27" y="88"/>
                  </a:lnTo>
                  <a:lnTo>
                    <a:pt x="26" y="78"/>
                  </a:lnTo>
                  <a:lnTo>
                    <a:pt x="27" y="67"/>
                  </a:lnTo>
                  <a:lnTo>
                    <a:pt x="29" y="57"/>
                  </a:lnTo>
                  <a:lnTo>
                    <a:pt x="35" y="49"/>
                  </a:lnTo>
                  <a:lnTo>
                    <a:pt x="41" y="41"/>
                  </a:lnTo>
                  <a:lnTo>
                    <a:pt x="49" y="35"/>
                  </a:lnTo>
                  <a:lnTo>
                    <a:pt x="57" y="29"/>
                  </a:lnTo>
                  <a:lnTo>
                    <a:pt x="67" y="26"/>
                  </a:lnTo>
                  <a:lnTo>
                    <a:pt x="78" y="25"/>
                  </a:lnTo>
                  <a:lnTo>
                    <a:pt x="87" y="26"/>
                  </a:lnTo>
                  <a:lnTo>
                    <a:pt x="97" y="29"/>
                  </a:lnTo>
                  <a:lnTo>
                    <a:pt x="106" y="35"/>
                  </a:lnTo>
                  <a:lnTo>
                    <a:pt x="114" y="41"/>
                  </a:lnTo>
                  <a:lnTo>
                    <a:pt x="120" y="49"/>
                  </a:lnTo>
                  <a:lnTo>
                    <a:pt x="125" y="57"/>
                  </a:lnTo>
                  <a:lnTo>
                    <a:pt x="128" y="67"/>
                  </a:lnTo>
                  <a:lnTo>
                    <a:pt x="129" y="78"/>
                  </a:lnTo>
                  <a:lnTo>
                    <a:pt x="128" y="88"/>
                  </a:lnTo>
                  <a:lnTo>
                    <a:pt x="125" y="97"/>
                  </a:lnTo>
                  <a:lnTo>
                    <a:pt x="120" y="107"/>
                  </a:lnTo>
                  <a:lnTo>
                    <a:pt x="114" y="114"/>
                  </a:lnTo>
                  <a:lnTo>
                    <a:pt x="106" y="119"/>
                  </a:lnTo>
                  <a:lnTo>
                    <a:pt x="97" y="125"/>
                  </a:lnTo>
                  <a:lnTo>
                    <a:pt x="87" y="128"/>
                  </a:lnTo>
                  <a:lnTo>
                    <a:pt x="78" y="128"/>
                  </a:lnTo>
                  <a:close/>
                  <a:moveTo>
                    <a:pt x="78" y="0"/>
                  </a:moveTo>
                  <a:lnTo>
                    <a:pt x="69" y="0"/>
                  </a:lnTo>
                  <a:lnTo>
                    <a:pt x="62" y="1"/>
                  </a:lnTo>
                  <a:lnTo>
                    <a:pt x="54" y="4"/>
                  </a:lnTo>
                  <a:lnTo>
                    <a:pt x="48" y="6"/>
                  </a:lnTo>
                  <a:lnTo>
                    <a:pt x="41" y="9"/>
                  </a:lnTo>
                  <a:lnTo>
                    <a:pt x="35" y="13"/>
                  </a:lnTo>
                  <a:lnTo>
                    <a:pt x="28" y="17"/>
                  </a:lnTo>
                  <a:lnTo>
                    <a:pt x="23" y="23"/>
                  </a:lnTo>
                  <a:lnTo>
                    <a:pt x="18" y="28"/>
                  </a:lnTo>
                  <a:lnTo>
                    <a:pt x="13" y="34"/>
                  </a:lnTo>
                  <a:lnTo>
                    <a:pt x="10" y="40"/>
                  </a:lnTo>
                  <a:lnTo>
                    <a:pt x="7" y="48"/>
                  </a:lnTo>
                  <a:lnTo>
                    <a:pt x="4" y="54"/>
                  </a:lnTo>
                  <a:lnTo>
                    <a:pt x="1" y="62"/>
                  </a:lnTo>
                  <a:lnTo>
                    <a:pt x="0" y="70"/>
                  </a:lnTo>
                  <a:lnTo>
                    <a:pt x="0" y="78"/>
                  </a:lnTo>
                  <a:lnTo>
                    <a:pt x="0" y="85"/>
                  </a:lnTo>
                  <a:lnTo>
                    <a:pt x="1" y="93"/>
                  </a:lnTo>
                  <a:lnTo>
                    <a:pt x="4" y="100"/>
                  </a:lnTo>
                  <a:lnTo>
                    <a:pt x="7" y="108"/>
                  </a:lnTo>
                  <a:lnTo>
                    <a:pt x="10" y="114"/>
                  </a:lnTo>
                  <a:lnTo>
                    <a:pt x="13" y="121"/>
                  </a:lnTo>
                  <a:lnTo>
                    <a:pt x="18" y="126"/>
                  </a:lnTo>
                  <a:lnTo>
                    <a:pt x="23" y="131"/>
                  </a:lnTo>
                  <a:lnTo>
                    <a:pt x="28" y="137"/>
                  </a:lnTo>
                  <a:lnTo>
                    <a:pt x="35" y="141"/>
                  </a:lnTo>
                  <a:lnTo>
                    <a:pt x="41" y="145"/>
                  </a:lnTo>
                  <a:lnTo>
                    <a:pt x="48" y="148"/>
                  </a:lnTo>
                  <a:lnTo>
                    <a:pt x="54" y="151"/>
                  </a:lnTo>
                  <a:lnTo>
                    <a:pt x="62" y="153"/>
                  </a:lnTo>
                  <a:lnTo>
                    <a:pt x="69" y="154"/>
                  </a:lnTo>
                  <a:lnTo>
                    <a:pt x="78" y="154"/>
                  </a:lnTo>
                  <a:lnTo>
                    <a:pt x="85" y="154"/>
                  </a:lnTo>
                  <a:lnTo>
                    <a:pt x="93" y="153"/>
                  </a:lnTo>
                  <a:lnTo>
                    <a:pt x="100" y="151"/>
                  </a:lnTo>
                  <a:lnTo>
                    <a:pt x="108" y="148"/>
                  </a:lnTo>
                  <a:lnTo>
                    <a:pt x="114" y="145"/>
                  </a:lnTo>
                  <a:lnTo>
                    <a:pt x="121" y="141"/>
                  </a:lnTo>
                  <a:lnTo>
                    <a:pt x="126" y="137"/>
                  </a:lnTo>
                  <a:lnTo>
                    <a:pt x="131" y="131"/>
                  </a:lnTo>
                  <a:lnTo>
                    <a:pt x="137" y="126"/>
                  </a:lnTo>
                  <a:lnTo>
                    <a:pt x="141" y="121"/>
                  </a:lnTo>
                  <a:lnTo>
                    <a:pt x="145" y="114"/>
                  </a:lnTo>
                  <a:lnTo>
                    <a:pt x="149" y="108"/>
                  </a:lnTo>
                  <a:lnTo>
                    <a:pt x="151" y="100"/>
                  </a:lnTo>
                  <a:lnTo>
                    <a:pt x="153" y="93"/>
                  </a:lnTo>
                  <a:lnTo>
                    <a:pt x="154" y="85"/>
                  </a:lnTo>
                  <a:lnTo>
                    <a:pt x="154" y="78"/>
                  </a:lnTo>
                  <a:lnTo>
                    <a:pt x="154" y="70"/>
                  </a:lnTo>
                  <a:lnTo>
                    <a:pt x="153" y="62"/>
                  </a:lnTo>
                  <a:lnTo>
                    <a:pt x="151" y="54"/>
                  </a:lnTo>
                  <a:lnTo>
                    <a:pt x="149" y="48"/>
                  </a:lnTo>
                  <a:lnTo>
                    <a:pt x="145" y="40"/>
                  </a:lnTo>
                  <a:lnTo>
                    <a:pt x="141" y="34"/>
                  </a:lnTo>
                  <a:lnTo>
                    <a:pt x="137" y="28"/>
                  </a:lnTo>
                  <a:lnTo>
                    <a:pt x="131" y="23"/>
                  </a:lnTo>
                  <a:lnTo>
                    <a:pt x="126" y="17"/>
                  </a:lnTo>
                  <a:lnTo>
                    <a:pt x="121" y="13"/>
                  </a:lnTo>
                  <a:lnTo>
                    <a:pt x="114" y="9"/>
                  </a:lnTo>
                  <a:lnTo>
                    <a:pt x="108" y="6"/>
                  </a:lnTo>
                  <a:lnTo>
                    <a:pt x="100" y="4"/>
                  </a:lnTo>
                  <a:lnTo>
                    <a:pt x="93" y="1"/>
                  </a:lnTo>
                  <a:lnTo>
                    <a:pt x="85" y="0"/>
                  </a:lnTo>
                  <a:lnTo>
                    <a:pt x="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28" name="Freeform 59">
              <a:extLst>
                <a:ext uri="{FF2B5EF4-FFF2-40B4-BE49-F238E27FC236}">
                  <a16:creationId xmlns:a16="http://schemas.microsoft.com/office/drawing/2014/main" id="{4E2C2A39-4A19-40D9-B958-7CE4F5E0F7B2}"/>
                </a:ext>
              </a:extLst>
            </p:cNvPr>
            <p:cNvSpPr>
              <a:spLocks noEditPoints="1"/>
            </p:cNvSpPr>
            <p:nvPr/>
          </p:nvSpPr>
          <p:spPr bwMode="auto">
            <a:xfrm>
              <a:off x="946151" y="3371851"/>
              <a:ext cx="173038" cy="171450"/>
            </a:xfrm>
            <a:custGeom>
              <a:avLst/>
              <a:gdLst>
                <a:gd name="T0" fmla="*/ 362 w 435"/>
                <a:gd name="T1" fmla="*/ 176 h 434"/>
                <a:gd name="T2" fmla="*/ 364 w 435"/>
                <a:gd name="T3" fmla="*/ 229 h 434"/>
                <a:gd name="T4" fmla="*/ 365 w 435"/>
                <a:gd name="T5" fmla="*/ 256 h 434"/>
                <a:gd name="T6" fmla="*/ 334 w 435"/>
                <a:gd name="T7" fmla="*/ 319 h 434"/>
                <a:gd name="T8" fmla="*/ 319 w 435"/>
                <a:gd name="T9" fmla="*/ 321 h 434"/>
                <a:gd name="T10" fmla="*/ 264 w 435"/>
                <a:gd name="T11" fmla="*/ 354 h 434"/>
                <a:gd name="T12" fmla="*/ 256 w 435"/>
                <a:gd name="T13" fmla="*/ 365 h 434"/>
                <a:gd name="T14" fmla="*/ 185 w 435"/>
                <a:gd name="T15" fmla="*/ 362 h 434"/>
                <a:gd name="T16" fmla="*/ 166 w 435"/>
                <a:gd name="T17" fmla="*/ 350 h 434"/>
                <a:gd name="T18" fmla="*/ 132 w 435"/>
                <a:gd name="T19" fmla="*/ 332 h 434"/>
                <a:gd name="T20" fmla="*/ 108 w 435"/>
                <a:gd name="T21" fmla="*/ 318 h 434"/>
                <a:gd name="T22" fmla="*/ 67 w 435"/>
                <a:gd name="T23" fmla="*/ 259 h 434"/>
                <a:gd name="T24" fmla="*/ 73 w 435"/>
                <a:gd name="T25" fmla="*/ 245 h 434"/>
                <a:gd name="T26" fmla="*/ 73 w 435"/>
                <a:gd name="T27" fmla="*/ 180 h 434"/>
                <a:gd name="T28" fmla="*/ 67 w 435"/>
                <a:gd name="T29" fmla="*/ 166 h 434"/>
                <a:gd name="T30" fmla="*/ 108 w 435"/>
                <a:gd name="T31" fmla="*/ 106 h 434"/>
                <a:gd name="T32" fmla="*/ 132 w 435"/>
                <a:gd name="T33" fmla="*/ 92 h 434"/>
                <a:gd name="T34" fmla="*/ 166 w 435"/>
                <a:gd name="T35" fmla="*/ 74 h 434"/>
                <a:gd name="T36" fmla="*/ 185 w 435"/>
                <a:gd name="T37" fmla="*/ 63 h 434"/>
                <a:gd name="T38" fmla="*/ 256 w 435"/>
                <a:gd name="T39" fmla="*/ 60 h 434"/>
                <a:gd name="T40" fmla="*/ 264 w 435"/>
                <a:gd name="T41" fmla="*/ 71 h 434"/>
                <a:gd name="T42" fmla="*/ 319 w 435"/>
                <a:gd name="T43" fmla="*/ 103 h 434"/>
                <a:gd name="T44" fmla="*/ 334 w 435"/>
                <a:gd name="T45" fmla="*/ 105 h 434"/>
                <a:gd name="T46" fmla="*/ 435 w 435"/>
                <a:gd name="T47" fmla="*/ 153 h 434"/>
                <a:gd name="T48" fmla="*/ 383 w 435"/>
                <a:gd name="T49" fmla="*/ 58 h 434"/>
                <a:gd name="T50" fmla="*/ 375 w 435"/>
                <a:gd name="T51" fmla="*/ 54 h 434"/>
                <a:gd name="T52" fmla="*/ 328 w 435"/>
                <a:gd name="T53" fmla="*/ 78 h 434"/>
                <a:gd name="T54" fmla="*/ 282 w 435"/>
                <a:gd name="T55" fmla="*/ 51 h 434"/>
                <a:gd name="T56" fmla="*/ 275 w 435"/>
                <a:gd name="T57" fmla="*/ 1 h 434"/>
                <a:gd name="T58" fmla="*/ 164 w 435"/>
                <a:gd name="T59" fmla="*/ 4 h 434"/>
                <a:gd name="T60" fmla="*/ 151 w 435"/>
                <a:gd name="T61" fmla="*/ 52 h 434"/>
                <a:gd name="T62" fmla="*/ 119 w 435"/>
                <a:gd name="T63" fmla="*/ 70 h 434"/>
                <a:gd name="T64" fmla="*/ 58 w 435"/>
                <a:gd name="T65" fmla="*/ 54 h 434"/>
                <a:gd name="T66" fmla="*/ 0 w 435"/>
                <a:gd name="T67" fmla="*/ 148 h 434"/>
                <a:gd name="T68" fmla="*/ 4 w 435"/>
                <a:gd name="T69" fmla="*/ 159 h 434"/>
                <a:gd name="T70" fmla="*/ 44 w 435"/>
                <a:gd name="T71" fmla="*/ 213 h 434"/>
                <a:gd name="T72" fmla="*/ 2 w 435"/>
                <a:gd name="T73" fmla="*/ 267 h 434"/>
                <a:gd name="T74" fmla="*/ 49 w 435"/>
                <a:gd name="T75" fmla="*/ 365 h 434"/>
                <a:gd name="T76" fmla="*/ 66 w 435"/>
                <a:gd name="T77" fmla="*/ 369 h 434"/>
                <a:gd name="T78" fmla="*/ 137 w 435"/>
                <a:gd name="T79" fmla="*/ 366 h 434"/>
                <a:gd name="T80" fmla="*/ 160 w 435"/>
                <a:gd name="T81" fmla="*/ 421 h 434"/>
                <a:gd name="T82" fmla="*/ 173 w 435"/>
                <a:gd name="T83" fmla="*/ 434 h 434"/>
                <a:gd name="T84" fmla="*/ 281 w 435"/>
                <a:gd name="T85" fmla="*/ 426 h 434"/>
                <a:gd name="T86" fmla="*/ 308 w 435"/>
                <a:gd name="T87" fmla="*/ 360 h 434"/>
                <a:gd name="T88" fmla="*/ 369 w 435"/>
                <a:gd name="T89" fmla="*/ 371 h 434"/>
                <a:gd name="T90" fmla="*/ 380 w 435"/>
                <a:gd name="T91" fmla="*/ 371 h 434"/>
                <a:gd name="T92" fmla="*/ 434 w 435"/>
                <a:gd name="T93" fmla="*/ 281 h 434"/>
                <a:gd name="T94" fmla="*/ 428 w 435"/>
                <a:gd name="T95" fmla="*/ 263 h 434"/>
                <a:gd name="T96" fmla="*/ 390 w 435"/>
                <a:gd name="T97" fmla="*/ 199 h 434"/>
                <a:gd name="T98" fmla="*/ 433 w 435"/>
                <a:gd name="T99" fmla="*/ 158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5" h="434">
                  <a:moveTo>
                    <a:pt x="368" y="166"/>
                  </a:moveTo>
                  <a:lnTo>
                    <a:pt x="365" y="169"/>
                  </a:lnTo>
                  <a:lnTo>
                    <a:pt x="363" y="172"/>
                  </a:lnTo>
                  <a:lnTo>
                    <a:pt x="362" y="176"/>
                  </a:lnTo>
                  <a:lnTo>
                    <a:pt x="362" y="180"/>
                  </a:lnTo>
                  <a:lnTo>
                    <a:pt x="364" y="197"/>
                  </a:lnTo>
                  <a:lnTo>
                    <a:pt x="365" y="213"/>
                  </a:lnTo>
                  <a:lnTo>
                    <a:pt x="364" y="229"/>
                  </a:lnTo>
                  <a:lnTo>
                    <a:pt x="362" y="245"/>
                  </a:lnTo>
                  <a:lnTo>
                    <a:pt x="362" y="248"/>
                  </a:lnTo>
                  <a:lnTo>
                    <a:pt x="363" y="252"/>
                  </a:lnTo>
                  <a:lnTo>
                    <a:pt x="365" y="256"/>
                  </a:lnTo>
                  <a:lnTo>
                    <a:pt x="368" y="259"/>
                  </a:lnTo>
                  <a:lnTo>
                    <a:pt x="405" y="280"/>
                  </a:lnTo>
                  <a:lnTo>
                    <a:pt x="369" y="342"/>
                  </a:lnTo>
                  <a:lnTo>
                    <a:pt x="334" y="319"/>
                  </a:lnTo>
                  <a:lnTo>
                    <a:pt x="331" y="318"/>
                  </a:lnTo>
                  <a:lnTo>
                    <a:pt x="326" y="318"/>
                  </a:lnTo>
                  <a:lnTo>
                    <a:pt x="323" y="319"/>
                  </a:lnTo>
                  <a:lnTo>
                    <a:pt x="319" y="321"/>
                  </a:lnTo>
                  <a:lnTo>
                    <a:pt x="309" y="330"/>
                  </a:lnTo>
                  <a:lnTo>
                    <a:pt x="296" y="337"/>
                  </a:lnTo>
                  <a:lnTo>
                    <a:pt x="281" y="346"/>
                  </a:lnTo>
                  <a:lnTo>
                    <a:pt x="264" y="354"/>
                  </a:lnTo>
                  <a:lnTo>
                    <a:pt x="261" y="357"/>
                  </a:lnTo>
                  <a:lnTo>
                    <a:pt x="259" y="359"/>
                  </a:lnTo>
                  <a:lnTo>
                    <a:pt x="258" y="362"/>
                  </a:lnTo>
                  <a:lnTo>
                    <a:pt x="256" y="365"/>
                  </a:lnTo>
                  <a:lnTo>
                    <a:pt x="256" y="409"/>
                  </a:lnTo>
                  <a:lnTo>
                    <a:pt x="186" y="409"/>
                  </a:lnTo>
                  <a:lnTo>
                    <a:pt x="186" y="365"/>
                  </a:lnTo>
                  <a:lnTo>
                    <a:pt x="185" y="362"/>
                  </a:lnTo>
                  <a:lnTo>
                    <a:pt x="183" y="358"/>
                  </a:lnTo>
                  <a:lnTo>
                    <a:pt x="180" y="354"/>
                  </a:lnTo>
                  <a:lnTo>
                    <a:pt x="176" y="352"/>
                  </a:lnTo>
                  <a:lnTo>
                    <a:pt x="166" y="350"/>
                  </a:lnTo>
                  <a:lnTo>
                    <a:pt x="158" y="347"/>
                  </a:lnTo>
                  <a:lnTo>
                    <a:pt x="150" y="344"/>
                  </a:lnTo>
                  <a:lnTo>
                    <a:pt x="144" y="340"/>
                  </a:lnTo>
                  <a:lnTo>
                    <a:pt x="132" y="332"/>
                  </a:lnTo>
                  <a:lnTo>
                    <a:pt x="119" y="321"/>
                  </a:lnTo>
                  <a:lnTo>
                    <a:pt x="116" y="319"/>
                  </a:lnTo>
                  <a:lnTo>
                    <a:pt x="113" y="318"/>
                  </a:lnTo>
                  <a:lnTo>
                    <a:pt x="108" y="318"/>
                  </a:lnTo>
                  <a:lnTo>
                    <a:pt x="105" y="319"/>
                  </a:lnTo>
                  <a:lnTo>
                    <a:pt x="65" y="342"/>
                  </a:lnTo>
                  <a:lnTo>
                    <a:pt x="30" y="280"/>
                  </a:lnTo>
                  <a:lnTo>
                    <a:pt x="67" y="259"/>
                  </a:lnTo>
                  <a:lnTo>
                    <a:pt x="71" y="256"/>
                  </a:lnTo>
                  <a:lnTo>
                    <a:pt x="73" y="252"/>
                  </a:lnTo>
                  <a:lnTo>
                    <a:pt x="74" y="248"/>
                  </a:lnTo>
                  <a:lnTo>
                    <a:pt x="73" y="245"/>
                  </a:lnTo>
                  <a:lnTo>
                    <a:pt x="71" y="229"/>
                  </a:lnTo>
                  <a:lnTo>
                    <a:pt x="70" y="213"/>
                  </a:lnTo>
                  <a:lnTo>
                    <a:pt x="71" y="197"/>
                  </a:lnTo>
                  <a:lnTo>
                    <a:pt x="73" y="180"/>
                  </a:lnTo>
                  <a:lnTo>
                    <a:pt x="74" y="176"/>
                  </a:lnTo>
                  <a:lnTo>
                    <a:pt x="73" y="172"/>
                  </a:lnTo>
                  <a:lnTo>
                    <a:pt x="71" y="169"/>
                  </a:lnTo>
                  <a:lnTo>
                    <a:pt x="67" y="166"/>
                  </a:lnTo>
                  <a:lnTo>
                    <a:pt x="30" y="145"/>
                  </a:lnTo>
                  <a:lnTo>
                    <a:pt x="66" y="84"/>
                  </a:lnTo>
                  <a:lnTo>
                    <a:pt x="105" y="105"/>
                  </a:lnTo>
                  <a:lnTo>
                    <a:pt x="108" y="106"/>
                  </a:lnTo>
                  <a:lnTo>
                    <a:pt x="113" y="106"/>
                  </a:lnTo>
                  <a:lnTo>
                    <a:pt x="117" y="105"/>
                  </a:lnTo>
                  <a:lnTo>
                    <a:pt x="120" y="103"/>
                  </a:lnTo>
                  <a:lnTo>
                    <a:pt x="132" y="92"/>
                  </a:lnTo>
                  <a:lnTo>
                    <a:pt x="144" y="84"/>
                  </a:lnTo>
                  <a:lnTo>
                    <a:pt x="150" y="80"/>
                  </a:lnTo>
                  <a:lnTo>
                    <a:pt x="158" y="76"/>
                  </a:lnTo>
                  <a:lnTo>
                    <a:pt x="166" y="74"/>
                  </a:lnTo>
                  <a:lnTo>
                    <a:pt x="176" y="71"/>
                  </a:lnTo>
                  <a:lnTo>
                    <a:pt x="180" y="70"/>
                  </a:lnTo>
                  <a:lnTo>
                    <a:pt x="183" y="67"/>
                  </a:lnTo>
                  <a:lnTo>
                    <a:pt x="185" y="63"/>
                  </a:lnTo>
                  <a:lnTo>
                    <a:pt x="186" y="60"/>
                  </a:lnTo>
                  <a:lnTo>
                    <a:pt x="186" y="26"/>
                  </a:lnTo>
                  <a:lnTo>
                    <a:pt x="256" y="26"/>
                  </a:lnTo>
                  <a:lnTo>
                    <a:pt x="256" y="60"/>
                  </a:lnTo>
                  <a:lnTo>
                    <a:pt x="258" y="63"/>
                  </a:lnTo>
                  <a:lnTo>
                    <a:pt x="259" y="67"/>
                  </a:lnTo>
                  <a:lnTo>
                    <a:pt x="261" y="69"/>
                  </a:lnTo>
                  <a:lnTo>
                    <a:pt x="264" y="71"/>
                  </a:lnTo>
                  <a:lnTo>
                    <a:pt x="281" y="80"/>
                  </a:lnTo>
                  <a:lnTo>
                    <a:pt x="296" y="87"/>
                  </a:lnTo>
                  <a:lnTo>
                    <a:pt x="309" y="96"/>
                  </a:lnTo>
                  <a:lnTo>
                    <a:pt x="319" y="103"/>
                  </a:lnTo>
                  <a:lnTo>
                    <a:pt x="322" y="105"/>
                  </a:lnTo>
                  <a:lnTo>
                    <a:pt x="326" y="106"/>
                  </a:lnTo>
                  <a:lnTo>
                    <a:pt x="331" y="106"/>
                  </a:lnTo>
                  <a:lnTo>
                    <a:pt x="334" y="105"/>
                  </a:lnTo>
                  <a:lnTo>
                    <a:pt x="369" y="84"/>
                  </a:lnTo>
                  <a:lnTo>
                    <a:pt x="405" y="145"/>
                  </a:lnTo>
                  <a:lnTo>
                    <a:pt x="368" y="166"/>
                  </a:lnTo>
                  <a:close/>
                  <a:moveTo>
                    <a:pt x="435" y="153"/>
                  </a:moveTo>
                  <a:lnTo>
                    <a:pt x="435" y="148"/>
                  </a:lnTo>
                  <a:lnTo>
                    <a:pt x="434" y="144"/>
                  </a:lnTo>
                  <a:lnTo>
                    <a:pt x="385" y="60"/>
                  </a:lnTo>
                  <a:lnTo>
                    <a:pt x="383" y="58"/>
                  </a:lnTo>
                  <a:lnTo>
                    <a:pt x="382" y="56"/>
                  </a:lnTo>
                  <a:lnTo>
                    <a:pt x="380" y="55"/>
                  </a:lnTo>
                  <a:lnTo>
                    <a:pt x="377" y="55"/>
                  </a:lnTo>
                  <a:lnTo>
                    <a:pt x="375" y="54"/>
                  </a:lnTo>
                  <a:lnTo>
                    <a:pt x="372" y="54"/>
                  </a:lnTo>
                  <a:lnTo>
                    <a:pt x="370" y="55"/>
                  </a:lnTo>
                  <a:lnTo>
                    <a:pt x="367" y="56"/>
                  </a:lnTo>
                  <a:lnTo>
                    <a:pt x="328" y="78"/>
                  </a:lnTo>
                  <a:lnTo>
                    <a:pt x="320" y="71"/>
                  </a:lnTo>
                  <a:lnTo>
                    <a:pt x="308" y="64"/>
                  </a:lnTo>
                  <a:lnTo>
                    <a:pt x="296" y="58"/>
                  </a:lnTo>
                  <a:lnTo>
                    <a:pt x="282" y="51"/>
                  </a:lnTo>
                  <a:lnTo>
                    <a:pt x="282" y="13"/>
                  </a:lnTo>
                  <a:lnTo>
                    <a:pt x="281" y="8"/>
                  </a:lnTo>
                  <a:lnTo>
                    <a:pt x="278" y="4"/>
                  </a:lnTo>
                  <a:lnTo>
                    <a:pt x="275" y="1"/>
                  </a:lnTo>
                  <a:lnTo>
                    <a:pt x="269" y="0"/>
                  </a:lnTo>
                  <a:lnTo>
                    <a:pt x="173" y="0"/>
                  </a:lnTo>
                  <a:lnTo>
                    <a:pt x="168" y="1"/>
                  </a:lnTo>
                  <a:lnTo>
                    <a:pt x="164" y="4"/>
                  </a:lnTo>
                  <a:lnTo>
                    <a:pt x="161" y="8"/>
                  </a:lnTo>
                  <a:lnTo>
                    <a:pt x="160" y="13"/>
                  </a:lnTo>
                  <a:lnTo>
                    <a:pt x="160" y="49"/>
                  </a:lnTo>
                  <a:lnTo>
                    <a:pt x="151" y="52"/>
                  </a:lnTo>
                  <a:lnTo>
                    <a:pt x="144" y="55"/>
                  </a:lnTo>
                  <a:lnTo>
                    <a:pt x="137" y="58"/>
                  </a:lnTo>
                  <a:lnTo>
                    <a:pt x="131" y="62"/>
                  </a:lnTo>
                  <a:lnTo>
                    <a:pt x="119" y="70"/>
                  </a:lnTo>
                  <a:lnTo>
                    <a:pt x="109" y="78"/>
                  </a:lnTo>
                  <a:lnTo>
                    <a:pt x="67" y="55"/>
                  </a:lnTo>
                  <a:lnTo>
                    <a:pt x="63" y="54"/>
                  </a:lnTo>
                  <a:lnTo>
                    <a:pt x="58" y="54"/>
                  </a:lnTo>
                  <a:lnTo>
                    <a:pt x="54" y="56"/>
                  </a:lnTo>
                  <a:lnTo>
                    <a:pt x="50" y="60"/>
                  </a:lnTo>
                  <a:lnTo>
                    <a:pt x="2" y="144"/>
                  </a:lnTo>
                  <a:lnTo>
                    <a:pt x="0" y="148"/>
                  </a:lnTo>
                  <a:lnTo>
                    <a:pt x="1" y="153"/>
                  </a:lnTo>
                  <a:lnTo>
                    <a:pt x="2" y="156"/>
                  </a:lnTo>
                  <a:lnTo>
                    <a:pt x="3" y="158"/>
                  </a:lnTo>
                  <a:lnTo>
                    <a:pt x="4" y="159"/>
                  </a:lnTo>
                  <a:lnTo>
                    <a:pt x="6" y="160"/>
                  </a:lnTo>
                  <a:lnTo>
                    <a:pt x="47" y="185"/>
                  </a:lnTo>
                  <a:lnTo>
                    <a:pt x="45" y="199"/>
                  </a:lnTo>
                  <a:lnTo>
                    <a:pt x="44" y="213"/>
                  </a:lnTo>
                  <a:lnTo>
                    <a:pt x="45" y="227"/>
                  </a:lnTo>
                  <a:lnTo>
                    <a:pt x="47" y="241"/>
                  </a:lnTo>
                  <a:lnTo>
                    <a:pt x="6" y="263"/>
                  </a:lnTo>
                  <a:lnTo>
                    <a:pt x="2" y="267"/>
                  </a:lnTo>
                  <a:lnTo>
                    <a:pt x="0" y="273"/>
                  </a:lnTo>
                  <a:lnTo>
                    <a:pt x="0" y="277"/>
                  </a:lnTo>
                  <a:lnTo>
                    <a:pt x="2" y="281"/>
                  </a:lnTo>
                  <a:lnTo>
                    <a:pt x="49" y="365"/>
                  </a:lnTo>
                  <a:lnTo>
                    <a:pt x="52" y="368"/>
                  </a:lnTo>
                  <a:lnTo>
                    <a:pt x="57" y="371"/>
                  </a:lnTo>
                  <a:lnTo>
                    <a:pt x="62" y="371"/>
                  </a:lnTo>
                  <a:lnTo>
                    <a:pt x="66" y="369"/>
                  </a:lnTo>
                  <a:lnTo>
                    <a:pt x="109" y="346"/>
                  </a:lnTo>
                  <a:lnTo>
                    <a:pt x="119" y="354"/>
                  </a:lnTo>
                  <a:lnTo>
                    <a:pt x="131" y="363"/>
                  </a:lnTo>
                  <a:lnTo>
                    <a:pt x="137" y="366"/>
                  </a:lnTo>
                  <a:lnTo>
                    <a:pt x="144" y="369"/>
                  </a:lnTo>
                  <a:lnTo>
                    <a:pt x="151" y="373"/>
                  </a:lnTo>
                  <a:lnTo>
                    <a:pt x="160" y="376"/>
                  </a:lnTo>
                  <a:lnTo>
                    <a:pt x="160" y="421"/>
                  </a:lnTo>
                  <a:lnTo>
                    <a:pt x="161" y="426"/>
                  </a:lnTo>
                  <a:lnTo>
                    <a:pt x="164" y="431"/>
                  </a:lnTo>
                  <a:lnTo>
                    <a:pt x="168" y="433"/>
                  </a:lnTo>
                  <a:lnTo>
                    <a:pt x="173" y="434"/>
                  </a:lnTo>
                  <a:lnTo>
                    <a:pt x="269" y="434"/>
                  </a:lnTo>
                  <a:lnTo>
                    <a:pt x="275" y="433"/>
                  </a:lnTo>
                  <a:lnTo>
                    <a:pt x="278" y="431"/>
                  </a:lnTo>
                  <a:lnTo>
                    <a:pt x="281" y="426"/>
                  </a:lnTo>
                  <a:lnTo>
                    <a:pt x="282" y="421"/>
                  </a:lnTo>
                  <a:lnTo>
                    <a:pt x="282" y="374"/>
                  </a:lnTo>
                  <a:lnTo>
                    <a:pt x="296" y="367"/>
                  </a:lnTo>
                  <a:lnTo>
                    <a:pt x="308" y="360"/>
                  </a:lnTo>
                  <a:lnTo>
                    <a:pt x="320" y="353"/>
                  </a:lnTo>
                  <a:lnTo>
                    <a:pt x="329" y="346"/>
                  </a:lnTo>
                  <a:lnTo>
                    <a:pt x="367" y="369"/>
                  </a:lnTo>
                  <a:lnTo>
                    <a:pt x="369" y="371"/>
                  </a:lnTo>
                  <a:lnTo>
                    <a:pt x="372" y="372"/>
                  </a:lnTo>
                  <a:lnTo>
                    <a:pt x="375" y="372"/>
                  </a:lnTo>
                  <a:lnTo>
                    <a:pt x="377" y="371"/>
                  </a:lnTo>
                  <a:lnTo>
                    <a:pt x="380" y="371"/>
                  </a:lnTo>
                  <a:lnTo>
                    <a:pt x="382" y="368"/>
                  </a:lnTo>
                  <a:lnTo>
                    <a:pt x="383" y="367"/>
                  </a:lnTo>
                  <a:lnTo>
                    <a:pt x="385" y="365"/>
                  </a:lnTo>
                  <a:lnTo>
                    <a:pt x="434" y="281"/>
                  </a:lnTo>
                  <a:lnTo>
                    <a:pt x="435" y="277"/>
                  </a:lnTo>
                  <a:lnTo>
                    <a:pt x="435" y="273"/>
                  </a:lnTo>
                  <a:lnTo>
                    <a:pt x="433" y="267"/>
                  </a:lnTo>
                  <a:lnTo>
                    <a:pt x="428" y="263"/>
                  </a:lnTo>
                  <a:lnTo>
                    <a:pt x="389" y="241"/>
                  </a:lnTo>
                  <a:lnTo>
                    <a:pt x="390" y="227"/>
                  </a:lnTo>
                  <a:lnTo>
                    <a:pt x="391" y="213"/>
                  </a:lnTo>
                  <a:lnTo>
                    <a:pt x="390" y="199"/>
                  </a:lnTo>
                  <a:lnTo>
                    <a:pt x="389" y="185"/>
                  </a:lnTo>
                  <a:lnTo>
                    <a:pt x="428" y="160"/>
                  </a:lnTo>
                  <a:lnTo>
                    <a:pt x="430" y="159"/>
                  </a:lnTo>
                  <a:lnTo>
                    <a:pt x="433" y="158"/>
                  </a:lnTo>
                  <a:lnTo>
                    <a:pt x="434" y="156"/>
                  </a:lnTo>
                  <a:lnTo>
                    <a:pt x="435"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29" name="Freeform 60">
              <a:extLst>
                <a:ext uri="{FF2B5EF4-FFF2-40B4-BE49-F238E27FC236}">
                  <a16:creationId xmlns:a16="http://schemas.microsoft.com/office/drawing/2014/main" id="{B9A0BB3F-18A4-4421-B916-A3DBC4E3E04F}"/>
                </a:ext>
              </a:extLst>
            </p:cNvPr>
            <p:cNvSpPr>
              <a:spLocks noEditPoints="1"/>
            </p:cNvSpPr>
            <p:nvPr/>
          </p:nvSpPr>
          <p:spPr bwMode="auto">
            <a:xfrm>
              <a:off x="1001713" y="3424238"/>
              <a:ext cx="61913" cy="61913"/>
            </a:xfrm>
            <a:custGeom>
              <a:avLst/>
              <a:gdLst>
                <a:gd name="T0" fmla="*/ 67 w 154"/>
                <a:gd name="T1" fmla="*/ 127 h 154"/>
                <a:gd name="T2" fmla="*/ 49 w 154"/>
                <a:gd name="T3" fmla="*/ 120 h 154"/>
                <a:gd name="T4" fmla="*/ 35 w 154"/>
                <a:gd name="T5" fmla="*/ 106 h 154"/>
                <a:gd name="T6" fmla="*/ 27 w 154"/>
                <a:gd name="T7" fmla="*/ 87 h 154"/>
                <a:gd name="T8" fmla="*/ 27 w 154"/>
                <a:gd name="T9" fmla="*/ 67 h 154"/>
                <a:gd name="T10" fmla="*/ 35 w 154"/>
                <a:gd name="T11" fmla="*/ 49 h 154"/>
                <a:gd name="T12" fmla="*/ 49 w 154"/>
                <a:gd name="T13" fmla="*/ 35 h 154"/>
                <a:gd name="T14" fmla="*/ 67 w 154"/>
                <a:gd name="T15" fmla="*/ 26 h 154"/>
                <a:gd name="T16" fmla="*/ 87 w 154"/>
                <a:gd name="T17" fmla="*/ 26 h 154"/>
                <a:gd name="T18" fmla="*/ 106 w 154"/>
                <a:gd name="T19" fmla="*/ 35 h 154"/>
                <a:gd name="T20" fmla="*/ 120 w 154"/>
                <a:gd name="T21" fmla="*/ 49 h 154"/>
                <a:gd name="T22" fmla="*/ 128 w 154"/>
                <a:gd name="T23" fmla="*/ 67 h 154"/>
                <a:gd name="T24" fmla="*/ 128 w 154"/>
                <a:gd name="T25" fmla="*/ 87 h 154"/>
                <a:gd name="T26" fmla="*/ 120 w 154"/>
                <a:gd name="T27" fmla="*/ 106 h 154"/>
                <a:gd name="T28" fmla="*/ 106 w 154"/>
                <a:gd name="T29" fmla="*/ 120 h 154"/>
                <a:gd name="T30" fmla="*/ 87 w 154"/>
                <a:gd name="T31" fmla="*/ 127 h 154"/>
                <a:gd name="T32" fmla="*/ 78 w 154"/>
                <a:gd name="T33" fmla="*/ 0 h 154"/>
                <a:gd name="T34" fmla="*/ 62 w 154"/>
                <a:gd name="T35" fmla="*/ 1 h 154"/>
                <a:gd name="T36" fmla="*/ 48 w 154"/>
                <a:gd name="T37" fmla="*/ 6 h 154"/>
                <a:gd name="T38" fmla="*/ 35 w 154"/>
                <a:gd name="T39" fmla="*/ 13 h 154"/>
                <a:gd name="T40" fmla="*/ 23 w 154"/>
                <a:gd name="T41" fmla="*/ 23 h 154"/>
                <a:gd name="T42" fmla="*/ 13 w 154"/>
                <a:gd name="T43" fmla="*/ 35 h 154"/>
                <a:gd name="T44" fmla="*/ 7 w 154"/>
                <a:gd name="T45" fmla="*/ 48 h 154"/>
                <a:gd name="T46" fmla="*/ 2 w 154"/>
                <a:gd name="T47" fmla="*/ 63 h 154"/>
                <a:gd name="T48" fmla="*/ 0 w 154"/>
                <a:gd name="T49" fmla="*/ 78 h 154"/>
                <a:gd name="T50" fmla="*/ 2 w 154"/>
                <a:gd name="T51" fmla="*/ 93 h 154"/>
                <a:gd name="T52" fmla="*/ 7 w 154"/>
                <a:gd name="T53" fmla="*/ 108 h 154"/>
                <a:gd name="T54" fmla="*/ 13 w 154"/>
                <a:gd name="T55" fmla="*/ 121 h 154"/>
                <a:gd name="T56" fmla="*/ 23 w 154"/>
                <a:gd name="T57" fmla="*/ 131 h 154"/>
                <a:gd name="T58" fmla="*/ 35 w 154"/>
                <a:gd name="T59" fmla="*/ 141 h 154"/>
                <a:gd name="T60" fmla="*/ 48 w 154"/>
                <a:gd name="T61" fmla="*/ 147 h 154"/>
                <a:gd name="T62" fmla="*/ 62 w 154"/>
                <a:gd name="T63" fmla="*/ 153 h 154"/>
                <a:gd name="T64" fmla="*/ 78 w 154"/>
                <a:gd name="T65" fmla="*/ 154 h 154"/>
                <a:gd name="T66" fmla="*/ 93 w 154"/>
                <a:gd name="T67" fmla="*/ 153 h 154"/>
                <a:gd name="T68" fmla="*/ 107 w 154"/>
                <a:gd name="T69" fmla="*/ 147 h 154"/>
                <a:gd name="T70" fmla="*/ 121 w 154"/>
                <a:gd name="T71" fmla="*/ 141 h 154"/>
                <a:gd name="T72" fmla="*/ 131 w 154"/>
                <a:gd name="T73" fmla="*/ 131 h 154"/>
                <a:gd name="T74" fmla="*/ 141 w 154"/>
                <a:gd name="T75" fmla="*/ 121 h 154"/>
                <a:gd name="T76" fmla="*/ 149 w 154"/>
                <a:gd name="T77" fmla="*/ 108 h 154"/>
                <a:gd name="T78" fmla="*/ 153 w 154"/>
                <a:gd name="T79" fmla="*/ 93 h 154"/>
                <a:gd name="T80" fmla="*/ 154 w 154"/>
                <a:gd name="T81" fmla="*/ 78 h 154"/>
                <a:gd name="T82" fmla="*/ 153 w 154"/>
                <a:gd name="T83" fmla="*/ 63 h 154"/>
                <a:gd name="T84" fmla="*/ 149 w 154"/>
                <a:gd name="T85" fmla="*/ 48 h 154"/>
                <a:gd name="T86" fmla="*/ 141 w 154"/>
                <a:gd name="T87" fmla="*/ 35 h 154"/>
                <a:gd name="T88" fmla="*/ 131 w 154"/>
                <a:gd name="T89" fmla="*/ 23 h 154"/>
                <a:gd name="T90" fmla="*/ 121 w 154"/>
                <a:gd name="T91" fmla="*/ 13 h 154"/>
                <a:gd name="T92" fmla="*/ 107 w 154"/>
                <a:gd name="T93" fmla="*/ 6 h 154"/>
                <a:gd name="T94" fmla="*/ 93 w 154"/>
                <a:gd name="T95" fmla="*/ 1 h 154"/>
                <a:gd name="T96" fmla="*/ 78 w 154"/>
                <a:gd name="T9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54">
                  <a:moveTo>
                    <a:pt x="78" y="128"/>
                  </a:moveTo>
                  <a:lnTo>
                    <a:pt x="67" y="127"/>
                  </a:lnTo>
                  <a:lnTo>
                    <a:pt x="57" y="125"/>
                  </a:lnTo>
                  <a:lnTo>
                    <a:pt x="49" y="120"/>
                  </a:lnTo>
                  <a:lnTo>
                    <a:pt x="41" y="113"/>
                  </a:lnTo>
                  <a:lnTo>
                    <a:pt x="35" y="106"/>
                  </a:lnTo>
                  <a:lnTo>
                    <a:pt x="29" y="97"/>
                  </a:lnTo>
                  <a:lnTo>
                    <a:pt x="27" y="87"/>
                  </a:lnTo>
                  <a:lnTo>
                    <a:pt x="26" y="78"/>
                  </a:lnTo>
                  <a:lnTo>
                    <a:pt x="27" y="67"/>
                  </a:lnTo>
                  <a:lnTo>
                    <a:pt x="29" y="57"/>
                  </a:lnTo>
                  <a:lnTo>
                    <a:pt x="35" y="49"/>
                  </a:lnTo>
                  <a:lnTo>
                    <a:pt x="41" y="41"/>
                  </a:lnTo>
                  <a:lnTo>
                    <a:pt x="49" y="35"/>
                  </a:lnTo>
                  <a:lnTo>
                    <a:pt x="57" y="29"/>
                  </a:lnTo>
                  <a:lnTo>
                    <a:pt x="67" y="26"/>
                  </a:lnTo>
                  <a:lnTo>
                    <a:pt x="78" y="25"/>
                  </a:lnTo>
                  <a:lnTo>
                    <a:pt x="87" y="26"/>
                  </a:lnTo>
                  <a:lnTo>
                    <a:pt x="97" y="29"/>
                  </a:lnTo>
                  <a:lnTo>
                    <a:pt x="106" y="35"/>
                  </a:lnTo>
                  <a:lnTo>
                    <a:pt x="113" y="41"/>
                  </a:lnTo>
                  <a:lnTo>
                    <a:pt x="120" y="49"/>
                  </a:lnTo>
                  <a:lnTo>
                    <a:pt x="125" y="57"/>
                  </a:lnTo>
                  <a:lnTo>
                    <a:pt x="128" y="67"/>
                  </a:lnTo>
                  <a:lnTo>
                    <a:pt x="129" y="78"/>
                  </a:lnTo>
                  <a:lnTo>
                    <a:pt x="128" y="87"/>
                  </a:lnTo>
                  <a:lnTo>
                    <a:pt x="125" y="97"/>
                  </a:lnTo>
                  <a:lnTo>
                    <a:pt x="120" y="106"/>
                  </a:lnTo>
                  <a:lnTo>
                    <a:pt x="113" y="113"/>
                  </a:lnTo>
                  <a:lnTo>
                    <a:pt x="106" y="120"/>
                  </a:lnTo>
                  <a:lnTo>
                    <a:pt x="97" y="125"/>
                  </a:lnTo>
                  <a:lnTo>
                    <a:pt x="87" y="127"/>
                  </a:lnTo>
                  <a:lnTo>
                    <a:pt x="78" y="128"/>
                  </a:lnTo>
                  <a:close/>
                  <a:moveTo>
                    <a:pt x="78" y="0"/>
                  </a:moveTo>
                  <a:lnTo>
                    <a:pt x="69" y="0"/>
                  </a:lnTo>
                  <a:lnTo>
                    <a:pt x="62" y="1"/>
                  </a:lnTo>
                  <a:lnTo>
                    <a:pt x="54" y="4"/>
                  </a:lnTo>
                  <a:lnTo>
                    <a:pt x="48" y="6"/>
                  </a:lnTo>
                  <a:lnTo>
                    <a:pt x="40" y="9"/>
                  </a:lnTo>
                  <a:lnTo>
                    <a:pt x="35" y="13"/>
                  </a:lnTo>
                  <a:lnTo>
                    <a:pt x="28" y="18"/>
                  </a:lnTo>
                  <a:lnTo>
                    <a:pt x="23" y="23"/>
                  </a:lnTo>
                  <a:lnTo>
                    <a:pt x="18" y="28"/>
                  </a:lnTo>
                  <a:lnTo>
                    <a:pt x="13" y="35"/>
                  </a:lnTo>
                  <a:lnTo>
                    <a:pt x="10" y="41"/>
                  </a:lnTo>
                  <a:lnTo>
                    <a:pt x="7" y="48"/>
                  </a:lnTo>
                  <a:lnTo>
                    <a:pt x="4" y="55"/>
                  </a:lnTo>
                  <a:lnTo>
                    <a:pt x="2" y="63"/>
                  </a:lnTo>
                  <a:lnTo>
                    <a:pt x="0" y="70"/>
                  </a:lnTo>
                  <a:lnTo>
                    <a:pt x="0" y="78"/>
                  </a:lnTo>
                  <a:lnTo>
                    <a:pt x="0" y="85"/>
                  </a:lnTo>
                  <a:lnTo>
                    <a:pt x="2" y="93"/>
                  </a:lnTo>
                  <a:lnTo>
                    <a:pt x="4" y="100"/>
                  </a:lnTo>
                  <a:lnTo>
                    <a:pt x="7" y="108"/>
                  </a:lnTo>
                  <a:lnTo>
                    <a:pt x="10" y="114"/>
                  </a:lnTo>
                  <a:lnTo>
                    <a:pt x="13" y="121"/>
                  </a:lnTo>
                  <a:lnTo>
                    <a:pt x="18" y="126"/>
                  </a:lnTo>
                  <a:lnTo>
                    <a:pt x="23" y="131"/>
                  </a:lnTo>
                  <a:lnTo>
                    <a:pt x="28" y="137"/>
                  </a:lnTo>
                  <a:lnTo>
                    <a:pt x="35" y="141"/>
                  </a:lnTo>
                  <a:lnTo>
                    <a:pt x="40" y="144"/>
                  </a:lnTo>
                  <a:lnTo>
                    <a:pt x="48" y="147"/>
                  </a:lnTo>
                  <a:lnTo>
                    <a:pt x="54" y="151"/>
                  </a:lnTo>
                  <a:lnTo>
                    <a:pt x="62" y="153"/>
                  </a:lnTo>
                  <a:lnTo>
                    <a:pt x="69" y="154"/>
                  </a:lnTo>
                  <a:lnTo>
                    <a:pt x="78" y="154"/>
                  </a:lnTo>
                  <a:lnTo>
                    <a:pt x="85" y="154"/>
                  </a:lnTo>
                  <a:lnTo>
                    <a:pt x="93" y="153"/>
                  </a:lnTo>
                  <a:lnTo>
                    <a:pt x="100" y="151"/>
                  </a:lnTo>
                  <a:lnTo>
                    <a:pt x="107" y="147"/>
                  </a:lnTo>
                  <a:lnTo>
                    <a:pt x="114" y="144"/>
                  </a:lnTo>
                  <a:lnTo>
                    <a:pt x="121" y="141"/>
                  </a:lnTo>
                  <a:lnTo>
                    <a:pt x="126" y="137"/>
                  </a:lnTo>
                  <a:lnTo>
                    <a:pt x="131" y="131"/>
                  </a:lnTo>
                  <a:lnTo>
                    <a:pt x="137" y="126"/>
                  </a:lnTo>
                  <a:lnTo>
                    <a:pt x="141" y="121"/>
                  </a:lnTo>
                  <a:lnTo>
                    <a:pt x="145" y="114"/>
                  </a:lnTo>
                  <a:lnTo>
                    <a:pt x="149" y="108"/>
                  </a:lnTo>
                  <a:lnTo>
                    <a:pt x="151" y="100"/>
                  </a:lnTo>
                  <a:lnTo>
                    <a:pt x="153" y="93"/>
                  </a:lnTo>
                  <a:lnTo>
                    <a:pt x="154" y="85"/>
                  </a:lnTo>
                  <a:lnTo>
                    <a:pt x="154" y="78"/>
                  </a:lnTo>
                  <a:lnTo>
                    <a:pt x="154" y="70"/>
                  </a:lnTo>
                  <a:lnTo>
                    <a:pt x="153" y="63"/>
                  </a:lnTo>
                  <a:lnTo>
                    <a:pt x="151" y="55"/>
                  </a:lnTo>
                  <a:lnTo>
                    <a:pt x="149" y="48"/>
                  </a:lnTo>
                  <a:lnTo>
                    <a:pt x="145" y="41"/>
                  </a:lnTo>
                  <a:lnTo>
                    <a:pt x="141" y="35"/>
                  </a:lnTo>
                  <a:lnTo>
                    <a:pt x="137" y="28"/>
                  </a:lnTo>
                  <a:lnTo>
                    <a:pt x="131" y="23"/>
                  </a:lnTo>
                  <a:lnTo>
                    <a:pt x="126" y="18"/>
                  </a:lnTo>
                  <a:lnTo>
                    <a:pt x="121" y="13"/>
                  </a:lnTo>
                  <a:lnTo>
                    <a:pt x="114" y="9"/>
                  </a:lnTo>
                  <a:lnTo>
                    <a:pt x="107" y="6"/>
                  </a:lnTo>
                  <a:lnTo>
                    <a:pt x="100" y="4"/>
                  </a:lnTo>
                  <a:lnTo>
                    <a:pt x="93" y="1"/>
                  </a:lnTo>
                  <a:lnTo>
                    <a:pt x="85" y="0"/>
                  </a:lnTo>
                  <a:lnTo>
                    <a:pt x="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nvGrpSpPr>
          <p:cNvPr id="130" name="Group 129">
            <a:extLst>
              <a:ext uri="{FF2B5EF4-FFF2-40B4-BE49-F238E27FC236}">
                <a16:creationId xmlns:a16="http://schemas.microsoft.com/office/drawing/2014/main" id="{F0BA601F-1036-40B9-975C-C506E2DE7E43}"/>
              </a:ext>
            </a:extLst>
          </p:cNvPr>
          <p:cNvGrpSpPr/>
          <p:nvPr/>
        </p:nvGrpSpPr>
        <p:grpSpPr>
          <a:xfrm>
            <a:off x="9794080" y="1721454"/>
            <a:ext cx="376240" cy="388442"/>
            <a:chOff x="946151" y="3240088"/>
            <a:chExt cx="293688" cy="303213"/>
          </a:xfrm>
          <a:solidFill>
            <a:schemeClr val="bg1"/>
          </a:solidFill>
        </p:grpSpPr>
        <p:sp>
          <p:nvSpPr>
            <p:cNvPr id="131" name="Freeform 57">
              <a:extLst>
                <a:ext uri="{FF2B5EF4-FFF2-40B4-BE49-F238E27FC236}">
                  <a16:creationId xmlns:a16="http://schemas.microsoft.com/office/drawing/2014/main" id="{1C2B31EF-7DF6-4820-9587-877DEFE27AAB}"/>
                </a:ext>
              </a:extLst>
            </p:cNvPr>
            <p:cNvSpPr>
              <a:spLocks noEditPoints="1"/>
            </p:cNvSpPr>
            <p:nvPr/>
          </p:nvSpPr>
          <p:spPr bwMode="auto">
            <a:xfrm>
              <a:off x="1066801" y="3240088"/>
              <a:ext cx="173038" cy="171450"/>
            </a:xfrm>
            <a:custGeom>
              <a:avLst/>
              <a:gdLst>
                <a:gd name="T0" fmla="*/ 326 w 435"/>
                <a:gd name="T1" fmla="*/ 327 h 432"/>
                <a:gd name="T2" fmla="*/ 296 w 435"/>
                <a:gd name="T3" fmla="*/ 346 h 432"/>
                <a:gd name="T4" fmla="*/ 259 w 435"/>
                <a:gd name="T5" fmla="*/ 368 h 432"/>
                <a:gd name="T6" fmla="*/ 186 w 435"/>
                <a:gd name="T7" fmla="*/ 406 h 432"/>
                <a:gd name="T8" fmla="*/ 180 w 435"/>
                <a:gd name="T9" fmla="*/ 363 h 432"/>
                <a:gd name="T10" fmla="*/ 150 w 435"/>
                <a:gd name="T11" fmla="*/ 353 h 432"/>
                <a:gd name="T12" fmla="*/ 116 w 435"/>
                <a:gd name="T13" fmla="*/ 328 h 432"/>
                <a:gd name="T14" fmla="*/ 65 w 435"/>
                <a:gd name="T15" fmla="*/ 350 h 432"/>
                <a:gd name="T16" fmla="*/ 73 w 435"/>
                <a:gd name="T17" fmla="*/ 261 h 432"/>
                <a:gd name="T18" fmla="*/ 70 w 435"/>
                <a:gd name="T19" fmla="*/ 222 h 432"/>
                <a:gd name="T20" fmla="*/ 73 w 435"/>
                <a:gd name="T21" fmla="*/ 182 h 432"/>
                <a:gd name="T22" fmla="*/ 66 w 435"/>
                <a:gd name="T23" fmla="*/ 93 h 432"/>
                <a:gd name="T24" fmla="*/ 117 w 435"/>
                <a:gd name="T25" fmla="*/ 114 h 432"/>
                <a:gd name="T26" fmla="*/ 150 w 435"/>
                <a:gd name="T27" fmla="*/ 90 h 432"/>
                <a:gd name="T28" fmla="*/ 180 w 435"/>
                <a:gd name="T29" fmla="*/ 79 h 432"/>
                <a:gd name="T30" fmla="*/ 186 w 435"/>
                <a:gd name="T31" fmla="*/ 25 h 432"/>
                <a:gd name="T32" fmla="*/ 259 w 435"/>
                <a:gd name="T33" fmla="*/ 75 h 432"/>
                <a:gd name="T34" fmla="*/ 296 w 435"/>
                <a:gd name="T35" fmla="*/ 96 h 432"/>
                <a:gd name="T36" fmla="*/ 326 w 435"/>
                <a:gd name="T37" fmla="*/ 115 h 432"/>
                <a:gd name="T38" fmla="*/ 405 w 435"/>
                <a:gd name="T39" fmla="*/ 154 h 432"/>
                <a:gd name="T40" fmla="*/ 362 w 435"/>
                <a:gd name="T41" fmla="*/ 185 h 432"/>
                <a:gd name="T42" fmla="*/ 365 w 435"/>
                <a:gd name="T43" fmla="*/ 238 h 432"/>
                <a:gd name="T44" fmla="*/ 365 w 435"/>
                <a:gd name="T45" fmla="*/ 265 h 432"/>
                <a:gd name="T46" fmla="*/ 428 w 435"/>
                <a:gd name="T47" fmla="*/ 272 h 432"/>
                <a:gd name="T48" fmla="*/ 389 w 435"/>
                <a:gd name="T49" fmla="*/ 207 h 432"/>
                <a:gd name="T50" fmla="*/ 435 w 435"/>
                <a:gd name="T51" fmla="*/ 161 h 432"/>
                <a:gd name="T52" fmla="*/ 382 w 435"/>
                <a:gd name="T53" fmla="*/ 65 h 432"/>
                <a:gd name="T54" fmla="*/ 329 w 435"/>
                <a:gd name="T55" fmla="*/ 88 h 432"/>
                <a:gd name="T56" fmla="*/ 282 w 435"/>
                <a:gd name="T57" fmla="*/ 59 h 432"/>
                <a:gd name="T58" fmla="*/ 275 w 435"/>
                <a:gd name="T59" fmla="*/ 2 h 432"/>
                <a:gd name="T60" fmla="*/ 164 w 435"/>
                <a:gd name="T61" fmla="*/ 4 h 432"/>
                <a:gd name="T62" fmla="*/ 152 w 435"/>
                <a:gd name="T63" fmla="*/ 62 h 432"/>
                <a:gd name="T64" fmla="*/ 119 w 435"/>
                <a:gd name="T65" fmla="*/ 79 h 432"/>
                <a:gd name="T66" fmla="*/ 59 w 435"/>
                <a:gd name="T67" fmla="*/ 63 h 432"/>
                <a:gd name="T68" fmla="*/ 1 w 435"/>
                <a:gd name="T69" fmla="*/ 157 h 432"/>
                <a:gd name="T70" fmla="*/ 5 w 435"/>
                <a:gd name="T71" fmla="*/ 168 h 432"/>
                <a:gd name="T72" fmla="*/ 44 w 435"/>
                <a:gd name="T73" fmla="*/ 221 h 432"/>
                <a:gd name="T74" fmla="*/ 3 w 435"/>
                <a:gd name="T75" fmla="*/ 276 h 432"/>
                <a:gd name="T76" fmla="*/ 49 w 435"/>
                <a:gd name="T77" fmla="*/ 373 h 432"/>
                <a:gd name="T78" fmla="*/ 67 w 435"/>
                <a:gd name="T79" fmla="*/ 378 h 432"/>
                <a:gd name="T80" fmla="*/ 144 w 435"/>
                <a:gd name="T81" fmla="*/ 378 h 432"/>
                <a:gd name="T82" fmla="*/ 164 w 435"/>
                <a:gd name="T83" fmla="*/ 428 h 432"/>
                <a:gd name="T84" fmla="*/ 275 w 435"/>
                <a:gd name="T85" fmla="*/ 431 h 432"/>
                <a:gd name="T86" fmla="*/ 282 w 435"/>
                <a:gd name="T87" fmla="*/ 382 h 432"/>
                <a:gd name="T88" fmla="*/ 329 w 435"/>
                <a:gd name="T89" fmla="*/ 356 h 432"/>
                <a:gd name="T90" fmla="*/ 380 w 435"/>
                <a:gd name="T91" fmla="*/ 378 h 432"/>
                <a:gd name="T92" fmla="*/ 434 w 435"/>
                <a:gd name="T93" fmla="*/ 290 h 432"/>
                <a:gd name="T94" fmla="*/ 428 w 435"/>
                <a:gd name="T95" fmla="*/ 27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5" h="432">
                  <a:moveTo>
                    <a:pt x="369" y="350"/>
                  </a:moveTo>
                  <a:lnTo>
                    <a:pt x="335" y="329"/>
                  </a:lnTo>
                  <a:lnTo>
                    <a:pt x="330" y="327"/>
                  </a:lnTo>
                  <a:lnTo>
                    <a:pt x="326" y="327"/>
                  </a:lnTo>
                  <a:lnTo>
                    <a:pt x="323" y="328"/>
                  </a:lnTo>
                  <a:lnTo>
                    <a:pt x="319" y="330"/>
                  </a:lnTo>
                  <a:lnTo>
                    <a:pt x="309" y="339"/>
                  </a:lnTo>
                  <a:lnTo>
                    <a:pt x="296" y="346"/>
                  </a:lnTo>
                  <a:lnTo>
                    <a:pt x="281" y="355"/>
                  </a:lnTo>
                  <a:lnTo>
                    <a:pt x="264" y="363"/>
                  </a:lnTo>
                  <a:lnTo>
                    <a:pt x="261" y="364"/>
                  </a:lnTo>
                  <a:lnTo>
                    <a:pt x="259" y="368"/>
                  </a:lnTo>
                  <a:lnTo>
                    <a:pt x="257" y="371"/>
                  </a:lnTo>
                  <a:lnTo>
                    <a:pt x="256" y="374"/>
                  </a:lnTo>
                  <a:lnTo>
                    <a:pt x="256" y="406"/>
                  </a:lnTo>
                  <a:lnTo>
                    <a:pt x="186" y="406"/>
                  </a:lnTo>
                  <a:lnTo>
                    <a:pt x="186" y="374"/>
                  </a:lnTo>
                  <a:lnTo>
                    <a:pt x="186" y="370"/>
                  </a:lnTo>
                  <a:lnTo>
                    <a:pt x="183" y="367"/>
                  </a:lnTo>
                  <a:lnTo>
                    <a:pt x="180" y="363"/>
                  </a:lnTo>
                  <a:lnTo>
                    <a:pt x="176" y="361"/>
                  </a:lnTo>
                  <a:lnTo>
                    <a:pt x="166" y="359"/>
                  </a:lnTo>
                  <a:lnTo>
                    <a:pt x="158" y="356"/>
                  </a:lnTo>
                  <a:lnTo>
                    <a:pt x="150" y="353"/>
                  </a:lnTo>
                  <a:lnTo>
                    <a:pt x="144" y="349"/>
                  </a:lnTo>
                  <a:lnTo>
                    <a:pt x="132" y="341"/>
                  </a:lnTo>
                  <a:lnTo>
                    <a:pt x="120" y="330"/>
                  </a:lnTo>
                  <a:lnTo>
                    <a:pt x="116" y="328"/>
                  </a:lnTo>
                  <a:lnTo>
                    <a:pt x="112" y="327"/>
                  </a:lnTo>
                  <a:lnTo>
                    <a:pt x="108" y="327"/>
                  </a:lnTo>
                  <a:lnTo>
                    <a:pt x="105" y="329"/>
                  </a:lnTo>
                  <a:lnTo>
                    <a:pt x="65" y="350"/>
                  </a:lnTo>
                  <a:lnTo>
                    <a:pt x="30" y="289"/>
                  </a:lnTo>
                  <a:lnTo>
                    <a:pt x="67" y="268"/>
                  </a:lnTo>
                  <a:lnTo>
                    <a:pt x="71" y="265"/>
                  </a:lnTo>
                  <a:lnTo>
                    <a:pt x="73" y="261"/>
                  </a:lnTo>
                  <a:lnTo>
                    <a:pt x="74" y="257"/>
                  </a:lnTo>
                  <a:lnTo>
                    <a:pt x="73" y="254"/>
                  </a:lnTo>
                  <a:lnTo>
                    <a:pt x="71" y="238"/>
                  </a:lnTo>
                  <a:lnTo>
                    <a:pt x="70" y="222"/>
                  </a:lnTo>
                  <a:lnTo>
                    <a:pt x="71" y="206"/>
                  </a:lnTo>
                  <a:lnTo>
                    <a:pt x="74" y="189"/>
                  </a:lnTo>
                  <a:lnTo>
                    <a:pt x="74" y="185"/>
                  </a:lnTo>
                  <a:lnTo>
                    <a:pt x="73" y="182"/>
                  </a:lnTo>
                  <a:lnTo>
                    <a:pt x="71" y="179"/>
                  </a:lnTo>
                  <a:lnTo>
                    <a:pt x="67" y="175"/>
                  </a:lnTo>
                  <a:lnTo>
                    <a:pt x="31" y="154"/>
                  </a:lnTo>
                  <a:lnTo>
                    <a:pt x="66" y="93"/>
                  </a:lnTo>
                  <a:lnTo>
                    <a:pt x="105" y="114"/>
                  </a:lnTo>
                  <a:lnTo>
                    <a:pt x="108" y="116"/>
                  </a:lnTo>
                  <a:lnTo>
                    <a:pt x="112" y="115"/>
                  </a:lnTo>
                  <a:lnTo>
                    <a:pt x="117" y="114"/>
                  </a:lnTo>
                  <a:lnTo>
                    <a:pt x="120" y="112"/>
                  </a:lnTo>
                  <a:lnTo>
                    <a:pt x="132" y="101"/>
                  </a:lnTo>
                  <a:lnTo>
                    <a:pt x="144" y="93"/>
                  </a:lnTo>
                  <a:lnTo>
                    <a:pt x="150" y="90"/>
                  </a:lnTo>
                  <a:lnTo>
                    <a:pt x="158" y="86"/>
                  </a:lnTo>
                  <a:lnTo>
                    <a:pt x="166" y="83"/>
                  </a:lnTo>
                  <a:lnTo>
                    <a:pt x="176" y="80"/>
                  </a:lnTo>
                  <a:lnTo>
                    <a:pt x="180" y="79"/>
                  </a:lnTo>
                  <a:lnTo>
                    <a:pt x="183" y="76"/>
                  </a:lnTo>
                  <a:lnTo>
                    <a:pt x="186" y="72"/>
                  </a:lnTo>
                  <a:lnTo>
                    <a:pt x="186" y="68"/>
                  </a:lnTo>
                  <a:lnTo>
                    <a:pt x="186" y="25"/>
                  </a:lnTo>
                  <a:lnTo>
                    <a:pt x="256" y="25"/>
                  </a:lnTo>
                  <a:lnTo>
                    <a:pt x="256" y="68"/>
                  </a:lnTo>
                  <a:lnTo>
                    <a:pt x="257" y="71"/>
                  </a:lnTo>
                  <a:lnTo>
                    <a:pt x="259" y="75"/>
                  </a:lnTo>
                  <a:lnTo>
                    <a:pt x="261" y="78"/>
                  </a:lnTo>
                  <a:lnTo>
                    <a:pt x="264" y="80"/>
                  </a:lnTo>
                  <a:lnTo>
                    <a:pt x="281" y="88"/>
                  </a:lnTo>
                  <a:lnTo>
                    <a:pt x="296" y="96"/>
                  </a:lnTo>
                  <a:lnTo>
                    <a:pt x="309" y="105"/>
                  </a:lnTo>
                  <a:lnTo>
                    <a:pt x="319" y="112"/>
                  </a:lnTo>
                  <a:lnTo>
                    <a:pt x="323" y="114"/>
                  </a:lnTo>
                  <a:lnTo>
                    <a:pt x="326" y="115"/>
                  </a:lnTo>
                  <a:lnTo>
                    <a:pt x="330" y="115"/>
                  </a:lnTo>
                  <a:lnTo>
                    <a:pt x="335" y="113"/>
                  </a:lnTo>
                  <a:lnTo>
                    <a:pt x="369" y="93"/>
                  </a:lnTo>
                  <a:lnTo>
                    <a:pt x="405" y="154"/>
                  </a:lnTo>
                  <a:lnTo>
                    <a:pt x="368" y="175"/>
                  </a:lnTo>
                  <a:lnTo>
                    <a:pt x="365" y="179"/>
                  </a:lnTo>
                  <a:lnTo>
                    <a:pt x="363" y="182"/>
                  </a:lnTo>
                  <a:lnTo>
                    <a:pt x="362" y="185"/>
                  </a:lnTo>
                  <a:lnTo>
                    <a:pt x="362" y="189"/>
                  </a:lnTo>
                  <a:lnTo>
                    <a:pt x="364" y="206"/>
                  </a:lnTo>
                  <a:lnTo>
                    <a:pt x="365" y="222"/>
                  </a:lnTo>
                  <a:lnTo>
                    <a:pt x="365" y="238"/>
                  </a:lnTo>
                  <a:lnTo>
                    <a:pt x="362" y="254"/>
                  </a:lnTo>
                  <a:lnTo>
                    <a:pt x="362" y="257"/>
                  </a:lnTo>
                  <a:lnTo>
                    <a:pt x="363" y="261"/>
                  </a:lnTo>
                  <a:lnTo>
                    <a:pt x="365" y="265"/>
                  </a:lnTo>
                  <a:lnTo>
                    <a:pt x="368" y="268"/>
                  </a:lnTo>
                  <a:lnTo>
                    <a:pt x="405" y="289"/>
                  </a:lnTo>
                  <a:lnTo>
                    <a:pt x="369" y="350"/>
                  </a:lnTo>
                  <a:close/>
                  <a:moveTo>
                    <a:pt x="428" y="272"/>
                  </a:moveTo>
                  <a:lnTo>
                    <a:pt x="388" y="250"/>
                  </a:lnTo>
                  <a:lnTo>
                    <a:pt x="389" y="236"/>
                  </a:lnTo>
                  <a:lnTo>
                    <a:pt x="391" y="221"/>
                  </a:lnTo>
                  <a:lnTo>
                    <a:pt x="389" y="207"/>
                  </a:lnTo>
                  <a:lnTo>
                    <a:pt x="388" y="193"/>
                  </a:lnTo>
                  <a:lnTo>
                    <a:pt x="428" y="169"/>
                  </a:lnTo>
                  <a:lnTo>
                    <a:pt x="432" y="166"/>
                  </a:lnTo>
                  <a:lnTo>
                    <a:pt x="435" y="161"/>
                  </a:lnTo>
                  <a:lnTo>
                    <a:pt x="435" y="157"/>
                  </a:lnTo>
                  <a:lnTo>
                    <a:pt x="434" y="153"/>
                  </a:lnTo>
                  <a:lnTo>
                    <a:pt x="385" y="69"/>
                  </a:lnTo>
                  <a:lnTo>
                    <a:pt x="382" y="65"/>
                  </a:lnTo>
                  <a:lnTo>
                    <a:pt x="378" y="63"/>
                  </a:lnTo>
                  <a:lnTo>
                    <a:pt x="372" y="63"/>
                  </a:lnTo>
                  <a:lnTo>
                    <a:pt x="367" y="64"/>
                  </a:lnTo>
                  <a:lnTo>
                    <a:pt x="329" y="88"/>
                  </a:lnTo>
                  <a:lnTo>
                    <a:pt x="320" y="81"/>
                  </a:lnTo>
                  <a:lnTo>
                    <a:pt x="308" y="73"/>
                  </a:lnTo>
                  <a:lnTo>
                    <a:pt x="296" y="67"/>
                  </a:lnTo>
                  <a:lnTo>
                    <a:pt x="282" y="59"/>
                  </a:lnTo>
                  <a:lnTo>
                    <a:pt x="282" y="13"/>
                  </a:lnTo>
                  <a:lnTo>
                    <a:pt x="281" y="8"/>
                  </a:lnTo>
                  <a:lnTo>
                    <a:pt x="279" y="4"/>
                  </a:lnTo>
                  <a:lnTo>
                    <a:pt x="275" y="2"/>
                  </a:lnTo>
                  <a:lnTo>
                    <a:pt x="269" y="0"/>
                  </a:lnTo>
                  <a:lnTo>
                    <a:pt x="173" y="0"/>
                  </a:lnTo>
                  <a:lnTo>
                    <a:pt x="168" y="2"/>
                  </a:lnTo>
                  <a:lnTo>
                    <a:pt x="164" y="4"/>
                  </a:lnTo>
                  <a:lnTo>
                    <a:pt x="161" y="8"/>
                  </a:lnTo>
                  <a:lnTo>
                    <a:pt x="161" y="13"/>
                  </a:lnTo>
                  <a:lnTo>
                    <a:pt x="161" y="58"/>
                  </a:lnTo>
                  <a:lnTo>
                    <a:pt x="152" y="62"/>
                  </a:lnTo>
                  <a:lnTo>
                    <a:pt x="144" y="64"/>
                  </a:lnTo>
                  <a:lnTo>
                    <a:pt x="137" y="67"/>
                  </a:lnTo>
                  <a:lnTo>
                    <a:pt x="131" y="71"/>
                  </a:lnTo>
                  <a:lnTo>
                    <a:pt x="119" y="79"/>
                  </a:lnTo>
                  <a:lnTo>
                    <a:pt x="109" y="88"/>
                  </a:lnTo>
                  <a:lnTo>
                    <a:pt x="68" y="64"/>
                  </a:lnTo>
                  <a:lnTo>
                    <a:pt x="63" y="63"/>
                  </a:lnTo>
                  <a:lnTo>
                    <a:pt x="59" y="63"/>
                  </a:lnTo>
                  <a:lnTo>
                    <a:pt x="55" y="65"/>
                  </a:lnTo>
                  <a:lnTo>
                    <a:pt x="50" y="69"/>
                  </a:lnTo>
                  <a:lnTo>
                    <a:pt x="2" y="152"/>
                  </a:lnTo>
                  <a:lnTo>
                    <a:pt x="1" y="157"/>
                  </a:lnTo>
                  <a:lnTo>
                    <a:pt x="1" y="161"/>
                  </a:lnTo>
                  <a:lnTo>
                    <a:pt x="2" y="165"/>
                  </a:lnTo>
                  <a:lnTo>
                    <a:pt x="3" y="167"/>
                  </a:lnTo>
                  <a:lnTo>
                    <a:pt x="5" y="168"/>
                  </a:lnTo>
                  <a:lnTo>
                    <a:pt x="6" y="169"/>
                  </a:lnTo>
                  <a:lnTo>
                    <a:pt x="47" y="193"/>
                  </a:lnTo>
                  <a:lnTo>
                    <a:pt x="45" y="207"/>
                  </a:lnTo>
                  <a:lnTo>
                    <a:pt x="44" y="221"/>
                  </a:lnTo>
                  <a:lnTo>
                    <a:pt x="45" y="236"/>
                  </a:lnTo>
                  <a:lnTo>
                    <a:pt x="47" y="250"/>
                  </a:lnTo>
                  <a:lnTo>
                    <a:pt x="6" y="272"/>
                  </a:lnTo>
                  <a:lnTo>
                    <a:pt x="3" y="276"/>
                  </a:lnTo>
                  <a:lnTo>
                    <a:pt x="0" y="281"/>
                  </a:lnTo>
                  <a:lnTo>
                    <a:pt x="0" y="286"/>
                  </a:lnTo>
                  <a:lnTo>
                    <a:pt x="2" y="290"/>
                  </a:lnTo>
                  <a:lnTo>
                    <a:pt x="49" y="373"/>
                  </a:lnTo>
                  <a:lnTo>
                    <a:pt x="53" y="377"/>
                  </a:lnTo>
                  <a:lnTo>
                    <a:pt x="58" y="379"/>
                  </a:lnTo>
                  <a:lnTo>
                    <a:pt x="62" y="379"/>
                  </a:lnTo>
                  <a:lnTo>
                    <a:pt x="67" y="378"/>
                  </a:lnTo>
                  <a:lnTo>
                    <a:pt x="109" y="356"/>
                  </a:lnTo>
                  <a:lnTo>
                    <a:pt x="119" y="363"/>
                  </a:lnTo>
                  <a:lnTo>
                    <a:pt x="131" y="372"/>
                  </a:lnTo>
                  <a:lnTo>
                    <a:pt x="144" y="378"/>
                  </a:lnTo>
                  <a:lnTo>
                    <a:pt x="161" y="385"/>
                  </a:lnTo>
                  <a:lnTo>
                    <a:pt x="161" y="419"/>
                  </a:lnTo>
                  <a:lnTo>
                    <a:pt x="161" y="425"/>
                  </a:lnTo>
                  <a:lnTo>
                    <a:pt x="164" y="428"/>
                  </a:lnTo>
                  <a:lnTo>
                    <a:pt x="168" y="431"/>
                  </a:lnTo>
                  <a:lnTo>
                    <a:pt x="173" y="432"/>
                  </a:lnTo>
                  <a:lnTo>
                    <a:pt x="269" y="432"/>
                  </a:lnTo>
                  <a:lnTo>
                    <a:pt x="275" y="431"/>
                  </a:lnTo>
                  <a:lnTo>
                    <a:pt x="279" y="428"/>
                  </a:lnTo>
                  <a:lnTo>
                    <a:pt x="281" y="425"/>
                  </a:lnTo>
                  <a:lnTo>
                    <a:pt x="282" y="419"/>
                  </a:lnTo>
                  <a:lnTo>
                    <a:pt x="282" y="382"/>
                  </a:lnTo>
                  <a:lnTo>
                    <a:pt x="296" y="375"/>
                  </a:lnTo>
                  <a:lnTo>
                    <a:pt x="308" y="369"/>
                  </a:lnTo>
                  <a:lnTo>
                    <a:pt x="320" y="362"/>
                  </a:lnTo>
                  <a:lnTo>
                    <a:pt x="329" y="356"/>
                  </a:lnTo>
                  <a:lnTo>
                    <a:pt x="367" y="378"/>
                  </a:lnTo>
                  <a:lnTo>
                    <a:pt x="372" y="379"/>
                  </a:lnTo>
                  <a:lnTo>
                    <a:pt x="378" y="379"/>
                  </a:lnTo>
                  <a:lnTo>
                    <a:pt x="380" y="378"/>
                  </a:lnTo>
                  <a:lnTo>
                    <a:pt x="382" y="377"/>
                  </a:lnTo>
                  <a:lnTo>
                    <a:pt x="383" y="375"/>
                  </a:lnTo>
                  <a:lnTo>
                    <a:pt x="385" y="373"/>
                  </a:lnTo>
                  <a:lnTo>
                    <a:pt x="434" y="290"/>
                  </a:lnTo>
                  <a:lnTo>
                    <a:pt x="435" y="285"/>
                  </a:lnTo>
                  <a:lnTo>
                    <a:pt x="435" y="281"/>
                  </a:lnTo>
                  <a:lnTo>
                    <a:pt x="432" y="276"/>
                  </a:lnTo>
                  <a:lnTo>
                    <a:pt x="428" y="2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32" name="Freeform 58">
              <a:extLst>
                <a:ext uri="{FF2B5EF4-FFF2-40B4-BE49-F238E27FC236}">
                  <a16:creationId xmlns:a16="http://schemas.microsoft.com/office/drawing/2014/main" id="{2B4455A0-17DA-4528-B9B1-18A93D7679DC}"/>
                </a:ext>
              </a:extLst>
            </p:cNvPr>
            <p:cNvSpPr>
              <a:spLocks noEditPoints="1"/>
            </p:cNvSpPr>
            <p:nvPr/>
          </p:nvSpPr>
          <p:spPr bwMode="auto">
            <a:xfrm>
              <a:off x="1122363" y="3297238"/>
              <a:ext cx="61913" cy="60325"/>
            </a:xfrm>
            <a:custGeom>
              <a:avLst/>
              <a:gdLst>
                <a:gd name="T0" fmla="*/ 67 w 154"/>
                <a:gd name="T1" fmla="*/ 128 h 154"/>
                <a:gd name="T2" fmla="*/ 49 w 154"/>
                <a:gd name="T3" fmla="*/ 119 h 154"/>
                <a:gd name="T4" fmla="*/ 35 w 154"/>
                <a:gd name="T5" fmla="*/ 107 h 154"/>
                <a:gd name="T6" fmla="*/ 27 w 154"/>
                <a:gd name="T7" fmla="*/ 88 h 154"/>
                <a:gd name="T8" fmla="*/ 27 w 154"/>
                <a:gd name="T9" fmla="*/ 67 h 154"/>
                <a:gd name="T10" fmla="*/ 35 w 154"/>
                <a:gd name="T11" fmla="*/ 49 h 154"/>
                <a:gd name="T12" fmla="*/ 49 w 154"/>
                <a:gd name="T13" fmla="*/ 35 h 154"/>
                <a:gd name="T14" fmla="*/ 67 w 154"/>
                <a:gd name="T15" fmla="*/ 26 h 154"/>
                <a:gd name="T16" fmla="*/ 87 w 154"/>
                <a:gd name="T17" fmla="*/ 26 h 154"/>
                <a:gd name="T18" fmla="*/ 106 w 154"/>
                <a:gd name="T19" fmla="*/ 35 h 154"/>
                <a:gd name="T20" fmla="*/ 120 w 154"/>
                <a:gd name="T21" fmla="*/ 49 h 154"/>
                <a:gd name="T22" fmla="*/ 128 w 154"/>
                <a:gd name="T23" fmla="*/ 67 h 154"/>
                <a:gd name="T24" fmla="*/ 128 w 154"/>
                <a:gd name="T25" fmla="*/ 88 h 154"/>
                <a:gd name="T26" fmla="*/ 120 w 154"/>
                <a:gd name="T27" fmla="*/ 107 h 154"/>
                <a:gd name="T28" fmla="*/ 106 w 154"/>
                <a:gd name="T29" fmla="*/ 119 h 154"/>
                <a:gd name="T30" fmla="*/ 87 w 154"/>
                <a:gd name="T31" fmla="*/ 128 h 154"/>
                <a:gd name="T32" fmla="*/ 78 w 154"/>
                <a:gd name="T33" fmla="*/ 0 h 154"/>
                <a:gd name="T34" fmla="*/ 62 w 154"/>
                <a:gd name="T35" fmla="*/ 1 h 154"/>
                <a:gd name="T36" fmla="*/ 48 w 154"/>
                <a:gd name="T37" fmla="*/ 6 h 154"/>
                <a:gd name="T38" fmla="*/ 35 w 154"/>
                <a:gd name="T39" fmla="*/ 13 h 154"/>
                <a:gd name="T40" fmla="*/ 23 w 154"/>
                <a:gd name="T41" fmla="*/ 23 h 154"/>
                <a:gd name="T42" fmla="*/ 13 w 154"/>
                <a:gd name="T43" fmla="*/ 34 h 154"/>
                <a:gd name="T44" fmla="*/ 7 w 154"/>
                <a:gd name="T45" fmla="*/ 48 h 154"/>
                <a:gd name="T46" fmla="*/ 1 w 154"/>
                <a:gd name="T47" fmla="*/ 62 h 154"/>
                <a:gd name="T48" fmla="*/ 0 w 154"/>
                <a:gd name="T49" fmla="*/ 78 h 154"/>
                <a:gd name="T50" fmla="*/ 1 w 154"/>
                <a:gd name="T51" fmla="*/ 93 h 154"/>
                <a:gd name="T52" fmla="*/ 7 w 154"/>
                <a:gd name="T53" fmla="*/ 108 h 154"/>
                <a:gd name="T54" fmla="*/ 13 w 154"/>
                <a:gd name="T55" fmla="*/ 121 h 154"/>
                <a:gd name="T56" fmla="*/ 23 w 154"/>
                <a:gd name="T57" fmla="*/ 131 h 154"/>
                <a:gd name="T58" fmla="*/ 35 w 154"/>
                <a:gd name="T59" fmla="*/ 141 h 154"/>
                <a:gd name="T60" fmla="*/ 48 w 154"/>
                <a:gd name="T61" fmla="*/ 148 h 154"/>
                <a:gd name="T62" fmla="*/ 62 w 154"/>
                <a:gd name="T63" fmla="*/ 153 h 154"/>
                <a:gd name="T64" fmla="*/ 78 w 154"/>
                <a:gd name="T65" fmla="*/ 154 h 154"/>
                <a:gd name="T66" fmla="*/ 93 w 154"/>
                <a:gd name="T67" fmla="*/ 153 h 154"/>
                <a:gd name="T68" fmla="*/ 108 w 154"/>
                <a:gd name="T69" fmla="*/ 148 h 154"/>
                <a:gd name="T70" fmla="*/ 121 w 154"/>
                <a:gd name="T71" fmla="*/ 141 h 154"/>
                <a:gd name="T72" fmla="*/ 131 w 154"/>
                <a:gd name="T73" fmla="*/ 131 h 154"/>
                <a:gd name="T74" fmla="*/ 141 w 154"/>
                <a:gd name="T75" fmla="*/ 121 h 154"/>
                <a:gd name="T76" fmla="*/ 149 w 154"/>
                <a:gd name="T77" fmla="*/ 108 h 154"/>
                <a:gd name="T78" fmla="*/ 153 w 154"/>
                <a:gd name="T79" fmla="*/ 93 h 154"/>
                <a:gd name="T80" fmla="*/ 154 w 154"/>
                <a:gd name="T81" fmla="*/ 78 h 154"/>
                <a:gd name="T82" fmla="*/ 153 w 154"/>
                <a:gd name="T83" fmla="*/ 62 h 154"/>
                <a:gd name="T84" fmla="*/ 149 w 154"/>
                <a:gd name="T85" fmla="*/ 48 h 154"/>
                <a:gd name="T86" fmla="*/ 141 w 154"/>
                <a:gd name="T87" fmla="*/ 34 h 154"/>
                <a:gd name="T88" fmla="*/ 131 w 154"/>
                <a:gd name="T89" fmla="*/ 23 h 154"/>
                <a:gd name="T90" fmla="*/ 121 w 154"/>
                <a:gd name="T91" fmla="*/ 13 h 154"/>
                <a:gd name="T92" fmla="*/ 108 w 154"/>
                <a:gd name="T93" fmla="*/ 6 h 154"/>
                <a:gd name="T94" fmla="*/ 93 w 154"/>
                <a:gd name="T95" fmla="*/ 1 h 154"/>
                <a:gd name="T96" fmla="*/ 78 w 154"/>
                <a:gd name="T9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54">
                  <a:moveTo>
                    <a:pt x="78" y="128"/>
                  </a:moveTo>
                  <a:lnTo>
                    <a:pt x="67" y="128"/>
                  </a:lnTo>
                  <a:lnTo>
                    <a:pt x="57" y="125"/>
                  </a:lnTo>
                  <a:lnTo>
                    <a:pt x="49" y="119"/>
                  </a:lnTo>
                  <a:lnTo>
                    <a:pt x="41" y="114"/>
                  </a:lnTo>
                  <a:lnTo>
                    <a:pt x="35" y="107"/>
                  </a:lnTo>
                  <a:lnTo>
                    <a:pt x="29" y="97"/>
                  </a:lnTo>
                  <a:lnTo>
                    <a:pt x="27" y="88"/>
                  </a:lnTo>
                  <a:lnTo>
                    <a:pt x="26" y="78"/>
                  </a:lnTo>
                  <a:lnTo>
                    <a:pt x="27" y="67"/>
                  </a:lnTo>
                  <a:lnTo>
                    <a:pt x="29" y="57"/>
                  </a:lnTo>
                  <a:lnTo>
                    <a:pt x="35" y="49"/>
                  </a:lnTo>
                  <a:lnTo>
                    <a:pt x="41" y="41"/>
                  </a:lnTo>
                  <a:lnTo>
                    <a:pt x="49" y="35"/>
                  </a:lnTo>
                  <a:lnTo>
                    <a:pt x="57" y="29"/>
                  </a:lnTo>
                  <a:lnTo>
                    <a:pt x="67" y="26"/>
                  </a:lnTo>
                  <a:lnTo>
                    <a:pt x="78" y="25"/>
                  </a:lnTo>
                  <a:lnTo>
                    <a:pt x="87" y="26"/>
                  </a:lnTo>
                  <a:lnTo>
                    <a:pt x="97" y="29"/>
                  </a:lnTo>
                  <a:lnTo>
                    <a:pt x="106" y="35"/>
                  </a:lnTo>
                  <a:lnTo>
                    <a:pt x="114" y="41"/>
                  </a:lnTo>
                  <a:lnTo>
                    <a:pt x="120" y="49"/>
                  </a:lnTo>
                  <a:lnTo>
                    <a:pt x="125" y="57"/>
                  </a:lnTo>
                  <a:lnTo>
                    <a:pt x="128" y="67"/>
                  </a:lnTo>
                  <a:lnTo>
                    <a:pt x="129" y="78"/>
                  </a:lnTo>
                  <a:lnTo>
                    <a:pt x="128" y="88"/>
                  </a:lnTo>
                  <a:lnTo>
                    <a:pt x="125" y="97"/>
                  </a:lnTo>
                  <a:lnTo>
                    <a:pt x="120" y="107"/>
                  </a:lnTo>
                  <a:lnTo>
                    <a:pt x="114" y="114"/>
                  </a:lnTo>
                  <a:lnTo>
                    <a:pt x="106" y="119"/>
                  </a:lnTo>
                  <a:lnTo>
                    <a:pt x="97" y="125"/>
                  </a:lnTo>
                  <a:lnTo>
                    <a:pt x="87" y="128"/>
                  </a:lnTo>
                  <a:lnTo>
                    <a:pt x="78" y="128"/>
                  </a:lnTo>
                  <a:close/>
                  <a:moveTo>
                    <a:pt x="78" y="0"/>
                  </a:moveTo>
                  <a:lnTo>
                    <a:pt x="69" y="0"/>
                  </a:lnTo>
                  <a:lnTo>
                    <a:pt x="62" y="1"/>
                  </a:lnTo>
                  <a:lnTo>
                    <a:pt x="54" y="4"/>
                  </a:lnTo>
                  <a:lnTo>
                    <a:pt x="48" y="6"/>
                  </a:lnTo>
                  <a:lnTo>
                    <a:pt x="41" y="9"/>
                  </a:lnTo>
                  <a:lnTo>
                    <a:pt x="35" y="13"/>
                  </a:lnTo>
                  <a:lnTo>
                    <a:pt x="28" y="17"/>
                  </a:lnTo>
                  <a:lnTo>
                    <a:pt x="23" y="23"/>
                  </a:lnTo>
                  <a:lnTo>
                    <a:pt x="18" y="28"/>
                  </a:lnTo>
                  <a:lnTo>
                    <a:pt x="13" y="34"/>
                  </a:lnTo>
                  <a:lnTo>
                    <a:pt x="10" y="40"/>
                  </a:lnTo>
                  <a:lnTo>
                    <a:pt x="7" y="48"/>
                  </a:lnTo>
                  <a:lnTo>
                    <a:pt x="4" y="54"/>
                  </a:lnTo>
                  <a:lnTo>
                    <a:pt x="1" y="62"/>
                  </a:lnTo>
                  <a:lnTo>
                    <a:pt x="0" y="70"/>
                  </a:lnTo>
                  <a:lnTo>
                    <a:pt x="0" y="78"/>
                  </a:lnTo>
                  <a:lnTo>
                    <a:pt x="0" y="85"/>
                  </a:lnTo>
                  <a:lnTo>
                    <a:pt x="1" y="93"/>
                  </a:lnTo>
                  <a:lnTo>
                    <a:pt x="4" y="100"/>
                  </a:lnTo>
                  <a:lnTo>
                    <a:pt x="7" y="108"/>
                  </a:lnTo>
                  <a:lnTo>
                    <a:pt x="10" y="114"/>
                  </a:lnTo>
                  <a:lnTo>
                    <a:pt x="13" y="121"/>
                  </a:lnTo>
                  <a:lnTo>
                    <a:pt x="18" y="126"/>
                  </a:lnTo>
                  <a:lnTo>
                    <a:pt x="23" y="131"/>
                  </a:lnTo>
                  <a:lnTo>
                    <a:pt x="28" y="137"/>
                  </a:lnTo>
                  <a:lnTo>
                    <a:pt x="35" y="141"/>
                  </a:lnTo>
                  <a:lnTo>
                    <a:pt x="41" y="145"/>
                  </a:lnTo>
                  <a:lnTo>
                    <a:pt x="48" y="148"/>
                  </a:lnTo>
                  <a:lnTo>
                    <a:pt x="54" y="151"/>
                  </a:lnTo>
                  <a:lnTo>
                    <a:pt x="62" y="153"/>
                  </a:lnTo>
                  <a:lnTo>
                    <a:pt x="69" y="154"/>
                  </a:lnTo>
                  <a:lnTo>
                    <a:pt x="78" y="154"/>
                  </a:lnTo>
                  <a:lnTo>
                    <a:pt x="85" y="154"/>
                  </a:lnTo>
                  <a:lnTo>
                    <a:pt x="93" y="153"/>
                  </a:lnTo>
                  <a:lnTo>
                    <a:pt x="100" y="151"/>
                  </a:lnTo>
                  <a:lnTo>
                    <a:pt x="108" y="148"/>
                  </a:lnTo>
                  <a:lnTo>
                    <a:pt x="114" y="145"/>
                  </a:lnTo>
                  <a:lnTo>
                    <a:pt x="121" y="141"/>
                  </a:lnTo>
                  <a:lnTo>
                    <a:pt x="126" y="137"/>
                  </a:lnTo>
                  <a:lnTo>
                    <a:pt x="131" y="131"/>
                  </a:lnTo>
                  <a:lnTo>
                    <a:pt x="137" y="126"/>
                  </a:lnTo>
                  <a:lnTo>
                    <a:pt x="141" y="121"/>
                  </a:lnTo>
                  <a:lnTo>
                    <a:pt x="145" y="114"/>
                  </a:lnTo>
                  <a:lnTo>
                    <a:pt x="149" y="108"/>
                  </a:lnTo>
                  <a:lnTo>
                    <a:pt x="151" y="100"/>
                  </a:lnTo>
                  <a:lnTo>
                    <a:pt x="153" y="93"/>
                  </a:lnTo>
                  <a:lnTo>
                    <a:pt x="154" y="85"/>
                  </a:lnTo>
                  <a:lnTo>
                    <a:pt x="154" y="78"/>
                  </a:lnTo>
                  <a:lnTo>
                    <a:pt x="154" y="70"/>
                  </a:lnTo>
                  <a:lnTo>
                    <a:pt x="153" y="62"/>
                  </a:lnTo>
                  <a:lnTo>
                    <a:pt x="151" y="54"/>
                  </a:lnTo>
                  <a:lnTo>
                    <a:pt x="149" y="48"/>
                  </a:lnTo>
                  <a:lnTo>
                    <a:pt x="145" y="40"/>
                  </a:lnTo>
                  <a:lnTo>
                    <a:pt x="141" y="34"/>
                  </a:lnTo>
                  <a:lnTo>
                    <a:pt x="137" y="28"/>
                  </a:lnTo>
                  <a:lnTo>
                    <a:pt x="131" y="23"/>
                  </a:lnTo>
                  <a:lnTo>
                    <a:pt x="126" y="17"/>
                  </a:lnTo>
                  <a:lnTo>
                    <a:pt x="121" y="13"/>
                  </a:lnTo>
                  <a:lnTo>
                    <a:pt x="114" y="9"/>
                  </a:lnTo>
                  <a:lnTo>
                    <a:pt x="108" y="6"/>
                  </a:lnTo>
                  <a:lnTo>
                    <a:pt x="100" y="4"/>
                  </a:lnTo>
                  <a:lnTo>
                    <a:pt x="93" y="1"/>
                  </a:lnTo>
                  <a:lnTo>
                    <a:pt x="85" y="0"/>
                  </a:lnTo>
                  <a:lnTo>
                    <a:pt x="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33" name="Freeform 59">
              <a:extLst>
                <a:ext uri="{FF2B5EF4-FFF2-40B4-BE49-F238E27FC236}">
                  <a16:creationId xmlns:a16="http://schemas.microsoft.com/office/drawing/2014/main" id="{39DFF715-DC57-4A97-B907-EE2E45A28B17}"/>
                </a:ext>
              </a:extLst>
            </p:cNvPr>
            <p:cNvSpPr>
              <a:spLocks noEditPoints="1"/>
            </p:cNvSpPr>
            <p:nvPr/>
          </p:nvSpPr>
          <p:spPr bwMode="auto">
            <a:xfrm>
              <a:off x="946151" y="3371851"/>
              <a:ext cx="173038" cy="171450"/>
            </a:xfrm>
            <a:custGeom>
              <a:avLst/>
              <a:gdLst>
                <a:gd name="T0" fmla="*/ 362 w 435"/>
                <a:gd name="T1" fmla="*/ 176 h 434"/>
                <a:gd name="T2" fmla="*/ 364 w 435"/>
                <a:gd name="T3" fmla="*/ 229 h 434"/>
                <a:gd name="T4" fmla="*/ 365 w 435"/>
                <a:gd name="T5" fmla="*/ 256 h 434"/>
                <a:gd name="T6" fmla="*/ 334 w 435"/>
                <a:gd name="T7" fmla="*/ 319 h 434"/>
                <a:gd name="T8" fmla="*/ 319 w 435"/>
                <a:gd name="T9" fmla="*/ 321 h 434"/>
                <a:gd name="T10" fmla="*/ 264 w 435"/>
                <a:gd name="T11" fmla="*/ 354 h 434"/>
                <a:gd name="T12" fmla="*/ 256 w 435"/>
                <a:gd name="T13" fmla="*/ 365 h 434"/>
                <a:gd name="T14" fmla="*/ 185 w 435"/>
                <a:gd name="T15" fmla="*/ 362 h 434"/>
                <a:gd name="T16" fmla="*/ 166 w 435"/>
                <a:gd name="T17" fmla="*/ 350 h 434"/>
                <a:gd name="T18" fmla="*/ 132 w 435"/>
                <a:gd name="T19" fmla="*/ 332 h 434"/>
                <a:gd name="T20" fmla="*/ 108 w 435"/>
                <a:gd name="T21" fmla="*/ 318 h 434"/>
                <a:gd name="T22" fmla="*/ 67 w 435"/>
                <a:gd name="T23" fmla="*/ 259 h 434"/>
                <a:gd name="T24" fmla="*/ 73 w 435"/>
                <a:gd name="T25" fmla="*/ 245 h 434"/>
                <a:gd name="T26" fmla="*/ 73 w 435"/>
                <a:gd name="T27" fmla="*/ 180 h 434"/>
                <a:gd name="T28" fmla="*/ 67 w 435"/>
                <a:gd name="T29" fmla="*/ 166 h 434"/>
                <a:gd name="T30" fmla="*/ 108 w 435"/>
                <a:gd name="T31" fmla="*/ 106 h 434"/>
                <a:gd name="T32" fmla="*/ 132 w 435"/>
                <a:gd name="T33" fmla="*/ 92 h 434"/>
                <a:gd name="T34" fmla="*/ 166 w 435"/>
                <a:gd name="T35" fmla="*/ 74 h 434"/>
                <a:gd name="T36" fmla="*/ 185 w 435"/>
                <a:gd name="T37" fmla="*/ 63 h 434"/>
                <a:gd name="T38" fmla="*/ 256 w 435"/>
                <a:gd name="T39" fmla="*/ 60 h 434"/>
                <a:gd name="T40" fmla="*/ 264 w 435"/>
                <a:gd name="T41" fmla="*/ 71 h 434"/>
                <a:gd name="T42" fmla="*/ 319 w 435"/>
                <a:gd name="T43" fmla="*/ 103 h 434"/>
                <a:gd name="T44" fmla="*/ 334 w 435"/>
                <a:gd name="T45" fmla="*/ 105 h 434"/>
                <a:gd name="T46" fmla="*/ 435 w 435"/>
                <a:gd name="T47" fmla="*/ 153 h 434"/>
                <a:gd name="T48" fmla="*/ 383 w 435"/>
                <a:gd name="T49" fmla="*/ 58 h 434"/>
                <a:gd name="T50" fmla="*/ 375 w 435"/>
                <a:gd name="T51" fmla="*/ 54 h 434"/>
                <a:gd name="T52" fmla="*/ 328 w 435"/>
                <a:gd name="T53" fmla="*/ 78 h 434"/>
                <a:gd name="T54" fmla="*/ 282 w 435"/>
                <a:gd name="T55" fmla="*/ 51 h 434"/>
                <a:gd name="T56" fmla="*/ 275 w 435"/>
                <a:gd name="T57" fmla="*/ 1 h 434"/>
                <a:gd name="T58" fmla="*/ 164 w 435"/>
                <a:gd name="T59" fmla="*/ 4 h 434"/>
                <a:gd name="T60" fmla="*/ 151 w 435"/>
                <a:gd name="T61" fmla="*/ 52 h 434"/>
                <a:gd name="T62" fmla="*/ 119 w 435"/>
                <a:gd name="T63" fmla="*/ 70 h 434"/>
                <a:gd name="T64" fmla="*/ 58 w 435"/>
                <a:gd name="T65" fmla="*/ 54 h 434"/>
                <a:gd name="T66" fmla="*/ 0 w 435"/>
                <a:gd name="T67" fmla="*/ 148 h 434"/>
                <a:gd name="T68" fmla="*/ 4 w 435"/>
                <a:gd name="T69" fmla="*/ 159 h 434"/>
                <a:gd name="T70" fmla="*/ 44 w 435"/>
                <a:gd name="T71" fmla="*/ 213 h 434"/>
                <a:gd name="T72" fmla="*/ 2 w 435"/>
                <a:gd name="T73" fmla="*/ 267 h 434"/>
                <a:gd name="T74" fmla="*/ 49 w 435"/>
                <a:gd name="T75" fmla="*/ 365 h 434"/>
                <a:gd name="T76" fmla="*/ 66 w 435"/>
                <a:gd name="T77" fmla="*/ 369 h 434"/>
                <a:gd name="T78" fmla="*/ 137 w 435"/>
                <a:gd name="T79" fmla="*/ 366 h 434"/>
                <a:gd name="T80" fmla="*/ 160 w 435"/>
                <a:gd name="T81" fmla="*/ 421 h 434"/>
                <a:gd name="T82" fmla="*/ 173 w 435"/>
                <a:gd name="T83" fmla="*/ 434 h 434"/>
                <a:gd name="T84" fmla="*/ 281 w 435"/>
                <a:gd name="T85" fmla="*/ 426 h 434"/>
                <a:gd name="T86" fmla="*/ 308 w 435"/>
                <a:gd name="T87" fmla="*/ 360 h 434"/>
                <a:gd name="T88" fmla="*/ 369 w 435"/>
                <a:gd name="T89" fmla="*/ 371 h 434"/>
                <a:gd name="T90" fmla="*/ 380 w 435"/>
                <a:gd name="T91" fmla="*/ 371 h 434"/>
                <a:gd name="T92" fmla="*/ 434 w 435"/>
                <a:gd name="T93" fmla="*/ 281 h 434"/>
                <a:gd name="T94" fmla="*/ 428 w 435"/>
                <a:gd name="T95" fmla="*/ 263 h 434"/>
                <a:gd name="T96" fmla="*/ 390 w 435"/>
                <a:gd name="T97" fmla="*/ 199 h 434"/>
                <a:gd name="T98" fmla="*/ 433 w 435"/>
                <a:gd name="T99" fmla="*/ 158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5" h="434">
                  <a:moveTo>
                    <a:pt x="368" y="166"/>
                  </a:moveTo>
                  <a:lnTo>
                    <a:pt x="365" y="169"/>
                  </a:lnTo>
                  <a:lnTo>
                    <a:pt x="363" y="172"/>
                  </a:lnTo>
                  <a:lnTo>
                    <a:pt x="362" y="176"/>
                  </a:lnTo>
                  <a:lnTo>
                    <a:pt x="362" y="180"/>
                  </a:lnTo>
                  <a:lnTo>
                    <a:pt x="364" y="197"/>
                  </a:lnTo>
                  <a:lnTo>
                    <a:pt x="365" y="213"/>
                  </a:lnTo>
                  <a:lnTo>
                    <a:pt x="364" y="229"/>
                  </a:lnTo>
                  <a:lnTo>
                    <a:pt x="362" y="245"/>
                  </a:lnTo>
                  <a:lnTo>
                    <a:pt x="362" y="248"/>
                  </a:lnTo>
                  <a:lnTo>
                    <a:pt x="363" y="252"/>
                  </a:lnTo>
                  <a:lnTo>
                    <a:pt x="365" y="256"/>
                  </a:lnTo>
                  <a:lnTo>
                    <a:pt x="368" y="259"/>
                  </a:lnTo>
                  <a:lnTo>
                    <a:pt x="405" y="280"/>
                  </a:lnTo>
                  <a:lnTo>
                    <a:pt x="369" y="342"/>
                  </a:lnTo>
                  <a:lnTo>
                    <a:pt x="334" y="319"/>
                  </a:lnTo>
                  <a:lnTo>
                    <a:pt x="331" y="318"/>
                  </a:lnTo>
                  <a:lnTo>
                    <a:pt x="326" y="318"/>
                  </a:lnTo>
                  <a:lnTo>
                    <a:pt x="323" y="319"/>
                  </a:lnTo>
                  <a:lnTo>
                    <a:pt x="319" y="321"/>
                  </a:lnTo>
                  <a:lnTo>
                    <a:pt x="309" y="330"/>
                  </a:lnTo>
                  <a:lnTo>
                    <a:pt x="296" y="337"/>
                  </a:lnTo>
                  <a:lnTo>
                    <a:pt x="281" y="346"/>
                  </a:lnTo>
                  <a:lnTo>
                    <a:pt x="264" y="354"/>
                  </a:lnTo>
                  <a:lnTo>
                    <a:pt x="261" y="357"/>
                  </a:lnTo>
                  <a:lnTo>
                    <a:pt x="259" y="359"/>
                  </a:lnTo>
                  <a:lnTo>
                    <a:pt x="258" y="362"/>
                  </a:lnTo>
                  <a:lnTo>
                    <a:pt x="256" y="365"/>
                  </a:lnTo>
                  <a:lnTo>
                    <a:pt x="256" y="409"/>
                  </a:lnTo>
                  <a:lnTo>
                    <a:pt x="186" y="409"/>
                  </a:lnTo>
                  <a:lnTo>
                    <a:pt x="186" y="365"/>
                  </a:lnTo>
                  <a:lnTo>
                    <a:pt x="185" y="362"/>
                  </a:lnTo>
                  <a:lnTo>
                    <a:pt x="183" y="358"/>
                  </a:lnTo>
                  <a:lnTo>
                    <a:pt x="180" y="354"/>
                  </a:lnTo>
                  <a:lnTo>
                    <a:pt x="176" y="352"/>
                  </a:lnTo>
                  <a:lnTo>
                    <a:pt x="166" y="350"/>
                  </a:lnTo>
                  <a:lnTo>
                    <a:pt x="158" y="347"/>
                  </a:lnTo>
                  <a:lnTo>
                    <a:pt x="150" y="344"/>
                  </a:lnTo>
                  <a:lnTo>
                    <a:pt x="144" y="340"/>
                  </a:lnTo>
                  <a:lnTo>
                    <a:pt x="132" y="332"/>
                  </a:lnTo>
                  <a:lnTo>
                    <a:pt x="119" y="321"/>
                  </a:lnTo>
                  <a:lnTo>
                    <a:pt x="116" y="319"/>
                  </a:lnTo>
                  <a:lnTo>
                    <a:pt x="113" y="318"/>
                  </a:lnTo>
                  <a:lnTo>
                    <a:pt x="108" y="318"/>
                  </a:lnTo>
                  <a:lnTo>
                    <a:pt x="105" y="319"/>
                  </a:lnTo>
                  <a:lnTo>
                    <a:pt x="65" y="342"/>
                  </a:lnTo>
                  <a:lnTo>
                    <a:pt x="30" y="280"/>
                  </a:lnTo>
                  <a:lnTo>
                    <a:pt x="67" y="259"/>
                  </a:lnTo>
                  <a:lnTo>
                    <a:pt x="71" y="256"/>
                  </a:lnTo>
                  <a:lnTo>
                    <a:pt x="73" y="252"/>
                  </a:lnTo>
                  <a:lnTo>
                    <a:pt x="74" y="248"/>
                  </a:lnTo>
                  <a:lnTo>
                    <a:pt x="73" y="245"/>
                  </a:lnTo>
                  <a:lnTo>
                    <a:pt x="71" y="229"/>
                  </a:lnTo>
                  <a:lnTo>
                    <a:pt x="70" y="213"/>
                  </a:lnTo>
                  <a:lnTo>
                    <a:pt x="71" y="197"/>
                  </a:lnTo>
                  <a:lnTo>
                    <a:pt x="73" y="180"/>
                  </a:lnTo>
                  <a:lnTo>
                    <a:pt x="74" y="176"/>
                  </a:lnTo>
                  <a:lnTo>
                    <a:pt x="73" y="172"/>
                  </a:lnTo>
                  <a:lnTo>
                    <a:pt x="71" y="169"/>
                  </a:lnTo>
                  <a:lnTo>
                    <a:pt x="67" y="166"/>
                  </a:lnTo>
                  <a:lnTo>
                    <a:pt x="30" y="145"/>
                  </a:lnTo>
                  <a:lnTo>
                    <a:pt x="66" y="84"/>
                  </a:lnTo>
                  <a:lnTo>
                    <a:pt x="105" y="105"/>
                  </a:lnTo>
                  <a:lnTo>
                    <a:pt x="108" y="106"/>
                  </a:lnTo>
                  <a:lnTo>
                    <a:pt x="113" y="106"/>
                  </a:lnTo>
                  <a:lnTo>
                    <a:pt x="117" y="105"/>
                  </a:lnTo>
                  <a:lnTo>
                    <a:pt x="120" y="103"/>
                  </a:lnTo>
                  <a:lnTo>
                    <a:pt x="132" y="92"/>
                  </a:lnTo>
                  <a:lnTo>
                    <a:pt x="144" y="84"/>
                  </a:lnTo>
                  <a:lnTo>
                    <a:pt x="150" y="80"/>
                  </a:lnTo>
                  <a:lnTo>
                    <a:pt x="158" y="76"/>
                  </a:lnTo>
                  <a:lnTo>
                    <a:pt x="166" y="74"/>
                  </a:lnTo>
                  <a:lnTo>
                    <a:pt x="176" y="71"/>
                  </a:lnTo>
                  <a:lnTo>
                    <a:pt x="180" y="70"/>
                  </a:lnTo>
                  <a:lnTo>
                    <a:pt x="183" y="67"/>
                  </a:lnTo>
                  <a:lnTo>
                    <a:pt x="185" y="63"/>
                  </a:lnTo>
                  <a:lnTo>
                    <a:pt x="186" y="60"/>
                  </a:lnTo>
                  <a:lnTo>
                    <a:pt x="186" y="26"/>
                  </a:lnTo>
                  <a:lnTo>
                    <a:pt x="256" y="26"/>
                  </a:lnTo>
                  <a:lnTo>
                    <a:pt x="256" y="60"/>
                  </a:lnTo>
                  <a:lnTo>
                    <a:pt x="258" y="63"/>
                  </a:lnTo>
                  <a:lnTo>
                    <a:pt x="259" y="67"/>
                  </a:lnTo>
                  <a:lnTo>
                    <a:pt x="261" y="69"/>
                  </a:lnTo>
                  <a:lnTo>
                    <a:pt x="264" y="71"/>
                  </a:lnTo>
                  <a:lnTo>
                    <a:pt x="281" y="80"/>
                  </a:lnTo>
                  <a:lnTo>
                    <a:pt x="296" y="87"/>
                  </a:lnTo>
                  <a:lnTo>
                    <a:pt x="309" y="96"/>
                  </a:lnTo>
                  <a:lnTo>
                    <a:pt x="319" y="103"/>
                  </a:lnTo>
                  <a:lnTo>
                    <a:pt x="322" y="105"/>
                  </a:lnTo>
                  <a:lnTo>
                    <a:pt x="326" y="106"/>
                  </a:lnTo>
                  <a:lnTo>
                    <a:pt x="331" y="106"/>
                  </a:lnTo>
                  <a:lnTo>
                    <a:pt x="334" y="105"/>
                  </a:lnTo>
                  <a:lnTo>
                    <a:pt x="369" y="84"/>
                  </a:lnTo>
                  <a:lnTo>
                    <a:pt x="405" y="145"/>
                  </a:lnTo>
                  <a:lnTo>
                    <a:pt x="368" y="166"/>
                  </a:lnTo>
                  <a:close/>
                  <a:moveTo>
                    <a:pt x="435" y="153"/>
                  </a:moveTo>
                  <a:lnTo>
                    <a:pt x="435" y="148"/>
                  </a:lnTo>
                  <a:lnTo>
                    <a:pt x="434" y="144"/>
                  </a:lnTo>
                  <a:lnTo>
                    <a:pt x="385" y="60"/>
                  </a:lnTo>
                  <a:lnTo>
                    <a:pt x="383" y="58"/>
                  </a:lnTo>
                  <a:lnTo>
                    <a:pt x="382" y="56"/>
                  </a:lnTo>
                  <a:lnTo>
                    <a:pt x="380" y="55"/>
                  </a:lnTo>
                  <a:lnTo>
                    <a:pt x="377" y="55"/>
                  </a:lnTo>
                  <a:lnTo>
                    <a:pt x="375" y="54"/>
                  </a:lnTo>
                  <a:lnTo>
                    <a:pt x="372" y="54"/>
                  </a:lnTo>
                  <a:lnTo>
                    <a:pt x="370" y="55"/>
                  </a:lnTo>
                  <a:lnTo>
                    <a:pt x="367" y="56"/>
                  </a:lnTo>
                  <a:lnTo>
                    <a:pt x="328" y="78"/>
                  </a:lnTo>
                  <a:lnTo>
                    <a:pt x="320" y="71"/>
                  </a:lnTo>
                  <a:lnTo>
                    <a:pt x="308" y="64"/>
                  </a:lnTo>
                  <a:lnTo>
                    <a:pt x="296" y="58"/>
                  </a:lnTo>
                  <a:lnTo>
                    <a:pt x="282" y="51"/>
                  </a:lnTo>
                  <a:lnTo>
                    <a:pt x="282" y="13"/>
                  </a:lnTo>
                  <a:lnTo>
                    <a:pt x="281" y="8"/>
                  </a:lnTo>
                  <a:lnTo>
                    <a:pt x="278" y="4"/>
                  </a:lnTo>
                  <a:lnTo>
                    <a:pt x="275" y="1"/>
                  </a:lnTo>
                  <a:lnTo>
                    <a:pt x="269" y="0"/>
                  </a:lnTo>
                  <a:lnTo>
                    <a:pt x="173" y="0"/>
                  </a:lnTo>
                  <a:lnTo>
                    <a:pt x="168" y="1"/>
                  </a:lnTo>
                  <a:lnTo>
                    <a:pt x="164" y="4"/>
                  </a:lnTo>
                  <a:lnTo>
                    <a:pt x="161" y="8"/>
                  </a:lnTo>
                  <a:lnTo>
                    <a:pt x="160" y="13"/>
                  </a:lnTo>
                  <a:lnTo>
                    <a:pt x="160" y="49"/>
                  </a:lnTo>
                  <a:lnTo>
                    <a:pt x="151" y="52"/>
                  </a:lnTo>
                  <a:lnTo>
                    <a:pt x="144" y="55"/>
                  </a:lnTo>
                  <a:lnTo>
                    <a:pt x="137" y="58"/>
                  </a:lnTo>
                  <a:lnTo>
                    <a:pt x="131" y="62"/>
                  </a:lnTo>
                  <a:lnTo>
                    <a:pt x="119" y="70"/>
                  </a:lnTo>
                  <a:lnTo>
                    <a:pt x="109" y="78"/>
                  </a:lnTo>
                  <a:lnTo>
                    <a:pt x="67" y="55"/>
                  </a:lnTo>
                  <a:lnTo>
                    <a:pt x="63" y="54"/>
                  </a:lnTo>
                  <a:lnTo>
                    <a:pt x="58" y="54"/>
                  </a:lnTo>
                  <a:lnTo>
                    <a:pt x="54" y="56"/>
                  </a:lnTo>
                  <a:lnTo>
                    <a:pt x="50" y="60"/>
                  </a:lnTo>
                  <a:lnTo>
                    <a:pt x="2" y="144"/>
                  </a:lnTo>
                  <a:lnTo>
                    <a:pt x="0" y="148"/>
                  </a:lnTo>
                  <a:lnTo>
                    <a:pt x="1" y="153"/>
                  </a:lnTo>
                  <a:lnTo>
                    <a:pt x="2" y="156"/>
                  </a:lnTo>
                  <a:lnTo>
                    <a:pt x="3" y="158"/>
                  </a:lnTo>
                  <a:lnTo>
                    <a:pt x="4" y="159"/>
                  </a:lnTo>
                  <a:lnTo>
                    <a:pt x="6" y="160"/>
                  </a:lnTo>
                  <a:lnTo>
                    <a:pt x="47" y="185"/>
                  </a:lnTo>
                  <a:lnTo>
                    <a:pt x="45" y="199"/>
                  </a:lnTo>
                  <a:lnTo>
                    <a:pt x="44" y="213"/>
                  </a:lnTo>
                  <a:lnTo>
                    <a:pt x="45" y="227"/>
                  </a:lnTo>
                  <a:lnTo>
                    <a:pt x="47" y="241"/>
                  </a:lnTo>
                  <a:lnTo>
                    <a:pt x="6" y="263"/>
                  </a:lnTo>
                  <a:lnTo>
                    <a:pt x="2" y="267"/>
                  </a:lnTo>
                  <a:lnTo>
                    <a:pt x="0" y="273"/>
                  </a:lnTo>
                  <a:lnTo>
                    <a:pt x="0" y="277"/>
                  </a:lnTo>
                  <a:lnTo>
                    <a:pt x="2" y="281"/>
                  </a:lnTo>
                  <a:lnTo>
                    <a:pt x="49" y="365"/>
                  </a:lnTo>
                  <a:lnTo>
                    <a:pt x="52" y="368"/>
                  </a:lnTo>
                  <a:lnTo>
                    <a:pt x="57" y="371"/>
                  </a:lnTo>
                  <a:lnTo>
                    <a:pt x="62" y="371"/>
                  </a:lnTo>
                  <a:lnTo>
                    <a:pt x="66" y="369"/>
                  </a:lnTo>
                  <a:lnTo>
                    <a:pt x="109" y="346"/>
                  </a:lnTo>
                  <a:lnTo>
                    <a:pt x="119" y="354"/>
                  </a:lnTo>
                  <a:lnTo>
                    <a:pt x="131" y="363"/>
                  </a:lnTo>
                  <a:lnTo>
                    <a:pt x="137" y="366"/>
                  </a:lnTo>
                  <a:lnTo>
                    <a:pt x="144" y="369"/>
                  </a:lnTo>
                  <a:lnTo>
                    <a:pt x="151" y="373"/>
                  </a:lnTo>
                  <a:lnTo>
                    <a:pt x="160" y="376"/>
                  </a:lnTo>
                  <a:lnTo>
                    <a:pt x="160" y="421"/>
                  </a:lnTo>
                  <a:lnTo>
                    <a:pt x="161" y="426"/>
                  </a:lnTo>
                  <a:lnTo>
                    <a:pt x="164" y="431"/>
                  </a:lnTo>
                  <a:lnTo>
                    <a:pt x="168" y="433"/>
                  </a:lnTo>
                  <a:lnTo>
                    <a:pt x="173" y="434"/>
                  </a:lnTo>
                  <a:lnTo>
                    <a:pt x="269" y="434"/>
                  </a:lnTo>
                  <a:lnTo>
                    <a:pt x="275" y="433"/>
                  </a:lnTo>
                  <a:lnTo>
                    <a:pt x="278" y="431"/>
                  </a:lnTo>
                  <a:lnTo>
                    <a:pt x="281" y="426"/>
                  </a:lnTo>
                  <a:lnTo>
                    <a:pt x="282" y="421"/>
                  </a:lnTo>
                  <a:lnTo>
                    <a:pt x="282" y="374"/>
                  </a:lnTo>
                  <a:lnTo>
                    <a:pt x="296" y="367"/>
                  </a:lnTo>
                  <a:lnTo>
                    <a:pt x="308" y="360"/>
                  </a:lnTo>
                  <a:lnTo>
                    <a:pt x="320" y="353"/>
                  </a:lnTo>
                  <a:lnTo>
                    <a:pt x="329" y="346"/>
                  </a:lnTo>
                  <a:lnTo>
                    <a:pt x="367" y="369"/>
                  </a:lnTo>
                  <a:lnTo>
                    <a:pt x="369" y="371"/>
                  </a:lnTo>
                  <a:lnTo>
                    <a:pt x="372" y="372"/>
                  </a:lnTo>
                  <a:lnTo>
                    <a:pt x="375" y="372"/>
                  </a:lnTo>
                  <a:lnTo>
                    <a:pt x="377" y="371"/>
                  </a:lnTo>
                  <a:lnTo>
                    <a:pt x="380" y="371"/>
                  </a:lnTo>
                  <a:lnTo>
                    <a:pt x="382" y="368"/>
                  </a:lnTo>
                  <a:lnTo>
                    <a:pt x="383" y="367"/>
                  </a:lnTo>
                  <a:lnTo>
                    <a:pt x="385" y="365"/>
                  </a:lnTo>
                  <a:lnTo>
                    <a:pt x="434" y="281"/>
                  </a:lnTo>
                  <a:lnTo>
                    <a:pt x="435" y="277"/>
                  </a:lnTo>
                  <a:lnTo>
                    <a:pt x="435" y="273"/>
                  </a:lnTo>
                  <a:lnTo>
                    <a:pt x="433" y="267"/>
                  </a:lnTo>
                  <a:lnTo>
                    <a:pt x="428" y="263"/>
                  </a:lnTo>
                  <a:lnTo>
                    <a:pt x="389" y="241"/>
                  </a:lnTo>
                  <a:lnTo>
                    <a:pt x="390" y="227"/>
                  </a:lnTo>
                  <a:lnTo>
                    <a:pt x="391" y="213"/>
                  </a:lnTo>
                  <a:lnTo>
                    <a:pt x="390" y="199"/>
                  </a:lnTo>
                  <a:lnTo>
                    <a:pt x="389" y="185"/>
                  </a:lnTo>
                  <a:lnTo>
                    <a:pt x="428" y="160"/>
                  </a:lnTo>
                  <a:lnTo>
                    <a:pt x="430" y="159"/>
                  </a:lnTo>
                  <a:lnTo>
                    <a:pt x="433" y="158"/>
                  </a:lnTo>
                  <a:lnTo>
                    <a:pt x="434" y="156"/>
                  </a:lnTo>
                  <a:lnTo>
                    <a:pt x="435"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34" name="Freeform 60">
              <a:extLst>
                <a:ext uri="{FF2B5EF4-FFF2-40B4-BE49-F238E27FC236}">
                  <a16:creationId xmlns:a16="http://schemas.microsoft.com/office/drawing/2014/main" id="{01D7CCEE-73A7-40E4-870C-03CC2C21D506}"/>
                </a:ext>
              </a:extLst>
            </p:cNvPr>
            <p:cNvSpPr>
              <a:spLocks noEditPoints="1"/>
            </p:cNvSpPr>
            <p:nvPr/>
          </p:nvSpPr>
          <p:spPr bwMode="auto">
            <a:xfrm>
              <a:off x="1001713" y="3424238"/>
              <a:ext cx="61913" cy="61913"/>
            </a:xfrm>
            <a:custGeom>
              <a:avLst/>
              <a:gdLst>
                <a:gd name="T0" fmla="*/ 67 w 154"/>
                <a:gd name="T1" fmla="*/ 127 h 154"/>
                <a:gd name="T2" fmla="*/ 49 w 154"/>
                <a:gd name="T3" fmla="*/ 120 h 154"/>
                <a:gd name="T4" fmla="*/ 35 w 154"/>
                <a:gd name="T5" fmla="*/ 106 h 154"/>
                <a:gd name="T6" fmla="*/ 27 w 154"/>
                <a:gd name="T7" fmla="*/ 87 h 154"/>
                <a:gd name="T8" fmla="*/ 27 w 154"/>
                <a:gd name="T9" fmla="*/ 67 h 154"/>
                <a:gd name="T10" fmla="*/ 35 w 154"/>
                <a:gd name="T11" fmla="*/ 49 h 154"/>
                <a:gd name="T12" fmla="*/ 49 w 154"/>
                <a:gd name="T13" fmla="*/ 35 h 154"/>
                <a:gd name="T14" fmla="*/ 67 w 154"/>
                <a:gd name="T15" fmla="*/ 26 h 154"/>
                <a:gd name="T16" fmla="*/ 87 w 154"/>
                <a:gd name="T17" fmla="*/ 26 h 154"/>
                <a:gd name="T18" fmla="*/ 106 w 154"/>
                <a:gd name="T19" fmla="*/ 35 h 154"/>
                <a:gd name="T20" fmla="*/ 120 w 154"/>
                <a:gd name="T21" fmla="*/ 49 h 154"/>
                <a:gd name="T22" fmla="*/ 128 w 154"/>
                <a:gd name="T23" fmla="*/ 67 h 154"/>
                <a:gd name="T24" fmla="*/ 128 w 154"/>
                <a:gd name="T25" fmla="*/ 87 h 154"/>
                <a:gd name="T26" fmla="*/ 120 w 154"/>
                <a:gd name="T27" fmla="*/ 106 h 154"/>
                <a:gd name="T28" fmla="*/ 106 w 154"/>
                <a:gd name="T29" fmla="*/ 120 h 154"/>
                <a:gd name="T30" fmla="*/ 87 w 154"/>
                <a:gd name="T31" fmla="*/ 127 h 154"/>
                <a:gd name="T32" fmla="*/ 78 w 154"/>
                <a:gd name="T33" fmla="*/ 0 h 154"/>
                <a:gd name="T34" fmla="*/ 62 w 154"/>
                <a:gd name="T35" fmla="*/ 1 h 154"/>
                <a:gd name="T36" fmla="*/ 48 w 154"/>
                <a:gd name="T37" fmla="*/ 6 h 154"/>
                <a:gd name="T38" fmla="*/ 35 w 154"/>
                <a:gd name="T39" fmla="*/ 13 h 154"/>
                <a:gd name="T40" fmla="*/ 23 w 154"/>
                <a:gd name="T41" fmla="*/ 23 h 154"/>
                <a:gd name="T42" fmla="*/ 13 w 154"/>
                <a:gd name="T43" fmla="*/ 35 h 154"/>
                <a:gd name="T44" fmla="*/ 7 w 154"/>
                <a:gd name="T45" fmla="*/ 48 h 154"/>
                <a:gd name="T46" fmla="*/ 2 w 154"/>
                <a:gd name="T47" fmla="*/ 63 h 154"/>
                <a:gd name="T48" fmla="*/ 0 w 154"/>
                <a:gd name="T49" fmla="*/ 78 h 154"/>
                <a:gd name="T50" fmla="*/ 2 w 154"/>
                <a:gd name="T51" fmla="*/ 93 h 154"/>
                <a:gd name="T52" fmla="*/ 7 w 154"/>
                <a:gd name="T53" fmla="*/ 108 h 154"/>
                <a:gd name="T54" fmla="*/ 13 w 154"/>
                <a:gd name="T55" fmla="*/ 121 h 154"/>
                <a:gd name="T56" fmla="*/ 23 w 154"/>
                <a:gd name="T57" fmla="*/ 131 h 154"/>
                <a:gd name="T58" fmla="*/ 35 w 154"/>
                <a:gd name="T59" fmla="*/ 141 h 154"/>
                <a:gd name="T60" fmla="*/ 48 w 154"/>
                <a:gd name="T61" fmla="*/ 147 h 154"/>
                <a:gd name="T62" fmla="*/ 62 w 154"/>
                <a:gd name="T63" fmla="*/ 153 h 154"/>
                <a:gd name="T64" fmla="*/ 78 w 154"/>
                <a:gd name="T65" fmla="*/ 154 h 154"/>
                <a:gd name="T66" fmla="*/ 93 w 154"/>
                <a:gd name="T67" fmla="*/ 153 h 154"/>
                <a:gd name="T68" fmla="*/ 107 w 154"/>
                <a:gd name="T69" fmla="*/ 147 h 154"/>
                <a:gd name="T70" fmla="*/ 121 w 154"/>
                <a:gd name="T71" fmla="*/ 141 h 154"/>
                <a:gd name="T72" fmla="*/ 131 w 154"/>
                <a:gd name="T73" fmla="*/ 131 h 154"/>
                <a:gd name="T74" fmla="*/ 141 w 154"/>
                <a:gd name="T75" fmla="*/ 121 h 154"/>
                <a:gd name="T76" fmla="*/ 149 w 154"/>
                <a:gd name="T77" fmla="*/ 108 h 154"/>
                <a:gd name="T78" fmla="*/ 153 w 154"/>
                <a:gd name="T79" fmla="*/ 93 h 154"/>
                <a:gd name="T80" fmla="*/ 154 w 154"/>
                <a:gd name="T81" fmla="*/ 78 h 154"/>
                <a:gd name="T82" fmla="*/ 153 w 154"/>
                <a:gd name="T83" fmla="*/ 63 h 154"/>
                <a:gd name="T84" fmla="*/ 149 w 154"/>
                <a:gd name="T85" fmla="*/ 48 h 154"/>
                <a:gd name="T86" fmla="*/ 141 w 154"/>
                <a:gd name="T87" fmla="*/ 35 h 154"/>
                <a:gd name="T88" fmla="*/ 131 w 154"/>
                <a:gd name="T89" fmla="*/ 23 h 154"/>
                <a:gd name="T90" fmla="*/ 121 w 154"/>
                <a:gd name="T91" fmla="*/ 13 h 154"/>
                <a:gd name="T92" fmla="*/ 107 w 154"/>
                <a:gd name="T93" fmla="*/ 6 h 154"/>
                <a:gd name="T94" fmla="*/ 93 w 154"/>
                <a:gd name="T95" fmla="*/ 1 h 154"/>
                <a:gd name="T96" fmla="*/ 78 w 154"/>
                <a:gd name="T9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54">
                  <a:moveTo>
                    <a:pt x="78" y="128"/>
                  </a:moveTo>
                  <a:lnTo>
                    <a:pt x="67" y="127"/>
                  </a:lnTo>
                  <a:lnTo>
                    <a:pt x="57" y="125"/>
                  </a:lnTo>
                  <a:lnTo>
                    <a:pt x="49" y="120"/>
                  </a:lnTo>
                  <a:lnTo>
                    <a:pt x="41" y="113"/>
                  </a:lnTo>
                  <a:lnTo>
                    <a:pt x="35" y="106"/>
                  </a:lnTo>
                  <a:lnTo>
                    <a:pt x="29" y="97"/>
                  </a:lnTo>
                  <a:lnTo>
                    <a:pt x="27" y="87"/>
                  </a:lnTo>
                  <a:lnTo>
                    <a:pt x="26" y="78"/>
                  </a:lnTo>
                  <a:lnTo>
                    <a:pt x="27" y="67"/>
                  </a:lnTo>
                  <a:lnTo>
                    <a:pt x="29" y="57"/>
                  </a:lnTo>
                  <a:lnTo>
                    <a:pt x="35" y="49"/>
                  </a:lnTo>
                  <a:lnTo>
                    <a:pt x="41" y="41"/>
                  </a:lnTo>
                  <a:lnTo>
                    <a:pt x="49" y="35"/>
                  </a:lnTo>
                  <a:lnTo>
                    <a:pt x="57" y="29"/>
                  </a:lnTo>
                  <a:lnTo>
                    <a:pt x="67" y="26"/>
                  </a:lnTo>
                  <a:lnTo>
                    <a:pt x="78" y="25"/>
                  </a:lnTo>
                  <a:lnTo>
                    <a:pt x="87" y="26"/>
                  </a:lnTo>
                  <a:lnTo>
                    <a:pt x="97" y="29"/>
                  </a:lnTo>
                  <a:lnTo>
                    <a:pt x="106" y="35"/>
                  </a:lnTo>
                  <a:lnTo>
                    <a:pt x="113" y="41"/>
                  </a:lnTo>
                  <a:lnTo>
                    <a:pt x="120" y="49"/>
                  </a:lnTo>
                  <a:lnTo>
                    <a:pt x="125" y="57"/>
                  </a:lnTo>
                  <a:lnTo>
                    <a:pt x="128" y="67"/>
                  </a:lnTo>
                  <a:lnTo>
                    <a:pt x="129" y="78"/>
                  </a:lnTo>
                  <a:lnTo>
                    <a:pt x="128" y="87"/>
                  </a:lnTo>
                  <a:lnTo>
                    <a:pt x="125" y="97"/>
                  </a:lnTo>
                  <a:lnTo>
                    <a:pt x="120" y="106"/>
                  </a:lnTo>
                  <a:lnTo>
                    <a:pt x="113" y="113"/>
                  </a:lnTo>
                  <a:lnTo>
                    <a:pt x="106" y="120"/>
                  </a:lnTo>
                  <a:lnTo>
                    <a:pt x="97" y="125"/>
                  </a:lnTo>
                  <a:lnTo>
                    <a:pt x="87" y="127"/>
                  </a:lnTo>
                  <a:lnTo>
                    <a:pt x="78" y="128"/>
                  </a:lnTo>
                  <a:close/>
                  <a:moveTo>
                    <a:pt x="78" y="0"/>
                  </a:moveTo>
                  <a:lnTo>
                    <a:pt x="69" y="0"/>
                  </a:lnTo>
                  <a:lnTo>
                    <a:pt x="62" y="1"/>
                  </a:lnTo>
                  <a:lnTo>
                    <a:pt x="54" y="4"/>
                  </a:lnTo>
                  <a:lnTo>
                    <a:pt x="48" y="6"/>
                  </a:lnTo>
                  <a:lnTo>
                    <a:pt x="40" y="9"/>
                  </a:lnTo>
                  <a:lnTo>
                    <a:pt x="35" y="13"/>
                  </a:lnTo>
                  <a:lnTo>
                    <a:pt x="28" y="18"/>
                  </a:lnTo>
                  <a:lnTo>
                    <a:pt x="23" y="23"/>
                  </a:lnTo>
                  <a:lnTo>
                    <a:pt x="18" y="28"/>
                  </a:lnTo>
                  <a:lnTo>
                    <a:pt x="13" y="35"/>
                  </a:lnTo>
                  <a:lnTo>
                    <a:pt x="10" y="41"/>
                  </a:lnTo>
                  <a:lnTo>
                    <a:pt x="7" y="48"/>
                  </a:lnTo>
                  <a:lnTo>
                    <a:pt x="4" y="55"/>
                  </a:lnTo>
                  <a:lnTo>
                    <a:pt x="2" y="63"/>
                  </a:lnTo>
                  <a:lnTo>
                    <a:pt x="0" y="70"/>
                  </a:lnTo>
                  <a:lnTo>
                    <a:pt x="0" y="78"/>
                  </a:lnTo>
                  <a:lnTo>
                    <a:pt x="0" y="85"/>
                  </a:lnTo>
                  <a:lnTo>
                    <a:pt x="2" y="93"/>
                  </a:lnTo>
                  <a:lnTo>
                    <a:pt x="4" y="100"/>
                  </a:lnTo>
                  <a:lnTo>
                    <a:pt x="7" y="108"/>
                  </a:lnTo>
                  <a:lnTo>
                    <a:pt x="10" y="114"/>
                  </a:lnTo>
                  <a:lnTo>
                    <a:pt x="13" y="121"/>
                  </a:lnTo>
                  <a:lnTo>
                    <a:pt x="18" y="126"/>
                  </a:lnTo>
                  <a:lnTo>
                    <a:pt x="23" y="131"/>
                  </a:lnTo>
                  <a:lnTo>
                    <a:pt x="28" y="137"/>
                  </a:lnTo>
                  <a:lnTo>
                    <a:pt x="35" y="141"/>
                  </a:lnTo>
                  <a:lnTo>
                    <a:pt x="40" y="144"/>
                  </a:lnTo>
                  <a:lnTo>
                    <a:pt x="48" y="147"/>
                  </a:lnTo>
                  <a:lnTo>
                    <a:pt x="54" y="151"/>
                  </a:lnTo>
                  <a:lnTo>
                    <a:pt x="62" y="153"/>
                  </a:lnTo>
                  <a:lnTo>
                    <a:pt x="69" y="154"/>
                  </a:lnTo>
                  <a:lnTo>
                    <a:pt x="78" y="154"/>
                  </a:lnTo>
                  <a:lnTo>
                    <a:pt x="85" y="154"/>
                  </a:lnTo>
                  <a:lnTo>
                    <a:pt x="93" y="153"/>
                  </a:lnTo>
                  <a:lnTo>
                    <a:pt x="100" y="151"/>
                  </a:lnTo>
                  <a:lnTo>
                    <a:pt x="107" y="147"/>
                  </a:lnTo>
                  <a:lnTo>
                    <a:pt x="114" y="144"/>
                  </a:lnTo>
                  <a:lnTo>
                    <a:pt x="121" y="141"/>
                  </a:lnTo>
                  <a:lnTo>
                    <a:pt x="126" y="137"/>
                  </a:lnTo>
                  <a:lnTo>
                    <a:pt x="131" y="131"/>
                  </a:lnTo>
                  <a:lnTo>
                    <a:pt x="137" y="126"/>
                  </a:lnTo>
                  <a:lnTo>
                    <a:pt x="141" y="121"/>
                  </a:lnTo>
                  <a:lnTo>
                    <a:pt x="145" y="114"/>
                  </a:lnTo>
                  <a:lnTo>
                    <a:pt x="149" y="108"/>
                  </a:lnTo>
                  <a:lnTo>
                    <a:pt x="151" y="100"/>
                  </a:lnTo>
                  <a:lnTo>
                    <a:pt x="153" y="93"/>
                  </a:lnTo>
                  <a:lnTo>
                    <a:pt x="154" y="85"/>
                  </a:lnTo>
                  <a:lnTo>
                    <a:pt x="154" y="78"/>
                  </a:lnTo>
                  <a:lnTo>
                    <a:pt x="154" y="70"/>
                  </a:lnTo>
                  <a:lnTo>
                    <a:pt x="153" y="63"/>
                  </a:lnTo>
                  <a:lnTo>
                    <a:pt x="151" y="55"/>
                  </a:lnTo>
                  <a:lnTo>
                    <a:pt x="149" y="48"/>
                  </a:lnTo>
                  <a:lnTo>
                    <a:pt x="145" y="41"/>
                  </a:lnTo>
                  <a:lnTo>
                    <a:pt x="141" y="35"/>
                  </a:lnTo>
                  <a:lnTo>
                    <a:pt x="137" y="28"/>
                  </a:lnTo>
                  <a:lnTo>
                    <a:pt x="131" y="23"/>
                  </a:lnTo>
                  <a:lnTo>
                    <a:pt x="126" y="18"/>
                  </a:lnTo>
                  <a:lnTo>
                    <a:pt x="121" y="13"/>
                  </a:lnTo>
                  <a:lnTo>
                    <a:pt x="114" y="9"/>
                  </a:lnTo>
                  <a:lnTo>
                    <a:pt x="107" y="6"/>
                  </a:lnTo>
                  <a:lnTo>
                    <a:pt x="100" y="4"/>
                  </a:lnTo>
                  <a:lnTo>
                    <a:pt x="93" y="1"/>
                  </a:lnTo>
                  <a:lnTo>
                    <a:pt x="85" y="0"/>
                  </a:lnTo>
                  <a:lnTo>
                    <a:pt x="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sp>
        <p:nvSpPr>
          <p:cNvPr id="135" name="TextBox 134">
            <a:extLst>
              <a:ext uri="{FF2B5EF4-FFF2-40B4-BE49-F238E27FC236}">
                <a16:creationId xmlns:a16="http://schemas.microsoft.com/office/drawing/2014/main" id="{4657FB45-C2B1-43F6-A19A-8017EB9EF9C5}"/>
              </a:ext>
            </a:extLst>
          </p:cNvPr>
          <p:cNvSpPr txBox="1"/>
          <p:nvPr/>
        </p:nvSpPr>
        <p:spPr>
          <a:xfrm>
            <a:off x="1251136" y="2875331"/>
            <a:ext cx="1866528" cy="236988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 </a:t>
            </a:r>
            <a:r>
              <a:rPr kumimoji="0" lang="en-US" sz="1400" b="0" i="0" u="none" strike="noStrike" kern="1200" cap="none" spc="0" normalizeH="0" baseline="0" noProof="0" err="1">
                <a:ln>
                  <a:noFill/>
                </a:ln>
                <a:solidFill>
                  <a:prstClr val="black"/>
                </a:solidFill>
                <a:effectLst/>
                <a:uLnTx/>
                <a:uFillTx/>
                <a:latin typeface="Calibri Light"/>
                <a:ea typeface="+mn-ea"/>
                <a:cs typeface="+mn-cs"/>
              </a:rPr>
              <a:t>Donec</a:t>
            </a:r>
            <a:r>
              <a:rPr kumimoji="0" lang="en-US" sz="1400" b="0" i="0" u="none" strike="noStrike" kern="1200" cap="none" spc="0" normalizeH="0" baseline="0" noProof="0">
                <a:ln>
                  <a:noFill/>
                </a:ln>
                <a:solidFill>
                  <a:prstClr val="black"/>
                </a:solidFill>
                <a:effectLst/>
                <a:uLnTx/>
                <a:uFillTx/>
                <a:latin typeface="Calibri Light"/>
                <a:ea typeface="+mn-ea"/>
                <a:cs typeface="+mn-cs"/>
              </a:rPr>
              <a:t>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erat</a:t>
            </a:r>
            <a:r>
              <a:rPr kumimoji="0" lang="en-US" sz="1400" b="0" i="0" u="none" strike="noStrike" kern="1200" cap="none" spc="0" normalizeH="0" baseline="0" noProof="0">
                <a:ln>
                  <a:noFill/>
                </a:ln>
                <a:solidFill>
                  <a:prstClr val="black"/>
                </a:solidFill>
                <a:effectLst/>
                <a:uLnTx/>
                <a:uFillTx/>
                <a:latin typeface="Calibri Light"/>
                <a:ea typeface="+mn-ea"/>
                <a:cs typeface="+mn-cs"/>
              </a:rPr>
              <a:t> id </a:t>
            </a:r>
            <a:r>
              <a:rPr kumimoji="0" lang="en-US" sz="1400" b="0" i="0" u="none" strike="noStrike" kern="1200" cap="none" spc="0" normalizeH="0" baseline="0" noProof="0" err="1">
                <a:ln>
                  <a:noFill/>
                </a:ln>
                <a:solidFill>
                  <a:prstClr val="black"/>
                </a:solidFill>
                <a:effectLst/>
                <a:uLnTx/>
                <a:uFillTx/>
                <a:latin typeface="Calibri Light"/>
                <a:ea typeface="+mn-ea"/>
                <a:cs typeface="+mn-cs"/>
              </a:rPr>
              <a:t>metus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dignissim</a:t>
            </a:r>
            <a:r>
              <a:rPr kumimoji="0" lang="en-US" sz="1400" b="0" i="0" u="none" strike="noStrike" kern="1200" cap="none" spc="0" normalizeH="0" baseline="0" noProof="0">
                <a:ln>
                  <a:noFill/>
                </a:ln>
                <a:solidFill>
                  <a:prstClr val="black"/>
                </a:solidFill>
                <a:effectLst/>
                <a:uLnTx/>
                <a:uFillTx/>
                <a:latin typeface="Calibri Light"/>
                <a:ea typeface="+mn-ea"/>
                <a:cs typeface="+mn-cs"/>
              </a:rPr>
              <a:t> dictum </a:t>
            </a:r>
            <a:r>
              <a:rPr kumimoji="0" lang="en-US" sz="1400" b="0" i="0" u="none" strike="noStrike" kern="1200" cap="none" spc="0" normalizeH="0" baseline="0" noProof="0" err="1">
                <a:ln>
                  <a:noFill/>
                </a:ln>
                <a:solidFill>
                  <a:prstClr val="black"/>
                </a:solidFill>
                <a:effectLst/>
                <a:uLnTx/>
                <a:uFillTx/>
                <a:latin typeface="Calibri Light"/>
                <a:ea typeface="+mn-ea"/>
                <a:cs typeface="+mn-cs"/>
              </a:rPr>
              <a:t>nec</a:t>
            </a:r>
            <a:r>
              <a:rPr kumimoji="0" lang="en-US" sz="1400" b="0" i="0" u="none" strike="noStrike" kern="1200" cap="none" spc="0" normalizeH="0" baseline="0" noProof="0">
                <a:ln>
                  <a:noFill/>
                </a:ln>
                <a:solidFill>
                  <a:prstClr val="black"/>
                </a:solidFill>
                <a:effectLst/>
                <a:uLnTx/>
                <a:uFillTx/>
                <a:latin typeface="Calibri Light"/>
                <a:ea typeface="+mn-ea"/>
                <a:cs typeface="+mn-cs"/>
              </a:rPr>
              <a:t>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mauris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p>
        </p:txBody>
      </p:sp>
      <p:sp>
        <p:nvSpPr>
          <p:cNvPr id="137" name="TextBox 136">
            <a:extLst>
              <a:ext uri="{FF2B5EF4-FFF2-40B4-BE49-F238E27FC236}">
                <a16:creationId xmlns:a16="http://schemas.microsoft.com/office/drawing/2014/main" id="{157597AB-4930-425A-B83F-C3871DA0C10A}"/>
              </a:ext>
            </a:extLst>
          </p:cNvPr>
          <p:cNvSpPr txBox="1"/>
          <p:nvPr/>
        </p:nvSpPr>
        <p:spPr>
          <a:xfrm>
            <a:off x="3858869" y="2875331"/>
            <a:ext cx="1866528" cy="236988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 </a:t>
            </a:r>
            <a:r>
              <a:rPr kumimoji="0" lang="en-US" sz="1400" b="0" i="0" u="none" strike="noStrike" kern="1200" cap="none" spc="0" normalizeH="0" baseline="0" noProof="0" err="1">
                <a:ln>
                  <a:noFill/>
                </a:ln>
                <a:solidFill>
                  <a:prstClr val="black"/>
                </a:solidFill>
                <a:effectLst/>
                <a:uLnTx/>
                <a:uFillTx/>
                <a:latin typeface="Calibri Light"/>
                <a:ea typeface="+mn-ea"/>
                <a:cs typeface="+mn-cs"/>
              </a:rPr>
              <a:t>Donec</a:t>
            </a:r>
            <a:r>
              <a:rPr kumimoji="0" lang="en-US" sz="1400" b="0" i="0" u="none" strike="noStrike" kern="1200" cap="none" spc="0" normalizeH="0" baseline="0" noProof="0">
                <a:ln>
                  <a:noFill/>
                </a:ln>
                <a:solidFill>
                  <a:prstClr val="black"/>
                </a:solidFill>
                <a:effectLst/>
                <a:uLnTx/>
                <a:uFillTx/>
                <a:latin typeface="Calibri Light"/>
                <a:ea typeface="+mn-ea"/>
                <a:cs typeface="+mn-cs"/>
              </a:rPr>
              <a:t>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erat</a:t>
            </a:r>
            <a:r>
              <a:rPr kumimoji="0" lang="en-US" sz="1400" b="0" i="0" u="none" strike="noStrike" kern="1200" cap="none" spc="0" normalizeH="0" baseline="0" noProof="0">
                <a:ln>
                  <a:noFill/>
                </a:ln>
                <a:solidFill>
                  <a:prstClr val="black"/>
                </a:solidFill>
                <a:effectLst/>
                <a:uLnTx/>
                <a:uFillTx/>
                <a:latin typeface="Calibri Light"/>
                <a:ea typeface="+mn-ea"/>
                <a:cs typeface="+mn-cs"/>
              </a:rPr>
              <a:t> id </a:t>
            </a:r>
            <a:r>
              <a:rPr kumimoji="0" lang="en-US" sz="1400" b="0" i="0" u="none" strike="noStrike" kern="1200" cap="none" spc="0" normalizeH="0" baseline="0" noProof="0" err="1">
                <a:ln>
                  <a:noFill/>
                </a:ln>
                <a:solidFill>
                  <a:prstClr val="black"/>
                </a:solidFill>
                <a:effectLst/>
                <a:uLnTx/>
                <a:uFillTx/>
                <a:latin typeface="Calibri Light"/>
                <a:ea typeface="+mn-ea"/>
                <a:cs typeface="+mn-cs"/>
              </a:rPr>
              <a:t>metus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dignissim</a:t>
            </a:r>
            <a:r>
              <a:rPr kumimoji="0" lang="en-US" sz="1400" b="0" i="0" u="none" strike="noStrike" kern="1200" cap="none" spc="0" normalizeH="0" baseline="0" noProof="0">
                <a:ln>
                  <a:noFill/>
                </a:ln>
                <a:solidFill>
                  <a:prstClr val="black"/>
                </a:solidFill>
                <a:effectLst/>
                <a:uLnTx/>
                <a:uFillTx/>
                <a:latin typeface="Calibri Light"/>
                <a:ea typeface="+mn-ea"/>
                <a:cs typeface="+mn-cs"/>
              </a:rPr>
              <a:t> dictum </a:t>
            </a:r>
            <a:r>
              <a:rPr kumimoji="0" lang="en-US" sz="1400" b="0" i="0" u="none" strike="noStrike" kern="1200" cap="none" spc="0" normalizeH="0" baseline="0" noProof="0" err="1">
                <a:ln>
                  <a:noFill/>
                </a:ln>
                <a:solidFill>
                  <a:prstClr val="black"/>
                </a:solidFill>
                <a:effectLst/>
                <a:uLnTx/>
                <a:uFillTx/>
                <a:latin typeface="Calibri Light"/>
                <a:ea typeface="+mn-ea"/>
                <a:cs typeface="+mn-cs"/>
              </a:rPr>
              <a:t>nec</a:t>
            </a:r>
            <a:r>
              <a:rPr kumimoji="0" lang="en-US" sz="1400" b="0" i="0" u="none" strike="noStrike" kern="1200" cap="none" spc="0" normalizeH="0" baseline="0" noProof="0">
                <a:ln>
                  <a:noFill/>
                </a:ln>
                <a:solidFill>
                  <a:prstClr val="black"/>
                </a:solidFill>
                <a:effectLst/>
                <a:uLnTx/>
                <a:uFillTx/>
                <a:latin typeface="Calibri Light"/>
                <a:ea typeface="+mn-ea"/>
                <a:cs typeface="+mn-cs"/>
              </a:rPr>
              <a:t>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mauris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p>
        </p:txBody>
      </p:sp>
      <p:sp>
        <p:nvSpPr>
          <p:cNvPr id="138" name="TextBox 137">
            <a:extLst>
              <a:ext uri="{FF2B5EF4-FFF2-40B4-BE49-F238E27FC236}">
                <a16:creationId xmlns:a16="http://schemas.microsoft.com/office/drawing/2014/main" id="{5F841F5E-CC4B-467B-BC9C-3C53AF4AA504}"/>
              </a:ext>
            </a:extLst>
          </p:cNvPr>
          <p:cNvSpPr txBox="1"/>
          <p:nvPr/>
        </p:nvSpPr>
        <p:spPr>
          <a:xfrm>
            <a:off x="6466602" y="2875331"/>
            <a:ext cx="1866528" cy="236988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 </a:t>
            </a:r>
            <a:r>
              <a:rPr kumimoji="0" lang="en-US" sz="1400" b="0" i="0" u="none" strike="noStrike" kern="1200" cap="none" spc="0" normalizeH="0" baseline="0" noProof="0" err="1">
                <a:ln>
                  <a:noFill/>
                </a:ln>
                <a:solidFill>
                  <a:prstClr val="black"/>
                </a:solidFill>
                <a:effectLst/>
                <a:uLnTx/>
                <a:uFillTx/>
                <a:latin typeface="Calibri Light"/>
                <a:ea typeface="+mn-ea"/>
                <a:cs typeface="+mn-cs"/>
              </a:rPr>
              <a:t>Donec</a:t>
            </a:r>
            <a:r>
              <a:rPr kumimoji="0" lang="en-US" sz="1400" b="0" i="0" u="none" strike="noStrike" kern="1200" cap="none" spc="0" normalizeH="0" baseline="0" noProof="0">
                <a:ln>
                  <a:noFill/>
                </a:ln>
                <a:solidFill>
                  <a:prstClr val="black"/>
                </a:solidFill>
                <a:effectLst/>
                <a:uLnTx/>
                <a:uFillTx/>
                <a:latin typeface="Calibri Light"/>
                <a:ea typeface="+mn-ea"/>
                <a:cs typeface="+mn-cs"/>
              </a:rPr>
              <a:t>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erat</a:t>
            </a:r>
            <a:r>
              <a:rPr kumimoji="0" lang="en-US" sz="1400" b="0" i="0" u="none" strike="noStrike" kern="1200" cap="none" spc="0" normalizeH="0" baseline="0" noProof="0">
                <a:ln>
                  <a:noFill/>
                </a:ln>
                <a:solidFill>
                  <a:prstClr val="black"/>
                </a:solidFill>
                <a:effectLst/>
                <a:uLnTx/>
                <a:uFillTx/>
                <a:latin typeface="Calibri Light"/>
                <a:ea typeface="+mn-ea"/>
                <a:cs typeface="+mn-cs"/>
              </a:rPr>
              <a:t> id </a:t>
            </a:r>
            <a:r>
              <a:rPr kumimoji="0" lang="en-US" sz="1400" b="0" i="0" u="none" strike="noStrike" kern="1200" cap="none" spc="0" normalizeH="0" baseline="0" noProof="0" err="1">
                <a:ln>
                  <a:noFill/>
                </a:ln>
                <a:solidFill>
                  <a:prstClr val="black"/>
                </a:solidFill>
                <a:effectLst/>
                <a:uLnTx/>
                <a:uFillTx/>
                <a:latin typeface="Calibri Light"/>
                <a:ea typeface="+mn-ea"/>
                <a:cs typeface="+mn-cs"/>
              </a:rPr>
              <a:t>metus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dignissim</a:t>
            </a:r>
            <a:r>
              <a:rPr kumimoji="0" lang="en-US" sz="1400" b="0" i="0" u="none" strike="noStrike" kern="1200" cap="none" spc="0" normalizeH="0" baseline="0" noProof="0">
                <a:ln>
                  <a:noFill/>
                </a:ln>
                <a:solidFill>
                  <a:prstClr val="black"/>
                </a:solidFill>
                <a:effectLst/>
                <a:uLnTx/>
                <a:uFillTx/>
                <a:latin typeface="Calibri Light"/>
                <a:ea typeface="+mn-ea"/>
                <a:cs typeface="+mn-cs"/>
              </a:rPr>
              <a:t> dictum </a:t>
            </a:r>
            <a:r>
              <a:rPr kumimoji="0" lang="en-US" sz="1400" b="0" i="0" u="none" strike="noStrike" kern="1200" cap="none" spc="0" normalizeH="0" baseline="0" noProof="0" err="1">
                <a:ln>
                  <a:noFill/>
                </a:ln>
                <a:solidFill>
                  <a:prstClr val="black"/>
                </a:solidFill>
                <a:effectLst/>
                <a:uLnTx/>
                <a:uFillTx/>
                <a:latin typeface="Calibri Light"/>
                <a:ea typeface="+mn-ea"/>
                <a:cs typeface="+mn-cs"/>
              </a:rPr>
              <a:t>nec</a:t>
            </a:r>
            <a:r>
              <a:rPr kumimoji="0" lang="en-US" sz="1400" b="0" i="0" u="none" strike="noStrike" kern="1200" cap="none" spc="0" normalizeH="0" baseline="0" noProof="0">
                <a:ln>
                  <a:noFill/>
                </a:ln>
                <a:solidFill>
                  <a:prstClr val="black"/>
                </a:solidFill>
                <a:effectLst/>
                <a:uLnTx/>
                <a:uFillTx/>
                <a:latin typeface="Calibri Light"/>
                <a:ea typeface="+mn-ea"/>
                <a:cs typeface="+mn-cs"/>
              </a:rPr>
              <a:t>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mauris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p>
        </p:txBody>
      </p:sp>
      <p:sp>
        <p:nvSpPr>
          <p:cNvPr id="139" name="TextBox 138">
            <a:extLst>
              <a:ext uri="{FF2B5EF4-FFF2-40B4-BE49-F238E27FC236}">
                <a16:creationId xmlns:a16="http://schemas.microsoft.com/office/drawing/2014/main" id="{868E2CD4-BD5A-477B-B8E8-31B4630685D5}"/>
              </a:ext>
            </a:extLst>
          </p:cNvPr>
          <p:cNvSpPr txBox="1"/>
          <p:nvPr/>
        </p:nvSpPr>
        <p:spPr>
          <a:xfrm>
            <a:off x="9048936" y="2875331"/>
            <a:ext cx="1866528" cy="236988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 </a:t>
            </a:r>
            <a:r>
              <a:rPr kumimoji="0" lang="en-US" sz="1400" b="0" i="0" u="none" strike="noStrike" kern="1200" cap="none" spc="0" normalizeH="0" baseline="0" noProof="0" err="1">
                <a:ln>
                  <a:noFill/>
                </a:ln>
                <a:solidFill>
                  <a:prstClr val="black"/>
                </a:solidFill>
                <a:effectLst/>
                <a:uLnTx/>
                <a:uFillTx/>
                <a:latin typeface="Calibri Light"/>
                <a:ea typeface="+mn-ea"/>
                <a:cs typeface="+mn-cs"/>
              </a:rPr>
              <a:t>Donec</a:t>
            </a:r>
            <a:r>
              <a:rPr kumimoji="0" lang="en-US" sz="1400" b="0" i="0" u="none" strike="noStrike" kern="1200" cap="none" spc="0" normalizeH="0" baseline="0" noProof="0">
                <a:ln>
                  <a:noFill/>
                </a:ln>
                <a:solidFill>
                  <a:prstClr val="black"/>
                </a:solidFill>
                <a:effectLst/>
                <a:uLnTx/>
                <a:uFillTx/>
                <a:latin typeface="Calibri Light"/>
                <a:ea typeface="+mn-ea"/>
                <a:cs typeface="+mn-cs"/>
              </a:rPr>
              <a:t>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erat</a:t>
            </a:r>
            <a:r>
              <a:rPr kumimoji="0" lang="en-US" sz="1400" b="0" i="0" u="none" strike="noStrike" kern="1200" cap="none" spc="0" normalizeH="0" baseline="0" noProof="0">
                <a:ln>
                  <a:noFill/>
                </a:ln>
                <a:solidFill>
                  <a:prstClr val="black"/>
                </a:solidFill>
                <a:effectLst/>
                <a:uLnTx/>
                <a:uFillTx/>
                <a:latin typeface="Calibri Light"/>
                <a:ea typeface="+mn-ea"/>
                <a:cs typeface="+mn-cs"/>
              </a:rPr>
              <a:t> id </a:t>
            </a:r>
            <a:r>
              <a:rPr kumimoji="0" lang="en-US" sz="1400" b="0" i="0" u="none" strike="noStrike" kern="1200" cap="none" spc="0" normalizeH="0" baseline="0" noProof="0" err="1">
                <a:ln>
                  <a:noFill/>
                </a:ln>
                <a:solidFill>
                  <a:prstClr val="black"/>
                </a:solidFill>
                <a:effectLst/>
                <a:uLnTx/>
                <a:uFillTx/>
                <a:latin typeface="Calibri Light"/>
                <a:ea typeface="+mn-ea"/>
                <a:cs typeface="+mn-cs"/>
              </a:rPr>
              <a:t>metus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dignissim</a:t>
            </a:r>
            <a:r>
              <a:rPr kumimoji="0" lang="en-US" sz="1400" b="0" i="0" u="none" strike="noStrike" kern="1200" cap="none" spc="0" normalizeH="0" baseline="0" noProof="0">
                <a:ln>
                  <a:noFill/>
                </a:ln>
                <a:solidFill>
                  <a:prstClr val="black"/>
                </a:solidFill>
                <a:effectLst/>
                <a:uLnTx/>
                <a:uFillTx/>
                <a:latin typeface="Calibri Light"/>
                <a:ea typeface="+mn-ea"/>
                <a:cs typeface="+mn-cs"/>
              </a:rPr>
              <a:t> dictum </a:t>
            </a:r>
            <a:r>
              <a:rPr kumimoji="0" lang="en-US" sz="1400" b="0" i="0" u="none" strike="noStrike" kern="1200" cap="none" spc="0" normalizeH="0" baseline="0" noProof="0" err="1">
                <a:ln>
                  <a:noFill/>
                </a:ln>
                <a:solidFill>
                  <a:prstClr val="black"/>
                </a:solidFill>
                <a:effectLst/>
                <a:uLnTx/>
                <a:uFillTx/>
                <a:latin typeface="Calibri Light"/>
                <a:ea typeface="+mn-ea"/>
                <a:cs typeface="+mn-cs"/>
              </a:rPr>
              <a:t>nec</a:t>
            </a:r>
            <a:r>
              <a:rPr kumimoji="0" lang="en-US" sz="1400" b="0" i="0" u="none" strike="noStrike" kern="1200" cap="none" spc="0" normalizeH="0" baseline="0" noProof="0">
                <a:ln>
                  <a:noFill/>
                </a:ln>
                <a:solidFill>
                  <a:prstClr val="black"/>
                </a:solidFill>
                <a:effectLst/>
                <a:uLnTx/>
                <a:uFillTx/>
                <a:latin typeface="Calibri Light"/>
                <a:ea typeface="+mn-ea"/>
                <a:cs typeface="+mn-cs"/>
              </a:rPr>
              <a:t>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mauris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p>
        </p:txBody>
      </p:sp>
      <p:cxnSp>
        <p:nvCxnSpPr>
          <p:cNvPr id="8" name="Straight Connector 7">
            <a:extLst>
              <a:ext uri="{FF2B5EF4-FFF2-40B4-BE49-F238E27FC236}">
                <a16:creationId xmlns:a16="http://schemas.microsoft.com/office/drawing/2014/main" id="{E99F9EC7-9A7B-4989-ADD1-0B5C901F4D08}"/>
              </a:ext>
            </a:extLst>
          </p:cNvPr>
          <p:cNvCxnSpPr/>
          <p:nvPr/>
        </p:nvCxnSpPr>
        <p:spPr>
          <a:xfrm>
            <a:off x="0" y="5755960"/>
            <a:ext cx="12192000" cy="0"/>
          </a:xfrm>
          <a:prstGeom prst="line">
            <a:avLst/>
          </a:prstGeom>
          <a:ln w="317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Oval 11">
            <a:extLst>
              <a:ext uri="{FF2B5EF4-FFF2-40B4-BE49-F238E27FC236}">
                <a16:creationId xmlns:a16="http://schemas.microsoft.com/office/drawing/2014/main" id="{0D9E85A8-6500-4DCA-A672-AF14AA8CE83E}"/>
              </a:ext>
            </a:extLst>
          </p:cNvPr>
          <p:cNvSpPr/>
          <p:nvPr/>
        </p:nvSpPr>
        <p:spPr>
          <a:xfrm>
            <a:off x="2095499" y="5667059"/>
            <a:ext cx="177802" cy="177802"/>
          </a:xfrm>
          <a:prstGeom prst="ellipse">
            <a:avLst/>
          </a:prstGeom>
          <a:solidFill>
            <a:srgbClr val="BA4969"/>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3" name="Oval 142">
            <a:extLst>
              <a:ext uri="{FF2B5EF4-FFF2-40B4-BE49-F238E27FC236}">
                <a16:creationId xmlns:a16="http://schemas.microsoft.com/office/drawing/2014/main" id="{C36A3CC0-82AC-4726-88AD-F7EE70BD3771}"/>
              </a:ext>
            </a:extLst>
          </p:cNvPr>
          <p:cNvSpPr/>
          <p:nvPr/>
        </p:nvSpPr>
        <p:spPr>
          <a:xfrm>
            <a:off x="4703232" y="5667059"/>
            <a:ext cx="177802" cy="177802"/>
          </a:xfrm>
          <a:prstGeom prst="ellipse">
            <a:avLst/>
          </a:prstGeom>
          <a:solidFill>
            <a:srgbClr val="2FBAC9"/>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4" name="Oval 143">
            <a:extLst>
              <a:ext uri="{FF2B5EF4-FFF2-40B4-BE49-F238E27FC236}">
                <a16:creationId xmlns:a16="http://schemas.microsoft.com/office/drawing/2014/main" id="{86399397-1BB2-48E0-8EDA-416CFBD77368}"/>
              </a:ext>
            </a:extLst>
          </p:cNvPr>
          <p:cNvSpPr/>
          <p:nvPr/>
        </p:nvSpPr>
        <p:spPr>
          <a:xfrm>
            <a:off x="7310965" y="5667059"/>
            <a:ext cx="177802" cy="177802"/>
          </a:xfrm>
          <a:prstGeom prst="ellipse">
            <a:avLst/>
          </a:prstGeom>
          <a:solidFill>
            <a:srgbClr val="3A566B"/>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5" name="Oval 144">
            <a:extLst>
              <a:ext uri="{FF2B5EF4-FFF2-40B4-BE49-F238E27FC236}">
                <a16:creationId xmlns:a16="http://schemas.microsoft.com/office/drawing/2014/main" id="{3486E5F1-3B5A-4260-B88D-74959EF1FB82}"/>
              </a:ext>
            </a:extLst>
          </p:cNvPr>
          <p:cNvSpPr/>
          <p:nvPr/>
        </p:nvSpPr>
        <p:spPr>
          <a:xfrm>
            <a:off x="9893299" y="5667059"/>
            <a:ext cx="177802" cy="177802"/>
          </a:xfrm>
          <a:prstGeom prst="ellipse">
            <a:avLst/>
          </a:prstGeom>
          <a:solidFill>
            <a:srgbClr val="1A2131"/>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Tree>
    <p:extLst>
      <p:ext uri="{BB962C8B-B14F-4D97-AF65-F5344CB8AC3E}">
        <p14:creationId xmlns:p14="http://schemas.microsoft.com/office/powerpoint/2010/main" val="4007654474"/>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74" name="Rectangle 73">
            <a:extLst>
              <a:ext uri="{FF2B5EF4-FFF2-40B4-BE49-F238E27FC236}">
                <a16:creationId xmlns:a16="http://schemas.microsoft.com/office/drawing/2014/main" id="{AA219B9F-F0B8-4483-AC69-6425CCC788E0}"/>
              </a:ext>
            </a:extLst>
          </p:cNvPr>
          <p:cNvSpPr/>
          <p:nvPr/>
        </p:nvSpPr>
        <p:spPr>
          <a:xfrm>
            <a:off x="3278411" y="2342130"/>
            <a:ext cx="7399114" cy="862013"/>
          </a:xfrm>
          <a:prstGeom prst="rect">
            <a:avLst/>
          </a:prstGeom>
          <a:gradFill flip="none" rotWithShape="1">
            <a:gsLst>
              <a:gs pos="38000">
                <a:schemeClr val="bg1">
                  <a:lumMod val="85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5" name="Rectangle 74">
            <a:extLst>
              <a:ext uri="{FF2B5EF4-FFF2-40B4-BE49-F238E27FC236}">
                <a16:creationId xmlns:a16="http://schemas.microsoft.com/office/drawing/2014/main" id="{54DCBCFD-D86E-4AE0-B2C5-DCC832D79C0A}"/>
              </a:ext>
            </a:extLst>
          </p:cNvPr>
          <p:cNvSpPr/>
          <p:nvPr/>
        </p:nvSpPr>
        <p:spPr>
          <a:xfrm>
            <a:off x="2338611" y="3653859"/>
            <a:ext cx="7399114" cy="862013"/>
          </a:xfrm>
          <a:prstGeom prst="rect">
            <a:avLst/>
          </a:prstGeom>
          <a:gradFill flip="none" rotWithShape="1">
            <a:gsLst>
              <a:gs pos="38000">
                <a:schemeClr val="bg1">
                  <a:lumMod val="85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6" name="Rectangle 75">
            <a:extLst>
              <a:ext uri="{FF2B5EF4-FFF2-40B4-BE49-F238E27FC236}">
                <a16:creationId xmlns:a16="http://schemas.microsoft.com/office/drawing/2014/main" id="{B3DF1BEB-3A8E-493B-AB8A-88679EBBD651}"/>
              </a:ext>
            </a:extLst>
          </p:cNvPr>
          <p:cNvSpPr/>
          <p:nvPr/>
        </p:nvSpPr>
        <p:spPr>
          <a:xfrm>
            <a:off x="3278411" y="4965587"/>
            <a:ext cx="7399114" cy="862013"/>
          </a:xfrm>
          <a:prstGeom prst="rect">
            <a:avLst/>
          </a:prstGeom>
          <a:gradFill flip="none" rotWithShape="1">
            <a:gsLst>
              <a:gs pos="38000">
                <a:schemeClr val="bg1">
                  <a:lumMod val="85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 name="Rectangle 12">
            <a:extLst>
              <a:ext uri="{FF2B5EF4-FFF2-40B4-BE49-F238E27FC236}">
                <a16:creationId xmlns:a16="http://schemas.microsoft.com/office/drawing/2014/main" id="{05D4E90B-3F7E-4B62-9420-E90372BD4269}"/>
              </a:ext>
            </a:extLst>
          </p:cNvPr>
          <p:cNvSpPr/>
          <p:nvPr/>
        </p:nvSpPr>
        <p:spPr>
          <a:xfrm>
            <a:off x="2338611" y="1030399"/>
            <a:ext cx="7399114" cy="862013"/>
          </a:xfrm>
          <a:prstGeom prst="rect">
            <a:avLst/>
          </a:prstGeom>
          <a:gradFill flip="none" rotWithShape="1">
            <a:gsLst>
              <a:gs pos="38000">
                <a:schemeClr val="bg1">
                  <a:lumMod val="85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 name="Half Frame 14">
            <a:extLst>
              <a:ext uri="{FF2B5EF4-FFF2-40B4-BE49-F238E27FC236}">
                <a16:creationId xmlns:a16="http://schemas.microsoft.com/office/drawing/2014/main" id="{0B479F6D-09AF-4941-8C01-980B453DBED4}"/>
              </a:ext>
            </a:extLst>
          </p:cNvPr>
          <p:cNvSpPr/>
          <p:nvPr/>
        </p:nvSpPr>
        <p:spPr>
          <a:xfrm flipH="1">
            <a:off x="11379200" y="177800"/>
            <a:ext cx="615101" cy="615101"/>
          </a:xfrm>
          <a:prstGeom prst="halfFrame">
            <a:avLst>
              <a:gd name="adj1" fmla="val 10256"/>
              <a:gd name="adj2" fmla="val 1025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3" name="Slide Number Placeholder 2">
            <a:extLst>
              <a:ext uri="{FF2B5EF4-FFF2-40B4-BE49-F238E27FC236}">
                <a16:creationId xmlns:a16="http://schemas.microsoft.com/office/drawing/2014/main" id="{898EDF39-4C88-48E7-B243-DDB03AA8EB7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7419944-944D-4CCD-B088-42500AB2AC95}" type="slidenum">
              <a:rPr kumimoji="0" lang="en-US" sz="1200" b="0" i="0" u="none" strike="noStrike" kern="1200" cap="none" spc="0" normalizeH="0" baseline="0" noProof="0" smtClean="0">
                <a:ln>
                  <a:noFill/>
                </a:ln>
                <a:solidFill>
                  <a:prstClr val="black">
                    <a:tint val="75000"/>
                  </a:prst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tint val="75000"/>
                </a:prstClr>
              </a:solidFill>
              <a:effectLst/>
              <a:uLnTx/>
              <a:uFillTx/>
              <a:latin typeface="Calibri Light"/>
              <a:ea typeface="+mn-ea"/>
              <a:cs typeface="+mn-cs"/>
            </a:endParaRPr>
          </a:p>
        </p:txBody>
      </p:sp>
      <p:sp>
        <p:nvSpPr>
          <p:cNvPr id="9" name="TextBox 8">
            <a:extLst>
              <a:ext uri="{FF2B5EF4-FFF2-40B4-BE49-F238E27FC236}">
                <a16:creationId xmlns:a16="http://schemas.microsoft.com/office/drawing/2014/main" id="{E97EFFDC-D8E5-4D19-9612-FA9E5CC84444}"/>
              </a:ext>
            </a:extLst>
          </p:cNvPr>
          <p:cNvSpPr txBox="1"/>
          <p:nvPr/>
        </p:nvSpPr>
        <p:spPr>
          <a:xfrm rot="16200000">
            <a:off x="-802790" y="1521481"/>
            <a:ext cx="2948668" cy="92333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prstClr val="black"/>
                </a:solidFill>
                <a:effectLst/>
                <a:uLnTx/>
                <a:uFillTx/>
                <a:latin typeface="Century Gothic"/>
                <a:ea typeface="+mn-ea"/>
                <a:cs typeface="Segoe UI Semibold" panose="020B0702040204020203" pitchFamily="34" charset="0"/>
              </a:rPr>
              <a:t>STY</a:t>
            </a:r>
            <a:r>
              <a:rPr kumimoji="0" lang="en-US" sz="6000" b="0" i="0" u="none" strike="noStrike" kern="1200" cap="none" spc="0" normalizeH="0" baseline="0" noProof="0">
                <a:ln>
                  <a:noFill/>
                </a:ln>
                <a:solidFill>
                  <a:prstClr val="black"/>
                </a:solidFill>
                <a:effectLst/>
                <a:uLnTx/>
                <a:uFillTx/>
                <a:latin typeface="Century Gothic"/>
                <a:ea typeface="+mn-ea"/>
                <a:cs typeface="Segoe UI Semibold" panose="020B0702040204020203" pitchFamily="34" charset="0"/>
              </a:rPr>
              <a:t>LE</a:t>
            </a:r>
          </a:p>
        </p:txBody>
      </p:sp>
      <p:cxnSp>
        <p:nvCxnSpPr>
          <p:cNvPr id="50" name="Straight Connector 49">
            <a:extLst>
              <a:ext uri="{FF2B5EF4-FFF2-40B4-BE49-F238E27FC236}">
                <a16:creationId xmlns:a16="http://schemas.microsoft.com/office/drawing/2014/main" id="{EAABB40D-25DF-46EA-BB72-4BF446F77C64}"/>
              </a:ext>
            </a:extLst>
          </p:cNvPr>
          <p:cNvCxnSpPr>
            <a:cxnSpLocks/>
          </p:cNvCxnSpPr>
          <p:nvPr/>
        </p:nvCxnSpPr>
        <p:spPr>
          <a:xfrm>
            <a:off x="2338614" y="0"/>
            <a:ext cx="0" cy="6858000"/>
          </a:xfrm>
          <a:prstGeom prst="line">
            <a:avLst/>
          </a:prstGeom>
          <a:ln w="317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1EB282EF-CF86-40F0-94BC-3ED7E5409DD9}"/>
              </a:ext>
            </a:extLst>
          </p:cNvPr>
          <p:cNvGrpSpPr/>
          <p:nvPr/>
        </p:nvGrpSpPr>
        <p:grpSpPr>
          <a:xfrm>
            <a:off x="1683725" y="701736"/>
            <a:ext cx="1309779" cy="1519342"/>
            <a:chOff x="9641280" y="3958565"/>
            <a:chExt cx="1309779" cy="1519342"/>
          </a:xfrm>
        </p:grpSpPr>
        <p:sp>
          <p:nvSpPr>
            <p:cNvPr id="54" name="Hexagon 53">
              <a:extLst>
                <a:ext uri="{FF2B5EF4-FFF2-40B4-BE49-F238E27FC236}">
                  <a16:creationId xmlns:a16="http://schemas.microsoft.com/office/drawing/2014/main" id="{9DD019C3-893D-49E1-9679-8AFAEFBD03E6}"/>
                </a:ext>
              </a:extLst>
            </p:cNvPr>
            <p:cNvSpPr/>
            <p:nvPr/>
          </p:nvSpPr>
          <p:spPr>
            <a:xfrm rot="5400000">
              <a:off x="9536499" y="4063346"/>
              <a:ext cx="1519342" cy="1309779"/>
            </a:xfrm>
            <a:prstGeom prst="hexagon">
              <a:avLst/>
            </a:prstGeom>
            <a:solidFill>
              <a:srgbClr val="BA496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55" name="Hexagon 54">
              <a:extLst>
                <a:ext uri="{FF2B5EF4-FFF2-40B4-BE49-F238E27FC236}">
                  <a16:creationId xmlns:a16="http://schemas.microsoft.com/office/drawing/2014/main" id="{1EC24F47-EB9D-402E-961F-D0450663A227}"/>
                </a:ext>
              </a:extLst>
            </p:cNvPr>
            <p:cNvSpPr/>
            <p:nvPr/>
          </p:nvSpPr>
          <p:spPr>
            <a:xfrm rot="5400000">
              <a:off x="9605558" y="4116620"/>
              <a:ext cx="1381216" cy="1190704"/>
            </a:xfrm>
            <a:prstGeom prst="hexagon">
              <a:avLst/>
            </a:prstGeom>
            <a:noFill/>
            <a:ln w="12700">
              <a:solidFill>
                <a:schemeClr val="tx1">
                  <a:lumMod val="75000"/>
                  <a:lumOff val="25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nvGrpSpPr>
          <p:cNvPr id="57" name="Group 56">
            <a:extLst>
              <a:ext uri="{FF2B5EF4-FFF2-40B4-BE49-F238E27FC236}">
                <a16:creationId xmlns:a16="http://schemas.microsoft.com/office/drawing/2014/main" id="{9411012F-75A6-40A3-8448-04C4BD7463DB}"/>
              </a:ext>
            </a:extLst>
          </p:cNvPr>
          <p:cNvGrpSpPr/>
          <p:nvPr/>
        </p:nvGrpSpPr>
        <p:grpSpPr>
          <a:xfrm>
            <a:off x="2623525" y="2013465"/>
            <a:ext cx="1309779" cy="1519342"/>
            <a:chOff x="9641280" y="3958565"/>
            <a:chExt cx="1309779" cy="1519342"/>
          </a:xfrm>
        </p:grpSpPr>
        <p:sp>
          <p:nvSpPr>
            <p:cNvPr id="58" name="Hexagon 57">
              <a:extLst>
                <a:ext uri="{FF2B5EF4-FFF2-40B4-BE49-F238E27FC236}">
                  <a16:creationId xmlns:a16="http://schemas.microsoft.com/office/drawing/2014/main" id="{304393E6-F2D7-4327-8B01-7FEA2B85B350}"/>
                </a:ext>
              </a:extLst>
            </p:cNvPr>
            <p:cNvSpPr/>
            <p:nvPr/>
          </p:nvSpPr>
          <p:spPr>
            <a:xfrm rot="5400000">
              <a:off x="9536499" y="4063346"/>
              <a:ext cx="1519342" cy="1309779"/>
            </a:xfrm>
            <a:prstGeom prst="hexagon">
              <a:avLst/>
            </a:prstGeom>
            <a:solidFill>
              <a:srgbClr val="2FBA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59" name="Hexagon 58">
              <a:extLst>
                <a:ext uri="{FF2B5EF4-FFF2-40B4-BE49-F238E27FC236}">
                  <a16:creationId xmlns:a16="http://schemas.microsoft.com/office/drawing/2014/main" id="{1308CC08-4689-4256-BE93-EE73632A8D78}"/>
                </a:ext>
              </a:extLst>
            </p:cNvPr>
            <p:cNvSpPr/>
            <p:nvPr/>
          </p:nvSpPr>
          <p:spPr>
            <a:xfrm rot="5400000">
              <a:off x="9605558" y="4116620"/>
              <a:ext cx="1381216" cy="1190704"/>
            </a:xfrm>
            <a:prstGeom prst="hexagon">
              <a:avLst/>
            </a:prstGeom>
            <a:noFill/>
            <a:ln w="12700">
              <a:solidFill>
                <a:schemeClr val="tx1">
                  <a:lumMod val="75000"/>
                  <a:lumOff val="25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nvGrpSpPr>
          <p:cNvPr id="66" name="Group 65">
            <a:extLst>
              <a:ext uri="{FF2B5EF4-FFF2-40B4-BE49-F238E27FC236}">
                <a16:creationId xmlns:a16="http://schemas.microsoft.com/office/drawing/2014/main" id="{2DACDD4A-D2D2-4004-B112-E6611C3A0C59}"/>
              </a:ext>
            </a:extLst>
          </p:cNvPr>
          <p:cNvGrpSpPr/>
          <p:nvPr/>
        </p:nvGrpSpPr>
        <p:grpSpPr>
          <a:xfrm>
            <a:off x="1683725" y="3325194"/>
            <a:ext cx="1309779" cy="1519342"/>
            <a:chOff x="9641280" y="3958565"/>
            <a:chExt cx="1309779" cy="1519342"/>
          </a:xfrm>
        </p:grpSpPr>
        <p:sp>
          <p:nvSpPr>
            <p:cNvPr id="67" name="Hexagon 66">
              <a:extLst>
                <a:ext uri="{FF2B5EF4-FFF2-40B4-BE49-F238E27FC236}">
                  <a16:creationId xmlns:a16="http://schemas.microsoft.com/office/drawing/2014/main" id="{87D76932-10AC-4667-B772-EAE515E7F1C4}"/>
                </a:ext>
              </a:extLst>
            </p:cNvPr>
            <p:cNvSpPr/>
            <p:nvPr/>
          </p:nvSpPr>
          <p:spPr>
            <a:xfrm rot="5400000">
              <a:off x="9536499" y="4063346"/>
              <a:ext cx="1519342" cy="1309779"/>
            </a:xfrm>
            <a:prstGeom prst="hexagon">
              <a:avLst/>
            </a:prstGeom>
            <a:solidFill>
              <a:srgbClr val="3A56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8" name="Hexagon 67">
              <a:extLst>
                <a:ext uri="{FF2B5EF4-FFF2-40B4-BE49-F238E27FC236}">
                  <a16:creationId xmlns:a16="http://schemas.microsoft.com/office/drawing/2014/main" id="{0E700865-5D55-4A3F-BAFC-A87439CB8B73}"/>
                </a:ext>
              </a:extLst>
            </p:cNvPr>
            <p:cNvSpPr/>
            <p:nvPr/>
          </p:nvSpPr>
          <p:spPr>
            <a:xfrm rot="5400000">
              <a:off x="9605558" y="4116620"/>
              <a:ext cx="1381216" cy="1190704"/>
            </a:xfrm>
            <a:prstGeom prst="hexagon">
              <a:avLst/>
            </a:prstGeom>
            <a:noFill/>
            <a:ln w="12700">
              <a:solidFill>
                <a:schemeClr val="tx1">
                  <a:lumMod val="75000"/>
                  <a:lumOff val="25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nvGrpSpPr>
          <p:cNvPr id="69" name="Group 68">
            <a:extLst>
              <a:ext uri="{FF2B5EF4-FFF2-40B4-BE49-F238E27FC236}">
                <a16:creationId xmlns:a16="http://schemas.microsoft.com/office/drawing/2014/main" id="{A3D9B1D9-52B7-4A2D-BEF8-060151BB52E7}"/>
              </a:ext>
            </a:extLst>
          </p:cNvPr>
          <p:cNvGrpSpPr/>
          <p:nvPr/>
        </p:nvGrpSpPr>
        <p:grpSpPr>
          <a:xfrm>
            <a:off x="2623525" y="4636922"/>
            <a:ext cx="1309779" cy="1519342"/>
            <a:chOff x="9641280" y="3958565"/>
            <a:chExt cx="1309779" cy="1519342"/>
          </a:xfrm>
        </p:grpSpPr>
        <p:sp>
          <p:nvSpPr>
            <p:cNvPr id="70" name="Hexagon 69">
              <a:extLst>
                <a:ext uri="{FF2B5EF4-FFF2-40B4-BE49-F238E27FC236}">
                  <a16:creationId xmlns:a16="http://schemas.microsoft.com/office/drawing/2014/main" id="{5E1C3DD5-AE42-4A54-9592-EA69BFA27210}"/>
                </a:ext>
              </a:extLst>
            </p:cNvPr>
            <p:cNvSpPr/>
            <p:nvPr/>
          </p:nvSpPr>
          <p:spPr>
            <a:xfrm rot="5400000">
              <a:off x="9536499" y="4063346"/>
              <a:ext cx="1519342" cy="1309779"/>
            </a:xfrm>
            <a:prstGeom prst="hexagon">
              <a:avLst/>
            </a:prstGeom>
            <a:solidFill>
              <a:srgbClr val="1A21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1" name="Hexagon 70">
              <a:extLst>
                <a:ext uri="{FF2B5EF4-FFF2-40B4-BE49-F238E27FC236}">
                  <a16:creationId xmlns:a16="http://schemas.microsoft.com/office/drawing/2014/main" id="{E7E968B0-74C4-4C4E-B503-4061395AB154}"/>
                </a:ext>
              </a:extLst>
            </p:cNvPr>
            <p:cNvSpPr/>
            <p:nvPr/>
          </p:nvSpPr>
          <p:spPr>
            <a:xfrm rot="5400000">
              <a:off x="9605558" y="4116620"/>
              <a:ext cx="1381216" cy="1190704"/>
            </a:xfrm>
            <a:prstGeom prst="hexagon">
              <a:avLst/>
            </a:prstGeom>
            <a:noFill/>
            <a:ln w="12700">
              <a:solidFill>
                <a:schemeClr val="tx1">
                  <a:lumMod val="75000"/>
                  <a:lumOff val="25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sp>
        <p:nvSpPr>
          <p:cNvPr id="77" name="TextBox 76">
            <a:extLst>
              <a:ext uri="{FF2B5EF4-FFF2-40B4-BE49-F238E27FC236}">
                <a16:creationId xmlns:a16="http://schemas.microsoft.com/office/drawing/2014/main" id="{5B1D484B-72EB-43EC-842F-E5F1461ED65C}"/>
              </a:ext>
            </a:extLst>
          </p:cNvPr>
          <p:cNvSpPr txBox="1"/>
          <p:nvPr/>
        </p:nvSpPr>
        <p:spPr>
          <a:xfrm>
            <a:off x="3104682" y="1131977"/>
            <a:ext cx="4991567" cy="64633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 </a:t>
            </a:r>
          </a:p>
        </p:txBody>
      </p:sp>
      <p:sp>
        <p:nvSpPr>
          <p:cNvPr id="78" name="TextBox 77">
            <a:extLst>
              <a:ext uri="{FF2B5EF4-FFF2-40B4-BE49-F238E27FC236}">
                <a16:creationId xmlns:a16="http://schemas.microsoft.com/office/drawing/2014/main" id="{ECBD9606-6644-4F22-9B72-52283F67833B}"/>
              </a:ext>
            </a:extLst>
          </p:cNvPr>
          <p:cNvSpPr txBox="1"/>
          <p:nvPr/>
        </p:nvSpPr>
        <p:spPr>
          <a:xfrm>
            <a:off x="3104682" y="3761700"/>
            <a:ext cx="4991567" cy="64633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 </a:t>
            </a:r>
          </a:p>
        </p:txBody>
      </p:sp>
      <p:sp>
        <p:nvSpPr>
          <p:cNvPr id="79" name="TextBox 78">
            <a:extLst>
              <a:ext uri="{FF2B5EF4-FFF2-40B4-BE49-F238E27FC236}">
                <a16:creationId xmlns:a16="http://schemas.microsoft.com/office/drawing/2014/main" id="{B0666A2D-7320-4651-9D6F-09E834DAB741}"/>
              </a:ext>
            </a:extLst>
          </p:cNvPr>
          <p:cNvSpPr txBox="1"/>
          <p:nvPr/>
        </p:nvSpPr>
        <p:spPr>
          <a:xfrm>
            <a:off x="4070117" y="2443706"/>
            <a:ext cx="4991567" cy="64633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 </a:t>
            </a:r>
          </a:p>
        </p:txBody>
      </p:sp>
      <p:sp>
        <p:nvSpPr>
          <p:cNvPr id="80" name="TextBox 79">
            <a:extLst>
              <a:ext uri="{FF2B5EF4-FFF2-40B4-BE49-F238E27FC236}">
                <a16:creationId xmlns:a16="http://schemas.microsoft.com/office/drawing/2014/main" id="{41706747-0087-4B12-BE3B-66A2AEC5E49F}"/>
              </a:ext>
            </a:extLst>
          </p:cNvPr>
          <p:cNvSpPr txBox="1"/>
          <p:nvPr/>
        </p:nvSpPr>
        <p:spPr>
          <a:xfrm>
            <a:off x="4070117" y="5079692"/>
            <a:ext cx="4991567" cy="64633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Light"/>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amet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consectetur</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adipiscing</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elit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Etiam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varius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bibendum</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est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sed</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vulputate</a:t>
            </a:r>
            <a:r>
              <a:rPr kumimoji="0" lang="en-US" sz="1400" b="0" i="0" u="none" strike="noStrike" kern="1200" cap="none" spc="0" normalizeH="0" baseline="0" noProof="0">
                <a:ln>
                  <a:noFill/>
                </a:ln>
                <a:solidFill>
                  <a:prstClr val="black"/>
                </a:solidFill>
                <a:effectLst/>
                <a:uLnTx/>
                <a:uFillTx/>
                <a:latin typeface="Calibri Light"/>
                <a:ea typeface="+mn-ea"/>
                <a:cs typeface="+mn-cs"/>
              </a:rPr>
              <a:t>. Nunc vitae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lectus</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commodo</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ornare</a:t>
            </a:r>
            <a:r>
              <a:rPr kumimoji="0" lang="en-US" sz="1400" b="0" i="0" u="none" strike="noStrike" kern="1200" cap="none" spc="0" normalizeH="0" baseline="0" noProof="0">
                <a:ln>
                  <a:noFill/>
                </a:ln>
                <a:solidFill>
                  <a:prstClr val="black"/>
                </a:solidFill>
                <a:effectLst/>
                <a:uLnTx/>
                <a:uFillTx/>
                <a:latin typeface="Calibri Light"/>
                <a:ea typeface="+mn-ea"/>
                <a:cs typeface="+mn-cs"/>
              </a:rPr>
              <a:t> mi ac, </a:t>
            </a:r>
            <a:r>
              <a:rPr kumimoji="0" lang="en-US" sz="1400" b="0" i="0" u="none" strike="noStrike" kern="1200" cap="none" spc="0" normalizeH="0" baseline="0" noProof="0" err="1">
                <a:ln>
                  <a:noFill/>
                </a:ln>
                <a:solidFill>
                  <a:prstClr val="black"/>
                </a:solidFill>
                <a:effectLst/>
                <a:uLnTx/>
                <a:uFillTx/>
                <a:latin typeface="Calibri Light"/>
                <a:ea typeface="+mn-ea"/>
                <a:cs typeface="+mn-cs"/>
              </a:rPr>
              <a:t>tincidunt</a:t>
            </a:r>
            <a:r>
              <a:rPr kumimoji="0" lang="en-US" sz="1400" b="0" i="0" u="none" strike="noStrike" kern="1200" cap="none" spc="0" normalizeH="0" baseline="0" noProof="0">
                <a:ln>
                  <a:noFill/>
                </a:ln>
                <a:solidFill>
                  <a:prstClr val="black"/>
                </a:solidFill>
                <a:effectLst/>
                <a:uLnTx/>
                <a:uFillTx/>
                <a:latin typeface="Calibri Light"/>
                <a:ea typeface="+mn-ea"/>
                <a:cs typeface="+mn-cs"/>
              </a:rPr>
              <a:t> </a:t>
            </a:r>
            <a:r>
              <a:rPr kumimoji="0" lang="en-US" sz="1400" b="0" i="0" u="none" strike="noStrike" kern="1200" cap="none" spc="0" normalizeH="0" baseline="0" noProof="0" err="1">
                <a:ln>
                  <a:noFill/>
                </a:ln>
                <a:solidFill>
                  <a:prstClr val="black"/>
                </a:solidFill>
                <a:effectLst/>
                <a:uLnTx/>
                <a:uFillTx/>
                <a:latin typeface="Calibri Light"/>
                <a:ea typeface="+mn-ea"/>
                <a:cs typeface="+mn-cs"/>
              </a:rPr>
              <a:t>augue</a:t>
            </a:r>
            <a:r>
              <a:rPr kumimoji="0" lang="en-US" sz="1400" b="0" i="0" u="none" strike="noStrike" kern="1200" cap="none" spc="0" normalizeH="0" baseline="0" noProof="0">
                <a:ln>
                  <a:noFill/>
                </a:ln>
                <a:solidFill>
                  <a:prstClr val="black"/>
                </a:solidFill>
                <a:effectLst/>
                <a:uLnTx/>
                <a:uFillTx/>
                <a:latin typeface="Calibri Light"/>
                <a:ea typeface="+mn-ea"/>
                <a:cs typeface="+mn-cs"/>
              </a:rPr>
              <a:t>. In in </a:t>
            </a:r>
            <a:r>
              <a:rPr kumimoji="0" lang="en-US" sz="1400" b="0" i="0" u="none" strike="noStrike" kern="1200" cap="none" spc="0" normalizeH="0" baseline="0" noProof="0" err="1">
                <a:ln>
                  <a:noFill/>
                </a:ln>
                <a:solidFill>
                  <a:prstClr val="black"/>
                </a:solidFill>
                <a:effectLst/>
                <a:uLnTx/>
                <a:uFillTx/>
                <a:latin typeface="Calibri Light"/>
                <a:ea typeface="+mn-ea"/>
                <a:cs typeface="+mn-cs"/>
              </a:rPr>
              <a:t>luctus</a:t>
            </a:r>
            <a:r>
              <a:rPr kumimoji="0" lang="en-US" sz="1400" b="0" i="0" u="none" strike="noStrike" kern="1200" cap="none" spc="0" normalizeH="0" baseline="0" noProof="0">
                <a:ln>
                  <a:noFill/>
                </a:ln>
                <a:solidFill>
                  <a:prstClr val="black"/>
                </a:solidFill>
                <a:effectLst/>
                <a:uLnTx/>
                <a:uFillTx/>
                <a:latin typeface="Calibri Light"/>
                <a:ea typeface="+mn-ea"/>
                <a:cs typeface="+mn-cs"/>
              </a:rPr>
              <a:t> nisi. </a:t>
            </a:r>
          </a:p>
        </p:txBody>
      </p:sp>
      <p:sp>
        <p:nvSpPr>
          <p:cNvPr id="81" name="TextBox 80">
            <a:extLst>
              <a:ext uri="{FF2B5EF4-FFF2-40B4-BE49-F238E27FC236}">
                <a16:creationId xmlns:a16="http://schemas.microsoft.com/office/drawing/2014/main" id="{FE26031E-475C-4E08-82E4-E61DAE6BD37F}"/>
              </a:ext>
            </a:extLst>
          </p:cNvPr>
          <p:cNvSpPr txBox="1"/>
          <p:nvPr/>
        </p:nvSpPr>
        <p:spPr>
          <a:xfrm>
            <a:off x="8388149" y="1116588"/>
            <a:ext cx="1992757" cy="67710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BA4969"/>
                </a:solidFill>
                <a:effectLst/>
                <a:uLnTx/>
                <a:uFillTx/>
                <a:latin typeface="Century Gothic"/>
                <a:ea typeface="+mn-ea"/>
                <a:cs typeface="Segoe UI Semibold" panose="020B0702040204020203" pitchFamily="34" charset="0"/>
              </a:rPr>
              <a:t>20%</a:t>
            </a:r>
            <a:endParaRPr kumimoji="0" lang="en-US" sz="4400" b="0" i="0" u="none" strike="noStrike" kern="1200" cap="none" spc="0" normalizeH="0" baseline="0" noProof="0">
              <a:ln>
                <a:noFill/>
              </a:ln>
              <a:solidFill>
                <a:srgbClr val="BA4969"/>
              </a:solidFill>
              <a:effectLst/>
              <a:uLnTx/>
              <a:uFillTx/>
              <a:latin typeface="Century Gothic"/>
              <a:ea typeface="+mn-ea"/>
              <a:cs typeface="Segoe UI Semibold" panose="020B0702040204020203" pitchFamily="34" charset="0"/>
            </a:endParaRPr>
          </a:p>
        </p:txBody>
      </p:sp>
      <p:sp>
        <p:nvSpPr>
          <p:cNvPr id="82" name="TextBox 81">
            <a:extLst>
              <a:ext uri="{FF2B5EF4-FFF2-40B4-BE49-F238E27FC236}">
                <a16:creationId xmlns:a16="http://schemas.microsoft.com/office/drawing/2014/main" id="{5B304034-7268-4832-9AB8-F410B889B928}"/>
              </a:ext>
            </a:extLst>
          </p:cNvPr>
          <p:cNvSpPr txBox="1"/>
          <p:nvPr/>
        </p:nvSpPr>
        <p:spPr>
          <a:xfrm>
            <a:off x="8388149" y="3746311"/>
            <a:ext cx="1992757" cy="67710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3A566B"/>
                </a:solidFill>
                <a:effectLst/>
                <a:uLnTx/>
                <a:uFillTx/>
                <a:latin typeface="Century Gothic"/>
                <a:ea typeface="+mn-ea"/>
                <a:cs typeface="Segoe UI Semibold" panose="020B0702040204020203" pitchFamily="34" charset="0"/>
              </a:rPr>
              <a:t>60%</a:t>
            </a:r>
            <a:endParaRPr kumimoji="0" lang="en-US" sz="4400" b="0" i="0" u="none" strike="noStrike" kern="1200" cap="none" spc="0" normalizeH="0" baseline="0" noProof="0">
              <a:ln>
                <a:noFill/>
              </a:ln>
              <a:solidFill>
                <a:srgbClr val="3A566B"/>
              </a:solidFill>
              <a:effectLst/>
              <a:uLnTx/>
              <a:uFillTx/>
              <a:latin typeface="Century Gothic"/>
              <a:ea typeface="+mn-ea"/>
              <a:cs typeface="Segoe UI Semibold" panose="020B0702040204020203" pitchFamily="34" charset="0"/>
            </a:endParaRPr>
          </a:p>
        </p:txBody>
      </p:sp>
      <p:sp>
        <p:nvSpPr>
          <p:cNvPr id="83" name="TextBox 82">
            <a:extLst>
              <a:ext uri="{FF2B5EF4-FFF2-40B4-BE49-F238E27FC236}">
                <a16:creationId xmlns:a16="http://schemas.microsoft.com/office/drawing/2014/main" id="{7427820F-0291-44C8-89B9-E3340FE752C4}"/>
              </a:ext>
            </a:extLst>
          </p:cNvPr>
          <p:cNvSpPr txBox="1"/>
          <p:nvPr/>
        </p:nvSpPr>
        <p:spPr>
          <a:xfrm>
            <a:off x="9280120" y="2434583"/>
            <a:ext cx="1992757" cy="67710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2FBAC9"/>
                </a:solidFill>
                <a:effectLst/>
                <a:uLnTx/>
                <a:uFillTx/>
                <a:latin typeface="Century Gothic"/>
                <a:ea typeface="+mn-ea"/>
                <a:cs typeface="Segoe UI Semibold" panose="020B0702040204020203" pitchFamily="34" charset="0"/>
              </a:rPr>
              <a:t>35%</a:t>
            </a:r>
            <a:endParaRPr kumimoji="0" lang="en-US" sz="4400" b="0" i="0" u="none" strike="noStrike" kern="1200" cap="none" spc="0" normalizeH="0" baseline="0" noProof="0">
              <a:ln>
                <a:noFill/>
              </a:ln>
              <a:solidFill>
                <a:srgbClr val="2FBAC9"/>
              </a:solidFill>
              <a:effectLst/>
              <a:uLnTx/>
              <a:uFillTx/>
              <a:latin typeface="Century Gothic"/>
              <a:ea typeface="+mn-ea"/>
              <a:cs typeface="Segoe UI Semibold" panose="020B0702040204020203" pitchFamily="34" charset="0"/>
            </a:endParaRPr>
          </a:p>
        </p:txBody>
      </p:sp>
      <p:sp>
        <p:nvSpPr>
          <p:cNvPr id="84" name="TextBox 83">
            <a:extLst>
              <a:ext uri="{FF2B5EF4-FFF2-40B4-BE49-F238E27FC236}">
                <a16:creationId xmlns:a16="http://schemas.microsoft.com/office/drawing/2014/main" id="{1AE1CFB6-2F9D-4637-A0E5-DA93A1F6D7FB}"/>
              </a:ext>
            </a:extLst>
          </p:cNvPr>
          <p:cNvSpPr txBox="1"/>
          <p:nvPr/>
        </p:nvSpPr>
        <p:spPr>
          <a:xfrm>
            <a:off x="9280120" y="5068841"/>
            <a:ext cx="1992757" cy="67710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1A2131"/>
                </a:solidFill>
                <a:effectLst/>
                <a:uLnTx/>
                <a:uFillTx/>
                <a:latin typeface="Century Gothic"/>
                <a:ea typeface="+mn-ea"/>
                <a:cs typeface="Segoe UI Semibold" panose="020B0702040204020203" pitchFamily="34" charset="0"/>
              </a:rPr>
              <a:t>75%</a:t>
            </a:r>
            <a:endParaRPr kumimoji="0" lang="en-US" sz="4400" b="0" i="0" u="none" strike="noStrike" kern="1200" cap="none" spc="0" normalizeH="0" baseline="0" noProof="0">
              <a:ln>
                <a:noFill/>
              </a:ln>
              <a:solidFill>
                <a:srgbClr val="1A2131"/>
              </a:solidFill>
              <a:effectLst/>
              <a:uLnTx/>
              <a:uFillTx/>
              <a:latin typeface="Century Gothic"/>
              <a:ea typeface="+mn-ea"/>
              <a:cs typeface="Segoe UI Semibold" panose="020B0702040204020203" pitchFamily="34" charset="0"/>
            </a:endParaRPr>
          </a:p>
        </p:txBody>
      </p:sp>
      <p:grpSp>
        <p:nvGrpSpPr>
          <p:cNvPr id="85" name="Group 84">
            <a:extLst>
              <a:ext uri="{FF2B5EF4-FFF2-40B4-BE49-F238E27FC236}">
                <a16:creationId xmlns:a16="http://schemas.microsoft.com/office/drawing/2014/main" id="{81448FEB-C950-4E48-A4C4-A4FE1B8D5D74}"/>
              </a:ext>
            </a:extLst>
          </p:cNvPr>
          <p:cNvGrpSpPr/>
          <p:nvPr/>
        </p:nvGrpSpPr>
        <p:grpSpPr>
          <a:xfrm>
            <a:off x="2122830" y="1265465"/>
            <a:ext cx="431570" cy="391886"/>
            <a:chOff x="8737600" y="817563"/>
            <a:chExt cx="276225" cy="250825"/>
          </a:xfrm>
          <a:solidFill>
            <a:schemeClr val="bg1"/>
          </a:solidFill>
        </p:grpSpPr>
        <p:sp>
          <p:nvSpPr>
            <p:cNvPr id="86" name="Freeform 337">
              <a:extLst>
                <a:ext uri="{FF2B5EF4-FFF2-40B4-BE49-F238E27FC236}">
                  <a16:creationId xmlns:a16="http://schemas.microsoft.com/office/drawing/2014/main" id="{AECD01B9-3D7B-41FE-85A3-5644216CA680}"/>
                </a:ext>
              </a:extLst>
            </p:cNvPr>
            <p:cNvSpPr>
              <a:spLocks noEditPoints="1"/>
            </p:cNvSpPr>
            <p:nvPr/>
          </p:nvSpPr>
          <p:spPr bwMode="auto">
            <a:xfrm>
              <a:off x="8737600" y="817563"/>
              <a:ext cx="276225" cy="250825"/>
            </a:xfrm>
            <a:custGeom>
              <a:avLst/>
              <a:gdLst>
                <a:gd name="T0" fmla="*/ 740 w 870"/>
                <a:gd name="T1" fmla="*/ 628 h 786"/>
                <a:gd name="T2" fmla="*/ 624 w 870"/>
                <a:gd name="T3" fmla="*/ 644 h 786"/>
                <a:gd name="T4" fmla="*/ 530 w 870"/>
                <a:gd name="T5" fmla="*/ 670 h 786"/>
                <a:gd name="T6" fmla="*/ 462 w 870"/>
                <a:gd name="T7" fmla="*/ 704 h 786"/>
                <a:gd name="T8" fmla="*/ 452 w 870"/>
                <a:gd name="T9" fmla="*/ 134 h 786"/>
                <a:gd name="T10" fmla="*/ 472 w 870"/>
                <a:gd name="T11" fmla="*/ 110 h 786"/>
                <a:gd name="T12" fmla="*/ 511 w 870"/>
                <a:gd name="T13" fmla="*/ 86 h 786"/>
                <a:gd name="T14" fmla="*/ 599 w 870"/>
                <a:gd name="T15" fmla="*/ 57 h 786"/>
                <a:gd name="T16" fmla="*/ 780 w 870"/>
                <a:gd name="T17" fmla="*/ 32 h 786"/>
                <a:gd name="T18" fmla="*/ 840 w 870"/>
                <a:gd name="T19" fmla="*/ 30 h 786"/>
                <a:gd name="T20" fmla="*/ 73 w 870"/>
                <a:gd name="T21" fmla="*/ 31 h 786"/>
                <a:gd name="T22" fmla="*/ 224 w 870"/>
                <a:gd name="T23" fmla="*/ 47 h 786"/>
                <a:gd name="T24" fmla="*/ 337 w 870"/>
                <a:gd name="T25" fmla="*/ 77 h 786"/>
                <a:gd name="T26" fmla="*/ 399 w 870"/>
                <a:gd name="T27" fmla="*/ 111 h 786"/>
                <a:gd name="T28" fmla="*/ 416 w 870"/>
                <a:gd name="T29" fmla="*/ 131 h 786"/>
                <a:gd name="T30" fmla="*/ 420 w 870"/>
                <a:gd name="T31" fmla="*/ 715 h 786"/>
                <a:gd name="T32" fmla="*/ 359 w 870"/>
                <a:gd name="T33" fmla="*/ 677 h 786"/>
                <a:gd name="T34" fmla="*/ 271 w 870"/>
                <a:gd name="T35" fmla="*/ 649 h 786"/>
                <a:gd name="T36" fmla="*/ 160 w 870"/>
                <a:gd name="T37" fmla="*/ 631 h 786"/>
                <a:gd name="T38" fmla="*/ 30 w 870"/>
                <a:gd name="T39" fmla="*/ 624 h 786"/>
                <a:gd name="T40" fmla="*/ 717 w 870"/>
                <a:gd name="T41" fmla="*/ 36 h 786"/>
                <a:gd name="T42" fmla="*/ 629 w 870"/>
                <a:gd name="T43" fmla="*/ 293 h 786"/>
                <a:gd name="T44" fmla="*/ 778 w 870"/>
                <a:gd name="T45" fmla="*/ 1 h 786"/>
                <a:gd name="T46" fmla="*/ 642 w 870"/>
                <a:gd name="T47" fmla="*/ 16 h 786"/>
                <a:gd name="T48" fmla="*/ 533 w 870"/>
                <a:gd name="T49" fmla="*/ 45 h 786"/>
                <a:gd name="T50" fmla="*/ 458 w 870"/>
                <a:gd name="T51" fmla="*/ 83 h 786"/>
                <a:gd name="T52" fmla="*/ 435 w 870"/>
                <a:gd name="T53" fmla="*/ 106 h 786"/>
                <a:gd name="T54" fmla="*/ 411 w 870"/>
                <a:gd name="T55" fmla="*/ 83 h 786"/>
                <a:gd name="T56" fmla="*/ 336 w 870"/>
                <a:gd name="T57" fmla="*/ 45 h 786"/>
                <a:gd name="T58" fmla="*/ 227 w 870"/>
                <a:gd name="T59" fmla="*/ 16 h 786"/>
                <a:gd name="T60" fmla="*/ 91 w 870"/>
                <a:gd name="T61" fmla="*/ 1 h 786"/>
                <a:gd name="T62" fmla="*/ 9 w 870"/>
                <a:gd name="T63" fmla="*/ 1 h 786"/>
                <a:gd name="T64" fmla="*/ 1 w 870"/>
                <a:gd name="T65" fmla="*/ 8 h 786"/>
                <a:gd name="T66" fmla="*/ 0 w 870"/>
                <a:gd name="T67" fmla="*/ 641 h 786"/>
                <a:gd name="T68" fmla="*/ 6 w 870"/>
                <a:gd name="T69" fmla="*/ 651 h 786"/>
                <a:gd name="T70" fmla="*/ 59 w 870"/>
                <a:gd name="T71" fmla="*/ 654 h 786"/>
                <a:gd name="T72" fmla="*/ 216 w 870"/>
                <a:gd name="T73" fmla="*/ 669 h 786"/>
                <a:gd name="T74" fmla="*/ 333 w 870"/>
                <a:gd name="T75" fmla="*/ 700 h 786"/>
                <a:gd name="T76" fmla="*/ 398 w 870"/>
                <a:gd name="T77" fmla="*/ 734 h 786"/>
                <a:gd name="T78" fmla="*/ 416 w 870"/>
                <a:gd name="T79" fmla="*/ 755 h 786"/>
                <a:gd name="T80" fmla="*/ 420 w 870"/>
                <a:gd name="T81" fmla="*/ 773 h 786"/>
                <a:gd name="T82" fmla="*/ 426 w 870"/>
                <a:gd name="T83" fmla="*/ 783 h 786"/>
                <a:gd name="T84" fmla="*/ 438 w 870"/>
                <a:gd name="T85" fmla="*/ 785 h 786"/>
                <a:gd name="T86" fmla="*/ 447 w 870"/>
                <a:gd name="T87" fmla="*/ 779 h 786"/>
                <a:gd name="T88" fmla="*/ 450 w 870"/>
                <a:gd name="T89" fmla="*/ 766 h 786"/>
                <a:gd name="T90" fmla="*/ 462 w 870"/>
                <a:gd name="T91" fmla="*/ 745 h 786"/>
                <a:gd name="T92" fmla="*/ 495 w 870"/>
                <a:gd name="T93" fmla="*/ 719 h 786"/>
                <a:gd name="T94" fmla="*/ 590 w 870"/>
                <a:gd name="T95" fmla="*/ 683 h 786"/>
                <a:gd name="T96" fmla="*/ 728 w 870"/>
                <a:gd name="T97" fmla="*/ 659 h 786"/>
                <a:gd name="T98" fmla="*/ 858 w 870"/>
                <a:gd name="T99" fmla="*/ 653 h 786"/>
                <a:gd name="T100" fmla="*/ 867 w 870"/>
                <a:gd name="T101" fmla="*/ 646 h 786"/>
                <a:gd name="T102" fmla="*/ 870 w 870"/>
                <a:gd name="T103" fmla="*/ 15 h 786"/>
                <a:gd name="T104" fmla="*/ 865 w 870"/>
                <a:gd name="T105" fmla="*/ 4 h 786"/>
                <a:gd name="T106" fmla="*/ 855 w 870"/>
                <a:gd name="T107" fmla="*/ 0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70" h="786">
                  <a:moveTo>
                    <a:pt x="840" y="624"/>
                  </a:moveTo>
                  <a:lnTo>
                    <a:pt x="806" y="624"/>
                  </a:lnTo>
                  <a:lnTo>
                    <a:pt x="773" y="626"/>
                  </a:lnTo>
                  <a:lnTo>
                    <a:pt x="740" y="628"/>
                  </a:lnTo>
                  <a:lnTo>
                    <a:pt x="710" y="631"/>
                  </a:lnTo>
                  <a:lnTo>
                    <a:pt x="680" y="634"/>
                  </a:lnTo>
                  <a:lnTo>
                    <a:pt x="651" y="639"/>
                  </a:lnTo>
                  <a:lnTo>
                    <a:pt x="624" y="644"/>
                  </a:lnTo>
                  <a:lnTo>
                    <a:pt x="598" y="649"/>
                  </a:lnTo>
                  <a:lnTo>
                    <a:pt x="574" y="656"/>
                  </a:lnTo>
                  <a:lnTo>
                    <a:pt x="550" y="662"/>
                  </a:lnTo>
                  <a:lnTo>
                    <a:pt x="530" y="670"/>
                  </a:lnTo>
                  <a:lnTo>
                    <a:pt x="510" y="678"/>
                  </a:lnTo>
                  <a:lnTo>
                    <a:pt x="493" y="686"/>
                  </a:lnTo>
                  <a:lnTo>
                    <a:pt x="477" y="695"/>
                  </a:lnTo>
                  <a:lnTo>
                    <a:pt x="462" y="704"/>
                  </a:lnTo>
                  <a:lnTo>
                    <a:pt x="450" y="715"/>
                  </a:lnTo>
                  <a:lnTo>
                    <a:pt x="450" y="147"/>
                  </a:lnTo>
                  <a:lnTo>
                    <a:pt x="451" y="141"/>
                  </a:lnTo>
                  <a:lnTo>
                    <a:pt x="452" y="134"/>
                  </a:lnTo>
                  <a:lnTo>
                    <a:pt x="455" y="128"/>
                  </a:lnTo>
                  <a:lnTo>
                    <a:pt x="459" y="122"/>
                  </a:lnTo>
                  <a:lnTo>
                    <a:pt x="466" y="115"/>
                  </a:lnTo>
                  <a:lnTo>
                    <a:pt x="472" y="110"/>
                  </a:lnTo>
                  <a:lnTo>
                    <a:pt x="480" y="104"/>
                  </a:lnTo>
                  <a:lnTo>
                    <a:pt x="489" y="98"/>
                  </a:lnTo>
                  <a:lnTo>
                    <a:pt x="499" y="92"/>
                  </a:lnTo>
                  <a:lnTo>
                    <a:pt x="511" y="86"/>
                  </a:lnTo>
                  <a:lnTo>
                    <a:pt x="524" y="81"/>
                  </a:lnTo>
                  <a:lnTo>
                    <a:pt x="536" y="76"/>
                  </a:lnTo>
                  <a:lnTo>
                    <a:pt x="566" y="65"/>
                  </a:lnTo>
                  <a:lnTo>
                    <a:pt x="599" y="57"/>
                  </a:lnTo>
                  <a:lnTo>
                    <a:pt x="599" y="365"/>
                  </a:lnTo>
                  <a:lnTo>
                    <a:pt x="689" y="276"/>
                  </a:lnTo>
                  <a:lnTo>
                    <a:pt x="780" y="365"/>
                  </a:lnTo>
                  <a:lnTo>
                    <a:pt x="780" y="32"/>
                  </a:lnTo>
                  <a:lnTo>
                    <a:pt x="794" y="31"/>
                  </a:lnTo>
                  <a:lnTo>
                    <a:pt x="809" y="30"/>
                  </a:lnTo>
                  <a:lnTo>
                    <a:pt x="824" y="30"/>
                  </a:lnTo>
                  <a:lnTo>
                    <a:pt x="840" y="30"/>
                  </a:lnTo>
                  <a:lnTo>
                    <a:pt x="840" y="624"/>
                  </a:lnTo>
                  <a:close/>
                  <a:moveTo>
                    <a:pt x="30" y="624"/>
                  </a:moveTo>
                  <a:lnTo>
                    <a:pt x="30" y="30"/>
                  </a:lnTo>
                  <a:lnTo>
                    <a:pt x="73" y="31"/>
                  </a:lnTo>
                  <a:lnTo>
                    <a:pt x="113" y="33"/>
                  </a:lnTo>
                  <a:lnTo>
                    <a:pt x="153" y="36"/>
                  </a:lnTo>
                  <a:lnTo>
                    <a:pt x="189" y="42"/>
                  </a:lnTo>
                  <a:lnTo>
                    <a:pt x="224" y="47"/>
                  </a:lnTo>
                  <a:lnTo>
                    <a:pt x="256" y="53"/>
                  </a:lnTo>
                  <a:lnTo>
                    <a:pt x="285" y="61"/>
                  </a:lnTo>
                  <a:lnTo>
                    <a:pt x="312" y="68"/>
                  </a:lnTo>
                  <a:lnTo>
                    <a:pt x="337" y="77"/>
                  </a:lnTo>
                  <a:lnTo>
                    <a:pt x="358" y="86"/>
                  </a:lnTo>
                  <a:lnTo>
                    <a:pt x="376" y="95"/>
                  </a:lnTo>
                  <a:lnTo>
                    <a:pt x="392" y="106"/>
                  </a:lnTo>
                  <a:lnTo>
                    <a:pt x="399" y="111"/>
                  </a:lnTo>
                  <a:lnTo>
                    <a:pt x="404" y="115"/>
                  </a:lnTo>
                  <a:lnTo>
                    <a:pt x="408" y="121"/>
                  </a:lnTo>
                  <a:lnTo>
                    <a:pt x="412" y="126"/>
                  </a:lnTo>
                  <a:lnTo>
                    <a:pt x="416" y="131"/>
                  </a:lnTo>
                  <a:lnTo>
                    <a:pt x="418" y="137"/>
                  </a:lnTo>
                  <a:lnTo>
                    <a:pt x="419" y="142"/>
                  </a:lnTo>
                  <a:lnTo>
                    <a:pt x="420" y="147"/>
                  </a:lnTo>
                  <a:lnTo>
                    <a:pt x="420" y="715"/>
                  </a:lnTo>
                  <a:lnTo>
                    <a:pt x="407" y="704"/>
                  </a:lnTo>
                  <a:lnTo>
                    <a:pt x="393" y="695"/>
                  </a:lnTo>
                  <a:lnTo>
                    <a:pt x="377" y="686"/>
                  </a:lnTo>
                  <a:lnTo>
                    <a:pt x="359" y="677"/>
                  </a:lnTo>
                  <a:lnTo>
                    <a:pt x="340" y="670"/>
                  </a:lnTo>
                  <a:lnTo>
                    <a:pt x="318" y="662"/>
                  </a:lnTo>
                  <a:lnTo>
                    <a:pt x="296" y="656"/>
                  </a:lnTo>
                  <a:lnTo>
                    <a:pt x="271" y="649"/>
                  </a:lnTo>
                  <a:lnTo>
                    <a:pt x="246" y="644"/>
                  </a:lnTo>
                  <a:lnTo>
                    <a:pt x="219" y="639"/>
                  </a:lnTo>
                  <a:lnTo>
                    <a:pt x="190" y="634"/>
                  </a:lnTo>
                  <a:lnTo>
                    <a:pt x="160" y="631"/>
                  </a:lnTo>
                  <a:lnTo>
                    <a:pt x="129" y="628"/>
                  </a:lnTo>
                  <a:lnTo>
                    <a:pt x="97" y="626"/>
                  </a:lnTo>
                  <a:lnTo>
                    <a:pt x="64" y="624"/>
                  </a:lnTo>
                  <a:lnTo>
                    <a:pt x="30" y="624"/>
                  </a:lnTo>
                  <a:close/>
                  <a:moveTo>
                    <a:pt x="629" y="50"/>
                  </a:moveTo>
                  <a:lnTo>
                    <a:pt x="657" y="45"/>
                  </a:lnTo>
                  <a:lnTo>
                    <a:pt x="687" y="40"/>
                  </a:lnTo>
                  <a:lnTo>
                    <a:pt x="717" y="36"/>
                  </a:lnTo>
                  <a:lnTo>
                    <a:pt x="750" y="33"/>
                  </a:lnTo>
                  <a:lnTo>
                    <a:pt x="750" y="293"/>
                  </a:lnTo>
                  <a:lnTo>
                    <a:pt x="689" y="233"/>
                  </a:lnTo>
                  <a:lnTo>
                    <a:pt x="629" y="293"/>
                  </a:lnTo>
                  <a:lnTo>
                    <a:pt x="629" y="50"/>
                  </a:lnTo>
                  <a:close/>
                  <a:moveTo>
                    <a:pt x="855" y="0"/>
                  </a:moveTo>
                  <a:lnTo>
                    <a:pt x="816" y="0"/>
                  </a:lnTo>
                  <a:lnTo>
                    <a:pt x="778" y="1"/>
                  </a:lnTo>
                  <a:lnTo>
                    <a:pt x="743" y="4"/>
                  </a:lnTo>
                  <a:lnTo>
                    <a:pt x="707" y="7"/>
                  </a:lnTo>
                  <a:lnTo>
                    <a:pt x="674" y="12"/>
                  </a:lnTo>
                  <a:lnTo>
                    <a:pt x="642" y="16"/>
                  </a:lnTo>
                  <a:lnTo>
                    <a:pt x="612" y="22"/>
                  </a:lnTo>
                  <a:lnTo>
                    <a:pt x="584" y="29"/>
                  </a:lnTo>
                  <a:lnTo>
                    <a:pt x="558" y="36"/>
                  </a:lnTo>
                  <a:lnTo>
                    <a:pt x="533" y="45"/>
                  </a:lnTo>
                  <a:lnTo>
                    <a:pt x="512" y="53"/>
                  </a:lnTo>
                  <a:lnTo>
                    <a:pt x="492" y="63"/>
                  </a:lnTo>
                  <a:lnTo>
                    <a:pt x="473" y="73"/>
                  </a:lnTo>
                  <a:lnTo>
                    <a:pt x="458" y="83"/>
                  </a:lnTo>
                  <a:lnTo>
                    <a:pt x="451" y="89"/>
                  </a:lnTo>
                  <a:lnTo>
                    <a:pt x="446" y="94"/>
                  </a:lnTo>
                  <a:lnTo>
                    <a:pt x="439" y="100"/>
                  </a:lnTo>
                  <a:lnTo>
                    <a:pt x="435" y="106"/>
                  </a:lnTo>
                  <a:lnTo>
                    <a:pt x="430" y="100"/>
                  </a:lnTo>
                  <a:lnTo>
                    <a:pt x="424" y="94"/>
                  </a:lnTo>
                  <a:lnTo>
                    <a:pt x="418" y="89"/>
                  </a:lnTo>
                  <a:lnTo>
                    <a:pt x="411" y="83"/>
                  </a:lnTo>
                  <a:lnTo>
                    <a:pt x="396" y="73"/>
                  </a:lnTo>
                  <a:lnTo>
                    <a:pt x="378" y="63"/>
                  </a:lnTo>
                  <a:lnTo>
                    <a:pt x="358" y="53"/>
                  </a:lnTo>
                  <a:lnTo>
                    <a:pt x="336" y="45"/>
                  </a:lnTo>
                  <a:lnTo>
                    <a:pt x="312" y="36"/>
                  </a:lnTo>
                  <a:lnTo>
                    <a:pt x="285" y="29"/>
                  </a:lnTo>
                  <a:lnTo>
                    <a:pt x="258" y="22"/>
                  </a:lnTo>
                  <a:lnTo>
                    <a:pt x="227" y="16"/>
                  </a:lnTo>
                  <a:lnTo>
                    <a:pt x="196" y="12"/>
                  </a:lnTo>
                  <a:lnTo>
                    <a:pt x="162" y="7"/>
                  </a:lnTo>
                  <a:lnTo>
                    <a:pt x="127" y="4"/>
                  </a:lnTo>
                  <a:lnTo>
                    <a:pt x="91" y="1"/>
                  </a:lnTo>
                  <a:lnTo>
                    <a:pt x="53" y="0"/>
                  </a:lnTo>
                  <a:lnTo>
                    <a:pt x="15" y="0"/>
                  </a:lnTo>
                  <a:lnTo>
                    <a:pt x="12" y="0"/>
                  </a:lnTo>
                  <a:lnTo>
                    <a:pt x="9" y="1"/>
                  </a:lnTo>
                  <a:lnTo>
                    <a:pt x="6" y="2"/>
                  </a:lnTo>
                  <a:lnTo>
                    <a:pt x="4" y="4"/>
                  </a:lnTo>
                  <a:lnTo>
                    <a:pt x="2" y="6"/>
                  </a:lnTo>
                  <a:lnTo>
                    <a:pt x="1" y="8"/>
                  </a:lnTo>
                  <a:lnTo>
                    <a:pt x="0" y="12"/>
                  </a:lnTo>
                  <a:lnTo>
                    <a:pt x="0" y="15"/>
                  </a:lnTo>
                  <a:lnTo>
                    <a:pt x="0" y="639"/>
                  </a:lnTo>
                  <a:lnTo>
                    <a:pt x="0" y="641"/>
                  </a:lnTo>
                  <a:lnTo>
                    <a:pt x="1" y="644"/>
                  </a:lnTo>
                  <a:lnTo>
                    <a:pt x="2" y="646"/>
                  </a:lnTo>
                  <a:lnTo>
                    <a:pt x="4" y="649"/>
                  </a:lnTo>
                  <a:lnTo>
                    <a:pt x="6" y="651"/>
                  </a:lnTo>
                  <a:lnTo>
                    <a:pt x="9" y="653"/>
                  </a:lnTo>
                  <a:lnTo>
                    <a:pt x="12" y="653"/>
                  </a:lnTo>
                  <a:lnTo>
                    <a:pt x="15" y="654"/>
                  </a:lnTo>
                  <a:lnTo>
                    <a:pt x="59" y="654"/>
                  </a:lnTo>
                  <a:lnTo>
                    <a:pt x="102" y="656"/>
                  </a:lnTo>
                  <a:lnTo>
                    <a:pt x="142" y="659"/>
                  </a:lnTo>
                  <a:lnTo>
                    <a:pt x="181" y="663"/>
                  </a:lnTo>
                  <a:lnTo>
                    <a:pt x="216" y="669"/>
                  </a:lnTo>
                  <a:lnTo>
                    <a:pt x="249" y="675"/>
                  </a:lnTo>
                  <a:lnTo>
                    <a:pt x="280" y="683"/>
                  </a:lnTo>
                  <a:lnTo>
                    <a:pt x="308" y="691"/>
                  </a:lnTo>
                  <a:lnTo>
                    <a:pt x="333" y="700"/>
                  </a:lnTo>
                  <a:lnTo>
                    <a:pt x="356" y="708"/>
                  </a:lnTo>
                  <a:lnTo>
                    <a:pt x="375" y="719"/>
                  </a:lnTo>
                  <a:lnTo>
                    <a:pt x="390" y="729"/>
                  </a:lnTo>
                  <a:lnTo>
                    <a:pt x="398" y="734"/>
                  </a:lnTo>
                  <a:lnTo>
                    <a:pt x="403" y="739"/>
                  </a:lnTo>
                  <a:lnTo>
                    <a:pt x="408" y="745"/>
                  </a:lnTo>
                  <a:lnTo>
                    <a:pt x="412" y="750"/>
                  </a:lnTo>
                  <a:lnTo>
                    <a:pt x="416" y="755"/>
                  </a:lnTo>
                  <a:lnTo>
                    <a:pt x="418" y="761"/>
                  </a:lnTo>
                  <a:lnTo>
                    <a:pt x="419" y="766"/>
                  </a:lnTo>
                  <a:lnTo>
                    <a:pt x="420" y="771"/>
                  </a:lnTo>
                  <a:lnTo>
                    <a:pt x="420" y="773"/>
                  </a:lnTo>
                  <a:lnTo>
                    <a:pt x="421" y="777"/>
                  </a:lnTo>
                  <a:lnTo>
                    <a:pt x="422" y="779"/>
                  </a:lnTo>
                  <a:lnTo>
                    <a:pt x="424" y="781"/>
                  </a:lnTo>
                  <a:lnTo>
                    <a:pt x="426" y="783"/>
                  </a:lnTo>
                  <a:lnTo>
                    <a:pt x="429" y="784"/>
                  </a:lnTo>
                  <a:lnTo>
                    <a:pt x="432" y="785"/>
                  </a:lnTo>
                  <a:lnTo>
                    <a:pt x="435" y="786"/>
                  </a:lnTo>
                  <a:lnTo>
                    <a:pt x="438" y="785"/>
                  </a:lnTo>
                  <a:lnTo>
                    <a:pt x="440" y="784"/>
                  </a:lnTo>
                  <a:lnTo>
                    <a:pt x="443" y="783"/>
                  </a:lnTo>
                  <a:lnTo>
                    <a:pt x="446" y="781"/>
                  </a:lnTo>
                  <a:lnTo>
                    <a:pt x="447" y="779"/>
                  </a:lnTo>
                  <a:lnTo>
                    <a:pt x="449" y="777"/>
                  </a:lnTo>
                  <a:lnTo>
                    <a:pt x="450" y="773"/>
                  </a:lnTo>
                  <a:lnTo>
                    <a:pt x="450" y="771"/>
                  </a:lnTo>
                  <a:lnTo>
                    <a:pt x="450" y="766"/>
                  </a:lnTo>
                  <a:lnTo>
                    <a:pt x="452" y="761"/>
                  </a:lnTo>
                  <a:lnTo>
                    <a:pt x="454" y="755"/>
                  </a:lnTo>
                  <a:lnTo>
                    <a:pt x="457" y="750"/>
                  </a:lnTo>
                  <a:lnTo>
                    <a:pt x="462" y="745"/>
                  </a:lnTo>
                  <a:lnTo>
                    <a:pt x="466" y="739"/>
                  </a:lnTo>
                  <a:lnTo>
                    <a:pt x="472" y="734"/>
                  </a:lnTo>
                  <a:lnTo>
                    <a:pt x="479" y="729"/>
                  </a:lnTo>
                  <a:lnTo>
                    <a:pt x="495" y="719"/>
                  </a:lnTo>
                  <a:lnTo>
                    <a:pt x="514" y="708"/>
                  </a:lnTo>
                  <a:lnTo>
                    <a:pt x="536" y="700"/>
                  </a:lnTo>
                  <a:lnTo>
                    <a:pt x="561" y="691"/>
                  </a:lnTo>
                  <a:lnTo>
                    <a:pt x="590" y="683"/>
                  </a:lnTo>
                  <a:lnTo>
                    <a:pt x="620" y="675"/>
                  </a:lnTo>
                  <a:lnTo>
                    <a:pt x="654" y="669"/>
                  </a:lnTo>
                  <a:lnTo>
                    <a:pt x="689" y="663"/>
                  </a:lnTo>
                  <a:lnTo>
                    <a:pt x="728" y="659"/>
                  </a:lnTo>
                  <a:lnTo>
                    <a:pt x="767" y="656"/>
                  </a:lnTo>
                  <a:lnTo>
                    <a:pt x="810" y="654"/>
                  </a:lnTo>
                  <a:lnTo>
                    <a:pt x="855" y="654"/>
                  </a:lnTo>
                  <a:lnTo>
                    <a:pt x="858" y="653"/>
                  </a:lnTo>
                  <a:lnTo>
                    <a:pt x="860" y="653"/>
                  </a:lnTo>
                  <a:lnTo>
                    <a:pt x="863" y="651"/>
                  </a:lnTo>
                  <a:lnTo>
                    <a:pt x="865" y="649"/>
                  </a:lnTo>
                  <a:lnTo>
                    <a:pt x="867" y="646"/>
                  </a:lnTo>
                  <a:lnTo>
                    <a:pt x="869" y="644"/>
                  </a:lnTo>
                  <a:lnTo>
                    <a:pt x="870" y="641"/>
                  </a:lnTo>
                  <a:lnTo>
                    <a:pt x="870" y="639"/>
                  </a:lnTo>
                  <a:lnTo>
                    <a:pt x="870" y="15"/>
                  </a:lnTo>
                  <a:lnTo>
                    <a:pt x="870" y="12"/>
                  </a:lnTo>
                  <a:lnTo>
                    <a:pt x="869" y="8"/>
                  </a:lnTo>
                  <a:lnTo>
                    <a:pt x="867" y="6"/>
                  </a:lnTo>
                  <a:lnTo>
                    <a:pt x="865" y="4"/>
                  </a:lnTo>
                  <a:lnTo>
                    <a:pt x="863" y="2"/>
                  </a:lnTo>
                  <a:lnTo>
                    <a:pt x="860" y="1"/>
                  </a:lnTo>
                  <a:lnTo>
                    <a:pt x="858" y="0"/>
                  </a:lnTo>
                  <a:lnTo>
                    <a:pt x="85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87" name="Freeform 338">
              <a:extLst>
                <a:ext uri="{FF2B5EF4-FFF2-40B4-BE49-F238E27FC236}">
                  <a16:creationId xmlns:a16="http://schemas.microsoft.com/office/drawing/2014/main" id="{CE532ABF-D241-4D52-A716-D78BCA9097D0}"/>
                </a:ext>
              </a:extLst>
            </p:cNvPr>
            <p:cNvSpPr>
              <a:spLocks/>
            </p:cNvSpPr>
            <p:nvPr/>
          </p:nvSpPr>
          <p:spPr bwMode="auto">
            <a:xfrm>
              <a:off x="8761413" y="871538"/>
              <a:ext cx="88900" cy="25400"/>
            </a:xfrm>
            <a:custGeom>
              <a:avLst/>
              <a:gdLst>
                <a:gd name="T0" fmla="*/ 266 w 276"/>
                <a:gd name="T1" fmla="*/ 48 h 77"/>
                <a:gd name="T2" fmla="*/ 242 w 276"/>
                <a:gd name="T3" fmla="*/ 38 h 77"/>
                <a:gd name="T4" fmla="*/ 215 w 276"/>
                <a:gd name="T5" fmla="*/ 31 h 77"/>
                <a:gd name="T6" fmla="*/ 185 w 276"/>
                <a:gd name="T7" fmla="*/ 23 h 77"/>
                <a:gd name="T8" fmla="*/ 154 w 276"/>
                <a:gd name="T9" fmla="*/ 17 h 77"/>
                <a:gd name="T10" fmla="*/ 122 w 276"/>
                <a:gd name="T11" fmla="*/ 12 h 77"/>
                <a:gd name="T12" fmla="*/ 88 w 276"/>
                <a:gd name="T13" fmla="*/ 6 h 77"/>
                <a:gd name="T14" fmla="*/ 52 w 276"/>
                <a:gd name="T15" fmla="*/ 3 h 77"/>
                <a:gd name="T16" fmla="*/ 16 w 276"/>
                <a:gd name="T17" fmla="*/ 0 h 77"/>
                <a:gd name="T18" fmla="*/ 13 w 276"/>
                <a:gd name="T19" fmla="*/ 0 h 77"/>
                <a:gd name="T20" fmla="*/ 11 w 276"/>
                <a:gd name="T21" fmla="*/ 0 h 77"/>
                <a:gd name="T22" fmla="*/ 8 w 276"/>
                <a:gd name="T23" fmla="*/ 2 h 77"/>
                <a:gd name="T24" fmla="*/ 5 w 276"/>
                <a:gd name="T25" fmla="*/ 3 h 77"/>
                <a:gd name="T26" fmla="*/ 3 w 276"/>
                <a:gd name="T27" fmla="*/ 5 h 77"/>
                <a:gd name="T28" fmla="*/ 2 w 276"/>
                <a:gd name="T29" fmla="*/ 8 h 77"/>
                <a:gd name="T30" fmla="*/ 1 w 276"/>
                <a:gd name="T31" fmla="*/ 10 h 77"/>
                <a:gd name="T32" fmla="*/ 0 w 276"/>
                <a:gd name="T33" fmla="*/ 14 h 77"/>
                <a:gd name="T34" fmla="*/ 0 w 276"/>
                <a:gd name="T35" fmla="*/ 17 h 77"/>
                <a:gd name="T36" fmla="*/ 1 w 276"/>
                <a:gd name="T37" fmla="*/ 19 h 77"/>
                <a:gd name="T38" fmla="*/ 2 w 276"/>
                <a:gd name="T39" fmla="*/ 22 h 77"/>
                <a:gd name="T40" fmla="*/ 4 w 276"/>
                <a:gd name="T41" fmla="*/ 24 h 77"/>
                <a:gd name="T42" fmla="*/ 7 w 276"/>
                <a:gd name="T43" fmla="*/ 26 h 77"/>
                <a:gd name="T44" fmla="*/ 9 w 276"/>
                <a:gd name="T45" fmla="*/ 28 h 77"/>
                <a:gd name="T46" fmla="*/ 12 w 276"/>
                <a:gd name="T47" fmla="*/ 29 h 77"/>
                <a:gd name="T48" fmla="*/ 14 w 276"/>
                <a:gd name="T49" fmla="*/ 30 h 77"/>
                <a:gd name="T50" fmla="*/ 49 w 276"/>
                <a:gd name="T51" fmla="*/ 33 h 77"/>
                <a:gd name="T52" fmla="*/ 83 w 276"/>
                <a:gd name="T53" fmla="*/ 36 h 77"/>
                <a:gd name="T54" fmla="*/ 117 w 276"/>
                <a:gd name="T55" fmla="*/ 40 h 77"/>
                <a:gd name="T56" fmla="*/ 148 w 276"/>
                <a:gd name="T57" fmla="*/ 46 h 77"/>
                <a:gd name="T58" fmla="*/ 177 w 276"/>
                <a:gd name="T59" fmla="*/ 52 h 77"/>
                <a:gd name="T60" fmla="*/ 206 w 276"/>
                <a:gd name="T61" fmla="*/ 60 h 77"/>
                <a:gd name="T62" fmla="*/ 232 w 276"/>
                <a:gd name="T63" fmla="*/ 67 h 77"/>
                <a:gd name="T64" fmla="*/ 255 w 276"/>
                <a:gd name="T65" fmla="*/ 76 h 77"/>
                <a:gd name="T66" fmla="*/ 259 w 276"/>
                <a:gd name="T67" fmla="*/ 77 h 77"/>
                <a:gd name="T68" fmla="*/ 261 w 276"/>
                <a:gd name="T69" fmla="*/ 77 h 77"/>
                <a:gd name="T70" fmla="*/ 265 w 276"/>
                <a:gd name="T71" fmla="*/ 76 h 77"/>
                <a:gd name="T72" fmla="*/ 269 w 276"/>
                <a:gd name="T73" fmla="*/ 73 h 77"/>
                <a:gd name="T74" fmla="*/ 273 w 276"/>
                <a:gd name="T75" fmla="*/ 71 h 77"/>
                <a:gd name="T76" fmla="*/ 275 w 276"/>
                <a:gd name="T77" fmla="*/ 67 h 77"/>
                <a:gd name="T78" fmla="*/ 276 w 276"/>
                <a:gd name="T79" fmla="*/ 64 h 77"/>
                <a:gd name="T80" fmla="*/ 276 w 276"/>
                <a:gd name="T81" fmla="*/ 61 h 77"/>
                <a:gd name="T82" fmla="*/ 276 w 276"/>
                <a:gd name="T83" fmla="*/ 59 h 77"/>
                <a:gd name="T84" fmla="*/ 275 w 276"/>
                <a:gd name="T85" fmla="*/ 55 h 77"/>
                <a:gd name="T86" fmla="*/ 274 w 276"/>
                <a:gd name="T87" fmla="*/ 53 h 77"/>
                <a:gd name="T88" fmla="*/ 272 w 276"/>
                <a:gd name="T89" fmla="*/ 51 h 77"/>
                <a:gd name="T90" fmla="*/ 269 w 276"/>
                <a:gd name="T91" fmla="*/ 49 h 77"/>
                <a:gd name="T92" fmla="*/ 266 w 276"/>
                <a:gd name="T93" fmla="*/ 4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 h="77">
                  <a:moveTo>
                    <a:pt x="266" y="48"/>
                  </a:moveTo>
                  <a:lnTo>
                    <a:pt x="242" y="38"/>
                  </a:lnTo>
                  <a:lnTo>
                    <a:pt x="215" y="31"/>
                  </a:lnTo>
                  <a:lnTo>
                    <a:pt x="185" y="23"/>
                  </a:lnTo>
                  <a:lnTo>
                    <a:pt x="154" y="17"/>
                  </a:lnTo>
                  <a:lnTo>
                    <a:pt x="122" y="12"/>
                  </a:lnTo>
                  <a:lnTo>
                    <a:pt x="88" y="6"/>
                  </a:lnTo>
                  <a:lnTo>
                    <a:pt x="52" y="3"/>
                  </a:lnTo>
                  <a:lnTo>
                    <a:pt x="16" y="0"/>
                  </a:lnTo>
                  <a:lnTo>
                    <a:pt x="13" y="0"/>
                  </a:lnTo>
                  <a:lnTo>
                    <a:pt x="11" y="0"/>
                  </a:lnTo>
                  <a:lnTo>
                    <a:pt x="8" y="2"/>
                  </a:lnTo>
                  <a:lnTo>
                    <a:pt x="5" y="3"/>
                  </a:lnTo>
                  <a:lnTo>
                    <a:pt x="3" y="5"/>
                  </a:lnTo>
                  <a:lnTo>
                    <a:pt x="2" y="8"/>
                  </a:lnTo>
                  <a:lnTo>
                    <a:pt x="1" y="10"/>
                  </a:lnTo>
                  <a:lnTo>
                    <a:pt x="0" y="14"/>
                  </a:lnTo>
                  <a:lnTo>
                    <a:pt x="0" y="17"/>
                  </a:lnTo>
                  <a:lnTo>
                    <a:pt x="1" y="19"/>
                  </a:lnTo>
                  <a:lnTo>
                    <a:pt x="2" y="22"/>
                  </a:lnTo>
                  <a:lnTo>
                    <a:pt x="4" y="24"/>
                  </a:lnTo>
                  <a:lnTo>
                    <a:pt x="7" y="26"/>
                  </a:lnTo>
                  <a:lnTo>
                    <a:pt x="9" y="28"/>
                  </a:lnTo>
                  <a:lnTo>
                    <a:pt x="12" y="29"/>
                  </a:lnTo>
                  <a:lnTo>
                    <a:pt x="14" y="30"/>
                  </a:lnTo>
                  <a:lnTo>
                    <a:pt x="49" y="33"/>
                  </a:lnTo>
                  <a:lnTo>
                    <a:pt x="83" y="36"/>
                  </a:lnTo>
                  <a:lnTo>
                    <a:pt x="117" y="40"/>
                  </a:lnTo>
                  <a:lnTo>
                    <a:pt x="148" y="46"/>
                  </a:lnTo>
                  <a:lnTo>
                    <a:pt x="177" y="52"/>
                  </a:lnTo>
                  <a:lnTo>
                    <a:pt x="206" y="60"/>
                  </a:lnTo>
                  <a:lnTo>
                    <a:pt x="232" y="67"/>
                  </a:lnTo>
                  <a:lnTo>
                    <a:pt x="255" y="76"/>
                  </a:lnTo>
                  <a:lnTo>
                    <a:pt x="259" y="77"/>
                  </a:lnTo>
                  <a:lnTo>
                    <a:pt x="261" y="77"/>
                  </a:lnTo>
                  <a:lnTo>
                    <a:pt x="265" y="76"/>
                  </a:lnTo>
                  <a:lnTo>
                    <a:pt x="269" y="73"/>
                  </a:lnTo>
                  <a:lnTo>
                    <a:pt x="273" y="71"/>
                  </a:lnTo>
                  <a:lnTo>
                    <a:pt x="275" y="67"/>
                  </a:lnTo>
                  <a:lnTo>
                    <a:pt x="276" y="64"/>
                  </a:lnTo>
                  <a:lnTo>
                    <a:pt x="276" y="61"/>
                  </a:lnTo>
                  <a:lnTo>
                    <a:pt x="276" y="59"/>
                  </a:lnTo>
                  <a:lnTo>
                    <a:pt x="275" y="55"/>
                  </a:lnTo>
                  <a:lnTo>
                    <a:pt x="274" y="53"/>
                  </a:lnTo>
                  <a:lnTo>
                    <a:pt x="272" y="51"/>
                  </a:lnTo>
                  <a:lnTo>
                    <a:pt x="269" y="49"/>
                  </a:lnTo>
                  <a:lnTo>
                    <a:pt x="26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88" name="Freeform 339">
              <a:extLst>
                <a:ext uri="{FF2B5EF4-FFF2-40B4-BE49-F238E27FC236}">
                  <a16:creationId xmlns:a16="http://schemas.microsoft.com/office/drawing/2014/main" id="{39833AA8-9D20-4A2E-BFD6-C6BF69130E94}"/>
                </a:ext>
              </a:extLst>
            </p:cNvPr>
            <p:cNvSpPr>
              <a:spLocks/>
            </p:cNvSpPr>
            <p:nvPr/>
          </p:nvSpPr>
          <p:spPr bwMode="auto">
            <a:xfrm>
              <a:off x="8761413" y="908050"/>
              <a:ext cx="88900" cy="23813"/>
            </a:xfrm>
            <a:custGeom>
              <a:avLst/>
              <a:gdLst>
                <a:gd name="T0" fmla="*/ 266 w 276"/>
                <a:gd name="T1" fmla="*/ 48 h 77"/>
                <a:gd name="T2" fmla="*/ 242 w 276"/>
                <a:gd name="T3" fmla="*/ 40 h 77"/>
                <a:gd name="T4" fmla="*/ 215 w 276"/>
                <a:gd name="T5" fmla="*/ 31 h 77"/>
                <a:gd name="T6" fmla="*/ 185 w 276"/>
                <a:gd name="T7" fmla="*/ 24 h 77"/>
                <a:gd name="T8" fmla="*/ 154 w 276"/>
                <a:gd name="T9" fmla="*/ 17 h 77"/>
                <a:gd name="T10" fmla="*/ 122 w 276"/>
                <a:gd name="T11" fmla="*/ 12 h 77"/>
                <a:gd name="T12" fmla="*/ 88 w 276"/>
                <a:gd name="T13" fmla="*/ 6 h 77"/>
                <a:gd name="T14" fmla="*/ 52 w 276"/>
                <a:gd name="T15" fmla="*/ 3 h 77"/>
                <a:gd name="T16" fmla="*/ 16 w 276"/>
                <a:gd name="T17" fmla="*/ 0 h 77"/>
                <a:gd name="T18" fmla="*/ 13 w 276"/>
                <a:gd name="T19" fmla="*/ 0 h 77"/>
                <a:gd name="T20" fmla="*/ 11 w 276"/>
                <a:gd name="T21" fmla="*/ 1 h 77"/>
                <a:gd name="T22" fmla="*/ 8 w 276"/>
                <a:gd name="T23" fmla="*/ 2 h 77"/>
                <a:gd name="T24" fmla="*/ 5 w 276"/>
                <a:gd name="T25" fmla="*/ 3 h 77"/>
                <a:gd name="T26" fmla="*/ 3 w 276"/>
                <a:gd name="T27" fmla="*/ 5 h 77"/>
                <a:gd name="T28" fmla="*/ 2 w 276"/>
                <a:gd name="T29" fmla="*/ 9 h 77"/>
                <a:gd name="T30" fmla="*/ 1 w 276"/>
                <a:gd name="T31" fmla="*/ 11 h 77"/>
                <a:gd name="T32" fmla="*/ 0 w 276"/>
                <a:gd name="T33" fmla="*/ 14 h 77"/>
                <a:gd name="T34" fmla="*/ 0 w 276"/>
                <a:gd name="T35" fmla="*/ 17 h 77"/>
                <a:gd name="T36" fmla="*/ 1 w 276"/>
                <a:gd name="T37" fmla="*/ 20 h 77"/>
                <a:gd name="T38" fmla="*/ 2 w 276"/>
                <a:gd name="T39" fmla="*/ 22 h 77"/>
                <a:gd name="T40" fmla="*/ 4 w 276"/>
                <a:gd name="T41" fmla="*/ 25 h 77"/>
                <a:gd name="T42" fmla="*/ 7 w 276"/>
                <a:gd name="T43" fmla="*/ 27 h 77"/>
                <a:gd name="T44" fmla="*/ 9 w 276"/>
                <a:gd name="T45" fmla="*/ 29 h 77"/>
                <a:gd name="T46" fmla="*/ 12 w 276"/>
                <a:gd name="T47" fmla="*/ 30 h 77"/>
                <a:gd name="T48" fmla="*/ 14 w 276"/>
                <a:gd name="T49" fmla="*/ 30 h 77"/>
                <a:gd name="T50" fmla="*/ 49 w 276"/>
                <a:gd name="T51" fmla="*/ 33 h 77"/>
                <a:gd name="T52" fmla="*/ 83 w 276"/>
                <a:gd name="T53" fmla="*/ 36 h 77"/>
                <a:gd name="T54" fmla="*/ 117 w 276"/>
                <a:gd name="T55" fmla="*/ 42 h 77"/>
                <a:gd name="T56" fmla="*/ 148 w 276"/>
                <a:gd name="T57" fmla="*/ 47 h 77"/>
                <a:gd name="T58" fmla="*/ 177 w 276"/>
                <a:gd name="T59" fmla="*/ 53 h 77"/>
                <a:gd name="T60" fmla="*/ 206 w 276"/>
                <a:gd name="T61" fmla="*/ 60 h 77"/>
                <a:gd name="T62" fmla="*/ 232 w 276"/>
                <a:gd name="T63" fmla="*/ 67 h 77"/>
                <a:gd name="T64" fmla="*/ 255 w 276"/>
                <a:gd name="T65" fmla="*/ 76 h 77"/>
                <a:gd name="T66" fmla="*/ 259 w 276"/>
                <a:gd name="T67" fmla="*/ 77 h 77"/>
                <a:gd name="T68" fmla="*/ 261 w 276"/>
                <a:gd name="T69" fmla="*/ 77 h 77"/>
                <a:gd name="T70" fmla="*/ 265 w 276"/>
                <a:gd name="T71" fmla="*/ 76 h 77"/>
                <a:gd name="T72" fmla="*/ 269 w 276"/>
                <a:gd name="T73" fmla="*/ 75 h 77"/>
                <a:gd name="T74" fmla="*/ 273 w 276"/>
                <a:gd name="T75" fmla="*/ 72 h 77"/>
                <a:gd name="T76" fmla="*/ 275 w 276"/>
                <a:gd name="T77" fmla="*/ 67 h 77"/>
                <a:gd name="T78" fmla="*/ 276 w 276"/>
                <a:gd name="T79" fmla="*/ 64 h 77"/>
                <a:gd name="T80" fmla="*/ 276 w 276"/>
                <a:gd name="T81" fmla="*/ 61 h 77"/>
                <a:gd name="T82" fmla="*/ 276 w 276"/>
                <a:gd name="T83" fmla="*/ 59 h 77"/>
                <a:gd name="T84" fmla="*/ 275 w 276"/>
                <a:gd name="T85" fmla="*/ 56 h 77"/>
                <a:gd name="T86" fmla="*/ 274 w 276"/>
                <a:gd name="T87" fmla="*/ 53 h 77"/>
                <a:gd name="T88" fmla="*/ 272 w 276"/>
                <a:gd name="T89" fmla="*/ 51 h 77"/>
                <a:gd name="T90" fmla="*/ 269 w 276"/>
                <a:gd name="T91" fmla="*/ 49 h 77"/>
                <a:gd name="T92" fmla="*/ 266 w 276"/>
                <a:gd name="T93" fmla="*/ 4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 h="77">
                  <a:moveTo>
                    <a:pt x="266" y="48"/>
                  </a:moveTo>
                  <a:lnTo>
                    <a:pt x="242" y="40"/>
                  </a:lnTo>
                  <a:lnTo>
                    <a:pt x="215" y="31"/>
                  </a:lnTo>
                  <a:lnTo>
                    <a:pt x="185" y="24"/>
                  </a:lnTo>
                  <a:lnTo>
                    <a:pt x="154" y="17"/>
                  </a:lnTo>
                  <a:lnTo>
                    <a:pt x="122" y="12"/>
                  </a:lnTo>
                  <a:lnTo>
                    <a:pt x="88" y="6"/>
                  </a:lnTo>
                  <a:lnTo>
                    <a:pt x="52" y="3"/>
                  </a:lnTo>
                  <a:lnTo>
                    <a:pt x="16" y="0"/>
                  </a:lnTo>
                  <a:lnTo>
                    <a:pt x="13" y="0"/>
                  </a:lnTo>
                  <a:lnTo>
                    <a:pt x="11" y="1"/>
                  </a:lnTo>
                  <a:lnTo>
                    <a:pt x="8" y="2"/>
                  </a:lnTo>
                  <a:lnTo>
                    <a:pt x="5" y="3"/>
                  </a:lnTo>
                  <a:lnTo>
                    <a:pt x="3" y="5"/>
                  </a:lnTo>
                  <a:lnTo>
                    <a:pt x="2" y="9"/>
                  </a:lnTo>
                  <a:lnTo>
                    <a:pt x="1" y="11"/>
                  </a:lnTo>
                  <a:lnTo>
                    <a:pt x="0" y="14"/>
                  </a:lnTo>
                  <a:lnTo>
                    <a:pt x="0" y="17"/>
                  </a:lnTo>
                  <a:lnTo>
                    <a:pt x="1" y="20"/>
                  </a:lnTo>
                  <a:lnTo>
                    <a:pt x="2" y="22"/>
                  </a:lnTo>
                  <a:lnTo>
                    <a:pt x="4" y="25"/>
                  </a:lnTo>
                  <a:lnTo>
                    <a:pt x="7" y="27"/>
                  </a:lnTo>
                  <a:lnTo>
                    <a:pt x="9" y="29"/>
                  </a:lnTo>
                  <a:lnTo>
                    <a:pt x="12" y="30"/>
                  </a:lnTo>
                  <a:lnTo>
                    <a:pt x="14" y="30"/>
                  </a:lnTo>
                  <a:lnTo>
                    <a:pt x="49" y="33"/>
                  </a:lnTo>
                  <a:lnTo>
                    <a:pt x="83" y="36"/>
                  </a:lnTo>
                  <a:lnTo>
                    <a:pt x="117" y="42"/>
                  </a:lnTo>
                  <a:lnTo>
                    <a:pt x="148" y="47"/>
                  </a:lnTo>
                  <a:lnTo>
                    <a:pt x="177" y="53"/>
                  </a:lnTo>
                  <a:lnTo>
                    <a:pt x="206" y="60"/>
                  </a:lnTo>
                  <a:lnTo>
                    <a:pt x="232" y="67"/>
                  </a:lnTo>
                  <a:lnTo>
                    <a:pt x="255" y="76"/>
                  </a:lnTo>
                  <a:lnTo>
                    <a:pt x="259" y="77"/>
                  </a:lnTo>
                  <a:lnTo>
                    <a:pt x="261" y="77"/>
                  </a:lnTo>
                  <a:lnTo>
                    <a:pt x="265" y="76"/>
                  </a:lnTo>
                  <a:lnTo>
                    <a:pt x="269" y="75"/>
                  </a:lnTo>
                  <a:lnTo>
                    <a:pt x="273" y="72"/>
                  </a:lnTo>
                  <a:lnTo>
                    <a:pt x="275" y="67"/>
                  </a:lnTo>
                  <a:lnTo>
                    <a:pt x="276" y="64"/>
                  </a:lnTo>
                  <a:lnTo>
                    <a:pt x="276" y="61"/>
                  </a:lnTo>
                  <a:lnTo>
                    <a:pt x="276" y="59"/>
                  </a:lnTo>
                  <a:lnTo>
                    <a:pt x="275" y="56"/>
                  </a:lnTo>
                  <a:lnTo>
                    <a:pt x="274" y="53"/>
                  </a:lnTo>
                  <a:lnTo>
                    <a:pt x="272" y="51"/>
                  </a:lnTo>
                  <a:lnTo>
                    <a:pt x="269" y="49"/>
                  </a:lnTo>
                  <a:lnTo>
                    <a:pt x="26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89" name="Freeform 340">
              <a:extLst>
                <a:ext uri="{FF2B5EF4-FFF2-40B4-BE49-F238E27FC236}">
                  <a16:creationId xmlns:a16="http://schemas.microsoft.com/office/drawing/2014/main" id="{5DD9862E-05D2-4544-BAA7-C7FA25F4E8B8}"/>
                </a:ext>
              </a:extLst>
            </p:cNvPr>
            <p:cNvSpPr>
              <a:spLocks/>
            </p:cNvSpPr>
            <p:nvPr/>
          </p:nvSpPr>
          <p:spPr bwMode="auto">
            <a:xfrm>
              <a:off x="8761413" y="944563"/>
              <a:ext cx="88900" cy="23813"/>
            </a:xfrm>
            <a:custGeom>
              <a:avLst/>
              <a:gdLst>
                <a:gd name="T0" fmla="*/ 266 w 276"/>
                <a:gd name="T1" fmla="*/ 48 h 77"/>
                <a:gd name="T2" fmla="*/ 242 w 276"/>
                <a:gd name="T3" fmla="*/ 40 h 77"/>
                <a:gd name="T4" fmla="*/ 215 w 276"/>
                <a:gd name="T5" fmla="*/ 31 h 77"/>
                <a:gd name="T6" fmla="*/ 185 w 276"/>
                <a:gd name="T7" fmla="*/ 25 h 77"/>
                <a:gd name="T8" fmla="*/ 154 w 276"/>
                <a:gd name="T9" fmla="*/ 17 h 77"/>
                <a:gd name="T10" fmla="*/ 122 w 276"/>
                <a:gd name="T11" fmla="*/ 12 h 77"/>
                <a:gd name="T12" fmla="*/ 88 w 276"/>
                <a:gd name="T13" fmla="*/ 8 h 77"/>
                <a:gd name="T14" fmla="*/ 52 w 276"/>
                <a:gd name="T15" fmla="*/ 3 h 77"/>
                <a:gd name="T16" fmla="*/ 16 w 276"/>
                <a:gd name="T17" fmla="*/ 0 h 77"/>
                <a:gd name="T18" fmla="*/ 13 w 276"/>
                <a:gd name="T19" fmla="*/ 0 h 77"/>
                <a:gd name="T20" fmla="*/ 11 w 276"/>
                <a:gd name="T21" fmla="*/ 1 h 77"/>
                <a:gd name="T22" fmla="*/ 8 w 276"/>
                <a:gd name="T23" fmla="*/ 2 h 77"/>
                <a:gd name="T24" fmla="*/ 5 w 276"/>
                <a:gd name="T25" fmla="*/ 5 h 77"/>
                <a:gd name="T26" fmla="*/ 3 w 276"/>
                <a:gd name="T27" fmla="*/ 7 h 77"/>
                <a:gd name="T28" fmla="*/ 2 w 276"/>
                <a:gd name="T29" fmla="*/ 9 h 77"/>
                <a:gd name="T30" fmla="*/ 1 w 276"/>
                <a:gd name="T31" fmla="*/ 11 h 77"/>
                <a:gd name="T32" fmla="*/ 0 w 276"/>
                <a:gd name="T33" fmla="*/ 14 h 77"/>
                <a:gd name="T34" fmla="*/ 0 w 276"/>
                <a:gd name="T35" fmla="*/ 17 h 77"/>
                <a:gd name="T36" fmla="*/ 1 w 276"/>
                <a:gd name="T37" fmla="*/ 21 h 77"/>
                <a:gd name="T38" fmla="*/ 2 w 276"/>
                <a:gd name="T39" fmla="*/ 23 h 77"/>
                <a:gd name="T40" fmla="*/ 4 w 276"/>
                <a:gd name="T41" fmla="*/ 26 h 77"/>
                <a:gd name="T42" fmla="*/ 7 w 276"/>
                <a:gd name="T43" fmla="*/ 27 h 77"/>
                <a:gd name="T44" fmla="*/ 9 w 276"/>
                <a:gd name="T45" fmla="*/ 29 h 77"/>
                <a:gd name="T46" fmla="*/ 12 w 276"/>
                <a:gd name="T47" fmla="*/ 30 h 77"/>
                <a:gd name="T48" fmla="*/ 14 w 276"/>
                <a:gd name="T49" fmla="*/ 30 h 77"/>
                <a:gd name="T50" fmla="*/ 49 w 276"/>
                <a:gd name="T51" fmla="*/ 33 h 77"/>
                <a:gd name="T52" fmla="*/ 83 w 276"/>
                <a:gd name="T53" fmla="*/ 37 h 77"/>
                <a:gd name="T54" fmla="*/ 117 w 276"/>
                <a:gd name="T55" fmla="*/ 42 h 77"/>
                <a:gd name="T56" fmla="*/ 148 w 276"/>
                <a:gd name="T57" fmla="*/ 47 h 77"/>
                <a:gd name="T58" fmla="*/ 177 w 276"/>
                <a:gd name="T59" fmla="*/ 54 h 77"/>
                <a:gd name="T60" fmla="*/ 206 w 276"/>
                <a:gd name="T61" fmla="*/ 60 h 77"/>
                <a:gd name="T62" fmla="*/ 232 w 276"/>
                <a:gd name="T63" fmla="*/ 68 h 77"/>
                <a:gd name="T64" fmla="*/ 255 w 276"/>
                <a:gd name="T65" fmla="*/ 76 h 77"/>
                <a:gd name="T66" fmla="*/ 259 w 276"/>
                <a:gd name="T67" fmla="*/ 77 h 77"/>
                <a:gd name="T68" fmla="*/ 261 w 276"/>
                <a:gd name="T69" fmla="*/ 77 h 77"/>
                <a:gd name="T70" fmla="*/ 265 w 276"/>
                <a:gd name="T71" fmla="*/ 77 h 77"/>
                <a:gd name="T72" fmla="*/ 269 w 276"/>
                <a:gd name="T73" fmla="*/ 75 h 77"/>
                <a:gd name="T74" fmla="*/ 273 w 276"/>
                <a:gd name="T75" fmla="*/ 72 h 77"/>
                <a:gd name="T76" fmla="*/ 275 w 276"/>
                <a:gd name="T77" fmla="*/ 68 h 77"/>
                <a:gd name="T78" fmla="*/ 276 w 276"/>
                <a:gd name="T79" fmla="*/ 64 h 77"/>
                <a:gd name="T80" fmla="*/ 276 w 276"/>
                <a:gd name="T81" fmla="*/ 62 h 77"/>
                <a:gd name="T82" fmla="*/ 276 w 276"/>
                <a:gd name="T83" fmla="*/ 59 h 77"/>
                <a:gd name="T84" fmla="*/ 275 w 276"/>
                <a:gd name="T85" fmla="*/ 56 h 77"/>
                <a:gd name="T86" fmla="*/ 274 w 276"/>
                <a:gd name="T87" fmla="*/ 54 h 77"/>
                <a:gd name="T88" fmla="*/ 272 w 276"/>
                <a:gd name="T89" fmla="*/ 52 h 77"/>
                <a:gd name="T90" fmla="*/ 269 w 276"/>
                <a:gd name="T91" fmla="*/ 49 h 77"/>
                <a:gd name="T92" fmla="*/ 266 w 276"/>
                <a:gd name="T93" fmla="*/ 4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 h="77">
                  <a:moveTo>
                    <a:pt x="266" y="48"/>
                  </a:moveTo>
                  <a:lnTo>
                    <a:pt x="242" y="40"/>
                  </a:lnTo>
                  <a:lnTo>
                    <a:pt x="215" y="31"/>
                  </a:lnTo>
                  <a:lnTo>
                    <a:pt x="185" y="25"/>
                  </a:lnTo>
                  <a:lnTo>
                    <a:pt x="154" y="17"/>
                  </a:lnTo>
                  <a:lnTo>
                    <a:pt x="122" y="12"/>
                  </a:lnTo>
                  <a:lnTo>
                    <a:pt x="88" y="8"/>
                  </a:lnTo>
                  <a:lnTo>
                    <a:pt x="52" y="3"/>
                  </a:lnTo>
                  <a:lnTo>
                    <a:pt x="16" y="0"/>
                  </a:lnTo>
                  <a:lnTo>
                    <a:pt x="13" y="0"/>
                  </a:lnTo>
                  <a:lnTo>
                    <a:pt x="11" y="1"/>
                  </a:lnTo>
                  <a:lnTo>
                    <a:pt x="8" y="2"/>
                  </a:lnTo>
                  <a:lnTo>
                    <a:pt x="5" y="5"/>
                  </a:lnTo>
                  <a:lnTo>
                    <a:pt x="3" y="7"/>
                  </a:lnTo>
                  <a:lnTo>
                    <a:pt x="2" y="9"/>
                  </a:lnTo>
                  <a:lnTo>
                    <a:pt x="1" y="11"/>
                  </a:lnTo>
                  <a:lnTo>
                    <a:pt x="0" y="14"/>
                  </a:lnTo>
                  <a:lnTo>
                    <a:pt x="0" y="17"/>
                  </a:lnTo>
                  <a:lnTo>
                    <a:pt x="1" y="21"/>
                  </a:lnTo>
                  <a:lnTo>
                    <a:pt x="2" y="23"/>
                  </a:lnTo>
                  <a:lnTo>
                    <a:pt x="4" y="26"/>
                  </a:lnTo>
                  <a:lnTo>
                    <a:pt x="7" y="27"/>
                  </a:lnTo>
                  <a:lnTo>
                    <a:pt x="9" y="29"/>
                  </a:lnTo>
                  <a:lnTo>
                    <a:pt x="12" y="30"/>
                  </a:lnTo>
                  <a:lnTo>
                    <a:pt x="14" y="30"/>
                  </a:lnTo>
                  <a:lnTo>
                    <a:pt x="49" y="33"/>
                  </a:lnTo>
                  <a:lnTo>
                    <a:pt x="83" y="37"/>
                  </a:lnTo>
                  <a:lnTo>
                    <a:pt x="117" y="42"/>
                  </a:lnTo>
                  <a:lnTo>
                    <a:pt x="148" y="47"/>
                  </a:lnTo>
                  <a:lnTo>
                    <a:pt x="177" y="54"/>
                  </a:lnTo>
                  <a:lnTo>
                    <a:pt x="206" y="60"/>
                  </a:lnTo>
                  <a:lnTo>
                    <a:pt x="232" y="68"/>
                  </a:lnTo>
                  <a:lnTo>
                    <a:pt x="255" y="76"/>
                  </a:lnTo>
                  <a:lnTo>
                    <a:pt x="259" y="77"/>
                  </a:lnTo>
                  <a:lnTo>
                    <a:pt x="261" y="77"/>
                  </a:lnTo>
                  <a:lnTo>
                    <a:pt x="265" y="77"/>
                  </a:lnTo>
                  <a:lnTo>
                    <a:pt x="269" y="75"/>
                  </a:lnTo>
                  <a:lnTo>
                    <a:pt x="273" y="72"/>
                  </a:lnTo>
                  <a:lnTo>
                    <a:pt x="275" y="68"/>
                  </a:lnTo>
                  <a:lnTo>
                    <a:pt x="276" y="64"/>
                  </a:lnTo>
                  <a:lnTo>
                    <a:pt x="276" y="62"/>
                  </a:lnTo>
                  <a:lnTo>
                    <a:pt x="276" y="59"/>
                  </a:lnTo>
                  <a:lnTo>
                    <a:pt x="275" y="56"/>
                  </a:lnTo>
                  <a:lnTo>
                    <a:pt x="274" y="54"/>
                  </a:lnTo>
                  <a:lnTo>
                    <a:pt x="272" y="52"/>
                  </a:lnTo>
                  <a:lnTo>
                    <a:pt x="269" y="49"/>
                  </a:lnTo>
                  <a:lnTo>
                    <a:pt x="26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90" name="Freeform 341">
              <a:extLst>
                <a:ext uri="{FF2B5EF4-FFF2-40B4-BE49-F238E27FC236}">
                  <a16:creationId xmlns:a16="http://schemas.microsoft.com/office/drawing/2014/main" id="{3804E35B-6832-4169-A19F-91BC44C7283F}"/>
                </a:ext>
              </a:extLst>
            </p:cNvPr>
            <p:cNvSpPr>
              <a:spLocks/>
            </p:cNvSpPr>
            <p:nvPr/>
          </p:nvSpPr>
          <p:spPr bwMode="auto">
            <a:xfrm>
              <a:off x="8761413" y="979488"/>
              <a:ext cx="88900" cy="25400"/>
            </a:xfrm>
            <a:custGeom>
              <a:avLst/>
              <a:gdLst>
                <a:gd name="T0" fmla="*/ 266 w 276"/>
                <a:gd name="T1" fmla="*/ 49 h 77"/>
                <a:gd name="T2" fmla="*/ 242 w 276"/>
                <a:gd name="T3" fmla="*/ 40 h 77"/>
                <a:gd name="T4" fmla="*/ 215 w 276"/>
                <a:gd name="T5" fmla="*/ 33 h 77"/>
                <a:gd name="T6" fmla="*/ 185 w 276"/>
                <a:gd name="T7" fmla="*/ 25 h 77"/>
                <a:gd name="T8" fmla="*/ 154 w 276"/>
                <a:gd name="T9" fmla="*/ 19 h 77"/>
                <a:gd name="T10" fmla="*/ 122 w 276"/>
                <a:gd name="T11" fmla="*/ 12 h 77"/>
                <a:gd name="T12" fmla="*/ 88 w 276"/>
                <a:gd name="T13" fmla="*/ 8 h 77"/>
                <a:gd name="T14" fmla="*/ 52 w 276"/>
                <a:gd name="T15" fmla="*/ 4 h 77"/>
                <a:gd name="T16" fmla="*/ 16 w 276"/>
                <a:gd name="T17" fmla="*/ 0 h 77"/>
                <a:gd name="T18" fmla="*/ 13 w 276"/>
                <a:gd name="T19" fmla="*/ 2 h 77"/>
                <a:gd name="T20" fmla="*/ 11 w 276"/>
                <a:gd name="T21" fmla="*/ 2 h 77"/>
                <a:gd name="T22" fmla="*/ 8 w 276"/>
                <a:gd name="T23" fmla="*/ 3 h 77"/>
                <a:gd name="T24" fmla="*/ 5 w 276"/>
                <a:gd name="T25" fmla="*/ 5 h 77"/>
                <a:gd name="T26" fmla="*/ 3 w 276"/>
                <a:gd name="T27" fmla="*/ 7 h 77"/>
                <a:gd name="T28" fmla="*/ 2 w 276"/>
                <a:gd name="T29" fmla="*/ 9 h 77"/>
                <a:gd name="T30" fmla="*/ 1 w 276"/>
                <a:gd name="T31" fmla="*/ 12 h 77"/>
                <a:gd name="T32" fmla="*/ 0 w 276"/>
                <a:gd name="T33" fmla="*/ 15 h 77"/>
                <a:gd name="T34" fmla="*/ 0 w 276"/>
                <a:gd name="T35" fmla="*/ 18 h 77"/>
                <a:gd name="T36" fmla="*/ 1 w 276"/>
                <a:gd name="T37" fmla="*/ 21 h 77"/>
                <a:gd name="T38" fmla="*/ 2 w 276"/>
                <a:gd name="T39" fmla="*/ 24 h 77"/>
                <a:gd name="T40" fmla="*/ 4 w 276"/>
                <a:gd name="T41" fmla="*/ 26 h 77"/>
                <a:gd name="T42" fmla="*/ 7 w 276"/>
                <a:gd name="T43" fmla="*/ 28 h 77"/>
                <a:gd name="T44" fmla="*/ 9 w 276"/>
                <a:gd name="T45" fmla="*/ 29 h 77"/>
                <a:gd name="T46" fmla="*/ 12 w 276"/>
                <a:gd name="T47" fmla="*/ 30 h 77"/>
                <a:gd name="T48" fmla="*/ 14 w 276"/>
                <a:gd name="T49" fmla="*/ 30 h 77"/>
                <a:gd name="T50" fmla="*/ 49 w 276"/>
                <a:gd name="T51" fmla="*/ 34 h 77"/>
                <a:gd name="T52" fmla="*/ 83 w 276"/>
                <a:gd name="T53" fmla="*/ 38 h 77"/>
                <a:gd name="T54" fmla="*/ 117 w 276"/>
                <a:gd name="T55" fmla="*/ 42 h 77"/>
                <a:gd name="T56" fmla="*/ 148 w 276"/>
                <a:gd name="T57" fmla="*/ 48 h 77"/>
                <a:gd name="T58" fmla="*/ 177 w 276"/>
                <a:gd name="T59" fmla="*/ 54 h 77"/>
                <a:gd name="T60" fmla="*/ 206 w 276"/>
                <a:gd name="T61" fmla="*/ 60 h 77"/>
                <a:gd name="T62" fmla="*/ 232 w 276"/>
                <a:gd name="T63" fmla="*/ 69 h 77"/>
                <a:gd name="T64" fmla="*/ 255 w 276"/>
                <a:gd name="T65" fmla="*/ 76 h 77"/>
                <a:gd name="T66" fmla="*/ 259 w 276"/>
                <a:gd name="T67" fmla="*/ 77 h 77"/>
                <a:gd name="T68" fmla="*/ 261 w 276"/>
                <a:gd name="T69" fmla="*/ 77 h 77"/>
                <a:gd name="T70" fmla="*/ 265 w 276"/>
                <a:gd name="T71" fmla="*/ 77 h 77"/>
                <a:gd name="T72" fmla="*/ 269 w 276"/>
                <a:gd name="T73" fmla="*/ 75 h 77"/>
                <a:gd name="T74" fmla="*/ 273 w 276"/>
                <a:gd name="T75" fmla="*/ 72 h 77"/>
                <a:gd name="T76" fmla="*/ 275 w 276"/>
                <a:gd name="T77" fmla="*/ 68 h 77"/>
                <a:gd name="T78" fmla="*/ 276 w 276"/>
                <a:gd name="T79" fmla="*/ 66 h 77"/>
                <a:gd name="T80" fmla="*/ 276 w 276"/>
                <a:gd name="T81" fmla="*/ 62 h 77"/>
                <a:gd name="T82" fmla="*/ 276 w 276"/>
                <a:gd name="T83" fmla="*/ 59 h 77"/>
                <a:gd name="T84" fmla="*/ 275 w 276"/>
                <a:gd name="T85" fmla="*/ 57 h 77"/>
                <a:gd name="T86" fmla="*/ 274 w 276"/>
                <a:gd name="T87" fmla="*/ 54 h 77"/>
                <a:gd name="T88" fmla="*/ 272 w 276"/>
                <a:gd name="T89" fmla="*/ 52 h 77"/>
                <a:gd name="T90" fmla="*/ 269 w 276"/>
                <a:gd name="T91" fmla="*/ 51 h 77"/>
                <a:gd name="T92" fmla="*/ 266 w 276"/>
                <a:gd name="T93" fmla="*/ 4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 h="77">
                  <a:moveTo>
                    <a:pt x="266" y="49"/>
                  </a:moveTo>
                  <a:lnTo>
                    <a:pt x="242" y="40"/>
                  </a:lnTo>
                  <a:lnTo>
                    <a:pt x="215" y="33"/>
                  </a:lnTo>
                  <a:lnTo>
                    <a:pt x="185" y="25"/>
                  </a:lnTo>
                  <a:lnTo>
                    <a:pt x="154" y="19"/>
                  </a:lnTo>
                  <a:lnTo>
                    <a:pt x="122" y="12"/>
                  </a:lnTo>
                  <a:lnTo>
                    <a:pt x="88" y="8"/>
                  </a:lnTo>
                  <a:lnTo>
                    <a:pt x="52" y="4"/>
                  </a:lnTo>
                  <a:lnTo>
                    <a:pt x="16" y="0"/>
                  </a:lnTo>
                  <a:lnTo>
                    <a:pt x="13" y="2"/>
                  </a:lnTo>
                  <a:lnTo>
                    <a:pt x="11" y="2"/>
                  </a:lnTo>
                  <a:lnTo>
                    <a:pt x="8" y="3"/>
                  </a:lnTo>
                  <a:lnTo>
                    <a:pt x="5" y="5"/>
                  </a:lnTo>
                  <a:lnTo>
                    <a:pt x="3" y="7"/>
                  </a:lnTo>
                  <a:lnTo>
                    <a:pt x="2" y="9"/>
                  </a:lnTo>
                  <a:lnTo>
                    <a:pt x="1" y="12"/>
                  </a:lnTo>
                  <a:lnTo>
                    <a:pt x="0" y="15"/>
                  </a:lnTo>
                  <a:lnTo>
                    <a:pt x="0" y="18"/>
                  </a:lnTo>
                  <a:lnTo>
                    <a:pt x="1" y="21"/>
                  </a:lnTo>
                  <a:lnTo>
                    <a:pt x="2" y="24"/>
                  </a:lnTo>
                  <a:lnTo>
                    <a:pt x="4" y="26"/>
                  </a:lnTo>
                  <a:lnTo>
                    <a:pt x="7" y="28"/>
                  </a:lnTo>
                  <a:lnTo>
                    <a:pt x="9" y="29"/>
                  </a:lnTo>
                  <a:lnTo>
                    <a:pt x="12" y="30"/>
                  </a:lnTo>
                  <a:lnTo>
                    <a:pt x="14" y="30"/>
                  </a:lnTo>
                  <a:lnTo>
                    <a:pt x="49" y="34"/>
                  </a:lnTo>
                  <a:lnTo>
                    <a:pt x="83" y="38"/>
                  </a:lnTo>
                  <a:lnTo>
                    <a:pt x="117" y="42"/>
                  </a:lnTo>
                  <a:lnTo>
                    <a:pt x="148" y="48"/>
                  </a:lnTo>
                  <a:lnTo>
                    <a:pt x="177" y="54"/>
                  </a:lnTo>
                  <a:lnTo>
                    <a:pt x="206" y="60"/>
                  </a:lnTo>
                  <a:lnTo>
                    <a:pt x="232" y="69"/>
                  </a:lnTo>
                  <a:lnTo>
                    <a:pt x="255" y="76"/>
                  </a:lnTo>
                  <a:lnTo>
                    <a:pt x="259" y="77"/>
                  </a:lnTo>
                  <a:lnTo>
                    <a:pt x="261" y="77"/>
                  </a:lnTo>
                  <a:lnTo>
                    <a:pt x="265" y="77"/>
                  </a:lnTo>
                  <a:lnTo>
                    <a:pt x="269" y="75"/>
                  </a:lnTo>
                  <a:lnTo>
                    <a:pt x="273" y="72"/>
                  </a:lnTo>
                  <a:lnTo>
                    <a:pt x="275" y="68"/>
                  </a:lnTo>
                  <a:lnTo>
                    <a:pt x="276" y="66"/>
                  </a:lnTo>
                  <a:lnTo>
                    <a:pt x="276" y="62"/>
                  </a:lnTo>
                  <a:lnTo>
                    <a:pt x="276" y="59"/>
                  </a:lnTo>
                  <a:lnTo>
                    <a:pt x="275" y="57"/>
                  </a:lnTo>
                  <a:lnTo>
                    <a:pt x="274" y="54"/>
                  </a:lnTo>
                  <a:lnTo>
                    <a:pt x="272" y="52"/>
                  </a:lnTo>
                  <a:lnTo>
                    <a:pt x="269" y="51"/>
                  </a:lnTo>
                  <a:lnTo>
                    <a:pt x="2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91" name="Freeform 342">
              <a:extLst>
                <a:ext uri="{FF2B5EF4-FFF2-40B4-BE49-F238E27FC236}">
                  <a16:creationId xmlns:a16="http://schemas.microsoft.com/office/drawing/2014/main" id="{D40E2AA5-1851-49D8-87B5-FB25CA4206AE}"/>
                </a:ext>
              </a:extLst>
            </p:cNvPr>
            <p:cNvSpPr>
              <a:spLocks/>
            </p:cNvSpPr>
            <p:nvPr/>
          </p:nvSpPr>
          <p:spPr bwMode="auto">
            <a:xfrm>
              <a:off x="8899525" y="944563"/>
              <a:ext cx="88900" cy="23813"/>
            </a:xfrm>
            <a:custGeom>
              <a:avLst/>
              <a:gdLst>
                <a:gd name="T0" fmla="*/ 260 w 276"/>
                <a:gd name="T1" fmla="*/ 0 h 77"/>
                <a:gd name="T2" fmla="*/ 224 w 276"/>
                <a:gd name="T3" fmla="*/ 3 h 77"/>
                <a:gd name="T4" fmla="*/ 189 w 276"/>
                <a:gd name="T5" fmla="*/ 8 h 77"/>
                <a:gd name="T6" fmla="*/ 155 w 276"/>
                <a:gd name="T7" fmla="*/ 12 h 77"/>
                <a:gd name="T8" fmla="*/ 122 w 276"/>
                <a:gd name="T9" fmla="*/ 17 h 77"/>
                <a:gd name="T10" fmla="*/ 91 w 276"/>
                <a:gd name="T11" fmla="*/ 25 h 77"/>
                <a:gd name="T12" fmla="*/ 62 w 276"/>
                <a:gd name="T13" fmla="*/ 31 h 77"/>
                <a:gd name="T14" fmla="*/ 35 w 276"/>
                <a:gd name="T15" fmla="*/ 40 h 77"/>
                <a:gd name="T16" fmla="*/ 10 w 276"/>
                <a:gd name="T17" fmla="*/ 48 h 77"/>
                <a:gd name="T18" fmla="*/ 7 w 276"/>
                <a:gd name="T19" fmla="*/ 49 h 77"/>
                <a:gd name="T20" fmla="*/ 5 w 276"/>
                <a:gd name="T21" fmla="*/ 52 h 77"/>
                <a:gd name="T22" fmla="*/ 3 w 276"/>
                <a:gd name="T23" fmla="*/ 54 h 77"/>
                <a:gd name="T24" fmla="*/ 2 w 276"/>
                <a:gd name="T25" fmla="*/ 56 h 77"/>
                <a:gd name="T26" fmla="*/ 1 w 276"/>
                <a:gd name="T27" fmla="*/ 59 h 77"/>
                <a:gd name="T28" fmla="*/ 0 w 276"/>
                <a:gd name="T29" fmla="*/ 62 h 77"/>
                <a:gd name="T30" fmla="*/ 0 w 276"/>
                <a:gd name="T31" fmla="*/ 64 h 77"/>
                <a:gd name="T32" fmla="*/ 1 w 276"/>
                <a:gd name="T33" fmla="*/ 68 h 77"/>
                <a:gd name="T34" fmla="*/ 3 w 276"/>
                <a:gd name="T35" fmla="*/ 72 h 77"/>
                <a:gd name="T36" fmla="*/ 6 w 276"/>
                <a:gd name="T37" fmla="*/ 75 h 77"/>
                <a:gd name="T38" fmla="*/ 11 w 276"/>
                <a:gd name="T39" fmla="*/ 77 h 77"/>
                <a:gd name="T40" fmla="*/ 15 w 276"/>
                <a:gd name="T41" fmla="*/ 77 h 77"/>
                <a:gd name="T42" fmla="*/ 18 w 276"/>
                <a:gd name="T43" fmla="*/ 77 h 77"/>
                <a:gd name="T44" fmla="*/ 20 w 276"/>
                <a:gd name="T45" fmla="*/ 76 h 77"/>
                <a:gd name="T46" fmla="*/ 45 w 276"/>
                <a:gd name="T47" fmla="*/ 68 h 77"/>
                <a:gd name="T48" fmla="*/ 70 w 276"/>
                <a:gd name="T49" fmla="*/ 60 h 77"/>
                <a:gd name="T50" fmla="*/ 98 w 276"/>
                <a:gd name="T51" fmla="*/ 54 h 77"/>
                <a:gd name="T52" fmla="*/ 128 w 276"/>
                <a:gd name="T53" fmla="*/ 47 h 77"/>
                <a:gd name="T54" fmla="*/ 160 w 276"/>
                <a:gd name="T55" fmla="*/ 42 h 77"/>
                <a:gd name="T56" fmla="*/ 192 w 276"/>
                <a:gd name="T57" fmla="*/ 37 h 77"/>
                <a:gd name="T58" fmla="*/ 226 w 276"/>
                <a:gd name="T59" fmla="*/ 33 h 77"/>
                <a:gd name="T60" fmla="*/ 262 w 276"/>
                <a:gd name="T61" fmla="*/ 30 h 77"/>
                <a:gd name="T62" fmla="*/ 265 w 276"/>
                <a:gd name="T63" fmla="*/ 30 h 77"/>
                <a:gd name="T64" fmla="*/ 268 w 276"/>
                <a:gd name="T65" fmla="*/ 29 h 77"/>
                <a:gd name="T66" fmla="*/ 270 w 276"/>
                <a:gd name="T67" fmla="*/ 27 h 77"/>
                <a:gd name="T68" fmla="*/ 272 w 276"/>
                <a:gd name="T69" fmla="*/ 26 h 77"/>
                <a:gd name="T70" fmla="*/ 274 w 276"/>
                <a:gd name="T71" fmla="*/ 23 h 77"/>
                <a:gd name="T72" fmla="*/ 276 w 276"/>
                <a:gd name="T73" fmla="*/ 21 h 77"/>
                <a:gd name="T74" fmla="*/ 276 w 276"/>
                <a:gd name="T75" fmla="*/ 17 h 77"/>
                <a:gd name="T76" fmla="*/ 276 w 276"/>
                <a:gd name="T77" fmla="*/ 14 h 77"/>
                <a:gd name="T78" fmla="*/ 276 w 276"/>
                <a:gd name="T79" fmla="*/ 11 h 77"/>
                <a:gd name="T80" fmla="*/ 275 w 276"/>
                <a:gd name="T81" fmla="*/ 9 h 77"/>
                <a:gd name="T82" fmla="*/ 274 w 276"/>
                <a:gd name="T83" fmla="*/ 7 h 77"/>
                <a:gd name="T84" fmla="*/ 271 w 276"/>
                <a:gd name="T85" fmla="*/ 5 h 77"/>
                <a:gd name="T86" fmla="*/ 269 w 276"/>
                <a:gd name="T87" fmla="*/ 2 h 77"/>
                <a:gd name="T88" fmla="*/ 266 w 276"/>
                <a:gd name="T89" fmla="*/ 1 h 77"/>
                <a:gd name="T90" fmla="*/ 263 w 276"/>
                <a:gd name="T91" fmla="*/ 0 h 77"/>
                <a:gd name="T92" fmla="*/ 260 w 276"/>
                <a:gd name="T9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 h="77">
                  <a:moveTo>
                    <a:pt x="260" y="0"/>
                  </a:moveTo>
                  <a:lnTo>
                    <a:pt x="224" y="3"/>
                  </a:lnTo>
                  <a:lnTo>
                    <a:pt x="189" y="8"/>
                  </a:lnTo>
                  <a:lnTo>
                    <a:pt x="155" y="12"/>
                  </a:lnTo>
                  <a:lnTo>
                    <a:pt x="122" y="17"/>
                  </a:lnTo>
                  <a:lnTo>
                    <a:pt x="91" y="25"/>
                  </a:lnTo>
                  <a:lnTo>
                    <a:pt x="62" y="31"/>
                  </a:lnTo>
                  <a:lnTo>
                    <a:pt x="35" y="40"/>
                  </a:lnTo>
                  <a:lnTo>
                    <a:pt x="10" y="48"/>
                  </a:lnTo>
                  <a:lnTo>
                    <a:pt x="7" y="49"/>
                  </a:lnTo>
                  <a:lnTo>
                    <a:pt x="5" y="52"/>
                  </a:lnTo>
                  <a:lnTo>
                    <a:pt x="3" y="54"/>
                  </a:lnTo>
                  <a:lnTo>
                    <a:pt x="2" y="56"/>
                  </a:lnTo>
                  <a:lnTo>
                    <a:pt x="1" y="59"/>
                  </a:lnTo>
                  <a:lnTo>
                    <a:pt x="0" y="62"/>
                  </a:lnTo>
                  <a:lnTo>
                    <a:pt x="0" y="64"/>
                  </a:lnTo>
                  <a:lnTo>
                    <a:pt x="1" y="68"/>
                  </a:lnTo>
                  <a:lnTo>
                    <a:pt x="3" y="72"/>
                  </a:lnTo>
                  <a:lnTo>
                    <a:pt x="6" y="75"/>
                  </a:lnTo>
                  <a:lnTo>
                    <a:pt x="11" y="77"/>
                  </a:lnTo>
                  <a:lnTo>
                    <a:pt x="15" y="77"/>
                  </a:lnTo>
                  <a:lnTo>
                    <a:pt x="18" y="77"/>
                  </a:lnTo>
                  <a:lnTo>
                    <a:pt x="20" y="76"/>
                  </a:lnTo>
                  <a:lnTo>
                    <a:pt x="45" y="68"/>
                  </a:lnTo>
                  <a:lnTo>
                    <a:pt x="70" y="60"/>
                  </a:lnTo>
                  <a:lnTo>
                    <a:pt x="98" y="54"/>
                  </a:lnTo>
                  <a:lnTo>
                    <a:pt x="128" y="47"/>
                  </a:lnTo>
                  <a:lnTo>
                    <a:pt x="160" y="42"/>
                  </a:lnTo>
                  <a:lnTo>
                    <a:pt x="192" y="37"/>
                  </a:lnTo>
                  <a:lnTo>
                    <a:pt x="226" y="33"/>
                  </a:lnTo>
                  <a:lnTo>
                    <a:pt x="262" y="30"/>
                  </a:lnTo>
                  <a:lnTo>
                    <a:pt x="265" y="30"/>
                  </a:lnTo>
                  <a:lnTo>
                    <a:pt x="268" y="29"/>
                  </a:lnTo>
                  <a:lnTo>
                    <a:pt x="270" y="27"/>
                  </a:lnTo>
                  <a:lnTo>
                    <a:pt x="272" y="26"/>
                  </a:lnTo>
                  <a:lnTo>
                    <a:pt x="274" y="23"/>
                  </a:lnTo>
                  <a:lnTo>
                    <a:pt x="276" y="21"/>
                  </a:lnTo>
                  <a:lnTo>
                    <a:pt x="276" y="17"/>
                  </a:lnTo>
                  <a:lnTo>
                    <a:pt x="276" y="14"/>
                  </a:lnTo>
                  <a:lnTo>
                    <a:pt x="276" y="11"/>
                  </a:lnTo>
                  <a:lnTo>
                    <a:pt x="275" y="9"/>
                  </a:lnTo>
                  <a:lnTo>
                    <a:pt x="274" y="7"/>
                  </a:lnTo>
                  <a:lnTo>
                    <a:pt x="271" y="5"/>
                  </a:lnTo>
                  <a:lnTo>
                    <a:pt x="269" y="2"/>
                  </a:lnTo>
                  <a:lnTo>
                    <a:pt x="266" y="1"/>
                  </a:lnTo>
                  <a:lnTo>
                    <a:pt x="263" y="0"/>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92" name="Freeform 343">
              <a:extLst>
                <a:ext uri="{FF2B5EF4-FFF2-40B4-BE49-F238E27FC236}">
                  <a16:creationId xmlns:a16="http://schemas.microsoft.com/office/drawing/2014/main" id="{0E0DB185-1757-44FD-834D-BACF764432C4}"/>
                </a:ext>
              </a:extLst>
            </p:cNvPr>
            <p:cNvSpPr>
              <a:spLocks/>
            </p:cNvSpPr>
            <p:nvPr/>
          </p:nvSpPr>
          <p:spPr bwMode="auto">
            <a:xfrm>
              <a:off x="8899525" y="979488"/>
              <a:ext cx="88900" cy="25400"/>
            </a:xfrm>
            <a:custGeom>
              <a:avLst/>
              <a:gdLst>
                <a:gd name="T0" fmla="*/ 260 w 276"/>
                <a:gd name="T1" fmla="*/ 0 h 77"/>
                <a:gd name="T2" fmla="*/ 224 w 276"/>
                <a:gd name="T3" fmla="*/ 4 h 77"/>
                <a:gd name="T4" fmla="*/ 189 w 276"/>
                <a:gd name="T5" fmla="*/ 8 h 77"/>
                <a:gd name="T6" fmla="*/ 155 w 276"/>
                <a:gd name="T7" fmla="*/ 12 h 77"/>
                <a:gd name="T8" fmla="*/ 122 w 276"/>
                <a:gd name="T9" fmla="*/ 19 h 77"/>
                <a:gd name="T10" fmla="*/ 91 w 276"/>
                <a:gd name="T11" fmla="*/ 25 h 77"/>
                <a:gd name="T12" fmla="*/ 62 w 276"/>
                <a:gd name="T13" fmla="*/ 33 h 77"/>
                <a:gd name="T14" fmla="*/ 35 w 276"/>
                <a:gd name="T15" fmla="*/ 40 h 77"/>
                <a:gd name="T16" fmla="*/ 10 w 276"/>
                <a:gd name="T17" fmla="*/ 49 h 77"/>
                <a:gd name="T18" fmla="*/ 7 w 276"/>
                <a:gd name="T19" fmla="*/ 51 h 77"/>
                <a:gd name="T20" fmla="*/ 5 w 276"/>
                <a:gd name="T21" fmla="*/ 52 h 77"/>
                <a:gd name="T22" fmla="*/ 3 w 276"/>
                <a:gd name="T23" fmla="*/ 54 h 77"/>
                <a:gd name="T24" fmla="*/ 2 w 276"/>
                <a:gd name="T25" fmla="*/ 57 h 77"/>
                <a:gd name="T26" fmla="*/ 1 w 276"/>
                <a:gd name="T27" fmla="*/ 59 h 77"/>
                <a:gd name="T28" fmla="*/ 0 w 276"/>
                <a:gd name="T29" fmla="*/ 62 h 77"/>
                <a:gd name="T30" fmla="*/ 0 w 276"/>
                <a:gd name="T31" fmla="*/ 66 h 77"/>
                <a:gd name="T32" fmla="*/ 1 w 276"/>
                <a:gd name="T33" fmla="*/ 68 h 77"/>
                <a:gd name="T34" fmla="*/ 3 w 276"/>
                <a:gd name="T35" fmla="*/ 72 h 77"/>
                <a:gd name="T36" fmla="*/ 6 w 276"/>
                <a:gd name="T37" fmla="*/ 75 h 77"/>
                <a:gd name="T38" fmla="*/ 11 w 276"/>
                <a:gd name="T39" fmla="*/ 77 h 77"/>
                <a:gd name="T40" fmla="*/ 15 w 276"/>
                <a:gd name="T41" fmla="*/ 77 h 77"/>
                <a:gd name="T42" fmla="*/ 18 w 276"/>
                <a:gd name="T43" fmla="*/ 77 h 77"/>
                <a:gd name="T44" fmla="*/ 20 w 276"/>
                <a:gd name="T45" fmla="*/ 76 h 77"/>
                <a:gd name="T46" fmla="*/ 45 w 276"/>
                <a:gd name="T47" fmla="*/ 69 h 77"/>
                <a:gd name="T48" fmla="*/ 70 w 276"/>
                <a:gd name="T49" fmla="*/ 60 h 77"/>
                <a:gd name="T50" fmla="*/ 98 w 276"/>
                <a:gd name="T51" fmla="*/ 54 h 77"/>
                <a:gd name="T52" fmla="*/ 128 w 276"/>
                <a:gd name="T53" fmla="*/ 48 h 77"/>
                <a:gd name="T54" fmla="*/ 160 w 276"/>
                <a:gd name="T55" fmla="*/ 42 h 77"/>
                <a:gd name="T56" fmla="*/ 192 w 276"/>
                <a:gd name="T57" fmla="*/ 38 h 77"/>
                <a:gd name="T58" fmla="*/ 226 w 276"/>
                <a:gd name="T59" fmla="*/ 34 h 77"/>
                <a:gd name="T60" fmla="*/ 262 w 276"/>
                <a:gd name="T61" fmla="*/ 30 h 77"/>
                <a:gd name="T62" fmla="*/ 265 w 276"/>
                <a:gd name="T63" fmla="*/ 30 h 77"/>
                <a:gd name="T64" fmla="*/ 268 w 276"/>
                <a:gd name="T65" fmla="*/ 29 h 77"/>
                <a:gd name="T66" fmla="*/ 270 w 276"/>
                <a:gd name="T67" fmla="*/ 28 h 77"/>
                <a:gd name="T68" fmla="*/ 272 w 276"/>
                <a:gd name="T69" fmla="*/ 26 h 77"/>
                <a:gd name="T70" fmla="*/ 274 w 276"/>
                <a:gd name="T71" fmla="*/ 23 h 77"/>
                <a:gd name="T72" fmla="*/ 276 w 276"/>
                <a:gd name="T73" fmla="*/ 21 h 77"/>
                <a:gd name="T74" fmla="*/ 276 w 276"/>
                <a:gd name="T75" fmla="*/ 18 h 77"/>
                <a:gd name="T76" fmla="*/ 276 w 276"/>
                <a:gd name="T77" fmla="*/ 15 h 77"/>
                <a:gd name="T78" fmla="*/ 276 w 276"/>
                <a:gd name="T79" fmla="*/ 12 h 77"/>
                <a:gd name="T80" fmla="*/ 275 w 276"/>
                <a:gd name="T81" fmla="*/ 9 h 77"/>
                <a:gd name="T82" fmla="*/ 272 w 276"/>
                <a:gd name="T83" fmla="*/ 7 h 77"/>
                <a:gd name="T84" fmla="*/ 271 w 276"/>
                <a:gd name="T85" fmla="*/ 5 h 77"/>
                <a:gd name="T86" fmla="*/ 268 w 276"/>
                <a:gd name="T87" fmla="*/ 3 h 77"/>
                <a:gd name="T88" fmla="*/ 266 w 276"/>
                <a:gd name="T89" fmla="*/ 2 h 77"/>
                <a:gd name="T90" fmla="*/ 263 w 276"/>
                <a:gd name="T91" fmla="*/ 2 h 77"/>
                <a:gd name="T92" fmla="*/ 260 w 276"/>
                <a:gd name="T9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 h="77">
                  <a:moveTo>
                    <a:pt x="260" y="0"/>
                  </a:moveTo>
                  <a:lnTo>
                    <a:pt x="224" y="4"/>
                  </a:lnTo>
                  <a:lnTo>
                    <a:pt x="189" y="8"/>
                  </a:lnTo>
                  <a:lnTo>
                    <a:pt x="155" y="12"/>
                  </a:lnTo>
                  <a:lnTo>
                    <a:pt x="122" y="19"/>
                  </a:lnTo>
                  <a:lnTo>
                    <a:pt x="91" y="25"/>
                  </a:lnTo>
                  <a:lnTo>
                    <a:pt x="62" y="33"/>
                  </a:lnTo>
                  <a:lnTo>
                    <a:pt x="35" y="40"/>
                  </a:lnTo>
                  <a:lnTo>
                    <a:pt x="10" y="49"/>
                  </a:lnTo>
                  <a:lnTo>
                    <a:pt x="7" y="51"/>
                  </a:lnTo>
                  <a:lnTo>
                    <a:pt x="5" y="52"/>
                  </a:lnTo>
                  <a:lnTo>
                    <a:pt x="3" y="54"/>
                  </a:lnTo>
                  <a:lnTo>
                    <a:pt x="2" y="57"/>
                  </a:lnTo>
                  <a:lnTo>
                    <a:pt x="1" y="59"/>
                  </a:lnTo>
                  <a:lnTo>
                    <a:pt x="0" y="62"/>
                  </a:lnTo>
                  <a:lnTo>
                    <a:pt x="0" y="66"/>
                  </a:lnTo>
                  <a:lnTo>
                    <a:pt x="1" y="68"/>
                  </a:lnTo>
                  <a:lnTo>
                    <a:pt x="3" y="72"/>
                  </a:lnTo>
                  <a:lnTo>
                    <a:pt x="6" y="75"/>
                  </a:lnTo>
                  <a:lnTo>
                    <a:pt x="11" y="77"/>
                  </a:lnTo>
                  <a:lnTo>
                    <a:pt x="15" y="77"/>
                  </a:lnTo>
                  <a:lnTo>
                    <a:pt x="18" y="77"/>
                  </a:lnTo>
                  <a:lnTo>
                    <a:pt x="20" y="76"/>
                  </a:lnTo>
                  <a:lnTo>
                    <a:pt x="45" y="69"/>
                  </a:lnTo>
                  <a:lnTo>
                    <a:pt x="70" y="60"/>
                  </a:lnTo>
                  <a:lnTo>
                    <a:pt x="98" y="54"/>
                  </a:lnTo>
                  <a:lnTo>
                    <a:pt x="128" y="48"/>
                  </a:lnTo>
                  <a:lnTo>
                    <a:pt x="160" y="42"/>
                  </a:lnTo>
                  <a:lnTo>
                    <a:pt x="192" y="38"/>
                  </a:lnTo>
                  <a:lnTo>
                    <a:pt x="226" y="34"/>
                  </a:lnTo>
                  <a:lnTo>
                    <a:pt x="262" y="30"/>
                  </a:lnTo>
                  <a:lnTo>
                    <a:pt x="265" y="30"/>
                  </a:lnTo>
                  <a:lnTo>
                    <a:pt x="268" y="29"/>
                  </a:lnTo>
                  <a:lnTo>
                    <a:pt x="270" y="28"/>
                  </a:lnTo>
                  <a:lnTo>
                    <a:pt x="272" y="26"/>
                  </a:lnTo>
                  <a:lnTo>
                    <a:pt x="274" y="23"/>
                  </a:lnTo>
                  <a:lnTo>
                    <a:pt x="276" y="21"/>
                  </a:lnTo>
                  <a:lnTo>
                    <a:pt x="276" y="18"/>
                  </a:lnTo>
                  <a:lnTo>
                    <a:pt x="276" y="15"/>
                  </a:lnTo>
                  <a:lnTo>
                    <a:pt x="276" y="12"/>
                  </a:lnTo>
                  <a:lnTo>
                    <a:pt x="275" y="9"/>
                  </a:lnTo>
                  <a:lnTo>
                    <a:pt x="272" y="7"/>
                  </a:lnTo>
                  <a:lnTo>
                    <a:pt x="271" y="5"/>
                  </a:lnTo>
                  <a:lnTo>
                    <a:pt x="268" y="3"/>
                  </a:lnTo>
                  <a:lnTo>
                    <a:pt x="266" y="2"/>
                  </a:lnTo>
                  <a:lnTo>
                    <a:pt x="263" y="2"/>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nvGrpSpPr>
          <p:cNvPr id="93" name="Group 92">
            <a:extLst>
              <a:ext uri="{FF2B5EF4-FFF2-40B4-BE49-F238E27FC236}">
                <a16:creationId xmlns:a16="http://schemas.microsoft.com/office/drawing/2014/main" id="{189747B0-4776-419F-A9C1-CC3B0A1D4F4D}"/>
              </a:ext>
            </a:extLst>
          </p:cNvPr>
          <p:cNvGrpSpPr/>
          <p:nvPr/>
        </p:nvGrpSpPr>
        <p:grpSpPr>
          <a:xfrm>
            <a:off x="3082057" y="2584373"/>
            <a:ext cx="392708" cy="377522"/>
            <a:chOff x="3746500" y="1939926"/>
            <a:chExt cx="287338" cy="276225"/>
          </a:xfrm>
          <a:solidFill>
            <a:schemeClr val="bg1"/>
          </a:solidFill>
        </p:grpSpPr>
        <p:sp>
          <p:nvSpPr>
            <p:cNvPr id="94" name="Freeform 154">
              <a:extLst>
                <a:ext uri="{FF2B5EF4-FFF2-40B4-BE49-F238E27FC236}">
                  <a16:creationId xmlns:a16="http://schemas.microsoft.com/office/drawing/2014/main" id="{A7178F8C-FF39-42F1-AD28-3F1A41359521}"/>
                </a:ext>
              </a:extLst>
            </p:cNvPr>
            <p:cNvSpPr>
              <a:spLocks noEditPoints="1"/>
            </p:cNvSpPr>
            <p:nvPr/>
          </p:nvSpPr>
          <p:spPr bwMode="auto">
            <a:xfrm>
              <a:off x="3746500" y="1939926"/>
              <a:ext cx="287338" cy="147638"/>
            </a:xfrm>
            <a:custGeom>
              <a:avLst/>
              <a:gdLst>
                <a:gd name="T0" fmla="*/ 376 w 901"/>
                <a:gd name="T1" fmla="*/ 299 h 465"/>
                <a:gd name="T2" fmla="*/ 366 w 901"/>
                <a:gd name="T3" fmla="*/ 302 h 465"/>
                <a:gd name="T4" fmla="*/ 210 w 901"/>
                <a:gd name="T5" fmla="*/ 314 h 465"/>
                <a:gd name="T6" fmla="*/ 209 w 901"/>
                <a:gd name="T7" fmla="*/ 309 h 465"/>
                <a:gd name="T8" fmla="*/ 206 w 901"/>
                <a:gd name="T9" fmla="*/ 304 h 465"/>
                <a:gd name="T10" fmla="*/ 202 w 901"/>
                <a:gd name="T11" fmla="*/ 300 h 465"/>
                <a:gd name="T12" fmla="*/ 195 w 901"/>
                <a:gd name="T13" fmla="*/ 299 h 465"/>
                <a:gd name="T14" fmla="*/ 30 w 901"/>
                <a:gd name="T15" fmla="*/ 30 h 465"/>
                <a:gd name="T16" fmla="*/ 871 w 901"/>
                <a:gd name="T17" fmla="*/ 299 h 465"/>
                <a:gd name="T18" fmla="*/ 15 w 901"/>
                <a:gd name="T19" fmla="*/ 0 h 465"/>
                <a:gd name="T20" fmla="*/ 9 w 901"/>
                <a:gd name="T21" fmla="*/ 1 h 465"/>
                <a:gd name="T22" fmla="*/ 5 w 901"/>
                <a:gd name="T23" fmla="*/ 4 h 465"/>
                <a:gd name="T24" fmla="*/ 1 w 901"/>
                <a:gd name="T25" fmla="*/ 8 h 465"/>
                <a:gd name="T26" fmla="*/ 0 w 901"/>
                <a:gd name="T27" fmla="*/ 15 h 465"/>
                <a:gd name="T28" fmla="*/ 0 w 901"/>
                <a:gd name="T29" fmla="*/ 317 h 465"/>
                <a:gd name="T30" fmla="*/ 2 w 901"/>
                <a:gd name="T31" fmla="*/ 323 h 465"/>
                <a:gd name="T32" fmla="*/ 7 w 901"/>
                <a:gd name="T33" fmla="*/ 327 h 465"/>
                <a:gd name="T34" fmla="*/ 12 w 901"/>
                <a:gd name="T35" fmla="*/ 329 h 465"/>
                <a:gd name="T36" fmla="*/ 180 w 901"/>
                <a:gd name="T37" fmla="*/ 329 h 465"/>
                <a:gd name="T38" fmla="*/ 181 w 901"/>
                <a:gd name="T39" fmla="*/ 453 h 465"/>
                <a:gd name="T40" fmla="*/ 185 w 901"/>
                <a:gd name="T41" fmla="*/ 461 h 465"/>
                <a:gd name="T42" fmla="*/ 192 w 901"/>
                <a:gd name="T43" fmla="*/ 464 h 465"/>
                <a:gd name="T44" fmla="*/ 200 w 901"/>
                <a:gd name="T45" fmla="*/ 464 h 465"/>
                <a:gd name="T46" fmla="*/ 380 w 901"/>
                <a:gd name="T47" fmla="*/ 329 h 465"/>
                <a:gd name="T48" fmla="*/ 890 w 901"/>
                <a:gd name="T49" fmla="*/ 329 h 465"/>
                <a:gd name="T50" fmla="*/ 895 w 901"/>
                <a:gd name="T51" fmla="*/ 327 h 465"/>
                <a:gd name="T52" fmla="*/ 899 w 901"/>
                <a:gd name="T53" fmla="*/ 323 h 465"/>
                <a:gd name="T54" fmla="*/ 901 w 901"/>
                <a:gd name="T55" fmla="*/ 317 h 465"/>
                <a:gd name="T56" fmla="*/ 901 w 901"/>
                <a:gd name="T57" fmla="*/ 15 h 465"/>
                <a:gd name="T58" fmla="*/ 900 w 901"/>
                <a:gd name="T59" fmla="*/ 8 h 465"/>
                <a:gd name="T60" fmla="*/ 897 w 901"/>
                <a:gd name="T61" fmla="*/ 4 h 465"/>
                <a:gd name="T62" fmla="*/ 892 w 901"/>
                <a:gd name="T63" fmla="*/ 1 h 465"/>
                <a:gd name="T64" fmla="*/ 886 w 901"/>
                <a:gd name="T65" fmla="*/ 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1" h="465">
                  <a:moveTo>
                    <a:pt x="871" y="299"/>
                  </a:moveTo>
                  <a:lnTo>
                    <a:pt x="376" y="299"/>
                  </a:lnTo>
                  <a:lnTo>
                    <a:pt x="371" y="300"/>
                  </a:lnTo>
                  <a:lnTo>
                    <a:pt x="366" y="302"/>
                  </a:lnTo>
                  <a:lnTo>
                    <a:pt x="210" y="420"/>
                  </a:lnTo>
                  <a:lnTo>
                    <a:pt x="210" y="314"/>
                  </a:lnTo>
                  <a:lnTo>
                    <a:pt x="210" y="311"/>
                  </a:lnTo>
                  <a:lnTo>
                    <a:pt x="209" y="309"/>
                  </a:lnTo>
                  <a:lnTo>
                    <a:pt x="208" y="306"/>
                  </a:lnTo>
                  <a:lnTo>
                    <a:pt x="206" y="304"/>
                  </a:lnTo>
                  <a:lnTo>
                    <a:pt x="204" y="302"/>
                  </a:lnTo>
                  <a:lnTo>
                    <a:pt x="202" y="300"/>
                  </a:lnTo>
                  <a:lnTo>
                    <a:pt x="198" y="300"/>
                  </a:lnTo>
                  <a:lnTo>
                    <a:pt x="195" y="299"/>
                  </a:lnTo>
                  <a:lnTo>
                    <a:pt x="30" y="299"/>
                  </a:lnTo>
                  <a:lnTo>
                    <a:pt x="30" y="30"/>
                  </a:lnTo>
                  <a:lnTo>
                    <a:pt x="871" y="30"/>
                  </a:lnTo>
                  <a:lnTo>
                    <a:pt x="871" y="299"/>
                  </a:lnTo>
                  <a:close/>
                  <a:moveTo>
                    <a:pt x="886" y="0"/>
                  </a:moveTo>
                  <a:lnTo>
                    <a:pt x="15" y="0"/>
                  </a:lnTo>
                  <a:lnTo>
                    <a:pt x="12" y="0"/>
                  </a:lnTo>
                  <a:lnTo>
                    <a:pt x="9" y="1"/>
                  </a:lnTo>
                  <a:lnTo>
                    <a:pt x="7" y="2"/>
                  </a:lnTo>
                  <a:lnTo>
                    <a:pt x="5" y="4"/>
                  </a:lnTo>
                  <a:lnTo>
                    <a:pt x="2" y="6"/>
                  </a:lnTo>
                  <a:lnTo>
                    <a:pt x="1" y="8"/>
                  </a:lnTo>
                  <a:lnTo>
                    <a:pt x="0" y="11"/>
                  </a:lnTo>
                  <a:lnTo>
                    <a:pt x="0" y="15"/>
                  </a:lnTo>
                  <a:lnTo>
                    <a:pt x="0" y="314"/>
                  </a:lnTo>
                  <a:lnTo>
                    <a:pt x="0" y="317"/>
                  </a:lnTo>
                  <a:lnTo>
                    <a:pt x="1" y="321"/>
                  </a:lnTo>
                  <a:lnTo>
                    <a:pt x="2" y="323"/>
                  </a:lnTo>
                  <a:lnTo>
                    <a:pt x="5" y="325"/>
                  </a:lnTo>
                  <a:lnTo>
                    <a:pt x="7" y="327"/>
                  </a:lnTo>
                  <a:lnTo>
                    <a:pt x="9" y="328"/>
                  </a:lnTo>
                  <a:lnTo>
                    <a:pt x="12" y="329"/>
                  </a:lnTo>
                  <a:lnTo>
                    <a:pt x="15" y="329"/>
                  </a:lnTo>
                  <a:lnTo>
                    <a:pt x="180" y="329"/>
                  </a:lnTo>
                  <a:lnTo>
                    <a:pt x="180" y="450"/>
                  </a:lnTo>
                  <a:lnTo>
                    <a:pt x="181" y="453"/>
                  </a:lnTo>
                  <a:lnTo>
                    <a:pt x="182" y="458"/>
                  </a:lnTo>
                  <a:lnTo>
                    <a:pt x="185" y="461"/>
                  </a:lnTo>
                  <a:lnTo>
                    <a:pt x="189" y="463"/>
                  </a:lnTo>
                  <a:lnTo>
                    <a:pt x="192" y="464"/>
                  </a:lnTo>
                  <a:lnTo>
                    <a:pt x="195" y="465"/>
                  </a:lnTo>
                  <a:lnTo>
                    <a:pt x="200" y="464"/>
                  </a:lnTo>
                  <a:lnTo>
                    <a:pt x="205" y="462"/>
                  </a:lnTo>
                  <a:lnTo>
                    <a:pt x="380" y="329"/>
                  </a:lnTo>
                  <a:lnTo>
                    <a:pt x="886" y="329"/>
                  </a:lnTo>
                  <a:lnTo>
                    <a:pt x="890" y="329"/>
                  </a:lnTo>
                  <a:lnTo>
                    <a:pt x="892" y="328"/>
                  </a:lnTo>
                  <a:lnTo>
                    <a:pt x="895" y="327"/>
                  </a:lnTo>
                  <a:lnTo>
                    <a:pt x="897" y="325"/>
                  </a:lnTo>
                  <a:lnTo>
                    <a:pt x="899" y="323"/>
                  </a:lnTo>
                  <a:lnTo>
                    <a:pt x="900" y="321"/>
                  </a:lnTo>
                  <a:lnTo>
                    <a:pt x="901" y="317"/>
                  </a:lnTo>
                  <a:lnTo>
                    <a:pt x="901" y="314"/>
                  </a:lnTo>
                  <a:lnTo>
                    <a:pt x="901" y="15"/>
                  </a:lnTo>
                  <a:lnTo>
                    <a:pt x="901" y="11"/>
                  </a:lnTo>
                  <a:lnTo>
                    <a:pt x="900" y="8"/>
                  </a:lnTo>
                  <a:lnTo>
                    <a:pt x="899" y="6"/>
                  </a:lnTo>
                  <a:lnTo>
                    <a:pt x="897" y="4"/>
                  </a:lnTo>
                  <a:lnTo>
                    <a:pt x="895" y="2"/>
                  </a:lnTo>
                  <a:lnTo>
                    <a:pt x="892" y="1"/>
                  </a:lnTo>
                  <a:lnTo>
                    <a:pt x="890" y="0"/>
                  </a:lnTo>
                  <a:lnTo>
                    <a:pt x="8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95" name="Freeform 155">
              <a:extLst>
                <a:ext uri="{FF2B5EF4-FFF2-40B4-BE49-F238E27FC236}">
                  <a16:creationId xmlns:a16="http://schemas.microsoft.com/office/drawing/2014/main" id="{A1ECA3F5-F013-44C7-864F-151392E987E4}"/>
                </a:ext>
              </a:extLst>
            </p:cNvPr>
            <p:cNvSpPr>
              <a:spLocks/>
            </p:cNvSpPr>
            <p:nvPr/>
          </p:nvSpPr>
          <p:spPr bwMode="auto">
            <a:xfrm>
              <a:off x="3746500" y="2073276"/>
              <a:ext cx="287338" cy="142875"/>
            </a:xfrm>
            <a:custGeom>
              <a:avLst/>
              <a:gdLst>
                <a:gd name="T0" fmla="*/ 394 w 901"/>
                <a:gd name="T1" fmla="*/ 0 h 451"/>
                <a:gd name="T2" fmla="*/ 388 w 901"/>
                <a:gd name="T3" fmla="*/ 1 h 451"/>
                <a:gd name="T4" fmla="*/ 383 w 901"/>
                <a:gd name="T5" fmla="*/ 4 h 451"/>
                <a:gd name="T6" fmla="*/ 380 w 901"/>
                <a:gd name="T7" fmla="*/ 9 h 451"/>
                <a:gd name="T8" fmla="*/ 379 w 901"/>
                <a:gd name="T9" fmla="*/ 15 h 451"/>
                <a:gd name="T10" fmla="*/ 380 w 901"/>
                <a:gd name="T11" fmla="*/ 21 h 451"/>
                <a:gd name="T12" fmla="*/ 383 w 901"/>
                <a:gd name="T13" fmla="*/ 25 h 451"/>
                <a:gd name="T14" fmla="*/ 388 w 901"/>
                <a:gd name="T15" fmla="*/ 28 h 451"/>
                <a:gd name="T16" fmla="*/ 394 w 901"/>
                <a:gd name="T17" fmla="*/ 30 h 451"/>
                <a:gd name="T18" fmla="*/ 871 w 901"/>
                <a:gd name="T19" fmla="*/ 270 h 451"/>
                <a:gd name="T20" fmla="*/ 703 w 901"/>
                <a:gd name="T21" fmla="*/ 270 h 451"/>
                <a:gd name="T22" fmla="*/ 698 w 901"/>
                <a:gd name="T23" fmla="*/ 273 h 451"/>
                <a:gd name="T24" fmla="*/ 694 w 901"/>
                <a:gd name="T25" fmla="*/ 276 h 451"/>
                <a:gd name="T26" fmla="*/ 692 w 901"/>
                <a:gd name="T27" fmla="*/ 282 h 451"/>
                <a:gd name="T28" fmla="*/ 691 w 901"/>
                <a:gd name="T29" fmla="*/ 401 h 451"/>
                <a:gd name="T30" fmla="*/ 546 w 901"/>
                <a:gd name="T31" fmla="*/ 271 h 451"/>
                <a:gd name="T32" fmla="*/ 30 w 901"/>
                <a:gd name="T33" fmla="*/ 270 h 451"/>
                <a:gd name="T34" fmla="*/ 109 w 901"/>
                <a:gd name="T35" fmla="*/ 30 h 451"/>
                <a:gd name="T36" fmla="*/ 116 w 901"/>
                <a:gd name="T37" fmla="*/ 28 h 451"/>
                <a:gd name="T38" fmla="*/ 120 w 901"/>
                <a:gd name="T39" fmla="*/ 25 h 451"/>
                <a:gd name="T40" fmla="*/ 123 w 901"/>
                <a:gd name="T41" fmla="*/ 21 h 451"/>
                <a:gd name="T42" fmla="*/ 124 w 901"/>
                <a:gd name="T43" fmla="*/ 15 h 451"/>
                <a:gd name="T44" fmla="*/ 123 w 901"/>
                <a:gd name="T45" fmla="*/ 9 h 451"/>
                <a:gd name="T46" fmla="*/ 120 w 901"/>
                <a:gd name="T47" fmla="*/ 4 h 451"/>
                <a:gd name="T48" fmla="*/ 116 w 901"/>
                <a:gd name="T49" fmla="*/ 1 h 451"/>
                <a:gd name="T50" fmla="*/ 109 w 901"/>
                <a:gd name="T51" fmla="*/ 0 h 451"/>
                <a:gd name="T52" fmla="*/ 12 w 901"/>
                <a:gd name="T53" fmla="*/ 0 h 451"/>
                <a:gd name="T54" fmla="*/ 7 w 901"/>
                <a:gd name="T55" fmla="*/ 2 h 451"/>
                <a:gd name="T56" fmla="*/ 2 w 901"/>
                <a:gd name="T57" fmla="*/ 7 h 451"/>
                <a:gd name="T58" fmla="*/ 0 w 901"/>
                <a:gd name="T59" fmla="*/ 12 h 451"/>
                <a:gd name="T60" fmla="*/ 0 w 901"/>
                <a:gd name="T61" fmla="*/ 285 h 451"/>
                <a:gd name="T62" fmla="*/ 1 w 901"/>
                <a:gd name="T63" fmla="*/ 291 h 451"/>
                <a:gd name="T64" fmla="*/ 5 w 901"/>
                <a:gd name="T65" fmla="*/ 296 h 451"/>
                <a:gd name="T66" fmla="*/ 9 w 901"/>
                <a:gd name="T67" fmla="*/ 299 h 451"/>
                <a:gd name="T68" fmla="*/ 15 w 901"/>
                <a:gd name="T69" fmla="*/ 300 h 451"/>
                <a:gd name="T70" fmla="*/ 696 w 901"/>
                <a:gd name="T71" fmla="*/ 446 h 451"/>
                <a:gd name="T72" fmla="*/ 707 w 901"/>
                <a:gd name="T73" fmla="*/ 451 h 451"/>
                <a:gd name="T74" fmla="*/ 712 w 901"/>
                <a:gd name="T75" fmla="*/ 449 h 451"/>
                <a:gd name="T76" fmla="*/ 718 w 901"/>
                <a:gd name="T77" fmla="*/ 443 h 451"/>
                <a:gd name="T78" fmla="*/ 722 w 901"/>
                <a:gd name="T79" fmla="*/ 436 h 451"/>
                <a:gd name="T80" fmla="*/ 886 w 901"/>
                <a:gd name="T81" fmla="*/ 300 h 451"/>
                <a:gd name="T82" fmla="*/ 892 w 901"/>
                <a:gd name="T83" fmla="*/ 299 h 451"/>
                <a:gd name="T84" fmla="*/ 897 w 901"/>
                <a:gd name="T85" fmla="*/ 296 h 451"/>
                <a:gd name="T86" fmla="*/ 900 w 901"/>
                <a:gd name="T87" fmla="*/ 291 h 451"/>
                <a:gd name="T88" fmla="*/ 901 w 901"/>
                <a:gd name="T89" fmla="*/ 285 h 451"/>
                <a:gd name="T90" fmla="*/ 901 w 901"/>
                <a:gd name="T91" fmla="*/ 12 h 451"/>
                <a:gd name="T92" fmla="*/ 899 w 901"/>
                <a:gd name="T93" fmla="*/ 7 h 451"/>
                <a:gd name="T94" fmla="*/ 895 w 901"/>
                <a:gd name="T95" fmla="*/ 2 h 451"/>
                <a:gd name="T96" fmla="*/ 890 w 901"/>
                <a:gd name="T97" fmla="*/ 0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1" h="451">
                  <a:moveTo>
                    <a:pt x="886" y="0"/>
                  </a:moveTo>
                  <a:lnTo>
                    <a:pt x="394" y="0"/>
                  </a:lnTo>
                  <a:lnTo>
                    <a:pt x="391" y="0"/>
                  </a:lnTo>
                  <a:lnTo>
                    <a:pt x="388" y="1"/>
                  </a:lnTo>
                  <a:lnTo>
                    <a:pt x="386" y="2"/>
                  </a:lnTo>
                  <a:lnTo>
                    <a:pt x="383" y="4"/>
                  </a:lnTo>
                  <a:lnTo>
                    <a:pt x="381" y="7"/>
                  </a:lnTo>
                  <a:lnTo>
                    <a:pt x="380" y="9"/>
                  </a:lnTo>
                  <a:lnTo>
                    <a:pt x="379" y="12"/>
                  </a:lnTo>
                  <a:lnTo>
                    <a:pt x="379" y="15"/>
                  </a:lnTo>
                  <a:lnTo>
                    <a:pt x="379" y="17"/>
                  </a:lnTo>
                  <a:lnTo>
                    <a:pt x="380" y="21"/>
                  </a:lnTo>
                  <a:lnTo>
                    <a:pt x="381" y="23"/>
                  </a:lnTo>
                  <a:lnTo>
                    <a:pt x="383" y="25"/>
                  </a:lnTo>
                  <a:lnTo>
                    <a:pt x="386" y="27"/>
                  </a:lnTo>
                  <a:lnTo>
                    <a:pt x="388" y="28"/>
                  </a:lnTo>
                  <a:lnTo>
                    <a:pt x="391" y="29"/>
                  </a:lnTo>
                  <a:lnTo>
                    <a:pt x="394" y="30"/>
                  </a:lnTo>
                  <a:lnTo>
                    <a:pt x="871" y="30"/>
                  </a:lnTo>
                  <a:lnTo>
                    <a:pt x="871" y="270"/>
                  </a:lnTo>
                  <a:lnTo>
                    <a:pt x="707" y="270"/>
                  </a:lnTo>
                  <a:lnTo>
                    <a:pt x="703" y="270"/>
                  </a:lnTo>
                  <a:lnTo>
                    <a:pt x="700" y="271"/>
                  </a:lnTo>
                  <a:lnTo>
                    <a:pt x="698" y="273"/>
                  </a:lnTo>
                  <a:lnTo>
                    <a:pt x="696" y="274"/>
                  </a:lnTo>
                  <a:lnTo>
                    <a:pt x="694" y="276"/>
                  </a:lnTo>
                  <a:lnTo>
                    <a:pt x="693" y="279"/>
                  </a:lnTo>
                  <a:lnTo>
                    <a:pt x="692" y="282"/>
                  </a:lnTo>
                  <a:lnTo>
                    <a:pt x="691" y="285"/>
                  </a:lnTo>
                  <a:lnTo>
                    <a:pt x="691" y="401"/>
                  </a:lnTo>
                  <a:lnTo>
                    <a:pt x="551" y="274"/>
                  </a:lnTo>
                  <a:lnTo>
                    <a:pt x="546" y="271"/>
                  </a:lnTo>
                  <a:lnTo>
                    <a:pt x="541" y="270"/>
                  </a:lnTo>
                  <a:lnTo>
                    <a:pt x="30" y="270"/>
                  </a:lnTo>
                  <a:lnTo>
                    <a:pt x="30" y="30"/>
                  </a:lnTo>
                  <a:lnTo>
                    <a:pt x="109" y="30"/>
                  </a:lnTo>
                  <a:lnTo>
                    <a:pt x="113" y="29"/>
                  </a:lnTo>
                  <a:lnTo>
                    <a:pt x="116" y="28"/>
                  </a:lnTo>
                  <a:lnTo>
                    <a:pt x="118" y="27"/>
                  </a:lnTo>
                  <a:lnTo>
                    <a:pt x="120" y="25"/>
                  </a:lnTo>
                  <a:lnTo>
                    <a:pt x="122" y="23"/>
                  </a:lnTo>
                  <a:lnTo>
                    <a:pt x="123" y="21"/>
                  </a:lnTo>
                  <a:lnTo>
                    <a:pt x="124" y="17"/>
                  </a:lnTo>
                  <a:lnTo>
                    <a:pt x="124" y="15"/>
                  </a:lnTo>
                  <a:lnTo>
                    <a:pt x="124" y="12"/>
                  </a:lnTo>
                  <a:lnTo>
                    <a:pt x="123" y="9"/>
                  </a:lnTo>
                  <a:lnTo>
                    <a:pt x="122" y="7"/>
                  </a:lnTo>
                  <a:lnTo>
                    <a:pt x="120" y="4"/>
                  </a:lnTo>
                  <a:lnTo>
                    <a:pt x="118" y="2"/>
                  </a:lnTo>
                  <a:lnTo>
                    <a:pt x="116" y="1"/>
                  </a:lnTo>
                  <a:lnTo>
                    <a:pt x="113" y="0"/>
                  </a:lnTo>
                  <a:lnTo>
                    <a:pt x="109" y="0"/>
                  </a:lnTo>
                  <a:lnTo>
                    <a:pt x="15" y="0"/>
                  </a:lnTo>
                  <a:lnTo>
                    <a:pt x="12" y="0"/>
                  </a:lnTo>
                  <a:lnTo>
                    <a:pt x="9" y="1"/>
                  </a:lnTo>
                  <a:lnTo>
                    <a:pt x="7" y="2"/>
                  </a:lnTo>
                  <a:lnTo>
                    <a:pt x="5" y="4"/>
                  </a:lnTo>
                  <a:lnTo>
                    <a:pt x="2" y="7"/>
                  </a:lnTo>
                  <a:lnTo>
                    <a:pt x="1" y="9"/>
                  </a:lnTo>
                  <a:lnTo>
                    <a:pt x="0" y="12"/>
                  </a:lnTo>
                  <a:lnTo>
                    <a:pt x="0" y="15"/>
                  </a:lnTo>
                  <a:lnTo>
                    <a:pt x="0" y="285"/>
                  </a:lnTo>
                  <a:lnTo>
                    <a:pt x="0" y="288"/>
                  </a:lnTo>
                  <a:lnTo>
                    <a:pt x="1" y="291"/>
                  </a:lnTo>
                  <a:lnTo>
                    <a:pt x="2" y="293"/>
                  </a:lnTo>
                  <a:lnTo>
                    <a:pt x="5" y="296"/>
                  </a:lnTo>
                  <a:lnTo>
                    <a:pt x="7" y="298"/>
                  </a:lnTo>
                  <a:lnTo>
                    <a:pt x="9" y="299"/>
                  </a:lnTo>
                  <a:lnTo>
                    <a:pt x="12" y="300"/>
                  </a:lnTo>
                  <a:lnTo>
                    <a:pt x="15" y="300"/>
                  </a:lnTo>
                  <a:lnTo>
                    <a:pt x="535" y="300"/>
                  </a:lnTo>
                  <a:lnTo>
                    <a:pt x="696" y="446"/>
                  </a:lnTo>
                  <a:lnTo>
                    <a:pt x="701" y="450"/>
                  </a:lnTo>
                  <a:lnTo>
                    <a:pt x="707" y="451"/>
                  </a:lnTo>
                  <a:lnTo>
                    <a:pt x="709" y="450"/>
                  </a:lnTo>
                  <a:lnTo>
                    <a:pt x="712" y="449"/>
                  </a:lnTo>
                  <a:lnTo>
                    <a:pt x="716" y="446"/>
                  </a:lnTo>
                  <a:lnTo>
                    <a:pt x="718" y="443"/>
                  </a:lnTo>
                  <a:lnTo>
                    <a:pt x="720" y="440"/>
                  </a:lnTo>
                  <a:lnTo>
                    <a:pt x="722" y="436"/>
                  </a:lnTo>
                  <a:lnTo>
                    <a:pt x="722" y="300"/>
                  </a:lnTo>
                  <a:lnTo>
                    <a:pt x="886" y="300"/>
                  </a:lnTo>
                  <a:lnTo>
                    <a:pt x="890" y="300"/>
                  </a:lnTo>
                  <a:lnTo>
                    <a:pt x="892" y="299"/>
                  </a:lnTo>
                  <a:lnTo>
                    <a:pt x="895" y="298"/>
                  </a:lnTo>
                  <a:lnTo>
                    <a:pt x="897" y="296"/>
                  </a:lnTo>
                  <a:lnTo>
                    <a:pt x="899" y="293"/>
                  </a:lnTo>
                  <a:lnTo>
                    <a:pt x="900" y="291"/>
                  </a:lnTo>
                  <a:lnTo>
                    <a:pt x="901" y="288"/>
                  </a:lnTo>
                  <a:lnTo>
                    <a:pt x="901" y="285"/>
                  </a:lnTo>
                  <a:lnTo>
                    <a:pt x="901" y="15"/>
                  </a:lnTo>
                  <a:lnTo>
                    <a:pt x="901" y="12"/>
                  </a:lnTo>
                  <a:lnTo>
                    <a:pt x="900" y="9"/>
                  </a:lnTo>
                  <a:lnTo>
                    <a:pt x="899" y="7"/>
                  </a:lnTo>
                  <a:lnTo>
                    <a:pt x="897" y="4"/>
                  </a:lnTo>
                  <a:lnTo>
                    <a:pt x="895" y="2"/>
                  </a:lnTo>
                  <a:lnTo>
                    <a:pt x="892" y="1"/>
                  </a:lnTo>
                  <a:lnTo>
                    <a:pt x="890" y="0"/>
                  </a:lnTo>
                  <a:lnTo>
                    <a:pt x="8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sp>
        <p:nvSpPr>
          <p:cNvPr id="96" name="Freeform 122">
            <a:extLst>
              <a:ext uri="{FF2B5EF4-FFF2-40B4-BE49-F238E27FC236}">
                <a16:creationId xmlns:a16="http://schemas.microsoft.com/office/drawing/2014/main" id="{2919C073-C16B-48CE-8CAB-8EBFE4B94C95}"/>
              </a:ext>
            </a:extLst>
          </p:cNvPr>
          <p:cNvSpPr>
            <a:spLocks noEditPoints="1"/>
          </p:cNvSpPr>
          <p:nvPr/>
        </p:nvSpPr>
        <p:spPr bwMode="auto">
          <a:xfrm>
            <a:off x="2132969" y="3890001"/>
            <a:ext cx="411284" cy="377200"/>
          </a:xfrm>
          <a:custGeom>
            <a:avLst/>
            <a:gdLst>
              <a:gd name="T0" fmla="*/ 376 w 907"/>
              <a:gd name="T1" fmla="*/ 508 h 827"/>
              <a:gd name="T2" fmla="*/ 866 w 907"/>
              <a:gd name="T3" fmla="*/ 58 h 827"/>
              <a:gd name="T4" fmla="*/ 366 w 907"/>
              <a:gd name="T5" fmla="*/ 758 h 827"/>
              <a:gd name="T6" fmla="*/ 466 w 907"/>
              <a:gd name="T7" fmla="*/ 590 h 827"/>
              <a:gd name="T8" fmla="*/ 819 w 907"/>
              <a:gd name="T9" fmla="*/ 61 h 827"/>
              <a:gd name="T10" fmla="*/ 55 w 907"/>
              <a:gd name="T11" fmla="*/ 375 h 827"/>
              <a:gd name="T12" fmla="*/ 907 w 907"/>
              <a:gd name="T13" fmla="*/ 15 h 827"/>
              <a:gd name="T14" fmla="*/ 906 w 907"/>
              <a:gd name="T15" fmla="*/ 12 h 827"/>
              <a:gd name="T16" fmla="*/ 906 w 907"/>
              <a:gd name="T17" fmla="*/ 11 h 827"/>
              <a:gd name="T18" fmla="*/ 905 w 907"/>
              <a:gd name="T19" fmla="*/ 8 h 827"/>
              <a:gd name="T20" fmla="*/ 905 w 907"/>
              <a:gd name="T21" fmla="*/ 6 h 827"/>
              <a:gd name="T22" fmla="*/ 904 w 907"/>
              <a:gd name="T23" fmla="*/ 5 h 827"/>
              <a:gd name="T24" fmla="*/ 902 w 907"/>
              <a:gd name="T25" fmla="*/ 3 h 827"/>
              <a:gd name="T26" fmla="*/ 900 w 907"/>
              <a:gd name="T27" fmla="*/ 2 h 827"/>
              <a:gd name="T28" fmla="*/ 900 w 907"/>
              <a:gd name="T29" fmla="*/ 2 h 827"/>
              <a:gd name="T30" fmla="*/ 897 w 907"/>
              <a:gd name="T31" fmla="*/ 1 h 827"/>
              <a:gd name="T32" fmla="*/ 895 w 907"/>
              <a:gd name="T33" fmla="*/ 0 h 827"/>
              <a:gd name="T34" fmla="*/ 893 w 907"/>
              <a:gd name="T35" fmla="*/ 0 h 827"/>
              <a:gd name="T36" fmla="*/ 891 w 907"/>
              <a:gd name="T37" fmla="*/ 0 h 827"/>
              <a:gd name="T38" fmla="*/ 887 w 907"/>
              <a:gd name="T39" fmla="*/ 1 h 827"/>
              <a:gd name="T40" fmla="*/ 886 w 907"/>
              <a:gd name="T41" fmla="*/ 1 h 827"/>
              <a:gd name="T42" fmla="*/ 886 w 907"/>
              <a:gd name="T43" fmla="*/ 1 h 827"/>
              <a:gd name="T44" fmla="*/ 5 w 907"/>
              <a:gd name="T45" fmla="*/ 365 h 827"/>
              <a:gd name="T46" fmla="*/ 1 w 907"/>
              <a:gd name="T47" fmla="*/ 372 h 827"/>
              <a:gd name="T48" fmla="*/ 1 w 907"/>
              <a:gd name="T49" fmla="*/ 381 h 827"/>
              <a:gd name="T50" fmla="*/ 5 w 907"/>
              <a:gd name="T51" fmla="*/ 388 h 827"/>
              <a:gd name="T52" fmla="*/ 336 w 907"/>
              <a:gd name="T53" fmla="*/ 521 h 827"/>
              <a:gd name="T54" fmla="*/ 336 w 907"/>
              <a:gd name="T55" fmla="*/ 817 h 827"/>
              <a:gd name="T56" fmla="*/ 342 w 907"/>
              <a:gd name="T57" fmla="*/ 825 h 827"/>
              <a:gd name="T58" fmla="*/ 348 w 907"/>
              <a:gd name="T59" fmla="*/ 827 h 827"/>
              <a:gd name="T60" fmla="*/ 354 w 907"/>
              <a:gd name="T61" fmla="*/ 827 h 827"/>
              <a:gd name="T62" fmla="*/ 360 w 907"/>
              <a:gd name="T63" fmla="*/ 823 h 827"/>
              <a:gd name="T64" fmla="*/ 492 w 907"/>
              <a:gd name="T65" fmla="*/ 605 h 827"/>
              <a:gd name="T66" fmla="*/ 732 w 907"/>
              <a:gd name="T67" fmla="*/ 732 h 827"/>
              <a:gd name="T68" fmla="*/ 739 w 907"/>
              <a:gd name="T69" fmla="*/ 732 h 827"/>
              <a:gd name="T70" fmla="*/ 745 w 907"/>
              <a:gd name="T71" fmla="*/ 729 h 827"/>
              <a:gd name="T72" fmla="*/ 749 w 907"/>
              <a:gd name="T73" fmla="*/ 724 h 827"/>
              <a:gd name="T74" fmla="*/ 906 w 907"/>
              <a:gd name="T75" fmla="*/ 18 h 827"/>
              <a:gd name="T76" fmla="*/ 906 w 907"/>
              <a:gd name="T77" fmla="*/ 17 h 827"/>
              <a:gd name="T78" fmla="*/ 907 w 907"/>
              <a:gd name="T79" fmla="*/ 1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7" h="827">
                <a:moveTo>
                  <a:pt x="726" y="695"/>
                </a:moveTo>
                <a:lnTo>
                  <a:pt x="376" y="508"/>
                </a:lnTo>
                <a:lnTo>
                  <a:pt x="834" y="88"/>
                </a:lnTo>
                <a:lnTo>
                  <a:pt x="866" y="58"/>
                </a:lnTo>
                <a:lnTo>
                  <a:pt x="726" y="695"/>
                </a:lnTo>
                <a:close/>
                <a:moveTo>
                  <a:pt x="366" y="758"/>
                </a:moveTo>
                <a:lnTo>
                  <a:pt x="366" y="536"/>
                </a:lnTo>
                <a:lnTo>
                  <a:pt x="466" y="590"/>
                </a:lnTo>
                <a:lnTo>
                  <a:pt x="366" y="758"/>
                </a:lnTo>
                <a:close/>
                <a:moveTo>
                  <a:pt x="819" y="61"/>
                </a:moveTo>
                <a:lnTo>
                  <a:pt x="347" y="493"/>
                </a:lnTo>
                <a:lnTo>
                  <a:pt x="55" y="375"/>
                </a:lnTo>
                <a:lnTo>
                  <a:pt x="819" y="61"/>
                </a:lnTo>
                <a:close/>
                <a:moveTo>
                  <a:pt x="907" y="15"/>
                </a:moveTo>
                <a:lnTo>
                  <a:pt x="907" y="14"/>
                </a:lnTo>
                <a:lnTo>
                  <a:pt x="906" y="12"/>
                </a:lnTo>
                <a:lnTo>
                  <a:pt x="906" y="12"/>
                </a:lnTo>
                <a:lnTo>
                  <a:pt x="906" y="11"/>
                </a:lnTo>
                <a:lnTo>
                  <a:pt x="905" y="9"/>
                </a:lnTo>
                <a:lnTo>
                  <a:pt x="905" y="8"/>
                </a:lnTo>
                <a:lnTo>
                  <a:pt x="905" y="8"/>
                </a:lnTo>
                <a:lnTo>
                  <a:pt x="905" y="6"/>
                </a:lnTo>
                <a:lnTo>
                  <a:pt x="904" y="6"/>
                </a:lnTo>
                <a:lnTo>
                  <a:pt x="904" y="5"/>
                </a:lnTo>
                <a:lnTo>
                  <a:pt x="903" y="4"/>
                </a:lnTo>
                <a:lnTo>
                  <a:pt x="902" y="3"/>
                </a:lnTo>
                <a:lnTo>
                  <a:pt x="901" y="3"/>
                </a:lnTo>
                <a:lnTo>
                  <a:pt x="900" y="2"/>
                </a:lnTo>
                <a:lnTo>
                  <a:pt x="900" y="2"/>
                </a:lnTo>
                <a:lnTo>
                  <a:pt x="900" y="2"/>
                </a:lnTo>
                <a:lnTo>
                  <a:pt x="898" y="1"/>
                </a:lnTo>
                <a:lnTo>
                  <a:pt x="897" y="1"/>
                </a:lnTo>
                <a:lnTo>
                  <a:pt x="896" y="1"/>
                </a:lnTo>
                <a:lnTo>
                  <a:pt x="895" y="0"/>
                </a:lnTo>
                <a:lnTo>
                  <a:pt x="894" y="0"/>
                </a:lnTo>
                <a:lnTo>
                  <a:pt x="893" y="0"/>
                </a:lnTo>
                <a:lnTo>
                  <a:pt x="892" y="0"/>
                </a:lnTo>
                <a:lnTo>
                  <a:pt x="891" y="0"/>
                </a:lnTo>
                <a:lnTo>
                  <a:pt x="889" y="0"/>
                </a:lnTo>
                <a:lnTo>
                  <a:pt x="887" y="1"/>
                </a:lnTo>
                <a:lnTo>
                  <a:pt x="887" y="1"/>
                </a:lnTo>
                <a:lnTo>
                  <a:pt x="886" y="1"/>
                </a:lnTo>
                <a:lnTo>
                  <a:pt x="886" y="1"/>
                </a:lnTo>
                <a:lnTo>
                  <a:pt x="886" y="1"/>
                </a:lnTo>
                <a:lnTo>
                  <a:pt x="10" y="362"/>
                </a:lnTo>
                <a:lnTo>
                  <a:pt x="5" y="365"/>
                </a:lnTo>
                <a:lnTo>
                  <a:pt x="2" y="368"/>
                </a:lnTo>
                <a:lnTo>
                  <a:pt x="1" y="372"/>
                </a:lnTo>
                <a:lnTo>
                  <a:pt x="0" y="376"/>
                </a:lnTo>
                <a:lnTo>
                  <a:pt x="1" y="381"/>
                </a:lnTo>
                <a:lnTo>
                  <a:pt x="2" y="384"/>
                </a:lnTo>
                <a:lnTo>
                  <a:pt x="5" y="388"/>
                </a:lnTo>
                <a:lnTo>
                  <a:pt x="10" y="390"/>
                </a:lnTo>
                <a:lnTo>
                  <a:pt x="336" y="521"/>
                </a:lnTo>
                <a:lnTo>
                  <a:pt x="336" y="812"/>
                </a:lnTo>
                <a:lnTo>
                  <a:pt x="336" y="817"/>
                </a:lnTo>
                <a:lnTo>
                  <a:pt x="338" y="821"/>
                </a:lnTo>
                <a:lnTo>
                  <a:pt x="342" y="825"/>
                </a:lnTo>
                <a:lnTo>
                  <a:pt x="346" y="827"/>
                </a:lnTo>
                <a:lnTo>
                  <a:pt x="348" y="827"/>
                </a:lnTo>
                <a:lnTo>
                  <a:pt x="351" y="827"/>
                </a:lnTo>
                <a:lnTo>
                  <a:pt x="354" y="827"/>
                </a:lnTo>
                <a:lnTo>
                  <a:pt x="357" y="826"/>
                </a:lnTo>
                <a:lnTo>
                  <a:pt x="360" y="823"/>
                </a:lnTo>
                <a:lnTo>
                  <a:pt x="363" y="820"/>
                </a:lnTo>
                <a:lnTo>
                  <a:pt x="492" y="605"/>
                </a:lnTo>
                <a:lnTo>
                  <a:pt x="729" y="730"/>
                </a:lnTo>
                <a:lnTo>
                  <a:pt x="732" y="732"/>
                </a:lnTo>
                <a:lnTo>
                  <a:pt x="736" y="732"/>
                </a:lnTo>
                <a:lnTo>
                  <a:pt x="739" y="732"/>
                </a:lnTo>
                <a:lnTo>
                  <a:pt x="742" y="731"/>
                </a:lnTo>
                <a:lnTo>
                  <a:pt x="745" y="729"/>
                </a:lnTo>
                <a:lnTo>
                  <a:pt x="747" y="727"/>
                </a:lnTo>
                <a:lnTo>
                  <a:pt x="749" y="724"/>
                </a:lnTo>
                <a:lnTo>
                  <a:pt x="751" y="721"/>
                </a:lnTo>
                <a:lnTo>
                  <a:pt x="906" y="18"/>
                </a:lnTo>
                <a:lnTo>
                  <a:pt x="906" y="17"/>
                </a:lnTo>
                <a:lnTo>
                  <a:pt x="906" y="17"/>
                </a:lnTo>
                <a:lnTo>
                  <a:pt x="907" y="16"/>
                </a:lnTo>
                <a:lnTo>
                  <a:pt x="907" y="1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97" name="Freeform 168">
            <a:extLst>
              <a:ext uri="{FF2B5EF4-FFF2-40B4-BE49-F238E27FC236}">
                <a16:creationId xmlns:a16="http://schemas.microsoft.com/office/drawing/2014/main" id="{F0010239-9E97-45CD-8ECC-D8CEE0C1EAC0}"/>
              </a:ext>
            </a:extLst>
          </p:cNvPr>
          <p:cNvSpPr>
            <a:spLocks noEditPoints="1"/>
          </p:cNvSpPr>
          <p:nvPr/>
        </p:nvSpPr>
        <p:spPr bwMode="auto">
          <a:xfrm>
            <a:off x="3065328" y="5189774"/>
            <a:ext cx="426166" cy="426166"/>
          </a:xfrm>
          <a:custGeom>
            <a:avLst/>
            <a:gdLst>
              <a:gd name="T0" fmla="*/ 862 w 898"/>
              <a:gd name="T1" fmla="*/ 437 h 899"/>
              <a:gd name="T2" fmla="*/ 864 w 898"/>
              <a:gd name="T3" fmla="*/ 488 h 899"/>
              <a:gd name="T4" fmla="*/ 778 w 898"/>
              <a:gd name="T5" fmla="*/ 582 h 899"/>
              <a:gd name="T6" fmla="*/ 755 w 898"/>
              <a:gd name="T7" fmla="*/ 624 h 899"/>
              <a:gd name="T8" fmla="*/ 737 w 898"/>
              <a:gd name="T9" fmla="*/ 302 h 899"/>
              <a:gd name="T10" fmla="*/ 774 w 898"/>
              <a:gd name="T11" fmla="*/ 333 h 899"/>
              <a:gd name="T12" fmla="*/ 463 w 898"/>
              <a:gd name="T13" fmla="*/ 862 h 899"/>
              <a:gd name="T14" fmla="*/ 457 w 898"/>
              <a:gd name="T15" fmla="*/ 798 h 899"/>
              <a:gd name="T16" fmla="*/ 522 w 898"/>
              <a:gd name="T17" fmla="*/ 804 h 899"/>
              <a:gd name="T18" fmla="*/ 502 w 898"/>
              <a:gd name="T19" fmla="*/ 866 h 899"/>
              <a:gd name="T20" fmla="*/ 134 w 898"/>
              <a:gd name="T21" fmla="*/ 619 h 899"/>
              <a:gd name="T22" fmla="*/ 119 w 898"/>
              <a:gd name="T23" fmla="*/ 350 h 899"/>
              <a:gd name="T24" fmla="*/ 145 w 898"/>
              <a:gd name="T25" fmla="*/ 309 h 899"/>
              <a:gd name="T26" fmla="*/ 29 w 898"/>
              <a:gd name="T27" fmla="*/ 464 h 899"/>
              <a:gd name="T28" fmla="*/ 53 w 898"/>
              <a:gd name="T29" fmla="*/ 417 h 899"/>
              <a:gd name="T30" fmla="*/ 41 w 898"/>
              <a:gd name="T31" fmla="*/ 500 h 899"/>
              <a:gd name="T32" fmla="*/ 898 w 898"/>
              <a:gd name="T33" fmla="*/ 455 h 899"/>
              <a:gd name="T34" fmla="*/ 861 w 898"/>
              <a:gd name="T35" fmla="*/ 392 h 899"/>
              <a:gd name="T36" fmla="*/ 807 w 898"/>
              <a:gd name="T37" fmla="*/ 339 h 899"/>
              <a:gd name="T38" fmla="*/ 766 w 898"/>
              <a:gd name="T39" fmla="*/ 282 h 899"/>
              <a:gd name="T40" fmla="*/ 719 w 898"/>
              <a:gd name="T41" fmla="*/ 216 h 899"/>
              <a:gd name="T42" fmla="*/ 667 w 898"/>
              <a:gd name="T43" fmla="*/ 108 h 899"/>
              <a:gd name="T44" fmla="*/ 578 w 898"/>
              <a:gd name="T45" fmla="*/ 33 h 899"/>
              <a:gd name="T46" fmla="*/ 463 w 898"/>
              <a:gd name="T47" fmla="*/ 1 h 899"/>
              <a:gd name="T48" fmla="*/ 342 w 898"/>
              <a:gd name="T49" fmla="*/ 21 h 899"/>
              <a:gd name="T50" fmla="*/ 244 w 898"/>
              <a:gd name="T51" fmla="*/ 90 h 899"/>
              <a:gd name="T52" fmla="*/ 181 w 898"/>
              <a:gd name="T53" fmla="*/ 191 h 899"/>
              <a:gd name="T54" fmla="*/ 142 w 898"/>
              <a:gd name="T55" fmla="*/ 277 h 899"/>
              <a:gd name="T56" fmla="*/ 95 w 898"/>
              <a:gd name="T57" fmla="*/ 325 h 899"/>
              <a:gd name="T58" fmla="*/ 52 w 898"/>
              <a:gd name="T59" fmla="*/ 385 h 899"/>
              <a:gd name="T60" fmla="*/ 3 w 898"/>
              <a:gd name="T61" fmla="*/ 438 h 899"/>
              <a:gd name="T62" fmla="*/ 13 w 898"/>
              <a:gd name="T63" fmla="*/ 513 h 899"/>
              <a:gd name="T64" fmla="*/ 79 w 898"/>
              <a:gd name="T65" fmla="*/ 553 h 899"/>
              <a:gd name="T66" fmla="*/ 106 w 898"/>
              <a:gd name="T67" fmla="*/ 635 h 899"/>
              <a:gd name="T68" fmla="*/ 179 w 898"/>
              <a:gd name="T69" fmla="*/ 660 h 899"/>
              <a:gd name="T70" fmla="*/ 269 w 898"/>
              <a:gd name="T71" fmla="*/ 645 h 899"/>
              <a:gd name="T72" fmla="*/ 254 w 898"/>
              <a:gd name="T73" fmla="*/ 269 h 899"/>
              <a:gd name="T74" fmla="*/ 219 w 898"/>
              <a:gd name="T75" fmla="*/ 177 h 899"/>
              <a:gd name="T76" fmla="*/ 323 w 898"/>
              <a:gd name="T77" fmla="*/ 65 h 899"/>
              <a:gd name="T78" fmla="*/ 424 w 898"/>
              <a:gd name="T79" fmla="*/ 31 h 899"/>
              <a:gd name="T80" fmla="*/ 530 w 898"/>
              <a:gd name="T81" fmla="*/ 45 h 899"/>
              <a:gd name="T82" fmla="*/ 650 w 898"/>
              <a:gd name="T83" fmla="*/ 136 h 899"/>
              <a:gd name="T84" fmla="*/ 696 w 898"/>
              <a:gd name="T85" fmla="*/ 258 h 899"/>
              <a:gd name="T86" fmla="*/ 629 w 898"/>
              <a:gd name="T87" fmla="*/ 282 h 899"/>
              <a:gd name="T88" fmla="*/ 640 w 898"/>
              <a:gd name="T89" fmla="*/ 659 h 899"/>
              <a:gd name="T90" fmla="*/ 727 w 898"/>
              <a:gd name="T91" fmla="*/ 741 h 899"/>
              <a:gd name="T92" fmla="*/ 653 w 898"/>
              <a:gd name="T93" fmla="*/ 807 h 899"/>
              <a:gd name="T94" fmla="*/ 522 w 898"/>
              <a:gd name="T95" fmla="*/ 766 h 899"/>
              <a:gd name="T96" fmla="*/ 458 w 898"/>
              <a:gd name="T97" fmla="*/ 761 h 899"/>
              <a:gd name="T98" fmla="*/ 418 w 898"/>
              <a:gd name="T99" fmla="*/ 806 h 899"/>
              <a:gd name="T100" fmla="*/ 427 w 898"/>
              <a:gd name="T101" fmla="*/ 867 h 899"/>
              <a:gd name="T102" fmla="*/ 479 w 898"/>
              <a:gd name="T103" fmla="*/ 898 h 899"/>
              <a:gd name="T104" fmla="*/ 547 w 898"/>
              <a:gd name="T105" fmla="*/ 865 h 899"/>
              <a:gd name="T106" fmla="*/ 701 w 898"/>
              <a:gd name="T107" fmla="*/ 817 h 899"/>
              <a:gd name="T108" fmla="*/ 765 w 898"/>
              <a:gd name="T109" fmla="*/ 710 h 899"/>
              <a:gd name="T110" fmla="*/ 807 w 898"/>
              <a:gd name="T111" fmla="*/ 594 h 899"/>
              <a:gd name="T112" fmla="*/ 868 w 898"/>
              <a:gd name="T113" fmla="*/ 531 h 899"/>
              <a:gd name="T114" fmla="*/ 898 w 898"/>
              <a:gd name="T115" fmla="*/ 464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8" h="899">
                <a:moveTo>
                  <a:pt x="808" y="524"/>
                </a:moveTo>
                <a:lnTo>
                  <a:pt x="808" y="405"/>
                </a:lnTo>
                <a:lnTo>
                  <a:pt x="822" y="408"/>
                </a:lnTo>
                <a:lnTo>
                  <a:pt x="834" y="412"/>
                </a:lnTo>
                <a:lnTo>
                  <a:pt x="844" y="417"/>
                </a:lnTo>
                <a:lnTo>
                  <a:pt x="852" y="424"/>
                </a:lnTo>
                <a:lnTo>
                  <a:pt x="856" y="428"/>
                </a:lnTo>
                <a:lnTo>
                  <a:pt x="860" y="432"/>
                </a:lnTo>
                <a:lnTo>
                  <a:pt x="862" y="437"/>
                </a:lnTo>
                <a:lnTo>
                  <a:pt x="864" y="442"/>
                </a:lnTo>
                <a:lnTo>
                  <a:pt x="866" y="447"/>
                </a:lnTo>
                <a:lnTo>
                  <a:pt x="867" y="452"/>
                </a:lnTo>
                <a:lnTo>
                  <a:pt x="868" y="459"/>
                </a:lnTo>
                <a:lnTo>
                  <a:pt x="868" y="465"/>
                </a:lnTo>
                <a:lnTo>
                  <a:pt x="868" y="470"/>
                </a:lnTo>
                <a:lnTo>
                  <a:pt x="867" y="477"/>
                </a:lnTo>
                <a:lnTo>
                  <a:pt x="866" y="482"/>
                </a:lnTo>
                <a:lnTo>
                  <a:pt x="864" y="488"/>
                </a:lnTo>
                <a:lnTo>
                  <a:pt x="862" y="492"/>
                </a:lnTo>
                <a:lnTo>
                  <a:pt x="860" y="497"/>
                </a:lnTo>
                <a:lnTo>
                  <a:pt x="856" y="500"/>
                </a:lnTo>
                <a:lnTo>
                  <a:pt x="852" y="505"/>
                </a:lnTo>
                <a:lnTo>
                  <a:pt x="844" y="512"/>
                </a:lnTo>
                <a:lnTo>
                  <a:pt x="834" y="517"/>
                </a:lnTo>
                <a:lnTo>
                  <a:pt x="822" y="521"/>
                </a:lnTo>
                <a:lnTo>
                  <a:pt x="808" y="524"/>
                </a:lnTo>
                <a:close/>
                <a:moveTo>
                  <a:pt x="778" y="582"/>
                </a:moveTo>
                <a:lnTo>
                  <a:pt x="778" y="592"/>
                </a:lnTo>
                <a:lnTo>
                  <a:pt x="776" y="602"/>
                </a:lnTo>
                <a:lnTo>
                  <a:pt x="774" y="606"/>
                </a:lnTo>
                <a:lnTo>
                  <a:pt x="773" y="609"/>
                </a:lnTo>
                <a:lnTo>
                  <a:pt x="770" y="614"/>
                </a:lnTo>
                <a:lnTo>
                  <a:pt x="768" y="617"/>
                </a:lnTo>
                <a:lnTo>
                  <a:pt x="763" y="619"/>
                </a:lnTo>
                <a:lnTo>
                  <a:pt x="759" y="622"/>
                </a:lnTo>
                <a:lnTo>
                  <a:pt x="755" y="624"/>
                </a:lnTo>
                <a:lnTo>
                  <a:pt x="748" y="626"/>
                </a:lnTo>
                <a:lnTo>
                  <a:pt x="735" y="629"/>
                </a:lnTo>
                <a:lnTo>
                  <a:pt x="718" y="630"/>
                </a:lnTo>
                <a:lnTo>
                  <a:pt x="658" y="630"/>
                </a:lnTo>
                <a:lnTo>
                  <a:pt x="658" y="299"/>
                </a:lnTo>
                <a:lnTo>
                  <a:pt x="718" y="299"/>
                </a:lnTo>
                <a:lnTo>
                  <a:pt x="725" y="300"/>
                </a:lnTo>
                <a:lnTo>
                  <a:pt x="731" y="300"/>
                </a:lnTo>
                <a:lnTo>
                  <a:pt x="737" y="302"/>
                </a:lnTo>
                <a:lnTo>
                  <a:pt x="742" y="304"/>
                </a:lnTo>
                <a:lnTo>
                  <a:pt x="747" y="306"/>
                </a:lnTo>
                <a:lnTo>
                  <a:pt x="753" y="309"/>
                </a:lnTo>
                <a:lnTo>
                  <a:pt x="757" y="312"/>
                </a:lnTo>
                <a:lnTo>
                  <a:pt x="761" y="315"/>
                </a:lnTo>
                <a:lnTo>
                  <a:pt x="765" y="320"/>
                </a:lnTo>
                <a:lnTo>
                  <a:pt x="769" y="324"/>
                </a:lnTo>
                <a:lnTo>
                  <a:pt x="772" y="328"/>
                </a:lnTo>
                <a:lnTo>
                  <a:pt x="774" y="333"/>
                </a:lnTo>
                <a:lnTo>
                  <a:pt x="776" y="338"/>
                </a:lnTo>
                <a:lnTo>
                  <a:pt x="777" y="343"/>
                </a:lnTo>
                <a:lnTo>
                  <a:pt x="778" y="350"/>
                </a:lnTo>
                <a:lnTo>
                  <a:pt x="778" y="355"/>
                </a:lnTo>
                <a:lnTo>
                  <a:pt x="778" y="582"/>
                </a:lnTo>
                <a:close/>
                <a:moveTo>
                  <a:pt x="486" y="869"/>
                </a:moveTo>
                <a:lnTo>
                  <a:pt x="478" y="868"/>
                </a:lnTo>
                <a:lnTo>
                  <a:pt x="470" y="866"/>
                </a:lnTo>
                <a:lnTo>
                  <a:pt x="463" y="862"/>
                </a:lnTo>
                <a:lnTo>
                  <a:pt x="457" y="857"/>
                </a:lnTo>
                <a:lnTo>
                  <a:pt x="452" y="851"/>
                </a:lnTo>
                <a:lnTo>
                  <a:pt x="448" y="844"/>
                </a:lnTo>
                <a:lnTo>
                  <a:pt x="446" y="836"/>
                </a:lnTo>
                <a:lnTo>
                  <a:pt x="445" y="828"/>
                </a:lnTo>
                <a:lnTo>
                  <a:pt x="446" y="819"/>
                </a:lnTo>
                <a:lnTo>
                  <a:pt x="448" y="812"/>
                </a:lnTo>
                <a:lnTo>
                  <a:pt x="452" y="804"/>
                </a:lnTo>
                <a:lnTo>
                  <a:pt x="457" y="798"/>
                </a:lnTo>
                <a:lnTo>
                  <a:pt x="463" y="792"/>
                </a:lnTo>
                <a:lnTo>
                  <a:pt x="470" y="789"/>
                </a:lnTo>
                <a:lnTo>
                  <a:pt x="478" y="787"/>
                </a:lnTo>
                <a:lnTo>
                  <a:pt x="486" y="786"/>
                </a:lnTo>
                <a:lnTo>
                  <a:pt x="495" y="787"/>
                </a:lnTo>
                <a:lnTo>
                  <a:pt x="502" y="789"/>
                </a:lnTo>
                <a:lnTo>
                  <a:pt x="510" y="792"/>
                </a:lnTo>
                <a:lnTo>
                  <a:pt x="516" y="798"/>
                </a:lnTo>
                <a:lnTo>
                  <a:pt x="522" y="804"/>
                </a:lnTo>
                <a:lnTo>
                  <a:pt x="525" y="812"/>
                </a:lnTo>
                <a:lnTo>
                  <a:pt x="527" y="819"/>
                </a:lnTo>
                <a:lnTo>
                  <a:pt x="528" y="828"/>
                </a:lnTo>
                <a:lnTo>
                  <a:pt x="527" y="836"/>
                </a:lnTo>
                <a:lnTo>
                  <a:pt x="525" y="844"/>
                </a:lnTo>
                <a:lnTo>
                  <a:pt x="522" y="851"/>
                </a:lnTo>
                <a:lnTo>
                  <a:pt x="516" y="857"/>
                </a:lnTo>
                <a:lnTo>
                  <a:pt x="510" y="862"/>
                </a:lnTo>
                <a:lnTo>
                  <a:pt x="502" y="866"/>
                </a:lnTo>
                <a:lnTo>
                  <a:pt x="495" y="868"/>
                </a:lnTo>
                <a:lnTo>
                  <a:pt x="486" y="869"/>
                </a:lnTo>
                <a:close/>
                <a:moveTo>
                  <a:pt x="239" y="630"/>
                </a:moveTo>
                <a:lnTo>
                  <a:pt x="179" y="630"/>
                </a:lnTo>
                <a:lnTo>
                  <a:pt x="162" y="629"/>
                </a:lnTo>
                <a:lnTo>
                  <a:pt x="148" y="626"/>
                </a:lnTo>
                <a:lnTo>
                  <a:pt x="143" y="624"/>
                </a:lnTo>
                <a:lnTo>
                  <a:pt x="138" y="622"/>
                </a:lnTo>
                <a:lnTo>
                  <a:pt x="134" y="619"/>
                </a:lnTo>
                <a:lnTo>
                  <a:pt x="130" y="617"/>
                </a:lnTo>
                <a:lnTo>
                  <a:pt x="127" y="614"/>
                </a:lnTo>
                <a:lnTo>
                  <a:pt x="125" y="609"/>
                </a:lnTo>
                <a:lnTo>
                  <a:pt x="123" y="606"/>
                </a:lnTo>
                <a:lnTo>
                  <a:pt x="121" y="602"/>
                </a:lnTo>
                <a:lnTo>
                  <a:pt x="119" y="592"/>
                </a:lnTo>
                <a:lnTo>
                  <a:pt x="119" y="582"/>
                </a:lnTo>
                <a:lnTo>
                  <a:pt x="119" y="355"/>
                </a:lnTo>
                <a:lnTo>
                  <a:pt x="119" y="350"/>
                </a:lnTo>
                <a:lnTo>
                  <a:pt x="120" y="343"/>
                </a:lnTo>
                <a:lnTo>
                  <a:pt x="121" y="338"/>
                </a:lnTo>
                <a:lnTo>
                  <a:pt x="124" y="333"/>
                </a:lnTo>
                <a:lnTo>
                  <a:pt x="126" y="328"/>
                </a:lnTo>
                <a:lnTo>
                  <a:pt x="129" y="324"/>
                </a:lnTo>
                <a:lnTo>
                  <a:pt x="132" y="320"/>
                </a:lnTo>
                <a:lnTo>
                  <a:pt x="136" y="315"/>
                </a:lnTo>
                <a:lnTo>
                  <a:pt x="141" y="312"/>
                </a:lnTo>
                <a:lnTo>
                  <a:pt x="145" y="309"/>
                </a:lnTo>
                <a:lnTo>
                  <a:pt x="150" y="306"/>
                </a:lnTo>
                <a:lnTo>
                  <a:pt x="155" y="304"/>
                </a:lnTo>
                <a:lnTo>
                  <a:pt x="161" y="302"/>
                </a:lnTo>
                <a:lnTo>
                  <a:pt x="166" y="300"/>
                </a:lnTo>
                <a:lnTo>
                  <a:pt x="173" y="300"/>
                </a:lnTo>
                <a:lnTo>
                  <a:pt x="179" y="299"/>
                </a:lnTo>
                <a:lnTo>
                  <a:pt x="239" y="299"/>
                </a:lnTo>
                <a:lnTo>
                  <a:pt x="239" y="630"/>
                </a:lnTo>
                <a:close/>
                <a:moveTo>
                  <a:pt x="29" y="464"/>
                </a:moveTo>
                <a:lnTo>
                  <a:pt x="29" y="459"/>
                </a:lnTo>
                <a:lnTo>
                  <a:pt x="31" y="452"/>
                </a:lnTo>
                <a:lnTo>
                  <a:pt x="32" y="447"/>
                </a:lnTo>
                <a:lnTo>
                  <a:pt x="33" y="442"/>
                </a:lnTo>
                <a:lnTo>
                  <a:pt x="36" y="437"/>
                </a:lnTo>
                <a:lnTo>
                  <a:pt x="38" y="432"/>
                </a:lnTo>
                <a:lnTo>
                  <a:pt x="41" y="428"/>
                </a:lnTo>
                <a:lnTo>
                  <a:pt x="44" y="424"/>
                </a:lnTo>
                <a:lnTo>
                  <a:pt x="53" y="417"/>
                </a:lnTo>
                <a:lnTo>
                  <a:pt x="64" y="412"/>
                </a:lnTo>
                <a:lnTo>
                  <a:pt x="75" y="408"/>
                </a:lnTo>
                <a:lnTo>
                  <a:pt x="89" y="405"/>
                </a:lnTo>
                <a:lnTo>
                  <a:pt x="89" y="524"/>
                </a:lnTo>
                <a:lnTo>
                  <a:pt x="75" y="521"/>
                </a:lnTo>
                <a:lnTo>
                  <a:pt x="64" y="517"/>
                </a:lnTo>
                <a:lnTo>
                  <a:pt x="53" y="512"/>
                </a:lnTo>
                <a:lnTo>
                  <a:pt x="44" y="505"/>
                </a:lnTo>
                <a:lnTo>
                  <a:pt x="41" y="500"/>
                </a:lnTo>
                <a:lnTo>
                  <a:pt x="38" y="497"/>
                </a:lnTo>
                <a:lnTo>
                  <a:pt x="36" y="492"/>
                </a:lnTo>
                <a:lnTo>
                  <a:pt x="33" y="488"/>
                </a:lnTo>
                <a:lnTo>
                  <a:pt x="32" y="482"/>
                </a:lnTo>
                <a:lnTo>
                  <a:pt x="31" y="477"/>
                </a:lnTo>
                <a:lnTo>
                  <a:pt x="29" y="470"/>
                </a:lnTo>
                <a:lnTo>
                  <a:pt x="29" y="464"/>
                </a:lnTo>
                <a:close/>
                <a:moveTo>
                  <a:pt x="898" y="464"/>
                </a:moveTo>
                <a:lnTo>
                  <a:pt x="898" y="455"/>
                </a:lnTo>
                <a:lnTo>
                  <a:pt x="897" y="447"/>
                </a:lnTo>
                <a:lnTo>
                  <a:pt x="895" y="438"/>
                </a:lnTo>
                <a:lnTo>
                  <a:pt x="892" y="430"/>
                </a:lnTo>
                <a:lnTo>
                  <a:pt x="888" y="422"/>
                </a:lnTo>
                <a:lnTo>
                  <a:pt x="884" y="416"/>
                </a:lnTo>
                <a:lnTo>
                  <a:pt x="880" y="409"/>
                </a:lnTo>
                <a:lnTo>
                  <a:pt x="873" y="403"/>
                </a:lnTo>
                <a:lnTo>
                  <a:pt x="868" y="398"/>
                </a:lnTo>
                <a:lnTo>
                  <a:pt x="861" y="392"/>
                </a:lnTo>
                <a:lnTo>
                  <a:pt x="853" y="388"/>
                </a:lnTo>
                <a:lnTo>
                  <a:pt x="846" y="385"/>
                </a:lnTo>
                <a:lnTo>
                  <a:pt x="837" y="382"/>
                </a:lnTo>
                <a:lnTo>
                  <a:pt x="829" y="378"/>
                </a:lnTo>
                <a:lnTo>
                  <a:pt x="819" y="376"/>
                </a:lnTo>
                <a:lnTo>
                  <a:pt x="808" y="375"/>
                </a:lnTo>
                <a:lnTo>
                  <a:pt x="808" y="355"/>
                </a:lnTo>
                <a:lnTo>
                  <a:pt x="808" y="346"/>
                </a:lnTo>
                <a:lnTo>
                  <a:pt x="807" y="339"/>
                </a:lnTo>
                <a:lnTo>
                  <a:pt x="805" y="330"/>
                </a:lnTo>
                <a:lnTo>
                  <a:pt x="802" y="323"/>
                </a:lnTo>
                <a:lnTo>
                  <a:pt x="799" y="316"/>
                </a:lnTo>
                <a:lnTo>
                  <a:pt x="795" y="310"/>
                </a:lnTo>
                <a:lnTo>
                  <a:pt x="790" y="304"/>
                </a:lnTo>
                <a:lnTo>
                  <a:pt x="785" y="297"/>
                </a:lnTo>
                <a:lnTo>
                  <a:pt x="779" y="292"/>
                </a:lnTo>
                <a:lnTo>
                  <a:pt x="773" y="287"/>
                </a:lnTo>
                <a:lnTo>
                  <a:pt x="766" y="282"/>
                </a:lnTo>
                <a:lnTo>
                  <a:pt x="759" y="279"/>
                </a:lnTo>
                <a:lnTo>
                  <a:pt x="752" y="276"/>
                </a:lnTo>
                <a:lnTo>
                  <a:pt x="744" y="274"/>
                </a:lnTo>
                <a:lnTo>
                  <a:pt x="735" y="271"/>
                </a:lnTo>
                <a:lnTo>
                  <a:pt x="728" y="270"/>
                </a:lnTo>
                <a:lnTo>
                  <a:pt x="727" y="256"/>
                </a:lnTo>
                <a:lnTo>
                  <a:pt x="725" y="243"/>
                </a:lnTo>
                <a:lnTo>
                  <a:pt x="723" y="229"/>
                </a:lnTo>
                <a:lnTo>
                  <a:pt x="719" y="216"/>
                </a:lnTo>
                <a:lnTo>
                  <a:pt x="716" y="202"/>
                </a:lnTo>
                <a:lnTo>
                  <a:pt x="712" y="189"/>
                </a:lnTo>
                <a:lnTo>
                  <a:pt x="707" y="177"/>
                </a:lnTo>
                <a:lnTo>
                  <a:pt x="701" y="164"/>
                </a:lnTo>
                <a:lnTo>
                  <a:pt x="696" y="153"/>
                </a:lnTo>
                <a:lnTo>
                  <a:pt x="689" y="141"/>
                </a:lnTo>
                <a:lnTo>
                  <a:pt x="683" y="129"/>
                </a:lnTo>
                <a:lnTo>
                  <a:pt x="676" y="118"/>
                </a:lnTo>
                <a:lnTo>
                  <a:pt x="667" y="108"/>
                </a:lnTo>
                <a:lnTo>
                  <a:pt x="660" y="98"/>
                </a:lnTo>
                <a:lnTo>
                  <a:pt x="650" y="89"/>
                </a:lnTo>
                <a:lnTo>
                  <a:pt x="641" y="79"/>
                </a:lnTo>
                <a:lnTo>
                  <a:pt x="632" y="69"/>
                </a:lnTo>
                <a:lnTo>
                  <a:pt x="622" y="62"/>
                </a:lnTo>
                <a:lnTo>
                  <a:pt x="611" y="53"/>
                </a:lnTo>
                <a:lnTo>
                  <a:pt x="601" y="46"/>
                </a:lnTo>
                <a:lnTo>
                  <a:pt x="589" y="39"/>
                </a:lnTo>
                <a:lnTo>
                  <a:pt x="578" y="33"/>
                </a:lnTo>
                <a:lnTo>
                  <a:pt x="566" y="26"/>
                </a:lnTo>
                <a:lnTo>
                  <a:pt x="555" y="21"/>
                </a:lnTo>
                <a:lnTo>
                  <a:pt x="542" y="16"/>
                </a:lnTo>
                <a:lnTo>
                  <a:pt x="529" y="11"/>
                </a:lnTo>
                <a:lnTo>
                  <a:pt x="516" y="8"/>
                </a:lnTo>
                <a:lnTo>
                  <a:pt x="503" y="5"/>
                </a:lnTo>
                <a:lnTo>
                  <a:pt x="489" y="3"/>
                </a:lnTo>
                <a:lnTo>
                  <a:pt x="477" y="2"/>
                </a:lnTo>
                <a:lnTo>
                  <a:pt x="463" y="1"/>
                </a:lnTo>
                <a:lnTo>
                  <a:pt x="449" y="0"/>
                </a:lnTo>
                <a:lnTo>
                  <a:pt x="435" y="1"/>
                </a:lnTo>
                <a:lnTo>
                  <a:pt x="421" y="2"/>
                </a:lnTo>
                <a:lnTo>
                  <a:pt x="407" y="3"/>
                </a:lnTo>
                <a:lnTo>
                  <a:pt x="394" y="5"/>
                </a:lnTo>
                <a:lnTo>
                  <a:pt x="380" y="8"/>
                </a:lnTo>
                <a:lnTo>
                  <a:pt x="367" y="13"/>
                </a:lnTo>
                <a:lnTo>
                  <a:pt x="355" y="17"/>
                </a:lnTo>
                <a:lnTo>
                  <a:pt x="342" y="21"/>
                </a:lnTo>
                <a:lnTo>
                  <a:pt x="330" y="26"/>
                </a:lnTo>
                <a:lnTo>
                  <a:pt x="318" y="33"/>
                </a:lnTo>
                <a:lnTo>
                  <a:pt x="307" y="39"/>
                </a:lnTo>
                <a:lnTo>
                  <a:pt x="295" y="47"/>
                </a:lnTo>
                <a:lnTo>
                  <a:pt x="284" y="54"/>
                </a:lnTo>
                <a:lnTo>
                  <a:pt x="273" y="62"/>
                </a:lnTo>
                <a:lnTo>
                  <a:pt x="264" y="70"/>
                </a:lnTo>
                <a:lnTo>
                  <a:pt x="253" y="80"/>
                </a:lnTo>
                <a:lnTo>
                  <a:pt x="244" y="90"/>
                </a:lnTo>
                <a:lnTo>
                  <a:pt x="235" y="99"/>
                </a:lnTo>
                <a:lnTo>
                  <a:pt x="226" y="110"/>
                </a:lnTo>
                <a:lnTo>
                  <a:pt x="219" y="120"/>
                </a:lnTo>
                <a:lnTo>
                  <a:pt x="211" y="131"/>
                </a:lnTo>
                <a:lnTo>
                  <a:pt x="204" y="142"/>
                </a:lnTo>
                <a:lnTo>
                  <a:pt x="197" y="154"/>
                </a:lnTo>
                <a:lnTo>
                  <a:pt x="191" y="166"/>
                </a:lnTo>
                <a:lnTo>
                  <a:pt x="186" y="178"/>
                </a:lnTo>
                <a:lnTo>
                  <a:pt x="181" y="191"/>
                </a:lnTo>
                <a:lnTo>
                  <a:pt x="177" y="204"/>
                </a:lnTo>
                <a:lnTo>
                  <a:pt x="173" y="217"/>
                </a:lnTo>
                <a:lnTo>
                  <a:pt x="170" y="230"/>
                </a:lnTo>
                <a:lnTo>
                  <a:pt x="167" y="244"/>
                </a:lnTo>
                <a:lnTo>
                  <a:pt x="165" y="256"/>
                </a:lnTo>
                <a:lnTo>
                  <a:pt x="164" y="270"/>
                </a:lnTo>
                <a:lnTo>
                  <a:pt x="157" y="273"/>
                </a:lnTo>
                <a:lnTo>
                  <a:pt x="149" y="275"/>
                </a:lnTo>
                <a:lnTo>
                  <a:pt x="142" y="277"/>
                </a:lnTo>
                <a:lnTo>
                  <a:pt x="134" y="281"/>
                </a:lnTo>
                <a:lnTo>
                  <a:pt x="128" y="284"/>
                </a:lnTo>
                <a:lnTo>
                  <a:pt x="121" y="289"/>
                </a:lnTo>
                <a:lnTo>
                  <a:pt x="116" y="294"/>
                </a:lnTo>
                <a:lnTo>
                  <a:pt x="111" y="299"/>
                </a:lnTo>
                <a:lnTo>
                  <a:pt x="105" y="305"/>
                </a:lnTo>
                <a:lnTo>
                  <a:pt x="101" y="311"/>
                </a:lnTo>
                <a:lnTo>
                  <a:pt x="98" y="317"/>
                </a:lnTo>
                <a:lnTo>
                  <a:pt x="95" y="325"/>
                </a:lnTo>
                <a:lnTo>
                  <a:pt x="93" y="331"/>
                </a:lnTo>
                <a:lnTo>
                  <a:pt x="90" y="339"/>
                </a:lnTo>
                <a:lnTo>
                  <a:pt x="89" y="347"/>
                </a:lnTo>
                <a:lnTo>
                  <a:pt x="89" y="355"/>
                </a:lnTo>
                <a:lnTo>
                  <a:pt x="89" y="375"/>
                </a:lnTo>
                <a:lnTo>
                  <a:pt x="79" y="376"/>
                </a:lnTo>
                <a:lnTo>
                  <a:pt x="69" y="378"/>
                </a:lnTo>
                <a:lnTo>
                  <a:pt x="60" y="382"/>
                </a:lnTo>
                <a:lnTo>
                  <a:pt x="52" y="385"/>
                </a:lnTo>
                <a:lnTo>
                  <a:pt x="43" y="388"/>
                </a:lnTo>
                <a:lnTo>
                  <a:pt x="36" y="392"/>
                </a:lnTo>
                <a:lnTo>
                  <a:pt x="29" y="398"/>
                </a:lnTo>
                <a:lnTo>
                  <a:pt x="23" y="403"/>
                </a:lnTo>
                <a:lnTo>
                  <a:pt x="18" y="409"/>
                </a:lnTo>
                <a:lnTo>
                  <a:pt x="13" y="416"/>
                </a:lnTo>
                <a:lnTo>
                  <a:pt x="9" y="422"/>
                </a:lnTo>
                <a:lnTo>
                  <a:pt x="5" y="430"/>
                </a:lnTo>
                <a:lnTo>
                  <a:pt x="3" y="438"/>
                </a:lnTo>
                <a:lnTo>
                  <a:pt x="1" y="447"/>
                </a:lnTo>
                <a:lnTo>
                  <a:pt x="0" y="455"/>
                </a:lnTo>
                <a:lnTo>
                  <a:pt x="0" y="465"/>
                </a:lnTo>
                <a:lnTo>
                  <a:pt x="0" y="474"/>
                </a:lnTo>
                <a:lnTo>
                  <a:pt x="1" y="482"/>
                </a:lnTo>
                <a:lnTo>
                  <a:pt x="3" y="491"/>
                </a:lnTo>
                <a:lnTo>
                  <a:pt x="5" y="499"/>
                </a:lnTo>
                <a:lnTo>
                  <a:pt x="9" y="507"/>
                </a:lnTo>
                <a:lnTo>
                  <a:pt x="13" y="513"/>
                </a:lnTo>
                <a:lnTo>
                  <a:pt x="18" y="520"/>
                </a:lnTo>
                <a:lnTo>
                  <a:pt x="23" y="526"/>
                </a:lnTo>
                <a:lnTo>
                  <a:pt x="29" y="531"/>
                </a:lnTo>
                <a:lnTo>
                  <a:pt x="36" y="537"/>
                </a:lnTo>
                <a:lnTo>
                  <a:pt x="43" y="541"/>
                </a:lnTo>
                <a:lnTo>
                  <a:pt x="52" y="544"/>
                </a:lnTo>
                <a:lnTo>
                  <a:pt x="60" y="547"/>
                </a:lnTo>
                <a:lnTo>
                  <a:pt x="69" y="551"/>
                </a:lnTo>
                <a:lnTo>
                  <a:pt x="79" y="553"/>
                </a:lnTo>
                <a:lnTo>
                  <a:pt x="89" y="554"/>
                </a:lnTo>
                <a:lnTo>
                  <a:pt x="89" y="582"/>
                </a:lnTo>
                <a:lnTo>
                  <a:pt x="89" y="591"/>
                </a:lnTo>
                <a:lnTo>
                  <a:pt x="90" y="600"/>
                </a:lnTo>
                <a:lnTo>
                  <a:pt x="93" y="608"/>
                </a:lnTo>
                <a:lnTo>
                  <a:pt x="95" y="616"/>
                </a:lnTo>
                <a:lnTo>
                  <a:pt x="98" y="622"/>
                </a:lnTo>
                <a:lnTo>
                  <a:pt x="102" y="629"/>
                </a:lnTo>
                <a:lnTo>
                  <a:pt x="106" y="635"/>
                </a:lnTo>
                <a:lnTo>
                  <a:pt x="112" y="639"/>
                </a:lnTo>
                <a:lnTo>
                  <a:pt x="117" y="645"/>
                </a:lnTo>
                <a:lnTo>
                  <a:pt x="125" y="648"/>
                </a:lnTo>
                <a:lnTo>
                  <a:pt x="132" y="651"/>
                </a:lnTo>
                <a:lnTo>
                  <a:pt x="140" y="654"/>
                </a:lnTo>
                <a:lnTo>
                  <a:pt x="148" y="657"/>
                </a:lnTo>
                <a:lnTo>
                  <a:pt x="158" y="658"/>
                </a:lnTo>
                <a:lnTo>
                  <a:pt x="169" y="659"/>
                </a:lnTo>
                <a:lnTo>
                  <a:pt x="179" y="660"/>
                </a:lnTo>
                <a:lnTo>
                  <a:pt x="254" y="660"/>
                </a:lnTo>
                <a:lnTo>
                  <a:pt x="257" y="659"/>
                </a:lnTo>
                <a:lnTo>
                  <a:pt x="259" y="659"/>
                </a:lnTo>
                <a:lnTo>
                  <a:pt x="263" y="657"/>
                </a:lnTo>
                <a:lnTo>
                  <a:pt x="265" y="654"/>
                </a:lnTo>
                <a:lnTo>
                  <a:pt x="266" y="652"/>
                </a:lnTo>
                <a:lnTo>
                  <a:pt x="268" y="650"/>
                </a:lnTo>
                <a:lnTo>
                  <a:pt x="268" y="647"/>
                </a:lnTo>
                <a:lnTo>
                  <a:pt x="269" y="645"/>
                </a:lnTo>
                <a:lnTo>
                  <a:pt x="269" y="284"/>
                </a:lnTo>
                <a:lnTo>
                  <a:pt x="268" y="282"/>
                </a:lnTo>
                <a:lnTo>
                  <a:pt x="268" y="279"/>
                </a:lnTo>
                <a:lnTo>
                  <a:pt x="266" y="277"/>
                </a:lnTo>
                <a:lnTo>
                  <a:pt x="265" y="274"/>
                </a:lnTo>
                <a:lnTo>
                  <a:pt x="263" y="273"/>
                </a:lnTo>
                <a:lnTo>
                  <a:pt x="259" y="270"/>
                </a:lnTo>
                <a:lnTo>
                  <a:pt x="257" y="270"/>
                </a:lnTo>
                <a:lnTo>
                  <a:pt x="254" y="269"/>
                </a:lnTo>
                <a:lnTo>
                  <a:pt x="194" y="269"/>
                </a:lnTo>
                <a:lnTo>
                  <a:pt x="195" y="258"/>
                </a:lnTo>
                <a:lnTo>
                  <a:pt x="197" y="246"/>
                </a:lnTo>
                <a:lnTo>
                  <a:pt x="200" y="233"/>
                </a:lnTo>
                <a:lnTo>
                  <a:pt x="203" y="221"/>
                </a:lnTo>
                <a:lnTo>
                  <a:pt x="206" y="210"/>
                </a:lnTo>
                <a:lnTo>
                  <a:pt x="210" y="199"/>
                </a:lnTo>
                <a:lnTo>
                  <a:pt x="215" y="188"/>
                </a:lnTo>
                <a:lnTo>
                  <a:pt x="219" y="177"/>
                </a:lnTo>
                <a:lnTo>
                  <a:pt x="224" y="167"/>
                </a:lnTo>
                <a:lnTo>
                  <a:pt x="231" y="156"/>
                </a:lnTo>
                <a:lnTo>
                  <a:pt x="237" y="146"/>
                </a:lnTo>
                <a:lnTo>
                  <a:pt x="243" y="136"/>
                </a:lnTo>
                <a:lnTo>
                  <a:pt x="258" y="117"/>
                </a:lnTo>
                <a:lnTo>
                  <a:pt x="274" y="100"/>
                </a:lnTo>
                <a:lnTo>
                  <a:pt x="293" y="85"/>
                </a:lnTo>
                <a:lnTo>
                  <a:pt x="312" y="71"/>
                </a:lnTo>
                <a:lnTo>
                  <a:pt x="323" y="65"/>
                </a:lnTo>
                <a:lnTo>
                  <a:pt x="332" y="59"/>
                </a:lnTo>
                <a:lnTo>
                  <a:pt x="343" y="53"/>
                </a:lnTo>
                <a:lnTo>
                  <a:pt x="354" y="49"/>
                </a:lnTo>
                <a:lnTo>
                  <a:pt x="365" y="45"/>
                </a:lnTo>
                <a:lnTo>
                  <a:pt x="376" y="40"/>
                </a:lnTo>
                <a:lnTo>
                  <a:pt x="388" y="37"/>
                </a:lnTo>
                <a:lnTo>
                  <a:pt x="400" y="35"/>
                </a:lnTo>
                <a:lnTo>
                  <a:pt x="411" y="33"/>
                </a:lnTo>
                <a:lnTo>
                  <a:pt x="424" y="31"/>
                </a:lnTo>
                <a:lnTo>
                  <a:pt x="436" y="31"/>
                </a:lnTo>
                <a:lnTo>
                  <a:pt x="449" y="30"/>
                </a:lnTo>
                <a:lnTo>
                  <a:pt x="461" y="31"/>
                </a:lnTo>
                <a:lnTo>
                  <a:pt x="472" y="31"/>
                </a:lnTo>
                <a:lnTo>
                  <a:pt x="485" y="33"/>
                </a:lnTo>
                <a:lnTo>
                  <a:pt x="497" y="35"/>
                </a:lnTo>
                <a:lnTo>
                  <a:pt x="508" y="37"/>
                </a:lnTo>
                <a:lnTo>
                  <a:pt x="519" y="40"/>
                </a:lnTo>
                <a:lnTo>
                  <a:pt x="530" y="45"/>
                </a:lnTo>
                <a:lnTo>
                  <a:pt x="542" y="49"/>
                </a:lnTo>
                <a:lnTo>
                  <a:pt x="553" y="53"/>
                </a:lnTo>
                <a:lnTo>
                  <a:pt x="562" y="59"/>
                </a:lnTo>
                <a:lnTo>
                  <a:pt x="573" y="65"/>
                </a:lnTo>
                <a:lnTo>
                  <a:pt x="583" y="71"/>
                </a:lnTo>
                <a:lnTo>
                  <a:pt x="602" y="85"/>
                </a:lnTo>
                <a:lnTo>
                  <a:pt x="619" y="100"/>
                </a:lnTo>
                <a:lnTo>
                  <a:pt x="635" y="117"/>
                </a:lnTo>
                <a:lnTo>
                  <a:pt x="650" y="136"/>
                </a:lnTo>
                <a:lnTo>
                  <a:pt x="663" y="156"/>
                </a:lnTo>
                <a:lnTo>
                  <a:pt x="673" y="177"/>
                </a:lnTo>
                <a:lnTo>
                  <a:pt x="679" y="188"/>
                </a:lnTo>
                <a:lnTo>
                  <a:pt x="683" y="199"/>
                </a:lnTo>
                <a:lnTo>
                  <a:pt x="686" y="210"/>
                </a:lnTo>
                <a:lnTo>
                  <a:pt x="689" y="221"/>
                </a:lnTo>
                <a:lnTo>
                  <a:pt x="693" y="233"/>
                </a:lnTo>
                <a:lnTo>
                  <a:pt x="695" y="246"/>
                </a:lnTo>
                <a:lnTo>
                  <a:pt x="696" y="258"/>
                </a:lnTo>
                <a:lnTo>
                  <a:pt x="697" y="269"/>
                </a:lnTo>
                <a:lnTo>
                  <a:pt x="643" y="269"/>
                </a:lnTo>
                <a:lnTo>
                  <a:pt x="640" y="270"/>
                </a:lnTo>
                <a:lnTo>
                  <a:pt x="638" y="270"/>
                </a:lnTo>
                <a:lnTo>
                  <a:pt x="635" y="273"/>
                </a:lnTo>
                <a:lnTo>
                  <a:pt x="633" y="274"/>
                </a:lnTo>
                <a:lnTo>
                  <a:pt x="631" y="277"/>
                </a:lnTo>
                <a:lnTo>
                  <a:pt x="630" y="279"/>
                </a:lnTo>
                <a:lnTo>
                  <a:pt x="629" y="282"/>
                </a:lnTo>
                <a:lnTo>
                  <a:pt x="629" y="284"/>
                </a:lnTo>
                <a:lnTo>
                  <a:pt x="629" y="645"/>
                </a:lnTo>
                <a:lnTo>
                  <a:pt x="629" y="647"/>
                </a:lnTo>
                <a:lnTo>
                  <a:pt x="630" y="650"/>
                </a:lnTo>
                <a:lnTo>
                  <a:pt x="631" y="652"/>
                </a:lnTo>
                <a:lnTo>
                  <a:pt x="633" y="654"/>
                </a:lnTo>
                <a:lnTo>
                  <a:pt x="635" y="657"/>
                </a:lnTo>
                <a:lnTo>
                  <a:pt x="638" y="659"/>
                </a:lnTo>
                <a:lnTo>
                  <a:pt x="640" y="659"/>
                </a:lnTo>
                <a:lnTo>
                  <a:pt x="643" y="660"/>
                </a:lnTo>
                <a:lnTo>
                  <a:pt x="718" y="660"/>
                </a:lnTo>
                <a:lnTo>
                  <a:pt x="728" y="659"/>
                </a:lnTo>
                <a:lnTo>
                  <a:pt x="737" y="659"/>
                </a:lnTo>
                <a:lnTo>
                  <a:pt x="737" y="695"/>
                </a:lnTo>
                <a:lnTo>
                  <a:pt x="735" y="707"/>
                </a:lnTo>
                <a:lnTo>
                  <a:pt x="733" y="719"/>
                </a:lnTo>
                <a:lnTo>
                  <a:pt x="731" y="730"/>
                </a:lnTo>
                <a:lnTo>
                  <a:pt x="727" y="741"/>
                </a:lnTo>
                <a:lnTo>
                  <a:pt x="722" y="751"/>
                </a:lnTo>
                <a:lnTo>
                  <a:pt x="716" y="760"/>
                </a:lnTo>
                <a:lnTo>
                  <a:pt x="709" y="770"/>
                </a:lnTo>
                <a:lnTo>
                  <a:pt x="701" y="778"/>
                </a:lnTo>
                <a:lnTo>
                  <a:pt x="694" y="786"/>
                </a:lnTo>
                <a:lnTo>
                  <a:pt x="684" y="792"/>
                </a:lnTo>
                <a:lnTo>
                  <a:pt x="674" y="799"/>
                </a:lnTo>
                <a:lnTo>
                  <a:pt x="664" y="803"/>
                </a:lnTo>
                <a:lnTo>
                  <a:pt x="653" y="807"/>
                </a:lnTo>
                <a:lnTo>
                  <a:pt x="642" y="811"/>
                </a:lnTo>
                <a:lnTo>
                  <a:pt x="631" y="812"/>
                </a:lnTo>
                <a:lnTo>
                  <a:pt x="619" y="813"/>
                </a:lnTo>
                <a:lnTo>
                  <a:pt x="557" y="813"/>
                </a:lnTo>
                <a:lnTo>
                  <a:pt x="553" y="801"/>
                </a:lnTo>
                <a:lnTo>
                  <a:pt x="547" y="790"/>
                </a:lnTo>
                <a:lnTo>
                  <a:pt x="541" y="781"/>
                </a:lnTo>
                <a:lnTo>
                  <a:pt x="532" y="772"/>
                </a:lnTo>
                <a:lnTo>
                  <a:pt x="522" y="766"/>
                </a:lnTo>
                <a:lnTo>
                  <a:pt x="511" y="760"/>
                </a:lnTo>
                <a:lnTo>
                  <a:pt x="505" y="758"/>
                </a:lnTo>
                <a:lnTo>
                  <a:pt x="499" y="757"/>
                </a:lnTo>
                <a:lnTo>
                  <a:pt x="493" y="756"/>
                </a:lnTo>
                <a:lnTo>
                  <a:pt x="486" y="756"/>
                </a:lnTo>
                <a:lnTo>
                  <a:pt x="479" y="756"/>
                </a:lnTo>
                <a:lnTo>
                  <a:pt x="472" y="757"/>
                </a:lnTo>
                <a:lnTo>
                  <a:pt x="465" y="759"/>
                </a:lnTo>
                <a:lnTo>
                  <a:pt x="458" y="761"/>
                </a:lnTo>
                <a:lnTo>
                  <a:pt x="452" y="765"/>
                </a:lnTo>
                <a:lnTo>
                  <a:pt x="447" y="768"/>
                </a:lnTo>
                <a:lnTo>
                  <a:pt x="441" y="772"/>
                </a:lnTo>
                <a:lnTo>
                  <a:pt x="436" y="776"/>
                </a:lnTo>
                <a:lnTo>
                  <a:pt x="432" y="782"/>
                </a:lnTo>
                <a:lnTo>
                  <a:pt x="427" y="787"/>
                </a:lnTo>
                <a:lnTo>
                  <a:pt x="423" y="793"/>
                </a:lnTo>
                <a:lnTo>
                  <a:pt x="420" y="800"/>
                </a:lnTo>
                <a:lnTo>
                  <a:pt x="418" y="806"/>
                </a:lnTo>
                <a:lnTo>
                  <a:pt x="417" y="813"/>
                </a:lnTo>
                <a:lnTo>
                  <a:pt x="416" y="820"/>
                </a:lnTo>
                <a:lnTo>
                  <a:pt x="415" y="828"/>
                </a:lnTo>
                <a:lnTo>
                  <a:pt x="416" y="835"/>
                </a:lnTo>
                <a:lnTo>
                  <a:pt x="417" y="842"/>
                </a:lnTo>
                <a:lnTo>
                  <a:pt x="418" y="849"/>
                </a:lnTo>
                <a:lnTo>
                  <a:pt x="420" y="856"/>
                </a:lnTo>
                <a:lnTo>
                  <a:pt x="423" y="862"/>
                </a:lnTo>
                <a:lnTo>
                  <a:pt x="427" y="867"/>
                </a:lnTo>
                <a:lnTo>
                  <a:pt x="432" y="873"/>
                </a:lnTo>
                <a:lnTo>
                  <a:pt x="436" y="878"/>
                </a:lnTo>
                <a:lnTo>
                  <a:pt x="441" y="882"/>
                </a:lnTo>
                <a:lnTo>
                  <a:pt x="447" y="887"/>
                </a:lnTo>
                <a:lnTo>
                  <a:pt x="452" y="891"/>
                </a:lnTo>
                <a:lnTo>
                  <a:pt x="458" y="893"/>
                </a:lnTo>
                <a:lnTo>
                  <a:pt x="465" y="896"/>
                </a:lnTo>
                <a:lnTo>
                  <a:pt x="472" y="897"/>
                </a:lnTo>
                <a:lnTo>
                  <a:pt x="479" y="898"/>
                </a:lnTo>
                <a:lnTo>
                  <a:pt x="486" y="899"/>
                </a:lnTo>
                <a:lnTo>
                  <a:pt x="493" y="898"/>
                </a:lnTo>
                <a:lnTo>
                  <a:pt x="499" y="898"/>
                </a:lnTo>
                <a:lnTo>
                  <a:pt x="505" y="896"/>
                </a:lnTo>
                <a:lnTo>
                  <a:pt x="511" y="895"/>
                </a:lnTo>
                <a:lnTo>
                  <a:pt x="522" y="890"/>
                </a:lnTo>
                <a:lnTo>
                  <a:pt x="532" y="883"/>
                </a:lnTo>
                <a:lnTo>
                  <a:pt x="541" y="875"/>
                </a:lnTo>
                <a:lnTo>
                  <a:pt x="547" y="865"/>
                </a:lnTo>
                <a:lnTo>
                  <a:pt x="553" y="854"/>
                </a:lnTo>
                <a:lnTo>
                  <a:pt x="557" y="843"/>
                </a:lnTo>
                <a:lnTo>
                  <a:pt x="619" y="843"/>
                </a:lnTo>
                <a:lnTo>
                  <a:pt x="634" y="842"/>
                </a:lnTo>
                <a:lnTo>
                  <a:pt x="649" y="839"/>
                </a:lnTo>
                <a:lnTo>
                  <a:pt x="663" y="836"/>
                </a:lnTo>
                <a:lnTo>
                  <a:pt x="676" y="831"/>
                </a:lnTo>
                <a:lnTo>
                  <a:pt x="688" y="824"/>
                </a:lnTo>
                <a:lnTo>
                  <a:pt x="701" y="817"/>
                </a:lnTo>
                <a:lnTo>
                  <a:pt x="712" y="808"/>
                </a:lnTo>
                <a:lnTo>
                  <a:pt x="723" y="799"/>
                </a:lnTo>
                <a:lnTo>
                  <a:pt x="732" y="789"/>
                </a:lnTo>
                <a:lnTo>
                  <a:pt x="741" y="777"/>
                </a:lnTo>
                <a:lnTo>
                  <a:pt x="748" y="766"/>
                </a:lnTo>
                <a:lnTo>
                  <a:pt x="755" y="753"/>
                </a:lnTo>
                <a:lnTo>
                  <a:pt x="759" y="739"/>
                </a:lnTo>
                <a:lnTo>
                  <a:pt x="763" y="725"/>
                </a:lnTo>
                <a:lnTo>
                  <a:pt x="765" y="710"/>
                </a:lnTo>
                <a:lnTo>
                  <a:pt x="766" y="695"/>
                </a:lnTo>
                <a:lnTo>
                  <a:pt x="766" y="651"/>
                </a:lnTo>
                <a:lnTo>
                  <a:pt x="776" y="646"/>
                </a:lnTo>
                <a:lnTo>
                  <a:pt x="785" y="640"/>
                </a:lnTo>
                <a:lnTo>
                  <a:pt x="792" y="633"/>
                </a:lnTo>
                <a:lnTo>
                  <a:pt x="798" y="626"/>
                </a:lnTo>
                <a:lnTo>
                  <a:pt x="802" y="616"/>
                </a:lnTo>
                <a:lnTo>
                  <a:pt x="806" y="606"/>
                </a:lnTo>
                <a:lnTo>
                  <a:pt x="807" y="594"/>
                </a:lnTo>
                <a:lnTo>
                  <a:pt x="808" y="582"/>
                </a:lnTo>
                <a:lnTo>
                  <a:pt x="808" y="554"/>
                </a:lnTo>
                <a:lnTo>
                  <a:pt x="819" y="553"/>
                </a:lnTo>
                <a:lnTo>
                  <a:pt x="829" y="551"/>
                </a:lnTo>
                <a:lnTo>
                  <a:pt x="837" y="547"/>
                </a:lnTo>
                <a:lnTo>
                  <a:pt x="846" y="544"/>
                </a:lnTo>
                <a:lnTo>
                  <a:pt x="853" y="541"/>
                </a:lnTo>
                <a:lnTo>
                  <a:pt x="861" y="537"/>
                </a:lnTo>
                <a:lnTo>
                  <a:pt x="868" y="531"/>
                </a:lnTo>
                <a:lnTo>
                  <a:pt x="873" y="526"/>
                </a:lnTo>
                <a:lnTo>
                  <a:pt x="880" y="520"/>
                </a:lnTo>
                <a:lnTo>
                  <a:pt x="884" y="513"/>
                </a:lnTo>
                <a:lnTo>
                  <a:pt x="888" y="507"/>
                </a:lnTo>
                <a:lnTo>
                  <a:pt x="892" y="499"/>
                </a:lnTo>
                <a:lnTo>
                  <a:pt x="895" y="491"/>
                </a:lnTo>
                <a:lnTo>
                  <a:pt x="897" y="482"/>
                </a:lnTo>
                <a:lnTo>
                  <a:pt x="898" y="474"/>
                </a:lnTo>
                <a:lnTo>
                  <a:pt x="898" y="46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Tree>
    <p:extLst>
      <p:ext uri="{BB962C8B-B14F-4D97-AF65-F5344CB8AC3E}">
        <p14:creationId xmlns:p14="http://schemas.microsoft.com/office/powerpoint/2010/main" val="352890873"/>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488F1B-76AE-6564-EE70-9FA4D744DED0}"/>
              </a:ext>
            </a:extLst>
          </p:cNvPr>
          <p:cNvSpPr>
            <a:spLocks noGrp="1"/>
          </p:cNvSpPr>
          <p:nvPr>
            <p:ph type="title"/>
          </p:nvPr>
        </p:nvSpPr>
        <p:spPr>
          <a:xfrm>
            <a:off x="611030" y="274640"/>
            <a:ext cx="10969943" cy="711081"/>
          </a:xfrm>
        </p:spPr>
        <p:txBody>
          <a:bodyPr/>
          <a:lstStyle/>
          <a:p>
            <a:r>
              <a:rPr lang="en-US" b="0" i="0">
                <a:solidFill>
                  <a:schemeClr val="tx1">
                    <a:lumMod val="85000"/>
                    <a:lumOff val="15000"/>
                  </a:schemeClr>
                </a:solidFill>
                <a:effectLst/>
                <a:highlight>
                  <a:srgbClr val="FFFFFF"/>
                </a:highlight>
              </a:rPr>
              <a:t>Simple Horizontal Process Flow Diagram</a:t>
            </a:r>
            <a:endParaRPr lang="en-US">
              <a:solidFill>
                <a:schemeClr val="tx1">
                  <a:lumMod val="85000"/>
                  <a:lumOff val="15000"/>
                </a:schemeClr>
              </a:solidFill>
            </a:endParaRPr>
          </a:p>
        </p:txBody>
      </p:sp>
      <p:sp>
        <p:nvSpPr>
          <p:cNvPr id="24" name="Freeform: Shape 23">
            <a:extLst>
              <a:ext uri="{FF2B5EF4-FFF2-40B4-BE49-F238E27FC236}">
                <a16:creationId xmlns:a16="http://schemas.microsoft.com/office/drawing/2014/main" id="{EF02015C-9915-5147-464B-B1F6A97AAA26}"/>
              </a:ext>
            </a:extLst>
          </p:cNvPr>
          <p:cNvSpPr/>
          <p:nvPr/>
        </p:nvSpPr>
        <p:spPr>
          <a:xfrm>
            <a:off x="611029" y="1588319"/>
            <a:ext cx="9710" cy="9710"/>
          </a:xfrm>
          <a:custGeom>
            <a:avLst/>
            <a:gdLst/>
            <a:ahLst/>
            <a:cxnLst/>
            <a:rect l="l" t="t" r="r" b="b"/>
            <a:pathLst>
              <a:path w="9710" h="9710"/>
            </a:pathLst>
          </a:custGeom>
          <a:noFill/>
          <a:ln w="9710"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25" name="Freeform: Shape 24">
            <a:extLst>
              <a:ext uri="{FF2B5EF4-FFF2-40B4-BE49-F238E27FC236}">
                <a16:creationId xmlns:a16="http://schemas.microsoft.com/office/drawing/2014/main" id="{5B7195DD-54B3-EF18-7DDA-7BA95FF092B9}"/>
              </a:ext>
            </a:extLst>
          </p:cNvPr>
          <p:cNvSpPr/>
          <p:nvPr/>
        </p:nvSpPr>
        <p:spPr>
          <a:xfrm>
            <a:off x="611029" y="1588319"/>
            <a:ext cx="9710" cy="9710"/>
          </a:xfrm>
          <a:custGeom>
            <a:avLst/>
            <a:gdLst/>
            <a:ahLst/>
            <a:cxnLst/>
            <a:rect l="l" t="t" r="r" b="b"/>
            <a:pathLst>
              <a:path w="9710" h="9710"/>
            </a:pathLst>
          </a:custGeom>
          <a:noFill/>
          <a:ln w="9710"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26" name="Freeform: Shape 25">
            <a:extLst>
              <a:ext uri="{FF2B5EF4-FFF2-40B4-BE49-F238E27FC236}">
                <a16:creationId xmlns:a16="http://schemas.microsoft.com/office/drawing/2014/main" id="{FEB6FC18-F06A-B969-FA90-71B1244787E5}"/>
              </a:ext>
            </a:extLst>
          </p:cNvPr>
          <p:cNvSpPr/>
          <p:nvPr/>
        </p:nvSpPr>
        <p:spPr>
          <a:xfrm>
            <a:off x="611029" y="1588319"/>
            <a:ext cx="9710" cy="9710"/>
          </a:xfrm>
          <a:custGeom>
            <a:avLst/>
            <a:gdLst/>
            <a:ahLst/>
            <a:cxnLst/>
            <a:rect l="l" t="t" r="r" b="b"/>
            <a:pathLst>
              <a:path w="9710" h="9710"/>
            </a:pathLst>
          </a:custGeom>
          <a:noFill/>
          <a:ln w="9710"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27" name="Freeform: Shape 26">
            <a:extLst>
              <a:ext uri="{FF2B5EF4-FFF2-40B4-BE49-F238E27FC236}">
                <a16:creationId xmlns:a16="http://schemas.microsoft.com/office/drawing/2014/main" id="{BB60DE72-92CF-ED9D-1AE2-7441F678EACB}"/>
              </a:ext>
            </a:extLst>
          </p:cNvPr>
          <p:cNvSpPr/>
          <p:nvPr/>
        </p:nvSpPr>
        <p:spPr>
          <a:xfrm>
            <a:off x="611029" y="1588319"/>
            <a:ext cx="9710" cy="9710"/>
          </a:xfrm>
          <a:custGeom>
            <a:avLst/>
            <a:gdLst/>
            <a:ahLst/>
            <a:cxnLst/>
            <a:rect l="l" t="t" r="r" b="b"/>
            <a:pathLst>
              <a:path w="9710" h="9710"/>
            </a:pathLst>
          </a:custGeom>
          <a:noFill/>
          <a:ln w="9710"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8" name="Rectangle: Rounded Corners 7">
            <a:extLst>
              <a:ext uri="{FF2B5EF4-FFF2-40B4-BE49-F238E27FC236}">
                <a16:creationId xmlns:a16="http://schemas.microsoft.com/office/drawing/2014/main" id="{6D07A618-B323-4023-C7BE-CE9DF1C8C99E}"/>
              </a:ext>
            </a:extLst>
          </p:cNvPr>
          <p:cNvSpPr/>
          <p:nvPr/>
        </p:nvSpPr>
        <p:spPr>
          <a:xfrm>
            <a:off x="817665" y="1778929"/>
            <a:ext cx="2143432" cy="491350"/>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25000" noProof="0">
              <a:ln>
                <a:noFill/>
              </a:ln>
              <a:solidFill>
                <a:prstClr val="white"/>
              </a:solidFill>
              <a:effectLst/>
              <a:uLnTx/>
              <a:uFillTx/>
              <a:latin typeface="Segoe UI"/>
              <a:ea typeface="+mn-ea"/>
              <a:cs typeface="+mn-cs"/>
            </a:endParaRPr>
          </a:p>
        </p:txBody>
      </p:sp>
      <p:sp>
        <p:nvSpPr>
          <p:cNvPr id="9" name="Rectangle: Rounded Corners 8">
            <a:extLst>
              <a:ext uri="{FF2B5EF4-FFF2-40B4-BE49-F238E27FC236}">
                <a16:creationId xmlns:a16="http://schemas.microsoft.com/office/drawing/2014/main" id="{1DC94AA5-EBC1-295E-3E3F-6EC306813BC1}"/>
              </a:ext>
            </a:extLst>
          </p:cNvPr>
          <p:cNvSpPr/>
          <p:nvPr/>
        </p:nvSpPr>
        <p:spPr>
          <a:xfrm>
            <a:off x="3619859" y="1778929"/>
            <a:ext cx="2143432" cy="491350"/>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25000" noProof="0">
              <a:ln>
                <a:noFill/>
              </a:ln>
              <a:solidFill>
                <a:prstClr val="white"/>
              </a:solidFill>
              <a:effectLst/>
              <a:uLnTx/>
              <a:uFillTx/>
              <a:latin typeface="Segoe UI"/>
              <a:ea typeface="+mn-ea"/>
              <a:cs typeface="+mn-cs"/>
            </a:endParaRPr>
          </a:p>
        </p:txBody>
      </p:sp>
      <p:sp>
        <p:nvSpPr>
          <p:cNvPr id="10" name="Rectangle: Rounded Corners 9">
            <a:extLst>
              <a:ext uri="{FF2B5EF4-FFF2-40B4-BE49-F238E27FC236}">
                <a16:creationId xmlns:a16="http://schemas.microsoft.com/office/drawing/2014/main" id="{D7654718-18EE-F494-B207-1CEB9D621D20}"/>
              </a:ext>
            </a:extLst>
          </p:cNvPr>
          <p:cNvSpPr/>
          <p:nvPr/>
        </p:nvSpPr>
        <p:spPr>
          <a:xfrm>
            <a:off x="6412221" y="1778929"/>
            <a:ext cx="2143432" cy="491350"/>
          </a:xfrm>
          <a:prstGeom prst="round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25000" noProof="0">
              <a:ln>
                <a:noFill/>
              </a:ln>
              <a:solidFill>
                <a:prstClr val="white"/>
              </a:solidFill>
              <a:effectLst/>
              <a:uLnTx/>
              <a:uFillTx/>
              <a:latin typeface="Segoe UI"/>
              <a:ea typeface="+mn-ea"/>
              <a:cs typeface="+mn-cs"/>
            </a:endParaRPr>
          </a:p>
        </p:txBody>
      </p:sp>
      <p:sp>
        <p:nvSpPr>
          <p:cNvPr id="11" name="Rectangle: Rounded Corners 10">
            <a:extLst>
              <a:ext uri="{FF2B5EF4-FFF2-40B4-BE49-F238E27FC236}">
                <a16:creationId xmlns:a16="http://schemas.microsoft.com/office/drawing/2014/main" id="{8352E89D-F2F9-07E5-9894-2145829C08B9}"/>
              </a:ext>
            </a:extLst>
          </p:cNvPr>
          <p:cNvSpPr/>
          <p:nvPr/>
        </p:nvSpPr>
        <p:spPr>
          <a:xfrm>
            <a:off x="9234079" y="1778929"/>
            <a:ext cx="2143432" cy="491350"/>
          </a:xfrm>
          <a:prstGeom prst="round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25000" noProof="0">
              <a:ln>
                <a:noFill/>
              </a:ln>
              <a:solidFill>
                <a:prstClr val="white"/>
              </a:solidFill>
              <a:effectLst/>
              <a:uLnTx/>
              <a:uFillTx/>
              <a:latin typeface="Segoe UI"/>
              <a:ea typeface="+mn-ea"/>
              <a:cs typeface="+mn-cs"/>
            </a:endParaRPr>
          </a:p>
        </p:txBody>
      </p:sp>
      <p:sp>
        <p:nvSpPr>
          <p:cNvPr id="28" name="TextBox 27">
            <a:extLst>
              <a:ext uri="{FF2B5EF4-FFF2-40B4-BE49-F238E27FC236}">
                <a16:creationId xmlns:a16="http://schemas.microsoft.com/office/drawing/2014/main" id="{BB2BD7F8-A032-CC7F-1CF6-F8CF664D139D}"/>
              </a:ext>
            </a:extLst>
          </p:cNvPr>
          <p:cNvSpPr txBox="1"/>
          <p:nvPr/>
        </p:nvSpPr>
        <p:spPr>
          <a:xfrm>
            <a:off x="955316" y="1855327"/>
            <a:ext cx="1868130" cy="338554"/>
          </a:xfrm>
          <a:prstGeom prst="rect">
            <a:avLst/>
          </a:prstGeom>
          <a:noFill/>
        </p:spPr>
        <p:txBody>
          <a:bodyPr wrap="squar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Segoe UI"/>
                <a:ea typeface="+mn-ea"/>
                <a:cs typeface="+mn-cs"/>
              </a:rPr>
              <a:t>STEP 01</a:t>
            </a:r>
            <a:endParaRPr kumimoji="0" lang="en-US" sz="1600" b="1" i="0" u="none" strike="noStrike" kern="1200" cap="none" spc="0" normalizeH="0" baseline="0" noProof="0">
              <a:ln>
                <a:noFill/>
              </a:ln>
              <a:solidFill>
                <a:prstClr val="white"/>
              </a:solidFill>
              <a:effectLst/>
              <a:uLnTx/>
              <a:uFillTx/>
              <a:latin typeface="Segoe UI"/>
              <a:ea typeface="+mn-ea"/>
              <a:cs typeface="+mn-cs"/>
            </a:endParaRPr>
          </a:p>
        </p:txBody>
      </p:sp>
      <p:sp>
        <p:nvSpPr>
          <p:cNvPr id="29" name="TextBox 28">
            <a:extLst>
              <a:ext uri="{FF2B5EF4-FFF2-40B4-BE49-F238E27FC236}">
                <a16:creationId xmlns:a16="http://schemas.microsoft.com/office/drawing/2014/main" id="{8FB3FF90-372E-86EC-07D4-EECF3E36D26B}"/>
              </a:ext>
            </a:extLst>
          </p:cNvPr>
          <p:cNvSpPr txBox="1"/>
          <p:nvPr/>
        </p:nvSpPr>
        <p:spPr>
          <a:xfrm>
            <a:off x="3757510" y="1855327"/>
            <a:ext cx="1868130" cy="338554"/>
          </a:xfrm>
          <a:prstGeom prst="rect">
            <a:avLst/>
          </a:prstGeom>
          <a:noFill/>
        </p:spPr>
        <p:txBody>
          <a:bodyPr wrap="squar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Segoe UI"/>
                <a:ea typeface="+mn-ea"/>
                <a:cs typeface="+mn-cs"/>
              </a:rPr>
              <a:t>STEP 02</a:t>
            </a:r>
            <a:endParaRPr kumimoji="0" lang="en-US" sz="1600" b="1" i="0" u="none" strike="noStrike" kern="1200" cap="none" spc="0" normalizeH="0" baseline="0" noProof="0">
              <a:ln>
                <a:noFill/>
              </a:ln>
              <a:solidFill>
                <a:prstClr val="white"/>
              </a:solidFill>
              <a:effectLst/>
              <a:uLnTx/>
              <a:uFillTx/>
              <a:latin typeface="Segoe UI"/>
              <a:ea typeface="+mn-ea"/>
              <a:cs typeface="+mn-cs"/>
            </a:endParaRPr>
          </a:p>
        </p:txBody>
      </p:sp>
      <p:sp>
        <p:nvSpPr>
          <p:cNvPr id="30" name="TextBox 29">
            <a:extLst>
              <a:ext uri="{FF2B5EF4-FFF2-40B4-BE49-F238E27FC236}">
                <a16:creationId xmlns:a16="http://schemas.microsoft.com/office/drawing/2014/main" id="{503DFF70-4522-76D7-949A-94F0284AFD95}"/>
              </a:ext>
            </a:extLst>
          </p:cNvPr>
          <p:cNvSpPr txBox="1"/>
          <p:nvPr/>
        </p:nvSpPr>
        <p:spPr>
          <a:xfrm>
            <a:off x="6549872" y="1855327"/>
            <a:ext cx="1868130" cy="338554"/>
          </a:xfrm>
          <a:prstGeom prst="rect">
            <a:avLst/>
          </a:prstGeom>
          <a:noFill/>
        </p:spPr>
        <p:txBody>
          <a:bodyPr wrap="squar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Segoe UI"/>
                <a:ea typeface="+mn-ea"/>
                <a:cs typeface="+mn-cs"/>
              </a:rPr>
              <a:t>STEP 03</a:t>
            </a:r>
            <a:endParaRPr kumimoji="0" lang="en-US" sz="1600" b="1" i="0" u="none" strike="noStrike" kern="1200" cap="none" spc="0" normalizeH="0" baseline="0" noProof="0">
              <a:ln>
                <a:noFill/>
              </a:ln>
              <a:solidFill>
                <a:prstClr val="white"/>
              </a:solidFill>
              <a:effectLst/>
              <a:uLnTx/>
              <a:uFillTx/>
              <a:latin typeface="Segoe UI"/>
              <a:ea typeface="+mn-ea"/>
              <a:cs typeface="+mn-cs"/>
            </a:endParaRPr>
          </a:p>
        </p:txBody>
      </p:sp>
      <p:sp>
        <p:nvSpPr>
          <p:cNvPr id="31" name="TextBox 30">
            <a:extLst>
              <a:ext uri="{FF2B5EF4-FFF2-40B4-BE49-F238E27FC236}">
                <a16:creationId xmlns:a16="http://schemas.microsoft.com/office/drawing/2014/main" id="{6EF12820-7576-11C4-483C-38B18FF718F2}"/>
              </a:ext>
            </a:extLst>
          </p:cNvPr>
          <p:cNvSpPr txBox="1"/>
          <p:nvPr/>
        </p:nvSpPr>
        <p:spPr>
          <a:xfrm>
            <a:off x="9371730" y="1855327"/>
            <a:ext cx="1868130" cy="338554"/>
          </a:xfrm>
          <a:prstGeom prst="rect">
            <a:avLst/>
          </a:prstGeom>
          <a:noFill/>
        </p:spPr>
        <p:txBody>
          <a:bodyPr wrap="squar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Segoe UI"/>
                <a:ea typeface="+mn-ea"/>
                <a:cs typeface="+mn-cs"/>
              </a:rPr>
              <a:t>STEP 04</a:t>
            </a:r>
            <a:endParaRPr kumimoji="0" lang="en-US" sz="1600" b="1" i="0" u="none" strike="noStrike" kern="1200" cap="none" spc="0" normalizeH="0" baseline="0" noProof="0">
              <a:ln>
                <a:noFill/>
              </a:ln>
              <a:solidFill>
                <a:prstClr val="white"/>
              </a:solidFill>
              <a:effectLst/>
              <a:uLnTx/>
              <a:uFillTx/>
              <a:latin typeface="Segoe UI"/>
              <a:ea typeface="+mn-ea"/>
              <a:cs typeface="+mn-cs"/>
            </a:endParaRPr>
          </a:p>
        </p:txBody>
      </p:sp>
      <p:grpSp>
        <p:nvGrpSpPr>
          <p:cNvPr id="46" name="Group 45">
            <a:extLst>
              <a:ext uri="{FF2B5EF4-FFF2-40B4-BE49-F238E27FC236}">
                <a16:creationId xmlns:a16="http://schemas.microsoft.com/office/drawing/2014/main" id="{3191FAF7-F94F-CADD-71F9-17A3837137E8}"/>
              </a:ext>
            </a:extLst>
          </p:cNvPr>
          <p:cNvGrpSpPr/>
          <p:nvPr/>
        </p:nvGrpSpPr>
        <p:grpSpPr>
          <a:xfrm>
            <a:off x="818452" y="4191480"/>
            <a:ext cx="2145792" cy="1609345"/>
            <a:chOff x="1053852" y="3986663"/>
            <a:chExt cx="1652992" cy="1355288"/>
          </a:xfrm>
        </p:grpSpPr>
        <p:cxnSp>
          <p:nvCxnSpPr>
            <p:cNvPr id="37" name="Straight Connector 36">
              <a:extLst>
                <a:ext uri="{FF2B5EF4-FFF2-40B4-BE49-F238E27FC236}">
                  <a16:creationId xmlns:a16="http://schemas.microsoft.com/office/drawing/2014/main" id="{57B24D42-1457-5B5F-C771-F968AD681285}"/>
                </a:ext>
              </a:extLst>
            </p:cNvPr>
            <p:cNvCxnSpPr>
              <a:cxnSpLocks/>
            </p:cNvCxnSpPr>
            <p:nvPr/>
          </p:nvCxnSpPr>
          <p:spPr>
            <a:xfrm>
              <a:off x="1053852" y="3986663"/>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E628444C-4645-65AD-46DC-36F572AD5971}"/>
                </a:ext>
              </a:extLst>
            </p:cNvPr>
            <p:cNvSpPr txBox="1"/>
            <p:nvPr/>
          </p:nvSpPr>
          <p:spPr>
            <a:xfrm>
              <a:off x="1080846" y="4082825"/>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40" name="Straight Connector 39">
              <a:extLst>
                <a:ext uri="{FF2B5EF4-FFF2-40B4-BE49-F238E27FC236}">
                  <a16:creationId xmlns:a16="http://schemas.microsoft.com/office/drawing/2014/main" id="{06DE6955-10C8-D633-7C0B-F8D3AA757961}"/>
                </a:ext>
              </a:extLst>
            </p:cNvPr>
            <p:cNvCxnSpPr>
              <a:cxnSpLocks/>
            </p:cNvCxnSpPr>
            <p:nvPr/>
          </p:nvCxnSpPr>
          <p:spPr>
            <a:xfrm>
              <a:off x="1053852" y="4350397"/>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218E1440-4F34-402A-04D4-8C512E6865AE}"/>
                </a:ext>
              </a:extLst>
            </p:cNvPr>
            <p:cNvSpPr txBox="1"/>
            <p:nvPr/>
          </p:nvSpPr>
          <p:spPr>
            <a:xfrm>
              <a:off x="1080846" y="4446558"/>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42" name="Straight Connector 41">
              <a:extLst>
                <a:ext uri="{FF2B5EF4-FFF2-40B4-BE49-F238E27FC236}">
                  <a16:creationId xmlns:a16="http://schemas.microsoft.com/office/drawing/2014/main" id="{68978F6D-4888-6BEC-EBCA-8D1EEB38EA37}"/>
                </a:ext>
              </a:extLst>
            </p:cNvPr>
            <p:cNvCxnSpPr>
              <a:cxnSpLocks/>
            </p:cNvCxnSpPr>
            <p:nvPr/>
          </p:nvCxnSpPr>
          <p:spPr>
            <a:xfrm>
              <a:off x="1053852" y="4716037"/>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B00CB591-EEFD-7B59-263E-948C502EAD9D}"/>
                </a:ext>
              </a:extLst>
            </p:cNvPr>
            <p:cNvSpPr txBox="1"/>
            <p:nvPr/>
          </p:nvSpPr>
          <p:spPr>
            <a:xfrm>
              <a:off x="1080846" y="4812198"/>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44" name="Straight Connector 43">
              <a:extLst>
                <a:ext uri="{FF2B5EF4-FFF2-40B4-BE49-F238E27FC236}">
                  <a16:creationId xmlns:a16="http://schemas.microsoft.com/office/drawing/2014/main" id="{0B4C5F9A-8BE9-40B1-9F42-ED785AD2D056}"/>
                </a:ext>
              </a:extLst>
            </p:cNvPr>
            <p:cNvCxnSpPr>
              <a:cxnSpLocks/>
            </p:cNvCxnSpPr>
            <p:nvPr/>
          </p:nvCxnSpPr>
          <p:spPr>
            <a:xfrm>
              <a:off x="1053852" y="5079651"/>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C08E2578-D038-4CA4-819A-7D01368AB3F8}"/>
                </a:ext>
              </a:extLst>
            </p:cNvPr>
            <p:cNvSpPr txBox="1"/>
            <p:nvPr/>
          </p:nvSpPr>
          <p:spPr>
            <a:xfrm>
              <a:off x="1080846" y="5175812"/>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grpSp>
      <p:grpSp>
        <p:nvGrpSpPr>
          <p:cNvPr id="47" name="Group 46">
            <a:extLst>
              <a:ext uri="{FF2B5EF4-FFF2-40B4-BE49-F238E27FC236}">
                <a16:creationId xmlns:a16="http://schemas.microsoft.com/office/drawing/2014/main" id="{75263DCF-BA35-4606-0DC0-CCEBE0A53C2F}"/>
              </a:ext>
            </a:extLst>
          </p:cNvPr>
          <p:cNvGrpSpPr/>
          <p:nvPr/>
        </p:nvGrpSpPr>
        <p:grpSpPr>
          <a:xfrm>
            <a:off x="3622612" y="4191480"/>
            <a:ext cx="2145792" cy="1609345"/>
            <a:chOff x="1053852" y="3986663"/>
            <a:chExt cx="1652992" cy="1355288"/>
          </a:xfrm>
        </p:grpSpPr>
        <p:cxnSp>
          <p:nvCxnSpPr>
            <p:cNvPr id="48" name="Straight Connector 47">
              <a:extLst>
                <a:ext uri="{FF2B5EF4-FFF2-40B4-BE49-F238E27FC236}">
                  <a16:creationId xmlns:a16="http://schemas.microsoft.com/office/drawing/2014/main" id="{C1A595A9-424C-E957-C7EA-7D6CE46DF615}"/>
                </a:ext>
              </a:extLst>
            </p:cNvPr>
            <p:cNvCxnSpPr>
              <a:cxnSpLocks/>
            </p:cNvCxnSpPr>
            <p:nvPr/>
          </p:nvCxnSpPr>
          <p:spPr>
            <a:xfrm>
              <a:off x="1053852" y="3986663"/>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66497518-07C8-80C4-73DE-821FC1836B59}"/>
                </a:ext>
              </a:extLst>
            </p:cNvPr>
            <p:cNvSpPr txBox="1"/>
            <p:nvPr/>
          </p:nvSpPr>
          <p:spPr>
            <a:xfrm>
              <a:off x="1080846" y="4082825"/>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50" name="Straight Connector 49">
              <a:extLst>
                <a:ext uri="{FF2B5EF4-FFF2-40B4-BE49-F238E27FC236}">
                  <a16:creationId xmlns:a16="http://schemas.microsoft.com/office/drawing/2014/main" id="{ABCF0513-18DD-5A50-8417-ED98591F0C98}"/>
                </a:ext>
              </a:extLst>
            </p:cNvPr>
            <p:cNvCxnSpPr>
              <a:cxnSpLocks/>
            </p:cNvCxnSpPr>
            <p:nvPr/>
          </p:nvCxnSpPr>
          <p:spPr>
            <a:xfrm>
              <a:off x="1053852" y="4350397"/>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F1AC46BE-508B-FC84-C3AF-FB8BFBAFA205}"/>
                </a:ext>
              </a:extLst>
            </p:cNvPr>
            <p:cNvSpPr txBox="1"/>
            <p:nvPr/>
          </p:nvSpPr>
          <p:spPr>
            <a:xfrm>
              <a:off x="1080846" y="4446558"/>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52" name="Straight Connector 51">
              <a:extLst>
                <a:ext uri="{FF2B5EF4-FFF2-40B4-BE49-F238E27FC236}">
                  <a16:creationId xmlns:a16="http://schemas.microsoft.com/office/drawing/2014/main" id="{0814E4AE-E56B-75F6-DCE3-96FFEC874194}"/>
                </a:ext>
              </a:extLst>
            </p:cNvPr>
            <p:cNvCxnSpPr>
              <a:cxnSpLocks/>
            </p:cNvCxnSpPr>
            <p:nvPr/>
          </p:nvCxnSpPr>
          <p:spPr>
            <a:xfrm>
              <a:off x="1053852" y="4716037"/>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C72F205-0AF6-B8E6-F798-E296A797E7F5}"/>
                </a:ext>
              </a:extLst>
            </p:cNvPr>
            <p:cNvSpPr txBox="1"/>
            <p:nvPr/>
          </p:nvSpPr>
          <p:spPr>
            <a:xfrm>
              <a:off x="1080846" y="4812198"/>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54" name="Straight Connector 53">
              <a:extLst>
                <a:ext uri="{FF2B5EF4-FFF2-40B4-BE49-F238E27FC236}">
                  <a16:creationId xmlns:a16="http://schemas.microsoft.com/office/drawing/2014/main" id="{AD09B18E-6B65-4E32-6B18-697CF01ED0CE}"/>
                </a:ext>
              </a:extLst>
            </p:cNvPr>
            <p:cNvCxnSpPr>
              <a:cxnSpLocks/>
            </p:cNvCxnSpPr>
            <p:nvPr/>
          </p:nvCxnSpPr>
          <p:spPr>
            <a:xfrm>
              <a:off x="1053852" y="5079651"/>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ADA96779-6297-315C-DD84-5E2B99170C3F}"/>
                </a:ext>
              </a:extLst>
            </p:cNvPr>
            <p:cNvSpPr txBox="1"/>
            <p:nvPr/>
          </p:nvSpPr>
          <p:spPr>
            <a:xfrm>
              <a:off x="1080846" y="5175812"/>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grpSp>
      <p:grpSp>
        <p:nvGrpSpPr>
          <p:cNvPr id="56" name="Group 55">
            <a:extLst>
              <a:ext uri="{FF2B5EF4-FFF2-40B4-BE49-F238E27FC236}">
                <a16:creationId xmlns:a16="http://schemas.microsoft.com/office/drawing/2014/main" id="{0B1DA0A8-A034-F297-C2E3-016347A83DBD}"/>
              </a:ext>
            </a:extLst>
          </p:cNvPr>
          <p:cNvGrpSpPr/>
          <p:nvPr/>
        </p:nvGrpSpPr>
        <p:grpSpPr>
          <a:xfrm>
            <a:off x="6414580" y="4191480"/>
            <a:ext cx="2145792" cy="1609345"/>
            <a:chOff x="1053852" y="3986663"/>
            <a:chExt cx="1652992" cy="1355288"/>
          </a:xfrm>
        </p:grpSpPr>
        <p:cxnSp>
          <p:nvCxnSpPr>
            <p:cNvPr id="57" name="Straight Connector 56">
              <a:extLst>
                <a:ext uri="{FF2B5EF4-FFF2-40B4-BE49-F238E27FC236}">
                  <a16:creationId xmlns:a16="http://schemas.microsoft.com/office/drawing/2014/main" id="{33916336-0825-5C0A-4EE2-BE60A688B24C}"/>
                </a:ext>
              </a:extLst>
            </p:cNvPr>
            <p:cNvCxnSpPr>
              <a:cxnSpLocks/>
            </p:cNvCxnSpPr>
            <p:nvPr/>
          </p:nvCxnSpPr>
          <p:spPr>
            <a:xfrm>
              <a:off x="1053852" y="3986663"/>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CE3E1AD8-7B45-2D30-902F-24878FC5A437}"/>
                </a:ext>
              </a:extLst>
            </p:cNvPr>
            <p:cNvSpPr txBox="1"/>
            <p:nvPr/>
          </p:nvSpPr>
          <p:spPr>
            <a:xfrm>
              <a:off x="1080846" y="4082825"/>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59" name="Straight Connector 58">
              <a:extLst>
                <a:ext uri="{FF2B5EF4-FFF2-40B4-BE49-F238E27FC236}">
                  <a16:creationId xmlns:a16="http://schemas.microsoft.com/office/drawing/2014/main" id="{13DAD3D5-319F-0AD4-C3DE-519F22F69020}"/>
                </a:ext>
              </a:extLst>
            </p:cNvPr>
            <p:cNvCxnSpPr>
              <a:cxnSpLocks/>
            </p:cNvCxnSpPr>
            <p:nvPr/>
          </p:nvCxnSpPr>
          <p:spPr>
            <a:xfrm>
              <a:off x="1053852" y="4350397"/>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52BEB47C-ADFD-EB15-006D-CEC54DA69ECF}"/>
                </a:ext>
              </a:extLst>
            </p:cNvPr>
            <p:cNvSpPr txBox="1"/>
            <p:nvPr/>
          </p:nvSpPr>
          <p:spPr>
            <a:xfrm>
              <a:off x="1080846" y="4446558"/>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61" name="Straight Connector 60">
              <a:extLst>
                <a:ext uri="{FF2B5EF4-FFF2-40B4-BE49-F238E27FC236}">
                  <a16:creationId xmlns:a16="http://schemas.microsoft.com/office/drawing/2014/main" id="{D56B1E3C-9240-7FFD-CEF6-267CA71E77F3}"/>
                </a:ext>
              </a:extLst>
            </p:cNvPr>
            <p:cNvCxnSpPr>
              <a:cxnSpLocks/>
            </p:cNvCxnSpPr>
            <p:nvPr/>
          </p:nvCxnSpPr>
          <p:spPr>
            <a:xfrm>
              <a:off x="1053852" y="4716037"/>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282F5DDB-47CA-9104-AEE2-28E81D2868A8}"/>
                </a:ext>
              </a:extLst>
            </p:cNvPr>
            <p:cNvSpPr txBox="1"/>
            <p:nvPr/>
          </p:nvSpPr>
          <p:spPr>
            <a:xfrm>
              <a:off x="1080846" y="4812198"/>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63" name="Straight Connector 62">
              <a:extLst>
                <a:ext uri="{FF2B5EF4-FFF2-40B4-BE49-F238E27FC236}">
                  <a16:creationId xmlns:a16="http://schemas.microsoft.com/office/drawing/2014/main" id="{7429667A-48E6-BE03-5E13-7A54C3500248}"/>
                </a:ext>
              </a:extLst>
            </p:cNvPr>
            <p:cNvCxnSpPr>
              <a:cxnSpLocks/>
            </p:cNvCxnSpPr>
            <p:nvPr/>
          </p:nvCxnSpPr>
          <p:spPr>
            <a:xfrm>
              <a:off x="1053852" y="5079651"/>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F30740FB-5594-7352-7F7C-6C3ABAE98B68}"/>
                </a:ext>
              </a:extLst>
            </p:cNvPr>
            <p:cNvSpPr txBox="1"/>
            <p:nvPr/>
          </p:nvSpPr>
          <p:spPr>
            <a:xfrm>
              <a:off x="1080846" y="5175812"/>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grpSp>
      <p:grpSp>
        <p:nvGrpSpPr>
          <p:cNvPr id="65" name="Group 64">
            <a:extLst>
              <a:ext uri="{FF2B5EF4-FFF2-40B4-BE49-F238E27FC236}">
                <a16:creationId xmlns:a16="http://schemas.microsoft.com/office/drawing/2014/main" id="{6C4D296F-2D13-F335-C293-367101179F23}"/>
              </a:ext>
            </a:extLst>
          </p:cNvPr>
          <p:cNvGrpSpPr/>
          <p:nvPr/>
        </p:nvGrpSpPr>
        <p:grpSpPr>
          <a:xfrm>
            <a:off x="9218740" y="4191480"/>
            <a:ext cx="2145792" cy="1609345"/>
            <a:chOff x="1053852" y="3986663"/>
            <a:chExt cx="1652992" cy="1355288"/>
          </a:xfrm>
        </p:grpSpPr>
        <p:cxnSp>
          <p:nvCxnSpPr>
            <p:cNvPr id="66" name="Straight Connector 65">
              <a:extLst>
                <a:ext uri="{FF2B5EF4-FFF2-40B4-BE49-F238E27FC236}">
                  <a16:creationId xmlns:a16="http://schemas.microsoft.com/office/drawing/2014/main" id="{71F57637-C313-D0D1-79D9-C60C63B5350D}"/>
                </a:ext>
              </a:extLst>
            </p:cNvPr>
            <p:cNvCxnSpPr>
              <a:cxnSpLocks/>
            </p:cNvCxnSpPr>
            <p:nvPr/>
          </p:nvCxnSpPr>
          <p:spPr>
            <a:xfrm>
              <a:off x="1053852" y="3986663"/>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F7EB40E-3A32-9F00-7B72-5D13AB89F935}"/>
                </a:ext>
              </a:extLst>
            </p:cNvPr>
            <p:cNvSpPr txBox="1"/>
            <p:nvPr/>
          </p:nvSpPr>
          <p:spPr>
            <a:xfrm>
              <a:off x="1080846" y="4082825"/>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68" name="Straight Connector 67">
              <a:extLst>
                <a:ext uri="{FF2B5EF4-FFF2-40B4-BE49-F238E27FC236}">
                  <a16:creationId xmlns:a16="http://schemas.microsoft.com/office/drawing/2014/main" id="{F991A025-4857-9E71-B78A-B0C2263E75A2}"/>
                </a:ext>
              </a:extLst>
            </p:cNvPr>
            <p:cNvCxnSpPr>
              <a:cxnSpLocks/>
            </p:cNvCxnSpPr>
            <p:nvPr/>
          </p:nvCxnSpPr>
          <p:spPr>
            <a:xfrm>
              <a:off x="1053852" y="4350397"/>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7F6DCFC7-932A-357F-93D3-C32B67309386}"/>
                </a:ext>
              </a:extLst>
            </p:cNvPr>
            <p:cNvSpPr txBox="1"/>
            <p:nvPr/>
          </p:nvSpPr>
          <p:spPr>
            <a:xfrm>
              <a:off x="1080846" y="4446558"/>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70" name="Straight Connector 69">
              <a:extLst>
                <a:ext uri="{FF2B5EF4-FFF2-40B4-BE49-F238E27FC236}">
                  <a16:creationId xmlns:a16="http://schemas.microsoft.com/office/drawing/2014/main" id="{870A3207-57CE-2D3D-421A-1966FF39B0F2}"/>
                </a:ext>
              </a:extLst>
            </p:cNvPr>
            <p:cNvCxnSpPr>
              <a:cxnSpLocks/>
            </p:cNvCxnSpPr>
            <p:nvPr/>
          </p:nvCxnSpPr>
          <p:spPr>
            <a:xfrm>
              <a:off x="1053852" y="4716037"/>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6F158613-A56E-3713-1CEA-1389AAB2634C}"/>
                </a:ext>
              </a:extLst>
            </p:cNvPr>
            <p:cNvSpPr txBox="1"/>
            <p:nvPr/>
          </p:nvSpPr>
          <p:spPr>
            <a:xfrm>
              <a:off x="1080846" y="4812198"/>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cxnSp>
          <p:nvCxnSpPr>
            <p:cNvPr id="72" name="Straight Connector 71">
              <a:extLst>
                <a:ext uri="{FF2B5EF4-FFF2-40B4-BE49-F238E27FC236}">
                  <a16:creationId xmlns:a16="http://schemas.microsoft.com/office/drawing/2014/main" id="{99D1B5AF-8A6C-BE11-3656-BFF5F5BB87A3}"/>
                </a:ext>
              </a:extLst>
            </p:cNvPr>
            <p:cNvCxnSpPr>
              <a:cxnSpLocks/>
            </p:cNvCxnSpPr>
            <p:nvPr/>
          </p:nvCxnSpPr>
          <p:spPr>
            <a:xfrm>
              <a:off x="1053852" y="5079651"/>
              <a:ext cx="16529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DCB770F9-CA39-5CAF-D1D7-F3BC36274150}"/>
                </a:ext>
              </a:extLst>
            </p:cNvPr>
            <p:cNvSpPr txBox="1"/>
            <p:nvPr/>
          </p:nvSpPr>
          <p:spPr>
            <a:xfrm>
              <a:off x="1080846" y="5175812"/>
              <a:ext cx="1599005" cy="166139"/>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p>
          </p:txBody>
        </p:sp>
      </p:grpSp>
      <p:pic>
        <p:nvPicPr>
          <p:cNvPr id="75" name="Graphic 74" descr="Advertising with solid fill">
            <a:extLst>
              <a:ext uri="{FF2B5EF4-FFF2-40B4-BE49-F238E27FC236}">
                <a16:creationId xmlns:a16="http://schemas.microsoft.com/office/drawing/2014/main" id="{C4DD86B4-0156-05A2-ED76-1D2A3501F73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518553" y="2610896"/>
            <a:ext cx="741656" cy="741656"/>
          </a:xfrm>
          <a:prstGeom prst="rect">
            <a:avLst/>
          </a:prstGeom>
        </p:spPr>
      </p:pic>
      <p:pic>
        <p:nvPicPr>
          <p:cNvPr id="79" name="Graphic 78" descr="Building with solid fill">
            <a:extLst>
              <a:ext uri="{FF2B5EF4-FFF2-40B4-BE49-F238E27FC236}">
                <a16:creationId xmlns:a16="http://schemas.microsoft.com/office/drawing/2014/main" id="{F703DA70-F068-358A-FE40-01FAE2823F9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934967" y="2610896"/>
            <a:ext cx="741656" cy="741656"/>
          </a:xfrm>
          <a:prstGeom prst="rect">
            <a:avLst/>
          </a:prstGeom>
        </p:spPr>
      </p:pic>
      <p:pic>
        <p:nvPicPr>
          <p:cNvPr id="81" name="Graphic 80" descr="Customer review with solid fill">
            <a:extLst>
              <a:ext uri="{FF2B5EF4-FFF2-40B4-BE49-F238E27FC236}">
                <a16:creationId xmlns:a16="http://schemas.microsoft.com/office/drawing/2014/main" id="{05D1C767-36B0-2570-ABCC-E4031719B5B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13109" y="2610896"/>
            <a:ext cx="741656" cy="741656"/>
          </a:xfrm>
          <a:prstGeom prst="rect">
            <a:avLst/>
          </a:prstGeom>
        </p:spPr>
      </p:pic>
      <p:pic>
        <p:nvPicPr>
          <p:cNvPr id="83" name="Graphic 82" descr="Door Open with solid fill">
            <a:extLst>
              <a:ext uri="{FF2B5EF4-FFF2-40B4-BE49-F238E27FC236}">
                <a16:creationId xmlns:a16="http://schemas.microsoft.com/office/drawing/2014/main" id="{37897070-0FD3-098D-6A20-20E9917F3B5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320747" y="2610896"/>
            <a:ext cx="741656" cy="741656"/>
          </a:xfrm>
          <a:prstGeom prst="rect">
            <a:avLst/>
          </a:prstGeom>
        </p:spPr>
      </p:pic>
      <p:pic>
        <p:nvPicPr>
          <p:cNvPr id="86" name="Graphic 85">
            <a:extLst>
              <a:ext uri="{FF2B5EF4-FFF2-40B4-BE49-F238E27FC236}">
                <a16:creationId xmlns:a16="http://schemas.microsoft.com/office/drawing/2014/main" id="{E78B8467-3F78-E766-2F81-E4A7F095040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29030" y="1534040"/>
            <a:ext cx="10938342" cy="4559256"/>
          </a:xfrm>
          <a:prstGeom prst="rect">
            <a:avLst/>
          </a:prstGeom>
        </p:spPr>
      </p:pic>
    </p:spTree>
    <p:extLst>
      <p:ext uri="{BB962C8B-B14F-4D97-AF65-F5344CB8AC3E}">
        <p14:creationId xmlns:p14="http://schemas.microsoft.com/office/powerpoint/2010/main" val="203841200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705"/>
        <p:cNvGrpSpPr/>
        <p:nvPr/>
      </p:nvGrpSpPr>
      <p:grpSpPr>
        <a:xfrm>
          <a:off x="0" y="0"/>
          <a:ext cx="0" cy="0"/>
          <a:chOff x="0" y="0"/>
          <a:chExt cx="0" cy="0"/>
        </a:xfrm>
      </p:grpSpPr>
      <p:sp>
        <p:nvSpPr>
          <p:cNvPr id="706" name="Google Shape;706;p27"/>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707" name="Google Shape;707;p27"/>
          <p:cNvGrpSpPr/>
          <p:nvPr/>
        </p:nvGrpSpPr>
        <p:grpSpPr>
          <a:xfrm>
            <a:off x="4193533" y="2081033"/>
            <a:ext cx="1903024" cy="1901824"/>
            <a:chOff x="3145150" y="1332175"/>
            <a:chExt cx="1427268" cy="1426368"/>
          </a:xfrm>
        </p:grpSpPr>
        <p:sp>
          <p:nvSpPr>
            <p:cNvPr id="708" name="Google Shape;708;p27"/>
            <p:cNvSpPr/>
            <p:nvPr/>
          </p:nvSpPr>
          <p:spPr>
            <a:xfrm>
              <a:off x="3145150" y="1332175"/>
              <a:ext cx="765000" cy="765000"/>
            </a:xfrm>
            <a:prstGeom prst="ellipse">
              <a:avLst/>
            </a:prstGeom>
            <a:solidFill>
              <a:schemeClr val="accent1"/>
            </a:solidFill>
            <a:ln>
              <a:noFill/>
            </a:ln>
          </p:spPr>
          <p:txBody>
            <a:bodyPr spcFirstLastPara="1" wrap="square" lIns="0" tIns="121900" rIns="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000"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cxnSp>
          <p:nvCxnSpPr>
            <p:cNvPr id="709" name="Google Shape;709;p27"/>
            <p:cNvCxnSpPr>
              <a:endCxn id="708" idx="5"/>
            </p:cNvCxnSpPr>
            <p:nvPr/>
          </p:nvCxnSpPr>
          <p:spPr>
            <a:xfrm rot="10800000">
              <a:off x="3798118" y="1985143"/>
              <a:ext cx="774300" cy="773400"/>
            </a:xfrm>
            <a:prstGeom prst="straightConnector1">
              <a:avLst/>
            </a:prstGeom>
            <a:noFill/>
            <a:ln w="19050" cap="flat" cmpd="sng">
              <a:solidFill>
                <a:schemeClr val="accent1"/>
              </a:solidFill>
              <a:prstDash val="solid"/>
              <a:round/>
              <a:headEnd type="none" w="med" len="med"/>
              <a:tailEnd type="none" w="med" len="med"/>
            </a:ln>
          </p:spPr>
        </p:cxnSp>
      </p:grpSp>
      <p:grpSp>
        <p:nvGrpSpPr>
          <p:cNvPr id="710" name="Google Shape;710;p27"/>
          <p:cNvGrpSpPr/>
          <p:nvPr/>
        </p:nvGrpSpPr>
        <p:grpSpPr>
          <a:xfrm>
            <a:off x="6096443" y="2081033"/>
            <a:ext cx="1899824" cy="1905024"/>
            <a:chOff x="4572332" y="1332175"/>
            <a:chExt cx="1424868" cy="1428768"/>
          </a:xfrm>
        </p:grpSpPr>
        <p:sp>
          <p:nvSpPr>
            <p:cNvPr id="711" name="Google Shape;711;p27"/>
            <p:cNvSpPr/>
            <p:nvPr/>
          </p:nvSpPr>
          <p:spPr>
            <a:xfrm>
              <a:off x="5232200" y="1332175"/>
              <a:ext cx="765000" cy="765000"/>
            </a:xfrm>
            <a:prstGeom prst="ellipse">
              <a:avLst/>
            </a:prstGeom>
            <a:solidFill>
              <a:schemeClr val="accent2"/>
            </a:solidFill>
            <a:ln>
              <a:noFill/>
            </a:ln>
          </p:spPr>
          <p:txBody>
            <a:bodyPr spcFirstLastPara="1" wrap="square" lIns="0" tIns="121900" rIns="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000"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cxnSp>
          <p:nvCxnSpPr>
            <p:cNvPr id="712" name="Google Shape;712;p27"/>
            <p:cNvCxnSpPr>
              <a:endCxn id="711" idx="3"/>
            </p:cNvCxnSpPr>
            <p:nvPr/>
          </p:nvCxnSpPr>
          <p:spPr>
            <a:xfrm rot="10800000" flipH="1">
              <a:off x="4572332" y="1985143"/>
              <a:ext cx="771900" cy="775800"/>
            </a:xfrm>
            <a:prstGeom prst="straightConnector1">
              <a:avLst/>
            </a:prstGeom>
            <a:noFill/>
            <a:ln w="19050" cap="flat" cmpd="sng">
              <a:solidFill>
                <a:schemeClr val="accent2"/>
              </a:solidFill>
              <a:prstDash val="solid"/>
              <a:round/>
              <a:headEnd type="none" w="med" len="med"/>
              <a:tailEnd type="none" w="med" len="med"/>
            </a:ln>
          </p:spPr>
        </p:cxnSp>
      </p:grpSp>
      <p:grpSp>
        <p:nvGrpSpPr>
          <p:cNvPr id="713" name="Google Shape;713;p27"/>
          <p:cNvGrpSpPr/>
          <p:nvPr/>
        </p:nvGrpSpPr>
        <p:grpSpPr>
          <a:xfrm>
            <a:off x="4193533" y="3776176"/>
            <a:ext cx="1906224" cy="1905024"/>
            <a:chOff x="3145150" y="2755932"/>
            <a:chExt cx="1429668" cy="1428768"/>
          </a:xfrm>
        </p:grpSpPr>
        <p:sp>
          <p:nvSpPr>
            <p:cNvPr id="714" name="Google Shape;714;p27"/>
            <p:cNvSpPr/>
            <p:nvPr/>
          </p:nvSpPr>
          <p:spPr>
            <a:xfrm>
              <a:off x="3145150" y="3419700"/>
              <a:ext cx="765000" cy="765000"/>
            </a:xfrm>
            <a:prstGeom prst="ellipse">
              <a:avLst/>
            </a:prstGeom>
            <a:solidFill>
              <a:schemeClr val="accent4"/>
            </a:solidFill>
            <a:ln>
              <a:noFill/>
            </a:ln>
          </p:spPr>
          <p:txBody>
            <a:bodyPr spcFirstLastPara="1" wrap="square" lIns="0" tIns="121900" rIns="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000"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cxnSp>
          <p:nvCxnSpPr>
            <p:cNvPr id="715" name="Google Shape;715;p27"/>
            <p:cNvCxnSpPr>
              <a:endCxn id="714" idx="7"/>
            </p:cNvCxnSpPr>
            <p:nvPr/>
          </p:nvCxnSpPr>
          <p:spPr>
            <a:xfrm flipH="1">
              <a:off x="3798118" y="2755932"/>
              <a:ext cx="776700" cy="775800"/>
            </a:xfrm>
            <a:prstGeom prst="straightConnector1">
              <a:avLst/>
            </a:prstGeom>
            <a:noFill/>
            <a:ln w="19050" cap="flat" cmpd="sng">
              <a:solidFill>
                <a:schemeClr val="accent4"/>
              </a:solidFill>
              <a:prstDash val="solid"/>
              <a:round/>
              <a:headEnd type="none" w="med" len="med"/>
              <a:tailEnd type="none" w="med" len="med"/>
            </a:ln>
          </p:spPr>
        </p:cxnSp>
      </p:grpSp>
      <p:grpSp>
        <p:nvGrpSpPr>
          <p:cNvPr id="716" name="Google Shape;716;p27"/>
          <p:cNvGrpSpPr/>
          <p:nvPr/>
        </p:nvGrpSpPr>
        <p:grpSpPr>
          <a:xfrm>
            <a:off x="6099643" y="3782976"/>
            <a:ext cx="1896624" cy="1898224"/>
            <a:chOff x="4574732" y="2761032"/>
            <a:chExt cx="1422468" cy="1423668"/>
          </a:xfrm>
        </p:grpSpPr>
        <p:sp>
          <p:nvSpPr>
            <p:cNvPr id="717" name="Google Shape;717;p27"/>
            <p:cNvSpPr/>
            <p:nvPr/>
          </p:nvSpPr>
          <p:spPr>
            <a:xfrm>
              <a:off x="5232200" y="3419700"/>
              <a:ext cx="765000" cy="765000"/>
            </a:xfrm>
            <a:prstGeom prst="ellipse">
              <a:avLst/>
            </a:prstGeom>
            <a:solidFill>
              <a:schemeClr val="accent3"/>
            </a:solidFill>
            <a:ln>
              <a:noFill/>
            </a:ln>
          </p:spPr>
          <p:txBody>
            <a:bodyPr spcFirstLastPara="1" wrap="square" lIns="0" tIns="121900" rIns="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000"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cxnSp>
          <p:nvCxnSpPr>
            <p:cNvPr id="718" name="Google Shape;718;p27"/>
            <p:cNvCxnSpPr>
              <a:endCxn id="717" idx="1"/>
            </p:cNvCxnSpPr>
            <p:nvPr/>
          </p:nvCxnSpPr>
          <p:spPr>
            <a:xfrm>
              <a:off x="4574732" y="2761032"/>
              <a:ext cx="769500" cy="770700"/>
            </a:xfrm>
            <a:prstGeom prst="straightConnector1">
              <a:avLst/>
            </a:prstGeom>
            <a:noFill/>
            <a:ln w="19050" cap="flat" cmpd="sng">
              <a:solidFill>
                <a:schemeClr val="accent3"/>
              </a:solidFill>
              <a:prstDash val="solid"/>
              <a:round/>
              <a:headEnd type="none" w="med" len="med"/>
              <a:tailEnd type="none" w="med" len="med"/>
            </a:ln>
          </p:spPr>
        </p:cxnSp>
      </p:grpSp>
      <p:grpSp>
        <p:nvGrpSpPr>
          <p:cNvPr id="719" name="Google Shape;719;p27"/>
          <p:cNvGrpSpPr/>
          <p:nvPr/>
        </p:nvGrpSpPr>
        <p:grpSpPr>
          <a:xfrm>
            <a:off x="5314100" y="3100317"/>
            <a:ext cx="1561600" cy="1561600"/>
            <a:chOff x="5587975" y="1952850"/>
            <a:chExt cx="1171200" cy="1171200"/>
          </a:xfrm>
        </p:grpSpPr>
        <p:sp>
          <p:nvSpPr>
            <p:cNvPr id="720" name="Google Shape;720;p27"/>
            <p:cNvSpPr/>
            <p:nvPr/>
          </p:nvSpPr>
          <p:spPr>
            <a:xfrm>
              <a:off x="5587975" y="1952850"/>
              <a:ext cx="1171200" cy="1171200"/>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 name="Google Shape;721;p27"/>
            <p:cNvSpPr/>
            <p:nvPr/>
          </p:nvSpPr>
          <p:spPr>
            <a:xfrm>
              <a:off x="5673875" y="2038750"/>
              <a:ext cx="999300" cy="999300"/>
            </a:xfrm>
            <a:prstGeom prst="ellipse">
              <a:avLst/>
            </a:prstGeom>
            <a:solidFill>
              <a:schemeClr val="lt2"/>
            </a:solidFill>
            <a:ln>
              <a:noFill/>
            </a:ln>
          </p:spPr>
          <p:txBody>
            <a:bodyPr spcFirstLastPara="1" wrap="square" lIns="0" tIns="121900" rIns="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rPr>
                <a:t>Mercury</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2" name="Google Shape;722;p27"/>
          <p:cNvGrpSpPr/>
          <p:nvPr/>
        </p:nvGrpSpPr>
        <p:grpSpPr>
          <a:xfrm>
            <a:off x="947018" y="1940851"/>
            <a:ext cx="2512817" cy="1387667"/>
            <a:chOff x="710263" y="1513963"/>
            <a:chExt cx="1884613" cy="1040750"/>
          </a:xfrm>
        </p:grpSpPr>
        <p:sp>
          <p:nvSpPr>
            <p:cNvPr id="723" name="Google Shape;723;p27"/>
            <p:cNvSpPr txBox="1"/>
            <p:nvPr/>
          </p:nvSpPr>
          <p:spPr>
            <a:xfrm>
              <a:off x="710263" y="1789712"/>
              <a:ext cx="1884600" cy="765000"/>
            </a:xfrm>
            <a:prstGeom prst="rect">
              <a:avLst/>
            </a:prstGeom>
            <a:noFill/>
            <a:ln>
              <a:noFill/>
            </a:ln>
          </p:spPr>
          <p:txBody>
            <a:bodyPr spcFirstLastPara="1" wrap="square" lIns="121900" tIns="121900" rIns="1219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closest planet to the Sun and the smallest one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724" name="Google Shape;724;p27"/>
            <p:cNvSpPr txBox="1"/>
            <p:nvPr/>
          </p:nvSpPr>
          <p:spPr>
            <a:xfrm>
              <a:off x="710275" y="1513963"/>
              <a:ext cx="1884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725" name="Google Shape;725;p27"/>
          <p:cNvGrpSpPr/>
          <p:nvPr/>
        </p:nvGrpSpPr>
        <p:grpSpPr>
          <a:xfrm>
            <a:off x="947018" y="4510400"/>
            <a:ext cx="2512817" cy="1387667"/>
            <a:chOff x="710263" y="2962188"/>
            <a:chExt cx="1884613" cy="1040750"/>
          </a:xfrm>
        </p:grpSpPr>
        <p:sp>
          <p:nvSpPr>
            <p:cNvPr id="726" name="Google Shape;726;p27"/>
            <p:cNvSpPr txBox="1"/>
            <p:nvPr/>
          </p:nvSpPr>
          <p:spPr>
            <a:xfrm>
              <a:off x="710263" y="3237937"/>
              <a:ext cx="1884600" cy="765000"/>
            </a:xfrm>
            <a:prstGeom prst="rect">
              <a:avLst/>
            </a:prstGeom>
            <a:noFill/>
            <a:ln>
              <a:noFill/>
            </a:ln>
          </p:spPr>
          <p:txBody>
            <a:bodyPr spcFirstLastPara="1" wrap="square" lIns="121900" tIns="121900" rIns="1219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cold place full of iron oxide dust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727" name="Google Shape;727;p27"/>
            <p:cNvSpPr txBox="1"/>
            <p:nvPr/>
          </p:nvSpPr>
          <p:spPr>
            <a:xfrm>
              <a:off x="710275" y="2962188"/>
              <a:ext cx="1884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728" name="Google Shape;728;p27"/>
          <p:cNvGrpSpPr/>
          <p:nvPr/>
        </p:nvGrpSpPr>
        <p:grpSpPr>
          <a:xfrm>
            <a:off x="8729952" y="1940851"/>
            <a:ext cx="2512817" cy="1387667"/>
            <a:chOff x="6547463" y="1513963"/>
            <a:chExt cx="1884613" cy="1040750"/>
          </a:xfrm>
        </p:grpSpPr>
        <p:sp>
          <p:nvSpPr>
            <p:cNvPr id="729" name="Google Shape;729;p27"/>
            <p:cNvSpPr txBox="1"/>
            <p:nvPr/>
          </p:nvSpPr>
          <p:spPr>
            <a:xfrm>
              <a:off x="6547463" y="1789712"/>
              <a:ext cx="1884600" cy="7650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the fourth-largest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730" name="Google Shape;730;p27"/>
            <p:cNvSpPr txBox="1"/>
            <p:nvPr/>
          </p:nvSpPr>
          <p:spPr>
            <a:xfrm>
              <a:off x="6547475" y="1513963"/>
              <a:ext cx="1884600" cy="354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731" name="Google Shape;731;p27"/>
          <p:cNvGrpSpPr/>
          <p:nvPr/>
        </p:nvGrpSpPr>
        <p:grpSpPr>
          <a:xfrm>
            <a:off x="8729952" y="4510400"/>
            <a:ext cx="2512817" cy="1387667"/>
            <a:chOff x="6547463" y="2962188"/>
            <a:chExt cx="1884613" cy="1040750"/>
          </a:xfrm>
        </p:grpSpPr>
        <p:sp>
          <p:nvSpPr>
            <p:cNvPr id="732" name="Google Shape;732;p27"/>
            <p:cNvSpPr txBox="1"/>
            <p:nvPr/>
          </p:nvSpPr>
          <p:spPr>
            <a:xfrm>
              <a:off x="6547463" y="3237937"/>
              <a:ext cx="1884600" cy="7650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 and the only one that harbors life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733" name="Google Shape;733;p27"/>
            <p:cNvSpPr txBox="1"/>
            <p:nvPr/>
          </p:nvSpPr>
          <p:spPr>
            <a:xfrm>
              <a:off x="6547475" y="2962188"/>
              <a:ext cx="1884600" cy="354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rPr>
                <a:t>Earth</a:t>
              </a:r>
              <a:endParaRPr kumimoji="0"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734" name="Google Shape;734;p27"/>
          <p:cNvGrpSpPr/>
          <p:nvPr/>
        </p:nvGrpSpPr>
        <p:grpSpPr>
          <a:xfrm>
            <a:off x="7260073" y="4945022"/>
            <a:ext cx="452408" cy="452337"/>
            <a:chOff x="2685825" y="840375"/>
            <a:chExt cx="481900" cy="481825"/>
          </a:xfrm>
        </p:grpSpPr>
        <p:sp>
          <p:nvSpPr>
            <p:cNvPr id="735" name="Google Shape;735;p27"/>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736" name="Google Shape;736;p27"/>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737" name="Google Shape;737;p27"/>
          <p:cNvGrpSpPr/>
          <p:nvPr/>
        </p:nvGrpSpPr>
        <p:grpSpPr>
          <a:xfrm>
            <a:off x="7252656" y="2364450"/>
            <a:ext cx="467241" cy="453183"/>
            <a:chOff x="3270675" y="841800"/>
            <a:chExt cx="497700" cy="482725"/>
          </a:xfrm>
        </p:grpSpPr>
        <p:sp>
          <p:nvSpPr>
            <p:cNvPr id="738" name="Google Shape;738;p27"/>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739" name="Google Shape;739;p27"/>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740" name="Google Shape;740;p27"/>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741" name="Google Shape;741;p27"/>
          <p:cNvSpPr/>
          <p:nvPr/>
        </p:nvSpPr>
        <p:spPr>
          <a:xfrm>
            <a:off x="4477373" y="2378997"/>
            <a:ext cx="452337" cy="42408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742" name="Google Shape;742;p27"/>
          <p:cNvGrpSpPr/>
          <p:nvPr/>
        </p:nvGrpSpPr>
        <p:grpSpPr>
          <a:xfrm>
            <a:off x="4477357" y="4945028"/>
            <a:ext cx="452337" cy="452337"/>
            <a:chOff x="3271200" y="1435075"/>
            <a:chExt cx="481825" cy="481825"/>
          </a:xfrm>
        </p:grpSpPr>
        <p:sp>
          <p:nvSpPr>
            <p:cNvPr id="743" name="Google Shape;743;p27"/>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744" name="Google Shape;744;p27"/>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Tree>
    <p:extLst>
      <p:ext uri="{BB962C8B-B14F-4D97-AF65-F5344CB8AC3E}">
        <p14:creationId xmlns:p14="http://schemas.microsoft.com/office/powerpoint/2010/main" val="274055726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1169"/>
        <p:cNvGrpSpPr/>
        <p:nvPr/>
      </p:nvGrpSpPr>
      <p:grpSpPr>
        <a:xfrm>
          <a:off x="0" y="0"/>
          <a:ext cx="0" cy="0"/>
          <a:chOff x="0" y="0"/>
          <a:chExt cx="0" cy="0"/>
        </a:xfrm>
      </p:grpSpPr>
      <p:sp>
        <p:nvSpPr>
          <p:cNvPr id="1170" name="Google Shape;1170;p37"/>
          <p:cNvSpPr/>
          <p:nvPr/>
        </p:nvSpPr>
        <p:spPr>
          <a:xfrm>
            <a:off x="1418900" y="715534"/>
            <a:ext cx="4676987" cy="105770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609600" tIns="121900" rIns="6096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FFFFFF"/>
                </a:solidFill>
                <a:effectLst/>
                <a:uLnTx/>
                <a:uFillTx/>
                <a:latin typeface="Roboto"/>
                <a:ea typeface="Roboto"/>
                <a:cs typeface="Roboto"/>
                <a:sym typeface="Roboto"/>
              </a:rPr>
              <a:t>Planet Jupiter is a gas giant and also the biggest one in the Solar System</a:t>
            </a:r>
            <a:endParaRPr kumimoji="0" sz="1600" b="0" i="0" u="none" strike="noStrike" kern="0" cap="none" spc="0" normalizeH="0" baseline="0" noProof="0">
              <a:ln>
                <a:noFill/>
              </a:ln>
              <a:solidFill>
                <a:srgbClr val="FFFFFF"/>
              </a:solidFill>
              <a:effectLst/>
              <a:uLnTx/>
              <a:uFillTx/>
              <a:latin typeface="Roboto"/>
              <a:ea typeface="Roboto"/>
              <a:cs typeface="Roboto"/>
              <a:sym typeface="Roboto"/>
            </a:endParaRPr>
          </a:p>
        </p:txBody>
      </p:sp>
      <p:sp>
        <p:nvSpPr>
          <p:cNvPr id="1171" name="Google Shape;1171;p37"/>
          <p:cNvSpPr/>
          <p:nvPr/>
        </p:nvSpPr>
        <p:spPr>
          <a:xfrm>
            <a:off x="1418900" y="3628334"/>
            <a:ext cx="4676987" cy="105770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609600" tIns="121900" rIns="6096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FFFFFF"/>
                </a:solidFill>
                <a:effectLst/>
                <a:uLnTx/>
                <a:uFillTx/>
                <a:latin typeface="Roboto"/>
                <a:ea typeface="Roboto"/>
                <a:cs typeface="Roboto"/>
                <a:sym typeface="Roboto"/>
              </a:rPr>
              <a:t>Despite being red, Mars is a very cold place full of iron oxide dust</a:t>
            </a:r>
            <a:endParaRPr kumimoji="0" sz="1600" b="0" i="0" u="none" strike="noStrike" kern="0" cap="none" spc="0" normalizeH="0" baseline="0" noProof="0">
              <a:ln>
                <a:noFill/>
              </a:ln>
              <a:solidFill>
                <a:srgbClr val="FFFFFF"/>
              </a:solidFill>
              <a:effectLst/>
              <a:uLnTx/>
              <a:uFillTx/>
              <a:latin typeface="Roboto"/>
              <a:ea typeface="Roboto"/>
              <a:cs typeface="Roboto"/>
              <a:sym typeface="Roboto"/>
            </a:endParaRPr>
          </a:p>
        </p:txBody>
      </p:sp>
      <p:sp>
        <p:nvSpPr>
          <p:cNvPr id="1172" name="Google Shape;1172;p37"/>
          <p:cNvSpPr/>
          <p:nvPr/>
        </p:nvSpPr>
        <p:spPr>
          <a:xfrm>
            <a:off x="1418900" y="5084734"/>
            <a:ext cx="4676987" cy="105770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609600" tIns="121900" rIns="6096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FFFFFF"/>
                </a:solidFill>
                <a:effectLst/>
                <a:uLnTx/>
                <a:uFillTx/>
                <a:latin typeface="Roboto"/>
                <a:ea typeface="Roboto"/>
                <a:cs typeface="Roboto"/>
                <a:sym typeface="Roboto"/>
              </a:rPr>
              <a:t>Earth is the third planet from the Sun and the only one that harbors life</a:t>
            </a:r>
            <a:endParaRPr kumimoji="0" sz="1600" b="0" i="0" u="none" strike="noStrike" kern="0" cap="none" spc="0" normalizeH="0" baseline="0" noProof="0">
              <a:ln>
                <a:noFill/>
              </a:ln>
              <a:solidFill>
                <a:srgbClr val="FFFFFF"/>
              </a:solidFill>
              <a:effectLst/>
              <a:uLnTx/>
              <a:uFillTx/>
              <a:latin typeface="Roboto"/>
              <a:ea typeface="Roboto"/>
              <a:cs typeface="Roboto"/>
              <a:sym typeface="Roboto"/>
            </a:endParaRPr>
          </a:p>
        </p:txBody>
      </p:sp>
      <p:sp>
        <p:nvSpPr>
          <p:cNvPr id="1173" name="Google Shape;1173;p37"/>
          <p:cNvSpPr/>
          <p:nvPr/>
        </p:nvSpPr>
        <p:spPr>
          <a:xfrm>
            <a:off x="1418900" y="2171934"/>
            <a:ext cx="4676987" cy="105770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609600" tIns="121900" rIns="6096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FFFFFF"/>
                </a:solidFill>
                <a:effectLst/>
                <a:uLnTx/>
                <a:uFillTx/>
                <a:latin typeface="Roboto"/>
                <a:ea typeface="Roboto"/>
                <a:cs typeface="Roboto"/>
                <a:sym typeface="Roboto"/>
              </a:rPr>
              <a:t>Mercury is the closest to the Sun and the smallest one in the Solar System</a:t>
            </a:r>
            <a:endParaRPr kumimoji="0" sz="1600" b="0" i="0" u="none" strike="noStrike" kern="0" cap="none" spc="0" normalizeH="0" baseline="0" noProof="0">
              <a:ln>
                <a:noFill/>
              </a:ln>
              <a:solidFill>
                <a:srgbClr val="FFFFFF"/>
              </a:solidFill>
              <a:effectLst/>
              <a:uLnTx/>
              <a:uFillTx/>
              <a:latin typeface="Roboto"/>
              <a:ea typeface="Roboto"/>
              <a:cs typeface="Roboto"/>
              <a:sym typeface="Roboto"/>
            </a:endParaRPr>
          </a:p>
        </p:txBody>
      </p:sp>
      <p:sp>
        <p:nvSpPr>
          <p:cNvPr id="1174" name="Google Shape;1174;p37"/>
          <p:cNvSpPr/>
          <p:nvPr/>
        </p:nvSpPr>
        <p:spPr>
          <a:xfrm>
            <a:off x="5492668" y="1337383"/>
            <a:ext cx="1270400" cy="1270400"/>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75" name="Google Shape;1175;p37"/>
          <p:cNvGrpSpPr/>
          <p:nvPr/>
        </p:nvGrpSpPr>
        <p:grpSpPr>
          <a:xfrm>
            <a:off x="947020" y="1495458"/>
            <a:ext cx="954240" cy="954305"/>
            <a:chOff x="710265" y="1121593"/>
            <a:chExt cx="715680" cy="715729"/>
          </a:xfrm>
        </p:grpSpPr>
        <p:sp>
          <p:nvSpPr>
            <p:cNvPr id="1176" name="Google Shape;1176;p37"/>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 name="Google Shape;1177;p37"/>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121900" rIns="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000"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rPr>
                <a:t>Task 1</a:t>
              </a: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78" name="Google Shape;1178;p37"/>
          <p:cNvSpPr txBox="1"/>
          <p:nvPr/>
        </p:nvSpPr>
        <p:spPr>
          <a:xfrm>
            <a:off x="7226400" y="1961851"/>
            <a:ext cx="4018400" cy="1131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3733"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rPr>
              <a:t>Project Management Infographics</a:t>
            </a:r>
            <a:endParaRPr kumimoji="0" sz="3733"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endParaRPr>
          </a:p>
        </p:txBody>
      </p:sp>
      <p:sp>
        <p:nvSpPr>
          <p:cNvPr id="1179" name="Google Shape;1179;p37"/>
          <p:cNvSpPr txBox="1"/>
          <p:nvPr/>
        </p:nvSpPr>
        <p:spPr>
          <a:xfrm>
            <a:off x="7383367" y="3238167"/>
            <a:ext cx="3861600" cy="16580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has a beautiful name and is the second planet from the Sun. It’s terribly hot—even hotter than Mercury—and its atmosphere is extremely poisonous. It’s the second-brightest natural object in the night sky after the Moon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nvGrpSpPr>
          <p:cNvPr id="1180" name="Google Shape;1180;p37"/>
          <p:cNvGrpSpPr/>
          <p:nvPr/>
        </p:nvGrpSpPr>
        <p:grpSpPr>
          <a:xfrm>
            <a:off x="947020" y="2951870"/>
            <a:ext cx="954240" cy="954305"/>
            <a:chOff x="710265" y="2213902"/>
            <a:chExt cx="715680" cy="715729"/>
          </a:xfrm>
        </p:grpSpPr>
        <p:sp>
          <p:nvSpPr>
            <p:cNvPr id="1181" name="Google Shape;1181;p37"/>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2" name="Google Shape;1182;p37"/>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121900" rIns="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000"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rPr>
                <a:t>Task 2</a:t>
              </a: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3" name="Google Shape;1183;p37"/>
          <p:cNvGrpSpPr/>
          <p:nvPr/>
        </p:nvGrpSpPr>
        <p:grpSpPr>
          <a:xfrm>
            <a:off x="947020" y="4408304"/>
            <a:ext cx="954240" cy="954305"/>
            <a:chOff x="710265" y="3306227"/>
            <a:chExt cx="715680" cy="715729"/>
          </a:xfrm>
        </p:grpSpPr>
        <p:sp>
          <p:nvSpPr>
            <p:cNvPr id="1184" name="Google Shape;1184;p37"/>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5" name="Google Shape;1185;p37"/>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121900" rIns="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000"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rPr>
                <a:t>Task 3</a:t>
              </a: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86" name="Google Shape;1186;p37"/>
          <p:cNvSpPr/>
          <p:nvPr/>
        </p:nvSpPr>
        <p:spPr>
          <a:xfrm>
            <a:off x="5492668" y="2793784"/>
            <a:ext cx="1270400" cy="1270400"/>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7" name="Google Shape;1187;p37"/>
          <p:cNvSpPr/>
          <p:nvPr/>
        </p:nvSpPr>
        <p:spPr>
          <a:xfrm>
            <a:off x="5492668" y="4250184"/>
            <a:ext cx="1270400" cy="1270400"/>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9637225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748"/>
        <p:cNvGrpSpPr/>
        <p:nvPr/>
      </p:nvGrpSpPr>
      <p:grpSpPr>
        <a:xfrm>
          <a:off x="0" y="0"/>
          <a:ext cx="0" cy="0"/>
          <a:chOff x="0" y="0"/>
          <a:chExt cx="0" cy="0"/>
        </a:xfrm>
      </p:grpSpPr>
      <p:sp>
        <p:nvSpPr>
          <p:cNvPr id="749" name="Google Shape;749;p28"/>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750" name="Google Shape;750;p28"/>
          <p:cNvGrpSpPr/>
          <p:nvPr/>
        </p:nvGrpSpPr>
        <p:grpSpPr>
          <a:xfrm>
            <a:off x="6139251" y="3817033"/>
            <a:ext cx="2162200" cy="2060600"/>
            <a:chOff x="4604438" y="2862775"/>
            <a:chExt cx="1621650" cy="1545450"/>
          </a:xfrm>
        </p:grpSpPr>
        <p:sp>
          <p:nvSpPr>
            <p:cNvPr id="751" name="Google Shape;751;p28"/>
            <p:cNvSpPr/>
            <p:nvPr/>
          </p:nvSpPr>
          <p:spPr>
            <a:xfrm>
              <a:off x="4604438" y="2862775"/>
              <a:ext cx="1271600" cy="1271625"/>
            </a:xfrm>
            <a:custGeom>
              <a:avLst/>
              <a:gdLst/>
              <a:ahLst/>
              <a:cxnLst/>
              <a:rect l="l" t="t" r="r" b="b"/>
              <a:pathLst>
                <a:path w="50864" h="50865" extrusionOk="0">
                  <a:moveTo>
                    <a:pt x="28516" y="1"/>
                  </a:moveTo>
                  <a:cubicBezTo>
                    <a:pt x="12764" y="1"/>
                    <a:pt x="0" y="12764"/>
                    <a:pt x="0" y="28516"/>
                  </a:cubicBezTo>
                  <a:lnTo>
                    <a:pt x="0" y="50864"/>
                  </a:lnTo>
                  <a:lnTo>
                    <a:pt x="31707" y="50864"/>
                  </a:lnTo>
                  <a:cubicBezTo>
                    <a:pt x="42291" y="50864"/>
                    <a:pt x="50864" y="42280"/>
                    <a:pt x="50864" y="31707"/>
                  </a:cubicBezTo>
                  <a:lnTo>
                    <a:pt x="50864" y="1"/>
                  </a:ln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6096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Earth</a:t>
              </a:r>
              <a:endParaRPr kumimoji="0" sz="1867" b="0" i="0" u="none" strike="noStrike" kern="0" cap="none" spc="0" normalizeH="0" baseline="0" noProof="0">
                <a:ln>
                  <a:noFill/>
                </a:ln>
                <a:solidFill>
                  <a:srgbClr val="9C27B0"/>
                </a:solidFill>
                <a:effectLst/>
                <a:uLnTx/>
                <a:uFillTx/>
                <a:latin typeface="Arial"/>
                <a:ea typeface="+mn-ea"/>
                <a:cs typeface="Arial"/>
                <a:sym typeface="Arial"/>
              </a:endParaRPr>
            </a:p>
          </p:txBody>
        </p:sp>
        <p:sp>
          <p:nvSpPr>
            <p:cNvPr id="752" name="Google Shape;752;p28"/>
            <p:cNvSpPr/>
            <p:nvPr/>
          </p:nvSpPr>
          <p:spPr>
            <a:xfrm>
              <a:off x="5544738" y="3726875"/>
              <a:ext cx="681350" cy="681350"/>
            </a:xfrm>
            <a:custGeom>
              <a:avLst/>
              <a:gdLst/>
              <a:ahLst/>
              <a:cxnLst/>
              <a:rect l="l" t="t" r="r" b="b"/>
              <a:pathLst>
                <a:path w="27254" h="27254" extrusionOk="0">
                  <a:moveTo>
                    <a:pt x="0" y="1"/>
                  </a:moveTo>
                  <a:lnTo>
                    <a:pt x="0" y="27254"/>
                  </a:lnTo>
                  <a:lnTo>
                    <a:pt x="8096" y="27254"/>
                  </a:lnTo>
                  <a:cubicBezTo>
                    <a:pt x="18669" y="27254"/>
                    <a:pt x="27253" y="18670"/>
                    <a:pt x="27253" y="8085"/>
                  </a:cubicBezTo>
                  <a:lnTo>
                    <a:pt x="27253"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1" i="0" u="none" strike="noStrike" kern="0" cap="none" spc="0" normalizeH="0" baseline="0" noProof="0">
                  <a:ln>
                    <a:noFill/>
                  </a:ln>
                  <a:solidFill>
                    <a:srgbClr val="FFFFFF"/>
                  </a:solidFill>
                  <a:effectLst/>
                  <a:uLnTx/>
                  <a:uFillTx/>
                  <a:latin typeface="Fira Sans Extra Condensed"/>
                  <a:ea typeface="Fira Sans Extra Condensed"/>
                  <a:cs typeface="Fira Sans Extra Condensed"/>
                  <a:sym typeface="Fira Sans Extra Condensed"/>
                </a:rPr>
                <a:t>Apr</a:t>
              </a:r>
              <a:endParaRPr kumimoji="0" sz="1867" b="1"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53" name="Google Shape;753;p28"/>
          <p:cNvGrpSpPr/>
          <p:nvPr/>
        </p:nvGrpSpPr>
        <p:grpSpPr>
          <a:xfrm>
            <a:off x="6139251" y="1676700"/>
            <a:ext cx="2162200" cy="2060600"/>
            <a:chOff x="4604438" y="1257525"/>
            <a:chExt cx="1621650" cy="1545450"/>
          </a:xfrm>
        </p:grpSpPr>
        <p:sp>
          <p:nvSpPr>
            <p:cNvPr id="754" name="Google Shape;754;p28"/>
            <p:cNvSpPr/>
            <p:nvPr/>
          </p:nvSpPr>
          <p:spPr>
            <a:xfrm>
              <a:off x="4604438" y="1531375"/>
              <a:ext cx="1271600" cy="1271600"/>
            </a:xfrm>
            <a:custGeom>
              <a:avLst/>
              <a:gdLst/>
              <a:ahLst/>
              <a:cxnLst/>
              <a:rect l="l" t="t" r="r" b="b"/>
              <a:pathLst>
                <a:path w="50864" h="50864" extrusionOk="0">
                  <a:moveTo>
                    <a:pt x="0" y="0"/>
                  </a:moveTo>
                  <a:lnTo>
                    <a:pt x="0" y="22348"/>
                  </a:lnTo>
                  <a:cubicBezTo>
                    <a:pt x="0" y="38100"/>
                    <a:pt x="12764" y="50864"/>
                    <a:pt x="28516" y="50864"/>
                  </a:cubicBezTo>
                  <a:lnTo>
                    <a:pt x="50864" y="50864"/>
                  </a:lnTo>
                  <a:lnTo>
                    <a:pt x="50864" y="19157"/>
                  </a:lnTo>
                  <a:cubicBezTo>
                    <a:pt x="50864" y="8573"/>
                    <a:pt x="42291" y="0"/>
                    <a:pt x="31707"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6096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Neptune</a:t>
              </a:r>
              <a:endParaRPr kumimoji="0" sz="1867" b="0" i="0" u="none" strike="noStrike" kern="0" cap="none" spc="0" normalizeH="0" baseline="0" noProof="0">
                <a:ln>
                  <a:noFill/>
                </a:ln>
                <a:solidFill>
                  <a:srgbClr val="FB8569"/>
                </a:solidFill>
                <a:effectLst/>
                <a:uLnTx/>
                <a:uFillTx/>
                <a:latin typeface="Arial"/>
                <a:ea typeface="+mn-ea"/>
                <a:cs typeface="Arial"/>
                <a:sym typeface="Arial"/>
              </a:endParaRPr>
            </a:p>
          </p:txBody>
        </p:sp>
        <p:sp>
          <p:nvSpPr>
            <p:cNvPr id="755" name="Google Shape;755;p28"/>
            <p:cNvSpPr/>
            <p:nvPr/>
          </p:nvSpPr>
          <p:spPr>
            <a:xfrm>
              <a:off x="5544738" y="1257525"/>
              <a:ext cx="681350" cy="681350"/>
            </a:xfrm>
            <a:custGeom>
              <a:avLst/>
              <a:gdLst/>
              <a:ahLst/>
              <a:cxnLst/>
              <a:rect l="l" t="t" r="r" b="b"/>
              <a:pathLst>
                <a:path w="27254" h="27254" extrusionOk="0">
                  <a:moveTo>
                    <a:pt x="0" y="1"/>
                  </a:moveTo>
                  <a:lnTo>
                    <a:pt x="0" y="27254"/>
                  </a:lnTo>
                  <a:lnTo>
                    <a:pt x="27253" y="27254"/>
                  </a:lnTo>
                  <a:lnTo>
                    <a:pt x="27253" y="19158"/>
                  </a:lnTo>
                  <a:cubicBezTo>
                    <a:pt x="27253" y="8585"/>
                    <a:pt x="18669" y="1"/>
                    <a:pt x="8096"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Feb</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56" name="Google Shape;756;p28"/>
          <p:cNvGrpSpPr/>
          <p:nvPr/>
        </p:nvGrpSpPr>
        <p:grpSpPr>
          <a:xfrm>
            <a:off x="3890551" y="1676700"/>
            <a:ext cx="2162200" cy="2060600"/>
            <a:chOff x="2917913" y="1257525"/>
            <a:chExt cx="1621650" cy="1545450"/>
          </a:xfrm>
        </p:grpSpPr>
        <p:sp>
          <p:nvSpPr>
            <p:cNvPr id="757" name="Google Shape;757;p28"/>
            <p:cNvSpPr/>
            <p:nvPr/>
          </p:nvSpPr>
          <p:spPr>
            <a:xfrm>
              <a:off x="3267963" y="1531375"/>
              <a:ext cx="1271600" cy="1271600"/>
            </a:xfrm>
            <a:custGeom>
              <a:avLst/>
              <a:gdLst/>
              <a:ahLst/>
              <a:cxnLst/>
              <a:rect l="l" t="t" r="r" b="b"/>
              <a:pathLst>
                <a:path w="50864" h="50864" extrusionOk="0">
                  <a:moveTo>
                    <a:pt x="19157" y="0"/>
                  </a:moveTo>
                  <a:cubicBezTo>
                    <a:pt x="8573" y="0"/>
                    <a:pt x="0" y="8573"/>
                    <a:pt x="0" y="19157"/>
                  </a:cubicBezTo>
                  <a:lnTo>
                    <a:pt x="0" y="50864"/>
                  </a:lnTo>
                  <a:lnTo>
                    <a:pt x="22348" y="50864"/>
                  </a:lnTo>
                  <a:cubicBezTo>
                    <a:pt x="38088" y="50864"/>
                    <a:pt x="50864" y="38100"/>
                    <a:pt x="50864" y="22348"/>
                  </a:cubicBezTo>
                  <a:lnTo>
                    <a:pt x="50864" y="0"/>
                  </a:ln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6096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Mercury</a:t>
              </a:r>
              <a:endParaRPr kumimoji="0" sz="1867" b="0" i="0" u="none" strike="noStrike" kern="0" cap="none" spc="0" normalizeH="0" baseline="0" noProof="0">
                <a:ln>
                  <a:noFill/>
                </a:ln>
                <a:solidFill>
                  <a:srgbClr val="FBB831"/>
                </a:solidFill>
                <a:effectLst/>
                <a:uLnTx/>
                <a:uFillTx/>
                <a:latin typeface="Arial"/>
                <a:ea typeface="+mn-ea"/>
                <a:cs typeface="Arial"/>
                <a:sym typeface="Arial"/>
              </a:endParaRPr>
            </a:p>
          </p:txBody>
        </p:sp>
        <p:sp>
          <p:nvSpPr>
            <p:cNvPr id="758" name="Google Shape;758;p28"/>
            <p:cNvSpPr/>
            <p:nvPr/>
          </p:nvSpPr>
          <p:spPr>
            <a:xfrm>
              <a:off x="2917913" y="1257525"/>
              <a:ext cx="681350" cy="681350"/>
            </a:xfrm>
            <a:custGeom>
              <a:avLst/>
              <a:gdLst/>
              <a:ahLst/>
              <a:cxnLst/>
              <a:rect l="l" t="t" r="r" b="b"/>
              <a:pathLst>
                <a:path w="27254" h="27254" extrusionOk="0">
                  <a:moveTo>
                    <a:pt x="19158" y="1"/>
                  </a:moveTo>
                  <a:cubicBezTo>
                    <a:pt x="8573" y="1"/>
                    <a:pt x="0" y="8585"/>
                    <a:pt x="0" y="19158"/>
                  </a:cubicBezTo>
                  <a:lnTo>
                    <a:pt x="0" y="27254"/>
                  </a:lnTo>
                  <a:lnTo>
                    <a:pt x="27254" y="27254"/>
                  </a:lnTo>
                  <a:lnTo>
                    <a:pt x="2725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Jan</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759" name="Google Shape;759;p28"/>
          <p:cNvGrpSpPr/>
          <p:nvPr/>
        </p:nvGrpSpPr>
        <p:grpSpPr>
          <a:xfrm>
            <a:off x="3890551" y="3817033"/>
            <a:ext cx="2162200" cy="2060600"/>
            <a:chOff x="2917913" y="2862775"/>
            <a:chExt cx="1621650" cy="1545450"/>
          </a:xfrm>
        </p:grpSpPr>
        <p:sp>
          <p:nvSpPr>
            <p:cNvPr id="760" name="Google Shape;760;p28"/>
            <p:cNvSpPr/>
            <p:nvPr/>
          </p:nvSpPr>
          <p:spPr>
            <a:xfrm>
              <a:off x="3267963" y="2862775"/>
              <a:ext cx="1271600" cy="1271625"/>
            </a:xfrm>
            <a:custGeom>
              <a:avLst/>
              <a:gdLst/>
              <a:ahLst/>
              <a:cxnLst/>
              <a:rect l="l" t="t" r="r" b="b"/>
              <a:pathLst>
                <a:path w="50864" h="50865" extrusionOk="0">
                  <a:moveTo>
                    <a:pt x="0" y="1"/>
                  </a:moveTo>
                  <a:lnTo>
                    <a:pt x="0" y="31707"/>
                  </a:lnTo>
                  <a:cubicBezTo>
                    <a:pt x="0" y="42280"/>
                    <a:pt x="8573" y="50864"/>
                    <a:pt x="19157" y="50864"/>
                  </a:cubicBezTo>
                  <a:lnTo>
                    <a:pt x="50864" y="50864"/>
                  </a:lnTo>
                  <a:lnTo>
                    <a:pt x="50864" y="28516"/>
                  </a:lnTo>
                  <a:cubicBezTo>
                    <a:pt x="50864" y="12764"/>
                    <a:pt x="38088" y="1"/>
                    <a:pt x="22348" y="1"/>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6096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Mars</a:t>
              </a:r>
              <a:endParaRPr kumimoji="0" sz="1867" b="0" i="0" u="none" strike="noStrike" kern="0" cap="none" spc="0" normalizeH="0" baseline="0" noProof="0">
                <a:ln>
                  <a:noFill/>
                </a:ln>
                <a:solidFill>
                  <a:srgbClr val="FB569C"/>
                </a:solidFill>
                <a:effectLst/>
                <a:uLnTx/>
                <a:uFillTx/>
                <a:latin typeface="Arial"/>
                <a:ea typeface="+mn-ea"/>
                <a:cs typeface="Arial"/>
                <a:sym typeface="Arial"/>
              </a:endParaRPr>
            </a:p>
          </p:txBody>
        </p:sp>
        <p:sp>
          <p:nvSpPr>
            <p:cNvPr id="761" name="Google Shape;761;p28"/>
            <p:cNvSpPr/>
            <p:nvPr/>
          </p:nvSpPr>
          <p:spPr>
            <a:xfrm>
              <a:off x="2917913" y="3726875"/>
              <a:ext cx="681350" cy="681350"/>
            </a:xfrm>
            <a:custGeom>
              <a:avLst/>
              <a:gdLst/>
              <a:ahLst/>
              <a:cxnLst/>
              <a:rect l="l" t="t" r="r" b="b"/>
              <a:pathLst>
                <a:path w="27254" h="27254" extrusionOk="0">
                  <a:moveTo>
                    <a:pt x="0" y="1"/>
                  </a:moveTo>
                  <a:lnTo>
                    <a:pt x="0" y="8085"/>
                  </a:lnTo>
                  <a:cubicBezTo>
                    <a:pt x="0" y="18670"/>
                    <a:pt x="8573" y="27254"/>
                    <a:pt x="19158" y="27254"/>
                  </a:cubicBezTo>
                  <a:lnTo>
                    <a:pt x="27254" y="27254"/>
                  </a:lnTo>
                  <a:lnTo>
                    <a:pt x="27254"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Mar</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62" name="Google Shape;762;p28"/>
          <p:cNvGrpSpPr/>
          <p:nvPr/>
        </p:nvGrpSpPr>
        <p:grpSpPr>
          <a:xfrm>
            <a:off x="6670022" y="4817143"/>
            <a:ext cx="493073" cy="471709"/>
            <a:chOff x="3950316" y="3820307"/>
            <a:chExt cx="369805" cy="353782"/>
          </a:xfrm>
        </p:grpSpPr>
        <p:sp>
          <p:nvSpPr>
            <p:cNvPr id="763" name="Google Shape;763;p2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 name="Google Shape;764;p2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 name="Google Shape;765;p2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 name="Google Shape;766;p2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67" name="Google Shape;767;p28"/>
          <p:cNvGrpSpPr/>
          <p:nvPr/>
        </p:nvGrpSpPr>
        <p:grpSpPr>
          <a:xfrm>
            <a:off x="5062444" y="4797607"/>
            <a:ext cx="361617" cy="510784"/>
            <a:chOff x="1333682" y="3344330"/>
            <a:chExt cx="271213" cy="383088"/>
          </a:xfrm>
        </p:grpSpPr>
        <p:sp>
          <p:nvSpPr>
            <p:cNvPr id="768" name="Google Shape;768;p2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 name="Google Shape;769;p2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 name="Google Shape;770;p2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 name="Google Shape;771;p2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 name="Google Shape;772;p2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 name="Google Shape;773;p2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 name="Google Shape;774;p2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 name="Google Shape;775;p2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 name="Google Shape;776;p2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 name="Google Shape;777;p2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 name="Google Shape;778;p2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779" name="Google Shape;779;p28"/>
          <p:cNvSpPr/>
          <p:nvPr/>
        </p:nvSpPr>
        <p:spPr>
          <a:xfrm>
            <a:off x="6662936" y="2381371"/>
            <a:ext cx="507259" cy="413436"/>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 name="Google Shape;780;p28"/>
          <p:cNvSpPr/>
          <p:nvPr/>
        </p:nvSpPr>
        <p:spPr>
          <a:xfrm>
            <a:off x="4999494" y="2345717"/>
            <a:ext cx="487509" cy="484748"/>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 name="Google Shape;781;p28"/>
          <p:cNvSpPr txBox="1"/>
          <p:nvPr/>
        </p:nvSpPr>
        <p:spPr>
          <a:xfrm>
            <a:off x="947017" y="2379567"/>
            <a:ext cx="2512800" cy="1020000"/>
          </a:xfrm>
          <a:prstGeom prst="rect">
            <a:avLst/>
          </a:prstGeom>
          <a:noFill/>
          <a:ln>
            <a:noFill/>
          </a:ln>
        </p:spPr>
        <p:txBody>
          <a:bodyPr spcFirstLastPara="1" wrap="square" lIns="121900" tIns="121900" rIns="1219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closest planet to the Sun and the smallest one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782" name="Google Shape;782;p28"/>
          <p:cNvSpPr txBox="1"/>
          <p:nvPr/>
        </p:nvSpPr>
        <p:spPr>
          <a:xfrm>
            <a:off x="947017" y="4154783"/>
            <a:ext cx="2512800" cy="1020000"/>
          </a:xfrm>
          <a:prstGeom prst="rect">
            <a:avLst/>
          </a:prstGeom>
          <a:noFill/>
          <a:ln>
            <a:noFill/>
          </a:ln>
        </p:spPr>
        <p:txBody>
          <a:bodyPr spcFirstLastPara="1" wrap="square" lIns="121900" tIns="121900" rIns="1219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cold place full of iron oxide dust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783" name="Google Shape;783;p28"/>
          <p:cNvSpPr txBox="1"/>
          <p:nvPr/>
        </p:nvSpPr>
        <p:spPr>
          <a:xfrm>
            <a:off x="8732233" y="4154783"/>
            <a:ext cx="2512800" cy="10200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 and the only one that harbors life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784" name="Google Shape;784;p28"/>
          <p:cNvSpPr txBox="1"/>
          <p:nvPr/>
        </p:nvSpPr>
        <p:spPr>
          <a:xfrm>
            <a:off x="8732233" y="2379567"/>
            <a:ext cx="2512800" cy="10200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the fourth-largest one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Tree>
    <p:extLst>
      <p:ext uri="{BB962C8B-B14F-4D97-AF65-F5344CB8AC3E}">
        <p14:creationId xmlns:p14="http://schemas.microsoft.com/office/powerpoint/2010/main" val="96324901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828"/>
        <p:cNvGrpSpPr/>
        <p:nvPr/>
      </p:nvGrpSpPr>
      <p:grpSpPr>
        <a:xfrm>
          <a:off x="0" y="0"/>
          <a:ext cx="0" cy="0"/>
          <a:chOff x="0" y="0"/>
          <a:chExt cx="0" cy="0"/>
        </a:xfrm>
      </p:grpSpPr>
      <p:sp>
        <p:nvSpPr>
          <p:cNvPr id="829" name="Google Shape;829;p30"/>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830" name="Google Shape;830;p30"/>
          <p:cNvGrpSpPr/>
          <p:nvPr/>
        </p:nvGrpSpPr>
        <p:grpSpPr>
          <a:xfrm>
            <a:off x="945468" y="1735667"/>
            <a:ext cx="2076833" cy="4083000"/>
            <a:chOff x="709100" y="1301750"/>
            <a:chExt cx="1557625" cy="3062250"/>
          </a:xfrm>
        </p:grpSpPr>
        <p:sp>
          <p:nvSpPr>
            <p:cNvPr id="831" name="Google Shape;831;p30"/>
            <p:cNvSpPr/>
            <p:nvPr/>
          </p:nvSpPr>
          <p:spPr>
            <a:xfrm>
              <a:off x="709125" y="1758210"/>
              <a:ext cx="1557600" cy="1829100"/>
            </a:xfrm>
            <a:prstGeom prst="snip2SameRect">
              <a:avLst>
                <a:gd name="adj1" fmla="val 16667"/>
                <a:gd name="adj2" fmla="val 0"/>
              </a:avLst>
            </a:prstGeom>
            <a:solidFill>
              <a:srgbClr val="FFFFFF"/>
            </a:solidFill>
            <a:ln w="9525" cap="flat" cmpd="sng">
              <a:solidFill>
                <a:srgbClr val="000000"/>
              </a:solidFill>
              <a:prstDash val="solid"/>
              <a:round/>
              <a:headEnd type="none" w="sm" len="sm"/>
              <a:tailEnd type="none" w="sm" len="sm"/>
            </a:ln>
          </p:spPr>
          <p:txBody>
            <a:bodyPr spcFirstLastPara="1" wrap="square" lIns="121900" tIns="487667"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closest planet to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832" name="Google Shape;832;p30"/>
            <p:cNvSpPr/>
            <p:nvPr/>
          </p:nvSpPr>
          <p:spPr>
            <a:xfrm>
              <a:off x="1039575" y="1301750"/>
              <a:ext cx="891900" cy="891900"/>
            </a:xfrm>
            <a:prstGeom prst="octagon">
              <a:avLst>
                <a:gd name="adj" fmla="val 29289"/>
              </a:avLst>
            </a:prstGeom>
            <a:solidFill>
              <a:srgbClr val="FBB831">
                <a:alpha val="58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3" name="Google Shape;833;p30"/>
            <p:cNvSpPr/>
            <p:nvPr/>
          </p:nvSpPr>
          <p:spPr>
            <a:xfrm>
              <a:off x="1111200" y="1373373"/>
              <a:ext cx="748500" cy="748500"/>
            </a:xfrm>
            <a:prstGeom prst="octagon">
              <a:avLst>
                <a:gd name="adj" fmla="val 29289"/>
              </a:avLst>
            </a:pr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3333"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01</a:t>
              </a:r>
              <a:endParaRPr kumimoji="0" sz="3333"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834" name="Google Shape;834;p30"/>
            <p:cNvSpPr/>
            <p:nvPr/>
          </p:nvSpPr>
          <p:spPr>
            <a:xfrm rot="10800000">
              <a:off x="709100" y="3704300"/>
              <a:ext cx="1557600" cy="659700"/>
            </a:xfrm>
            <a:prstGeom prst="snip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5" name="Google Shape;835;p30"/>
            <p:cNvSpPr/>
            <p:nvPr/>
          </p:nvSpPr>
          <p:spPr>
            <a:xfrm>
              <a:off x="709125" y="3587292"/>
              <a:ext cx="1557600" cy="117000"/>
            </a:xfrm>
            <a:prstGeom prst="rect">
              <a:avLst/>
            </a:prstGeom>
            <a:solidFill>
              <a:srgbClr val="FBB831">
                <a:alpha val="58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6" name="Google Shape;836;p30"/>
          <p:cNvGrpSpPr/>
          <p:nvPr/>
        </p:nvGrpSpPr>
        <p:grpSpPr>
          <a:xfrm>
            <a:off x="1733751" y="5139719"/>
            <a:ext cx="500239" cy="478235"/>
            <a:chOff x="7441465" y="2302860"/>
            <a:chExt cx="342192" cy="327140"/>
          </a:xfrm>
        </p:grpSpPr>
        <p:sp>
          <p:nvSpPr>
            <p:cNvPr id="837" name="Google Shape;837;p30"/>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8" name="Google Shape;838;p30"/>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9" name="Google Shape;839;p30"/>
          <p:cNvGrpSpPr/>
          <p:nvPr/>
        </p:nvGrpSpPr>
        <p:grpSpPr>
          <a:xfrm>
            <a:off x="6428500" y="1735701"/>
            <a:ext cx="2076800" cy="4082967"/>
            <a:chOff x="4821375" y="1301775"/>
            <a:chExt cx="1557600" cy="3062225"/>
          </a:xfrm>
        </p:grpSpPr>
        <p:sp>
          <p:nvSpPr>
            <p:cNvPr id="840" name="Google Shape;840;p30"/>
            <p:cNvSpPr/>
            <p:nvPr/>
          </p:nvSpPr>
          <p:spPr>
            <a:xfrm>
              <a:off x="4821375" y="1758210"/>
              <a:ext cx="1557600" cy="1829100"/>
            </a:xfrm>
            <a:prstGeom prst="snip2SameRect">
              <a:avLst>
                <a:gd name="adj1" fmla="val 16667"/>
                <a:gd name="adj2" fmla="val 0"/>
              </a:avLst>
            </a:prstGeom>
            <a:solidFill>
              <a:srgbClr val="FFFFFF"/>
            </a:solidFill>
            <a:ln w="9525" cap="flat" cmpd="sng">
              <a:solidFill>
                <a:srgbClr val="000000"/>
              </a:solidFill>
              <a:prstDash val="solid"/>
              <a:round/>
              <a:headEnd type="none" w="sm" len="sm"/>
              <a:tailEnd type="none" w="sm" len="sm"/>
            </a:ln>
          </p:spPr>
          <p:txBody>
            <a:bodyPr spcFirstLastPara="1" wrap="square" lIns="121900" tIns="487667"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841" name="Google Shape;841;p30"/>
            <p:cNvSpPr/>
            <p:nvPr/>
          </p:nvSpPr>
          <p:spPr>
            <a:xfrm rot="10800000">
              <a:off x="4821375" y="3704300"/>
              <a:ext cx="1557600" cy="659700"/>
            </a:xfrm>
            <a:prstGeom prst="snip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 name="Google Shape;842;p30"/>
            <p:cNvSpPr/>
            <p:nvPr/>
          </p:nvSpPr>
          <p:spPr>
            <a:xfrm>
              <a:off x="4821375" y="3587292"/>
              <a:ext cx="1557600" cy="117000"/>
            </a:xfrm>
            <a:prstGeom prst="rect">
              <a:avLst/>
            </a:prstGeom>
            <a:solidFill>
              <a:srgbClr val="FB569C">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3" name="Google Shape;843;p30"/>
            <p:cNvSpPr/>
            <p:nvPr/>
          </p:nvSpPr>
          <p:spPr>
            <a:xfrm>
              <a:off x="5154238" y="1301775"/>
              <a:ext cx="891900" cy="891900"/>
            </a:xfrm>
            <a:prstGeom prst="octagon">
              <a:avLst>
                <a:gd name="adj" fmla="val 29289"/>
              </a:avLst>
            </a:prstGeom>
            <a:solidFill>
              <a:srgbClr val="FB569C">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4" name="Google Shape;844;p30"/>
            <p:cNvSpPr/>
            <p:nvPr/>
          </p:nvSpPr>
          <p:spPr>
            <a:xfrm>
              <a:off x="5226003" y="1373394"/>
              <a:ext cx="748200" cy="748200"/>
            </a:xfrm>
            <a:prstGeom prst="octagon">
              <a:avLst>
                <a:gd name="adj" fmla="val 29289"/>
              </a:avLst>
            </a:pr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3333"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03</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5" name="Google Shape;845;p30"/>
          <p:cNvGrpSpPr/>
          <p:nvPr/>
        </p:nvGrpSpPr>
        <p:grpSpPr>
          <a:xfrm>
            <a:off x="7188874" y="5113442"/>
            <a:ext cx="556084" cy="530831"/>
            <a:chOff x="4126815" y="2760704"/>
            <a:chExt cx="380393" cy="363118"/>
          </a:xfrm>
        </p:grpSpPr>
        <p:sp>
          <p:nvSpPr>
            <p:cNvPr id="846" name="Google Shape;846;p30"/>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 name="Google Shape;847;p30"/>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8" name="Google Shape;848;p30"/>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9" name="Google Shape;849;p30"/>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0" name="Google Shape;850;p30"/>
          <p:cNvGrpSpPr/>
          <p:nvPr/>
        </p:nvGrpSpPr>
        <p:grpSpPr>
          <a:xfrm>
            <a:off x="3686985" y="1735901"/>
            <a:ext cx="2076833" cy="4082767"/>
            <a:chOff x="2765238" y="1301925"/>
            <a:chExt cx="1557625" cy="3062075"/>
          </a:xfrm>
        </p:grpSpPr>
        <p:sp>
          <p:nvSpPr>
            <p:cNvPr id="851" name="Google Shape;851;p30"/>
            <p:cNvSpPr/>
            <p:nvPr/>
          </p:nvSpPr>
          <p:spPr>
            <a:xfrm>
              <a:off x="2765263" y="1758210"/>
              <a:ext cx="1557600" cy="1829100"/>
            </a:xfrm>
            <a:prstGeom prst="snip2SameRect">
              <a:avLst>
                <a:gd name="adj1" fmla="val 16667"/>
                <a:gd name="adj2" fmla="val 0"/>
              </a:avLst>
            </a:prstGeom>
            <a:solidFill>
              <a:srgbClr val="FFFFFF"/>
            </a:solidFill>
            <a:ln w="9525" cap="flat" cmpd="sng">
              <a:solidFill>
                <a:srgbClr val="000000"/>
              </a:solidFill>
              <a:prstDash val="solid"/>
              <a:round/>
              <a:headEnd type="none" w="sm" len="sm"/>
              <a:tailEnd type="none" w="sm" len="sm"/>
            </a:ln>
          </p:spPr>
          <p:txBody>
            <a:bodyPr spcFirstLastPara="1" wrap="square" lIns="121900" tIns="487667"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852" name="Google Shape;852;p30"/>
            <p:cNvSpPr/>
            <p:nvPr/>
          </p:nvSpPr>
          <p:spPr>
            <a:xfrm rot="10800000">
              <a:off x="2765238" y="3704300"/>
              <a:ext cx="1557600" cy="659700"/>
            </a:xfrm>
            <a:prstGeom prst="snip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 name="Google Shape;853;p30"/>
            <p:cNvSpPr/>
            <p:nvPr/>
          </p:nvSpPr>
          <p:spPr>
            <a:xfrm>
              <a:off x="2765263" y="3587292"/>
              <a:ext cx="1557600" cy="117000"/>
            </a:xfrm>
            <a:prstGeom prst="rect">
              <a:avLst/>
            </a:prstGeom>
            <a:solidFill>
              <a:srgbClr val="FB8569">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 name="Google Shape;854;p30"/>
            <p:cNvSpPr/>
            <p:nvPr/>
          </p:nvSpPr>
          <p:spPr>
            <a:xfrm>
              <a:off x="3098263" y="1301925"/>
              <a:ext cx="891600" cy="891600"/>
            </a:xfrm>
            <a:prstGeom prst="octagon">
              <a:avLst>
                <a:gd name="adj" fmla="val 29289"/>
              </a:avLst>
            </a:prstGeom>
            <a:solidFill>
              <a:srgbClr val="FB8569">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 name="Google Shape;855;p30"/>
            <p:cNvSpPr/>
            <p:nvPr/>
          </p:nvSpPr>
          <p:spPr>
            <a:xfrm>
              <a:off x="3169859" y="1373520"/>
              <a:ext cx="747900" cy="747900"/>
            </a:xfrm>
            <a:prstGeom prst="octagon">
              <a:avLst>
                <a:gd name="adj" fmla="val 29289"/>
              </a:avLst>
            </a:pr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3333"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02</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6" name="Google Shape;856;p30"/>
          <p:cNvGrpSpPr/>
          <p:nvPr/>
        </p:nvGrpSpPr>
        <p:grpSpPr>
          <a:xfrm>
            <a:off x="4572578" y="5098581"/>
            <a:ext cx="305687" cy="560540"/>
            <a:chOff x="4218333" y="3184982"/>
            <a:chExt cx="209107" cy="383442"/>
          </a:xfrm>
        </p:grpSpPr>
        <p:sp>
          <p:nvSpPr>
            <p:cNvPr id="857" name="Google Shape;857;p30"/>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 name="Google Shape;858;p30"/>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9" name="Google Shape;859;p30"/>
          <p:cNvGrpSpPr/>
          <p:nvPr/>
        </p:nvGrpSpPr>
        <p:grpSpPr>
          <a:xfrm>
            <a:off x="9169984" y="1735901"/>
            <a:ext cx="2076800" cy="4082767"/>
            <a:chOff x="6877488" y="1301925"/>
            <a:chExt cx="1557600" cy="3062075"/>
          </a:xfrm>
        </p:grpSpPr>
        <p:sp>
          <p:nvSpPr>
            <p:cNvPr id="860" name="Google Shape;860;p30"/>
            <p:cNvSpPr/>
            <p:nvPr/>
          </p:nvSpPr>
          <p:spPr>
            <a:xfrm>
              <a:off x="6877488" y="1758210"/>
              <a:ext cx="1557600" cy="1829100"/>
            </a:xfrm>
            <a:prstGeom prst="snip2SameRect">
              <a:avLst>
                <a:gd name="adj1" fmla="val 16667"/>
                <a:gd name="adj2" fmla="val 0"/>
              </a:avLst>
            </a:prstGeom>
            <a:solidFill>
              <a:srgbClr val="FFFFFF"/>
            </a:solidFill>
            <a:ln w="9525" cap="flat" cmpd="sng">
              <a:solidFill>
                <a:srgbClr val="000000"/>
              </a:solidFill>
              <a:prstDash val="solid"/>
              <a:round/>
              <a:headEnd type="none" w="sm" len="sm"/>
              <a:tailEnd type="none" w="sm" len="sm"/>
            </a:ln>
          </p:spPr>
          <p:txBody>
            <a:bodyPr spcFirstLastPara="1" wrap="square" lIns="121900" tIns="487667"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861" name="Google Shape;861;p30"/>
            <p:cNvSpPr/>
            <p:nvPr/>
          </p:nvSpPr>
          <p:spPr>
            <a:xfrm rot="10800000">
              <a:off x="6877488" y="3704300"/>
              <a:ext cx="1557600" cy="659700"/>
            </a:xfrm>
            <a:prstGeom prst="snip2SameRect">
              <a:avLst>
                <a:gd name="adj1" fmla="val 50000"/>
                <a:gd name="adj2" fmla="val 0"/>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2" name="Google Shape;862;p30"/>
            <p:cNvSpPr/>
            <p:nvPr/>
          </p:nvSpPr>
          <p:spPr>
            <a:xfrm>
              <a:off x="6877488" y="3587292"/>
              <a:ext cx="1557600" cy="117000"/>
            </a:xfrm>
            <a:prstGeom prst="rect">
              <a:avLst/>
            </a:prstGeom>
            <a:solidFill>
              <a:srgbClr val="9C27B0">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3" name="Google Shape;863;p30"/>
            <p:cNvSpPr/>
            <p:nvPr/>
          </p:nvSpPr>
          <p:spPr>
            <a:xfrm>
              <a:off x="7210500" y="1301925"/>
              <a:ext cx="891600" cy="891600"/>
            </a:xfrm>
            <a:prstGeom prst="octagon">
              <a:avLst>
                <a:gd name="adj" fmla="val 29289"/>
              </a:avLst>
            </a:prstGeom>
            <a:solidFill>
              <a:srgbClr val="9C27B0">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4" name="Google Shape;864;p30"/>
            <p:cNvSpPr/>
            <p:nvPr/>
          </p:nvSpPr>
          <p:spPr>
            <a:xfrm>
              <a:off x="7282241" y="1373520"/>
              <a:ext cx="748200" cy="748200"/>
            </a:xfrm>
            <a:prstGeom prst="octagon">
              <a:avLst>
                <a:gd name="adj" fmla="val 29289"/>
              </a:avLst>
            </a:pr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3333"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04</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5" name="Google Shape;865;p30"/>
          <p:cNvGrpSpPr/>
          <p:nvPr/>
        </p:nvGrpSpPr>
        <p:grpSpPr>
          <a:xfrm>
            <a:off x="9970963" y="5141646"/>
            <a:ext cx="474885" cy="474420"/>
            <a:chOff x="3040984" y="3681059"/>
            <a:chExt cx="356164" cy="355815"/>
          </a:xfrm>
        </p:grpSpPr>
        <p:sp>
          <p:nvSpPr>
            <p:cNvPr id="866" name="Google Shape;866;p30"/>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7" name="Google Shape;867;p30"/>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8" name="Google Shape;868;p30"/>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247428569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872"/>
        <p:cNvGrpSpPr/>
        <p:nvPr/>
      </p:nvGrpSpPr>
      <p:grpSpPr>
        <a:xfrm>
          <a:off x="0" y="0"/>
          <a:ext cx="0" cy="0"/>
          <a:chOff x="0" y="0"/>
          <a:chExt cx="0" cy="0"/>
        </a:xfrm>
      </p:grpSpPr>
      <p:grpSp>
        <p:nvGrpSpPr>
          <p:cNvPr id="873" name="Google Shape;873;p31"/>
          <p:cNvGrpSpPr/>
          <p:nvPr/>
        </p:nvGrpSpPr>
        <p:grpSpPr>
          <a:xfrm>
            <a:off x="4116700" y="3679020"/>
            <a:ext cx="2668736" cy="1818632"/>
            <a:chOff x="3087525" y="2759265"/>
            <a:chExt cx="2001552" cy="1363974"/>
          </a:xfrm>
        </p:grpSpPr>
        <p:sp>
          <p:nvSpPr>
            <p:cNvPr id="874" name="Google Shape;874;p31"/>
            <p:cNvSpPr/>
            <p:nvPr/>
          </p:nvSpPr>
          <p:spPr>
            <a:xfrm>
              <a:off x="3087525" y="2759265"/>
              <a:ext cx="2001552" cy="1363974"/>
            </a:xfrm>
            <a:custGeom>
              <a:avLst/>
              <a:gdLst/>
              <a:ahLst/>
              <a:cxnLst/>
              <a:rect l="l" t="t" r="r" b="b"/>
              <a:pathLst>
                <a:path w="87797" h="59830" extrusionOk="0">
                  <a:moveTo>
                    <a:pt x="65127" y="0"/>
                  </a:moveTo>
                  <a:lnTo>
                    <a:pt x="65127" y="22682"/>
                  </a:lnTo>
                  <a:lnTo>
                    <a:pt x="18574" y="22682"/>
                  </a:lnTo>
                  <a:cubicBezTo>
                    <a:pt x="8311" y="22682"/>
                    <a:pt x="0" y="30992"/>
                    <a:pt x="0" y="41256"/>
                  </a:cubicBezTo>
                  <a:cubicBezTo>
                    <a:pt x="0" y="51519"/>
                    <a:pt x="8311" y="59829"/>
                    <a:pt x="18574" y="59829"/>
                  </a:cubicBezTo>
                  <a:lnTo>
                    <a:pt x="62734" y="59829"/>
                  </a:lnTo>
                  <a:cubicBezTo>
                    <a:pt x="76581" y="59829"/>
                    <a:pt x="87797" y="48614"/>
                    <a:pt x="87797" y="34779"/>
                  </a:cubicBezTo>
                  <a:lnTo>
                    <a:pt x="87797" y="0"/>
                  </a:lnTo>
                  <a:close/>
                </a:path>
              </a:pathLst>
            </a:custGeom>
            <a:solidFill>
              <a:schemeClr val="accent6"/>
            </a:solidFill>
            <a:ln w="7450" cap="flat" cmpd="sng">
              <a:solidFill>
                <a:schemeClr val="accent4"/>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5" name="Google Shape;875;p31"/>
            <p:cNvSpPr/>
            <p:nvPr/>
          </p:nvSpPr>
          <p:spPr>
            <a:xfrm>
              <a:off x="3130134" y="3334709"/>
              <a:ext cx="435113" cy="736701"/>
            </a:xfrm>
            <a:custGeom>
              <a:avLst/>
              <a:gdLst/>
              <a:ahLst/>
              <a:cxnLst/>
              <a:rect l="l" t="t" r="r" b="b"/>
              <a:pathLst>
                <a:path w="19086" h="32315" extrusionOk="0">
                  <a:moveTo>
                    <a:pt x="16669" y="1"/>
                  </a:moveTo>
                  <a:cubicBezTo>
                    <a:pt x="7847" y="1"/>
                    <a:pt x="417" y="6954"/>
                    <a:pt x="215" y="15776"/>
                  </a:cubicBezTo>
                  <a:cubicBezTo>
                    <a:pt x="0" y="24861"/>
                    <a:pt x="7323" y="32314"/>
                    <a:pt x="16372" y="32314"/>
                  </a:cubicBezTo>
                  <a:lnTo>
                    <a:pt x="16669" y="32314"/>
                  </a:lnTo>
                  <a:cubicBezTo>
                    <a:pt x="18003" y="32314"/>
                    <a:pt x="19086" y="31243"/>
                    <a:pt x="19086" y="29909"/>
                  </a:cubicBezTo>
                  <a:lnTo>
                    <a:pt x="19086" y="2418"/>
                  </a:lnTo>
                  <a:cubicBezTo>
                    <a:pt x="19086" y="1084"/>
                    <a:pt x="18003" y="1"/>
                    <a:pt x="1666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6" name="Google Shape;876;p31"/>
            <p:cNvSpPr txBox="1"/>
            <p:nvPr/>
          </p:nvSpPr>
          <p:spPr>
            <a:xfrm>
              <a:off x="3683250" y="3506625"/>
              <a:ext cx="1129800" cy="3843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Item 4</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877" name="Google Shape;877;p31"/>
          <p:cNvGrpSpPr/>
          <p:nvPr/>
        </p:nvGrpSpPr>
        <p:grpSpPr>
          <a:xfrm>
            <a:off x="5406214" y="1853508"/>
            <a:ext cx="2669101" cy="1818632"/>
            <a:chOff x="4054660" y="1390131"/>
            <a:chExt cx="2001826" cy="1363974"/>
          </a:xfrm>
        </p:grpSpPr>
        <p:sp>
          <p:nvSpPr>
            <p:cNvPr id="878" name="Google Shape;878;p31"/>
            <p:cNvSpPr/>
            <p:nvPr/>
          </p:nvSpPr>
          <p:spPr>
            <a:xfrm>
              <a:off x="4054660" y="1390131"/>
              <a:ext cx="2001826" cy="1363974"/>
            </a:xfrm>
            <a:custGeom>
              <a:avLst/>
              <a:gdLst/>
              <a:ahLst/>
              <a:cxnLst/>
              <a:rect l="l" t="t" r="r" b="b"/>
              <a:pathLst>
                <a:path w="87809" h="59830" extrusionOk="0">
                  <a:moveTo>
                    <a:pt x="25063" y="0"/>
                  </a:moveTo>
                  <a:cubicBezTo>
                    <a:pt x="11228" y="0"/>
                    <a:pt x="0" y="11216"/>
                    <a:pt x="0" y="25063"/>
                  </a:cubicBezTo>
                  <a:lnTo>
                    <a:pt x="0" y="59829"/>
                  </a:lnTo>
                  <a:lnTo>
                    <a:pt x="22682" y="59829"/>
                  </a:lnTo>
                  <a:lnTo>
                    <a:pt x="22682" y="37160"/>
                  </a:lnTo>
                  <a:lnTo>
                    <a:pt x="69223" y="37160"/>
                  </a:lnTo>
                  <a:cubicBezTo>
                    <a:pt x="79486" y="37160"/>
                    <a:pt x="87809" y="28837"/>
                    <a:pt x="87809" y="18574"/>
                  </a:cubicBezTo>
                  <a:cubicBezTo>
                    <a:pt x="87809" y="8323"/>
                    <a:pt x="79486" y="0"/>
                    <a:pt x="69223" y="0"/>
                  </a:cubicBezTo>
                  <a:close/>
                </a:path>
              </a:pathLst>
            </a:custGeom>
            <a:solidFill>
              <a:schemeClr val="accent2"/>
            </a:solidFill>
            <a:ln w="7450" cap="flat" cmpd="sng">
              <a:solidFill>
                <a:schemeClr val="accent2"/>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9" name="Google Shape;879;p31"/>
            <p:cNvSpPr/>
            <p:nvPr/>
          </p:nvSpPr>
          <p:spPr>
            <a:xfrm>
              <a:off x="5570906" y="1445234"/>
              <a:ext cx="435113" cy="736952"/>
            </a:xfrm>
            <a:custGeom>
              <a:avLst/>
              <a:gdLst/>
              <a:ahLst/>
              <a:cxnLst/>
              <a:rect l="l" t="t" r="r" b="b"/>
              <a:pathLst>
                <a:path w="19086" h="32326" extrusionOk="0">
                  <a:moveTo>
                    <a:pt x="2417" y="0"/>
                  </a:moveTo>
                  <a:cubicBezTo>
                    <a:pt x="1084" y="0"/>
                    <a:pt x="0" y="1084"/>
                    <a:pt x="0" y="2417"/>
                  </a:cubicBezTo>
                  <a:lnTo>
                    <a:pt x="0" y="29909"/>
                  </a:lnTo>
                  <a:cubicBezTo>
                    <a:pt x="0" y="31242"/>
                    <a:pt x="1084" y="32326"/>
                    <a:pt x="2417" y="32326"/>
                  </a:cubicBezTo>
                  <a:lnTo>
                    <a:pt x="2715" y="32326"/>
                  </a:lnTo>
                  <a:cubicBezTo>
                    <a:pt x="11752" y="32326"/>
                    <a:pt x="19086" y="24861"/>
                    <a:pt x="18872" y="15776"/>
                  </a:cubicBezTo>
                  <a:cubicBezTo>
                    <a:pt x="18658" y="6954"/>
                    <a:pt x="11240" y="0"/>
                    <a:pt x="241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0" name="Google Shape;880;p31"/>
            <p:cNvSpPr txBox="1"/>
            <p:nvPr/>
          </p:nvSpPr>
          <p:spPr>
            <a:xfrm>
              <a:off x="4304275" y="1617300"/>
              <a:ext cx="1129800" cy="3843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Item 2</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881" name="Google Shape;881;p31"/>
          <p:cNvGrpSpPr/>
          <p:nvPr/>
        </p:nvGrpSpPr>
        <p:grpSpPr>
          <a:xfrm>
            <a:off x="4242501" y="1699334"/>
            <a:ext cx="1850625" cy="2669101"/>
            <a:chOff x="3181875" y="1274500"/>
            <a:chExt cx="1387969" cy="2001826"/>
          </a:xfrm>
        </p:grpSpPr>
        <p:sp>
          <p:nvSpPr>
            <p:cNvPr id="882" name="Google Shape;882;p31"/>
            <p:cNvSpPr/>
            <p:nvPr/>
          </p:nvSpPr>
          <p:spPr>
            <a:xfrm>
              <a:off x="3205869" y="1274500"/>
              <a:ext cx="1363974" cy="2001826"/>
            </a:xfrm>
            <a:custGeom>
              <a:avLst/>
              <a:gdLst/>
              <a:ahLst/>
              <a:cxnLst/>
              <a:rect l="l" t="t" r="r" b="b"/>
              <a:pathLst>
                <a:path w="59830" h="87809" extrusionOk="0">
                  <a:moveTo>
                    <a:pt x="18586" y="0"/>
                  </a:moveTo>
                  <a:cubicBezTo>
                    <a:pt x="8323" y="0"/>
                    <a:pt x="0" y="8323"/>
                    <a:pt x="0" y="18586"/>
                  </a:cubicBezTo>
                  <a:lnTo>
                    <a:pt x="0" y="62746"/>
                  </a:lnTo>
                  <a:cubicBezTo>
                    <a:pt x="0" y="76581"/>
                    <a:pt x="11228" y="87809"/>
                    <a:pt x="25063" y="87809"/>
                  </a:cubicBezTo>
                  <a:lnTo>
                    <a:pt x="59829" y="87809"/>
                  </a:lnTo>
                  <a:lnTo>
                    <a:pt x="59829" y="65127"/>
                  </a:lnTo>
                  <a:lnTo>
                    <a:pt x="37160" y="65127"/>
                  </a:lnTo>
                  <a:lnTo>
                    <a:pt x="37160" y="18586"/>
                  </a:lnTo>
                  <a:cubicBezTo>
                    <a:pt x="37160" y="8323"/>
                    <a:pt x="28849" y="0"/>
                    <a:pt x="18586" y="0"/>
                  </a:cubicBezTo>
                  <a:close/>
                </a:path>
              </a:pathLst>
            </a:custGeom>
            <a:solidFill>
              <a:schemeClr val="accent1"/>
            </a:solidFill>
            <a:ln w="7450" cap="flat" cmpd="sng">
              <a:solidFill>
                <a:schemeClr val="accent1"/>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3" name="Google Shape;883;p31"/>
            <p:cNvSpPr/>
            <p:nvPr/>
          </p:nvSpPr>
          <p:spPr>
            <a:xfrm>
              <a:off x="3260698" y="1328144"/>
              <a:ext cx="736678" cy="430348"/>
            </a:xfrm>
            <a:custGeom>
              <a:avLst/>
              <a:gdLst/>
              <a:ahLst/>
              <a:cxnLst/>
              <a:rect l="l" t="t" r="r" b="b"/>
              <a:pathLst>
                <a:path w="32314" h="18877" extrusionOk="0">
                  <a:moveTo>
                    <a:pt x="16162" y="0"/>
                  </a:moveTo>
                  <a:cubicBezTo>
                    <a:pt x="7254" y="0"/>
                    <a:pt x="0" y="7254"/>
                    <a:pt x="0" y="16162"/>
                  </a:cubicBezTo>
                  <a:lnTo>
                    <a:pt x="0" y="16459"/>
                  </a:lnTo>
                  <a:cubicBezTo>
                    <a:pt x="0" y="17793"/>
                    <a:pt x="1084" y="18876"/>
                    <a:pt x="2417" y="18876"/>
                  </a:cubicBezTo>
                  <a:lnTo>
                    <a:pt x="29897" y="18876"/>
                  </a:lnTo>
                  <a:cubicBezTo>
                    <a:pt x="31230" y="18876"/>
                    <a:pt x="32314" y="17793"/>
                    <a:pt x="32314" y="16459"/>
                  </a:cubicBezTo>
                  <a:cubicBezTo>
                    <a:pt x="32314" y="7637"/>
                    <a:pt x="25373" y="219"/>
                    <a:pt x="16550" y="5"/>
                  </a:cubicBezTo>
                  <a:cubicBezTo>
                    <a:pt x="16420" y="2"/>
                    <a:pt x="16291" y="0"/>
                    <a:pt x="161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4" name="Google Shape;884;p31"/>
            <p:cNvSpPr txBox="1"/>
            <p:nvPr/>
          </p:nvSpPr>
          <p:spPr>
            <a:xfrm>
              <a:off x="3181875" y="2215700"/>
              <a:ext cx="894300" cy="3843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Item 1</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885" name="Google Shape;885;p31"/>
          <p:cNvGrpSpPr/>
          <p:nvPr/>
        </p:nvGrpSpPr>
        <p:grpSpPr>
          <a:xfrm>
            <a:off x="6098541" y="2983043"/>
            <a:ext cx="1848792" cy="2668767"/>
            <a:chOff x="4573906" y="2237282"/>
            <a:chExt cx="1386594" cy="2001575"/>
          </a:xfrm>
        </p:grpSpPr>
        <p:sp>
          <p:nvSpPr>
            <p:cNvPr id="886" name="Google Shape;886;p31"/>
            <p:cNvSpPr/>
            <p:nvPr/>
          </p:nvSpPr>
          <p:spPr>
            <a:xfrm>
              <a:off x="4573906" y="2237282"/>
              <a:ext cx="1363974" cy="2001575"/>
            </a:xfrm>
            <a:custGeom>
              <a:avLst/>
              <a:gdLst/>
              <a:ahLst/>
              <a:cxnLst/>
              <a:rect l="l" t="t" r="r" b="b"/>
              <a:pathLst>
                <a:path w="59830" h="87798" extrusionOk="0">
                  <a:moveTo>
                    <a:pt x="1" y="1"/>
                  </a:moveTo>
                  <a:lnTo>
                    <a:pt x="1" y="22670"/>
                  </a:lnTo>
                  <a:lnTo>
                    <a:pt x="22670" y="22670"/>
                  </a:lnTo>
                  <a:lnTo>
                    <a:pt x="22670" y="69224"/>
                  </a:lnTo>
                  <a:cubicBezTo>
                    <a:pt x="22670" y="79487"/>
                    <a:pt x="30993" y="87797"/>
                    <a:pt x="41244" y="87797"/>
                  </a:cubicBezTo>
                  <a:cubicBezTo>
                    <a:pt x="51507" y="87797"/>
                    <a:pt x="59830" y="79487"/>
                    <a:pt x="59830" y="69224"/>
                  </a:cubicBezTo>
                  <a:lnTo>
                    <a:pt x="59830" y="25051"/>
                  </a:lnTo>
                  <a:cubicBezTo>
                    <a:pt x="59830" y="11216"/>
                    <a:pt x="48614" y="1"/>
                    <a:pt x="34767" y="1"/>
                  </a:cubicBezTo>
                  <a:close/>
                </a:path>
              </a:pathLst>
            </a:custGeom>
            <a:solidFill>
              <a:schemeClr val="accent3"/>
            </a:solidFill>
            <a:ln w="7450" cap="flat" cmpd="sng">
              <a:solidFill>
                <a:schemeClr val="accent3"/>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7" name="Google Shape;887;p31"/>
            <p:cNvSpPr/>
            <p:nvPr/>
          </p:nvSpPr>
          <p:spPr>
            <a:xfrm>
              <a:off x="5145017" y="3748105"/>
              <a:ext cx="736678" cy="430348"/>
            </a:xfrm>
            <a:custGeom>
              <a:avLst/>
              <a:gdLst/>
              <a:ahLst/>
              <a:cxnLst/>
              <a:rect l="l" t="t" r="r" b="b"/>
              <a:pathLst>
                <a:path w="32314" h="18877" extrusionOk="0">
                  <a:moveTo>
                    <a:pt x="2417" y="1"/>
                  </a:moveTo>
                  <a:cubicBezTo>
                    <a:pt x="1084" y="1"/>
                    <a:pt x="1" y="1084"/>
                    <a:pt x="1" y="2418"/>
                  </a:cubicBezTo>
                  <a:lnTo>
                    <a:pt x="1" y="2727"/>
                  </a:lnTo>
                  <a:cubicBezTo>
                    <a:pt x="1" y="11635"/>
                    <a:pt x="7254" y="18877"/>
                    <a:pt x="16162" y="18877"/>
                  </a:cubicBezTo>
                  <a:cubicBezTo>
                    <a:pt x="16291" y="18877"/>
                    <a:pt x="16420" y="18875"/>
                    <a:pt x="16550" y="18872"/>
                  </a:cubicBezTo>
                  <a:cubicBezTo>
                    <a:pt x="25373" y="18670"/>
                    <a:pt x="32314" y="11240"/>
                    <a:pt x="32314" y="2418"/>
                  </a:cubicBezTo>
                  <a:cubicBezTo>
                    <a:pt x="32314" y="1084"/>
                    <a:pt x="31243" y="1"/>
                    <a:pt x="298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8" name="Google Shape;888;p31"/>
            <p:cNvSpPr txBox="1"/>
            <p:nvPr/>
          </p:nvSpPr>
          <p:spPr>
            <a:xfrm>
              <a:off x="5066200" y="2906600"/>
              <a:ext cx="894300" cy="3843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Item 3</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sp>
        <p:nvSpPr>
          <p:cNvPr id="889" name="Google Shape;889;p31"/>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solidFill>
                  <a:srgbClr val="000000"/>
                </a:solidFill>
              </a:rPr>
              <a:t>Project Management Infographics</a:t>
            </a:r>
            <a:endParaRPr>
              <a:solidFill>
                <a:srgbClr val="000000"/>
              </a:solidFill>
            </a:endParaRPr>
          </a:p>
        </p:txBody>
      </p:sp>
      <p:sp>
        <p:nvSpPr>
          <p:cNvPr id="890" name="Google Shape;890;p31"/>
          <p:cNvSpPr/>
          <p:nvPr/>
        </p:nvSpPr>
        <p:spPr>
          <a:xfrm>
            <a:off x="5397884" y="2974380"/>
            <a:ext cx="1395541" cy="1395541"/>
          </a:xfrm>
          <a:custGeom>
            <a:avLst/>
            <a:gdLst/>
            <a:ahLst/>
            <a:cxnLst/>
            <a:rect l="l" t="t" r="r" b="b"/>
            <a:pathLst>
              <a:path w="45911" h="45911" extrusionOk="0">
                <a:moveTo>
                  <a:pt x="22956" y="0"/>
                </a:moveTo>
                <a:cubicBezTo>
                  <a:pt x="10275" y="0"/>
                  <a:pt x="0" y="10275"/>
                  <a:pt x="0" y="22955"/>
                </a:cubicBezTo>
                <a:cubicBezTo>
                  <a:pt x="0" y="35635"/>
                  <a:pt x="10275" y="45910"/>
                  <a:pt x="22956" y="45910"/>
                </a:cubicBezTo>
                <a:cubicBezTo>
                  <a:pt x="35624" y="45910"/>
                  <a:pt x="45911" y="35635"/>
                  <a:pt x="45911" y="22955"/>
                </a:cubicBezTo>
                <a:cubicBezTo>
                  <a:pt x="45911" y="10275"/>
                  <a:pt x="35624" y="0"/>
                  <a:pt x="229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rPr>
              <a:t>2023</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91" name="Google Shape;891;p31"/>
          <p:cNvGrpSpPr/>
          <p:nvPr/>
        </p:nvGrpSpPr>
        <p:grpSpPr>
          <a:xfrm>
            <a:off x="4629046" y="1857251"/>
            <a:ext cx="419359" cy="401028"/>
            <a:chOff x="5045500" y="842250"/>
            <a:chExt cx="503875" cy="481850"/>
          </a:xfrm>
        </p:grpSpPr>
        <p:sp>
          <p:nvSpPr>
            <p:cNvPr id="892" name="Google Shape;892;p31"/>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893" name="Google Shape;893;p31"/>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894" name="Google Shape;894;p31"/>
          <p:cNvGrpSpPr/>
          <p:nvPr/>
        </p:nvGrpSpPr>
        <p:grpSpPr>
          <a:xfrm>
            <a:off x="4274499" y="4736894"/>
            <a:ext cx="401132" cy="401007"/>
            <a:chOff x="5642475" y="1435075"/>
            <a:chExt cx="481975" cy="481825"/>
          </a:xfrm>
        </p:grpSpPr>
        <p:sp>
          <p:nvSpPr>
            <p:cNvPr id="895" name="Google Shape;895;p31"/>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896" name="Google Shape;896;p31"/>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897" name="Google Shape;897;p31"/>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898" name="Google Shape;898;p31"/>
          <p:cNvGrpSpPr/>
          <p:nvPr/>
        </p:nvGrpSpPr>
        <p:grpSpPr>
          <a:xfrm>
            <a:off x="7149857" y="5083854"/>
            <a:ext cx="402568" cy="401028"/>
            <a:chOff x="898875" y="4399275"/>
            <a:chExt cx="483700" cy="481850"/>
          </a:xfrm>
        </p:grpSpPr>
        <p:sp>
          <p:nvSpPr>
            <p:cNvPr id="899" name="Google Shape;899;p31"/>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00" name="Google Shape;900;p31"/>
            <p:cNvSpPr/>
            <p:nvPr/>
          </p:nvSpPr>
          <p:spPr>
            <a:xfrm>
              <a:off x="1138025" y="4763350"/>
              <a:ext cx="25" cy="25"/>
            </a:xfrm>
            <a:custGeom>
              <a:avLst/>
              <a:gdLst/>
              <a:ahLst/>
              <a:cxnLst/>
              <a:rect l="l" t="t" r="r" b="b"/>
              <a:pathLst>
                <a:path w="1" h="1" extrusionOk="0">
                  <a:moveTo>
                    <a:pt x="1" y="0"/>
                  </a:move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01" name="Google Shape;901;p31"/>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02" name="Google Shape;902;p31"/>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03" name="Google Shape;903;p31"/>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04" name="Google Shape;904;p31"/>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05" name="Google Shape;905;p31"/>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06" name="Google Shape;906;p31"/>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907" name="Google Shape;907;p31"/>
          <p:cNvGrpSpPr/>
          <p:nvPr/>
        </p:nvGrpSpPr>
        <p:grpSpPr>
          <a:xfrm>
            <a:off x="7552430" y="2217754"/>
            <a:ext cx="325125" cy="401028"/>
            <a:chOff x="3330525" y="4399275"/>
            <a:chExt cx="390650" cy="481850"/>
          </a:xfrm>
        </p:grpSpPr>
        <p:sp>
          <p:nvSpPr>
            <p:cNvPr id="908" name="Google Shape;908;p31"/>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09" name="Google Shape;909;p31"/>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10" name="Google Shape;910;p31"/>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11" name="Google Shape;911;p31"/>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12" name="Google Shape;912;p31"/>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13" name="Google Shape;913;p31"/>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914" name="Google Shape;914;p31"/>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915" name="Google Shape;915;p31"/>
          <p:cNvGrpSpPr/>
          <p:nvPr/>
        </p:nvGrpSpPr>
        <p:grpSpPr>
          <a:xfrm>
            <a:off x="8224284" y="4309220"/>
            <a:ext cx="3020000" cy="1175657"/>
            <a:chOff x="6421788" y="2310281"/>
            <a:chExt cx="2265000" cy="881743"/>
          </a:xfrm>
        </p:grpSpPr>
        <p:sp>
          <p:nvSpPr>
            <p:cNvPr id="916" name="Google Shape;916;p31"/>
            <p:cNvSpPr txBox="1"/>
            <p:nvPr/>
          </p:nvSpPr>
          <p:spPr>
            <a:xfrm>
              <a:off x="6421788" y="2310281"/>
              <a:ext cx="2265000" cy="429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sp>
          <p:nvSpPr>
            <p:cNvPr id="917" name="Google Shape;917;p31"/>
            <p:cNvSpPr txBox="1"/>
            <p:nvPr/>
          </p:nvSpPr>
          <p:spPr>
            <a:xfrm>
              <a:off x="6421788" y="2657124"/>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918" name="Google Shape;918;p31"/>
          <p:cNvGrpSpPr/>
          <p:nvPr/>
        </p:nvGrpSpPr>
        <p:grpSpPr>
          <a:xfrm>
            <a:off x="8224284" y="1857269"/>
            <a:ext cx="3020000" cy="1175651"/>
            <a:chOff x="6421788" y="1043938"/>
            <a:chExt cx="2265000" cy="881738"/>
          </a:xfrm>
        </p:grpSpPr>
        <p:sp>
          <p:nvSpPr>
            <p:cNvPr id="919" name="Google Shape;919;p31"/>
            <p:cNvSpPr txBox="1"/>
            <p:nvPr/>
          </p:nvSpPr>
          <p:spPr>
            <a:xfrm>
              <a:off x="6421788" y="1390775"/>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closest planet to the Sun and the smallest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920" name="Google Shape;920;p31"/>
            <p:cNvSpPr txBox="1"/>
            <p:nvPr/>
          </p:nvSpPr>
          <p:spPr>
            <a:xfrm>
              <a:off x="6421788" y="1043938"/>
              <a:ext cx="2265000" cy="429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921" name="Google Shape;921;p31"/>
          <p:cNvGrpSpPr/>
          <p:nvPr/>
        </p:nvGrpSpPr>
        <p:grpSpPr>
          <a:xfrm>
            <a:off x="947017" y="4309223"/>
            <a:ext cx="3020000" cy="1175648"/>
            <a:chOff x="457188" y="2943441"/>
            <a:chExt cx="2265000" cy="881736"/>
          </a:xfrm>
        </p:grpSpPr>
        <p:sp>
          <p:nvSpPr>
            <p:cNvPr id="922" name="Google Shape;922;p31"/>
            <p:cNvSpPr txBox="1"/>
            <p:nvPr/>
          </p:nvSpPr>
          <p:spPr>
            <a:xfrm>
              <a:off x="457188" y="2943441"/>
              <a:ext cx="2265000" cy="429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Earth</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sp>
          <p:nvSpPr>
            <p:cNvPr id="923" name="Google Shape;923;p31"/>
            <p:cNvSpPr txBox="1"/>
            <p:nvPr/>
          </p:nvSpPr>
          <p:spPr>
            <a:xfrm>
              <a:off x="457188" y="3290276"/>
              <a:ext cx="22650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924" name="Google Shape;924;p31"/>
          <p:cNvGrpSpPr/>
          <p:nvPr/>
        </p:nvGrpSpPr>
        <p:grpSpPr>
          <a:xfrm>
            <a:off x="947017" y="1857269"/>
            <a:ext cx="3020000" cy="1175651"/>
            <a:chOff x="457188" y="1677367"/>
            <a:chExt cx="2265000" cy="881738"/>
          </a:xfrm>
        </p:grpSpPr>
        <p:sp>
          <p:nvSpPr>
            <p:cNvPr id="925" name="Google Shape;925;p31"/>
            <p:cNvSpPr txBox="1"/>
            <p:nvPr/>
          </p:nvSpPr>
          <p:spPr>
            <a:xfrm>
              <a:off x="457188" y="1677367"/>
              <a:ext cx="2264700" cy="429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sp>
          <p:nvSpPr>
            <p:cNvPr id="926" name="Google Shape;926;p31"/>
            <p:cNvSpPr txBox="1"/>
            <p:nvPr/>
          </p:nvSpPr>
          <p:spPr>
            <a:xfrm>
              <a:off x="457188" y="2024205"/>
              <a:ext cx="22650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a gas giant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Tree>
    <p:extLst>
      <p:ext uri="{BB962C8B-B14F-4D97-AF65-F5344CB8AC3E}">
        <p14:creationId xmlns:p14="http://schemas.microsoft.com/office/powerpoint/2010/main" val="3466295963"/>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959"/>
        <p:cNvGrpSpPr/>
        <p:nvPr/>
      </p:nvGrpSpPr>
      <p:grpSpPr>
        <a:xfrm>
          <a:off x="0" y="0"/>
          <a:ext cx="0" cy="0"/>
          <a:chOff x="0" y="0"/>
          <a:chExt cx="0" cy="0"/>
        </a:xfrm>
      </p:grpSpPr>
      <p:grpSp>
        <p:nvGrpSpPr>
          <p:cNvPr id="960" name="Google Shape;960;p33"/>
          <p:cNvGrpSpPr/>
          <p:nvPr/>
        </p:nvGrpSpPr>
        <p:grpSpPr>
          <a:xfrm>
            <a:off x="4298414" y="2788820"/>
            <a:ext cx="6946551" cy="988605"/>
            <a:chOff x="3223810" y="2091615"/>
            <a:chExt cx="5209913" cy="741454"/>
          </a:xfrm>
        </p:grpSpPr>
        <p:sp>
          <p:nvSpPr>
            <p:cNvPr id="961" name="Google Shape;961;p33"/>
            <p:cNvSpPr/>
            <p:nvPr/>
          </p:nvSpPr>
          <p:spPr>
            <a:xfrm>
              <a:off x="3223810" y="2091615"/>
              <a:ext cx="2985777" cy="741454"/>
            </a:xfrm>
            <a:custGeom>
              <a:avLst/>
              <a:gdLst/>
              <a:ahLst/>
              <a:cxnLst/>
              <a:rect l="l" t="t" r="r" b="b"/>
              <a:pathLst>
                <a:path w="109943" h="27302" extrusionOk="0">
                  <a:moveTo>
                    <a:pt x="0" y="1"/>
                  </a:moveTo>
                  <a:lnTo>
                    <a:pt x="4501" y="13645"/>
                  </a:lnTo>
                  <a:lnTo>
                    <a:pt x="0" y="27302"/>
                  </a:lnTo>
                  <a:lnTo>
                    <a:pt x="105442" y="27302"/>
                  </a:lnTo>
                  <a:lnTo>
                    <a:pt x="109943" y="13645"/>
                  </a:lnTo>
                  <a:lnTo>
                    <a:pt x="105442" y="1"/>
                  </a:lnTo>
                  <a:close/>
                </a:path>
              </a:pathLst>
            </a:custGeom>
            <a:solidFill>
              <a:schemeClr val="accent2"/>
            </a:solidFill>
            <a:ln>
              <a:noFill/>
            </a:ln>
          </p:spPr>
          <p:txBody>
            <a:bodyPr spcFirstLastPara="1" wrap="square" lIns="121900" tIns="121900" rIns="487667"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Mars</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962" name="Google Shape;962;p33"/>
            <p:cNvSpPr/>
            <p:nvPr/>
          </p:nvSpPr>
          <p:spPr>
            <a:xfrm>
              <a:off x="3223810" y="2091615"/>
              <a:ext cx="2687017" cy="117076"/>
            </a:xfrm>
            <a:custGeom>
              <a:avLst/>
              <a:gdLst/>
              <a:ahLst/>
              <a:cxnLst/>
              <a:rect l="l" t="t" r="r" b="b"/>
              <a:pathLst>
                <a:path w="98942" h="4311" extrusionOk="0">
                  <a:moveTo>
                    <a:pt x="0" y="1"/>
                  </a:moveTo>
                  <a:lnTo>
                    <a:pt x="1417" y="4311"/>
                  </a:lnTo>
                  <a:lnTo>
                    <a:pt x="98941" y="1"/>
                  </a:lnTo>
                  <a:close/>
                </a:path>
              </a:pathLst>
            </a:custGeom>
            <a:solidFill>
              <a:srgbClr val="000000">
                <a:alpha val="1955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 name="Google Shape;963;p33"/>
            <p:cNvSpPr/>
            <p:nvPr/>
          </p:nvSpPr>
          <p:spPr>
            <a:xfrm rot="10800000">
              <a:off x="4299750" y="2345502"/>
              <a:ext cx="544500" cy="233700"/>
            </a:xfrm>
            <a:prstGeom prst="rightArrow">
              <a:avLst>
                <a:gd name="adj1" fmla="val 35708"/>
                <a:gd name="adj2" fmla="val 46400"/>
              </a:avLst>
            </a:prstGeom>
            <a:no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 name="Google Shape;964;p33"/>
            <p:cNvSpPr txBox="1"/>
            <p:nvPr/>
          </p:nvSpPr>
          <p:spPr>
            <a:xfrm>
              <a:off x="6565623" y="2194913"/>
              <a:ext cx="18681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very cold place full of iron oxide dust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965" name="Google Shape;965;p33"/>
          <p:cNvGrpSpPr/>
          <p:nvPr/>
        </p:nvGrpSpPr>
        <p:grpSpPr>
          <a:xfrm>
            <a:off x="4298414" y="4765491"/>
            <a:ext cx="6946551" cy="988605"/>
            <a:chOff x="3223810" y="3574118"/>
            <a:chExt cx="5209913" cy="741454"/>
          </a:xfrm>
        </p:grpSpPr>
        <p:sp>
          <p:nvSpPr>
            <p:cNvPr id="966" name="Google Shape;966;p33"/>
            <p:cNvSpPr/>
            <p:nvPr/>
          </p:nvSpPr>
          <p:spPr>
            <a:xfrm>
              <a:off x="3223810" y="3574118"/>
              <a:ext cx="2985777" cy="741454"/>
            </a:xfrm>
            <a:custGeom>
              <a:avLst/>
              <a:gdLst/>
              <a:ahLst/>
              <a:cxnLst/>
              <a:rect l="l" t="t" r="r" b="b"/>
              <a:pathLst>
                <a:path w="109943" h="27302" extrusionOk="0">
                  <a:moveTo>
                    <a:pt x="0" y="1"/>
                  </a:moveTo>
                  <a:lnTo>
                    <a:pt x="4501" y="13645"/>
                  </a:lnTo>
                  <a:lnTo>
                    <a:pt x="0" y="27302"/>
                  </a:lnTo>
                  <a:lnTo>
                    <a:pt x="105442" y="27302"/>
                  </a:lnTo>
                  <a:lnTo>
                    <a:pt x="109943" y="13645"/>
                  </a:lnTo>
                  <a:lnTo>
                    <a:pt x="105442" y="1"/>
                  </a:lnTo>
                  <a:close/>
                </a:path>
              </a:pathLst>
            </a:custGeom>
            <a:solidFill>
              <a:schemeClr val="accent6"/>
            </a:solidFill>
            <a:ln>
              <a:noFill/>
            </a:ln>
          </p:spPr>
          <p:txBody>
            <a:bodyPr spcFirstLastPara="1" wrap="square" lIns="121900" tIns="121900" rIns="487667"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Jupiter</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967" name="Google Shape;967;p33"/>
            <p:cNvSpPr/>
            <p:nvPr/>
          </p:nvSpPr>
          <p:spPr>
            <a:xfrm>
              <a:off x="3223810" y="3574118"/>
              <a:ext cx="2687017" cy="117076"/>
            </a:xfrm>
            <a:custGeom>
              <a:avLst/>
              <a:gdLst/>
              <a:ahLst/>
              <a:cxnLst/>
              <a:rect l="l" t="t" r="r" b="b"/>
              <a:pathLst>
                <a:path w="98942" h="4311" extrusionOk="0">
                  <a:moveTo>
                    <a:pt x="0" y="1"/>
                  </a:moveTo>
                  <a:lnTo>
                    <a:pt x="1417" y="4311"/>
                  </a:lnTo>
                  <a:lnTo>
                    <a:pt x="98941" y="1"/>
                  </a:lnTo>
                  <a:close/>
                </a:path>
              </a:pathLst>
            </a:custGeom>
            <a:solidFill>
              <a:srgbClr val="000000">
                <a:alpha val="1955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 name="Google Shape;968;p33"/>
            <p:cNvSpPr/>
            <p:nvPr/>
          </p:nvSpPr>
          <p:spPr>
            <a:xfrm rot="10800000">
              <a:off x="4299750" y="3827977"/>
              <a:ext cx="544500" cy="233700"/>
            </a:xfrm>
            <a:prstGeom prst="rightArrow">
              <a:avLst>
                <a:gd name="adj1" fmla="val 35708"/>
                <a:gd name="adj2" fmla="val 46400"/>
              </a:avLst>
            </a:prstGeom>
            <a:no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 name="Google Shape;969;p33"/>
            <p:cNvSpPr txBox="1"/>
            <p:nvPr/>
          </p:nvSpPr>
          <p:spPr>
            <a:xfrm>
              <a:off x="6565623" y="3677391"/>
              <a:ext cx="18681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970" name="Google Shape;970;p33"/>
          <p:cNvGrpSpPr/>
          <p:nvPr/>
        </p:nvGrpSpPr>
        <p:grpSpPr>
          <a:xfrm>
            <a:off x="947034" y="3777372"/>
            <a:ext cx="6946569" cy="988171"/>
            <a:chOff x="710275" y="2833029"/>
            <a:chExt cx="5209927" cy="741128"/>
          </a:xfrm>
        </p:grpSpPr>
        <p:sp>
          <p:nvSpPr>
            <p:cNvPr id="971" name="Google Shape;971;p33"/>
            <p:cNvSpPr/>
            <p:nvPr/>
          </p:nvSpPr>
          <p:spPr>
            <a:xfrm>
              <a:off x="2934425" y="2833029"/>
              <a:ext cx="2985777" cy="741128"/>
            </a:xfrm>
            <a:custGeom>
              <a:avLst/>
              <a:gdLst/>
              <a:ahLst/>
              <a:cxnLst/>
              <a:rect l="l" t="t" r="r" b="b"/>
              <a:pathLst>
                <a:path w="109943" h="27290" extrusionOk="0">
                  <a:moveTo>
                    <a:pt x="4501" y="1"/>
                  </a:moveTo>
                  <a:lnTo>
                    <a:pt x="0" y="13645"/>
                  </a:lnTo>
                  <a:lnTo>
                    <a:pt x="4501" y="27290"/>
                  </a:lnTo>
                  <a:lnTo>
                    <a:pt x="109943" y="27290"/>
                  </a:lnTo>
                  <a:lnTo>
                    <a:pt x="105442" y="13645"/>
                  </a:lnTo>
                  <a:lnTo>
                    <a:pt x="109943" y="1"/>
                  </a:lnTo>
                  <a:close/>
                </a:path>
              </a:pathLst>
            </a:custGeom>
            <a:solidFill>
              <a:schemeClr val="accent3"/>
            </a:solidFill>
            <a:ln>
              <a:noFill/>
            </a:ln>
          </p:spPr>
          <p:txBody>
            <a:bodyPr spcFirstLastPara="1" wrap="square" lIns="487667"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Earth</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972" name="Google Shape;972;p33"/>
            <p:cNvSpPr/>
            <p:nvPr/>
          </p:nvSpPr>
          <p:spPr>
            <a:xfrm>
              <a:off x="3147825" y="2833029"/>
              <a:ext cx="2772373" cy="121285"/>
            </a:xfrm>
            <a:custGeom>
              <a:avLst/>
              <a:gdLst/>
              <a:ahLst/>
              <a:cxnLst/>
              <a:rect l="l" t="t" r="r" b="b"/>
              <a:pathLst>
                <a:path w="102085" h="4466" extrusionOk="0">
                  <a:moveTo>
                    <a:pt x="0" y="1"/>
                  </a:moveTo>
                  <a:lnTo>
                    <a:pt x="100608" y="4466"/>
                  </a:lnTo>
                  <a:lnTo>
                    <a:pt x="102085" y="1"/>
                  </a:lnTo>
                  <a:close/>
                </a:path>
              </a:pathLst>
            </a:custGeom>
            <a:solidFill>
              <a:srgbClr val="000000">
                <a:alpha val="1955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 name="Google Shape;973;p33"/>
            <p:cNvSpPr/>
            <p:nvPr/>
          </p:nvSpPr>
          <p:spPr>
            <a:xfrm>
              <a:off x="4299750" y="3086727"/>
              <a:ext cx="544500" cy="233700"/>
            </a:xfrm>
            <a:prstGeom prst="rightArrow">
              <a:avLst>
                <a:gd name="adj1" fmla="val 35708"/>
                <a:gd name="adj2" fmla="val 46400"/>
              </a:avLst>
            </a:prstGeom>
            <a:no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 name="Google Shape;974;p33"/>
            <p:cNvSpPr txBox="1"/>
            <p:nvPr/>
          </p:nvSpPr>
          <p:spPr>
            <a:xfrm>
              <a:off x="710275" y="2936162"/>
              <a:ext cx="18681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 and the only one that harbors life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975" name="Google Shape;975;p33"/>
          <p:cNvGrpSpPr/>
          <p:nvPr/>
        </p:nvGrpSpPr>
        <p:grpSpPr>
          <a:xfrm>
            <a:off x="947034" y="1800267"/>
            <a:ext cx="6946569" cy="988605"/>
            <a:chOff x="710275" y="1350200"/>
            <a:chExt cx="5209927" cy="741454"/>
          </a:xfrm>
        </p:grpSpPr>
        <p:sp>
          <p:nvSpPr>
            <p:cNvPr id="976" name="Google Shape;976;p33"/>
            <p:cNvSpPr/>
            <p:nvPr/>
          </p:nvSpPr>
          <p:spPr>
            <a:xfrm>
              <a:off x="2934425" y="1350200"/>
              <a:ext cx="2985777" cy="741454"/>
            </a:xfrm>
            <a:custGeom>
              <a:avLst/>
              <a:gdLst/>
              <a:ahLst/>
              <a:cxnLst/>
              <a:rect l="l" t="t" r="r" b="b"/>
              <a:pathLst>
                <a:path w="109943" h="27302" extrusionOk="0">
                  <a:moveTo>
                    <a:pt x="4501" y="1"/>
                  </a:moveTo>
                  <a:lnTo>
                    <a:pt x="0" y="13657"/>
                  </a:lnTo>
                  <a:lnTo>
                    <a:pt x="4501" y="27302"/>
                  </a:lnTo>
                  <a:lnTo>
                    <a:pt x="109943" y="27302"/>
                  </a:lnTo>
                  <a:lnTo>
                    <a:pt x="105442" y="13657"/>
                  </a:lnTo>
                  <a:lnTo>
                    <a:pt x="109943" y="1"/>
                  </a:lnTo>
                  <a:close/>
                </a:path>
              </a:pathLst>
            </a:custGeom>
            <a:solidFill>
              <a:schemeClr val="accent1"/>
            </a:solidFill>
            <a:ln>
              <a:noFill/>
            </a:ln>
          </p:spPr>
          <p:txBody>
            <a:bodyPr spcFirstLastPara="1" wrap="square" lIns="487667"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Neptune</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977" name="Google Shape;977;p33"/>
            <p:cNvSpPr/>
            <p:nvPr/>
          </p:nvSpPr>
          <p:spPr>
            <a:xfrm>
              <a:off x="4299750" y="1604077"/>
              <a:ext cx="544500" cy="233700"/>
            </a:xfrm>
            <a:prstGeom prst="rightArrow">
              <a:avLst>
                <a:gd name="adj1" fmla="val 35708"/>
                <a:gd name="adj2" fmla="val 46400"/>
              </a:avLst>
            </a:prstGeom>
            <a:no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 name="Google Shape;978;p33"/>
            <p:cNvSpPr txBox="1"/>
            <p:nvPr/>
          </p:nvSpPr>
          <p:spPr>
            <a:xfrm>
              <a:off x="710275" y="1453475"/>
              <a:ext cx="18681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a gas giant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
        <p:nvSpPr>
          <p:cNvPr id="979" name="Google Shape;979;p33"/>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sp>
        <p:nvSpPr>
          <p:cNvPr id="980" name="Google Shape;980;p33"/>
          <p:cNvSpPr/>
          <p:nvPr/>
        </p:nvSpPr>
        <p:spPr>
          <a:xfrm>
            <a:off x="4853064" y="3052171"/>
            <a:ext cx="463403" cy="46191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81" name="Google Shape;981;p33"/>
          <p:cNvGrpSpPr/>
          <p:nvPr/>
        </p:nvGrpSpPr>
        <p:grpSpPr>
          <a:xfrm>
            <a:off x="6873085" y="4056535"/>
            <a:ext cx="429535" cy="429832"/>
            <a:chOff x="4206763" y="2450951"/>
            <a:chExt cx="322151" cy="322374"/>
          </a:xfrm>
        </p:grpSpPr>
        <p:sp>
          <p:nvSpPr>
            <p:cNvPr id="982" name="Google Shape;982;p3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 name="Google Shape;983;p3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84" name="Google Shape;984;p33"/>
          <p:cNvGrpSpPr/>
          <p:nvPr/>
        </p:nvGrpSpPr>
        <p:grpSpPr>
          <a:xfrm>
            <a:off x="6866518" y="2087377"/>
            <a:ext cx="442692" cy="414384"/>
            <a:chOff x="6577238" y="2457221"/>
            <a:chExt cx="332019" cy="310788"/>
          </a:xfrm>
        </p:grpSpPr>
        <p:sp>
          <p:nvSpPr>
            <p:cNvPr id="985" name="Google Shape;985;p3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 name="Google Shape;986;p3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 name="Google Shape;987;p3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 name="Google Shape;988;p3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 name="Google Shape;989;p3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 name="Google Shape;990;p3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91" name="Google Shape;991;p33"/>
          <p:cNvSpPr/>
          <p:nvPr/>
        </p:nvSpPr>
        <p:spPr>
          <a:xfrm>
            <a:off x="4848525" y="5043723"/>
            <a:ext cx="472484" cy="432124"/>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17617755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1050"/>
        <p:cNvGrpSpPr/>
        <p:nvPr/>
      </p:nvGrpSpPr>
      <p:grpSpPr>
        <a:xfrm>
          <a:off x="0" y="0"/>
          <a:ext cx="0" cy="0"/>
          <a:chOff x="0" y="0"/>
          <a:chExt cx="0" cy="0"/>
        </a:xfrm>
      </p:grpSpPr>
      <p:sp>
        <p:nvSpPr>
          <p:cNvPr id="1051" name="Google Shape;1051;p35"/>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052" name="Google Shape;1052;p35"/>
          <p:cNvGrpSpPr/>
          <p:nvPr/>
        </p:nvGrpSpPr>
        <p:grpSpPr>
          <a:xfrm>
            <a:off x="3955668" y="1554333"/>
            <a:ext cx="4221465" cy="5303712"/>
            <a:chOff x="2966750" y="1165750"/>
            <a:chExt cx="3166099" cy="3977784"/>
          </a:xfrm>
        </p:grpSpPr>
        <p:sp>
          <p:nvSpPr>
            <p:cNvPr id="1053" name="Google Shape;1053;p35"/>
            <p:cNvSpPr/>
            <p:nvPr/>
          </p:nvSpPr>
          <p:spPr>
            <a:xfrm>
              <a:off x="2966750" y="1165750"/>
              <a:ext cx="3166099" cy="3977784"/>
            </a:xfrm>
            <a:custGeom>
              <a:avLst/>
              <a:gdLst/>
              <a:ahLst/>
              <a:cxnLst/>
              <a:rect l="l" t="t" r="r" b="b"/>
              <a:pathLst>
                <a:path w="114527" h="143888" extrusionOk="0">
                  <a:moveTo>
                    <a:pt x="57841" y="0"/>
                  </a:moveTo>
                  <a:lnTo>
                    <a:pt x="48792" y="15895"/>
                  </a:lnTo>
                  <a:lnTo>
                    <a:pt x="51531" y="15895"/>
                  </a:lnTo>
                  <a:lnTo>
                    <a:pt x="51531" y="19181"/>
                  </a:lnTo>
                  <a:lnTo>
                    <a:pt x="51531" y="19979"/>
                  </a:lnTo>
                  <a:lnTo>
                    <a:pt x="51531" y="20086"/>
                  </a:lnTo>
                  <a:lnTo>
                    <a:pt x="51554" y="20217"/>
                  </a:lnTo>
                  <a:lnTo>
                    <a:pt x="51578" y="20515"/>
                  </a:lnTo>
                  <a:lnTo>
                    <a:pt x="51614" y="21098"/>
                  </a:lnTo>
                  <a:cubicBezTo>
                    <a:pt x="51638" y="21491"/>
                    <a:pt x="51650" y="21884"/>
                    <a:pt x="51697" y="22277"/>
                  </a:cubicBezTo>
                  <a:lnTo>
                    <a:pt x="51876" y="23444"/>
                  </a:lnTo>
                  <a:lnTo>
                    <a:pt x="51971" y="24027"/>
                  </a:lnTo>
                  <a:cubicBezTo>
                    <a:pt x="52007" y="24218"/>
                    <a:pt x="52066" y="24408"/>
                    <a:pt x="52102" y="24599"/>
                  </a:cubicBezTo>
                  <a:lnTo>
                    <a:pt x="52412" y="25742"/>
                  </a:lnTo>
                  <a:cubicBezTo>
                    <a:pt x="52507" y="26123"/>
                    <a:pt x="52662" y="26492"/>
                    <a:pt x="52793" y="26861"/>
                  </a:cubicBezTo>
                  <a:cubicBezTo>
                    <a:pt x="52935" y="27230"/>
                    <a:pt x="53055" y="27611"/>
                    <a:pt x="53221" y="27968"/>
                  </a:cubicBezTo>
                  <a:lnTo>
                    <a:pt x="53733" y="29028"/>
                  </a:lnTo>
                  <a:cubicBezTo>
                    <a:pt x="53817" y="29206"/>
                    <a:pt x="53900" y="29385"/>
                    <a:pt x="53995" y="29552"/>
                  </a:cubicBezTo>
                  <a:lnTo>
                    <a:pt x="54305" y="30064"/>
                  </a:lnTo>
                  <a:lnTo>
                    <a:pt x="54912" y="31064"/>
                  </a:lnTo>
                  <a:cubicBezTo>
                    <a:pt x="55138" y="31385"/>
                    <a:pt x="55376" y="31707"/>
                    <a:pt x="55614" y="32016"/>
                  </a:cubicBezTo>
                  <a:cubicBezTo>
                    <a:pt x="56067" y="32659"/>
                    <a:pt x="56615" y="33219"/>
                    <a:pt x="57150" y="33802"/>
                  </a:cubicBezTo>
                  <a:cubicBezTo>
                    <a:pt x="57400" y="34100"/>
                    <a:pt x="57710" y="34350"/>
                    <a:pt x="57996" y="34624"/>
                  </a:cubicBezTo>
                  <a:cubicBezTo>
                    <a:pt x="58293" y="34874"/>
                    <a:pt x="58567" y="35148"/>
                    <a:pt x="58877" y="35398"/>
                  </a:cubicBezTo>
                  <a:lnTo>
                    <a:pt x="59829" y="36100"/>
                  </a:lnTo>
                  <a:cubicBezTo>
                    <a:pt x="59984" y="36219"/>
                    <a:pt x="60139" y="36338"/>
                    <a:pt x="60305" y="36445"/>
                  </a:cubicBezTo>
                  <a:lnTo>
                    <a:pt x="60806" y="36755"/>
                  </a:lnTo>
                  <a:lnTo>
                    <a:pt x="61818" y="37362"/>
                  </a:lnTo>
                  <a:cubicBezTo>
                    <a:pt x="62163" y="37553"/>
                    <a:pt x="62520" y="37719"/>
                    <a:pt x="62877" y="37886"/>
                  </a:cubicBezTo>
                  <a:cubicBezTo>
                    <a:pt x="63568" y="38255"/>
                    <a:pt x="64318" y="38505"/>
                    <a:pt x="65068" y="38767"/>
                  </a:cubicBezTo>
                  <a:cubicBezTo>
                    <a:pt x="65437" y="38910"/>
                    <a:pt x="65818" y="39005"/>
                    <a:pt x="66199" y="39100"/>
                  </a:cubicBezTo>
                  <a:cubicBezTo>
                    <a:pt x="66580" y="39196"/>
                    <a:pt x="66961" y="39303"/>
                    <a:pt x="67342" y="39386"/>
                  </a:cubicBezTo>
                  <a:lnTo>
                    <a:pt x="68509" y="39577"/>
                  </a:lnTo>
                  <a:cubicBezTo>
                    <a:pt x="68902" y="39624"/>
                    <a:pt x="69295" y="39660"/>
                    <a:pt x="69676" y="39672"/>
                  </a:cubicBezTo>
                  <a:cubicBezTo>
                    <a:pt x="70176" y="39704"/>
                    <a:pt x="70946" y="39709"/>
                    <a:pt x="71403" y="39709"/>
                  </a:cubicBezTo>
                  <a:cubicBezTo>
                    <a:pt x="71632" y="39709"/>
                    <a:pt x="71783" y="39708"/>
                    <a:pt x="71783" y="39708"/>
                  </a:cubicBezTo>
                  <a:lnTo>
                    <a:pt x="94298" y="39708"/>
                  </a:lnTo>
                  <a:lnTo>
                    <a:pt x="94691" y="39743"/>
                  </a:lnTo>
                  <a:lnTo>
                    <a:pt x="94905" y="39779"/>
                  </a:lnTo>
                  <a:cubicBezTo>
                    <a:pt x="95048" y="39791"/>
                    <a:pt x="95191" y="39803"/>
                    <a:pt x="95334" y="39803"/>
                  </a:cubicBezTo>
                  <a:cubicBezTo>
                    <a:pt x="95477" y="39803"/>
                    <a:pt x="95619" y="39862"/>
                    <a:pt x="95762" y="39874"/>
                  </a:cubicBezTo>
                  <a:cubicBezTo>
                    <a:pt x="95893" y="39898"/>
                    <a:pt x="96048" y="39898"/>
                    <a:pt x="96179" y="39946"/>
                  </a:cubicBezTo>
                  <a:cubicBezTo>
                    <a:pt x="97286" y="40196"/>
                    <a:pt x="98334" y="40696"/>
                    <a:pt x="99227" y="41422"/>
                  </a:cubicBezTo>
                  <a:cubicBezTo>
                    <a:pt x="100096" y="42160"/>
                    <a:pt x="100799" y="43101"/>
                    <a:pt x="101263" y="44149"/>
                  </a:cubicBezTo>
                  <a:cubicBezTo>
                    <a:pt x="101680" y="45196"/>
                    <a:pt x="101870" y="46339"/>
                    <a:pt x="101787" y="47494"/>
                  </a:cubicBezTo>
                  <a:cubicBezTo>
                    <a:pt x="101727" y="48566"/>
                    <a:pt x="101370" y="49566"/>
                    <a:pt x="100846" y="50483"/>
                  </a:cubicBezTo>
                  <a:cubicBezTo>
                    <a:pt x="100263" y="51447"/>
                    <a:pt x="99251" y="52507"/>
                    <a:pt x="98286" y="53078"/>
                  </a:cubicBezTo>
                  <a:cubicBezTo>
                    <a:pt x="98060" y="53245"/>
                    <a:pt x="97774" y="53328"/>
                    <a:pt x="97536" y="53471"/>
                  </a:cubicBezTo>
                  <a:cubicBezTo>
                    <a:pt x="97405" y="53543"/>
                    <a:pt x="97262" y="53578"/>
                    <a:pt x="97131" y="53626"/>
                  </a:cubicBezTo>
                  <a:cubicBezTo>
                    <a:pt x="97001" y="53674"/>
                    <a:pt x="96870" y="53733"/>
                    <a:pt x="96739" y="53769"/>
                  </a:cubicBezTo>
                  <a:cubicBezTo>
                    <a:pt x="96596" y="53793"/>
                    <a:pt x="95119" y="54102"/>
                    <a:pt x="94572" y="54150"/>
                  </a:cubicBezTo>
                  <a:cubicBezTo>
                    <a:pt x="94504" y="54154"/>
                    <a:pt x="94416" y="54155"/>
                    <a:pt x="94320" y="54155"/>
                  </a:cubicBezTo>
                  <a:cubicBezTo>
                    <a:pt x="94128" y="54155"/>
                    <a:pt x="93909" y="54150"/>
                    <a:pt x="93774" y="54150"/>
                  </a:cubicBezTo>
                  <a:lnTo>
                    <a:pt x="19705" y="54150"/>
                  </a:lnTo>
                  <a:lnTo>
                    <a:pt x="19562" y="54114"/>
                  </a:lnTo>
                  <a:lnTo>
                    <a:pt x="19265" y="54102"/>
                  </a:lnTo>
                  <a:lnTo>
                    <a:pt x="18681" y="54126"/>
                  </a:lnTo>
                  <a:cubicBezTo>
                    <a:pt x="18288" y="54150"/>
                    <a:pt x="17895" y="54150"/>
                    <a:pt x="17514" y="54209"/>
                  </a:cubicBezTo>
                  <a:cubicBezTo>
                    <a:pt x="14383" y="54567"/>
                    <a:pt x="11335" y="55674"/>
                    <a:pt x="8716" y="57424"/>
                  </a:cubicBezTo>
                  <a:cubicBezTo>
                    <a:pt x="6120" y="59186"/>
                    <a:pt x="3953" y="61568"/>
                    <a:pt x="2417" y="64318"/>
                  </a:cubicBezTo>
                  <a:cubicBezTo>
                    <a:pt x="917" y="67080"/>
                    <a:pt x="96" y="70235"/>
                    <a:pt x="24" y="73367"/>
                  </a:cubicBezTo>
                  <a:cubicBezTo>
                    <a:pt x="0" y="73807"/>
                    <a:pt x="12" y="74010"/>
                    <a:pt x="12" y="74295"/>
                  </a:cubicBezTo>
                  <a:cubicBezTo>
                    <a:pt x="12" y="74343"/>
                    <a:pt x="12" y="74474"/>
                    <a:pt x="24" y="74557"/>
                  </a:cubicBezTo>
                  <a:lnTo>
                    <a:pt x="36" y="74855"/>
                  </a:lnTo>
                  <a:lnTo>
                    <a:pt x="60" y="75438"/>
                  </a:lnTo>
                  <a:cubicBezTo>
                    <a:pt x="84" y="75831"/>
                    <a:pt x="84" y="76224"/>
                    <a:pt x="143" y="76617"/>
                  </a:cubicBezTo>
                  <a:lnTo>
                    <a:pt x="322" y="77784"/>
                  </a:lnTo>
                  <a:cubicBezTo>
                    <a:pt x="357" y="77974"/>
                    <a:pt x="381" y="78165"/>
                    <a:pt x="429" y="78355"/>
                  </a:cubicBezTo>
                  <a:lnTo>
                    <a:pt x="560" y="78939"/>
                  </a:lnTo>
                  <a:lnTo>
                    <a:pt x="869" y="80082"/>
                  </a:lnTo>
                  <a:cubicBezTo>
                    <a:pt x="977" y="80451"/>
                    <a:pt x="1119" y="80820"/>
                    <a:pt x="1250" y="81189"/>
                  </a:cubicBezTo>
                  <a:cubicBezTo>
                    <a:pt x="1393" y="81558"/>
                    <a:pt x="1512" y="81939"/>
                    <a:pt x="1691" y="82296"/>
                  </a:cubicBezTo>
                  <a:cubicBezTo>
                    <a:pt x="2977" y="85166"/>
                    <a:pt x="4929" y="87737"/>
                    <a:pt x="7382" y="89702"/>
                  </a:cubicBezTo>
                  <a:cubicBezTo>
                    <a:pt x="9835" y="91655"/>
                    <a:pt x="12764" y="93048"/>
                    <a:pt x="15859" y="93655"/>
                  </a:cubicBezTo>
                  <a:lnTo>
                    <a:pt x="17026" y="93845"/>
                  </a:lnTo>
                  <a:lnTo>
                    <a:pt x="17610" y="93929"/>
                  </a:lnTo>
                  <a:cubicBezTo>
                    <a:pt x="17812" y="93952"/>
                    <a:pt x="18003" y="93952"/>
                    <a:pt x="18193" y="93964"/>
                  </a:cubicBezTo>
                  <a:lnTo>
                    <a:pt x="19372" y="94024"/>
                  </a:lnTo>
                  <a:lnTo>
                    <a:pt x="19669" y="94036"/>
                  </a:lnTo>
                  <a:lnTo>
                    <a:pt x="94643" y="94036"/>
                  </a:lnTo>
                  <a:lnTo>
                    <a:pt x="94869" y="94048"/>
                  </a:lnTo>
                  <a:cubicBezTo>
                    <a:pt x="95024" y="94060"/>
                    <a:pt x="95167" y="94072"/>
                    <a:pt x="95310" y="94072"/>
                  </a:cubicBezTo>
                  <a:cubicBezTo>
                    <a:pt x="95381" y="94072"/>
                    <a:pt x="95453" y="94083"/>
                    <a:pt x="95524" y="94095"/>
                  </a:cubicBezTo>
                  <a:lnTo>
                    <a:pt x="95727" y="94131"/>
                  </a:lnTo>
                  <a:cubicBezTo>
                    <a:pt x="95869" y="94155"/>
                    <a:pt x="96012" y="94167"/>
                    <a:pt x="96155" y="94191"/>
                  </a:cubicBezTo>
                  <a:cubicBezTo>
                    <a:pt x="96703" y="94345"/>
                    <a:pt x="97251" y="94476"/>
                    <a:pt x="97751" y="94750"/>
                  </a:cubicBezTo>
                  <a:cubicBezTo>
                    <a:pt x="98286" y="94976"/>
                    <a:pt x="98739" y="95322"/>
                    <a:pt x="99203" y="95655"/>
                  </a:cubicBezTo>
                  <a:cubicBezTo>
                    <a:pt x="99620" y="96048"/>
                    <a:pt x="100060" y="96429"/>
                    <a:pt x="100382" y="96905"/>
                  </a:cubicBezTo>
                  <a:cubicBezTo>
                    <a:pt x="100751" y="97346"/>
                    <a:pt x="100989" y="97870"/>
                    <a:pt x="101251" y="98382"/>
                  </a:cubicBezTo>
                  <a:cubicBezTo>
                    <a:pt x="101299" y="98513"/>
                    <a:pt x="101334" y="98643"/>
                    <a:pt x="101394" y="98774"/>
                  </a:cubicBezTo>
                  <a:cubicBezTo>
                    <a:pt x="101430" y="98917"/>
                    <a:pt x="101501" y="99036"/>
                    <a:pt x="101525" y="99179"/>
                  </a:cubicBezTo>
                  <a:cubicBezTo>
                    <a:pt x="101584" y="99453"/>
                    <a:pt x="101692" y="99727"/>
                    <a:pt x="101703" y="100013"/>
                  </a:cubicBezTo>
                  <a:cubicBezTo>
                    <a:pt x="101727" y="100156"/>
                    <a:pt x="101751" y="100287"/>
                    <a:pt x="101775" y="100429"/>
                  </a:cubicBezTo>
                  <a:lnTo>
                    <a:pt x="101799" y="100870"/>
                  </a:lnTo>
                  <a:lnTo>
                    <a:pt x="101823" y="101084"/>
                  </a:lnTo>
                  <a:lnTo>
                    <a:pt x="101834" y="101191"/>
                  </a:lnTo>
                  <a:lnTo>
                    <a:pt x="101834" y="101299"/>
                  </a:lnTo>
                  <a:cubicBezTo>
                    <a:pt x="101834" y="101334"/>
                    <a:pt x="101823" y="101358"/>
                    <a:pt x="101823" y="101370"/>
                  </a:cubicBezTo>
                  <a:cubicBezTo>
                    <a:pt x="101811" y="101513"/>
                    <a:pt x="101799" y="101656"/>
                    <a:pt x="101787" y="101799"/>
                  </a:cubicBezTo>
                  <a:cubicBezTo>
                    <a:pt x="101811" y="102096"/>
                    <a:pt x="101715" y="102370"/>
                    <a:pt x="101692" y="102656"/>
                  </a:cubicBezTo>
                  <a:cubicBezTo>
                    <a:pt x="101692" y="102799"/>
                    <a:pt x="101632" y="102930"/>
                    <a:pt x="101596" y="103073"/>
                  </a:cubicBezTo>
                  <a:cubicBezTo>
                    <a:pt x="101561" y="103204"/>
                    <a:pt x="101525" y="103346"/>
                    <a:pt x="101501" y="103477"/>
                  </a:cubicBezTo>
                  <a:cubicBezTo>
                    <a:pt x="101144" y="104561"/>
                    <a:pt x="100537" y="105561"/>
                    <a:pt x="99739" y="106383"/>
                  </a:cubicBezTo>
                  <a:cubicBezTo>
                    <a:pt x="98917" y="107192"/>
                    <a:pt x="97917" y="107799"/>
                    <a:pt x="96846" y="108157"/>
                  </a:cubicBezTo>
                  <a:cubicBezTo>
                    <a:pt x="96715" y="108204"/>
                    <a:pt x="96572" y="108216"/>
                    <a:pt x="96429" y="108264"/>
                  </a:cubicBezTo>
                  <a:cubicBezTo>
                    <a:pt x="96298" y="108288"/>
                    <a:pt x="96167" y="108359"/>
                    <a:pt x="96024" y="108359"/>
                  </a:cubicBezTo>
                  <a:cubicBezTo>
                    <a:pt x="95881" y="108383"/>
                    <a:pt x="95738" y="108395"/>
                    <a:pt x="95596" y="108419"/>
                  </a:cubicBezTo>
                  <a:cubicBezTo>
                    <a:pt x="95524" y="108430"/>
                    <a:pt x="95453" y="108454"/>
                    <a:pt x="95381" y="108454"/>
                  </a:cubicBezTo>
                  <a:lnTo>
                    <a:pt x="95167" y="108466"/>
                  </a:lnTo>
                  <a:cubicBezTo>
                    <a:pt x="95024" y="108466"/>
                    <a:pt x="94881" y="108466"/>
                    <a:pt x="94738" y="108478"/>
                  </a:cubicBezTo>
                  <a:cubicBezTo>
                    <a:pt x="94691" y="108478"/>
                    <a:pt x="94512" y="108466"/>
                    <a:pt x="94393" y="108466"/>
                  </a:cubicBezTo>
                  <a:lnTo>
                    <a:pt x="71283" y="108466"/>
                  </a:lnTo>
                  <a:lnTo>
                    <a:pt x="70985" y="108490"/>
                  </a:lnTo>
                  <a:lnTo>
                    <a:pt x="70402" y="108526"/>
                  </a:lnTo>
                  <a:cubicBezTo>
                    <a:pt x="70009" y="108538"/>
                    <a:pt x="69616" y="108561"/>
                    <a:pt x="69235" y="108597"/>
                  </a:cubicBezTo>
                  <a:lnTo>
                    <a:pt x="68068" y="108764"/>
                  </a:lnTo>
                  <a:cubicBezTo>
                    <a:pt x="67675" y="108835"/>
                    <a:pt x="67283" y="108883"/>
                    <a:pt x="66902" y="108990"/>
                  </a:cubicBezTo>
                  <a:cubicBezTo>
                    <a:pt x="66140" y="109181"/>
                    <a:pt x="65366" y="109359"/>
                    <a:pt x="64639" y="109657"/>
                  </a:cubicBezTo>
                  <a:cubicBezTo>
                    <a:pt x="64270" y="109788"/>
                    <a:pt x="63889" y="109919"/>
                    <a:pt x="63532" y="110073"/>
                  </a:cubicBezTo>
                  <a:lnTo>
                    <a:pt x="62460" y="110585"/>
                  </a:lnTo>
                  <a:lnTo>
                    <a:pt x="61937" y="110847"/>
                  </a:lnTo>
                  <a:cubicBezTo>
                    <a:pt x="61758" y="110931"/>
                    <a:pt x="61591" y="111038"/>
                    <a:pt x="61425" y="111145"/>
                  </a:cubicBezTo>
                  <a:lnTo>
                    <a:pt x="60413" y="111752"/>
                  </a:lnTo>
                  <a:cubicBezTo>
                    <a:pt x="60079" y="111967"/>
                    <a:pt x="59782" y="112217"/>
                    <a:pt x="59460" y="112443"/>
                  </a:cubicBezTo>
                  <a:cubicBezTo>
                    <a:pt x="59151" y="112681"/>
                    <a:pt x="58817" y="112907"/>
                    <a:pt x="58531" y="113169"/>
                  </a:cubicBezTo>
                  <a:cubicBezTo>
                    <a:pt x="58079" y="113586"/>
                    <a:pt x="57603" y="114003"/>
                    <a:pt x="57174" y="114443"/>
                  </a:cubicBezTo>
                  <a:cubicBezTo>
                    <a:pt x="57115" y="114503"/>
                    <a:pt x="57043" y="114586"/>
                    <a:pt x="56960" y="114681"/>
                  </a:cubicBezTo>
                  <a:cubicBezTo>
                    <a:pt x="56912" y="114717"/>
                    <a:pt x="56876" y="114765"/>
                    <a:pt x="56841" y="114800"/>
                  </a:cubicBezTo>
                  <a:cubicBezTo>
                    <a:pt x="56567" y="115110"/>
                    <a:pt x="56234" y="115479"/>
                    <a:pt x="56055" y="115681"/>
                  </a:cubicBezTo>
                  <a:lnTo>
                    <a:pt x="55341" y="116622"/>
                  </a:lnTo>
                  <a:lnTo>
                    <a:pt x="54995" y="117098"/>
                  </a:lnTo>
                  <a:cubicBezTo>
                    <a:pt x="54876" y="117253"/>
                    <a:pt x="54781" y="117432"/>
                    <a:pt x="54674" y="117586"/>
                  </a:cubicBezTo>
                  <a:lnTo>
                    <a:pt x="54067" y="118598"/>
                  </a:lnTo>
                  <a:cubicBezTo>
                    <a:pt x="53864" y="118944"/>
                    <a:pt x="53709" y="119301"/>
                    <a:pt x="53531" y="119658"/>
                  </a:cubicBezTo>
                  <a:cubicBezTo>
                    <a:pt x="53364" y="120015"/>
                    <a:pt x="53174" y="120360"/>
                    <a:pt x="53043" y="120730"/>
                  </a:cubicBezTo>
                  <a:lnTo>
                    <a:pt x="52638" y="121837"/>
                  </a:lnTo>
                  <a:cubicBezTo>
                    <a:pt x="52566" y="122027"/>
                    <a:pt x="52495" y="122206"/>
                    <a:pt x="52447" y="122396"/>
                  </a:cubicBezTo>
                  <a:lnTo>
                    <a:pt x="52293" y="122968"/>
                  </a:lnTo>
                  <a:lnTo>
                    <a:pt x="51995" y="124111"/>
                  </a:lnTo>
                  <a:cubicBezTo>
                    <a:pt x="51923" y="124504"/>
                    <a:pt x="51864" y="124897"/>
                    <a:pt x="51804" y="125278"/>
                  </a:cubicBezTo>
                  <a:cubicBezTo>
                    <a:pt x="51757" y="125671"/>
                    <a:pt x="51673" y="126064"/>
                    <a:pt x="51662" y="126445"/>
                  </a:cubicBezTo>
                  <a:lnTo>
                    <a:pt x="51578" y="127623"/>
                  </a:lnTo>
                  <a:lnTo>
                    <a:pt x="51531" y="128207"/>
                  </a:lnTo>
                  <a:lnTo>
                    <a:pt x="51531" y="128600"/>
                  </a:lnTo>
                  <a:lnTo>
                    <a:pt x="51531" y="129409"/>
                  </a:lnTo>
                  <a:lnTo>
                    <a:pt x="51531" y="131017"/>
                  </a:lnTo>
                  <a:lnTo>
                    <a:pt x="51531" y="143887"/>
                  </a:lnTo>
                  <a:lnTo>
                    <a:pt x="64187" y="143887"/>
                  </a:lnTo>
                  <a:lnTo>
                    <a:pt x="64187" y="131017"/>
                  </a:lnTo>
                  <a:lnTo>
                    <a:pt x="64187" y="129409"/>
                  </a:lnTo>
                  <a:lnTo>
                    <a:pt x="64187" y="128600"/>
                  </a:lnTo>
                  <a:lnTo>
                    <a:pt x="64187" y="128207"/>
                  </a:lnTo>
                  <a:lnTo>
                    <a:pt x="64163" y="127980"/>
                  </a:lnTo>
                  <a:cubicBezTo>
                    <a:pt x="64175" y="127838"/>
                    <a:pt x="64163" y="127695"/>
                    <a:pt x="64163" y="127540"/>
                  </a:cubicBezTo>
                  <a:cubicBezTo>
                    <a:pt x="64163" y="127397"/>
                    <a:pt x="64211" y="127266"/>
                    <a:pt x="64223" y="127123"/>
                  </a:cubicBezTo>
                  <a:cubicBezTo>
                    <a:pt x="64246" y="126980"/>
                    <a:pt x="64246" y="126837"/>
                    <a:pt x="64282" y="126695"/>
                  </a:cubicBezTo>
                  <a:cubicBezTo>
                    <a:pt x="64318" y="126564"/>
                    <a:pt x="64354" y="126421"/>
                    <a:pt x="64389" y="126290"/>
                  </a:cubicBezTo>
                  <a:cubicBezTo>
                    <a:pt x="64663" y="125194"/>
                    <a:pt x="65508" y="123909"/>
                    <a:pt x="66282" y="123063"/>
                  </a:cubicBezTo>
                  <a:cubicBezTo>
                    <a:pt x="66401" y="122956"/>
                    <a:pt x="66532" y="122849"/>
                    <a:pt x="66651" y="122730"/>
                  </a:cubicBezTo>
                  <a:cubicBezTo>
                    <a:pt x="66747" y="122623"/>
                    <a:pt x="66878" y="122563"/>
                    <a:pt x="66985" y="122468"/>
                  </a:cubicBezTo>
                  <a:cubicBezTo>
                    <a:pt x="67104" y="122396"/>
                    <a:pt x="67211" y="122289"/>
                    <a:pt x="67330" y="122218"/>
                  </a:cubicBezTo>
                  <a:cubicBezTo>
                    <a:pt x="67461" y="122146"/>
                    <a:pt x="67580" y="122075"/>
                    <a:pt x="67699" y="122004"/>
                  </a:cubicBezTo>
                  <a:cubicBezTo>
                    <a:pt x="67759" y="121956"/>
                    <a:pt x="67818" y="121920"/>
                    <a:pt x="67878" y="121884"/>
                  </a:cubicBezTo>
                  <a:lnTo>
                    <a:pt x="68080" y="121801"/>
                  </a:lnTo>
                  <a:cubicBezTo>
                    <a:pt x="68211" y="121742"/>
                    <a:pt x="68330" y="121670"/>
                    <a:pt x="68461" y="121611"/>
                  </a:cubicBezTo>
                  <a:lnTo>
                    <a:pt x="68866" y="121468"/>
                  </a:lnTo>
                  <a:cubicBezTo>
                    <a:pt x="69116" y="121349"/>
                    <a:pt x="69402" y="121301"/>
                    <a:pt x="69676" y="121218"/>
                  </a:cubicBezTo>
                  <a:cubicBezTo>
                    <a:pt x="69807" y="121170"/>
                    <a:pt x="69950" y="121170"/>
                    <a:pt x="70092" y="121146"/>
                  </a:cubicBezTo>
                  <a:cubicBezTo>
                    <a:pt x="70235" y="121122"/>
                    <a:pt x="70378" y="121099"/>
                    <a:pt x="70521" y="121075"/>
                  </a:cubicBezTo>
                  <a:cubicBezTo>
                    <a:pt x="70664" y="121075"/>
                    <a:pt x="70807" y="121063"/>
                    <a:pt x="70950" y="121063"/>
                  </a:cubicBezTo>
                  <a:lnTo>
                    <a:pt x="71164" y="121015"/>
                  </a:lnTo>
                  <a:lnTo>
                    <a:pt x="71283" y="120968"/>
                  </a:lnTo>
                  <a:lnTo>
                    <a:pt x="94393" y="120968"/>
                  </a:lnTo>
                  <a:cubicBezTo>
                    <a:pt x="94516" y="120968"/>
                    <a:pt x="94603" y="120994"/>
                    <a:pt x="94760" y="120994"/>
                  </a:cubicBezTo>
                  <a:cubicBezTo>
                    <a:pt x="94787" y="120994"/>
                    <a:pt x="94815" y="120993"/>
                    <a:pt x="94845" y="120991"/>
                  </a:cubicBezTo>
                  <a:lnTo>
                    <a:pt x="96024" y="120956"/>
                  </a:lnTo>
                  <a:lnTo>
                    <a:pt x="96608" y="120932"/>
                  </a:lnTo>
                  <a:cubicBezTo>
                    <a:pt x="96810" y="120908"/>
                    <a:pt x="97001" y="120884"/>
                    <a:pt x="97191" y="120861"/>
                  </a:cubicBezTo>
                  <a:lnTo>
                    <a:pt x="98358" y="120682"/>
                  </a:lnTo>
                  <a:cubicBezTo>
                    <a:pt x="98751" y="120622"/>
                    <a:pt x="99132" y="120503"/>
                    <a:pt x="99513" y="120420"/>
                  </a:cubicBezTo>
                  <a:cubicBezTo>
                    <a:pt x="99894" y="120313"/>
                    <a:pt x="100275" y="120229"/>
                    <a:pt x="100656" y="120099"/>
                  </a:cubicBezTo>
                  <a:cubicBezTo>
                    <a:pt x="103656" y="119134"/>
                    <a:pt x="106406" y="117443"/>
                    <a:pt x="108633" y="115229"/>
                  </a:cubicBezTo>
                  <a:cubicBezTo>
                    <a:pt x="110836" y="112990"/>
                    <a:pt x="112514" y="110228"/>
                    <a:pt x="113467" y="107228"/>
                  </a:cubicBezTo>
                  <a:cubicBezTo>
                    <a:pt x="113574" y="106847"/>
                    <a:pt x="113669" y="106466"/>
                    <a:pt x="113776" y="106085"/>
                  </a:cubicBezTo>
                  <a:cubicBezTo>
                    <a:pt x="113860" y="105692"/>
                    <a:pt x="113979" y="105323"/>
                    <a:pt x="114026" y="104930"/>
                  </a:cubicBezTo>
                  <a:cubicBezTo>
                    <a:pt x="114146" y="104144"/>
                    <a:pt x="114288" y="103370"/>
                    <a:pt x="114300" y="102584"/>
                  </a:cubicBezTo>
                  <a:lnTo>
                    <a:pt x="114348" y="101418"/>
                  </a:lnTo>
                  <a:cubicBezTo>
                    <a:pt x="114348" y="101358"/>
                    <a:pt x="114336" y="101322"/>
                    <a:pt x="114336" y="101287"/>
                  </a:cubicBezTo>
                  <a:lnTo>
                    <a:pt x="114336" y="101191"/>
                  </a:lnTo>
                  <a:lnTo>
                    <a:pt x="114336" y="100906"/>
                  </a:lnTo>
                  <a:lnTo>
                    <a:pt x="114324" y="100310"/>
                  </a:lnTo>
                  <a:cubicBezTo>
                    <a:pt x="114300" y="99929"/>
                    <a:pt x="114288" y="99536"/>
                    <a:pt x="114253" y="99144"/>
                  </a:cubicBezTo>
                  <a:lnTo>
                    <a:pt x="114086" y="97977"/>
                  </a:lnTo>
                  <a:cubicBezTo>
                    <a:pt x="113979" y="97191"/>
                    <a:pt x="113765" y="96429"/>
                    <a:pt x="113562" y="95667"/>
                  </a:cubicBezTo>
                  <a:cubicBezTo>
                    <a:pt x="113479" y="95286"/>
                    <a:pt x="113324" y="94917"/>
                    <a:pt x="113193" y="94548"/>
                  </a:cubicBezTo>
                  <a:cubicBezTo>
                    <a:pt x="113062" y="94179"/>
                    <a:pt x="112931" y="93810"/>
                    <a:pt x="112776" y="93440"/>
                  </a:cubicBezTo>
                  <a:cubicBezTo>
                    <a:pt x="112121" y="92012"/>
                    <a:pt x="111371" y="90619"/>
                    <a:pt x="110407" y="89369"/>
                  </a:cubicBezTo>
                  <a:cubicBezTo>
                    <a:pt x="109478" y="88095"/>
                    <a:pt x="108359" y="86987"/>
                    <a:pt x="107168" y="85963"/>
                  </a:cubicBezTo>
                  <a:cubicBezTo>
                    <a:pt x="105930" y="84999"/>
                    <a:pt x="104621" y="84106"/>
                    <a:pt x="103192" y="83451"/>
                  </a:cubicBezTo>
                  <a:cubicBezTo>
                    <a:pt x="101787" y="82737"/>
                    <a:pt x="100263" y="82272"/>
                    <a:pt x="98727" y="81915"/>
                  </a:cubicBezTo>
                  <a:cubicBezTo>
                    <a:pt x="98346" y="81844"/>
                    <a:pt x="97953" y="81784"/>
                    <a:pt x="97560" y="81725"/>
                  </a:cubicBezTo>
                  <a:lnTo>
                    <a:pt x="96977" y="81641"/>
                  </a:lnTo>
                  <a:cubicBezTo>
                    <a:pt x="96786" y="81606"/>
                    <a:pt x="96596" y="81582"/>
                    <a:pt x="96393" y="81582"/>
                  </a:cubicBezTo>
                  <a:lnTo>
                    <a:pt x="95226" y="81534"/>
                  </a:lnTo>
                  <a:lnTo>
                    <a:pt x="94643" y="81522"/>
                  </a:lnTo>
                  <a:lnTo>
                    <a:pt x="19872" y="81522"/>
                  </a:lnTo>
                  <a:lnTo>
                    <a:pt x="19693" y="81510"/>
                  </a:lnTo>
                  <a:lnTo>
                    <a:pt x="19574" y="81499"/>
                  </a:lnTo>
                  <a:cubicBezTo>
                    <a:pt x="19431" y="81487"/>
                    <a:pt x="19288" y="81475"/>
                    <a:pt x="19146" y="81463"/>
                  </a:cubicBezTo>
                  <a:cubicBezTo>
                    <a:pt x="19074" y="81463"/>
                    <a:pt x="19003" y="81463"/>
                    <a:pt x="18931" y="81451"/>
                  </a:cubicBezTo>
                  <a:lnTo>
                    <a:pt x="18717" y="81415"/>
                  </a:lnTo>
                  <a:cubicBezTo>
                    <a:pt x="18586" y="81391"/>
                    <a:pt x="18443" y="81368"/>
                    <a:pt x="18300" y="81356"/>
                  </a:cubicBezTo>
                  <a:cubicBezTo>
                    <a:pt x="17181" y="81129"/>
                    <a:pt x="16145" y="80629"/>
                    <a:pt x="15240" y="79915"/>
                  </a:cubicBezTo>
                  <a:cubicBezTo>
                    <a:pt x="14335" y="79213"/>
                    <a:pt x="13633" y="78260"/>
                    <a:pt x="13169" y="77224"/>
                  </a:cubicBezTo>
                  <a:cubicBezTo>
                    <a:pt x="13085" y="77105"/>
                    <a:pt x="13061" y="76962"/>
                    <a:pt x="13014" y="76831"/>
                  </a:cubicBezTo>
                  <a:cubicBezTo>
                    <a:pt x="12966" y="76700"/>
                    <a:pt x="12907" y="76569"/>
                    <a:pt x="12859" y="76426"/>
                  </a:cubicBezTo>
                  <a:cubicBezTo>
                    <a:pt x="12835" y="76296"/>
                    <a:pt x="12800" y="76153"/>
                    <a:pt x="12764" y="76022"/>
                  </a:cubicBezTo>
                  <a:lnTo>
                    <a:pt x="12704" y="75819"/>
                  </a:lnTo>
                  <a:cubicBezTo>
                    <a:pt x="12692" y="75748"/>
                    <a:pt x="12680" y="75676"/>
                    <a:pt x="12680" y="75605"/>
                  </a:cubicBezTo>
                  <a:cubicBezTo>
                    <a:pt x="12657" y="75462"/>
                    <a:pt x="12633" y="75319"/>
                    <a:pt x="12609" y="75176"/>
                  </a:cubicBezTo>
                  <a:cubicBezTo>
                    <a:pt x="12573" y="75045"/>
                    <a:pt x="12597" y="74891"/>
                    <a:pt x="12585" y="74748"/>
                  </a:cubicBezTo>
                  <a:lnTo>
                    <a:pt x="12549" y="74295"/>
                  </a:lnTo>
                  <a:cubicBezTo>
                    <a:pt x="12549" y="74033"/>
                    <a:pt x="12549" y="73700"/>
                    <a:pt x="12561" y="73617"/>
                  </a:cubicBezTo>
                  <a:cubicBezTo>
                    <a:pt x="12597" y="72462"/>
                    <a:pt x="12895" y="71343"/>
                    <a:pt x="13431" y="70342"/>
                  </a:cubicBezTo>
                  <a:cubicBezTo>
                    <a:pt x="13990" y="69354"/>
                    <a:pt x="14776" y="68473"/>
                    <a:pt x="15717" y="67830"/>
                  </a:cubicBezTo>
                  <a:cubicBezTo>
                    <a:pt x="16681" y="67199"/>
                    <a:pt x="17764" y="66806"/>
                    <a:pt x="18896" y="66663"/>
                  </a:cubicBezTo>
                  <a:cubicBezTo>
                    <a:pt x="19038" y="66640"/>
                    <a:pt x="19181" y="66651"/>
                    <a:pt x="19324" y="66640"/>
                  </a:cubicBezTo>
                  <a:lnTo>
                    <a:pt x="19538" y="66628"/>
                  </a:lnTo>
                  <a:lnTo>
                    <a:pt x="19646" y="66640"/>
                  </a:lnTo>
                  <a:lnTo>
                    <a:pt x="94572" y="66640"/>
                  </a:lnTo>
                  <a:lnTo>
                    <a:pt x="94679" y="66628"/>
                  </a:lnTo>
                  <a:lnTo>
                    <a:pt x="94822" y="66616"/>
                  </a:lnTo>
                  <a:lnTo>
                    <a:pt x="95119" y="66604"/>
                  </a:lnTo>
                  <a:lnTo>
                    <a:pt x="95703" y="66568"/>
                  </a:lnTo>
                  <a:cubicBezTo>
                    <a:pt x="96096" y="66544"/>
                    <a:pt x="96489" y="66544"/>
                    <a:pt x="96881" y="66485"/>
                  </a:cubicBezTo>
                  <a:lnTo>
                    <a:pt x="98048" y="66306"/>
                  </a:lnTo>
                  <a:lnTo>
                    <a:pt x="98632" y="66211"/>
                  </a:lnTo>
                  <a:lnTo>
                    <a:pt x="99203" y="66080"/>
                  </a:lnTo>
                  <a:lnTo>
                    <a:pt x="100346" y="65782"/>
                  </a:lnTo>
                  <a:cubicBezTo>
                    <a:pt x="100727" y="65675"/>
                    <a:pt x="101096" y="65520"/>
                    <a:pt x="101465" y="65389"/>
                  </a:cubicBezTo>
                  <a:cubicBezTo>
                    <a:pt x="101834" y="65247"/>
                    <a:pt x="102215" y="65127"/>
                    <a:pt x="102561" y="64961"/>
                  </a:cubicBezTo>
                  <a:cubicBezTo>
                    <a:pt x="103275" y="64616"/>
                    <a:pt x="104001" y="64306"/>
                    <a:pt x="104656" y="63877"/>
                  </a:cubicBezTo>
                  <a:cubicBezTo>
                    <a:pt x="107288" y="62318"/>
                    <a:pt x="109693" y="59960"/>
                    <a:pt x="111348" y="57365"/>
                  </a:cubicBezTo>
                  <a:cubicBezTo>
                    <a:pt x="111383" y="57317"/>
                    <a:pt x="111419" y="57257"/>
                    <a:pt x="111455" y="57198"/>
                  </a:cubicBezTo>
                  <a:cubicBezTo>
                    <a:pt x="111467" y="57174"/>
                    <a:pt x="111479" y="57150"/>
                    <a:pt x="111490" y="57138"/>
                  </a:cubicBezTo>
                  <a:lnTo>
                    <a:pt x="111490" y="57126"/>
                  </a:lnTo>
                  <a:cubicBezTo>
                    <a:pt x="113074" y="54519"/>
                    <a:pt x="114074" y="51531"/>
                    <a:pt x="114288" y="48483"/>
                  </a:cubicBezTo>
                  <a:cubicBezTo>
                    <a:pt x="114527" y="45363"/>
                    <a:pt x="114026" y="42172"/>
                    <a:pt x="112812" y="39255"/>
                  </a:cubicBezTo>
                  <a:cubicBezTo>
                    <a:pt x="111562" y="36362"/>
                    <a:pt x="109633" y="33778"/>
                    <a:pt x="107228" y="31766"/>
                  </a:cubicBezTo>
                  <a:cubicBezTo>
                    <a:pt x="104799" y="29766"/>
                    <a:pt x="101894" y="28349"/>
                    <a:pt x="98810" y="27682"/>
                  </a:cubicBezTo>
                  <a:cubicBezTo>
                    <a:pt x="98429" y="27587"/>
                    <a:pt x="98036" y="27540"/>
                    <a:pt x="97643" y="27480"/>
                  </a:cubicBezTo>
                  <a:cubicBezTo>
                    <a:pt x="97251" y="27420"/>
                    <a:pt x="96870" y="27349"/>
                    <a:pt x="96477" y="27325"/>
                  </a:cubicBezTo>
                  <a:lnTo>
                    <a:pt x="95298" y="27266"/>
                  </a:lnTo>
                  <a:lnTo>
                    <a:pt x="94715" y="27218"/>
                  </a:lnTo>
                  <a:lnTo>
                    <a:pt x="94298" y="27206"/>
                  </a:lnTo>
                  <a:lnTo>
                    <a:pt x="71783" y="27206"/>
                  </a:lnTo>
                  <a:cubicBezTo>
                    <a:pt x="71140" y="27206"/>
                    <a:pt x="70676" y="27182"/>
                    <a:pt x="70676" y="27182"/>
                  </a:cubicBezTo>
                  <a:cubicBezTo>
                    <a:pt x="70650" y="27185"/>
                    <a:pt x="70624" y="27186"/>
                    <a:pt x="70598" y="27186"/>
                  </a:cubicBezTo>
                  <a:cubicBezTo>
                    <a:pt x="70484" y="27186"/>
                    <a:pt x="70376" y="27166"/>
                    <a:pt x="70259" y="27147"/>
                  </a:cubicBezTo>
                  <a:cubicBezTo>
                    <a:pt x="70116" y="27123"/>
                    <a:pt x="69973" y="27111"/>
                    <a:pt x="69830" y="27087"/>
                  </a:cubicBezTo>
                  <a:lnTo>
                    <a:pt x="69426" y="26980"/>
                  </a:lnTo>
                  <a:cubicBezTo>
                    <a:pt x="69283" y="26944"/>
                    <a:pt x="69140" y="26932"/>
                    <a:pt x="69009" y="26861"/>
                  </a:cubicBezTo>
                  <a:cubicBezTo>
                    <a:pt x="68747" y="26754"/>
                    <a:pt x="68473" y="26694"/>
                    <a:pt x="68223" y="26551"/>
                  </a:cubicBezTo>
                  <a:lnTo>
                    <a:pt x="67842" y="26361"/>
                  </a:lnTo>
                  <a:cubicBezTo>
                    <a:pt x="67723" y="26289"/>
                    <a:pt x="67604" y="26206"/>
                    <a:pt x="67473" y="26135"/>
                  </a:cubicBezTo>
                  <a:lnTo>
                    <a:pt x="67294" y="26027"/>
                  </a:lnTo>
                  <a:cubicBezTo>
                    <a:pt x="67235" y="25992"/>
                    <a:pt x="67175" y="25944"/>
                    <a:pt x="67116" y="25896"/>
                  </a:cubicBezTo>
                  <a:cubicBezTo>
                    <a:pt x="67009" y="25813"/>
                    <a:pt x="66890" y="25730"/>
                    <a:pt x="66771" y="25646"/>
                  </a:cubicBezTo>
                  <a:cubicBezTo>
                    <a:pt x="66663" y="25563"/>
                    <a:pt x="66568" y="25444"/>
                    <a:pt x="66461" y="25361"/>
                  </a:cubicBezTo>
                  <a:cubicBezTo>
                    <a:pt x="66354" y="25254"/>
                    <a:pt x="66223" y="25182"/>
                    <a:pt x="66140" y="25063"/>
                  </a:cubicBezTo>
                  <a:cubicBezTo>
                    <a:pt x="65961" y="24837"/>
                    <a:pt x="65735" y="24658"/>
                    <a:pt x="65592" y="24408"/>
                  </a:cubicBezTo>
                  <a:cubicBezTo>
                    <a:pt x="64889" y="23503"/>
                    <a:pt x="64401" y="22444"/>
                    <a:pt x="64235" y="21313"/>
                  </a:cubicBezTo>
                  <a:cubicBezTo>
                    <a:pt x="64211" y="21170"/>
                    <a:pt x="64175" y="20110"/>
                    <a:pt x="64175" y="20074"/>
                  </a:cubicBezTo>
                  <a:lnTo>
                    <a:pt x="64175" y="19979"/>
                  </a:lnTo>
                  <a:lnTo>
                    <a:pt x="64175" y="19169"/>
                  </a:lnTo>
                  <a:lnTo>
                    <a:pt x="64175" y="15895"/>
                  </a:lnTo>
                  <a:lnTo>
                    <a:pt x="66890" y="15895"/>
                  </a:lnTo>
                  <a:lnTo>
                    <a:pt x="57841" y="0"/>
                  </a:lnTo>
                  <a:close/>
                </a:path>
              </a:pathLst>
            </a:custGeom>
            <a:solidFill>
              <a:srgbClr val="FFFFFF"/>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 name="Google Shape;1054;p35"/>
            <p:cNvSpPr/>
            <p:nvPr/>
          </p:nvSpPr>
          <p:spPr>
            <a:xfrm>
              <a:off x="3124740" y="1467244"/>
              <a:ext cx="2847490" cy="3675956"/>
            </a:xfrm>
            <a:custGeom>
              <a:avLst/>
              <a:gdLst/>
              <a:ahLst/>
              <a:cxnLst/>
              <a:rect l="l" t="t" r="r" b="b"/>
              <a:pathLst>
                <a:path w="103002" h="132970" extrusionOk="0">
                  <a:moveTo>
                    <a:pt x="51507" y="1"/>
                  </a:moveTo>
                  <a:lnTo>
                    <a:pt x="51507" y="3727"/>
                  </a:lnTo>
                  <a:lnTo>
                    <a:pt x="52757" y="3727"/>
                  </a:lnTo>
                  <a:lnTo>
                    <a:pt x="52757" y="1"/>
                  </a:lnTo>
                  <a:close/>
                  <a:moveTo>
                    <a:pt x="51507" y="7442"/>
                  </a:moveTo>
                  <a:lnTo>
                    <a:pt x="51507" y="9180"/>
                  </a:lnTo>
                  <a:cubicBezTo>
                    <a:pt x="51507" y="9883"/>
                    <a:pt x="51566" y="10573"/>
                    <a:pt x="51662" y="11252"/>
                  </a:cubicBezTo>
                  <a:lnTo>
                    <a:pt x="52888" y="11073"/>
                  </a:lnTo>
                  <a:cubicBezTo>
                    <a:pt x="52793" y="10454"/>
                    <a:pt x="52757" y="9823"/>
                    <a:pt x="52757" y="9180"/>
                  </a:cubicBezTo>
                  <a:lnTo>
                    <a:pt x="52757" y="7442"/>
                  </a:lnTo>
                  <a:close/>
                  <a:moveTo>
                    <a:pt x="53888" y="14467"/>
                  </a:moveTo>
                  <a:lnTo>
                    <a:pt x="52757" y="14979"/>
                  </a:lnTo>
                  <a:cubicBezTo>
                    <a:pt x="53293" y="16157"/>
                    <a:pt x="53995" y="17265"/>
                    <a:pt x="54840" y="18265"/>
                  </a:cubicBezTo>
                  <a:lnTo>
                    <a:pt x="55781" y="17455"/>
                  </a:lnTo>
                  <a:cubicBezTo>
                    <a:pt x="55019" y="16550"/>
                    <a:pt x="54376" y="15550"/>
                    <a:pt x="53888" y="14467"/>
                  </a:cubicBezTo>
                  <a:close/>
                  <a:moveTo>
                    <a:pt x="58424" y="19812"/>
                  </a:moveTo>
                  <a:lnTo>
                    <a:pt x="57734" y="20848"/>
                  </a:lnTo>
                  <a:cubicBezTo>
                    <a:pt x="58817" y="21575"/>
                    <a:pt x="59984" y="22146"/>
                    <a:pt x="61222" y="22551"/>
                  </a:cubicBezTo>
                  <a:lnTo>
                    <a:pt x="61603" y="21360"/>
                  </a:lnTo>
                  <a:cubicBezTo>
                    <a:pt x="60484" y="21003"/>
                    <a:pt x="59412" y="20479"/>
                    <a:pt x="58424" y="19812"/>
                  </a:cubicBezTo>
                  <a:close/>
                  <a:moveTo>
                    <a:pt x="65092" y="21979"/>
                  </a:moveTo>
                  <a:lnTo>
                    <a:pt x="65056" y="23218"/>
                  </a:lnTo>
                  <a:cubicBezTo>
                    <a:pt x="65211" y="23218"/>
                    <a:pt x="65378" y="23230"/>
                    <a:pt x="65544" y="23230"/>
                  </a:cubicBezTo>
                  <a:lnTo>
                    <a:pt x="68795" y="23230"/>
                  </a:lnTo>
                  <a:lnTo>
                    <a:pt x="68795" y="21979"/>
                  </a:lnTo>
                  <a:close/>
                  <a:moveTo>
                    <a:pt x="72521" y="21979"/>
                  </a:moveTo>
                  <a:lnTo>
                    <a:pt x="72521" y="23230"/>
                  </a:lnTo>
                  <a:lnTo>
                    <a:pt x="76248" y="23230"/>
                  </a:lnTo>
                  <a:lnTo>
                    <a:pt x="76248" y="21979"/>
                  </a:lnTo>
                  <a:close/>
                  <a:moveTo>
                    <a:pt x="79975" y="21979"/>
                  </a:moveTo>
                  <a:lnTo>
                    <a:pt x="79975" y="23230"/>
                  </a:lnTo>
                  <a:lnTo>
                    <a:pt x="83689" y="23230"/>
                  </a:lnTo>
                  <a:lnTo>
                    <a:pt x="83689" y="21979"/>
                  </a:lnTo>
                  <a:close/>
                  <a:moveTo>
                    <a:pt x="87416" y="21979"/>
                  </a:moveTo>
                  <a:lnTo>
                    <a:pt x="87416" y="23230"/>
                  </a:lnTo>
                  <a:lnTo>
                    <a:pt x="88952" y="23230"/>
                  </a:lnTo>
                  <a:cubicBezTo>
                    <a:pt x="89654" y="23230"/>
                    <a:pt x="90357" y="23277"/>
                    <a:pt x="91035" y="23396"/>
                  </a:cubicBezTo>
                  <a:lnTo>
                    <a:pt x="91238" y="22170"/>
                  </a:lnTo>
                  <a:cubicBezTo>
                    <a:pt x="90488" y="22039"/>
                    <a:pt x="89726" y="21979"/>
                    <a:pt x="88952" y="21979"/>
                  </a:cubicBezTo>
                  <a:close/>
                  <a:moveTo>
                    <a:pt x="94941" y="23313"/>
                  </a:moveTo>
                  <a:lnTo>
                    <a:pt x="94417" y="24444"/>
                  </a:lnTo>
                  <a:cubicBezTo>
                    <a:pt x="95488" y="24944"/>
                    <a:pt x="96477" y="25599"/>
                    <a:pt x="97370" y="26385"/>
                  </a:cubicBezTo>
                  <a:lnTo>
                    <a:pt x="98191" y="25444"/>
                  </a:lnTo>
                  <a:cubicBezTo>
                    <a:pt x="97215" y="24587"/>
                    <a:pt x="96119" y="23873"/>
                    <a:pt x="94941" y="23313"/>
                  </a:cubicBezTo>
                  <a:close/>
                  <a:moveTo>
                    <a:pt x="100739" y="28373"/>
                  </a:moveTo>
                  <a:lnTo>
                    <a:pt x="99691" y="29052"/>
                  </a:lnTo>
                  <a:cubicBezTo>
                    <a:pt x="100346" y="30052"/>
                    <a:pt x="100846" y="31135"/>
                    <a:pt x="101192" y="32266"/>
                  </a:cubicBezTo>
                  <a:lnTo>
                    <a:pt x="102382" y="31897"/>
                  </a:lnTo>
                  <a:cubicBezTo>
                    <a:pt x="102001" y="30659"/>
                    <a:pt x="101442" y="29468"/>
                    <a:pt x="100739" y="28373"/>
                  </a:cubicBezTo>
                  <a:close/>
                  <a:moveTo>
                    <a:pt x="102989" y="35731"/>
                  </a:moveTo>
                  <a:lnTo>
                    <a:pt x="101751" y="35755"/>
                  </a:lnTo>
                  <a:cubicBezTo>
                    <a:pt x="101751" y="35850"/>
                    <a:pt x="101751" y="35934"/>
                    <a:pt x="101751" y="36017"/>
                  </a:cubicBezTo>
                  <a:cubicBezTo>
                    <a:pt x="101751" y="37124"/>
                    <a:pt x="101608" y="38220"/>
                    <a:pt x="101334" y="39267"/>
                  </a:cubicBezTo>
                  <a:lnTo>
                    <a:pt x="102537" y="39589"/>
                  </a:lnTo>
                  <a:cubicBezTo>
                    <a:pt x="102846" y="38434"/>
                    <a:pt x="103001" y="37231"/>
                    <a:pt x="103001" y="36017"/>
                  </a:cubicBezTo>
                  <a:cubicBezTo>
                    <a:pt x="103001" y="35922"/>
                    <a:pt x="102989" y="35826"/>
                    <a:pt x="102989" y="35731"/>
                  </a:cubicBezTo>
                  <a:close/>
                  <a:moveTo>
                    <a:pt x="99977" y="42541"/>
                  </a:moveTo>
                  <a:cubicBezTo>
                    <a:pt x="99370" y="43553"/>
                    <a:pt x="98620" y="44482"/>
                    <a:pt x="97763" y="45304"/>
                  </a:cubicBezTo>
                  <a:lnTo>
                    <a:pt x="98620" y="46209"/>
                  </a:lnTo>
                  <a:cubicBezTo>
                    <a:pt x="99560" y="45316"/>
                    <a:pt x="100382" y="44292"/>
                    <a:pt x="101037" y="43172"/>
                  </a:cubicBezTo>
                  <a:lnTo>
                    <a:pt x="99977" y="42541"/>
                  </a:lnTo>
                  <a:close/>
                  <a:moveTo>
                    <a:pt x="94881" y="47363"/>
                  </a:moveTo>
                  <a:cubicBezTo>
                    <a:pt x="93833" y="47911"/>
                    <a:pt x="92714" y="48316"/>
                    <a:pt x="91547" y="48554"/>
                  </a:cubicBezTo>
                  <a:lnTo>
                    <a:pt x="91797" y="49769"/>
                  </a:lnTo>
                  <a:cubicBezTo>
                    <a:pt x="93071" y="49507"/>
                    <a:pt x="94310" y="49066"/>
                    <a:pt x="95465" y="48471"/>
                  </a:cubicBezTo>
                  <a:lnTo>
                    <a:pt x="94881" y="47363"/>
                  </a:lnTo>
                  <a:close/>
                  <a:moveTo>
                    <a:pt x="17205" y="48816"/>
                  </a:moveTo>
                  <a:lnTo>
                    <a:pt x="17205" y="50054"/>
                  </a:lnTo>
                  <a:lnTo>
                    <a:pt x="20931" y="50054"/>
                  </a:lnTo>
                  <a:lnTo>
                    <a:pt x="20931" y="48816"/>
                  </a:lnTo>
                  <a:close/>
                  <a:moveTo>
                    <a:pt x="24658" y="48816"/>
                  </a:moveTo>
                  <a:lnTo>
                    <a:pt x="24658" y="50054"/>
                  </a:lnTo>
                  <a:lnTo>
                    <a:pt x="28373" y="50054"/>
                  </a:lnTo>
                  <a:lnTo>
                    <a:pt x="28373" y="48816"/>
                  </a:lnTo>
                  <a:close/>
                  <a:moveTo>
                    <a:pt x="32100" y="48816"/>
                  </a:moveTo>
                  <a:lnTo>
                    <a:pt x="32100" y="50054"/>
                  </a:lnTo>
                  <a:lnTo>
                    <a:pt x="35826" y="50054"/>
                  </a:lnTo>
                  <a:lnTo>
                    <a:pt x="35826" y="48816"/>
                  </a:lnTo>
                  <a:close/>
                  <a:moveTo>
                    <a:pt x="39553" y="48816"/>
                  </a:moveTo>
                  <a:lnTo>
                    <a:pt x="39553" y="50054"/>
                  </a:lnTo>
                  <a:lnTo>
                    <a:pt x="43280" y="50054"/>
                  </a:lnTo>
                  <a:lnTo>
                    <a:pt x="43280" y="48816"/>
                  </a:lnTo>
                  <a:close/>
                  <a:moveTo>
                    <a:pt x="47006" y="48816"/>
                  </a:moveTo>
                  <a:lnTo>
                    <a:pt x="47006" y="50054"/>
                  </a:lnTo>
                  <a:lnTo>
                    <a:pt x="50721" y="50054"/>
                  </a:lnTo>
                  <a:lnTo>
                    <a:pt x="50721" y="48816"/>
                  </a:lnTo>
                  <a:close/>
                  <a:moveTo>
                    <a:pt x="54448" y="48816"/>
                  </a:moveTo>
                  <a:lnTo>
                    <a:pt x="54448" y="50054"/>
                  </a:lnTo>
                  <a:lnTo>
                    <a:pt x="58174" y="50054"/>
                  </a:lnTo>
                  <a:lnTo>
                    <a:pt x="58174" y="48816"/>
                  </a:lnTo>
                  <a:close/>
                  <a:moveTo>
                    <a:pt x="61901" y="48816"/>
                  </a:moveTo>
                  <a:lnTo>
                    <a:pt x="61901" y="50054"/>
                  </a:lnTo>
                  <a:lnTo>
                    <a:pt x="65628" y="50054"/>
                  </a:lnTo>
                  <a:lnTo>
                    <a:pt x="65628" y="48816"/>
                  </a:lnTo>
                  <a:close/>
                  <a:moveTo>
                    <a:pt x="69342" y="48816"/>
                  </a:moveTo>
                  <a:lnTo>
                    <a:pt x="69342" y="50054"/>
                  </a:lnTo>
                  <a:lnTo>
                    <a:pt x="73069" y="50054"/>
                  </a:lnTo>
                  <a:lnTo>
                    <a:pt x="73069" y="48816"/>
                  </a:lnTo>
                  <a:close/>
                  <a:moveTo>
                    <a:pt x="76796" y="48816"/>
                  </a:moveTo>
                  <a:lnTo>
                    <a:pt x="76796" y="50054"/>
                  </a:lnTo>
                  <a:lnTo>
                    <a:pt x="80522" y="50054"/>
                  </a:lnTo>
                  <a:lnTo>
                    <a:pt x="80522" y="48816"/>
                  </a:lnTo>
                  <a:close/>
                  <a:moveTo>
                    <a:pt x="84249" y="48816"/>
                  </a:moveTo>
                  <a:lnTo>
                    <a:pt x="84249" y="50054"/>
                  </a:lnTo>
                  <a:lnTo>
                    <a:pt x="87976" y="50054"/>
                  </a:lnTo>
                  <a:lnTo>
                    <a:pt x="87976" y="48816"/>
                  </a:lnTo>
                  <a:close/>
                  <a:moveTo>
                    <a:pt x="13454" y="48828"/>
                  </a:moveTo>
                  <a:cubicBezTo>
                    <a:pt x="12157" y="48876"/>
                    <a:pt x="10871" y="49102"/>
                    <a:pt x="9632" y="49507"/>
                  </a:cubicBezTo>
                  <a:lnTo>
                    <a:pt x="10013" y="50685"/>
                  </a:lnTo>
                  <a:cubicBezTo>
                    <a:pt x="11145" y="50316"/>
                    <a:pt x="12311" y="50114"/>
                    <a:pt x="13502" y="50066"/>
                  </a:cubicBezTo>
                  <a:lnTo>
                    <a:pt x="13454" y="48828"/>
                  </a:lnTo>
                  <a:close/>
                  <a:moveTo>
                    <a:pt x="6144" y="51209"/>
                  </a:moveTo>
                  <a:cubicBezTo>
                    <a:pt x="5072" y="51935"/>
                    <a:pt x="4096" y="52805"/>
                    <a:pt x="3251" y="53805"/>
                  </a:cubicBezTo>
                  <a:lnTo>
                    <a:pt x="4203" y="54602"/>
                  </a:lnTo>
                  <a:cubicBezTo>
                    <a:pt x="4965" y="53698"/>
                    <a:pt x="5858" y="52900"/>
                    <a:pt x="6834" y="52233"/>
                  </a:cubicBezTo>
                  <a:lnTo>
                    <a:pt x="6144" y="51209"/>
                  </a:lnTo>
                  <a:close/>
                  <a:moveTo>
                    <a:pt x="1179" y="57091"/>
                  </a:moveTo>
                  <a:cubicBezTo>
                    <a:pt x="643" y="58270"/>
                    <a:pt x="286" y="59532"/>
                    <a:pt x="96" y="60818"/>
                  </a:cubicBezTo>
                  <a:lnTo>
                    <a:pt x="1322" y="60996"/>
                  </a:lnTo>
                  <a:cubicBezTo>
                    <a:pt x="1489" y="59817"/>
                    <a:pt x="1822" y="58674"/>
                    <a:pt x="2310" y="57603"/>
                  </a:cubicBezTo>
                  <a:lnTo>
                    <a:pt x="1179" y="57091"/>
                  </a:lnTo>
                  <a:close/>
                  <a:moveTo>
                    <a:pt x="1239" y="64568"/>
                  </a:moveTo>
                  <a:lnTo>
                    <a:pt x="0" y="64675"/>
                  </a:lnTo>
                  <a:cubicBezTo>
                    <a:pt x="107" y="65973"/>
                    <a:pt x="405" y="67247"/>
                    <a:pt x="869" y="68461"/>
                  </a:cubicBezTo>
                  <a:lnTo>
                    <a:pt x="2024" y="68021"/>
                  </a:lnTo>
                  <a:cubicBezTo>
                    <a:pt x="1608" y="66914"/>
                    <a:pt x="1346" y="65747"/>
                    <a:pt x="1239" y="64568"/>
                  </a:cubicBezTo>
                  <a:close/>
                  <a:moveTo>
                    <a:pt x="3739" y="71116"/>
                  </a:moveTo>
                  <a:lnTo>
                    <a:pt x="2751" y="71855"/>
                  </a:lnTo>
                  <a:cubicBezTo>
                    <a:pt x="3525" y="72902"/>
                    <a:pt x="4453" y="73831"/>
                    <a:pt x="5477" y="74617"/>
                  </a:cubicBezTo>
                  <a:lnTo>
                    <a:pt x="6239" y="73629"/>
                  </a:lnTo>
                  <a:cubicBezTo>
                    <a:pt x="5287" y="72902"/>
                    <a:pt x="4453" y="72057"/>
                    <a:pt x="3739" y="71116"/>
                  </a:cubicBezTo>
                  <a:close/>
                  <a:moveTo>
                    <a:pt x="9323" y="75367"/>
                  </a:moveTo>
                  <a:lnTo>
                    <a:pt x="8870" y="76522"/>
                  </a:lnTo>
                  <a:cubicBezTo>
                    <a:pt x="10073" y="76998"/>
                    <a:pt x="11347" y="77296"/>
                    <a:pt x="12645" y="77415"/>
                  </a:cubicBezTo>
                  <a:lnTo>
                    <a:pt x="12764" y="76177"/>
                  </a:lnTo>
                  <a:cubicBezTo>
                    <a:pt x="11585" y="76069"/>
                    <a:pt x="10418" y="75796"/>
                    <a:pt x="9323" y="75367"/>
                  </a:cubicBezTo>
                  <a:close/>
                  <a:moveTo>
                    <a:pt x="16431" y="76236"/>
                  </a:moveTo>
                  <a:lnTo>
                    <a:pt x="16431" y="77486"/>
                  </a:lnTo>
                  <a:lnTo>
                    <a:pt x="20158" y="77486"/>
                  </a:lnTo>
                  <a:lnTo>
                    <a:pt x="20158" y="76236"/>
                  </a:lnTo>
                  <a:close/>
                  <a:moveTo>
                    <a:pt x="23872" y="76236"/>
                  </a:moveTo>
                  <a:lnTo>
                    <a:pt x="23872" y="77486"/>
                  </a:lnTo>
                  <a:lnTo>
                    <a:pt x="27599" y="77486"/>
                  </a:lnTo>
                  <a:lnTo>
                    <a:pt x="27599" y="76236"/>
                  </a:lnTo>
                  <a:close/>
                  <a:moveTo>
                    <a:pt x="31326" y="76236"/>
                  </a:moveTo>
                  <a:lnTo>
                    <a:pt x="31326" y="77486"/>
                  </a:lnTo>
                  <a:lnTo>
                    <a:pt x="35052" y="77486"/>
                  </a:lnTo>
                  <a:lnTo>
                    <a:pt x="35052" y="76236"/>
                  </a:lnTo>
                  <a:close/>
                  <a:moveTo>
                    <a:pt x="38779" y="76236"/>
                  </a:moveTo>
                  <a:lnTo>
                    <a:pt x="38779" y="77486"/>
                  </a:lnTo>
                  <a:lnTo>
                    <a:pt x="42494" y="77486"/>
                  </a:lnTo>
                  <a:lnTo>
                    <a:pt x="42494" y="76236"/>
                  </a:lnTo>
                  <a:close/>
                  <a:moveTo>
                    <a:pt x="46220" y="76236"/>
                  </a:moveTo>
                  <a:lnTo>
                    <a:pt x="46220" y="77486"/>
                  </a:lnTo>
                  <a:lnTo>
                    <a:pt x="49947" y="77486"/>
                  </a:lnTo>
                  <a:lnTo>
                    <a:pt x="49947" y="76236"/>
                  </a:lnTo>
                  <a:close/>
                  <a:moveTo>
                    <a:pt x="53674" y="76236"/>
                  </a:moveTo>
                  <a:lnTo>
                    <a:pt x="53674" y="77486"/>
                  </a:lnTo>
                  <a:lnTo>
                    <a:pt x="57400" y="77486"/>
                  </a:lnTo>
                  <a:lnTo>
                    <a:pt x="57400" y="76236"/>
                  </a:lnTo>
                  <a:close/>
                  <a:moveTo>
                    <a:pt x="61127" y="76236"/>
                  </a:moveTo>
                  <a:lnTo>
                    <a:pt x="61127" y="77486"/>
                  </a:lnTo>
                  <a:lnTo>
                    <a:pt x="64842" y="77486"/>
                  </a:lnTo>
                  <a:lnTo>
                    <a:pt x="64842" y="76236"/>
                  </a:lnTo>
                  <a:close/>
                  <a:moveTo>
                    <a:pt x="68568" y="76236"/>
                  </a:moveTo>
                  <a:lnTo>
                    <a:pt x="68568" y="77486"/>
                  </a:lnTo>
                  <a:lnTo>
                    <a:pt x="72295" y="77486"/>
                  </a:lnTo>
                  <a:lnTo>
                    <a:pt x="72295" y="76236"/>
                  </a:lnTo>
                  <a:close/>
                  <a:moveTo>
                    <a:pt x="76022" y="76236"/>
                  </a:moveTo>
                  <a:lnTo>
                    <a:pt x="76022" y="77486"/>
                  </a:lnTo>
                  <a:lnTo>
                    <a:pt x="79748" y="77486"/>
                  </a:lnTo>
                  <a:lnTo>
                    <a:pt x="79748" y="76236"/>
                  </a:lnTo>
                  <a:close/>
                  <a:moveTo>
                    <a:pt x="83475" y="76236"/>
                  </a:moveTo>
                  <a:lnTo>
                    <a:pt x="83475" y="77486"/>
                  </a:lnTo>
                  <a:lnTo>
                    <a:pt x="87190" y="77486"/>
                  </a:lnTo>
                  <a:lnTo>
                    <a:pt x="87190" y="76236"/>
                  </a:lnTo>
                  <a:close/>
                  <a:moveTo>
                    <a:pt x="91000" y="76391"/>
                  </a:moveTo>
                  <a:lnTo>
                    <a:pt x="90821" y="77617"/>
                  </a:lnTo>
                  <a:cubicBezTo>
                    <a:pt x="92000" y="77784"/>
                    <a:pt x="93143" y="78117"/>
                    <a:pt x="94214" y="78605"/>
                  </a:cubicBezTo>
                  <a:lnTo>
                    <a:pt x="94726" y="77474"/>
                  </a:lnTo>
                  <a:cubicBezTo>
                    <a:pt x="93548" y="76939"/>
                    <a:pt x="92286" y="76569"/>
                    <a:pt x="91000" y="76391"/>
                  </a:cubicBezTo>
                  <a:close/>
                  <a:moveTo>
                    <a:pt x="98013" y="79546"/>
                  </a:moveTo>
                  <a:lnTo>
                    <a:pt x="97215" y="80499"/>
                  </a:lnTo>
                  <a:cubicBezTo>
                    <a:pt x="98120" y="81261"/>
                    <a:pt x="98917" y="82153"/>
                    <a:pt x="99572" y="83130"/>
                  </a:cubicBezTo>
                  <a:lnTo>
                    <a:pt x="100608" y="82439"/>
                  </a:lnTo>
                  <a:cubicBezTo>
                    <a:pt x="99882" y="81356"/>
                    <a:pt x="99001" y="80391"/>
                    <a:pt x="98013" y="79546"/>
                  </a:cubicBezTo>
                  <a:close/>
                  <a:moveTo>
                    <a:pt x="102311" y="85928"/>
                  </a:moveTo>
                  <a:lnTo>
                    <a:pt x="101132" y="86309"/>
                  </a:lnTo>
                  <a:cubicBezTo>
                    <a:pt x="101489" y="87440"/>
                    <a:pt x="101703" y="88607"/>
                    <a:pt x="101751" y="89797"/>
                  </a:cubicBezTo>
                  <a:lnTo>
                    <a:pt x="102989" y="89750"/>
                  </a:lnTo>
                  <a:cubicBezTo>
                    <a:pt x="102942" y="88452"/>
                    <a:pt x="102716" y="87166"/>
                    <a:pt x="102311" y="85928"/>
                  </a:cubicBezTo>
                  <a:close/>
                  <a:moveTo>
                    <a:pt x="101430" y="93333"/>
                  </a:moveTo>
                  <a:cubicBezTo>
                    <a:pt x="101156" y="94488"/>
                    <a:pt x="100727" y="95596"/>
                    <a:pt x="100156" y="96631"/>
                  </a:cubicBezTo>
                  <a:lnTo>
                    <a:pt x="101239" y="97239"/>
                  </a:lnTo>
                  <a:cubicBezTo>
                    <a:pt x="101870" y="96096"/>
                    <a:pt x="102346" y="94881"/>
                    <a:pt x="102632" y="93619"/>
                  </a:cubicBezTo>
                  <a:lnTo>
                    <a:pt x="101430" y="93333"/>
                  </a:lnTo>
                  <a:close/>
                  <a:moveTo>
                    <a:pt x="98024" y="99465"/>
                  </a:moveTo>
                  <a:cubicBezTo>
                    <a:pt x="97191" y="100310"/>
                    <a:pt x="96239" y="101025"/>
                    <a:pt x="95215" y="101608"/>
                  </a:cubicBezTo>
                  <a:lnTo>
                    <a:pt x="95822" y="102692"/>
                  </a:lnTo>
                  <a:cubicBezTo>
                    <a:pt x="96953" y="102061"/>
                    <a:pt x="97989" y="101263"/>
                    <a:pt x="98906" y="100346"/>
                  </a:cubicBezTo>
                  <a:lnTo>
                    <a:pt x="98024" y="99465"/>
                  </a:lnTo>
                  <a:close/>
                  <a:moveTo>
                    <a:pt x="66009" y="103239"/>
                  </a:moveTo>
                  <a:lnTo>
                    <a:pt x="66009" y="104478"/>
                  </a:lnTo>
                  <a:lnTo>
                    <a:pt x="69735" y="104478"/>
                  </a:lnTo>
                  <a:lnTo>
                    <a:pt x="69735" y="103239"/>
                  </a:lnTo>
                  <a:close/>
                  <a:moveTo>
                    <a:pt x="73462" y="103239"/>
                  </a:moveTo>
                  <a:lnTo>
                    <a:pt x="73462" y="104478"/>
                  </a:lnTo>
                  <a:lnTo>
                    <a:pt x="77189" y="104478"/>
                  </a:lnTo>
                  <a:lnTo>
                    <a:pt x="77189" y="103239"/>
                  </a:lnTo>
                  <a:close/>
                  <a:moveTo>
                    <a:pt x="80915" y="103239"/>
                  </a:moveTo>
                  <a:lnTo>
                    <a:pt x="80915" y="104478"/>
                  </a:lnTo>
                  <a:lnTo>
                    <a:pt x="84630" y="104478"/>
                  </a:lnTo>
                  <a:lnTo>
                    <a:pt x="84630" y="103239"/>
                  </a:lnTo>
                  <a:close/>
                  <a:moveTo>
                    <a:pt x="91917" y="102894"/>
                  </a:moveTo>
                  <a:cubicBezTo>
                    <a:pt x="90952" y="103120"/>
                    <a:pt x="89952" y="103239"/>
                    <a:pt x="88952" y="103239"/>
                  </a:cubicBezTo>
                  <a:lnTo>
                    <a:pt x="88357" y="103239"/>
                  </a:lnTo>
                  <a:lnTo>
                    <a:pt x="88357" y="104478"/>
                  </a:lnTo>
                  <a:lnTo>
                    <a:pt x="88952" y="104478"/>
                  </a:lnTo>
                  <a:cubicBezTo>
                    <a:pt x="90047" y="104478"/>
                    <a:pt x="91143" y="104359"/>
                    <a:pt x="92202" y="104109"/>
                  </a:cubicBezTo>
                  <a:lnTo>
                    <a:pt x="91917" y="102894"/>
                  </a:lnTo>
                  <a:close/>
                  <a:moveTo>
                    <a:pt x="62175" y="103644"/>
                  </a:moveTo>
                  <a:cubicBezTo>
                    <a:pt x="60913" y="103954"/>
                    <a:pt x="59698" y="104442"/>
                    <a:pt x="58567" y="105097"/>
                  </a:cubicBezTo>
                  <a:lnTo>
                    <a:pt x="59186" y="106168"/>
                  </a:lnTo>
                  <a:cubicBezTo>
                    <a:pt x="60210" y="105585"/>
                    <a:pt x="61317" y="105132"/>
                    <a:pt x="62472" y="104847"/>
                  </a:cubicBezTo>
                  <a:lnTo>
                    <a:pt x="62175" y="103644"/>
                  </a:lnTo>
                  <a:close/>
                  <a:moveTo>
                    <a:pt x="55495" y="107478"/>
                  </a:moveTo>
                  <a:cubicBezTo>
                    <a:pt x="54590" y="108407"/>
                    <a:pt x="53817" y="109454"/>
                    <a:pt x="53197" y="110597"/>
                  </a:cubicBezTo>
                  <a:lnTo>
                    <a:pt x="54293" y="111193"/>
                  </a:lnTo>
                  <a:cubicBezTo>
                    <a:pt x="54852" y="110145"/>
                    <a:pt x="55555" y="109193"/>
                    <a:pt x="56388" y="108335"/>
                  </a:cubicBezTo>
                  <a:lnTo>
                    <a:pt x="55495" y="107478"/>
                  </a:lnTo>
                  <a:close/>
                  <a:moveTo>
                    <a:pt x="51840" y="114241"/>
                  </a:moveTo>
                  <a:cubicBezTo>
                    <a:pt x="51626" y="115229"/>
                    <a:pt x="51507" y="116253"/>
                    <a:pt x="51507" y="117277"/>
                  </a:cubicBezTo>
                  <a:lnTo>
                    <a:pt x="51507" y="118075"/>
                  </a:lnTo>
                  <a:lnTo>
                    <a:pt x="52745" y="118075"/>
                  </a:lnTo>
                  <a:lnTo>
                    <a:pt x="52745" y="117277"/>
                  </a:lnTo>
                  <a:cubicBezTo>
                    <a:pt x="52745" y="116348"/>
                    <a:pt x="52852" y="115408"/>
                    <a:pt x="53055" y="114503"/>
                  </a:cubicBezTo>
                  <a:lnTo>
                    <a:pt x="51840" y="114241"/>
                  </a:lnTo>
                  <a:close/>
                  <a:moveTo>
                    <a:pt x="51507" y="121801"/>
                  </a:moveTo>
                  <a:lnTo>
                    <a:pt x="51507" y="125528"/>
                  </a:lnTo>
                  <a:lnTo>
                    <a:pt x="52757" y="125528"/>
                  </a:lnTo>
                  <a:lnTo>
                    <a:pt x="52757" y="121801"/>
                  </a:lnTo>
                  <a:close/>
                  <a:moveTo>
                    <a:pt x="51507" y="129243"/>
                  </a:moveTo>
                  <a:lnTo>
                    <a:pt x="51507" y="132969"/>
                  </a:lnTo>
                  <a:lnTo>
                    <a:pt x="52757" y="132969"/>
                  </a:lnTo>
                  <a:lnTo>
                    <a:pt x="52757" y="129243"/>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55" name="Google Shape;1055;p35"/>
          <p:cNvGrpSpPr/>
          <p:nvPr/>
        </p:nvGrpSpPr>
        <p:grpSpPr>
          <a:xfrm>
            <a:off x="947033" y="3867774"/>
            <a:ext cx="3363200" cy="1291999"/>
            <a:chOff x="710275" y="2900830"/>
            <a:chExt cx="2522400" cy="968999"/>
          </a:xfrm>
        </p:grpSpPr>
        <p:sp>
          <p:nvSpPr>
            <p:cNvPr id="1056" name="Google Shape;1056;p35"/>
            <p:cNvSpPr txBox="1"/>
            <p:nvPr/>
          </p:nvSpPr>
          <p:spPr>
            <a:xfrm>
              <a:off x="710275" y="3334929"/>
              <a:ext cx="1884600" cy="534900"/>
            </a:xfrm>
            <a:prstGeom prst="rect">
              <a:avLst/>
            </a:prstGeom>
            <a:noFill/>
            <a:ln>
              <a:noFill/>
            </a:ln>
          </p:spPr>
          <p:txBody>
            <a:bodyPr spcFirstLastPara="1" wrap="square" lIns="121900" tIns="121900" rIns="1219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434343"/>
                  </a:solidFill>
                  <a:effectLst/>
                  <a:uLnTx/>
                  <a:uFillTx/>
                  <a:latin typeface="Roboto"/>
                  <a:ea typeface="Roboto"/>
                  <a:cs typeface="Roboto"/>
                  <a:sym typeface="Roboto"/>
                </a:rPr>
                <a:t>Saturn is composed of hydrogen and helium</a:t>
              </a:r>
              <a:endParaRPr kumimoji="0" sz="1600" b="0" i="0" u="none" strike="noStrike" kern="0" cap="none" spc="0" normalizeH="0" baseline="0" noProof="0">
                <a:ln>
                  <a:noFill/>
                </a:ln>
                <a:solidFill>
                  <a:srgbClr val="434343"/>
                </a:solidFill>
                <a:effectLst/>
                <a:uLnTx/>
                <a:uFillTx/>
                <a:latin typeface="Roboto"/>
                <a:ea typeface="Roboto"/>
                <a:cs typeface="Roboto"/>
                <a:sym typeface="Roboto"/>
              </a:endParaRPr>
            </a:p>
          </p:txBody>
        </p:sp>
        <p:grpSp>
          <p:nvGrpSpPr>
            <p:cNvPr id="1057" name="Google Shape;1057;p35"/>
            <p:cNvGrpSpPr/>
            <p:nvPr/>
          </p:nvGrpSpPr>
          <p:grpSpPr>
            <a:xfrm rot="10800000">
              <a:off x="2665675" y="2900830"/>
              <a:ext cx="567000" cy="567000"/>
              <a:chOff x="6604775" y="1679913"/>
              <a:chExt cx="567000" cy="567000"/>
            </a:xfrm>
          </p:grpSpPr>
          <p:sp>
            <p:nvSpPr>
              <p:cNvPr id="1058" name="Google Shape;1058;p35"/>
              <p:cNvSpPr/>
              <p:nvPr/>
            </p:nvSpPr>
            <p:spPr>
              <a:xfrm rot="2700000">
                <a:off x="6687810" y="1762948"/>
                <a:ext cx="400930" cy="400930"/>
              </a:xfrm>
              <a:prstGeom prst="teardrop">
                <a:avLst>
                  <a:gd name="adj" fmla="val 10000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 name="Google Shape;1059;p35"/>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060" name="Google Shape;1060;p35"/>
            <p:cNvSpPr/>
            <p:nvPr/>
          </p:nvSpPr>
          <p:spPr>
            <a:xfrm>
              <a:off x="710275" y="3033719"/>
              <a:ext cx="1650600" cy="301200"/>
            </a:xfrm>
            <a:prstGeom prst="roundRect">
              <a:avLst>
                <a:gd name="adj" fmla="val 5000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Saturn</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1061" name="Google Shape;1061;p35"/>
          <p:cNvGrpSpPr/>
          <p:nvPr/>
        </p:nvGrpSpPr>
        <p:grpSpPr>
          <a:xfrm>
            <a:off x="7881833" y="3010212"/>
            <a:ext cx="3363200" cy="1292016"/>
            <a:chOff x="5911375" y="2257659"/>
            <a:chExt cx="2522400" cy="969012"/>
          </a:xfrm>
        </p:grpSpPr>
        <p:sp>
          <p:nvSpPr>
            <p:cNvPr id="1062" name="Google Shape;1062;p35"/>
            <p:cNvSpPr txBox="1"/>
            <p:nvPr/>
          </p:nvSpPr>
          <p:spPr>
            <a:xfrm>
              <a:off x="6549175" y="2691771"/>
              <a:ext cx="1884600" cy="5349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434343"/>
                  </a:solidFill>
                  <a:effectLst/>
                  <a:uLnTx/>
                  <a:uFillTx/>
                  <a:latin typeface="Roboto"/>
                  <a:ea typeface="Roboto"/>
                  <a:cs typeface="Roboto"/>
                  <a:sym typeface="Roboto"/>
                </a:rPr>
                <a:t>Despite being red, Mars is a very cold place</a:t>
              </a:r>
              <a:endParaRPr kumimoji="0" sz="1600" b="0" i="0" u="none" strike="noStrike" kern="0" cap="none" spc="0" normalizeH="0" baseline="0" noProof="0">
                <a:ln>
                  <a:noFill/>
                </a:ln>
                <a:solidFill>
                  <a:srgbClr val="434343"/>
                </a:solidFill>
                <a:effectLst/>
                <a:uLnTx/>
                <a:uFillTx/>
                <a:latin typeface="Roboto"/>
                <a:ea typeface="Roboto"/>
                <a:cs typeface="Roboto"/>
                <a:sym typeface="Roboto"/>
              </a:endParaRPr>
            </a:p>
          </p:txBody>
        </p:sp>
        <p:grpSp>
          <p:nvGrpSpPr>
            <p:cNvPr id="1063" name="Google Shape;1063;p35"/>
            <p:cNvGrpSpPr/>
            <p:nvPr/>
          </p:nvGrpSpPr>
          <p:grpSpPr>
            <a:xfrm>
              <a:off x="5911375" y="2257659"/>
              <a:ext cx="567000" cy="567000"/>
              <a:chOff x="6604775" y="1679913"/>
              <a:chExt cx="567000" cy="567000"/>
            </a:xfrm>
          </p:grpSpPr>
          <p:sp>
            <p:nvSpPr>
              <p:cNvPr id="1064" name="Google Shape;1064;p35"/>
              <p:cNvSpPr/>
              <p:nvPr/>
            </p:nvSpPr>
            <p:spPr>
              <a:xfrm rot="2700000">
                <a:off x="6687810" y="1762948"/>
                <a:ext cx="400930" cy="400930"/>
              </a:xfrm>
              <a:prstGeom prst="teardrop">
                <a:avLst>
                  <a:gd name="adj" fmla="val 10000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 name="Google Shape;1065;p35"/>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066" name="Google Shape;1066;p35"/>
            <p:cNvSpPr/>
            <p:nvPr/>
          </p:nvSpPr>
          <p:spPr>
            <a:xfrm>
              <a:off x="6783175" y="2390560"/>
              <a:ext cx="1650600" cy="301200"/>
            </a:xfrm>
            <a:prstGeom prst="roundRect">
              <a:avLst>
                <a:gd name="adj" fmla="val 50000"/>
              </a:avLst>
            </a:prstGeom>
            <a:solidFill>
              <a:schemeClr val="accent3"/>
            </a:solid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Mars</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1067" name="Google Shape;1067;p35"/>
          <p:cNvGrpSpPr/>
          <p:nvPr/>
        </p:nvGrpSpPr>
        <p:grpSpPr>
          <a:xfrm>
            <a:off x="7881833" y="4725317"/>
            <a:ext cx="3363200" cy="1292016"/>
            <a:chOff x="5911375" y="3543988"/>
            <a:chExt cx="2522400" cy="969012"/>
          </a:xfrm>
        </p:grpSpPr>
        <p:sp>
          <p:nvSpPr>
            <p:cNvPr id="1068" name="Google Shape;1068;p35"/>
            <p:cNvSpPr txBox="1"/>
            <p:nvPr/>
          </p:nvSpPr>
          <p:spPr>
            <a:xfrm>
              <a:off x="6549175" y="3978100"/>
              <a:ext cx="1884600" cy="5349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434343"/>
                  </a:solidFill>
                  <a:effectLst/>
                  <a:uLnTx/>
                  <a:uFillTx/>
                  <a:latin typeface="Roboto"/>
                  <a:ea typeface="Roboto"/>
                  <a:cs typeface="Roboto"/>
                  <a:sym typeface="Roboto"/>
                </a:rPr>
                <a:t>Mercury is the closest planet to the Sun</a:t>
              </a:r>
              <a:endParaRPr kumimoji="0" sz="1600" b="0" i="0" u="none" strike="noStrike" kern="0" cap="none" spc="0" normalizeH="0" baseline="0" noProof="0">
                <a:ln>
                  <a:noFill/>
                </a:ln>
                <a:solidFill>
                  <a:srgbClr val="434343"/>
                </a:solidFill>
                <a:effectLst/>
                <a:uLnTx/>
                <a:uFillTx/>
                <a:latin typeface="Roboto"/>
                <a:ea typeface="Roboto"/>
                <a:cs typeface="Roboto"/>
                <a:sym typeface="Roboto"/>
              </a:endParaRPr>
            </a:p>
          </p:txBody>
        </p:sp>
        <p:grpSp>
          <p:nvGrpSpPr>
            <p:cNvPr id="1069" name="Google Shape;1069;p35"/>
            <p:cNvGrpSpPr/>
            <p:nvPr/>
          </p:nvGrpSpPr>
          <p:grpSpPr>
            <a:xfrm>
              <a:off x="5911375" y="3543988"/>
              <a:ext cx="567000" cy="567000"/>
              <a:chOff x="6604775" y="1679913"/>
              <a:chExt cx="567000" cy="567000"/>
            </a:xfrm>
          </p:grpSpPr>
          <p:sp>
            <p:nvSpPr>
              <p:cNvPr id="1070" name="Google Shape;1070;p35"/>
              <p:cNvSpPr/>
              <p:nvPr/>
            </p:nvSpPr>
            <p:spPr>
              <a:xfrm rot="2700000">
                <a:off x="6687810" y="1762948"/>
                <a:ext cx="400930" cy="400930"/>
              </a:xfrm>
              <a:prstGeom prst="teardrop">
                <a:avLst>
                  <a:gd name="adj" fmla="val 100000"/>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 name="Google Shape;1071;p35"/>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072" name="Google Shape;1072;p35"/>
            <p:cNvSpPr/>
            <p:nvPr/>
          </p:nvSpPr>
          <p:spPr>
            <a:xfrm>
              <a:off x="6783175" y="3676889"/>
              <a:ext cx="1650600" cy="301200"/>
            </a:xfrm>
            <a:prstGeom prst="roundRect">
              <a:avLst>
                <a:gd name="adj" fmla="val 50000"/>
              </a:avLst>
            </a:prstGeom>
            <a:solidFill>
              <a:schemeClr val="accent6"/>
            </a:solid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Mercury</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1073" name="Google Shape;1073;p35"/>
          <p:cNvGrpSpPr/>
          <p:nvPr/>
        </p:nvGrpSpPr>
        <p:grpSpPr>
          <a:xfrm>
            <a:off x="947034" y="2152651"/>
            <a:ext cx="4938887" cy="1292016"/>
            <a:chOff x="710275" y="1614488"/>
            <a:chExt cx="3704165" cy="969012"/>
          </a:xfrm>
        </p:grpSpPr>
        <p:sp>
          <p:nvSpPr>
            <p:cNvPr id="1074" name="Google Shape;1074;p35"/>
            <p:cNvSpPr txBox="1"/>
            <p:nvPr/>
          </p:nvSpPr>
          <p:spPr>
            <a:xfrm>
              <a:off x="710275" y="2048600"/>
              <a:ext cx="1884600" cy="534900"/>
            </a:xfrm>
            <a:prstGeom prst="rect">
              <a:avLst/>
            </a:prstGeom>
            <a:noFill/>
            <a:ln>
              <a:noFill/>
            </a:ln>
          </p:spPr>
          <p:txBody>
            <a:bodyPr spcFirstLastPara="1" wrap="square" lIns="121900" tIns="121900" rIns="1219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434343"/>
                  </a:solidFill>
                  <a:effectLst/>
                  <a:uLnTx/>
                  <a:uFillTx/>
                  <a:latin typeface="Roboto"/>
                  <a:ea typeface="Roboto"/>
                  <a:cs typeface="Roboto"/>
                  <a:sym typeface="Roboto"/>
                </a:rPr>
                <a:t>Neptune is the farthest planet from the Sun </a:t>
              </a:r>
              <a:endParaRPr kumimoji="0" sz="1600" b="0" i="0" u="none" strike="noStrike" kern="0" cap="none" spc="0" normalizeH="0" baseline="0" noProof="0">
                <a:ln>
                  <a:noFill/>
                </a:ln>
                <a:solidFill>
                  <a:srgbClr val="434343"/>
                </a:solidFill>
                <a:effectLst/>
                <a:uLnTx/>
                <a:uFillTx/>
                <a:latin typeface="Roboto"/>
                <a:ea typeface="Roboto"/>
                <a:cs typeface="Roboto"/>
                <a:sym typeface="Roboto"/>
              </a:endParaRPr>
            </a:p>
          </p:txBody>
        </p:sp>
        <p:grpSp>
          <p:nvGrpSpPr>
            <p:cNvPr id="1075" name="Google Shape;1075;p35"/>
            <p:cNvGrpSpPr/>
            <p:nvPr/>
          </p:nvGrpSpPr>
          <p:grpSpPr>
            <a:xfrm rot="10800000">
              <a:off x="2665675" y="1614488"/>
              <a:ext cx="567000" cy="567000"/>
              <a:chOff x="8028600" y="1679913"/>
              <a:chExt cx="567000" cy="567000"/>
            </a:xfrm>
          </p:grpSpPr>
          <p:sp>
            <p:nvSpPr>
              <p:cNvPr id="1076" name="Google Shape;1076;p35"/>
              <p:cNvSpPr/>
              <p:nvPr/>
            </p:nvSpPr>
            <p:spPr>
              <a:xfrm rot="2700000">
                <a:off x="8111635" y="1762948"/>
                <a:ext cx="400930" cy="400930"/>
              </a:xfrm>
              <a:prstGeom prst="teardrop">
                <a:avLst>
                  <a:gd name="adj" fmla="val 10000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BB831"/>
                  </a:solidFill>
                  <a:effectLst/>
                  <a:uLnTx/>
                  <a:uFillTx/>
                  <a:latin typeface="Arial"/>
                  <a:ea typeface="+mn-ea"/>
                  <a:cs typeface="Arial"/>
                  <a:sym typeface="Arial"/>
                </a:endParaRPr>
              </a:p>
            </p:txBody>
          </p:sp>
          <p:sp>
            <p:nvSpPr>
              <p:cNvPr id="1077" name="Google Shape;1077;p35"/>
              <p:cNvSpPr/>
              <p:nvPr/>
            </p:nvSpPr>
            <p:spPr>
              <a:xfrm>
                <a:off x="8186346"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BB831"/>
                  </a:solidFill>
                  <a:effectLst/>
                  <a:uLnTx/>
                  <a:uFillTx/>
                  <a:latin typeface="Arial"/>
                  <a:ea typeface="+mn-ea"/>
                  <a:cs typeface="Arial"/>
                  <a:sym typeface="Arial"/>
                </a:endParaRPr>
              </a:p>
            </p:txBody>
          </p:sp>
        </p:grpSp>
        <p:sp>
          <p:nvSpPr>
            <p:cNvPr id="1078" name="Google Shape;1078;p35"/>
            <p:cNvSpPr/>
            <p:nvPr/>
          </p:nvSpPr>
          <p:spPr>
            <a:xfrm>
              <a:off x="710275" y="1747389"/>
              <a:ext cx="1650600" cy="301200"/>
            </a:xfrm>
            <a:prstGeom prst="roundRect">
              <a:avLst>
                <a:gd name="adj" fmla="val 5000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Neptune</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cxnSp>
          <p:nvCxnSpPr>
            <p:cNvPr id="1079" name="Google Shape;1079;p35"/>
            <p:cNvCxnSpPr>
              <a:stCxn id="1076" idx="3"/>
            </p:cNvCxnSpPr>
            <p:nvPr/>
          </p:nvCxnSpPr>
          <p:spPr>
            <a:xfrm>
              <a:off x="3149640" y="1897988"/>
              <a:ext cx="1264800" cy="0"/>
            </a:xfrm>
            <a:prstGeom prst="straightConnector1">
              <a:avLst/>
            </a:prstGeom>
            <a:noFill/>
            <a:ln w="19050" cap="flat" cmpd="sng">
              <a:solidFill>
                <a:schemeClr val="accent1"/>
              </a:solidFill>
              <a:prstDash val="solid"/>
              <a:round/>
              <a:headEnd type="none" w="med" len="med"/>
              <a:tailEnd type="triangle" w="med" len="med"/>
            </a:ln>
          </p:spPr>
        </p:cxnSp>
      </p:grpSp>
    </p:spTree>
    <p:extLst>
      <p:ext uri="{BB962C8B-B14F-4D97-AF65-F5344CB8AC3E}">
        <p14:creationId xmlns:p14="http://schemas.microsoft.com/office/powerpoint/2010/main" val="134130527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1191"/>
        <p:cNvGrpSpPr/>
        <p:nvPr/>
      </p:nvGrpSpPr>
      <p:grpSpPr>
        <a:xfrm>
          <a:off x="0" y="0"/>
          <a:ext cx="0" cy="0"/>
          <a:chOff x="0" y="0"/>
          <a:chExt cx="0" cy="0"/>
        </a:xfrm>
      </p:grpSpPr>
      <p:sp>
        <p:nvSpPr>
          <p:cNvPr id="1192" name="Google Shape;1192;p38"/>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193" name="Google Shape;1193;p38"/>
          <p:cNvGrpSpPr/>
          <p:nvPr/>
        </p:nvGrpSpPr>
        <p:grpSpPr>
          <a:xfrm>
            <a:off x="947017" y="1967167"/>
            <a:ext cx="2202411" cy="3823184"/>
            <a:chOff x="710263" y="1475375"/>
            <a:chExt cx="1651808" cy="2867388"/>
          </a:xfrm>
        </p:grpSpPr>
        <p:sp>
          <p:nvSpPr>
            <p:cNvPr id="1194" name="Google Shape;1194;p38"/>
            <p:cNvSpPr/>
            <p:nvPr/>
          </p:nvSpPr>
          <p:spPr>
            <a:xfrm>
              <a:off x="710263" y="2113046"/>
              <a:ext cx="169219" cy="185025"/>
            </a:xfrm>
            <a:custGeom>
              <a:avLst/>
              <a:gdLst/>
              <a:ahLst/>
              <a:cxnLst/>
              <a:rect l="l" t="t" r="r" b="b"/>
              <a:pathLst>
                <a:path w="5728" h="6263" extrusionOk="0">
                  <a:moveTo>
                    <a:pt x="5394" y="0"/>
                  </a:moveTo>
                  <a:lnTo>
                    <a:pt x="0" y="834"/>
                  </a:lnTo>
                  <a:lnTo>
                    <a:pt x="5727" y="6263"/>
                  </a:lnTo>
                  <a:lnTo>
                    <a:pt x="5727" y="6263"/>
                  </a:lnTo>
                  <a:lnTo>
                    <a:pt x="5394" y="0"/>
                  </a:lnTo>
                  <a:close/>
                </a:path>
              </a:pathLst>
            </a:custGeom>
            <a:solidFill>
              <a:srgbClr val="FBB831">
                <a:alpha val="58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5" name="Google Shape;1195;p38"/>
            <p:cNvSpPr/>
            <p:nvPr/>
          </p:nvSpPr>
          <p:spPr>
            <a:xfrm>
              <a:off x="1064103" y="4173169"/>
              <a:ext cx="179766" cy="169574"/>
            </a:xfrm>
            <a:custGeom>
              <a:avLst/>
              <a:gdLst/>
              <a:ahLst/>
              <a:cxnLst/>
              <a:rect l="l" t="t" r="r" b="b"/>
              <a:pathLst>
                <a:path w="6085" h="5740" extrusionOk="0">
                  <a:moveTo>
                    <a:pt x="6084" y="1"/>
                  </a:moveTo>
                  <a:lnTo>
                    <a:pt x="0" y="703"/>
                  </a:lnTo>
                  <a:lnTo>
                    <a:pt x="4798" y="5739"/>
                  </a:lnTo>
                  <a:lnTo>
                    <a:pt x="6084" y="1"/>
                  </a:lnTo>
                  <a:close/>
                </a:path>
              </a:pathLst>
            </a:custGeom>
            <a:solidFill>
              <a:srgbClr val="FBB831">
                <a:alpha val="58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6" name="Google Shape;1196;p38"/>
            <p:cNvSpPr/>
            <p:nvPr/>
          </p:nvSpPr>
          <p:spPr>
            <a:xfrm>
              <a:off x="1891336" y="4173169"/>
              <a:ext cx="179766" cy="169574"/>
            </a:xfrm>
            <a:custGeom>
              <a:avLst/>
              <a:gdLst/>
              <a:ahLst/>
              <a:cxnLst/>
              <a:rect l="l" t="t" r="r" b="b"/>
              <a:pathLst>
                <a:path w="6085" h="5740" extrusionOk="0">
                  <a:moveTo>
                    <a:pt x="1" y="1"/>
                  </a:moveTo>
                  <a:lnTo>
                    <a:pt x="1287" y="5739"/>
                  </a:lnTo>
                  <a:lnTo>
                    <a:pt x="6085" y="703"/>
                  </a:lnTo>
                  <a:lnTo>
                    <a:pt x="1" y="1"/>
                  </a:lnTo>
                  <a:close/>
                </a:path>
              </a:pathLst>
            </a:custGeom>
            <a:solidFill>
              <a:srgbClr val="FBB831">
                <a:alpha val="58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7" name="Google Shape;1197;p38"/>
            <p:cNvSpPr/>
            <p:nvPr/>
          </p:nvSpPr>
          <p:spPr>
            <a:xfrm>
              <a:off x="1875148" y="1475375"/>
              <a:ext cx="158673" cy="139322"/>
            </a:xfrm>
            <a:custGeom>
              <a:avLst/>
              <a:gdLst/>
              <a:ahLst/>
              <a:cxnLst/>
              <a:rect l="l" t="t" r="r" b="b"/>
              <a:pathLst>
                <a:path w="5371" h="4716" extrusionOk="0">
                  <a:moveTo>
                    <a:pt x="953" y="0"/>
                  </a:moveTo>
                  <a:lnTo>
                    <a:pt x="1" y="4715"/>
                  </a:lnTo>
                  <a:lnTo>
                    <a:pt x="5371" y="4715"/>
                  </a:lnTo>
                  <a:lnTo>
                    <a:pt x="953" y="0"/>
                  </a:lnTo>
                  <a:close/>
                </a:path>
              </a:pathLst>
            </a:custGeom>
            <a:solidFill>
              <a:srgbClr val="FBB831">
                <a:alpha val="58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8" name="Google Shape;1198;p38"/>
            <p:cNvSpPr/>
            <p:nvPr/>
          </p:nvSpPr>
          <p:spPr>
            <a:xfrm>
              <a:off x="816850" y="1569217"/>
              <a:ext cx="1545220" cy="2633274"/>
            </a:xfrm>
            <a:custGeom>
              <a:avLst/>
              <a:gdLst/>
              <a:ahLst/>
              <a:cxnLst/>
              <a:rect l="l" t="t" r="r" b="b"/>
              <a:pathLst>
                <a:path w="52305" h="84285" extrusionOk="0">
                  <a:moveTo>
                    <a:pt x="0" y="0"/>
                  </a:moveTo>
                  <a:lnTo>
                    <a:pt x="0" y="84284"/>
                  </a:lnTo>
                  <a:lnTo>
                    <a:pt x="52304" y="84284"/>
                  </a:lnTo>
                  <a:lnTo>
                    <a:pt x="52304" y="0"/>
                  </a:lnTo>
                  <a:close/>
                </a:path>
              </a:pathLst>
            </a:custGeom>
            <a:solidFill>
              <a:schemeClr val="lt2"/>
            </a:solidFill>
            <a:ln>
              <a:noFill/>
            </a:ln>
          </p:spPr>
          <p:txBody>
            <a:bodyPr spcFirstLastPara="1" wrap="square" lIns="243833" tIns="121900" rIns="243833"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199" name="Google Shape;1199;p38"/>
            <p:cNvSpPr/>
            <p:nvPr/>
          </p:nvSpPr>
          <p:spPr>
            <a:xfrm>
              <a:off x="710263" y="1475375"/>
              <a:ext cx="1193133" cy="662343"/>
            </a:xfrm>
            <a:custGeom>
              <a:avLst/>
              <a:gdLst/>
              <a:ahLst/>
              <a:cxnLst/>
              <a:rect l="l" t="t" r="r" b="b"/>
              <a:pathLst>
                <a:path w="40387" h="22420" extrusionOk="0">
                  <a:moveTo>
                    <a:pt x="0" y="0"/>
                  </a:moveTo>
                  <a:lnTo>
                    <a:pt x="0" y="22420"/>
                  </a:lnTo>
                  <a:lnTo>
                    <a:pt x="35898" y="22420"/>
                  </a:lnTo>
                  <a:cubicBezTo>
                    <a:pt x="38374" y="22420"/>
                    <a:pt x="40386" y="20407"/>
                    <a:pt x="40386" y="17931"/>
                  </a:cubicBezTo>
                  <a:lnTo>
                    <a:pt x="40386"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Option 1</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0" name="Google Shape;1200;p38"/>
            <p:cNvSpPr/>
            <p:nvPr/>
          </p:nvSpPr>
          <p:spPr>
            <a:xfrm>
              <a:off x="1205840" y="3787689"/>
              <a:ext cx="723555" cy="555074"/>
            </a:xfrm>
            <a:custGeom>
              <a:avLst/>
              <a:gdLst/>
              <a:ahLst/>
              <a:cxnLst/>
              <a:rect l="l" t="t" r="r" b="b"/>
              <a:pathLst>
                <a:path w="24492" h="18789" extrusionOk="0">
                  <a:moveTo>
                    <a:pt x="4489" y="0"/>
                  </a:moveTo>
                  <a:cubicBezTo>
                    <a:pt x="2013" y="0"/>
                    <a:pt x="0" y="2012"/>
                    <a:pt x="0" y="4489"/>
                  </a:cubicBezTo>
                  <a:lnTo>
                    <a:pt x="0" y="18788"/>
                  </a:lnTo>
                  <a:lnTo>
                    <a:pt x="24492" y="18788"/>
                  </a:lnTo>
                  <a:lnTo>
                    <a:pt x="24492" y="4489"/>
                  </a:lnTo>
                  <a:cubicBezTo>
                    <a:pt x="24492" y="2012"/>
                    <a:pt x="22491" y="0"/>
                    <a:pt x="20015"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1" name="Google Shape;1201;p38"/>
            <p:cNvSpPr txBox="1"/>
            <p:nvPr/>
          </p:nvSpPr>
          <p:spPr>
            <a:xfrm>
              <a:off x="860010" y="2451050"/>
              <a:ext cx="14589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sp>
          <p:nvSpPr>
            <p:cNvPr id="1202" name="Google Shape;1202;p38"/>
            <p:cNvSpPr txBox="1"/>
            <p:nvPr/>
          </p:nvSpPr>
          <p:spPr>
            <a:xfrm>
              <a:off x="860010" y="2842251"/>
              <a:ext cx="1458900" cy="632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 </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203" name="Google Shape;1203;p38"/>
          <p:cNvGrpSpPr/>
          <p:nvPr/>
        </p:nvGrpSpPr>
        <p:grpSpPr>
          <a:xfrm>
            <a:off x="9049675" y="1967167"/>
            <a:ext cx="2195359" cy="3823184"/>
            <a:chOff x="6787256" y="1475375"/>
            <a:chExt cx="1646519" cy="2867388"/>
          </a:xfrm>
        </p:grpSpPr>
        <p:sp>
          <p:nvSpPr>
            <p:cNvPr id="1204" name="Google Shape;1204;p38"/>
            <p:cNvSpPr/>
            <p:nvPr/>
          </p:nvSpPr>
          <p:spPr>
            <a:xfrm>
              <a:off x="7141096" y="4173169"/>
              <a:ext cx="179766" cy="169574"/>
            </a:xfrm>
            <a:custGeom>
              <a:avLst/>
              <a:gdLst/>
              <a:ahLst/>
              <a:cxnLst/>
              <a:rect l="l" t="t" r="r" b="b"/>
              <a:pathLst>
                <a:path w="6085" h="5740" extrusionOk="0">
                  <a:moveTo>
                    <a:pt x="6084" y="1"/>
                  </a:moveTo>
                  <a:lnTo>
                    <a:pt x="0" y="703"/>
                  </a:lnTo>
                  <a:lnTo>
                    <a:pt x="4798" y="5739"/>
                  </a:lnTo>
                  <a:lnTo>
                    <a:pt x="6084" y="1"/>
                  </a:lnTo>
                  <a:close/>
                </a:path>
              </a:pathLst>
            </a:custGeom>
            <a:solidFill>
              <a:srgbClr val="9C27B0">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5" name="Google Shape;1205;p38"/>
            <p:cNvSpPr/>
            <p:nvPr/>
          </p:nvSpPr>
          <p:spPr>
            <a:xfrm>
              <a:off x="7968330" y="4173169"/>
              <a:ext cx="179766" cy="169574"/>
            </a:xfrm>
            <a:custGeom>
              <a:avLst/>
              <a:gdLst/>
              <a:ahLst/>
              <a:cxnLst/>
              <a:rect l="l" t="t" r="r" b="b"/>
              <a:pathLst>
                <a:path w="6085" h="5740" extrusionOk="0">
                  <a:moveTo>
                    <a:pt x="1" y="1"/>
                  </a:moveTo>
                  <a:lnTo>
                    <a:pt x="1287" y="5739"/>
                  </a:lnTo>
                  <a:lnTo>
                    <a:pt x="6085" y="703"/>
                  </a:lnTo>
                  <a:lnTo>
                    <a:pt x="1" y="1"/>
                  </a:lnTo>
                  <a:close/>
                </a:path>
              </a:pathLst>
            </a:custGeom>
            <a:solidFill>
              <a:srgbClr val="9C27B0">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6" name="Google Shape;1206;p38"/>
            <p:cNvSpPr/>
            <p:nvPr/>
          </p:nvSpPr>
          <p:spPr>
            <a:xfrm>
              <a:off x="7952171" y="1475375"/>
              <a:ext cx="158643" cy="139322"/>
            </a:xfrm>
            <a:custGeom>
              <a:avLst/>
              <a:gdLst/>
              <a:ahLst/>
              <a:cxnLst/>
              <a:rect l="l" t="t" r="r" b="b"/>
              <a:pathLst>
                <a:path w="5370" h="4716" extrusionOk="0">
                  <a:moveTo>
                    <a:pt x="953" y="0"/>
                  </a:moveTo>
                  <a:lnTo>
                    <a:pt x="0" y="4715"/>
                  </a:lnTo>
                  <a:lnTo>
                    <a:pt x="5370" y="4715"/>
                  </a:lnTo>
                  <a:lnTo>
                    <a:pt x="953" y="0"/>
                  </a:lnTo>
                  <a:close/>
                </a:path>
              </a:pathLst>
            </a:custGeom>
            <a:solidFill>
              <a:srgbClr val="9C27B0">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7" name="Google Shape;1207;p38"/>
            <p:cNvSpPr/>
            <p:nvPr/>
          </p:nvSpPr>
          <p:spPr>
            <a:xfrm>
              <a:off x="6787256" y="2113046"/>
              <a:ext cx="169219" cy="185025"/>
            </a:xfrm>
            <a:custGeom>
              <a:avLst/>
              <a:gdLst/>
              <a:ahLst/>
              <a:cxnLst/>
              <a:rect l="l" t="t" r="r" b="b"/>
              <a:pathLst>
                <a:path w="5728" h="6263" extrusionOk="0">
                  <a:moveTo>
                    <a:pt x="5394" y="0"/>
                  </a:moveTo>
                  <a:lnTo>
                    <a:pt x="1" y="834"/>
                  </a:lnTo>
                  <a:lnTo>
                    <a:pt x="5727" y="6263"/>
                  </a:lnTo>
                  <a:lnTo>
                    <a:pt x="5727" y="6263"/>
                  </a:lnTo>
                  <a:lnTo>
                    <a:pt x="5394" y="0"/>
                  </a:lnTo>
                  <a:close/>
                </a:path>
              </a:pathLst>
            </a:custGeom>
            <a:solidFill>
              <a:srgbClr val="9C27B0">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 name="Google Shape;1208;p38"/>
            <p:cNvSpPr/>
            <p:nvPr/>
          </p:nvSpPr>
          <p:spPr>
            <a:xfrm>
              <a:off x="6888555" y="1564000"/>
              <a:ext cx="1545220" cy="2632899"/>
            </a:xfrm>
            <a:custGeom>
              <a:avLst/>
              <a:gdLst/>
              <a:ahLst/>
              <a:cxnLst/>
              <a:rect l="l" t="t" r="r" b="b"/>
              <a:pathLst>
                <a:path w="52305" h="84273" extrusionOk="0">
                  <a:moveTo>
                    <a:pt x="1" y="1"/>
                  </a:moveTo>
                  <a:lnTo>
                    <a:pt x="1" y="84273"/>
                  </a:lnTo>
                  <a:lnTo>
                    <a:pt x="52305" y="84273"/>
                  </a:lnTo>
                  <a:lnTo>
                    <a:pt x="52305" y="1"/>
                  </a:lnTo>
                  <a:close/>
                </a:path>
              </a:pathLst>
            </a:custGeom>
            <a:solidFill>
              <a:schemeClr val="lt2"/>
            </a:solidFill>
            <a:ln>
              <a:noFill/>
            </a:ln>
          </p:spPr>
          <p:txBody>
            <a:bodyPr spcFirstLastPara="1" wrap="square" lIns="243833" tIns="121900" rIns="243833"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209" name="Google Shape;1209;p38"/>
            <p:cNvSpPr/>
            <p:nvPr/>
          </p:nvSpPr>
          <p:spPr>
            <a:xfrm>
              <a:off x="6787256" y="1475375"/>
              <a:ext cx="1193133" cy="662343"/>
            </a:xfrm>
            <a:custGeom>
              <a:avLst/>
              <a:gdLst/>
              <a:ahLst/>
              <a:cxnLst/>
              <a:rect l="l" t="t" r="r" b="b"/>
              <a:pathLst>
                <a:path w="40387" h="22420" extrusionOk="0">
                  <a:moveTo>
                    <a:pt x="1" y="0"/>
                  </a:moveTo>
                  <a:lnTo>
                    <a:pt x="1" y="22420"/>
                  </a:lnTo>
                  <a:lnTo>
                    <a:pt x="35898" y="22420"/>
                  </a:lnTo>
                  <a:cubicBezTo>
                    <a:pt x="38374" y="22420"/>
                    <a:pt x="40387" y="20407"/>
                    <a:pt x="40387" y="17931"/>
                  </a:cubicBezTo>
                  <a:lnTo>
                    <a:pt x="40387"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Option 4</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 name="Google Shape;1210;p38"/>
            <p:cNvSpPr/>
            <p:nvPr/>
          </p:nvSpPr>
          <p:spPr>
            <a:xfrm>
              <a:off x="7282834" y="3787689"/>
              <a:ext cx="723555" cy="555074"/>
            </a:xfrm>
            <a:custGeom>
              <a:avLst/>
              <a:gdLst/>
              <a:ahLst/>
              <a:cxnLst/>
              <a:rect l="l" t="t" r="r" b="b"/>
              <a:pathLst>
                <a:path w="24492" h="18789" extrusionOk="0">
                  <a:moveTo>
                    <a:pt x="4489" y="0"/>
                  </a:moveTo>
                  <a:cubicBezTo>
                    <a:pt x="2013" y="0"/>
                    <a:pt x="0" y="2012"/>
                    <a:pt x="0" y="4489"/>
                  </a:cubicBezTo>
                  <a:lnTo>
                    <a:pt x="0" y="18788"/>
                  </a:lnTo>
                  <a:lnTo>
                    <a:pt x="24492" y="18788"/>
                  </a:lnTo>
                  <a:lnTo>
                    <a:pt x="24492" y="4489"/>
                  </a:lnTo>
                  <a:cubicBezTo>
                    <a:pt x="24492" y="2012"/>
                    <a:pt x="22491" y="0"/>
                    <a:pt x="20015"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 name="Google Shape;1211;p38"/>
            <p:cNvSpPr txBox="1"/>
            <p:nvPr/>
          </p:nvSpPr>
          <p:spPr>
            <a:xfrm>
              <a:off x="6931713" y="2451050"/>
              <a:ext cx="14589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sp>
          <p:nvSpPr>
            <p:cNvPr id="1212" name="Google Shape;1212;p38"/>
            <p:cNvSpPr txBox="1"/>
            <p:nvPr/>
          </p:nvSpPr>
          <p:spPr>
            <a:xfrm>
              <a:off x="6931713" y="2842251"/>
              <a:ext cx="1458900" cy="632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a:t>
              </a:r>
              <a:br>
                <a:rPr kumimoji="0" lang="en" sz="1600" b="0" i="0" u="none" strike="noStrike" kern="0" cap="none" spc="0" normalizeH="0" baseline="0" noProof="0">
                  <a:ln>
                    <a:noFill/>
                  </a:ln>
                  <a:solidFill>
                    <a:srgbClr val="000000"/>
                  </a:solidFill>
                  <a:effectLst/>
                  <a:uLnTx/>
                  <a:uFillTx/>
                  <a:latin typeface="Roboto"/>
                  <a:ea typeface="Roboto"/>
                  <a:cs typeface="Roboto"/>
                  <a:sym typeface="Roboto"/>
                </a:rPr>
              </a:b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from the Sun </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213" name="Google Shape;1213;p38"/>
          <p:cNvGrpSpPr/>
          <p:nvPr/>
        </p:nvGrpSpPr>
        <p:grpSpPr>
          <a:xfrm>
            <a:off x="3650253" y="1967167"/>
            <a:ext cx="2195360" cy="3823184"/>
            <a:chOff x="2737690" y="1475375"/>
            <a:chExt cx="1646520" cy="2867388"/>
          </a:xfrm>
        </p:grpSpPr>
        <p:sp>
          <p:nvSpPr>
            <p:cNvPr id="1214" name="Google Shape;1214;p38"/>
            <p:cNvSpPr/>
            <p:nvPr/>
          </p:nvSpPr>
          <p:spPr>
            <a:xfrm>
              <a:off x="2737700" y="2113046"/>
              <a:ext cx="169190" cy="185025"/>
            </a:xfrm>
            <a:custGeom>
              <a:avLst/>
              <a:gdLst/>
              <a:ahLst/>
              <a:cxnLst/>
              <a:rect l="l" t="t" r="r" b="b"/>
              <a:pathLst>
                <a:path w="5727" h="6263" extrusionOk="0">
                  <a:moveTo>
                    <a:pt x="5394" y="0"/>
                  </a:moveTo>
                  <a:lnTo>
                    <a:pt x="0" y="834"/>
                  </a:lnTo>
                  <a:lnTo>
                    <a:pt x="5727" y="6263"/>
                  </a:lnTo>
                  <a:lnTo>
                    <a:pt x="5727" y="6263"/>
                  </a:lnTo>
                  <a:lnTo>
                    <a:pt x="5394" y="0"/>
                  </a:lnTo>
                  <a:close/>
                </a:path>
              </a:pathLst>
            </a:custGeom>
            <a:solidFill>
              <a:srgbClr val="FB8569">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 name="Google Shape;1215;p38"/>
            <p:cNvSpPr/>
            <p:nvPr/>
          </p:nvSpPr>
          <p:spPr>
            <a:xfrm>
              <a:off x="3091501" y="4173169"/>
              <a:ext cx="180121" cy="169574"/>
            </a:xfrm>
            <a:custGeom>
              <a:avLst/>
              <a:gdLst/>
              <a:ahLst/>
              <a:cxnLst/>
              <a:rect l="l" t="t" r="r" b="b"/>
              <a:pathLst>
                <a:path w="6097" h="5740" extrusionOk="0">
                  <a:moveTo>
                    <a:pt x="6097" y="1"/>
                  </a:moveTo>
                  <a:lnTo>
                    <a:pt x="1" y="703"/>
                  </a:lnTo>
                  <a:lnTo>
                    <a:pt x="4799" y="5739"/>
                  </a:lnTo>
                  <a:lnTo>
                    <a:pt x="6097" y="1"/>
                  </a:lnTo>
                  <a:close/>
                </a:path>
              </a:pathLst>
            </a:custGeom>
            <a:solidFill>
              <a:srgbClr val="FB8569">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 name="Google Shape;1216;p38"/>
            <p:cNvSpPr/>
            <p:nvPr/>
          </p:nvSpPr>
          <p:spPr>
            <a:xfrm>
              <a:off x="3918763" y="4173169"/>
              <a:ext cx="179766" cy="169574"/>
            </a:xfrm>
            <a:custGeom>
              <a:avLst/>
              <a:gdLst/>
              <a:ahLst/>
              <a:cxnLst/>
              <a:rect l="l" t="t" r="r" b="b"/>
              <a:pathLst>
                <a:path w="6085" h="5740" extrusionOk="0">
                  <a:moveTo>
                    <a:pt x="0" y="1"/>
                  </a:moveTo>
                  <a:lnTo>
                    <a:pt x="1286" y="5739"/>
                  </a:lnTo>
                  <a:lnTo>
                    <a:pt x="6084" y="703"/>
                  </a:lnTo>
                  <a:lnTo>
                    <a:pt x="0" y="1"/>
                  </a:lnTo>
                  <a:close/>
                </a:path>
              </a:pathLst>
            </a:custGeom>
            <a:solidFill>
              <a:srgbClr val="FB8569">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 name="Google Shape;1217;p38"/>
            <p:cNvSpPr/>
            <p:nvPr/>
          </p:nvSpPr>
          <p:spPr>
            <a:xfrm>
              <a:off x="3902575" y="1475375"/>
              <a:ext cx="158673" cy="139322"/>
            </a:xfrm>
            <a:custGeom>
              <a:avLst/>
              <a:gdLst/>
              <a:ahLst/>
              <a:cxnLst/>
              <a:rect l="l" t="t" r="r" b="b"/>
              <a:pathLst>
                <a:path w="5371" h="4716" extrusionOk="0">
                  <a:moveTo>
                    <a:pt x="953" y="0"/>
                  </a:moveTo>
                  <a:lnTo>
                    <a:pt x="1" y="4715"/>
                  </a:lnTo>
                  <a:lnTo>
                    <a:pt x="5370" y="4715"/>
                  </a:lnTo>
                  <a:lnTo>
                    <a:pt x="953" y="0"/>
                  </a:lnTo>
                  <a:close/>
                </a:path>
              </a:pathLst>
            </a:custGeom>
            <a:solidFill>
              <a:srgbClr val="FB8569">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 name="Google Shape;1218;p38"/>
            <p:cNvSpPr/>
            <p:nvPr/>
          </p:nvSpPr>
          <p:spPr>
            <a:xfrm>
              <a:off x="2839314" y="1564000"/>
              <a:ext cx="1544895" cy="2632899"/>
            </a:xfrm>
            <a:custGeom>
              <a:avLst/>
              <a:gdLst/>
              <a:ahLst/>
              <a:cxnLst/>
              <a:rect l="l" t="t" r="r" b="b"/>
              <a:pathLst>
                <a:path w="52294" h="84273" extrusionOk="0">
                  <a:moveTo>
                    <a:pt x="1" y="1"/>
                  </a:moveTo>
                  <a:lnTo>
                    <a:pt x="1" y="84273"/>
                  </a:lnTo>
                  <a:lnTo>
                    <a:pt x="52293" y="84273"/>
                  </a:lnTo>
                  <a:lnTo>
                    <a:pt x="52293" y="1"/>
                  </a:lnTo>
                  <a:close/>
                </a:path>
              </a:pathLst>
            </a:custGeom>
            <a:solidFill>
              <a:schemeClr val="lt2"/>
            </a:solidFill>
            <a:ln>
              <a:noFill/>
            </a:ln>
          </p:spPr>
          <p:txBody>
            <a:bodyPr spcFirstLastPara="1" wrap="square" lIns="243833" tIns="121900" rIns="243833"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219" name="Google Shape;1219;p38"/>
            <p:cNvSpPr/>
            <p:nvPr/>
          </p:nvSpPr>
          <p:spPr>
            <a:xfrm>
              <a:off x="2737690" y="1475375"/>
              <a:ext cx="1193133" cy="662343"/>
            </a:xfrm>
            <a:custGeom>
              <a:avLst/>
              <a:gdLst/>
              <a:ahLst/>
              <a:cxnLst/>
              <a:rect l="l" t="t" r="r" b="b"/>
              <a:pathLst>
                <a:path w="40387" h="22420" extrusionOk="0">
                  <a:moveTo>
                    <a:pt x="0" y="0"/>
                  </a:moveTo>
                  <a:lnTo>
                    <a:pt x="0" y="22420"/>
                  </a:lnTo>
                  <a:lnTo>
                    <a:pt x="35909" y="22420"/>
                  </a:lnTo>
                  <a:cubicBezTo>
                    <a:pt x="38386" y="22420"/>
                    <a:pt x="40386" y="20407"/>
                    <a:pt x="40386" y="17931"/>
                  </a:cubicBezTo>
                  <a:lnTo>
                    <a:pt x="40386"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Option 2</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0" name="Google Shape;1220;p38"/>
            <p:cNvSpPr/>
            <p:nvPr/>
          </p:nvSpPr>
          <p:spPr>
            <a:xfrm>
              <a:off x="3233238" y="3787689"/>
              <a:ext cx="723939" cy="555074"/>
            </a:xfrm>
            <a:custGeom>
              <a:avLst/>
              <a:gdLst/>
              <a:ahLst/>
              <a:cxnLst/>
              <a:rect l="l" t="t" r="r" b="b"/>
              <a:pathLst>
                <a:path w="24505" h="18789" extrusionOk="0">
                  <a:moveTo>
                    <a:pt x="4490" y="0"/>
                  </a:moveTo>
                  <a:cubicBezTo>
                    <a:pt x="2013" y="0"/>
                    <a:pt x="1" y="2012"/>
                    <a:pt x="1" y="4489"/>
                  </a:cubicBezTo>
                  <a:lnTo>
                    <a:pt x="1" y="18788"/>
                  </a:lnTo>
                  <a:lnTo>
                    <a:pt x="24504" y="18788"/>
                  </a:lnTo>
                  <a:lnTo>
                    <a:pt x="24504" y="4489"/>
                  </a:lnTo>
                  <a:cubicBezTo>
                    <a:pt x="24504" y="2012"/>
                    <a:pt x="22492" y="0"/>
                    <a:pt x="20015"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1" name="Google Shape;1221;p38"/>
            <p:cNvSpPr txBox="1"/>
            <p:nvPr/>
          </p:nvSpPr>
          <p:spPr>
            <a:xfrm>
              <a:off x="2882312" y="2451050"/>
              <a:ext cx="14589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sp>
          <p:nvSpPr>
            <p:cNvPr id="1222" name="Google Shape;1222;p38"/>
            <p:cNvSpPr txBox="1"/>
            <p:nvPr/>
          </p:nvSpPr>
          <p:spPr>
            <a:xfrm>
              <a:off x="2882312" y="2842251"/>
              <a:ext cx="1458900" cy="632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223" name="Google Shape;1223;p38"/>
          <p:cNvGrpSpPr/>
          <p:nvPr/>
        </p:nvGrpSpPr>
        <p:grpSpPr>
          <a:xfrm>
            <a:off x="6346440" y="1967167"/>
            <a:ext cx="2202409" cy="3823184"/>
            <a:chOff x="4759829" y="1475375"/>
            <a:chExt cx="1651807" cy="2867388"/>
          </a:xfrm>
        </p:grpSpPr>
        <p:sp>
          <p:nvSpPr>
            <p:cNvPr id="1224" name="Google Shape;1224;p38"/>
            <p:cNvSpPr/>
            <p:nvPr/>
          </p:nvSpPr>
          <p:spPr>
            <a:xfrm>
              <a:off x="5113669" y="4173169"/>
              <a:ext cx="179766" cy="169574"/>
            </a:xfrm>
            <a:custGeom>
              <a:avLst/>
              <a:gdLst/>
              <a:ahLst/>
              <a:cxnLst/>
              <a:rect l="l" t="t" r="r" b="b"/>
              <a:pathLst>
                <a:path w="6085" h="5740" extrusionOk="0">
                  <a:moveTo>
                    <a:pt x="6085" y="1"/>
                  </a:moveTo>
                  <a:lnTo>
                    <a:pt x="1" y="703"/>
                  </a:lnTo>
                  <a:lnTo>
                    <a:pt x="4799" y="5739"/>
                  </a:lnTo>
                  <a:lnTo>
                    <a:pt x="6085" y="1"/>
                  </a:lnTo>
                  <a:close/>
                </a:path>
              </a:pathLst>
            </a:custGeom>
            <a:solidFill>
              <a:srgbClr val="FB569C">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 name="Google Shape;1225;p38"/>
            <p:cNvSpPr/>
            <p:nvPr/>
          </p:nvSpPr>
          <p:spPr>
            <a:xfrm>
              <a:off x="5940578" y="4173169"/>
              <a:ext cx="180121" cy="169574"/>
            </a:xfrm>
            <a:custGeom>
              <a:avLst/>
              <a:gdLst/>
              <a:ahLst/>
              <a:cxnLst/>
              <a:rect l="l" t="t" r="r" b="b"/>
              <a:pathLst>
                <a:path w="6097" h="5740" extrusionOk="0">
                  <a:moveTo>
                    <a:pt x="0" y="1"/>
                  </a:moveTo>
                  <a:lnTo>
                    <a:pt x="1298" y="5739"/>
                  </a:lnTo>
                  <a:lnTo>
                    <a:pt x="6096" y="703"/>
                  </a:lnTo>
                  <a:lnTo>
                    <a:pt x="0" y="1"/>
                  </a:lnTo>
                  <a:close/>
                </a:path>
              </a:pathLst>
            </a:custGeom>
            <a:solidFill>
              <a:srgbClr val="FB569C">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6" name="Google Shape;1226;p38"/>
            <p:cNvSpPr/>
            <p:nvPr/>
          </p:nvSpPr>
          <p:spPr>
            <a:xfrm>
              <a:off x="5924744" y="1475375"/>
              <a:ext cx="158318" cy="139322"/>
            </a:xfrm>
            <a:custGeom>
              <a:avLst/>
              <a:gdLst/>
              <a:ahLst/>
              <a:cxnLst/>
              <a:rect l="l" t="t" r="r" b="b"/>
              <a:pathLst>
                <a:path w="5359" h="4716" extrusionOk="0">
                  <a:moveTo>
                    <a:pt x="953" y="0"/>
                  </a:moveTo>
                  <a:lnTo>
                    <a:pt x="0" y="4715"/>
                  </a:lnTo>
                  <a:lnTo>
                    <a:pt x="5358" y="4715"/>
                  </a:lnTo>
                  <a:lnTo>
                    <a:pt x="953" y="0"/>
                  </a:lnTo>
                  <a:close/>
                </a:path>
              </a:pathLst>
            </a:custGeom>
            <a:solidFill>
              <a:srgbClr val="FB569C">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 name="Google Shape;1227;p38"/>
            <p:cNvSpPr/>
            <p:nvPr/>
          </p:nvSpPr>
          <p:spPr>
            <a:xfrm>
              <a:off x="4759829" y="2113046"/>
              <a:ext cx="168865" cy="185025"/>
            </a:xfrm>
            <a:custGeom>
              <a:avLst/>
              <a:gdLst/>
              <a:ahLst/>
              <a:cxnLst/>
              <a:rect l="l" t="t" r="r" b="b"/>
              <a:pathLst>
                <a:path w="5716" h="6263" extrusionOk="0">
                  <a:moveTo>
                    <a:pt x="5395" y="0"/>
                  </a:moveTo>
                  <a:lnTo>
                    <a:pt x="1" y="834"/>
                  </a:lnTo>
                  <a:lnTo>
                    <a:pt x="5716" y="6263"/>
                  </a:lnTo>
                  <a:lnTo>
                    <a:pt x="5395" y="0"/>
                  </a:lnTo>
                  <a:close/>
                </a:path>
              </a:pathLst>
            </a:custGeom>
            <a:solidFill>
              <a:srgbClr val="FB569C">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8" name="Google Shape;1228;p38"/>
            <p:cNvSpPr/>
            <p:nvPr/>
          </p:nvSpPr>
          <p:spPr>
            <a:xfrm>
              <a:off x="4866416" y="1569217"/>
              <a:ext cx="1545220" cy="2633274"/>
            </a:xfrm>
            <a:custGeom>
              <a:avLst/>
              <a:gdLst/>
              <a:ahLst/>
              <a:cxnLst/>
              <a:rect l="l" t="t" r="r" b="b"/>
              <a:pathLst>
                <a:path w="52305" h="84285" extrusionOk="0">
                  <a:moveTo>
                    <a:pt x="1" y="0"/>
                  </a:moveTo>
                  <a:lnTo>
                    <a:pt x="1" y="84284"/>
                  </a:lnTo>
                  <a:lnTo>
                    <a:pt x="52305" y="84284"/>
                  </a:lnTo>
                  <a:lnTo>
                    <a:pt x="52305" y="0"/>
                  </a:lnTo>
                  <a:close/>
                </a:path>
              </a:pathLst>
            </a:custGeom>
            <a:solidFill>
              <a:schemeClr val="lt2"/>
            </a:solidFill>
            <a:ln>
              <a:noFill/>
            </a:ln>
          </p:spPr>
          <p:txBody>
            <a:bodyPr spcFirstLastPara="1" wrap="square" lIns="243833" tIns="121900" rIns="243833"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229" name="Google Shape;1229;p38"/>
            <p:cNvSpPr/>
            <p:nvPr/>
          </p:nvSpPr>
          <p:spPr>
            <a:xfrm>
              <a:off x="4759829" y="1475375"/>
              <a:ext cx="1193133" cy="662343"/>
            </a:xfrm>
            <a:custGeom>
              <a:avLst/>
              <a:gdLst/>
              <a:ahLst/>
              <a:cxnLst/>
              <a:rect l="l" t="t" r="r" b="b"/>
              <a:pathLst>
                <a:path w="40387" h="22420" extrusionOk="0">
                  <a:moveTo>
                    <a:pt x="1" y="0"/>
                  </a:moveTo>
                  <a:lnTo>
                    <a:pt x="1" y="22420"/>
                  </a:lnTo>
                  <a:lnTo>
                    <a:pt x="35898" y="22420"/>
                  </a:lnTo>
                  <a:cubicBezTo>
                    <a:pt x="38375" y="22420"/>
                    <a:pt x="40387" y="20407"/>
                    <a:pt x="40387" y="17931"/>
                  </a:cubicBezTo>
                  <a:lnTo>
                    <a:pt x="40387"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Option 3</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0" name="Google Shape;1230;p38"/>
            <p:cNvSpPr/>
            <p:nvPr/>
          </p:nvSpPr>
          <p:spPr>
            <a:xfrm>
              <a:off x="5255407" y="3787689"/>
              <a:ext cx="723555" cy="555074"/>
            </a:xfrm>
            <a:custGeom>
              <a:avLst/>
              <a:gdLst/>
              <a:ahLst/>
              <a:cxnLst/>
              <a:rect l="l" t="t" r="r" b="b"/>
              <a:pathLst>
                <a:path w="24492" h="18789" extrusionOk="0">
                  <a:moveTo>
                    <a:pt x="4478" y="0"/>
                  </a:moveTo>
                  <a:cubicBezTo>
                    <a:pt x="2001" y="0"/>
                    <a:pt x="1" y="2012"/>
                    <a:pt x="1" y="4489"/>
                  </a:cubicBezTo>
                  <a:lnTo>
                    <a:pt x="1" y="18788"/>
                  </a:lnTo>
                  <a:lnTo>
                    <a:pt x="24492" y="18788"/>
                  </a:lnTo>
                  <a:lnTo>
                    <a:pt x="24492" y="4489"/>
                  </a:lnTo>
                  <a:cubicBezTo>
                    <a:pt x="24492" y="2012"/>
                    <a:pt x="22480" y="0"/>
                    <a:pt x="20003"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1" name="Google Shape;1231;p38"/>
            <p:cNvSpPr txBox="1"/>
            <p:nvPr/>
          </p:nvSpPr>
          <p:spPr>
            <a:xfrm>
              <a:off x="4909576" y="2451063"/>
              <a:ext cx="14589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sp>
          <p:nvSpPr>
            <p:cNvPr id="1232" name="Google Shape;1232;p38"/>
            <p:cNvSpPr txBox="1"/>
            <p:nvPr/>
          </p:nvSpPr>
          <p:spPr>
            <a:xfrm>
              <a:off x="4909576" y="2842263"/>
              <a:ext cx="1458900" cy="632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a gas giant and has several rings</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233" name="Google Shape;1233;p38"/>
          <p:cNvGrpSpPr/>
          <p:nvPr/>
        </p:nvGrpSpPr>
        <p:grpSpPr>
          <a:xfrm>
            <a:off x="1917841" y="5248031"/>
            <a:ext cx="344572" cy="344572"/>
            <a:chOff x="-34003850" y="3227275"/>
            <a:chExt cx="291450" cy="291450"/>
          </a:xfrm>
        </p:grpSpPr>
        <p:sp>
          <p:nvSpPr>
            <p:cNvPr id="1234" name="Google Shape;1234;p38"/>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5" name="Google Shape;1235;p38"/>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6" name="Google Shape;1236;p38"/>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 name="Google Shape;1237;p38"/>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8" name="Google Shape;1238;p38"/>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9" name="Google Shape;1239;p38"/>
          <p:cNvGrpSpPr/>
          <p:nvPr/>
        </p:nvGrpSpPr>
        <p:grpSpPr>
          <a:xfrm>
            <a:off x="4621313" y="5247109"/>
            <a:ext cx="344572" cy="346433"/>
            <a:chOff x="-33286325" y="3944800"/>
            <a:chExt cx="291450" cy="293025"/>
          </a:xfrm>
        </p:grpSpPr>
        <p:sp>
          <p:nvSpPr>
            <p:cNvPr id="1240" name="Google Shape;1240;p38"/>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1" name="Google Shape;1241;p38"/>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2" name="Google Shape;1242;p38"/>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3" name="Google Shape;1243;p38"/>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4" name="Google Shape;1244;p38"/>
          <p:cNvGrpSpPr/>
          <p:nvPr/>
        </p:nvGrpSpPr>
        <p:grpSpPr>
          <a:xfrm>
            <a:off x="7316589" y="5248345"/>
            <a:ext cx="345488" cy="343951"/>
            <a:chOff x="-30735200" y="3552550"/>
            <a:chExt cx="292225" cy="290925"/>
          </a:xfrm>
        </p:grpSpPr>
        <p:sp>
          <p:nvSpPr>
            <p:cNvPr id="1245" name="Google Shape;1245;p38"/>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 name="Google Shape;1246;p38"/>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7" name="Google Shape;1247;p38"/>
          <p:cNvGrpSpPr/>
          <p:nvPr/>
        </p:nvGrpSpPr>
        <p:grpSpPr>
          <a:xfrm>
            <a:off x="10020056" y="5248045"/>
            <a:ext cx="345488" cy="344572"/>
            <a:chOff x="-30735200" y="3910925"/>
            <a:chExt cx="292225" cy="291450"/>
          </a:xfrm>
        </p:grpSpPr>
        <p:sp>
          <p:nvSpPr>
            <p:cNvPr id="1248" name="Google Shape;1248;p38"/>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 name="Google Shape;1249;p38"/>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131956622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grpSp>
        <p:nvGrpSpPr>
          <p:cNvPr id="225" name="Group 224">
            <a:extLst>
              <a:ext uri="{FF2B5EF4-FFF2-40B4-BE49-F238E27FC236}">
                <a16:creationId xmlns:a16="http://schemas.microsoft.com/office/drawing/2014/main" id="{BA3A23D9-3CED-47B0-A210-9C7FB45BD043}"/>
              </a:ext>
            </a:extLst>
          </p:cNvPr>
          <p:cNvGrpSpPr/>
          <p:nvPr/>
        </p:nvGrpSpPr>
        <p:grpSpPr>
          <a:xfrm>
            <a:off x="1460411" y="5142280"/>
            <a:ext cx="2895629" cy="943716"/>
            <a:chOff x="7835960" y="1303782"/>
            <a:chExt cx="2895629" cy="943716"/>
          </a:xfrm>
        </p:grpSpPr>
        <p:sp>
          <p:nvSpPr>
            <p:cNvPr id="226" name="Rounded Rectangle 14">
              <a:extLst>
                <a:ext uri="{FF2B5EF4-FFF2-40B4-BE49-F238E27FC236}">
                  <a16:creationId xmlns:a16="http://schemas.microsoft.com/office/drawing/2014/main" id="{1612A018-7BED-45E7-A37A-57FEA447A102}"/>
                </a:ext>
              </a:extLst>
            </p:cNvPr>
            <p:cNvSpPr/>
            <p:nvPr/>
          </p:nvSpPr>
          <p:spPr>
            <a:xfrm>
              <a:off x="7835960" y="1303782"/>
              <a:ext cx="2895629" cy="943716"/>
            </a:xfrm>
            <a:prstGeom prst="roundRect">
              <a:avLst>
                <a:gd name="adj" fmla="val 50000"/>
              </a:avLst>
            </a:prstGeom>
            <a:solidFill>
              <a:srgbClr val="1A213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227" name="Group 226">
              <a:extLst>
                <a:ext uri="{FF2B5EF4-FFF2-40B4-BE49-F238E27FC236}">
                  <a16:creationId xmlns:a16="http://schemas.microsoft.com/office/drawing/2014/main" id="{58DB26A5-84A2-4731-B6AF-E981E0EE3EB5}"/>
                </a:ext>
              </a:extLst>
            </p:cNvPr>
            <p:cNvGrpSpPr/>
            <p:nvPr/>
          </p:nvGrpSpPr>
          <p:grpSpPr>
            <a:xfrm>
              <a:off x="8640516" y="1429832"/>
              <a:ext cx="1890269" cy="682677"/>
              <a:chOff x="4029162" y="1868827"/>
              <a:chExt cx="1647829" cy="572118"/>
            </a:xfrm>
          </p:grpSpPr>
          <p:sp>
            <p:nvSpPr>
              <p:cNvPr id="233" name="TextBox 232">
                <a:extLst>
                  <a:ext uri="{FF2B5EF4-FFF2-40B4-BE49-F238E27FC236}">
                    <a16:creationId xmlns:a16="http://schemas.microsoft.com/office/drawing/2014/main" id="{17C4FE73-8805-461D-8FC8-1B2A81873ED0}"/>
                  </a:ext>
                </a:extLst>
              </p:cNvPr>
              <p:cNvSpPr txBox="1"/>
              <p:nvPr/>
            </p:nvSpPr>
            <p:spPr>
              <a:xfrm>
                <a:off x="4039509" y="1868827"/>
                <a:ext cx="1627133" cy="18055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entury Gothic"/>
                    <a:ea typeface="+mn-ea"/>
                    <a:cs typeface="+mn-cs"/>
                  </a:rPr>
                  <a:t>LOREM IPSUM</a:t>
                </a:r>
              </a:p>
            </p:txBody>
          </p:sp>
          <p:sp>
            <p:nvSpPr>
              <p:cNvPr id="234" name="Rectangle 233">
                <a:extLst>
                  <a:ext uri="{FF2B5EF4-FFF2-40B4-BE49-F238E27FC236}">
                    <a16:creationId xmlns:a16="http://schemas.microsoft.com/office/drawing/2014/main" id="{40A16248-7811-4401-A0F8-B274C8F826AB}"/>
                  </a:ext>
                </a:extLst>
              </p:cNvPr>
              <p:cNvSpPr/>
              <p:nvPr>
                <p:custDataLst>
                  <p:tags r:id="rId8"/>
                </p:custDataLst>
              </p:nvPr>
            </p:nvSpPr>
            <p:spPr>
              <a:xfrm>
                <a:off x="4029162" y="2079840"/>
                <a:ext cx="1647829" cy="361105"/>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Lorem ipsum dolor sit </a:t>
                </a:r>
                <a:r>
                  <a:rPr kumimoji="0" lang="en-US" sz="1400" b="0" i="0" u="none" strike="noStrike" kern="1200" cap="none" spc="0" normalizeH="0" baseline="0" noProof="0" err="1">
                    <a:ln>
                      <a:noFill/>
                    </a:ln>
                    <a:solidFill>
                      <a:prstClr val="white"/>
                    </a:solidFill>
                    <a:effectLst/>
                    <a:uLnTx/>
                    <a:uFillTx/>
                    <a:latin typeface="Calibri Light" pitchFamily="34" charset="0"/>
                    <a:ea typeface="+mn-ea"/>
                    <a:cs typeface="+mn-cs"/>
                  </a:rPr>
                  <a:t>amet</a:t>
                </a: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a:t>
                </a:r>
              </a:p>
            </p:txBody>
          </p:sp>
        </p:grpSp>
        <p:sp>
          <p:nvSpPr>
            <p:cNvPr id="228" name="Oval 227">
              <a:extLst>
                <a:ext uri="{FF2B5EF4-FFF2-40B4-BE49-F238E27FC236}">
                  <a16:creationId xmlns:a16="http://schemas.microsoft.com/office/drawing/2014/main" id="{FB6D00E3-BB6B-493D-BEFE-F4280AEB07AD}"/>
                </a:ext>
              </a:extLst>
            </p:cNvPr>
            <p:cNvSpPr/>
            <p:nvPr/>
          </p:nvSpPr>
          <p:spPr>
            <a:xfrm>
              <a:off x="7938239" y="1418567"/>
              <a:ext cx="714146" cy="71414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229" name="Group 228">
              <a:extLst>
                <a:ext uri="{FF2B5EF4-FFF2-40B4-BE49-F238E27FC236}">
                  <a16:creationId xmlns:a16="http://schemas.microsoft.com/office/drawing/2014/main" id="{02B20063-D58E-4713-B155-A1A3D6D7ABEC}"/>
                </a:ext>
              </a:extLst>
            </p:cNvPr>
            <p:cNvGrpSpPr>
              <a:grpSpLocks noChangeAspect="1"/>
            </p:cNvGrpSpPr>
            <p:nvPr/>
          </p:nvGrpSpPr>
          <p:grpSpPr>
            <a:xfrm>
              <a:off x="8143739" y="1622466"/>
              <a:ext cx="303146" cy="306348"/>
              <a:chOff x="7726363" y="2973388"/>
              <a:chExt cx="901700" cy="911225"/>
            </a:xfrm>
            <a:solidFill>
              <a:schemeClr val="bg1"/>
            </a:solidFill>
            <a:effectLst/>
          </p:grpSpPr>
          <p:sp>
            <p:nvSpPr>
              <p:cNvPr id="230" name="Freeform 5">
                <a:extLst>
                  <a:ext uri="{FF2B5EF4-FFF2-40B4-BE49-F238E27FC236}">
                    <a16:creationId xmlns:a16="http://schemas.microsoft.com/office/drawing/2014/main" id="{8D41445E-5931-4457-8B30-E714C893D93F}"/>
                  </a:ext>
                </a:extLst>
              </p:cNvPr>
              <p:cNvSpPr>
                <a:spLocks noEditPoints="1"/>
              </p:cNvSpPr>
              <p:nvPr/>
            </p:nvSpPr>
            <p:spPr bwMode="auto">
              <a:xfrm>
                <a:off x="7726363" y="2973388"/>
                <a:ext cx="901700" cy="911225"/>
              </a:xfrm>
              <a:custGeom>
                <a:avLst/>
                <a:gdLst>
                  <a:gd name="T0" fmla="*/ 211 w 240"/>
                  <a:gd name="T1" fmla="*/ 169 h 240"/>
                  <a:gd name="T2" fmla="*/ 156 w 240"/>
                  <a:gd name="T3" fmla="*/ 152 h 240"/>
                  <a:gd name="T4" fmla="*/ 174 w 240"/>
                  <a:gd name="T5" fmla="*/ 118 h 240"/>
                  <a:gd name="T6" fmla="*/ 186 w 240"/>
                  <a:gd name="T7" fmla="*/ 100 h 240"/>
                  <a:gd name="T8" fmla="*/ 184 w 240"/>
                  <a:gd name="T9" fmla="*/ 91 h 240"/>
                  <a:gd name="T10" fmla="*/ 190 w 240"/>
                  <a:gd name="T11" fmla="*/ 55 h 240"/>
                  <a:gd name="T12" fmla="*/ 177 w 240"/>
                  <a:gd name="T13" fmla="*/ 20 h 240"/>
                  <a:gd name="T14" fmla="*/ 120 w 240"/>
                  <a:gd name="T15" fmla="*/ 0 h 240"/>
                  <a:gd name="T16" fmla="*/ 63 w 240"/>
                  <a:gd name="T17" fmla="*/ 20 h 240"/>
                  <a:gd name="T18" fmla="*/ 50 w 240"/>
                  <a:gd name="T19" fmla="*/ 55 h 240"/>
                  <a:gd name="T20" fmla="*/ 56 w 240"/>
                  <a:gd name="T21" fmla="*/ 91 h 240"/>
                  <a:gd name="T22" fmla="*/ 54 w 240"/>
                  <a:gd name="T23" fmla="*/ 100 h 240"/>
                  <a:gd name="T24" fmla="*/ 66 w 240"/>
                  <a:gd name="T25" fmla="*/ 118 h 240"/>
                  <a:gd name="T26" fmla="*/ 84 w 240"/>
                  <a:gd name="T27" fmla="*/ 153 h 240"/>
                  <a:gd name="T28" fmla="*/ 29 w 240"/>
                  <a:gd name="T29" fmla="*/ 169 h 240"/>
                  <a:gd name="T30" fmla="*/ 0 w 240"/>
                  <a:gd name="T31" fmla="*/ 212 h 240"/>
                  <a:gd name="T32" fmla="*/ 0 w 240"/>
                  <a:gd name="T33" fmla="*/ 240 h 240"/>
                  <a:gd name="T34" fmla="*/ 240 w 240"/>
                  <a:gd name="T35" fmla="*/ 240 h 240"/>
                  <a:gd name="T36" fmla="*/ 240 w 240"/>
                  <a:gd name="T37" fmla="*/ 212 h 240"/>
                  <a:gd name="T38" fmla="*/ 211 w 240"/>
                  <a:gd name="T39" fmla="*/ 169 h 240"/>
                  <a:gd name="T40" fmla="*/ 120 w 240"/>
                  <a:gd name="T41" fmla="*/ 161 h 240"/>
                  <a:gd name="T42" fmla="*/ 74 w 240"/>
                  <a:gd name="T43" fmla="*/ 115 h 240"/>
                  <a:gd name="T44" fmla="*/ 70 w 240"/>
                  <a:gd name="T45" fmla="*/ 111 h 240"/>
                  <a:gd name="T46" fmla="*/ 62 w 240"/>
                  <a:gd name="T47" fmla="*/ 100 h 240"/>
                  <a:gd name="T48" fmla="*/ 70 w 240"/>
                  <a:gd name="T49" fmla="*/ 89 h 240"/>
                  <a:gd name="T50" fmla="*/ 73 w 240"/>
                  <a:gd name="T51" fmla="*/ 85 h 240"/>
                  <a:gd name="T52" fmla="*/ 78 w 240"/>
                  <a:gd name="T53" fmla="*/ 63 h 240"/>
                  <a:gd name="T54" fmla="*/ 120 w 240"/>
                  <a:gd name="T55" fmla="*/ 46 h 240"/>
                  <a:gd name="T56" fmla="*/ 162 w 240"/>
                  <a:gd name="T57" fmla="*/ 63 h 240"/>
                  <a:gd name="T58" fmla="*/ 167 w 240"/>
                  <a:gd name="T59" fmla="*/ 85 h 240"/>
                  <a:gd name="T60" fmla="*/ 170 w 240"/>
                  <a:gd name="T61" fmla="*/ 89 h 240"/>
                  <a:gd name="T62" fmla="*/ 178 w 240"/>
                  <a:gd name="T63" fmla="*/ 100 h 240"/>
                  <a:gd name="T64" fmla="*/ 170 w 240"/>
                  <a:gd name="T65" fmla="*/ 111 h 240"/>
                  <a:gd name="T66" fmla="*/ 166 w 240"/>
                  <a:gd name="T67" fmla="*/ 115 h 240"/>
                  <a:gd name="T68" fmla="*/ 120 w 240"/>
                  <a:gd name="T69" fmla="*/ 16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0" h="240">
                    <a:moveTo>
                      <a:pt x="211" y="169"/>
                    </a:moveTo>
                    <a:cubicBezTo>
                      <a:pt x="156" y="152"/>
                      <a:pt x="156" y="152"/>
                      <a:pt x="156" y="152"/>
                    </a:cubicBezTo>
                    <a:cubicBezTo>
                      <a:pt x="165" y="144"/>
                      <a:pt x="173" y="132"/>
                      <a:pt x="174" y="118"/>
                    </a:cubicBezTo>
                    <a:cubicBezTo>
                      <a:pt x="182" y="116"/>
                      <a:pt x="186" y="108"/>
                      <a:pt x="186" y="100"/>
                    </a:cubicBezTo>
                    <a:cubicBezTo>
                      <a:pt x="186" y="97"/>
                      <a:pt x="185" y="94"/>
                      <a:pt x="184" y="91"/>
                    </a:cubicBezTo>
                    <a:cubicBezTo>
                      <a:pt x="190" y="55"/>
                      <a:pt x="190" y="55"/>
                      <a:pt x="190" y="55"/>
                    </a:cubicBezTo>
                    <a:cubicBezTo>
                      <a:pt x="190" y="54"/>
                      <a:pt x="191" y="35"/>
                      <a:pt x="177" y="20"/>
                    </a:cubicBezTo>
                    <a:cubicBezTo>
                      <a:pt x="165" y="7"/>
                      <a:pt x="146" y="0"/>
                      <a:pt x="120" y="0"/>
                    </a:cubicBezTo>
                    <a:cubicBezTo>
                      <a:pt x="94" y="0"/>
                      <a:pt x="75" y="7"/>
                      <a:pt x="63" y="20"/>
                    </a:cubicBezTo>
                    <a:cubicBezTo>
                      <a:pt x="49" y="35"/>
                      <a:pt x="50" y="54"/>
                      <a:pt x="50" y="55"/>
                    </a:cubicBezTo>
                    <a:cubicBezTo>
                      <a:pt x="56" y="91"/>
                      <a:pt x="56" y="91"/>
                      <a:pt x="56" y="91"/>
                    </a:cubicBezTo>
                    <a:cubicBezTo>
                      <a:pt x="55" y="94"/>
                      <a:pt x="54" y="97"/>
                      <a:pt x="54" y="100"/>
                    </a:cubicBezTo>
                    <a:cubicBezTo>
                      <a:pt x="54" y="108"/>
                      <a:pt x="58" y="116"/>
                      <a:pt x="66" y="118"/>
                    </a:cubicBezTo>
                    <a:cubicBezTo>
                      <a:pt x="67" y="132"/>
                      <a:pt x="75" y="144"/>
                      <a:pt x="84" y="153"/>
                    </a:cubicBezTo>
                    <a:cubicBezTo>
                      <a:pt x="29" y="169"/>
                      <a:pt x="29" y="169"/>
                      <a:pt x="29" y="169"/>
                    </a:cubicBezTo>
                    <a:cubicBezTo>
                      <a:pt x="12" y="176"/>
                      <a:pt x="0" y="193"/>
                      <a:pt x="0" y="212"/>
                    </a:cubicBezTo>
                    <a:cubicBezTo>
                      <a:pt x="0" y="240"/>
                      <a:pt x="0" y="240"/>
                      <a:pt x="0" y="240"/>
                    </a:cubicBezTo>
                    <a:cubicBezTo>
                      <a:pt x="240" y="240"/>
                      <a:pt x="240" y="240"/>
                      <a:pt x="240" y="240"/>
                    </a:cubicBezTo>
                    <a:cubicBezTo>
                      <a:pt x="240" y="212"/>
                      <a:pt x="240" y="212"/>
                      <a:pt x="240" y="212"/>
                    </a:cubicBezTo>
                    <a:cubicBezTo>
                      <a:pt x="240" y="193"/>
                      <a:pt x="228" y="176"/>
                      <a:pt x="211" y="169"/>
                    </a:cubicBezTo>
                    <a:close/>
                    <a:moveTo>
                      <a:pt x="120" y="161"/>
                    </a:moveTo>
                    <a:cubicBezTo>
                      <a:pt x="107" y="161"/>
                      <a:pt x="74" y="143"/>
                      <a:pt x="74" y="115"/>
                    </a:cubicBezTo>
                    <a:cubicBezTo>
                      <a:pt x="74" y="113"/>
                      <a:pt x="72" y="111"/>
                      <a:pt x="70" y="111"/>
                    </a:cubicBezTo>
                    <a:cubicBezTo>
                      <a:pt x="64" y="111"/>
                      <a:pt x="62" y="104"/>
                      <a:pt x="62" y="100"/>
                    </a:cubicBezTo>
                    <a:cubicBezTo>
                      <a:pt x="62" y="96"/>
                      <a:pt x="64" y="89"/>
                      <a:pt x="70" y="89"/>
                    </a:cubicBezTo>
                    <a:cubicBezTo>
                      <a:pt x="71" y="89"/>
                      <a:pt x="73" y="87"/>
                      <a:pt x="73" y="85"/>
                    </a:cubicBezTo>
                    <a:cubicBezTo>
                      <a:pt x="78" y="63"/>
                      <a:pt x="78" y="63"/>
                      <a:pt x="78" y="63"/>
                    </a:cubicBezTo>
                    <a:cubicBezTo>
                      <a:pt x="108" y="63"/>
                      <a:pt x="116" y="53"/>
                      <a:pt x="120" y="46"/>
                    </a:cubicBezTo>
                    <a:cubicBezTo>
                      <a:pt x="124" y="53"/>
                      <a:pt x="132" y="63"/>
                      <a:pt x="162" y="63"/>
                    </a:cubicBezTo>
                    <a:cubicBezTo>
                      <a:pt x="167" y="85"/>
                      <a:pt x="167" y="85"/>
                      <a:pt x="167" y="85"/>
                    </a:cubicBezTo>
                    <a:cubicBezTo>
                      <a:pt x="167" y="87"/>
                      <a:pt x="169" y="89"/>
                      <a:pt x="170" y="89"/>
                    </a:cubicBezTo>
                    <a:cubicBezTo>
                      <a:pt x="176" y="89"/>
                      <a:pt x="178" y="96"/>
                      <a:pt x="178" y="100"/>
                    </a:cubicBezTo>
                    <a:cubicBezTo>
                      <a:pt x="178" y="104"/>
                      <a:pt x="176" y="111"/>
                      <a:pt x="170" y="111"/>
                    </a:cubicBezTo>
                    <a:cubicBezTo>
                      <a:pt x="168" y="111"/>
                      <a:pt x="166" y="113"/>
                      <a:pt x="166" y="115"/>
                    </a:cubicBezTo>
                    <a:cubicBezTo>
                      <a:pt x="166" y="143"/>
                      <a:pt x="133" y="161"/>
                      <a:pt x="120"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31" name="Freeform 6">
                <a:extLst>
                  <a:ext uri="{FF2B5EF4-FFF2-40B4-BE49-F238E27FC236}">
                    <a16:creationId xmlns:a16="http://schemas.microsoft.com/office/drawing/2014/main" id="{BB1548B3-5EE0-4723-9CFA-27FE2EFA0DEA}"/>
                  </a:ext>
                </a:extLst>
              </p:cNvPr>
              <p:cNvSpPr>
                <a:spLocks/>
              </p:cNvSpPr>
              <p:nvPr/>
            </p:nvSpPr>
            <p:spPr bwMode="auto">
              <a:xfrm>
                <a:off x="8050213" y="3300413"/>
                <a:ext cx="104775"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2 w 28"/>
                  <a:gd name="T17" fmla="*/ 8 h 13"/>
                  <a:gd name="T18" fmla="*/ 14 w 28"/>
                  <a:gd name="T19" fmla="*/ 8 h 13"/>
                  <a:gd name="T20" fmla="*/ 15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2" y="8"/>
                    </a:cubicBezTo>
                    <a:cubicBezTo>
                      <a:pt x="14" y="8"/>
                      <a:pt x="14" y="8"/>
                      <a:pt x="14" y="8"/>
                    </a:cubicBezTo>
                    <a:cubicBezTo>
                      <a:pt x="15" y="8"/>
                      <a:pt x="15" y="8"/>
                      <a:pt x="15" y="8"/>
                    </a:cubicBezTo>
                    <a:cubicBezTo>
                      <a:pt x="17" y="8"/>
                      <a:pt x="19"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32" name="Freeform 7">
                <a:extLst>
                  <a:ext uri="{FF2B5EF4-FFF2-40B4-BE49-F238E27FC236}">
                    <a16:creationId xmlns:a16="http://schemas.microsoft.com/office/drawing/2014/main" id="{40F58E9A-EF00-4406-ACF0-D5F33B3039F1}"/>
                  </a:ext>
                </a:extLst>
              </p:cNvPr>
              <p:cNvSpPr>
                <a:spLocks/>
              </p:cNvSpPr>
              <p:nvPr/>
            </p:nvSpPr>
            <p:spPr bwMode="auto">
              <a:xfrm>
                <a:off x="8199438" y="3300413"/>
                <a:ext cx="106363"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3 w 28"/>
                  <a:gd name="T17" fmla="*/ 8 h 13"/>
                  <a:gd name="T18" fmla="*/ 14 w 28"/>
                  <a:gd name="T19" fmla="*/ 8 h 13"/>
                  <a:gd name="T20" fmla="*/ 16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3" y="8"/>
                    </a:cubicBezTo>
                    <a:cubicBezTo>
                      <a:pt x="14" y="8"/>
                      <a:pt x="14" y="8"/>
                      <a:pt x="14" y="8"/>
                    </a:cubicBezTo>
                    <a:cubicBezTo>
                      <a:pt x="16" y="8"/>
                      <a:pt x="16" y="8"/>
                      <a:pt x="16" y="8"/>
                    </a:cubicBezTo>
                    <a:cubicBezTo>
                      <a:pt x="17" y="8"/>
                      <a:pt x="20"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grpSp>
        <p:nvGrpSpPr>
          <p:cNvPr id="203" name="Group 202">
            <a:extLst>
              <a:ext uri="{FF2B5EF4-FFF2-40B4-BE49-F238E27FC236}">
                <a16:creationId xmlns:a16="http://schemas.microsoft.com/office/drawing/2014/main" id="{52C91DD4-8A52-4EC0-BACD-D3CD94FB38C4}"/>
              </a:ext>
            </a:extLst>
          </p:cNvPr>
          <p:cNvGrpSpPr/>
          <p:nvPr/>
        </p:nvGrpSpPr>
        <p:grpSpPr>
          <a:xfrm>
            <a:off x="4653027" y="5142280"/>
            <a:ext cx="2895629" cy="943716"/>
            <a:chOff x="4653027" y="1303782"/>
            <a:chExt cx="2895629" cy="943716"/>
          </a:xfrm>
        </p:grpSpPr>
        <p:sp>
          <p:nvSpPr>
            <p:cNvPr id="204" name="Rounded Rectangle 14">
              <a:extLst>
                <a:ext uri="{FF2B5EF4-FFF2-40B4-BE49-F238E27FC236}">
                  <a16:creationId xmlns:a16="http://schemas.microsoft.com/office/drawing/2014/main" id="{19B7CBC7-E753-45F8-AE1D-5BC67E6666B9}"/>
                </a:ext>
              </a:extLst>
            </p:cNvPr>
            <p:cNvSpPr/>
            <p:nvPr/>
          </p:nvSpPr>
          <p:spPr>
            <a:xfrm>
              <a:off x="4653027" y="1303782"/>
              <a:ext cx="2895629" cy="943716"/>
            </a:xfrm>
            <a:prstGeom prst="roundRect">
              <a:avLst>
                <a:gd name="adj" fmla="val 50000"/>
              </a:avLst>
            </a:prstGeom>
            <a:solidFill>
              <a:srgbClr val="1A213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205" name="Group 204">
              <a:extLst>
                <a:ext uri="{FF2B5EF4-FFF2-40B4-BE49-F238E27FC236}">
                  <a16:creationId xmlns:a16="http://schemas.microsoft.com/office/drawing/2014/main" id="{FFA3FE04-298A-4EFF-8822-105577BEEB98}"/>
                </a:ext>
              </a:extLst>
            </p:cNvPr>
            <p:cNvGrpSpPr>
              <a:grpSpLocks noChangeAspect="1"/>
            </p:cNvGrpSpPr>
            <p:nvPr/>
          </p:nvGrpSpPr>
          <p:grpSpPr>
            <a:xfrm>
              <a:off x="4952793" y="1622467"/>
              <a:ext cx="305806" cy="306346"/>
              <a:chOff x="515938" y="2981326"/>
              <a:chExt cx="901701" cy="903288"/>
            </a:xfrm>
            <a:solidFill>
              <a:schemeClr val="bg1"/>
            </a:solidFill>
            <a:effectLst/>
          </p:grpSpPr>
          <p:sp>
            <p:nvSpPr>
              <p:cNvPr id="210" name="Freeform 8">
                <a:extLst>
                  <a:ext uri="{FF2B5EF4-FFF2-40B4-BE49-F238E27FC236}">
                    <a16:creationId xmlns:a16="http://schemas.microsoft.com/office/drawing/2014/main" id="{6435D1C8-B05B-4042-A253-09CD4BF8223D}"/>
                  </a:ext>
                </a:extLst>
              </p:cNvPr>
              <p:cNvSpPr>
                <a:spLocks noEditPoints="1"/>
              </p:cNvSpPr>
              <p:nvPr/>
            </p:nvSpPr>
            <p:spPr bwMode="auto">
              <a:xfrm>
                <a:off x="534988" y="2981326"/>
                <a:ext cx="863600" cy="850900"/>
              </a:xfrm>
              <a:custGeom>
                <a:avLst/>
                <a:gdLst>
                  <a:gd name="T0" fmla="*/ 145 w 230"/>
                  <a:gd name="T1" fmla="*/ 197 h 224"/>
                  <a:gd name="T2" fmla="*/ 175 w 230"/>
                  <a:gd name="T3" fmla="*/ 161 h 224"/>
                  <a:gd name="T4" fmla="*/ 175 w 230"/>
                  <a:gd name="T5" fmla="*/ 160 h 224"/>
                  <a:gd name="T6" fmla="*/ 157 w 230"/>
                  <a:gd name="T7" fmla="*/ 152 h 224"/>
                  <a:gd name="T8" fmla="*/ 149 w 230"/>
                  <a:gd name="T9" fmla="*/ 148 h 224"/>
                  <a:gd name="T10" fmla="*/ 164 w 230"/>
                  <a:gd name="T11" fmla="*/ 130 h 224"/>
                  <a:gd name="T12" fmla="*/ 188 w 230"/>
                  <a:gd name="T13" fmla="*/ 147 h 224"/>
                  <a:gd name="T14" fmla="*/ 230 w 230"/>
                  <a:gd name="T15" fmla="*/ 125 h 224"/>
                  <a:gd name="T16" fmla="*/ 229 w 230"/>
                  <a:gd name="T17" fmla="*/ 121 h 224"/>
                  <a:gd name="T18" fmla="*/ 226 w 230"/>
                  <a:gd name="T19" fmla="*/ 119 h 224"/>
                  <a:gd name="T20" fmla="*/ 201 w 230"/>
                  <a:gd name="T21" fmla="*/ 73 h 224"/>
                  <a:gd name="T22" fmla="*/ 166 w 230"/>
                  <a:gd name="T23" fmla="*/ 7 h 224"/>
                  <a:gd name="T24" fmla="*/ 115 w 230"/>
                  <a:gd name="T25" fmla="*/ 13 h 224"/>
                  <a:gd name="T26" fmla="*/ 64 w 230"/>
                  <a:gd name="T27" fmla="*/ 7 h 224"/>
                  <a:gd name="T28" fmla="*/ 29 w 230"/>
                  <a:gd name="T29" fmla="*/ 73 h 224"/>
                  <a:gd name="T30" fmla="*/ 4 w 230"/>
                  <a:gd name="T31" fmla="*/ 119 h 224"/>
                  <a:gd name="T32" fmla="*/ 1 w 230"/>
                  <a:gd name="T33" fmla="*/ 121 h 224"/>
                  <a:gd name="T34" fmla="*/ 0 w 230"/>
                  <a:gd name="T35" fmla="*/ 125 h 224"/>
                  <a:gd name="T36" fmla="*/ 34 w 230"/>
                  <a:gd name="T37" fmla="*/ 148 h 224"/>
                  <a:gd name="T38" fmla="*/ 42 w 230"/>
                  <a:gd name="T39" fmla="*/ 147 h 224"/>
                  <a:gd name="T40" fmla="*/ 66 w 230"/>
                  <a:gd name="T41" fmla="*/ 130 h 224"/>
                  <a:gd name="T42" fmla="*/ 82 w 230"/>
                  <a:gd name="T43" fmla="*/ 149 h 224"/>
                  <a:gd name="T44" fmla="*/ 74 w 230"/>
                  <a:gd name="T45" fmla="*/ 153 h 224"/>
                  <a:gd name="T46" fmla="*/ 55 w 230"/>
                  <a:gd name="T47" fmla="*/ 161 h 224"/>
                  <a:gd name="T48" fmla="*/ 55 w 230"/>
                  <a:gd name="T49" fmla="*/ 161 h 224"/>
                  <a:gd name="T50" fmla="*/ 85 w 230"/>
                  <a:gd name="T51" fmla="*/ 197 h 224"/>
                  <a:gd name="T52" fmla="*/ 115 w 230"/>
                  <a:gd name="T53" fmla="*/ 224 h 224"/>
                  <a:gd name="T54" fmla="*/ 145 w 230"/>
                  <a:gd name="T55" fmla="*/ 197 h 224"/>
                  <a:gd name="T56" fmla="*/ 69 w 230"/>
                  <a:gd name="T57" fmla="*/ 112 h 224"/>
                  <a:gd name="T58" fmla="*/ 65 w 230"/>
                  <a:gd name="T59" fmla="*/ 109 h 224"/>
                  <a:gd name="T60" fmla="*/ 57 w 230"/>
                  <a:gd name="T61" fmla="*/ 98 h 224"/>
                  <a:gd name="T62" fmla="*/ 65 w 230"/>
                  <a:gd name="T63" fmla="*/ 87 h 224"/>
                  <a:gd name="T64" fmla="*/ 68 w 230"/>
                  <a:gd name="T65" fmla="*/ 84 h 224"/>
                  <a:gd name="T66" fmla="*/ 73 w 230"/>
                  <a:gd name="T67" fmla="*/ 66 h 224"/>
                  <a:gd name="T68" fmla="*/ 115 w 230"/>
                  <a:gd name="T69" fmla="*/ 49 h 224"/>
                  <a:gd name="T70" fmla="*/ 157 w 230"/>
                  <a:gd name="T71" fmla="*/ 66 h 224"/>
                  <a:gd name="T72" fmla="*/ 162 w 230"/>
                  <a:gd name="T73" fmla="*/ 84 h 224"/>
                  <a:gd name="T74" fmla="*/ 165 w 230"/>
                  <a:gd name="T75" fmla="*/ 87 h 224"/>
                  <a:gd name="T76" fmla="*/ 173 w 230"/>
                  <a:gd name="T77" fmla="*/ 98 h 224"/>
                  <a:gd name="T78" fmla="*/ 165 w 230"/>
                  <a:gd name="T79" fmla="*/ 109 h 224"/>
                  <a:gd name="T80" fmla="*/ 161 w 230"/>
                  <a:gd name="T81" fmla="*/ 112 h 224"/>
                  <a:gd name="T82" fmla="*/ 115 w 230"/>
                  <a:gd name="T83" fmla="*/ 159 h 224"/>
                  <a:gd name="T84" fmla="*/ 69 w 230"/>
                  <a:gd name="T85"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224">
                    <a:moveTo>
                      <a:pt x="145" y="197"/>
                    </a:moveTo>
                    <a:cubicBezTo>
                      <a:pt x="160" y="186"/>
                      <a:pt x="175" y="175"/>
                      <a:pt x="175" y="161"/>
                    </a:cubicBezTo>
                    <a:cubicBezTo>
                      <a:pt x="175" y="161"/>
                      <a:pt x="175" y="160"/>
                      <a:pt x="175" y="160"/>
                    </a:cubicBezTo>
                    <a:cubicBezTo>
                      <a:pt x="169" y="157"/>
                      <a:pt x="163" y="155"/>
                      <a:pt x="157" y="152"/>
                    </a:cubicBezTo>
                    <a:cubicBezTo>
                      <a:pt x="154" y="151"/>
                      <a:pt x="152" y="150"/>
                      <a:pt x="149" y="148"/>
                    </a:cubicBezTo>
                    <a:cubicBezTo>
                      <a:pt x="155" y="143"/>
                      <a:pt x="160" y="137"/>
                      <a:pt x="164" y="130"/>
                    </a:cubicBezTo>
                    <a:cubicBezTo>
                      <a:pt x="168" y="138"/>
                      <a:pt x="177" y="145"/>
                      <a:pt x="188" y="147"/>
                    </a:cubicBezTo>
                    <a:cubicBezTo>
                      <a:pt x="202" y="150"/>
                      <a:pt x="221" y="146"/>
                      <a:pt x="230" y="125"/>
                    </a:cubicBezTo>
                    <a:cubicBezTo>
                      <a:pt x="230" y="123"/>
                      <a:pt x="230" y="122"/>
                      <a:pt x="229" y="121"/>
                    </a:cubicBezTo>
                    <a:cubicBezTo>
                      <a:pt x="229" y="120"/>
                      <a:pt x="227" y="119"/>
                      <a:pt x="226" y="119"/>
                    </a:cubicBezTo>
                    <a:cubicBezTo>
                      <a:pt x="212" y="119"/>
                      <a:pt x="207" y="97"/>
                      <a:pt x="201" y="73"/>
                    </a:cubicBezTo>
                    <a:cubicBezTo>
                      <a:pt x="195" y="46"/>
                      <a:pt x="188" y="17"/>
                      <a:pt x="166" y="7"/>
                    </a:cubicBezTo>
                    <a:cubicBezTo>
                      <a:pt x="153" y="0"/>
                      <a:pt x="136" y="2"/>
                      <a:pt x="115" y="13"/>
                    </a:cubicBezTo>
                    <a:cubicBezTo>
                      <a:pt x="94" y="2"/>
                      <a:pt x="77" y="0"/>
                      <a:pt x="64" y="7"/>
                    </a:cubicBezTo>
                    <a:cubicBezTo>
                      <a:pt x="42" y="17"/>
                      <a:pt x="35" y="46"/>
                      <a:pt x="29" y="73"/>
                    </a:cubicBezTo>
                    <a:cubicBezTo>
                      <a:pt x="23" y="97"/>
                      <a:pt x="18" y="119"/>
                      <a:pt x="4" y="119"/>
                    </a:cubicBezTo>
                    <a:cubicBezTo>
                      <a:pt x="3" y="119"/>
                      <a:pt x="1" y="120"/>
                      <a:pt x="1" y="121"/>
                    </a:cubicBezTo>
                    <a:cubicBezTo>
                      <a:pt x="0" y="122"/>
                      <a:pt x="0" y="123"/>
                      <a:pt x="0" y="125"/>
                    </a:cubicBezTo>
                    <a:cubicBezTo>
                      <a:pt x="8" y="142"/>
                      <a:pt x="21" y="148"/>
                      <a:pt x="34" y="148"/>
                    </a:cubicBezTo>
                    <a:cubicBezTo>
                      <a:pt x="37" y="148"/>
                      <a:pt x="39" y="147"/>
                      <a:pt x="42" y="147"/>
                    </a:cubicBezTo>
                    <a:cubicBezTo>
                      <a:pt x="53" y="145"/>
                      <a:pt x="62" y="138"/>
                      <a:pt x="66" y="130"/>
                    </a:cubicBezTo>
                    <a:cubicBezTo>
                      <a:pt x="70" y="138"/>
                      <a:pt x="76" y="144"/>
                      <a:pt x="82" y="149"/>
                    </a:cubicBezTo>
                    <a:cubicBezTo>
                      <a:pt x="79" y="151"/>
                      <a:pt x="76" y="152"/>
                      <a:pt x="74" y="153"/>
                    </a:cubicBezTo>
                    <a:cubicBezTo>
                      <a:pt x="67" y="156"/>
                      <a:pt x="61" y="158"/>
                      <a:pt x="55" y="161"/>
                    </a:cubicBezTo>
                    <a:cubicBezTo>
                      <a:pt x="55" y="161"/>
                      <a:pt x="55" y="161"/>
                      <a:pt x="55" y="161"/>
                    </a:cubicBezTo>
                    <a:cubicBezTo>
                      <a:pt x="55" y="175"/>
                      <a:pt x="70" y="186"/>
                      <a:pt x="85" y="197"/>
                    </a:cubicBezTo>
                    <a:cubicBezTo>
                      <a:pt x="97" y="205"/>
                      <a:pt x="109" y="214"/>
                      <a:pt x="115" y="224"/>
                    </a:cubicBezTo>
                    <a:cubicBezTo>
                      <a:pt x="121" y="214"/>
                      <a:pt x="133" y="205"/>
                      <a:pt x="145" y="197"/>
                    </a:cubicBezTo>
                    <a:close/>
                    <a:moveTo>
                      <a:pt x="69" y="112"/>
                    </a:moveTo>
                    <a:cubicBezTo>
                      <a:pt x="68" y="110"/>
                      <a:pt x="67" y="109"/>
                      <a:pt x="65" y="109"/>
                    </a:cubicBezTo>
                    <a:cubicBezTo>
                      <a:pt x="59" y="109"/>
                      <a:pt x="57" y="102"/>
                      <a:pt x="57" y="98"/>
                    </a:cubicBezTo>
                    <a:cubicBezTo>
                      <a:pt x="57" y="94"/>
                      <a:pt x="59" y="87"/>
                      <a:pt x="65" y="87"/>
                    </a:cubicBezTo>
                    <a:cubicBezTo>
                      <a:pt x="66" y="87"/>
                      <a:pt x="68" y="85"/>
                      <a:pt x="68" y="84"/>
                    </a:cubicBezTo>
                    <a:cubicBezTo>
                      <a:pt x="73" y="66"/>
                      <a:pt x="73" y="66"/>
                      <a:pt x="73" y="66"/>
                    </a:cubicBezTo>
                    <a:cubicBezTo>
                      <a:pt x="103" y="66"/>
                      <a:pt x="111" y="56"/>
                      <a:pt x="115" y="49"/>
                    </a:cubicBezTo>
                    <a:cubicBezTo>
                      <a:pt x="119" y="56"/>
                      <a:pt x="127" y="66"/>
                      <a:pt x="157" y="66"/>
                    </a:cubicBezTo>
                    <a:cubicBezTo>
                      <a:pt x="162" y="84"/>
                      <a:pt x="162" y="84"/>
                      <a:pt x="162" y="84"/>
                    </a:cubicBezTo>
                    <a:cubicBezTo>
                      <a:pt x="162" y="85"/>
                      <a:pt x="164" y="87"/>
                      <a:pt x="165" y="87"/>
                    </a:cubicBezTo>
                    <a:cubicBezTo>
                      <a:pt x="171" y="87"/>
                      <a:pt x="173" y="94"/>
                      <a:pt x="173" y="98"/>
                    </a:cubicBezTo>
                    <a:cubicBezTo>
                      <a:pt x="173" y="102"/>
                      <a:pt x="171" y="109"/>
                      <a:pt x="165" y="109"/>
                    </a:cubicBezTo>
                    <a:cubicBezTo>
                      <a:pt x="163" y="109"/>
                      <a:pt x="162" y="110"/>
                      <a:pt x="161" y="112"/>
                    </a:cubicBezTo>
                    <a:cubicBezTo>
                      <a:pt x="156" y="142"/>
                      <a:pt x="124" y="156"/>
                      <a:pt x="115" y="159"/>
                    </a:cubicBezTo>
                    <a:cubicBezTo>
                      <a:pt x="106" y="156"/>
                      <a:pt x="74" y="142"/>
                      <a:pt x="69"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11" name="Freeform 9">
                <a:extLst>
                  <a:ext uri="{FF2B5EF4-FFF2-40B4-BE49-F238E27FC236}">
                    <a16:creationId xmlns:a16="http://schemas.microsoft.com/office/drawing/2014/main" id="{D9B772CB-3066-4560-837A-0F037A6E2BFF}"/>
                  </a:ext>
                </a:extLst>
              </p:cNvPr>
              <p:cNvSpPr>
                <a:spLocks/>
              </p:cNvSpPr>
              <p:nvPr/>
            </p:nvSpPr>
            <p:spPr bwMode="auto">
              <a:xfrm>
                <a:off x="981076" y="3600451"/>
                <a:ext cx="436563" cy="284163"/>
              </a:xfrm>
              <a:custGeom>
                <a:avLst/>
                <a:gdLst>
                  <a:gd name="T0" fmla="*/ 64 w 116"/>
                  <a:gd name="T1" fmla="*/ 0 h 75"/>
                  <a:gd name="T2" fmla="*/ 30 w 116"/>
                  <a:gd name="T3" fmla="*/ 40 h 75"/>
                  <a:gd name="T4" fmla="*/ 0 w 116"/>
                  <a:gd name="T5" fmla="*/ 75 h 75"/>
                  <a:gd name="T6" fmla="*/ 116 w 116"/>
                  <a:gd name="T7" fmla="*/ 75 h 75"/>
                  <a:gd name="T8" fmla="*/ 116 w 116"/>
                  <a:gd name="T9" fmla="*/ 55 h 75"/>
                  <a:gd name="T10" fmla="*/ 64 w 116"/>
                  <a:gd name="T11" fmla="*/ 0 h 75"/>
                </a:gdLst>
                <a:ahLst/>
                <a:cxnLst>
                  <a:cxn ang="0">
                    <a:pos x="T0" y="T1"/>
                  </a:cxn>
                  <a:cxn ang="0">
                    <a:pos x="T2" y="T3"/>
                  </a:cxn>
                  <a:cxn ang="0">
                    <a:pos x="T4" y="T5"/>
                  </a:cxn>
                  <a:cxn ang="0">
                    <a:pos x="T6" y="T7"/>
                  </a:cxn>
                  <a:cxn ang="0">
                    <a:pos x="T8" y="T9"/>
                  </a:cxn>
                  <a:cxn ang="0">
                    <a:pos x="T10" y="T11"/>
                  </a:cxn>
                </a:cxnLst>
                <a:rect l="0" t="0" r="r" b="b"/>
                <a:pathLst>
                  <a:path w="116" h="75">
                    <a:moveTo>
                      <a:pt x="64" y="0"/>
                    </a:moveTo>
                    <a:cubicBezTo>
                      <a:pt x="63" y="17"/>
                      <a:pt x="46" y="28"/>
                      <a:pt x="30" y="40"/>
                    </a:cubicBezTo>
                    <a:cubicBezTo>
                      <a:pt x="15" y="51"/>
                      <a:pt x="0" y="62"/>
                      <a:pt x="0" y="75"/>
                    </a:cubicBezTo>
                    <a:cubicBezTo>
                      <a:pt x="116" y="75"/>
                      <a:pt x="116" y="75"/>
                      <a:pt x="116" y="75"/>
                    </a:cubicBezTo>
                    <a:cubicBezTo>
                      <a:pt x="116" y="55"/>
                      <a:pt x="116" y="55"/>
                      <a:pt x="116" y="55"/>
                    </a:cubicBezTo>
                    <a:cubicBezTo>
                      <a:pt x="116" y="29"/>
                      <a:pt x="93" y="14"/>
                      <a:pt x="6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12" name="Freeform 10">
                <a:extLst>
                  <a:ext uri="{FF2B5EF4-FFF2-40B4-BE49-F238E27FC236}">
                    <a16:creationId xmlns:a16="http://schemas.microsoft.com/office/drawing/2014/main" id="{D1DECD32-8AAE-4A97-8EF4-4ADE31C02F85}"/>
                  </a:ext>
                </a:extLst>
              </p:cNvPr>
              <p:cNvSpPr>
                <a:spLocks/>
              </p:cNvSpPr>
              <p:nvPr/>
            </p:nvSpPr>
            <p:spPr bwMode="auto">
              <a:xfrm>
                <a:off x="515938" y="3603626"/>
                <a:ext cx="434975" cy="280988"/>
              </a:xfrm>
              <a:custGeom>
                <a:avLst/>
                <a:gdLst>
                  <a:gd name="T0" fmla="*/ 86 w 116"/>
                  <a:gd name="T1" fmla="*/ 39 h 74"/>
                  <a:gd name="T2" fmla="*/ 52 w 116"/>
                  <a:gd name="T3" fmla="*/ 0 h 74"/>
                  <a:gd name="T4" fmla="*/ 0 w 116"/>
                  <a:gd name="T5" fmla="*/ 55 h 74"/>
                  <a:gd name="T6" fmla="*/ 0 w 116"/>
                  <a:gd name="T7" fmla="*/ 74 h 74"/>
                  <a:gd name="T8" fmla="*/ 116 w 116"/>
                  <a:gd name="T9" fmla="*/ 74 h 74"/>
                  <a:gd name="T10" fmla="*/ 86 w 116"/>
                  <a:gd name="T11" fmla="*/ 39 h 74"/>
                </a:gdLst>
                <a:ahLst/>
                <a:cxnLst>
                  <a:cxn ang="0">
                    <a:pos x="T0" y="T1"/>
                  </a:cxn>
                  <a:cxn ang="0">
                    <a:pos x="T2" y="T3"/>
                  </a:cxn>
                  <a:cxn ang="0">
                    <a:pos x="T4" y="T5"/>
                  </a:cxn>
                  <a:cxn ang="0">
                    <a:pos x="T6" y="T7"/>
                  </a:cxn>
                  <a:cxn ang="0">
                    <a:pos x="T8" y="T9"/>
                  </a:cxn>
                  <a:cxn ang="0">
                    <a:pos x="T10" y="T11"/>
                  </a:cxn>
                </a:cxnLst>
                <a:rect l="0" t="0" r="r" b="b"/>
                <a:pathLst>
                  <a:path w="116" h="74">
                    <a:moveTo>
                      <a:pt x="86" y="39"/>
                    </a:moveTo>
                    <a:cubicBezTo>
                      <a:pt x="70" y="28"/>
                      <a:pt x="54" y="16"/>
                      <a:pt x="52" y="0"/>
                    </a:cubicBezTo>
                    <a:cubicBezTo>
                      <a:pt x="23" y="14"/>
                      <a:pt x="0" y="29"/>
                      <a:pt x="0" y="55"/>
                    </a:cubicBezTo>
                    <a:cubicBezTo>
                      <a:pt x="0" y="74"/>
                      <a:pt x="0" y="74"/>
                      <a:pt x="0" y="74"/>
                    </a:cubicBezTo>
                    <a:cubicBezTo>
                      <a:pt x="116" y="74"/>
                      <a:pt x="116" y="74"/>
                      <a:pt x="116" y="74"/>
                    </a:cubicBezTo>
                    <a:cubicBezTo>
                      <a:pt x="116" y="61"/>
                      <a:pt x="101" y="50"/>
                      <a:pt x="86"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13" name="Freeform 11">
                <a:extLst>
                  <a:ext uri="{FF2B5EF4-FFF2-40B4-BE49-F238E27FC236}">
                    <a16:creationId xmlns:a16="http://schemas.microsoft.com/office/drawing/2014/main" id="{1C94764B-2400-4C7E-A25D-F5AEC8C3B9CD}"/>
                  </a:ext>
                </a:extLst>
              </p:cNvPr>
              <p:cNvSpPr>
                <a:spLocks/>
              </p:cNvSpPr>
              <p:nvPr/>
            </p:nvSpPr>
            <p:spPr bwMode="auto">
              <a:xfrm>
                <a:off x="838201" y="3281363"/>
                <a:ext cx="106363"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2 w 28"/>
                  <a:gd name="T17" fmla="*/ 8 h 13"/>
                  <a:gd name="T18" fmla="*/ 14 w 28"/>
                  <a:gd name="T19" fmla="*/ 8 h 13"/>
                  <a:gd name="T20" fmla="*/ 15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2" y="8"/>
                    </a:cubicBezTo>
                    <a:cubicBezTo>
                      <a:pt x="14" y="8"/>
                      <a:pt x="14" y="8"/>
                      <a:pt x="14" y="8"/>
                    </a:cubicBezTo>
                    <a:cubicBezTo>
                      <a:pt x="15" y="8"/>
                      <a:pt x="15" y="8"/>
                      <a:pt x="15" y="8"/>
                    </a:cubicBezTo>
                    <a:cubicBezTo>
                      <a:pt x="17" y="8"/>
                      <a:pt x="19"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14" name="Freeform 12">
                <a:extLst>
                  <a:ext uri="{FF2B5EF4-FFF2-40B4-BE49-F238E27FC236}">
                    <a16:creationId xmlns:a16="http://schemas.microsoft.com/office/drawing/2014/main" id="{7B0625E5-D1F9-4CAC-B688-699A4CED2EA8}"/>
                  </a:ext>
                </a:extLst>
              </p:cNvPr>
              <p:cNvSpPr>
                <a:spLocks/>
              </p:cNvSpPr>
              <p:nvPr/>
            </p:nvSpPr>
            <p:spPr bwMode="auto">
              <a:xfrm>
                <a:off x="989013" y="3281363"/>
                <a:ext cx="104775" cy="49213"/>
              </a:xfrm>
              <a:custGeom>
                <a:avLst/>
                <a:gdLst>
                  <a:gd name="T0" fmla="*/ 28 w 28"/>
                  <a:gd name="T1" fmla="*/ 9 h 13"/>
                  <a:gd name="T2" fmla="*/ 26 w 28"/>
                  <a:gd name="T3" fmla="*/ 2 h 13"/>
                  <a:gd name="T4" fmla="*/ 15 w 28"/>
                  <a:gd name="T5" fmla="*/ 0 h 13"/>
                  <a:gd name="T6" fmla="*/ 14 w 28"/>
                  <a:gd name="T7" fmla="*/ 0 h 13"/>
                  <a:gd name="T8" fmla="*/ 13 w 28"/>
                  <a:gd name="T9" fmla="*/ 0 h 13"/>
                  <a:gd name="T10" fmla="*/ 2 w 28"/>
                  <a:gd name="T11" fmla="*/ 2 h 13"/>
                  <a:gd name="T12" fmla="*/ 0 w 28"/>
                  <a:gd name="T13" fmla="*/ 9 h 13"/>
                  <a:gd name="T14" fmla="*/ 4 w 28"/>
                  <a:gd name="T15" fmla="*/ 13 h 13"/>
                  <a:gd name="T16" fmla="*/ 8 w 28"/>
                  <a:gd name="T17" fmla="*/ 9 h 13"/>
                  <a:gd name="T18" fmla="*/ 8 w 28"/>
                  <a:gd name="T19" fmla="*/ 8 h 13"/>
                  <a:gd name="T20" fmla="*/ 13 w 28"/>
                  <a:gd name="T21" fmla="*/ 8 h 13"/>
                  <a:gd name="T22" fmla="*/ 14 w 28"/>
                  <a:gd name="T23" fmla="*/ 8 h 13"/>
                  <a:gd name="T24" fmla="*/ 16 w 28"/>
                  <a:gd name="T25" fmla="*/ 8 h 13"/>
                  <a:gd name="T26" fmla="*/ 20 w 28"/>
                  <a:gd name="T27" fmla="*/ 8 h 13"/>
                  <a:gd name="T28" fmla="*/ 20 w 28"/>
                  <a:gd name="T29" fmla="*/ 9 h 13"/>
                  <a:gd name="T30" fmla="*/ 24 w 28"/>
                  <a:gd name="T31" fmla="*/ 13 h 13"/>
                  <a:gd name="T32" fmla="*/ 28 w 28"/>
                  <a:gd name="T3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28" y="9"/>
                    </a:moveTo>
                    <a:cubicBezTo>
                      <a:pt x="28" y="6"/>
                      <a:pt x="27" y="4"/>
                      <a:pt x="26" y="2"/>
                    </a:cubicBezTo>
                    <a:cubicBezTo>
                      <a:pt x="23" y="0"/>
                      <a:pt x="19" y="0"/>
                      <a:pt x="15" y="0"/>
                    </a:cubicBez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3" y="8"/>
                    </a:cubicBezTo>
                    <a:cubicBezTo>
                      <a:pt x="14" y="8"/>
                      <a:pt x="14" y="8"/>
                      <a:pt x="14" y="8"/>
                    </a:cubicBezTo>
                    <a:cubicBezTo>
                      <a:pt x="16" y="8"/>
                      <a:pt x="16" y="8"/>
                      <a:pt x="16" y="8"/>
                    </a:cubicBezTo>
                    <a:cubicBezTo>
                      <a:pt x="17" y="8"/>
                      <a:pt x="20" y="8"/>
                      <a:pt x="20" y="8"/>
                    </a:cubicBezTo>
                    <a:cubicBezTo>
                      <a:pt x="20" y="8"/>
                      <a:pt x="20" y="8"/>
                      <a:pt x="20" y="9"/>
                    </a:cubicBezTo>
                    <a:cubicBezTo>
                      <a:pt x="20" y="11"/>
                      <a:pt x="22" y="13"/>
                      <a:pt x="24" y="13"/>
                    </a:cubicBezTo>
                    <a:cubicBezTo>
                      <a:pt x="26" y="13"/>
                      <a:pt x="28" y="11"/>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nvGrpSpPr>
            <p:cNvPr id="206" name="Group 205">
              <a:extLst>
                <a:ext uri="{FF2B5EF4-FFF2-40B4-BE49-F238E27FC236}">
                  <a16:creationId xmlns:a16="http://schemas.microsoft.com/office/drawing/2014/main" id="{222BEF29-FBFD-4BE0-9EF8-C7CB202C2BAA}"/>
                </a:ext>
              </a:extLst>
            </p:cNvPr>
            <p:cNvGrpSpPr/>
            <p:nvPr/>
          </p:nvGrpSpPr>
          <p:grpSpPr>
            <a:xfrm>
              <a:off x="5457583" y="1429832"/>
              <a:ext cx="1890269" cy="682677"/>
              <a:chOff x="4029162" y="1868827"/>
              <a:chExt cx="1647829" cy="572118"/>
            </a:xfrm>
          </p:grpSpPr>
          <p:sp>
            <p:nvSpPr>
              <p:cNvPr id="208" name="TextBox 207">
                <a:extLst>
                  <a:ext uri="{FF2B5EF4-FFF2-40B4-BE49-F238E27FC236}">
                    <a16:creationId xmlns:a16="http://schemas.microsoft.com/office/drawing/2014/main" id="{5154438B-CB29-421B-8667-23587822FFAB}"/>
                  </a:ext>
                </a:extLst>
              </p:cNvPr>
              <p:cNvSpPr txBox="1"/>
              <p:nvPr/>
            </p:nvSpPr>
            <p:spPr>
              <a:xfrm>
                <a:off x="4039509" y="1868827"/>
                <a:ext cx="1627133" cy="18055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entury Gothic"/>
                    <a:ea typeface="+mn-ea"/>
                    <a:cs typeface="+mn-cs"/>
                  </a:rPr>
                  <a:t>LOREM IPSUM</a:t>
                </a:r>
              </a:p>
            </p:txBody>
          </p:sp>
          <p:sp>
            <p:nvSpPr>
              <p:cNvPr id="209" name="Rectangle 208">
                <a:extLst>
                  <a:ext uri="{FF2B5EF4-FFF2-40B4-BE49-F238E27FC236}">
                    <a16:creationId xmlns:a16="http://schemas.microsoft.com/office/drawing/2014/main" id="{BC4D44BB-305F-4A9C-A64C-FF103DE1D44A}"/>
                  </a:ext>
                </a:extLst>
              </p:cNvPr>
              <p:cNvSpPr/>
              <p:nvPr>
                <p:custDataLst>
                  <p:tags r:id="rId7"/>
                </p:custDataLst>
              </p:nvPr>
            </p:nvSpPr>
            <p:spPr>
              <a:xfrm>
                <a:off x="4029162" y="2079840"/>
                <a:ext cx="1647829" cy="361105"/>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Lorem ipsum dolor sit </a:t>
                </a:r>
                <a:r>
                  <a:rPr kumimoji="0" lang="en-US" sz="1400" b="0" i="0" u="none" strike="noStrike" kern="1200" cap="none" spc="0" normalizeH="0" baseline="0" noProof="0" err="1">
                    <a:ln>
                      <a:noFill/>
                    </a:ln>
                    <a:solidFill>
                      <a:prstClr val="white"/>
                    </a:solidFill>
                    <a:effectLst/>
                    <a:uLnTx/>
                    <a:uFillTx/>
                    <a:latin typeface="Calibri Light" pitchFamily="34" charset="0"/>
                    <a:ea typeface="+mn-ea"/>
                    <a:cs typeface="+mn-cs"/>
                  </a:rPr>
                  <a:t>amet</a:t>
                </a: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a:t>
                </a:r>
              </a:p>
            </p:txBody>
          </p:sp>
        </p:grpSp>
        <p:sp>
          <p:nvSpPr>
            <p:cNvPr id="207" name="Oval 206">
              <a:extLst>
                <a:ext uri="{FF2B5EF4-FFF2-40B4-BE49-F238E27FC236}">
                  <a16:creationId xmlns:a16="http://schemas.microsoft.com/office/drawing/2014/main" id="{213384A4-5D18-4F96-BDF7-88A0429B6CDE}"/>
                </a:ext>
              </a:extLst>
            </p:cNvPr>
            <p:cNvSpPr/>
            <p:nvPr/>
          </p:nvSpPr>
          <p:spPr>
            <a:xfrm>
              <a:off x="4755306" y="1418567"/>
              <a:ext cx="714146" cy="71414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nvGrpSpPr>
          <p:cNvPr id="215" name="Group 214">
            <a:extLst>
              <a:ext uri="{FF2B5EF4-FFF2-40B4-BE49-F238E27FC236}">
                <a16:creationId xmlns:a16="http://schemas.microsoft.com/office/drawing/2014/main" id="{3124BD19-E557-45A1-958C-8D00A13742E6}"/>
              </a:ext>
            </a:extLst>
          </p:cNvPr>
          <p:cNvGrpSpPr/>
          <p:nvPr/>
        </p:nvGrpSpPr>
        <p:grpSpPr>
          <a:xfrm>
            <a:off x="7835959" y="5142280"/>
            <a:ext cx="2895629" cy="943716"/>
            <a:chOff x="7835960" y="1303782"/>
            <a:chExt cx="2895629" cy="943716"/>
          </a:xfrm>
        </p:grpSpPr>
        <p:sp>
          <p:nvSpPr>
            <p:cNvPr id="216" name="Rounded Rectangle 14">
              <a:extLst>
                <a:ext uri="{FF2B5EF4-FFF2-40B4-BE49-F238E27FC236}">
                  <a16:creationId xmlns:a16="http://schemas.microsoft.com/office/drawing/2014/main" id="{EFFABDA9-015D-4C4E-9B25-49D5C9527A40}"/>
                </a:ext>
              </a:extLst>
            </p:cNvPr>
            <p:cNvSpPr/>
            <p:nvPr/>
          </p:nvSpPr>
          <p:spPr>
            <a:xfrm>
              <a:off x="7835960" y="1303782"/>
              <a:ext cx="2895629" cy="943716"/>
            </a:xfrm>
            <a:prstGeom prst="roundRect">
              <a:avLst>
                <a:gd name="adj" fmla="val 50000"/>
              </a:avLst>
            </a:prstGeom>
            <a:solidFill>
              <a:srgbClr val="1A213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217" name="Group 216">
              <a:extLst>
                <a:ext uri="{FF2B5EF4-FFF2-40B4-BE49-F238E27FC236}">
                  <a16:creationId xmlns:a16="http://schemas.microsoft.com/office/drawing/2014/main" id="{CD201713-3663-4201-BB03-01AC6BC33E33}"/>
                </a:ext>
              </a:extLst>
            </p:cNvPr>
            <p:cNvGrpSpPr/>
            <p:nvPr/>
          </p:nvGrpSpPr>
          <p:grpSpPr>
            <a:xfrm>
              <a:off x="8640516" y="1429832"/>
              <a:ext cx="1890269" cy="682677"/>
              <a:chOff x="4029162" y="1868827"/>
              <a:chExt cx="1647829" cy="572118"/>
            </a:xfrm>
          </p:grpSpPr>
          <p:sp>
            <p:nvSpPr>
              <p:cNvPr id="223" name="TextBox 222">
                <a:extLst>
                  <a:ext uri="{FF2B5EF4-FFF2-40B4-BE49-F238E27FC236}">
                    <a16:creationId xmlns:a16="http://schemas.microsoft.com/office/drawing/2014/main" id="{853A0B15-2F36-4E52-8AC5-FE22DE1FDCF7}"/>
                  </a:ext>
                </a:extLst>
              </p:cNvPr>
              <p:cNvSpPr txBox="1"/>
              <p:nvPr/>
            </p:nvSpPr>
            <p:spPr>
              <a:xfrm>
                <a:off x="4039509" y="1868827"/>
                <a:ext cx="1627133" cy="18055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entury Gothic"/>
                    <a:ea typeface="+mn-ea"/>
                    <a:cs typeface="+mn-cs"/>
                  </a:rPr>
                  <a:t>LOREM IPSUM</a:t>
                </a:r>
              </a:p>
            </p:txBody>
          </p:sp>
          <p:sp>
            <p:nvSpPr>
              <p:cNvPr id="224" name="Rectangle 223">
                <a:extLst>
                  <a:ext uri="{FF2B5EF4-FFF2-40B4-BE49-F238E27FC236}">
                    <a16:creationId xmlns:a16="http://schemas.microsoft.com/office/drawing/2014/main" id="{5D60C078-B434-4492-90AA-295090D93DEB}"/>
                  </a:ext>
                </a:extLst>
              </p:cNvPr>
              <p:cNvSpPr/>
              <p:nvPr>
                <p:custDataLst>
                  <p:tags r:id="rId6"/>
                </p:custDataLst>
              </p:nvPr>
            </p:nvSpPr>
            <p:spPr>
              <a:xfrm>
                <a:off x="4029162" y="2079840"/>
                <a:ext cx="1647829" cy="361105"/>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Lorem ipsum dolor sit </a:t>
                </a:r>
                <a:r>
                  <a:rPr kumimoji="0" lang="en-US" sz="1400" b="0" i="0" u="none" strike="noStrike" kern="1200" cap="none" spc="0" normalizeH="0" baseline="0" noProof="0" err="1">
                    <a:ln>
                      <a:noFill/>
                    </a:ln>
                    <a:solidFill>
                      <a:prstClr val="white"/>
                    </a:solidFill>
                    <a:effectLst/>
                    <a:uLnTx/>
                    <a:uFillTx/>
                    <a:latin typeface="Calibri Light" pitchFamily="34" charset="0"/>
                    <a:ea typeface="+mn-ea"/>
                    <a:cs typeface="+mn-cs"/>
                  </a:rPr>
                  <a:t>amet</a:t>
                </a: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a:t>
                </a:r>
              </a:p>
            </p:txBody>
          </p:sp>
        </p:grpSp>
        <p:sp>
          <p:nvSpPr>
            <p:cNvPr id="218" name="Oval 217">
              <a:extLst>
                <a:ext uri="{FF2B5EF4-FFF2-40B4-BE49-F238E27FC236}">
                  <a16:creationId xmlns:a16="http://schemas.microsoft.com/office/drawing/2014/main" id="{0A52D639-E7EC-4DC5-8948-7C7EAF8B6371}"/>
                </a:ext>
              </a:extLst>
            </p:cNvPr>
            <p:cNvSpPr/>
            <p:nvPr/>
          </p:nvSpPr>
          <p:spPr>
            <a:xfrm>
              <a:off x="7938239" y="1418567"/>
              <a:ext cx="714146" cy="71414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219" name="Group 218">
              <a:extLst>
                <a:ext uri="{FF2B5EF4-FFF2-40B4-BE49-F238E27FC236}">
                  <a16:creationId xmlns:a16="http://schemas.microsoft.com/office/drawing/2014/main" id="{C0D9DCBD-91AD-48BB-ACB5-025B4239DBA0}"/>
                </a:ext>
              </a:extLst>
            </p:cNvPr>
            <p:cNvGrpSpPr>
              <a:grpSpLocks noChangeAspect="1"/>
            </p:cNvGrpSpPr>
            <p:nvPr/>
          </p:nvGrpSpPr>
          <p:grpSpPr>
            <a:xfrm>
              <a:off x="8143739" y="1622466"/>
              <a:ext cx="303146" cy="306348"/>
              <a:chOff x="7726363" y="2973388"/>
              <a:chExt cx="901700" cy="911225"/>
            </a:xfrm>
            <a:solidFill>
              <a:schemeClr val="bg1"/>
            </a:solidFill>
            <a:effectLst/>
          </p:grpSpPr>
          <p:sp>
            <p:nvSpPr>
              <p:cNvPr id="220" name="Freeform 5">
                <a:extLst>
                  <a:ext uri="{FF2B5EF4-FFF2-40B4-BE49-F238E27FC236}">
                    <a16:creationId xmlns:a16="http://schemas.microsoft.com/office/drawing/2014/main" id="{1DF8635B-478C-4CFE-9607-B0298CB7E48A}"/>
                  </a:ext>
                </a:extLst>
              </p:cNvPr>
              <p:cNvSpPr>
                <a:spLocks noEditPoints="1"/>
              </p:cNvSpPr>
              <p:nvPr/>
            </p:nvSpPr>
            <p:spPr bwMode="auto">
              <a:xfrm>
                <a:off x="7726363" y="2973388"/>
                <a:ext cx="901700" cy="911225"/>
              </a:xfrm>
              <a:custGeom>
                <a:avLst/>
                <a:gdLst>
                  <a:gd name="T0" fmla="*/ 211 w 240"/>
                  <a:gd name="T1" fmla="*/ 169 h 240"/>
                  <a:gd name="T2" fmla="*/ 156 w 240"/>
                  <a:gd name="T3" fmla="*/ 152 h 240"/>
                  <a:gd name="T4" fmla="*/ 174 w 240"/>
                  <a:gd name="T5" fmla="*/ 118 h 240"/>
                  <a:gd name="T6" fmla="*/ 186 w 240"/>
                  <a:gd name="T7" fmla="*/ 100 h 240"/>
                  <a:gd name="T8" fmla="*/ 184 w 240"/>
                  <a:gd name="T9" fmla="*/ 91 h 240"/>
                  <a:gd name="T10" fmla="*/ 190 w 240"/>
                  <a:gd name="T11" fmla="*/ 55 h 240"/>
                  <a:gd name="T12" fmla="*/ 177 w 240"/>
                  <a:gd name="T13" fmla="*/ 20 h 240"/>
                  <a:gd name="T14" fmla="*/ 120 w 240"/>
                  <a:gd name="T15" fmla="*/ 0 h 240"/>
                  <a:gd name="T16" fmla="*/ 63 w 240"/>
                  <a:gd name="T17" fmla="*/ 20 h 240"/>
                  <a:gd name="T18" fmla="*/ 50 w 240"/>
                  <a:gd name="T19" fmla="*/ 55 h 240"/>
                  <a:gd name="T20" fmla="*/ 56 w 240"/>
                  <a:gd name="T21" fmla="*/ 91 h 240"/>
                  <a:gd name="T22" fmla="*/ 54 w 240"/>
                  <a:gd name="T23" fmla="*/ 100 h 240"/>
                  <a:gd name="T24" fmla="*/ 66 w 240"/>
                  <a:gd name="T25" fmla="*/ 118 h 240"/>
                  <a:gd name="T26" fmla="*/ 84 w 240"/>
                  <a:gd name="T27" fmla="*/ 153 h 240"/>
                  <a:gd name="T28" fmla="*/ 29 w 240"/>
                  <a:gd name="T29" fmla="*/ 169 h 240"/>
                  <a:gd name="T30" fmla="*/ 0 w 240"/>
                  <a:gd name="T31" fmla="*/ 212 h 240"/>
                  <a:gd name="T32" fmla="*/ 0 w 240"/>
                  <a:gd name="T33" fmla="*/ 240 h 240"/>
                  <a:gd name="T34" fmla="*/ 240 w 240"/>
                  <a:gd name="T35" fmla="*/ 240 h 240"/>
                  <a:gd name="T36" fmla="*/ 240 w 240"/>
                  <a:gd name="T37" fmla="*/ 212 h 240"/>
                  <a:gd name="T38" fmla="*/ 211 w 240"/>
                  <a:gd name="T39" fmla="*/ 169 h 240"/>
                  <a:gd name="T40" fmla="*/ 120 w 240"/>
                  <a:gd name="T41" fmla="*/ 161 h 240"/>
                  <a:gd name="T42" fmla="*/ 74 w 240"/>
                  <a:gd name="T43" fmla="*/ 115 h 240"/>
                  <a:gd name="T44" fmla="*/ 70 w 240"/>
                  <a:gd name="T45" fmla="*/ 111 h 240"/>
                  <a:gd name="T46" fmla="*/ 62 w 240"/>
                  <a:gd name="T47" fmla="*/ 100 h 240"/>
                  <a:gd name="T48" fmla="*/ 70 w 240"/>
                  <a:gd name="T49" fmla="*/ 89 h 240"/>
                  <a:gd name="T50" fmla="*/ 73 w 240"/>
                  <a:gd name="T51" fmla="*/ 85 h 240"/>
                  <a:gd name="T52" fmla="*/ 78 w 240"/>
                  <a:gd name="T53" fmla="*/ 63 h 240"/>
                  <a:gd name="T54" fmla="*/ 120 w 240"/>
                  <a:gd name="T55" fmla="*/ 46 h 240"/>
                  <a:gd name="T56" fmla="*/ 162 w 240"/>
                  <a:gd name="T57" fmla="*/ 63 h 240"/>
                  <a:gd name="T58" fmla="*/ 167 w 240"/>
                  <a:gd name="T59" fmla="*/ 85 h 240"/>
                  <a:gd name="T60" fmla="*/ 170 w 240"/>
                  <a:gd name="T61" fmla="*/ 89 h 240"/>
                  <a:gd name="T62" fmla="*/ 178 w 240"/>
                  <a:gd name="T63" fmla="*/ 100 h 240"/>
                  <a:gd name="T64" fmla="*/ 170 w 240"/>
                  <a:gd name="T65" fmla="*/ 111 h 240"/>
                  <a:gd name="T66" fmla="*/ 166 w 240"/>
                  <a:gd name="T67" fmla="*/ 115 h 240"/>
                  <a:gd name="T68" fmla="*/ 120 w 240"/>
                  <a:gd name="T69" fmla="*/ 16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0" h="240">
                    <a:moveTo>
                      <a:pt x="211" y="169"/>
                    </a:moveTo>
                    <a:cubicBezTo>
                      <a:pt x="156" y="152"/>
                      <a:pt x="156" y="152"/>
                      <a:pt x="156" y="152"/>
                    </a:cubicBezTo>
                    <a:cubicBezTo>
                      <a:pt x="165" y="144"/>
                      <a:pt x="173" y="132"/>
                      <a:pt x="174" y="118"/>
                    </a:cubicBezTo>
                    <a:cubicBezTo>
                      <a:pt x="182" y="116"/>
                      <a:pt x="186" y="108"/>
                      <a:pt x="186" y="100"/>
                    </a:cubicBezTo>
                    <a:cubicBezTo>
                      <a:pt x="186" y="97"/>
                      <a:pt x="185" y="94"/>
                      <a:pt x="184" y="91"/>
                    </a:cubicBezTo>
                    <a:cubicBezTo>
                      <a:pt x="190" y="55"/>
                      <a:pt x="190" y="55"/>
                      <a:pt x="190" y="55"/>
                    </a:cubicBezTo>
                    <a:cubicBezTo>
                      <a:pt x="190" y="54"/>
                      <a:pt x="191" y="35"/>
                      <a:pt x="177" y="20"/>
                    </a:cubicBezTo>
                    <a:cubicBezTo>
                      <a:pt x="165" y="7"/>
                      <a:pt x="146" y="0"/>
                      <a:pt x="120" y="0"/>
                    </a:cubicBezTo>
                    <a:cubicBezTo>
                      <a:pt x="94" y="0"/>
                      <a:pt x="75" y="7"/>
                      <a:pt x="63" y="20"/>
                    </a:cubicBezTo>
                    <a:cubicBezTo>
                      <a:pt x="49" y="35"/>
                      <a:pt x="50" y="54"/>
                      <a:pt x="50" y="55"/>
                    </a:cubicBezTo>
                    <a:cubicBezTo>
                      <a:pt x="56" y="91"/>
                      <a:pt x="56" y="91"/>
                      <a:pt x="56" y="91"/>
                    </a:cubicBezTo>
                    <a:cubicBezTo>
                      <a:pt x="55" y="94"/>
                      <a:pt x="54" y="97"/>
                      <a:pt x="54" y="100"/>
                    </a:cubicBezTo>
                    <a:cubicBezTo>
                      <a:pt x="54" y="108"/>
                      <a:pt x="58" y="116"/>
                      <a:pt x="66" y="118"/>
                    </a:cubicBezTo>
                    <a:cubicBezTo>
                      <a:pt x="67" y="132"/>
                      <a:pt x="75" y="144"/>
                      <a:pt x="84" y="153"/>
                    </a:cubicBezTo>
                    <a:cubicBezTo>
                      <a:pt x="29" y="169"/>
                      <a:pt x="29" y="169"/>
                      <a:pt x="29" y="169"/>
                    </a:cubicBezTo>
                    <a:cubicBezTo>
                      <a:pt x="12" y="176"/>
                      <a:pt x="0" y="193"/>
                      <a:pt x="0" y="212"/>
                    </a:cubicBezTo>
                    <a:cubicBezTo>
                      <a:pt x="0" y="240"/>
                      <a:pt x="0" y="240"/>
                      <a:pt x="0" y="240"/>
                    </a:cubicBezTo>
                    <a:cubicBezTo>
                      <a:pt x="240" y="240"/>
                      <a:pt x="240" y="240"/>
                      <a:pt x="240" y="240"/>
                    </a:cubicBezTo>
                    <a:cubicBezTo>
                      <a:pt x="240" y="212"/>
                      <a:pt x="240" y="212"/>
                      <a:pt x="240" y="212"/>
                    </a:cubicBezTo>
                    <a:cubicBezTo>
                      <a:pt x="240" y="193"/>
                      <a:pt x="228" y="176"/>
                      <a:pt x="211" y="169"/>
                    </a:cubicBezTo>
                    <a:close/>
                    <a:moveTo>
                      <a:pt x="120" y="161"/>
                    </a:moveTo>
                    <a:cubicBezTo>
                      <a:pt x="107" y="161"/>
                      <a:pt x="74" y="143"/>
                      <a:pt x="74" y="115"/>
                    </a:cubicBezTo>
                    <a:cubicBezTo>
                      <a:pt x="74" y="113"/>
                      <a:pt x="72" y="111"/>
                      <a:pt x="70" y="111"/>
                    </a:cubicBezTo>
                    <a:cubicBezTo>
                      <a:pt x="64" y="111"/>
                      <a:pt x="62" y="104"/>
                      <a:pt x="62" y="100"/>
                    </a:cubicBezTo>
                    <a:cubicBezTo>
                      <a:pt x="62" y="96"/>
                      <a:pt x="64" y="89"/>
                      <a:pt x="70" y="89"/>
                    </a:cubicBezTo>
                    <a:cubicBezTo>
                      <a:pt x="71" y="89"/>
                      <a:pt x="73" y="87"/>
                      <a:pt x="73" y="85"/>
                    </a:cubicBezTo>
                    <a:cubicBezTo>
                      <a:pt x="78" y="63"/>
                      <a:pt x="78" y="63"/>
                      <a:pt x="78" y="63"/>
                    </a:cubicBezTo>
                    <a:cubicBezTo>
                      <a:pt x="108" y="63"/>
                      <a:pt x="116" y="53"/>
                      <a:pt x="120" y="46"/>
                    </a:cubicBezTo>
                    <a:cubicBezTo>
                      <a:pt x="124" y="53"/>
                      <a:pt x="132" y="63"/>
                      <a:pt x="162" y="63"/>
                    </a:cubicBezTo>
                    <a:cubicBezTo>
                      <a:pt x="167" y="85"/>
                      <a:pt x="167" y="85"/>
                      <a:pt x="167" y="85"/>
                    </a:cubicBezTo>
                    <a:cubicBezTo>
                      <a:pt x="167" y="87"/>
                      <a:pt x="169" y="89"/>
                      <a:pt x="170" y="89"/>
                    </a:cubicBezTo>
                    <a:cubicBezTo>
                      <a:pt x="176" y="89"/>
                      <a:pt x="178" y="96"/>
                      <a:pt x="178" y="100"/>
                    </a:cubicBezTo>
                    <a:cubicBezTo>
                      <a:pt x="178" y="104"/>
                      <a:pt x="176" y="111"/>
                      <a:pt x="170" y="111"/>
                    </a:cubicBezTo>
                    <a:cubicBezTo>
                      <a:pt x="168" y="111"/>
                      <a:pt x="166" y="113"/>
                      <a:pt x="166" y="115"/>
                    </a:cubicBezTo>
                    <a:cubicBezTo>
                      <a:pt x="166" y="143"/>
                      <a:pt x="133" y="161"/>
                      <a:pt x="120"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21" name="Freeform 6">
                <a:extLst>
                  <a:ext uri="{FF2B5EF4-FFF2-40B4-BE49-F238E27FC236}">
                    <a16:creationId xmlns:a16="http://schemas.microsoft.com/office/drawing/2014/main" id="{30D43DF0-C2F0-4C0B-BEC4-27976CB7BD0C}"/>
                  </a:ext>
                </a:extLst>
              </p:cNvPr>
              <p:cNvSpPr>
                <a:spLocks/>
              </p:cNvSpPr>
              <p:nvPr/>
            </p:nvSpPr>
            <p:spPr bwMode="auto">
              <a:xfrm>
                <a:off x="8050213" y="3300413"/>
                <a:ext cx="104775"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2 w 28"/>
                  <a:gd name="T17" fmla="*/ 8 h 13"/>
                  <a:gd name="T18" fmla="*/ 14 w 28"/>
                  <a:gd name="T19" fmla="*/ 8 h 13"/>
                  <a:gd name="T20" fmla="*/ 15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2" y="8"/>
                    </a:cubicBezTo>
                    <a:cubicBezTo>
                      <a:pt x="14" y="8"/>
                      <a:pt x="14" y="8"/>
                      <a:pt x="14" y="8"/>
                    </a:cubicBezTo>
                    <a:cubicBezTo>
                      <a:pt x="15" y="8"/>
                      <a:pt x="15" y="8"/>
                      <a:pt x="15" y="8"/>
                    </a:cubicBezTo>
                    <a:cubicBezTo>
                      <a:pt x="17" y="8"/>
                      <a:pt x="19"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22" name="Freeform 7">
                <a:extLst>
                  <a:ext uri="{FF2B5EF4-FFF2-40B4-BE49-F238E27FC236}">
                    <a16:creationId xmlns:a16="http://schemas.microsoft.com/office/drawing/2014/main" id="{3FBF451C-5B81-4B0F-8DEE-B35EA9AFF649}"/>
                  </a:ext>
                </a:extLst>
              </p:cNvPr>
              <p:cNvSpPr>
                <a:spLocks/>
              </p:cNvSpPr>
              <p:nvPr/>
            </p:nvSpPr>
            <p:spPr bwMode="auto">
              <a:xfrm>
                <a:off x="8199438" y="3300413"/>
                <a:ext cx="106363"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3 w 28"/>
                  <a:gd name="T17" fmla="*/ 8 h 13"/>
                  <a:gd name="T18" fmla="*/ 14 w 28"/>
                  <a:gd name="T19" fmla="*/ 8 h 13"/>
                  <a:gd name="T20" fmla="*/ 16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3" y="8"/>
                    </a:cubicBezTo>
                    <a:cubicBezTo>
                      <a:pt x="14" y="8"/>
                      <a:pt x="14" y="8"/>
                      <a:pt x="14" y="8"/>
                    </a:cubicBezTo>
                    <a:cubicBezTo>
                      <a:pt x="16" y="8"/>
                      <a:pt x="16" y="8"/>
                      <a:pt x="16" y="8"/>
                    </a:cubicBezTo>
                    <a:cubicBezTo>
                      <a:pt x="17" y="8"/>
                      <a:pt x="20"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grpSp>
        <p:nvGrpSpPr>
          <p:cNvPr id="193" name="Group 192">
            <a:extLst>
              <a:ext uri="{FF2B5EF4-FFF2-40B4-BE49-F238E27FC236}">
                <a16:creationId xmlns:a16="http://schemas.microsoft.com/office/drawing/2014/main" id="{C013F813-C3EC-4761-A520-F59E672D487A}"/>
              </a:ext>
            </a:extLst>
          </p:cNvPr>
          <p:cNvGrpSpPr/>
          <p:nvPr/>
        </p:nvGrpSpPr>
        <p:grpSpPr>
          <a:xfrm>
            <a:off x="4653027" y="3847751"/>
            <a:ext cx="2895629" cy="943716"/>
            <a:chOff x="7835960" y="1303782"/>
            <a:chExt cx="2895629" cy="943716"/>
          </a:xfrm>
        </p:grpSpPr>
        <p:sp>
          <p:nvSpPr>
            <p:cNvPr id="194" name="Rounded Rectangle 14">
              <a:extLst>
                <a:ext uri="{FF2B5EF4-FFF2-40B4-BE49-F238E27FC236}">
                  <a16:creationId xmlns:a16="http://schemas.microsoft.com/office/drawing/2014/main" id="{87B0CFFD-6187-47F2-8B9B-68F2B21C1CBB}"/>
                </a:ext>
              </a:extLst>
            </p:cNvPr>
            <p:cNvSpPr/>
            <p:nvPr/>
          </p:nvSpPr>
          <p:spPr>
            <a:xfrm>
              <a:off x="7835960" y="1303782"/>
              <a:ext cx="2895629" cy="943716"/>
            </a:xfrm>
            <a:prstGeom prst="roundRect">
              <a:avLst>
                <a:gd name="adj" fmla="val 50000"/>
              </a:avLst>
            </a:prstGeom>
            <a:solidFill>
              <a:srgbClr val="3A566B"/>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195" name="Group 194">
              <a:extLst>
                <a:ext uri="{FF2B5EF4-FFF2-40B4-BE49-F238E27FC236}">
                  <a16:creationId xmlns:a16="http://schemas.microsoft.com/office/drawing/2014/main" id="{EE6AF94C-6496-43BC-95FE-60898D7177C3}"/>
                </a:ext>
              </a:extLst>
            </p:cNvPr>
            <p:cNvGrpSpPr/>
            <p:nvPr/>
          </p:nvGrpSpPr>
          <p:grpSpPr>
            <a:xfrm>
              <a:off x="8640516" y="1429832"/>
              <a:ext cx="1890269" cy="682677"/>
              <a:chOff x="4029162" y="1868827"/>
              <a:chExt cx="1647829" cy="572118"/>
            </a:xfrm>
          </p:grpSpPr>
          <p:sp>
            <p:nvSpPr>
              <p:cNvPr id="201" name="TextBox 200">
                <a:extLst>
                  <a:ext uri="{FF2B5EF4-FFF2-40B4-BE49-F238E27FC236}">
                    <a16:creationId xmlns:a16="http://schemas.microsoft.com/office/drawing/2014/main" id="{BFB58CCC-C547-4081-8CC1-7BF96C14DBC8}"/>
                  </a:ext>
                </a:extLst>
              </p:cNvPr>
              <p:cNvSpPr txBox="1"/>
              <p:nvPr/>
            </p:nvSpPr>
            <p:spPr>
              <a:xfrm>
                <a:off x="4039509" y="1868827"/>
                <a:ext cx="1627133" cy="18055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entury Gothic"/>
                    <a:ea typeface="+mn-ea"/>
                    <a:cs typeface="+mn-cs"/>
                  </a:rPr>
                  <a:t>LOREM IPSUM</a:t>
                </a:r>
              </a:p>
            </p:txBody>
          </p:sp>
          <p:sp>
            <p:nvSpPr>
              <p:cNvPr id="202" name="Rectangle 201">
                <a:extLst>
                  <a:ext uri="{FF2B5EF4-FFF2-40B4-BE49-F238E27FC236}">
                    <a16:creationId xmlns:a16="http://schemas.microsoft.com/office/drawing/2014/main" id="{0ECB08C8-2052-4B4E-B51D-9E40E0B4598F}"/>
                  </a:ext>
                </a:extLst>
              </p:cNvPr>
              <p:cNvSpPr/>
              <p:nvPr>
                <p:custDataLst>
                  <p:tags r:id="rId5"/>
                </p:custDataLst>
              </p:nvPr>
            </p:nvSpPr>
            <p:spPr>
              <a:xfrm>
                <a:off x="4029162" y="2079840"/>
                <a:ext cx="1647829" cy="361105"/>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Lorem ipsum dolor sit </a:t>
                </a:r>
                <a:r>
                  <a:rPr kumimoji="0" lang="en-US" sz="1400" b="0" i="0" u="none" strike="noStrike" kern="1200" cap="none" spc="0" normalizeH="0" baseline="0" noProof="0" err="1">
                    <a:ln>
                      <a:noFill/>
                    </a:ln>
                    <a:solidFill>
                      <a:prstClr val="white"/>
                    </a:solidFill>
                    <a:effectLst/>
                    <a:uLnTx/>
                    <a:uFillTx/>
                    <a:latin typeface="Calibri Light" pitchFamily="34" charset="0"/>
                    <a:ea typeface="+mn-ea"/>
                    <a:cs typeface="+mn-cs"/>
                  </a:rPr>
                  <a:t>amet</a:t>
                </a: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a:t>
                </a:r>
              </a:p>
            </p:txBody>
          </p:sp>
        </p:grpSp>
        <p:sp>
          <p:nvSpPr>
            <p:cNvPr id="196" name="Oval 195">
              <a:extLst>
                <a:ext uri="{FF2B5EF4-FFF2-40B4-BE49-F238E27FC236}">
                  <a16:creationId xmlns:a16="http://schemas.microsoft.com/office/drawing/2014/main" id="{34B8CA50-6C6F-4499-BD98-5DE29B8F396D}"/>
                </a:ext>
              </a:extLst>
            </p:cNvPr>
            <p:cNvSpPr/>
            <p:nvPr/>
          </p:nvSpPr>
          <p:spPr>
            <a:xfrm>
              <a:off x="7938239" y="1418567"/>
              <a:ext cx="714146" cy="71414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197" name="Group 196">
              <a:extLst>
                <a:ext uri="{FF2B5EF4-FFF2-40B4-BE49-F238E27FC236}">
                  <a16:creationId xmlns:a16="http://schemas.microsoft.com/office/drawing/2014/main" id="{61CA30FE-64FD-4D31-B65B-D036CCCB2969}"/>
                </a:ext>
              </a:extLst>
            </p:cNvPr>
            <p:cNvGrpSpPr>
              <a:grpSpLocks noChangeAspect="1"/>
            </p:cNvGrpSpPr>
            <p:nvPr/>
          </p:nvGrpSpPr>
          <p:grpSpPr>
            <a:xfrm>
              <a:off x="8143739" y="1622466"/>
              <a:ext cx="303146" cy="306348"/>
              <a:chOff x="7726363" y="2973388"/>
              <a:chExt cx="901700" cy="911225"/>
            </a:xfrm>
            <a:solidFill>
              <a:schemeClr val="bg1"/>
            </a:solidFill>
            <a:effectLst/>
          </p:grpSpPr>
          <p:sp>
            <p:nvSpPr>
              <p:cNvPr id="198" name="Freeform 5">
                <a:extLst>
                  <a:ext uri="{FF2B5EF4-FFF2-40B4-BE49-F238E27FC236}">
                    <a16:creationId xmlns:a16="http://schemas.microsoft.com/office/drawing/2014/main" id="{EC9AE4DB-70DD-49C0-91F2-87400B58817D}"/>
                  </a:ext>
                </a:extLst>
              </p:cNvPr>
              <p:cNvSpPr>
                <a:spLocks noEditPoints="1"/>
              </p:cNvSpPr>
              <p:nvPr/>
            </p:nvSpPr>
            <p:spPr bwMode="auto">
              <a:xfrm>
                <a:off x="7726363" y="2973388"/>
                <a:ext cx="901700" cy="911225"/>
              </a:xfrm>
              <a:custGeom>
                <a:avLst/>
                <a:gdLst>
                  <a:gd name="T0" fmla="*/ 211 w 240"/>
                  <a:gd name="T1" fmla="*/ 169 h 240"/>
                  <a:gd name="T2" fmla="*/ 156 w 240"/>
                  <a:gd name="T3" fmla="*/ 152 h 240"/>
                  <a:gd name="T4" fmla="*/ 174 w 240"/>
                  <a:gd name="T5" fmla="*/ 118 h 240"/>
                  <a:gd name="T6" fmla="*/ 186 w 240"/>
                  <a:gd name="T7" fmla="*/ 100 h 240"/>
                  <a:gd name="T8" fmla="*/ 184 w 240"/>
                  <a:gd name="T9" fmla="*/ 91 h 240"/>
                  <a:gd name="T10" fmla="*/ 190 w 240"/>
                  <a:gd name="T11" fmla="*/ 55 h 240"/>
                  <a:gd name="T12" fmla="*/ 177 w 240"/>
                  <a:gd name="T13" fmla="*/ 20 h 240"/>
                  <a:gd name="T14" fmla="*/ 120 w 240"/>
                  <a:gd name="T15" fmla="*/ 0 h 240"/>
                  <a:gd name="T16" fmla="*/ 63 w 240"/>
                  <a:gd name="T17" fmla="*/ 20 h 240"/>
                  <a:gd name="T18" fmla="*/ 50 w 240"/>
                  <a:gd name="T19" fmla="*/ 55 h 240"/>
                  <a:gd name="T20" fmla="*/ 56 w 240"/>
                  <a:gd name="T21" fmla="*/ 91 h 240"/>
                  <a:gd name="T22" fmla="*/ 54 w 240"/>
                  <a:gd name="T23" fmla="*/ 100 h 240"/>
                  <a:gd name="T24" fmla="*/ 66 w 240"/>
                  <a:gd name="T25" fmla="*/ 118 h 240"/>
                  <a:gd name="T26" fmla="*/ 84 w 240"/>
                  <a:gd name="T27" fmla="*/ 153 h 240"/>
                  <a:gd name="T28" fmla="*/ 29 w 240"/>
                  <a:gd name="T29" fmla="*/ 169 h 240"/>
                  <a:gd name="T30" fmla="*/ 0 w 240"/>
                  <a:gd name="T31" fmla="*/ 212 h 240"/>
                  <a:gd name="T32" fmla="*/ 0 w 240"/>
                  <a:gd name="T33" fmla="*/ 240 h 240"/>
                  <a:gd name="T34" fmla="*/ 240 w 240"/>
                  <a:gd name="T35" fmla="*/ 240 h 240"/>
                  <a:gd name="T36" fmla="*/ 240 w 240"/>
                  <a:gd name="T37" fmla="*/ 212 h 240"/>
                  <a:gd name="T38" fmla="*/ 211 w 240"/>
                  <a:gd name="T39" fmla="*/ 169 h 240"/>
                  <a:gd name="T40" fmla="*/ 120 w 240"/>
                  <a:gd name="T41" fmla="*/ 161 h 240"/>
                  <a:gd name="T42" fmla="*/ 74 w 240"/>
                  <a:gd name="T43" fmla="*/ 115 h 240"/>
                  <a:gd name="T44" fmla="*/ 70 w 240"/>
                  <a:gd name="T45" fmla="*/ 111 h 240"/>
                  <a:gd name="T46" fmla="*/ 62 w 240"/>
                  <a:gd name="T47" fmla="*/ 100 h 240"/>
                  <a:gd name="T48" fmla="*/ 70 w 240"/>
                  <a:gd name="T49" fmla="*/ 89 h 240"/>
                  <a:gd name="T50" fmla="*/ 73 w 240"/>
                  <a:gd name="T51" fmla="*/ 85 h 240"/>
                  <a:gd name="T52" fmla="*/ 78 w 240"/>
                  <a:gd name="T53" fmla="*/ 63 h 240"/>
                  <a:gd name="T54" fmla="*/ 120 w 240"/>
                  <a:gd name="T55" fmla="*/ 46 h 240"/>
                  <a:gd name="T56" fmla="*/ 162 w 240"/>
                  <a:gd name="T57" fmla="*/ 63 h 240"/>
                  <a:gd name="T58" fmla="*/ 167 w 240"/>
                  <a:gd name="T59" fmla="*/ 85 h 240"/>
                  <a:gd name="T60" fmla="*/ 170 w 240"/>
                  <a:gd name="T61" fmla="*/ 89 h 240"/>
                  <a:gd name="T62" fmla="*/ 178 w 240"/>
                  <a:gd name="T63" fmla="*/ 100 h 240"/>
                  <a:gd name="T64" fmla="*/ 170 w 240"/>
                  <a:gd name="T65" fmla="*/ 111 h 240"/>
                  <a:gd name="T66" fmla="*/ 166 w 240"/>
                  <a:gd name="T67" fmla="*/ 115 h 240"/>
                  <a:gd name="T68" fmla="*/ 120 w 240"/>
                  <a:gd name="T69" fmla="*/ 16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0" h="240">
                    <a:moveTo>
                      <a:pt x="211" y="169"/>
                    </a:moveTo>
                    <a:cubicBezTo>
                      <a:pt x="156" y="152"/>
                      <a:pt x="156" y="152"/>
                      <a:pt x="156" y="152"/>
                    </a:cubicBezTo>
                    <a:cubicBezTo>
                      <a:pt x="165" y="144"/>
                      <a:pt x="173" y="132"/>
                      <a:pt x="174" y="118"/>
                    </a:cubicBezTo>
                    <a:cubicBezTo>
                      <a:pt x="182" y="116"/>
                      <a:pt x="186" y="108"/>
                      <a:pt x="186" y="100"/>
                    </a:cubicBezTo>
                    <a:cubicBezTo>
                      <a:pt x="186" y="97"/>
                      <a:pt x="185" y="94"/>
                      <a:pt x="184" y="91"/>
                    </a:cubicBezTo>
                    <a:cubicBezTo>
                      <a:pt x="190" y="55"/>
                      <a:pt x="190" y="55"/>
                      <a:pt x="190" y="55"/>
                    </a:cubicBezTo>
                    <a:cubicBezTo>
                      <a:pt x="190" y="54"/>
                      <a:pt x="191" y="35"/>
                      <a:pt x="177" y="20"/>
                    </a:cubicBezTo>
                    <a:cubicBezTo>
                      <a:pt x="165" y="7"/>
                      <a:pt x="146" y="0"/>
                      <a:pt x="120" y="0"/>
                    </a:cubicBezTo>
                    <a:cubicBezTo>
                      <a:pt x="94" y="0"/>
                      <a:pt x="75" y="7"/>
                      <a:pt x="63" y="20"/>
                    </a:cubicBezTo>
                    <a:cubicBezTo>
                      <a:pt x="49" y="35"/>
                      <a:pt x="50" y="54"/>
                      <a:pt x="50" y="55"/>
                    </a:cubicBezTo>
                    <a:cubicBezTo>
                      <a:pt x="56" y="91"/>
                      <a:pt x="56" y="91"/>
                      <a:pt x="56" y="91"/>
                    </a:cubicBezTo>
                    <a:cubicBezTo>
                      <a:pt x="55" y="94"/>
                      <a:pt x="54" y="97"/>
                      <a:pt x="54" y="100"/>
                    </a:cubicBezTo>
                    <a:cubicBezTo>
                      <a:pt x="54" y="108"/>
                      <a:pt x="58" y="116"/>
                      <a:pt x="66" y="118"/>
                    </a:cubicBezTo>
                    <a:cubicBezTo>
                      <a:pt x="67" y="132"/>
                      <a:pt x="75" y="144"/>
                      <a:pt x="84" y="153"/>
                    </a:cubicBezTo>
                    <a:cubicBezTo>
                      <a:pt x="29" y="169"/>
                      <a:pt x="29" y="169"/>
                      <a:pt x="29" y="169"/>
                    </a:cubicBezTo>
                    <a:cubicBezTo>
                      <a:pt x="12" y="176"/>
                      <a:pt x="0" y="193"/>
                      <a:pt x="0" y="212"/>
                    </a:cubicBezTo>
                    <a:cubicBezTo>
                      <a:pt x="0" y="240"/>
                      <a:pt x="0" y="240"/>
                      <a:pt x="0" y="240"/>
                    </a:cubicBezTo>
                    <a:cubicBezTo>
                      <a:pt x="240" y="240"/>
                      <a:pt x="240" y="240"/>
                      <a:pt x="240" y="240"/>
                    </a:cubicBezTo>
                    <a:cubicBezTo>
                      <a:pt x="240" y="212"/>
                      <a:pt x="240" y="212"/>
                      <a:pt x="240" y="212"/>
                    </a:cubicBezTo>
                    <a:cubicBezTo>
                      <a:pt x="240" y="193"/>
                      <a:pt x="228" y="176"/>
                      <a:pt x="211" y="169"/>
                    </a:cubicBezTo>
                    <a:close/>
                    <a:moveTo>
                      <a:pt x="120" y="161"/>
                    </a:moveTo>
                    <a:cubicBezTo>
                      <a:pt x="107" y="161"/>
                      <a:pt x="74" y="143"/>
                      <a:pt x="74" y="115"/>
                    </a:cubicBezTo>
                    <a:cubicBezTo>
                      <a:pt x="74" y="113"/>
                      <a:pt x="72" y="111"/>
                      <a:pt x="70" y="111"/>
                    </a:cubicBezTo>
                    <a:cubicBezTo>
                      <a:pt x="64" y="111"/>
                      <a:pt x="62" y="104"/>
                      <a:pt x="62" y="100"/>
                    </a:cubicBezTo>
                    <a:cubicBezTo>
                      <a:pt x="62" y="96"/>
                      <a:pt x="64" y="89"/>
                      <a:pt x="70" y="89"/>
                    </a:cubicBezTo>
                    <a:cubicBezTo>
                      <a:pt x="71" y="89"/>
                      <a:pt x="73" y="87"/>
                      <a:pt x="73" y="85"/>
                    </a:cubicBezTo>
                    <a:cubicBezTo>
                      <a:pt x="78" y="63"/>
                      <a:pt x="78" y="63"/>
                      <a:pt x="78" y="63"/>
                    </a:cubicBezTo>
                    <a:cubicBezTo>
                      <a:pt x="108" y="63"/>
                      <a:pt x="116" y="53"/>
                      <a:pt x="120" y="46"/>
                    </a:cubicBezTo>
                    <a:cubicBezTo>
                      <a:pt x="124" y="53"/>
                      <a:pt x="132" y="63"/>
                      <a:pt x="162" y="63"/>
                    </a:cubicBezTo>
                    <a:cubicBezTo>
                      <a:pt x="167" y="85"/>
                      <a:pt x="167" y="85"/>
                      <a:pt x="167" y="85"/>
                    </a:cubicBezTo>
                    <a:cubicBezTo>
                      <a:pt x="167" y="87"/>
                      <a:pt x="169" y="89"/>
                      <a:pt x="170" y="89"/>
                    </a:cubicBezTo>
                    <a:cubicBezTo>
                      <a:pt x="176" y="89"/>
                      <a:pt x="178" y="96"/>
                      <a:pt x="178" y="100"/>
                    </a:cubicBezTo>
                    <a:cubicBezTo>
                      <a:pt x="178" y="104"/>
                      <a:pt x="176" y="111"/>
                      <a:pt x="170" y="111"/>
                    </a:cubicBezTo>
                    <a:cubicBezTo>
                      <a:pt x="168" y="111"/>
                      <a:pt x="166" y="113"/>
                      <a:pt x="166" y="115"/>
                    </a:cubicBezTo>
                    <a:cubicBezTo>
                      <a:pt x="166" y="143"/>
                      <a:pt x="133" y="161"/>
                      <a:pt x="120"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99" name="Freeform 6">
                <a:extLst>
                  <a:ext uri="{FF2B5EF4-FFF2-40B4-BE49-F238E27FC236}">
                    <a16:creationId xmlns:a16="http://schemas.microsoft.com/office/drawing/2014/main" id="{EC425DC9-53B5-4CB2-A86F-552D6FB9617A}"/>
                  </a:ext>
                </a:extLst>
              </p:cNvPr>
              <p:cNvSpPr>
                <a:spLocks/>
              </p:cNvSpPr>
              <p:nvPr/>
            </p:nvSpPr>
            <p:spPr bwMode="auto">
              <a:xfrm>
                <a:off x="8050213" y="3300413"/>
                <a:ext cx="104775"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2 w 28"/>
                  <a:gd name="T17" fmla="*/ 8 h 13"/>
                  <a:gd name="T18" fmla="*/ 14 w 28"/>
                  <a:gd name="T19" fmla="*/ 8 h 13"/>
                  <a:gd name="T20" fmla="*/ 15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2" y="8"/>
                    </a:cubicBezTo>
                    <a:cubicBezTo>
                      <a:pt x="14" y="8"/>
                      <a:pt x="14" y="8"/>
                      <a:pt x="14" y="8"/>
                    </a:cubicBezTo>
                    <a:cubicBezTo>
                      <a:pt x="15" y="8"/>
                      <a:pt x="15" y="8"/>
                      <a:pt x="15" y="8"/>
                    </a:cubicBezTo>
                    <a:cubicBezTo>
                      <a:pt x="17" y="8"/>
                      <a:pt x="19"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00" name="Freeform 7">
                <a:extLst>
                  <a:ext uri="{FF2B5EF4-FFF2-40B4-BE49-F238E27FC236}">
                    <a16:creationId xmlns:a16="http://schemas.microsoft.com/office/drawing/2014/main" id="{B3D9890C-EB23-4B9E-A270-B3E29C1AA723}"/>
                  </a:ext>
                </a:extLst>
              </p:cNvPr>
              <p:cNvSpPr>
                <a:spLocks/>
              </p:cNvSpPr>
              <p:nvPr/>
            </p:nvSpPr>
            <p:spPr bwMode="auto">
              <a:xfrm>
                <a:off x="8199438" y="3300413"/>
                <a:ext cx="106363"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3 w 28"/>
                  <a:gd name="T17" fmla="*/ 8 h 13"/>
                  <a:gd name="T18" fmla="*/ 14 w 28"/>
                  <a:gd name="T19" fmla="*/ 8 h 13"/>
                  <a:gd name="T20" fmla="*/ 16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3" y="8"/>
                    </a:cubicBezTo>
                    <a:cubicBezTo>
                      <a:pt x="14" y="8"/>
                      <a:pt x="14" y="8"/>
                      <a:pt x="14" y="8"/>
                    </a:cubicBezTo>
                    <a:cubicBezTo>
                      <a:pt x="16" y="8"/>
                      <a:pt x="16" y="8"/>
                      <a:pt x="16" y="8"/>
                    </a:cubicBezTo>
                    <a:cubicBezTo>
                      <a:pt x="17" y="8"/>
                      <a:pt x="20"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grpSp>
        <p:nvGrpSpPr>
          <p:cNvPr id="11" name="Group 10">
            <a:extLst>
              <a:ext uri="{FF2B5EF4-FFF2-40B4-BE49-F238E27FC236}">
                <a16:creationId xmlns:a16="http://schemas.microsoft.com/office/drawing/2014/main" id="{C2C362B9-9413-4719-B85F-63AD749EF661}"/>
              </a:ext>
            </a:extLst>
          </p:cNvPr>
          <p:cNvGrpSpPr/>
          <p:nvPr/>
        </p:nvGrpSpPr>
        <p:grpSpPr>
          <a:xfrm>
            <a:off x="7835960" y="1303782"/>
            <a:ext cx="2895629" cy="943716"/>
            <a:chOff x="7835960" y="1303782"/>
            <a:chExt cx="2895629" cy="943716"/>
          </a:xfrm>
        </p:grpSpPr>
        <p:sp>
          <p:nvSpPr>
            <p:cNvPr id="154" name="Rounded Rectangle 14">
              <a:extLst>
                <a:ext uri="{FF2B5EF4-FFF2-40B4-BE49-F238E27FC236}">
                  <a16:creationId xmlns:a16="http://schemas.microsoft.com/office/drawing/2014/main" id="{5F7213D1-F085-4FB5-B084-F8B4D9541C5B}"/>
                </a:ext>
              </a:extLst>
            </p:cNvPr>
            <p:cNvSpPr/>
            <p:nvPr/>
          </p:nvSpPr>
          <p:spPr>
            <a:xfrm>
              <a:off x="7835960" y="1303782"/>
              <a:ext cx="2895629" cy="943716"/>
            </a:xfrm>
            <a:prstGeom prst="roundRect">
              <a:avLst>
                <a:gd name="adj" fmla="val 50000"/>
              </a:avLst>
            </a:prstGeom>
            <a:solidFill>
              <a:srgbClr val="BA496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156" name="Group 155">
              <a:extLst>
                <a:ext uri="{FF2B5EF4-FFF2-40B4-BE49-F238E27FC236}">
                  <a16:creationId xmlns:a16="http://schemas.microsoft.com/office/drawing/2014/main" id="{BA1AF67D-F6E3-45B1-B7DE-6C3E884F2738}"/>
                </a:ext>
              </a:extLst>
            </p:cNvPr>
            <p:cNvGrpSpPr/>
            <p:nvPr/>
          </p:nvGrpSpPr>
          <p:grpSpPr>
            <a:xfrm>
              <a:off x="8640516" y="1429832"/>
              <a:ext cx="1890269" cy="682677"/>
              <a:chOff x="4029162" y="1868827"/>
              <a:chExt cx="1647829" cy="572118"/>
            </a:xfrm>
          </p:grpSpPr>
          <p:sp>
            <p:nvSpPr>
              <p:cNvPr id="158" name="TextBox 157">
                <a:extLst>
                  <a:ext uri="{FF2B5EF4-FFF2-40B4-BE49-F238E27FC236}">
                    <a16:creationId xmlns:a16="http://schemas.microsoft.com/office/drawing/2014/main" id="{92206078-0F0B-4C9E-8F14-D1E0B3A594EF}"/>
                  </a:ext>
                </a:extLst>
              </p:cNvPr>
              <p:cNvSpPr txBox="1"/>
              <p:nvPr/>
            </p:nvSpPr>
            <p:spPr>
              <a:xfrm>
                <a:off x="4039509" y="1868827"/>
                <a:ext cx="1627133" cy="18055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entury Gothic"/>
                    <a:ea typeface="+mn-ea"/>
                    <a:cs typeface="+mn-cs"/>
                  </a:rPr>
                  <a:t>LOREM IPSUM</a:t>
                </a:r>
              </a:p>
            </p:txBody>
          </p:sp>
          <p:sp>
            <p:nvSpPr>
              <p:cNvPr id="159" name="Rectangle 158">
                <a:extLst>
                  <a:ext uri="{FF2B5EF4-FFF2-40B4-BE49-F238E27FC236}">
                    <a16:creationId xmlns:a16="http://schemas.microsoft.com/office/drawing/2014/main" id="{28C90BCD-FE90-4109-9183-4109709653D4}"/>
                  </a:ext>
                </a:extLst>
              </p:cNvPr>
              <p:cNvSpPr/>
              <p:nvPr>
                <p:custDataLst>
                  <p:tags r:id="rId4"/>
                </p:custDataLst>
              </p:nvPr>
            </p:nvSpPr>
            <p:spPr>
              <a:xfrm>
                <a:off x="4029162" y="2079840"/>
                <a:ext cx="1647829" cy="361105"/>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Lorem ipsum dolor sit </a:t>
                </a:r>
                <a:r>
                  <a:rPr kumimoji="0" lang="en-US" sz="1400" b="0" i="0" u="none" strike="noStrike" kern="1200" cap="none" spc="0" normalizeH="0" baseline="0" noProof="0" err="1">
                    <a:ln>
                      <a:noFill/>
                    </a:ln>
                    <a:solidFill>
                      <a:prstClr val="white"/>
                    </a:solidFill>
                    <a:effectLst/>
                    <a:uLnTx/>
                    <a:uFillTx/>
                    <a:latin typeface="Calibri Light" pitchFamily="34" charset="0"/>
                    <a:ea typeface="+mn-ea"/>
                    <a:cs typeface="+mn-cs"/>
                  </a:rPr>
                  <a:t>amet</a:t>
                </a: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a:t>
                </a:r>
              </a:p>
            </p:txBody>
          </p:sp>
        </p:grpSp>
        <p:sp>
          <p:nvSpPr>
            <p:cNvPr id="157" name="Oval 156">
              <a:extLst>
                <a:ext uri="{FF2B5EF4-FFF2-40B4-BE49-F238E27FC236}">
                  <a16:creationId xmlns:a16="http://schemas.microsoft.com/office/drawing/2014/main" id="{488CB114-C616-4802-9AB8-2D0CA78AC819}"/>
                </a:ext>
              </a:extLst>
            </p:cNvPr>
            <p:cNvSpPr/>
            <p:nvPr/>
          </p:nvSpPr>
          <p:spPr>
            <a:xfrm>
              <a:off x="7938239" y="1418567"/>
              <a:ext cx="714146" cy="71414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165" name="Group 164">
              <a:extLst>
                <a:ext uri="{FF2B5EF4-FFF2-40B4-BE49-F238E27FC236}">
                  <a16:creationId xmlns:a16="http://schemas.microsoft.com/office/drawing/2014/main" id="{20A0EAD3-60AF-493E-B5C6-71EB37CC67D3}"/>
                </a:ext>
              </a:extLst>
            </p:cNvPr>
            <p:cNvGrpSpPr>
              <a:grpSpLocks noChangeAspect="1"/>
            </p:cNvGrpSpPr>
            <p:nvPr/>
          </p:nvGrpSpPr>
          <p:grpSpPr>
            <a:xfrm>
              <a:off x="8143739" y="1622466"/>
              <a:ext cx="303146" cy="306348"/>
              <a:chOff x="7726363" y="2973388"/>
              <a:chExt cx="901700" cy="911225"/>
            </a:xfrm>
            <a:solidFill>
              <a:schemeClr val="bg1"/>
            </a:solidFill>
            <a:effectLst/>
          </p:grpSpPr>
          <p:sp>
            <p:nvSpPr>
              <p:cNvPr id="166" name="Freeform 5">
                <a:extLst>
                  <a:ext uri="{FF2B5EF4-FFF2-40B4-BE49-F238E27FC236}">
                    <a16:creationId xmlns:a16="http://schemas.microsoft.com/office/drawing/2014/main" id="{EB775EF6-B1C4-4043-AF84-DD56B053D64C}"/>
                  </a:ext>
                </a:extLst>
              </p:cNvPr>
              <p:cNvSpPr>
                <a:spLocks noEditPoints="1"/>
              </p:cNvSpPr>
              <p:nvPr/>
            </p:nvSpPr>
            <p:spPr bwMode="auto">
              <a:xfrm>
                <a:off x="7726363" y="2973388"/>
                <a:ext cx="901700" cy="911225"/>
              </a:xfrm>
              <a:custGeom>
                <a:avLst/>
                <a:gdLst>
                  <a:gd name="T0" fmla="*/ 211 w 240"/>
                  <a:gd name="T1" fmla="*/ 169 h 240"/>
                  <a:gd name="T2" fmla="*/ 156 w 240"/>
                  <a:gd name="T3" fmla="*/ 152 h 240"/>
                  <a:gd name="T4" fmla="*/ 174 w 240"/>
                  <a:gd name="T5" fmla="*/ 118 h 240"/>
                  <a:gd name="T6" fmla="*/ 186 w 240"/>
                  <a:gd name="T7" fmla="*/ 100 h 240"/>
                  <a:gd name="T8" fmla="*/ 184 w 240"/>
                  <a:gd name="T9" fmla="*/ 91 h 240"/>
                  <a:gd name="T10" fmla="*/ 190 w 240"/>
                  <a:gd name="T11" fmla="*/ 55 h 240"/>
                  <a:gd name="T12" fmla="*/ 177 w 240"/>
                  <a:gd name="T13" fmla="*/ 20 h 240"/>
                  <a:gd name="T14" fmla="*/ 120 w 240"/>
                  <a:gd name="T15" fmla="*/ 0 h 240"/>
                  <a:gd name="T16" fmla="*/ 63 w 240"/>
                  <a:gd name="T17" fmla="*/ 20 h 240"/>
                  <a:gd name="T18" fmla="*/ 50 w 240"/>
                  <a:gd name="T19" fmla="*/ 55 h 240"/>
                  <a:gd name="T20" fmla="*/ 56 w 240"/>
                  <a:gd name="T21" fmla="*/ 91 h 240"/>
                  <a:gd name="T22" fmla="*/ 54 w 240"/>
                  <a:gd name="T23" fmla="*/ 100 h 240"/>
                  <a:gd name="T24" fmla="*/ 66 w 240"/>
                  <a:gd name="T25" fmla="*/ 118 h 240"/>
                  <a:gd name="T26" fmla="*/ 84 w 240"/>
                  <a:gd name="T27" fmla="*/ 153 h 240"/>
                  <a:gd name="T28" fmla="*/ 29 w 240"/>
                  <a:gd name="T29" fmla="*/ 169 h 240"/>
                  <a:gd name="T30" fmla="*/ 0 w 240"/>
                  <a:gd name="T31" fmla="*/ 212 h 240"/>
                  <a:gd name="T32" fmla="*/ 0 w 240"/>
                  <a:gd name="T33" fmla="*/ 240 h 240"/>
                  <a:gd name="T34" fmla="*/ 240 w 240"/>
                  <a:gd name="T35" fmla="*/ 240 h 240"/>
                  <a:gd name="T36" fmla="*/ 240 w 240"/>
                  <a:gd name="T37" fmla="*/ 212 h 240"/>
                  <a:gd name="T38" fmla="*/ 211 w 240"/>
                  <a:gd name="T39" fmla="*/ 169 h 240"/>
                  <a:gd name="T40" fmla="*/ 120 w 240"/>
                  <a:gd name="T41" fmla="*/ 161 h 240"/>
                  <a:gd name="T42" fmla="*/ 74 w 240"/>
                  <a:gd name="T43" fmla="*/ 115 h 240"/>
                  <a:gd name="T44" fmla="*/ 70 w 240"/>
                  <a:gd name="T45" fmla="*/ 111 h 240"/>
                  <a:gd name="T46" fmla="*/ 62 w 240"/>
                  <a:gd name="T47" fmla="*/ 100 h 240"/>
                  <a:gd name="T48" fmla="*/ 70 w 240"/>
                  <a:gd name="T49" fmla="*/ 89 h 240"/>
                  <a:gd name="T50" fmla="*/ 73 w 240"/>
                  <a:gd name="T51" fmla="*/ 85 h 240"/>
                  <a:gd name="T52" fmla="*/ 78 w 240"/>
                  <a:gd name="T53" fmla="*/ 63 h 240"/>
                  <a:gd name="T54" fmla="*/ 120 w 240"/>
                  <a:gd name="T55" fmla="*/ 46 h 240"/>
                  <a:gd name="T56" fmla="*/ 162 w 240"/>
                  <a:gd name="T57" fmla="*/ 63 h 240"/>
                  <a:gd name="T58" fmla="*/ 167 w 240"/>
                  <a:gd name="T59" fmla="*/ 85 h 240"/>
                  <a:gd name="T60" fmla="*/ 170 w 240"/>
                  <a:gd name="T61" fmla="*/ 89 h 240"/>
                  <a:gd name="T62" fmla="*/ 178 w 240"/>
                  <a:gd name="T63" fmla="*/ 100 h 240"/>
                  <a:gd name="T64" fmla="*/ 170 w 240"/>
                  <a:gd name="T65" fmla="*/ 111 h 240"/>
                  <a:gd name="T66" fmla="*/ 166 w 240"/>
                  <a:gd name="T67" fmla="*/ 115 h 240"/>
                  <a:gd name="T68" fmla="*/ 120 w 240"/>
                  <a:gd name="T69" fmla="*/ 16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0" h="240">
                    <a:moveTo>
                      <a:pt x="211" y="169"/>
                    </a:moveTo>
                    <a:cubicBezTo>
                      <a:pt x="156" y="152"/>
                      <a:pt x="156" y="152"/>
                      <a:pt x="156" y="152"/>
                    </a:cubicBezTo>
                    <a:cubicBezTo>
                      <a:pt x="165" y="144"/>
                      <a:pt x="173" y="132"/>
                      <a:pt x="174" y="118"/>
                    </a:cubicBezTo>
                    <a:cubicBezTo>
                      <a:pt x="182" y="116"/>
                      <a:pt x="186" y="108"/>
                      <a:pt x="186" y="100"/>
                    </a:cubicBezTo>
                    <a:cubicBezTo>
                      <a:pt x="186" y="97"/>
                      <a:pt x="185" y="94"/>
                      <a:pt x="184" y="91"/>
                    </a:cubicBezTo>
                    <a:cubicBezTo>
                      <a:pt x="190" y="55"/>
                      <a:pt x="190" y="55"/>
                      <a:pt x="190" y="55"/>
                    </a:cubicBezTo>
                    <a:cubicBezTo>
                      <a:pt x="190" y="54"/>
                      <a:pt x="191" y="35"/>
                      <a:pt x="177" y="20"/>
                    </a:cubicBezTo>
                    <a:cubicBezTo>
                      <a:pt x="165" y="7"/>
                      <a:pt x="146" y="0"/>
                      <a:pt x="120" y="0"/>
                    </a:cubicBezTo>
                    <a:cubicBezTo>
                      <a:pt x="94" y="0"/>
                      <a:pt x="75" y="7"/>
                      <a:pt x="63" y="20"/>
                    </a:cubicBezTo>
                    <a:cubicBezTo>
                      <a:pt x="49" y="35"/>
                      <a:pt x="50" y="54"/>
                      <a:pt x="50" y="55"/>
                    </a:cubicBezTo>
                    <a:cubicBezTo>
                      <a:pt x="56" y="91"/>
                      <a:pt x="56" y="91"/>
                      <a:pt x="56" y="91"/>
                    </a:cubicBezTo>
                    <a:cubicBezTo>
                      <a:pt x="55" y="94"/>
                      <a:pt x="54" y="97"/>
                      <a:pt x="54" y="100"/>
                    </a:cubicBezTo>
                    <a:cubicBezTo>
                      <a:pt x="54" y="108"/>
                      <a:pt x="58" y="116"/>
                      <a:pt x="66" y="118"/>
                    </a:cubicBezTo>
                    <a:cubicBezTo>
                      <a:pt x="67" y="132"/>
                      <a:pt x="75" y="144"/>
                      <a:pt x="84" y="153"/>
                    </a:cubicBezTo>
                    <a:cubicBezTo>
                      <a:pt x="29" y="169"/>
                      <a:pt x="29" y="169"/>
                      <a:pt x="29" y="169"/>
                    </a:cubicBezTo>
                    <a:cubicBezTo>
                      <a:pt x="12" y="176"/>
                      <a:pt x="0" y="193"/>
                      <a:pt x="0" y="212"/>
                    </a:cubicBezTo>
                    <a:cubicBezTo>
                      <a:pt x="0" y="240"/>
                      <a:pt x="0" y="240"/>
                      <a:pt x="0" y="240"/>
                    </a:cubicBezTo>
                    <a:cubicBezTo>
                      <a:pt x="240" y="240"/>
                      <a:pt x="240" y="240"/>
                      <a:pt x="240" y="240"/>
                    </a:cubicBezTo>
                    <a:cubicBezTo>
                      <a:pt x="240" y="212"/>
                      <a:pt x="240" y="212"/>
                      <a:pt x="240" y="212"/>
                    </a:cubicBezTo>
                    <a:cubicBezTo>
                      <a:pt x="240" y="193"/>
                      <a:pt x="228" y="176"/>
                      <a:pt x="211" y="169"/>
                    </a:cubicBezTo>
                    <a:close/>
                    <a:moveTo>
                      <a:pt x="120" y="161"/>
                    </a:moveTo>
                    <a:cubicBezTo>
                      <a:pt x="107" y="161"/>
                      <a:pt x="74" y="143"/>
                      <a:pt x="74" y="115"/>
                    </a:cubicBezTo>
                    <a:cubicBezTo>
                      <a:pt x="74" y="113"/>
                      <a:pt x="72" y="111"/>
                      <a:pt x="70" y="111"/>
                    </a:cubicBezTo>
                    <a:cubicBezTo>
                      <a:pt x="64" y="111"/>
                      <a:pt x="62" y="104"/>
                      <a:pt x="62" y="100"/>
                    </a:cubicBezTo>
                    <a:cubicBezTo>
                      <a:pt x="62" y="96"/>
                      <a:pt x="64" y="89"/>
                      <a:pt x="70" y="89"/>
                    </a:cubicBezTo>
                    <a:cubicBezTo>
                      <a:pt x="71" y="89"/>
                      <a:pt x="73" y="87"/>
                      <a:pt x="73" y="85"/>
                    </a:cubicBezTo>
                    <a:cubicBezTo>
                      <a:pt x="78" y="63"/>
                      <a:pt x="78" y="63"/>
                      <a:pt x="78" y="63"/>
                    </a:cubicBezTo>
                    <a:cubicBezTo>
                      <a:pt x="108" y="63"/>
                      <a:pt x="116" y="53"/>
                      <a:pt x="120" y="46"/>
                    </a:cubicBezTo>
                    <a:cubicBezTo>
                      <a:pt x="124" y="53"/>
                      <a:pt x="132" y="63"/>
                      <a:pt x="162" y="63"/>
                    </a:cubicBezTo>
                    <a:cubicBezTo>
                      <a:pt x="167" y="85"/>
                      <a:pt x="167" y="85"/>
                      <a:pt x="167" y="85"/>
                    </a:cubicBezTo>
                    <a:cubicBezTo>
                      <a:pt x="167" y="87"/>
                      <a:pt x="169" y="89"/>
                      <a:pt x="170" y="89"/>
                    </a:cubicBezTo>
                    <a:cubicBezTo>
                      <a:pt x="176" y="89"/>
                      <a:pt x="178" y="96"/>
                      <a:pt x="178" y="100"/>
                    </a:cubicBezTo>
                    <a:cubicBezTo>
                      <a:pt x="178" y="104"/>
                      <a:pt x="176" y="111"/>
                      <a:pt x="170" y="111"/>
                    </a:cubicBezTo>
                    <a:cubicBezTo>
                      <a:pt x="168" y="111"/>
                      <a:pt x="166" y="113"/>
                      <a:pt x="166" y="115"/>
                    </a:cubicBezTo>
                    <a:cubicBezTo>
                      <a:pt x="166" y="143"/>
                      <a:pt x="133" y="161"/>
                      <a:pt x="120"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67" name="Freeform 6">
                <a:extLst>
                  <a:ext uri="{FF2B5EF4-FFF2-40B4-BE49-F238E27FC236}">
                    <a16:creationId xmlns:a16="http://schemas.microsoft.com/office/drawing/2014/main" id="{4D650748-4605-4B1B-83B7-C466D5787BB0}"/>
                  </a:ext>
                </a:extLst>
              </p:cNvPr>
              <p:cNvSpPr>
                <a:spLocks/>
              </p:cNvSpPr>
              <p:nvPr/>
            </p:nvSpPr>
            <p:spPr bwMode="auto">
              <a:xfrm>
                <a:off x="8050213" y="3300413"/>
                <a:ext cx="104775"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2 w 28"/>
                  <a:gd name="T17" fmla="*/ 8 h 13"/>
                  <a:gd name="T18" fmla="*/ 14 w 28"/>
                  <a:gd name="T19" fmla="*/ 8 h 13"/>
                  <a:gd name="T20" fmla="*/ 15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2" y="8"/>
                    </a:cubicBezTo>
                    <a:cubicBezTo>
                      <a:pt x="14" y="8"/>
                      <a:pt x="14" y="8"/>
                      <a:pt x="14" y="8"/>
                    </a:cubicBezTo>
                    <a:cubicBezTo>
                      <a:pt x="15" y="8"/>
                      <a:pt x="15" y="8"/>
                      <a:pt x="15" y="8"/>
                    </a:cubicBezTo>
                    <a:cubicBezTo>
                      <a:pt x="17" y="8"/>
                      <a:pt x="19"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68" name="Freeform 7">
                <a:extLst>
                  <a:ext uri="{FF2B5EF4-FFF2-40B4-BE49-F238E27FC236}">
                    <a16:creationId xmlns:a16="http://schemas.microsoft.com/office/drawing/2014/main" id="{1E49EC8F-0686-4491-81EB-687BBFC9220C}"/>
                  </a:ext>
                </a:extLst>
              </p:cNvPr>
              <p:cNvSpPr>
                <a:spLocks/>
              </p:cNvSpPr>
              <p:nvPr/>
            </p:nvSpPr>
            <p:spPr bwMode="auto">
              <a:xfrm>
                <a:off x="8199438" y="3300413"/>
                <a:ext cx="106363"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3 w 28"/>
                  <a:gd name="T17" fmla="*/ 8 h 13"/>
                  <a:gd name="T18" fmla="*/ 14 w 28"/>
                  <a:gd name="T19" fmla="*/ 8 h 13"/>
                  <a:gd name="T20" fmla="*/ 16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3" y="8"/>
                    </a:cubicBezTo>
                    <a:cubicBezTo>
                      <a:pt x="14" y="8"/>
                      <a:pt x="14" y="8"/>
                      <a:pt x="14" y="8"/>
                    </a:cubicBezTo>
                    <a:cubicBezTo>
                      <a:pt x="16" y="8"/>
                      <a:pt x="16" y="8"/>
                      <a:pt x="16" y="8"/>
                    </a:cubicBezTo>
                    <a:cubicBezTo>
                      <a:pt x="17" y="8"/>
                      <a:pt x="20"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grpSp>
        <p:nvGrpSpPr>
          <p:cNvPr id="181" name="Group 180">
            <a:extLst>
              <a:ext uri="{FF2B5EF4-FFF2-40B4-BE49-F238E27FC236}">
                <a16:creationId xmlns:a16="http://schemas.microsoft.com/office/drawing/2014/main" id="{D7E8136B-D384-4EFB-9920-DA4C8AD849E7}"/>
              </a:ext>
            </a:extLst>
          </p:cNvPr>
          <p:cNvGrpSpPr/>
          <p:nvPr/>
        </p:nvGrpSpPr>
        <p:grpSpPr>
          <a:xfrm>
            <a:off x="1460411" y="2587211"/>
            <a:ext cx="2895629" cy="943716"/>
            <a:chOff x="4653027" y="1303782"/>
            <a:chExt cx="2895629" cy="943716"/>
          </a:xfrm>
        </p:grpSpPr>
        <p:sp>
          <p:nvSpPr>
            <p:cNvPr id="182" name="Rounded Rectangle 14">
              <a:extLst>
                <a:ext uri="{FF2B5EF4-FFF2-40B4-BE49-F238E27FC236}">
                  <a16:creationId xmlns:a16="http://schemas.microsoft.com/office/drawing/2014/main" id="{6F1219D3-B844-435B-A819-1C766AAFD608}"/>
                </a:ext>
              </a:extLst>
            </p:cNvPr>
            <p:cNvSpPr/>
            <p:nvPr/>
          </p:nvSpPr>
          <p:spPr>
            <a:xfrm>
              <a:off x="4653027" y="1303782"/>
              <a:ext cx="2895629" cy="943716"/>
            </a:xfrm>
            <a:prstGeom prst="roundRect">
              <a:avLst>
                <a:gd name="adj" fmla="val 50000"/>
              </a:avLst>
            </a:prstGeom>
            <a:solidFill>
              <a:srgbClr val="2FBAC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183" name="Group 182">
              <a:extLst>
                <a:ext uri="{FF2B5EF4-FFF2-40B4-BE49-F238E27FC236}">
                  <a16:creationId xmlns:a16="http://schemas.microsoft.com/office/drawing/2014/main" id="{C2108D43-C505-44D0-A815-368FB29E5E19}"/>
                </a:ext>
              </a:extLst>
            </p:cNvPr>
            <p:cNvGrpSpPr>
              <a:grpSpLocks noChangeAspect="1"/>
            </p:cNvGrpSpPr>
            <p:nvPr/>
          </p:nvGrpSpPr>
          <p:grpSpPr>
            <a:xfrm>
              <a:off x="4952793" y="1622467"/>
              <a:ext cx="305806" cy="306346"/>
              <a:chOff x="515938" y="2981326"/>
              <a:chExt cx="901701" cy="903288"/>
            </a:xfrm>
            <a:solidFill>
              <a:schemeClr val="bg1"/>
            </a:solidFill>
            <a:effectLst/>
          </p:grpSpPr>
          <p:sp>
            <p:nvSpPr>
              <p:cNvPr id="188" name="Freeform 8">
                <a:extLst>
                  <a:ext uri="{FF2B5EF4-FFF2-40B4-BE49-F238E27FC236}">
                    <a16:creationId xmlns:a16="http://schemas.microsoft.com/office/drawing/2014/main" id="{AB19D347-4B48-4EC0-931A-936D54FA7D88}"/>
                  </a:ext>
                </a:extLst>
              </p:cNvPr>
              <p:cNvSpPr>
                <a:spLocks noEditPoints="1"/>
              </p:cNvSpPr>
              <p:nvPr/>
            </p:nvSpPr>
            <p:spPr bwMode="auto">
              <a:xfrm>
                <a:off x="534988" y="2981326"/>
                <a:ext cx="863600" cy="850900"/>
              </a:xfrm>
              <a:custGeom>
                <a:avLst/>
                <a:gdLst>
                  <a:gd name="T0" fmla="*/ 145 w 230"/>
                  <a:gd name="T1" fmla="*/ 197 h 224"/>
                  <a:gd name="T2" fmla="*/ 175 w 230"/>
                  <a:gd name="T3" fmla="*/ 161 h 224"/>
                  <a:gd name="T4" fmla="*/ 175 w 230"/>
                  <a:gd name="T5" fmla="*/ 160 h 224"/>
                  <a:gd name="T6" fmla="*/ 157 w 230"/>
                  <a:gd name="T7" fmla="*/ 152 h 224"/>
                  <a:gd name="T8" fmla="*/ 149 w 230"/>
                  <a:gd name="T9" fmla="*/ 148 h 224"/>
                  <a:gd name="T10" fmla="*/ 164 w 230"/>
                  <a:gd name="T11" fmla="*/ 130 h 224"/>
                  <a:gd name="T12" fmla="*/ 188 w 230"/>
                  <a:gd name="T13" fmla="*/ 147 h 224"/>
                  <a:gd name="T14" fmla="*/ 230 w 230"/>
                  <a:gd name="T15" fmla="*/ 125 h 224"/>
                  <a:gd name="T16" fmla="*/ 229 w 230"/>
                  <a:gd name="T17" fmla="*/ 121 h 224"/>
                  <a:gd name="T18" fmla="*/ 226 w 230"/>
                  <a:gd name="T19" fmla="*/ 119 h 224"/>
                  <a:gd name="T20" fmla="*/ 201 w 230"/>
                  <a:gd name="T21" fmla="*/ 73 h 224"/>
                  <a:gd name="T22" fmla="*/ 166 w 230"/>
                  <a:gd name="T23" fmla="*/ 7 h 224"/>
                  <a:gd name="T24" fmla="*/ 115 w 230"/>
                  <a:gd name="T25" fmla="*/ 13 h 224"/>
                  <a:gd name="T26" fmla="*/ 64 w 230"/>
                  <a:gd name="T27" fmla="*/ 7 h 224"/>
                  <a:gd name="T28" fmla="*/ 29 w 230"/>
                  <a:gd name="T29" fmla="*/ 73 h 224"/>
                  <a:gd name="T30" fmla="*/ 4 w 230"/>
                  <a:gd name="T31" fmla="*/ 119 h 224"/>
                  <a:gd name="T32" fmla="*/ 1 w 230"/>
                  <a:gd name="T33" fmla="*/ 121 h 224"/>
                  <a:gd name="T34" fmla="*/ 0 w 230"/>
                  <a:gd name="T35" fmla="*/ 125 h 224"/>
                  <a:gd name="T36" fmla="*/ 34 w 230"/>
                  <a:gd name="T37" fmla="*/ 148 h 224"/>
                  <a:gd name="T38" fmla="*/ 42 w 230"/>
                  <a:gd name="T39" fmla="*/ 147 h 224"/>
                  <a:gd name="T40" fmla="*/ 66 w 230"/>
                  <a:gd name="T41" fmla="*/ 130 h 224"/>
                  <a:gd name="T42" fmla="*/ 82 w 230"/>
                  <a:gd name="T43" fmla="*/ 149 h 224"/>
                  <a:gd name="T44" fmla="*/ 74 w 230"/>
                  <a:gd name="T45" fmla="*/ 153 h 224"/>
                  <a:gd name="T46" fmla="*/ 55 w 230"/>
                  <a:gd name="T47" fmla="*/ 161 h 224"/>
                  <a:gd name="T48" fmla="*/ 55 w 230"/>
                  <a:gd name="T49" fmla="*/ 161 h 224"/>
                  <a:gd name="T50" fmla="*/ 85 w 230"/>
                  <a:gd name="T51" fmla="*/ 197 h 224"/>
                  <a:gd name="T52" fmla="*/ 115 w 230"/>
                  <a:gd name="T53" fmla="*/ 224 h 224"/>
                  <a:gd name="T54" fmla="*/ 145 w 230"/>
                  <a:gd name="T55" fmla="*/ 197 h 224"/>
                  <a:gd name="T56" fmla="*/ 69 w 230"/>
                  <a:gd name="T57" fmla="*/ 112 h 224"/>
                  <a:gd name="T58" fmla="*/ 65 w 230"/>
                  <a:gd name="T59" fmla="*/ 109 h 224"/>
                  <a:gd name="T60" fmla="*/ 57 w 230"/>
                  <a:gd name="T61" fmla="*/ 98 h 224"/>
                  <a:gd name="T62" fmla="*/ 65 w 230"/>
                  <a:gd name="T63" fmla="*/ 87 h 224"/>
                  <a:gd name="T64" fmla="*/ 68 w 230"/>
                  <a:gd name="T65" fmla="*/ 84 h 224"/>
                  <a:gd name="T66" fmla="*/ 73 w 230"/>
                  <a:gd name="T67" fmla="*/ 66 h 224"/>
                  <a:gd name="T68" fmla="*/ 115 w 230"/>
                  <a:gd name="T69" fmla="*/ 49 h 224"/>
                  <a:gd name="T70" fmla="*/ 157 w 230"/>
                  <a:gd name="T71" fmla="*/ 66 h 224"/>
                  <a:gd name="T72" fmla="*/ 162 w 230"/>
                  <a:gd name="T73" fmla="*/ 84 h 224"/>
                  <a:gd name="T74" fmla="*/ 165 w 230"/>
                  <a:gd name="T75" fmla="*/ 87 h 224"/>
                  <a:gd name="T76" fmla="*/ 173 w 230"/>
                  <a:gd name="T77" fmla="*/ 98 h 224"/>
                  <a:gd name="T78" fmla="*/ 165 w 230"/>
                  <a:gd name="T79" fmla="*/ 109 h 224"/>
                  <a:gd name="T80" fmla="*/ 161 w 230"/>
                  <a:gd name="T81" fmla="*/ 112 h 224"/>
                  <a:gd name="T82" fmla="*/ 115 w 230"/>
                  <a:gd name="T83" fmla="*/ 159 h 224"/>
                  <a:gd name="T84" fmla="*/ 69 w 230"/>
                  <a:gd name="T85"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224">
                    <a:moveTo>
                      <a:pt x="145" y="197"/>
                    </a:moveTo>
                    <a:cubicBezTo>
                      <a:pt x="160" y="186"/>
                      <a:pt x="175" y="175"/>
                      <a:pt x="175" y="161"/>
                    </a:cubicBezTo>
                    <a:cubicBezTo>
                      <a:pt x="175" y="161"/>
                      <a:pt x="175" y="160"/>
                      <a:pt x="175" y="160"/>
                    </a:cubicBezTo>
                    <a:cubicBezTo>
                      <a:pt x="169" y="157"/>
                      <a:pt x="163" y="155"/>
                      <a:pt x="157" y="152"/>
                    </a:cubicBezTo>
                    <a:cubicBezTo>
                      <a:pt x="154" y="151"/>
                      <a:pt x="152" y="150"/>
                      <a:pt x="149" y="148"/>
                    </a:cubicBezTo>
                    <a:cubicBezTo>
                      <a:pt x="155" y="143"/>
                      <a:pt x="160" y="137"/>
                      <a:pt x="164" y="130"/>
                    </a:cubicBezTo>
                    <a:cubicBezTo>
                      <a:pt x="168" y="138"/>
                      <a:pt x="177" y="145"/>
                      <a:pt x="188" y="147"/>
                    </a:cubicBezTo>
                    <a:cubicBezTo>
                      <a:pt x="202" y="150"/>
                      <a:pt x="221" y="146"/>
                      <a:pt x="230" y="125"/>
                    </a:cubicBezTo>
                    <a:cubicBezTo>
                      <a:pt x="230" y="123"/>
                      <a:pt x="230" y="122"/>
                      <a:pt x="229" y="121"/>
                    </a:cubicBezTo>
                    <a:cubicBezTo>
                      <a:pt x="229" y="120"/>
                      <a:pt x="227" y="119"/>
                      <a:pt x="226" y="119"/>
                    </a:cubicBezTo>
                    <a:cubicBezTo>
                      <a:pt x="212" y="119"/>
                      <a:pt x="207" y="97"/>
                      <a:pt x="201" y="73"/>
                    </a:cubicBezTo>
                    <a:cubicBezTo>
                      <a:pt x="195" y="46"/>
                      <a:pt x="188" y="17"/>
                      <a:pt x="166" y="7"/>
                    </a:cubicBezTo>
                    <a:cubicBezTo>
                      <a:pt x="153" y="0"/>
                      <a:pt x="136" y="2"/>
                      <a:pt x="115" y="13"/>
                    </a:cubicBezTo>
                    <a:cubicBezTo>
                      <a:pt x="94" y="2"/>
                      <a:pt x="77" y="0"/>
                      <a:pt x="64" y="7"/>
                    </a:cubicBezTo>
                    <a:cubicBezTo>
                      <a:pt x="42" y="17"/>
                      <a:pt x="35" y="46"/>
                      <a:pt x="29" y="73"/>
                    </a:cubicBezTo>
                    <a:cubicBezTo>
                      <a:pt x="23" y="97"/>
                      <a:pt x="18" y="119"/>
                      <a:pt x="4" y="119"/>
                    </a:cubicBezTo>
                    <a:cubicBezTo>
                      <a:pt x="3" y="119"/>
                      <a:pt x="1" y="120"/>
                      <a:pt x="1" y="121"/>
                    </a:cubicBezTo>
                    <a:cubicBezTo>
                      <a:pt x="0" y="122"/>
                      <a:pt x="0" y="123"/>
                      <a:pt x="0" y="125"/>
                    </a:cubicBezTo>
                    <a:cubicBezTo>
                      <a:pt x="8" y="142"/>
                      <a:pt x="21" y="148"/>
                      <a:pt x="34" y="148"/>
                    </a:cubicBezTo>
                    <a:cubicBezTo>
                      <a:pt x="37" y="148"/>
                      <a:pt x="39" y="147"/>
                      <a:pt x="42" y="147"/>
                    </a:cubicBezTo>
                    <a:cubicBezTo>
                      <a:pt x="53" y="145"/>
                      <a:pt x="62" y="138"/>
                      <a:pt x="66" y="130"/>
                    </a:cubicBezTo>
                    <a:cubicBezTo>
                      <a:pt x="70" y="138"/>
                      <a:pt x="76" y="144"/>
                      <a:pt x="82" y="149"/>
                    </a:cubicBezTo>
                    <a:cubicBezTo>
                      <a:pt x="79" y="151"/>
                      <a:pt x="76" y="152"/>
                      <a:pt x="74" y="153"/>
                    </a:cubicBezTo>
                    <a:cubicBezTo>
                      <a:pt x="67" y="156"/>
                      <a:pt x="61" y="158"/>
                      <a:pt x="55" y="161"/>
                    </a:cubicBezTo>
                    <a:cubicBezTo>
                      <a:pt x="55" y="161"/>
                      <a:pt x="55" y="161"/>
                      <a:pt x="55" y="161"/>
                    </a:cubicBezTo>
                    <a:cubicBezTo>
                      <a:pt x="55" y="175"/>
                      <a:pt x="70" y="186"/>
                      <a:pt x="85" y="197"/>
                    </a:cubicBezTo>
                    <a:cubicBezTo>
                      <a:pt x="97" y="205"/>
                      <a:pt x="109" y="214"/>
                      <a:pt x="115" y="224"/>
                    </a:cubicBezTo>
                    <a:cubicBezTo>
                      <a:pt x="121" y="214"/>
                      <a:pt x="133" y="205"/>
                      <a:pt x="145" y="197"/>
                    </a:cubicBezTo>
                    <a:close/>
                    <a:moveTo>
                      <a:pt x="69" y="112"/>
                    </a:moveTo>
                    <a:cubicBezTo>
                      <a:pt x="68" y="110"/>
                      <a:pt x="67" y="109"/>
                      <a:pt x="65" y="109"/>
                    </a:cubicBezTo>
                    <a:cubicBezTo>
                      <a:pt x="59" y="109"/>
                      <a:pt x="57" y="102"/>
                      <a:pt x="57" y="98"/>
                    </a:cubicBezTo>
                    <a:cubicBezTo>
                      <a:pt x="57" y="94"/>
                      <a:pt x="59" y="87"/>
                      <a:pt x="65" y="87"/>
                    </a:cubicBezTo>
                    <a:cubicBezTo>
                      <a:pt x="66" y="87"/>
                      <a:pt x="68" y="85"/>
                      <a:pt x="68" y="84"/>
                    </a:cubicBezTo>
                    <a:cubicBezTo>
                      <a:pt x="73" y="66"/>
                      <a:pt x="73" y="66"/>
                      <a:pt x="73" y="66"/>
                    </a:cubicBezTo>
                    <a:cubicBezTo>
                      <a:pt x="103" y="66"/>
                      <a:pt x="111" y="56"/>
                      <a:pt x="115" y="49"/>
                    </a:cubicBezTo>
                    <a:cubicBezTo>
                      <a:pt x="119" y="56"/>
                      <a:pt x="127" y="66"/>
                      <a:pt x="157" y="66"/>
                    </a:cubicBezTo>
                    <a:cubicBezTo>
                      <a:pt x="162" y="84"/>
                      <a:pt x="162" y="84"/>
                      <a:pt x="162" y="84"/>
                    </a:cubicBezTo>
                    <a:cubicBezTo>
                      <a:pt x="162" y="85"/>
                      <a:pt x="164" y="87"/>
                      <a:pt x="165" y="87"/>
                    </a:cubicBezTo>
                    <a:cubicBezTo>
                      <a:pt x="171" y="87"/>
                      <a:pt x="173" y="94"/>
                      <a:pt x="173" y="98"/>
                    </a:cubicBezTo>
                    <a:cubicBezTo>
                      <a:pt x="173" y="102"/>
                      <a:pt x="171" y="109"/>
                      <a:pt x="165" y="109"/>
                    </a:cubicBezTo>
                    <a:cubicBezTo>
                      <a:pt x="163" y="109"/>
                      <a:pt x="162" y="110"/>
                      <a:pt x="161" y="112"/>
                    </a:cubicBezTo>
                    <a:cubicBezTo>
                      <a:pt x="156" y="142"/>
                      <a:pt x="124" y="156"/>
                      <a:pt x="115" y="159"/>
                    </a:cubicBezTo>
                    <a:cubicBezTo>
                      <a:pt x="106" y="156"/>
                      <a:pt x="74" y="142"/>
                      <a:pt x="69"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89" name="Freeform 9">
                <a:extLst>
                  <a:ext uri="{FF2B5EF4-FFF2-40B4-BE49-F238E27FC236}">
                    <a16:creationId xmlns:a16="http://schemas.microsoft.com/office/drawing/2014/main" id="{FF34BBCE-F480-43D7-869B-E496456BBB6D}"/>
                  </a:ext>
                </a:extLst>
              </p:cNvPr>
              <p:cNvSpPr>
                <a:spLocks/>
              </p:cNvSpPr>
              <p:nvPr/>
            </p:nvSpPr>
            <p:spPr bwMode="auto">
              <a:xfrm>
                <a:off x="981076" y="3600451"/>
                <a:ext cx="436563" cy="284163"/>
              </a:xfrm>
              <a:custGeom>
                <a:avLst/>
                <a:gdLst>
                  <a:gd name="T0" fmla="*/ 64 w 116"/>
                  <a:gd name="T1" fmla="*/ 0 h 75"/>
                  <a:gd name="T2" fmla="*/ 30 w 116"/>
                  <a:gd name="T3" fmla="*/ 40 h 75"/>
                  <a:gd name="T4" fmla="*/ 0 w 116"/>
                  <a:gd name="T5" fmla="*/ 75 h 75"/>
                  <a:gd name="T6" fmla="*/ 116 w 116"/>
                  <a:gd name="T7" fmla="*/ 75 h 75"/>
                  <a:gd name="T8" fmla="*/ 116 w 116"/>
                  <a:gd name="T9" fmla="*/ 55 h 75"/>
                  <a:gd name="T10" fmla="*/ 64 w 116"/>
                  <a:gd name="T11" fmla="*/ 0 h 75"/>
                </a:gdLst>
                <a:ahLst/>
                <a:cxnLst>
                  <a:cxn ang="0">
                    <a:pos x="T0" y="T1"/>
                  </a:cxn>
                  <a:cxn ang="0">
                    <a:pos x="T2" y="T3"/>
                  </a:cxn>
                  <a:cxn ang="0">
                    <a:pos x="T4" y="T5"/>
                  </a:cxn>
                  <a:cxn ang="0">
                    <a:pos x="T6" y="T7"/>
                  </a:cxn>
                  <a:cxn ang="0">
                    <a:pos x="T8" y="T9"/>
                  </a:cxn>
                  <a:cxn ang="0">
                    <a:pos x="T10" y="T11"/>
                  </a:cxn>
                </a:cxnLst>
                <a:rect l="0" t="0" r="r" b="b"/>
                <a:pathLst>
                  <a:path w="116" h="75">
                    <a:moveTo>
                      <a:pt x="64" y="0"/>
                    </a:moveTo>
                    <a:cubicBezTo>
                      <a:pt x="63" y="17"/>
                      <a:pt x="46" y="28"/>
                      <a:pt x="30" y="40"/>
                    </a:cubicBezTo>
                    <a:cubicBezTo>
                      <a:pt x="15" y="51"/>
                      <a:pt x="0" y="62"/>
                      <a:pt x="0" y="75"/>
                    </a:cubicBezTo>
                    <a:cubicBezTo>
                      <a:pt x="116" y="75"/>
                      <a:pt x="116" y="75"/>
                      <a:pt x="116" y="75"/>
                    </a:cubicBezTo>
                    <a:cubicBezTo>
                      <a:pt x="116" y="55"/>
                      <a:pt x="116" y="55"/>
                      <a:pt x="116" y="55"/>
                    </a:cubicBezTo>
                    <a:cubicBezTo>
                      <a:pt x="116" y="29"/>
                      <a:pt x="93" y="14"/>
                      <a:pt x="6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90" name="Freeform 10">
                <a:extLst>
                  <a:ext uri="{FF2B5EF4-FFF2-40B4-BE49-F238E27FC236}">
                    <a16:creationId xmlns:a16="http://schemas.microsoft.com/office/drawing/2014/main" id="{9F0CFFD9-FE89-4CFB-9BE1-8B0B5694077A}"/>
                  </a:ext>
                </a:extLst>
              </p:cNvPr>
              <p:cNvSpPr>
                <a:spLocks/>
              </p:cNvSpPr>
              <p:nvPr/>
            </p:nvSpPr>
            <p:spPr bwMode="auto">
              <a:xfrm>
                <a:off x="515938" y="3603626"/>
                <a:ext cx="434975" cy="280988"/>
              </a:xfrm>
              <a:custGeom>
                <a:avLst/>
                <a:gdLst>
                  <a:gd name="T0" fmla="*/ 86 w 116"/>
                  <a:gd name="T1" fmla="*/ 39 h 74"/>
                  <a:gd name="T2" fmla="*/ 52 w 116"/>
                  <a:gd name="T3" fmla="*/ 0 h 74"/>
                  <a:gd name="T4" fmla="*/ 0 w 116"/>
                  <a:gd name="T5" fmla="*/ 55 h 74"/>
                  <a:gd name="T6" fmla="*/ 0 w 116"/>
                  <a:gd name="T7" fmla="*/ 74 h 74"/>
                  <a:gd name="T8" fmla="*/ 116 w 116"/>
                  <a:gd name="T9" fmla="*/ 74 h 74"/>
                  <a:gd name="T10" fmla="*/ 86 w 116"/>
                  <a:gd name="T11" fmla="*/ 39 h 74"/>
                </a:gdLst>
                <a:ahLst/>
                <a:cxnLst>
                  <a:cxn ang="0">
                    <a:pos x="T0" y="T1"/>
                  </a:cxn>
                  <a:cxn ang="0">
                    <a:pos x="T2" y="T3"/>
                  </a:cxn>
                  <a:cxn ang="0">
                    <a:pos x="T4" y="T5"/>
                  </a:cxn>
                  <a:cxn ang="0">
                    <a:pos x="T6" y="T7"/>
                  </a:cxn>
                  <a:cxn ang="0">
                    <a:pos x="T8" y="T9"/>
                  </a:cxn>
                  <a:cxn ang="0">
                    <a:pos x="T10" y="T11"/>
                  </a:cxn>
                </a:cxnLst>
                <a:rect l="0" t="0" r="r" b="b"/>
                <a:pathLst>
                  <a:path w="116" h="74">
                    <a:moveTo>
                      <a:pt x="86" y="39"/>
                    </a:moveTo>
                    <a:cubicBezTo>
                      <a:pt x="70" y="28"/>
                      <a:pt x="54" y="16"/>
                      <a:pt x="52" y="0"/>
                    </a:cubicBezTo>
                    <a:cubicBezTo>
                      <a:pt x="23" y="14"/>
                      <a:pt x="0" y="29"/>
                      <a:pt x="0" y="55"/>
                    </a:cubicBezTo>
                    <a:cubicBezTo>
                      <a:pt x="0" y="74"/>
                      <a:pt x="0" y="74"/>
                      <a:pt x="0" y="74"/>
                    </a:cubicBezTo>
                    <a:cubicBezTo>
                      <a:pt x="116" y="74"/>
                      <a:pt x="116" y="74"/>
                      <a:pt x="116" y="74"/>
                    </a:cubicBezTo>
                    <a:cubicBezTo>
                      <a:pt x="116" y="61"/>
                      <a:pt x="101" y="50"/>
                      <a:pt x="86"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91" name="Freeform 11">
                <a:extLst>
                  <a:ext uri="{FF2B5EF4-FFF2-40B4-BE49-F238E27FC236}">
                    <a16:creationId xmlns:a16="http://schemas.microsoft.com/office/drawing/2014/main" id="{5C433EB8-E328-4CC8-B792-ECE4BBA3EDA9}"/>
                  </a:ext>
                </a:extLst>
              </p:cNvPr>
              <p:cNvSpPr>
                <a:spLocks/>
              </p:cNvSpPr>
              <p:nvPr/>
            </p:nvSpPr>
            <p:spPr bwMode="auto">
              <a:xfrm>
                <a:off x="838201" y="3281363"/>
                <a:ext cx="106363"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2 w 28"/>
                  <a:gd name="T17" fmla="*/ 8 h 13"/>
                  <a:gd name="T18" fmla="*/ 14 w 28"/>
                  <a:gd name="T19" fmla="*/ 8 h 13"/>
                  <a:gd name="T20" fmla="*/ 15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2" y="8"/>
                    </a:cubicBezTo>
                    <a:cubicBezTo>
                      <a:pt x="14" y="8"/>
                      <a:pt x="14" y="8"/>
                      <a:pt x="14" y="8"/>
                    </a:cubicBezTo>
                    <a:cubicBezTo>
                      <a:pt x="15" y="8"/>
                      <a:pt x="15" y="8"/>
                      <a:pt x="15" y="8"/>
                    </a:cubicBezTo>
                    <a:cubicBezTo>
                      <a:pt x="17" y="8"/>
                      <a:pt x="19"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92" name="Freeform 12">
                <a:extLst>
                  <a:ext uri="{FF2B5EF4-FFF2-40B4-BE49-F238E27FC236}">
                    <a16:creationId xmlns:a16="http://schemas.microsoft.com/office/drawing/2014/main" id="{5D71564D-BAC5-44AD-8B97-EA078C506BC5}"/>
                  </a:ext>
                </a:extLst>
              </p:cNvPr>
              <p:cNvSpPr>
                <a:spLocks/>
              </p:cNvSpPr>
              <p:nvPr/>
            </p:nvSpPr>
            <p:spPr bwMode="auto">
              <a:xfrm>
                <a:off x="989013" y="3281363"/>
                <a:ext cx="104775" cy="49213"/>
              </a:xfrm>
              <a:custGeom>
                <a:avLst/>
                <a:gdLst>
                  <a:gd name="T0" fmla="*/ 28 w 28"/>
                  <a:gd name="T1" fmla="*/ 9 h 13"/>
                  <a:gd name="T2" fmla="*/ 26 w 28"/>
                  <a:gd name="T3" fmla="*/ 2 h 13"/>
                  <a:gd name="T4" fmla="*/ 15 w 28"/>
                  <a:gd name="T5" fmla="*/ 0 h 13"/>
                  <a:gd name="T6" fmla="*/ 14 w 28"/>
                  <a:gd name="T7" fmla="*/ 0 h 13"/>
                  <a:gd name="T8" fmla="*/ 13 w 28"/>
                  <a:gd name="T9" fmla="*/ 0 h 13"/>
                  <a:gd name="T10" fmla="*/ 2 w 28"/>
                  <a:gd name="T11" fmla="*/ 2 h 13"/>
                  <a:gd name="T12" fmla="*/ 0 w 28"/>
                  <a:gd name="T13" fmla="*/ 9 h 13"/>
                  <a:gd name="T14" fmla="*/ 4 w 28"/>
                  <a:gd name="T15" fmla="*/ 13 h 13"/>
                  <a:gd name="T16" fmla="*/ 8 w 28"/>
                  <a:gd name="T17" fmla="*/ 9 h 13"/>
                  <a:gd name="T18" fmla="*/ 8 w 28"/>
                  <a:gd name="T19" fmla="*/ 8 h 13"/>
                  <a:gd name="T20" fmla="*/ 13 w 28"/>
                  <a:gd name="T21" fmla="*/ 8 h 13"/>
                  <a:gd name="T22" fmla="*/ 14 w 28"/>
                  <a:gd name="T23" fmla="*/ 8 h 13"/>
                  <a:gd name="T24" fmla="*/ 16 w 28"/>
                  <a:gd name="T25" fmla="*/ 8 h 13"/>
                  <a:gd name="T26" fmla="*/ 20 w 28"/>
                  <a:gd name="T27" fmla="*/ 8 h 13"/>
                  <a:gd name="T28" fmla="*/ 20 w 28"/>
                  <a:gd name="T29" fmla="*/ 9 h 13"/>
                  <a:gd name="T30" fmla="*/ 24 w 28"/>
                  <a:gd name="T31" fmla="*/ 13 h 13"/>
                  <a:gd name="T32" fmla="*/ 28 w 28"/>
                  <a:gd name="T3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28" y="9"/>
                    </a:moveTo>
                    <a:cubicBezTo>
                      <a:pt x="28" y="6"/>
                      <a:pt x="27" y="4"/>
                      <a:pt x="26" y="2"/>
                    </a:cubicBezTo>
                    <a:cubicBezTo>
                      <a:pt x="23" y="0"/>
                      <a:pt x="19" y="0"/>
                      <a:pt x="15" y="0"/>
                    </a:cubicBez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3" y="8"/>
                    </a:cubicBezTo>
                    <a:cubicBezTo>
                      <a:pt x="14" y="8"/>
                      <a:pt x="14" y="8"/>
                      <a:pt x="14" y="8"/>
                    </a:cubicBezTo>
                    <a:cubicBezTo>
                      <a:pt x="16" y="8"/>
                      <a:pt x="16" y="8"/>
                      <a:pt x="16" y="8"/>
                    </a:cubicBezTo>
                    <a:cubicBezTo>
                      <a:pt x="17" y="8"/>
                      <a:pt x="20" y="8"/>
                      <a:pt x="20" y="8"/>
                    </a:cubicBezTo>
                    <a:cubicBezTo>
                      <a:pt x="20" y="8"/>
                      <a:pt x="20" y="8"/>
                      <a:pt x="20" y="9"/>
                    </a:cubicBezTo>
                    <a:cubicBezTo>
                      <a:pt x="20" y="11"/>
                      <a:pt x="22" y="13"/>
                      <a:pt x="24" y="13"/>
                    </a:cubicBezTo>
                    <a:cubicBezTo>
                      <a:pt x="26" y="13"/>
                      <a:pt x="28" y="11"/>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nvGrpSpPr>
            <p:cNvPr id="184" name="Group 183">
              <a:extLst>
                <a:ext uri="{FF2B5EF4-FFF2-40B4-BE49-F238E27FC236}">
                  <a16:creationId xmlns:a16="http://schemas.microsoft.com/office/drawing/2014/main" id="{61EB95AB-FBCB-4175-8FE7-D5C81F685DFE}"/>
                </a:ext>
              </a:extLst>
            </p:cNvPr>
            <p:cNvGrpSpPr/>
            <p:nvPr/>
          </p:nvGrpSpPr>
          <p:grpSpPr>
            <a:xfrm>
              <a:off x="5457583" y="1429832"/>
              <a:ext cx="1890269" cy="682677"/>
              <a:chOff x="4029162" y="1868827"/>
              <a:chExt cx="1647829" cy="572118"/>
            </a:xfrm>
          </p:grpSpPr>
          <p:sp>
            <p:nvSpPr>
              <p:cNvPr id="186" name="TextBox 185">
                <a:extLst>
                  <a:ext uri="{FF2B5EF4-FFF2-40B4-BE49-F238E27FC236}">
                    <a16:creationId xmlns:a16="http://schemas.microsoft.com/office/drawing/2014/main" id="{56D06CFA-2BC3-4026-A5B1-DF03301C74EB}"/>
                  </a:ext>
                </a:extLst>
              </p:cNvPr>
              <p:cNvSpPr txBox="1"/>
              <p:nvPr/>
            </p:nvSpPr>
            <p:spPr>
              <a:xfrm>
                <a:off x="4039509" y="1868827"/>
                <a:ext cx="1627133" cy="18055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entury Gothic"/>
                    <a:ea typeface="+mn-ea"/>
                    <a:cs typeface="+mn-cs"/>
                  </a:rPr>
                  <a:t>LOREM IPSUM</a:t>
                </a:r>
              </a:p>
            </p:txBody>
          </p:sp>
          <p:sp>
            <p:nvSpPr>
              <p:cNvPr id="187" name="Rectangle 186">
                <a:extLst>
                  <a:ext uri="{FF2B5EF4-FFF2-40B4-BE49-F238E27FC236}">
                    <a16:creationId xmlns:a16="http://schemas.microsoft.com/office/drawing/2014/main" id="{1406F385-9B5B-4F56-AA4F-51A1F0632A0B}"/>
                  </a:ext>
                </a:extLst>
              </p:cNvPr>
              <p:cNvSpPr/>
              <p:nvPr>
                <p:custDataLst>
                  <p:tags r:id="rId3"/>
                </p:custDataLst>
              </p:nvPr>
            </p:nvSpPr>
            <p:spPr>
              <a:xfrm>
                <a:off x="4029162" y="2079840"/>
                <a:ext cx="1647829" cy="361105"/>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Lorem ipsum dolor sit </a:t>
                </a:r>
                <a:r>
                  <a:rPr kumimoji="0" lang="en-US" sz="1400" b="0" i="0" u="none" strike="noStrike" kern="1200" cap="none" spc="0" normalizeH="0" baseline="0" noProof="0" err="1">
                    <a:ln>
                      <a:noFill/>
                    </a:ln>
                    <a:solidFill>
                      <a:prstClr val="white"/>
                    </a:solidFill>
                    <a:effectLst/>
                    <a:uLnTx/>
                    <a:uFillTx/>
                    <a:latin typeface="Calibri Light" pitchFamily="34" charset="0"/>
                    <a:ea typeface="+mn-ea"/>
                    <a:cs typeface="+mn-cs"/>
                  </a:rPr>
                  <a:t>amet</a:t>
                </a: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a:t>
                </a:r>
              </a:p>
            </p:txBody>
          </p:sp>
        </p:grpSp>
        <p:sp>
          <p:nvSpPr>
            <p:cNvPr id="185" name="Oval 184">
              <a:extLst>
                <a:ext uri="{FF2B5EF4-FFF2-40B4-BE49-F238E27FC236}">
                  <a16:creationId xmlns:a16="http://schemas.microsoft.com/office/drawing/2014/main" id="{63D02AB1-6A9E-4722-BB4D-50B47056322A}"/>
                </a:ext>
              </a:extLst>
            </p:cNvPr>
            <p:cNvSpPr/>
            <p:nvPr/>
          </p:nvSpPr>
          <p:spPr>
            <a:xfrm>
              <a:off x="4755306" y="1418567"/>
              <a:ext cx="714146" cy="71414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nvGrpSpPr>
          <p:cNvPr id="169" name="Group 168">
            <a:extLst>
              <a:ext uri="{FF2B5EF4-FFF2-40B4-BE49-F238E27FC236}">
                <a16:creationId xmlns:a16="http://schemas.microsoft.com/office/drawing/2014/main" id="{B479BA7E-2C6E-4804-A89B-95E6AB9508DE}"/>
              </a:ext>
            </a:extLst>
          </p:cNvPr>
          <p:cNvGrpSpPr/>
          <p:nvPr/>
        </p:nvGrpSpPr>
        <p:grpSpPr>
          <a:xfrm>
            <a:off x="4653027" y="2587211"/>
            <a:ext cx="2895629" cy="943716"/>
            <a:chOff x="4653027" y="1303782"/>
            <a:chExt cx="2895629" cy="943716"/>
          </a:xfrm>
        </p:grpSpPr>
        <p:sp>
          <p:nvSpPr>
            <p:cNvPr id="170" name="Rounded Rectangle 14">
              <a:extLst>
                <a:ext uri="{FF2B5EF4-FFF2-40B4-BE49-F238E27FC236}">
                  <a16:creationId xmlns:a16="http://schemas.microsoft.com/office/drawing/2014/main" id="{C8C94F41-EA15-4CE0-83EE-726F6771940B}"/>
                </a:ext>
              </a:extLst>
            </p:cNvPr>
            <p:cNvSpPr/>
            <p:nvPr/>
          </p:nvSpPr>
          <p:spPr>
            <a:xfrm>
              <a:off x="4653027" y="1303782"/>
              <a:ext cx="2895629" cy="943716"/>
            </a:xfrm>
            <a:prstGeom prst="roundRect">
              <a:avLst>
                <a:gd name="adj" fmla="val 50000"/>
              </a:avLst>
            </a:prstGeom>
            <a:solidFill>
              <a:srgbClr val="2FBAC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171" name="Group 170">
              <a:extLst>
                <a:ext uri="{FF2B5EF4-FFF2-40B4-BE49-F238E27FC236}">
                  <a16:creationId xmlns:a16="http://schemas.microsoft.com/office/drawing/2014/main" id="{8DE0ADBD-0751-48E8-8342-718037329279}"/>
                </a:ext>
              </a:extLst>
            </p:cNvPr>
            <p:cNvGrpSpPr>
              <a:grpSpLocks noChangeAspect="1"/>
            </p:cNvGrpSpPr>
            <p:nvPr/>
          </p:nvGrpSpPr>
          <p:grpSpPr>
            <a:xfrm>
              <a:off x="4952793" y="1622467"/>
              <a:ext cx="305806" cy="306346"/>
              <a:chOff x="515938" y="2981326"/>
              <a:chExt cx="901701" cy="903288"/>
            </a:xfrm>
            <a:solidFill>
              <a:schemeClr val="bg1"/>
            </a:solidFill>
            <a:effectLst/>
          </p:grpSpPr>
          <p:sp>
            <p:nvSpPr>
              <p:cNvPr id="176" name="Freeform 8">
                <a:extLst>
                  <a:ext uri="{FF2B5EF4-FFF2-40B4-BE49-F238E27FC236}">
                    <a16:creationId xmlns:a16="http://schemas.microsoft.com/office/drawing/2014/main" id="{74377EA4-6553-4EB4-AE1E-9B6F9FF69F7D}"/>
                  </a:ext>
                </a:extLst>
              </p:cNvPr>
              <p:cNvSpPr>
                <a:spLocks noEditPoints="1"/>
              </p:cNvSpPr>
              <p:nvPr/>
            </p:nvSpPr>
            <p:spPr bwMode="auto">
              <a:xfrm>
                <a:off x="534988" y="2981326"/>
                <a:ext cx="863600" cy="850900"/>
              </a:xfrm>
              <a:custGeom>
                <a:avLst/>
                <a:gdLst>
                  <a:gd name="T0" fmla="*/ 145 w 230"/>
                  <a:gd name="T1" fmla="*/ 197 h 224"/>
                  <a:gd name="T2" fmla="*/ 175 w 230"/>
                  <a:gd name="T3" fmla="*/ 161 h 224"/>
                  <a:gd name="T4" fmla="*/ 175 w 230"/>
                  <a:gd name="T5" fmla="*/ 160 h 224"/>
                  <a:gd name="T6" fmla="*/ 157 w 230"/>
                  <a:gd name="T7" fmla="*/ 152 h 224"/>
                  <a:gd name="T8" fmla="*/ 149 w 230"/>
                  <a:gd name="T9" fmla="*/ 148 h 224"/>
                  <a:gd name="T10" fmla="*/ 164 w 230"/>
                  <a:gd name="T11" fmla="*/ 130 h 224"/>
                  <a:gd name="T12" fmla="*/ 188 w 230"/>
                  <a:gd name="T13" fmla="*/ 147 h 224"/>
                  <a:gd name="T14" fmla="*/ 230 w 230"/>
                  <a:gd name="T15" fmla="*/ 125 h 224"/>
                  <a:gd name="T16" fmla="*/ 229 w 230"/>
                  <a:gd name="T17" fmla="*/ 121 h 224"/>
                  <a:gd name="T18" fmla="*/ 226 w 230"/>
                  <a:gd name="T19" fmla="*/ 119 h 224"/>
                  <a:gd name="T20" fmla="*/ 201 w 230"/>
                  <a:gd name="T21" fmla="*/ 73 h 224"/>
                  <a:gd name="T22" fmla="*/ 166 w 230"/>
                  <a:gd name="T23" fmla="*/ 7 h 224"/>
                  <a:gd name="T24" fmla="*/ 115 w 230"/>
                  <a:gd name="T25" fmla="*/ 13 h 224"/>
                  <a:gd name="T26" fmla="*/ 64 w 230"/>
                  <a:gd name="T27" fmla="*/ 7 h 224"/>
                  <a:gd name="T28" fmla="*/ 29 w 230"/>
                  <a:gd name="T29" fmla="*/ 73 h 224"/>
                  <a:gd name="T30" fmla="*/ 4 w 230"/>
                  <a:gd name="T31" fmla="*/ 119 h 224"/>
                  <a:gd name="T32" fmla="*/ 1 w 230"/>
                  <a:gd name="T33" fmla="*/ 121 h 224"/>
                  <a:gd name="T34" fmla="*/ 0 w 230"/>
                  <a:gd name="T35" fmla="*/ 125 h 224"/>
                  <a:gd name="T36" fmla="*/ 34 w 230"/>
                  <a:gd name="T37" fmla="*/ 148 h 224"/>
                  <a:gd name="T38" fmla="*/ 42 w 230"/>
                  <a:gd name="T39" fmla="*/ 147 h 224"/>
                  <a:gd name="T40" fmla="*/ 66 w 230"/>
                  <a:gd name="T41" fmla="*/ 130 h 224"/>
                  <a:gd name="T42" fmla="*/ 82 w 230"/>
                  <a:gd name="T43" fmla="*/ 149 h 224"/>
                  <a:gd name="T44" fmla="*/ 74 w 230"/>
                  <a:gd name="T45" fmla="*/ 153 h 224"/>
                  <a:gd name="T46" fmla="*/ 55 w 230"/>
                  <a:gd name="T47" fmla="*/ 161 h 224"/>
                  <a:gd name="T48" fmla="*/ 55 w 230"/>
                  <a:gd name="T49" fmla="*/ 161 h 224"/>
                  <a:gd name="T50" fmla="*/ 85 w 230"/>
                  <a:gd name="T51" fmla="*/ 197 h 224"/>
                  <a:gd name="T52" fmla="*/ 115 w 230"/>
                  <a:gd name="T53" fmla="*/ 224 h 224"/>
                  <a:gd name="T54" fmla="*/ 145 w 230"/>
                  <a:gd name="T55" fmla="*/ 197 h 224"/>
                  <a:gd name="T56" fmla="*/ 69 w 230"/>
                  <a:gd name="T57" fmla="*/ 112 h 224"/>
                  <a:gd name="T58" fmla="*/ 65 w 230"/>
                  <a:gd name="T59" fmla="*/ 109 h 224"/>
                  <a:gd name="T60" fmla="*/ 57 w 230"/>
                  <a:gd name="T61" fmla="*/ 98 h 224"/>
                  <a:gd name="T62" fmla="*/ 65 w 230"/>
                  <a:gd name="T63" fmla="*/ 87 h 224"/>
                  <a:gd name="T64" fmla="*/ 68 w 230"/>
                  <a:gd name="T65" fmla="*/ 84 h 224"/>
                  <a:gd name="T66" fmla="*/ 73 w 230"/>
                  <a:gd name="T67" fmla="*/ 66 h 224"/>
                  <a:gd name="T68" fmla="*/ 115 w 230"/>
                  <a:gd name="T69" fmla="*/ 49 h 224"/>
                  <a:gd name="T70" fmla="*/ 157 w 230"/>
                  <a:gd name="T71" fmla="*/ 66 h 224"/>
                  <a:gd name="T72" fmla="*/ 162 w 230"/>
                  <a:gd name="T73" fmla="*/ 84 h 224"/>
                  <a:gd name="T74" fmla="*/ 165 w 230"/>
                  <a:gd name="T75" fmla="*/ 87 h 224"/>
                  <a:gd name="T76" fmla="*/ 173 w 230"/>
                  <a:gd name="T77" fmla="*/ 98 h 224"/>
                  <a:gd name="T78" fmla="*/ 165 w 230"/>
                  <a:gd name="T79" fmla="*/ 109 h 224"/>
                  <a:gd name="T80" fmla="*/ 161 w 230"/>
                  <a:gd name="T81" fmla="*/ 112 h 224"/>
                  <a:gd name="T82" fmla="*/ 115 w 230"/>
                  <a:gd name="T83" fmla="*/ 159 h 224"/>
                  <a:gd name="T84" fmla="*/ 69 w 230"/>
                  <a:gd name="T85"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224">
                    <a:moveTo>
                      <a:pt x="145" y="197"/>
                    </a:moveTo>
                    <a:cubicBezTo>
                      <a:pt x="160" y="186"/>
                      <a:pt x="175" y="175"/>
                      <a:pt x="175" y="161"/>
                    </a:cubicBezTo>
                    <a:cubicBezTo>
                      <a:pt x="175" y="161"/>
                      <a:pt x="175" y="160"/>
                      <a:pt x="175" y="160"/>
                    </a:cubicBezTo>
                    <a:cubicBezTo>
                      <a:pt x="169" y="157"/>
                      <a:pt x="163" y="155"/>
                      <a:pt x="157" y="152"/>
                    </a:cubicBezTo>
                    <a:cubicBezTo>
                      <a:pt x="154" y="151"/>
                      <a:pt x="152" y="150"/>
                      <a:pt x="149" y="148"/>
                    </a:cubicBezTo>
                    <a:cubicBezTo>
                      <a:pt x="155" y="143"/>
                      <a:pt x="160" y="137"/>
                      <a:pt x="164" y="130"/>
                    </a:cubicBezTo>
                    <a:cubicBezTo>
                      <a:pt x="168" y="138"/>
                      <a:pt x="177" y="145"/>
                      <a:pt x="188" y="147"/>
                    </a:cubicBezTo>
                    <a:cubicBezTo>
                      <a:pt x="202" y="150"/>
                      <a:pt x="221" y="146"/>
                      <a:pt x="230" y="125"/>
                    </a:cubicBezTo>
                    <a:cubicBezTo>
                      <a:pt x="230" y="123"/>
                      <a:pt x="230" y="122"/>
                      <a:pt x="229" y="121"/>
                    </a:cubicBezTo>
                    <a:cubicBezTo>
                      <a:pt x="229" y="120"/>
                      <a:pt x="227" y="119"/>
                      <a:pt x="226" y="119"/>
                    </a:cubicBezTo>
                    <a:cubicBezTo>
                      <a:pt x="212" y="119"/>
                      <a:pt x="207" y="97"/>
                      <a:pt x="201" y="73"/>
                    </a:cubicBezTo>
                    <a:cubicBezTo>
                      <a:pt x="195" y="46"/>
                      <a:pt x="188" y="17"/>
                      <a:pt x="166" y="7"/>
                    </a:cubicBezTo>
                    <a:cubicBezTo>
                      <a:pt x="153" y="0"/>
                      <a:pt x="136" y="2"/>
                      <a:pt x="115" y="13"/>
                    </a:cubicBezTo>
                    <a:cubicBezTo>
                      <a:pt x="94" y="2"/>
                      <a:pt x="77" y="0"/>
                      <a:pt x="64" y="7"/>
                    </a:cubicBezTo>
                    <a:cubicBezTo>
                      <a:pt x="42" y="17"/>
                      <a:pt x="35" y="46"/>
                      <a:pt x="29" y="73"/>
                    </a:cubicBezTo>
                    <a:cubicBezTo>
                      <a:pt x="23" y="97"/>
                      <a:pt x="18" y="119"/>
                      <a:pt x="4" y="119"/>
                    </a:cubicBezTo>
                    <a:cubicBezTo>
                      <a:pt x="3" y="119"/>
                      <a:pt x="1" y="120"/>
                      <a:pt x="1" y="121"/>
                    </a:cubicBezTo>
                    <a:cubicBezTo>
                      <a:pt x="0" y="122"/>
                      <a:pt x="0" y="123"/>
                      <a:pt x="0" y="125"/>
                    </a:cubicBezTo>
                    <a:cubicBezTo>
                      <a:pt x="8" y="142"/>
                      <a:pt x="21" y="148"/>
                      <a:pt x="34" y="148"/>
                    </a:cubicBezTo>
                    <a:cubicBezTo>
                      <a:pt x="37" y="148"/>
                      <a:pt x="39" y="147"/>
                      <a:pt x="42" y="147"/>
                    </a:cubicBezTo>
                    <a:cubicBezTo>
                      <a:pt x="53" y="145"/>
                      <a:pt x="62" y="138"/>
                      <a:pt x="66" y="130"/>
                    </a:cubicBezTo>
                    <a:cubicBezTo>
                      <a:pt x="70" y="138"/>
                      <a:pt x="76" y="144"/>
                      <a:pt x="82" y="149"/>
                    </a:cubicBezTo>
                    <a:cubicBezTo>
                      <a:pt x="79" y="151"/>
                      <a:pt x="76" y="152"/>
                      <a:pt x="74" y="153"/>
                    </a:cubicBezTo>
                    <a:cubicBezTo>
                      <a:pt x="67" y="156"/>
                      <a:pt x="61" y="158"/>
                      <a:pt x="55" y="161"/>
                    </a:cubicBezTo>
                    <a:cubicBezTo>
                      <a:pt x="55" y="161"/>
                      <a:pt x="55" y="161"/>
                      <a:pt x="55" y="161"/>
                    </a:cubicBezTo>
                    <a:cubicBezTo>
                      <a:pt x="55" y="175"/>
                      <a:pt x="70" y="186"/>
                      <a:pt x="85" y="197"/>
                    </a:cubicBezTo>
                    <a:cubicBezTo>
                      <a:pt x="97" y="205"/>
                      <a:pt x="109" y="214"/>
                      <a:pt x="115" y="224"/>
                    </a:cubicBezTo>
                    <a:cubicBezTo>
                      <a:pt x="121" y="214"/>
                      <a:pt x="133" y="205"/>
                      <a:pt x="145" y="197"/>
                    </a:cubicBezTo>
                    <a:close/>
                    <a:moveTo>
                      <a:pt x="69" y="112"/>
                    </a:moveTo>
                    <a:cubicBezTo>
                      <a:pt x="68" y="110"/>
                      <a:pt x="67" y="109"/>
                      <a:pt x="65" y="109"/>
                    </a:cubicBezTo>
                    <a:cubicBezTo>
                      <a:pt x="59" y="109"/>
                      <a:pt x="57" y="102"/>
                      <a:pt x="57" y="98"/>
                    </a:cubicBezTo>
                    <a:cubicBezTo>
                      <a:pt x="57" y="94"/>
                      <a:pt x="59" y="87"/>
                      <a:pt x="65" y="87"/>
                    </a:cubicBezTo>
                    <a:cubicBezTo>
                      <a:pt x="66" y="87"/>
                      <a:pt x="68" y="85"/>
                      <a:pt x="68" y="84"/>
                    </a:cubicBezTo>
                    <a:cubicBezTo>
                      <a:pt x="73" y="66"/>
                      <a:pt x="73" y="66"/>
                      <a:pt x="73" y="66"/>
                    </a:cubicBezTo>
                    <a:cubicBezTo>
                      <a:pt x="103" y="66"/>
                      <a:pt x="111" y="56"/>
                      <a:pt x="115" y="49"/>
                    </a:cubicBezTo>
                    <a:cubicBezTo>
                      <a:pt x="119" y="56"/>
                      <a:pt x="127" y="66"/>
                      <a:pt x="157" y="66"/>
                    </a:cubicBezTo>
                    <a:cubicBezTo>
                      <a:pt x="162" y="84"/>
                      <a:pt x="162" y="84"/>
                      <a:pt x="162" y="84"/>
                    </a:cubicBezTo>
                    <a:cubicBezTo>
                      <a:pt x="162" y="85"/>
                      <a:pt x="164" y="87"/>
                      <a:pt x="165" y="87"/>
                    </a:cubicBezTo>
                    <a:cubicBezTo>
                      <a:pt x="171" y="87"/>
                      <a:pt x="173" y="94"/>
                      <a:pt x="173" y="98"/>
                    </a:cubicBezTo>
                    <a:cubicBezTo>
                      <a:pt x="173" y="102"/>
                      <a:pt x="171" y="109"/>
                      <a:pt x="165" y="109"/>
                    </a:cubicBezTo>
                    <a:cubicBezTo>
                      <a:pt x="163" y="109"/>
                      <a:pt x="162" y="110"/>
                      <a:pt x="161" y="112"/>
                    </a:cubicBezTo>
                    <a:cubicBezTo>
                      <a:pt x="156" y="142"/>
                      <a:pt x="124" y="156"/>
                      <a:pt x="115" y="159"/>
                    </a:cubicBezTo>
                    <a:cubicBezTo>
                      <a:pt x="106" y="156"/>
                      <a:pt x="74" y="142"/>
                      <a:pt x="69"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77" name="Freeform 9">
                <a:extLst>
                  <a:ext uri="{FF2B5EF4-FFF2-40B4-BE49-F238E27FC236}">
                    <a16:creationId xmlns:a16="http://schemas.microsoft.com/office/drawing/2014/main" id="{8AF75998-E744-4706-9C52-53EF0B1C75BA}"/>
                  </a:ext>
                </a:extLst>
              </p:cNvPr>
              <p:cNvSpPr>
                <a:spLocks/>
              </p:cNvSpPr>
              <p:nvPr/>
            </p:nvSpPr>
            <p:spPr bwMode="auto">
              <a:xfrm>
                <a:off x="981076" y="3600451"/>
                <a:ext cx="436563" cy="284163"/>
              </a:xfrm>
              <a:custGeom>
                <a:avLst/>
                <a:gdLst>
                  <a:gd name="T0" fmla="*/ 64 w 116"/>
                  <a:gd name="T1" fmla="*/ 0 h 75"/>
                  <a:gd name="T2" fmla="*/ 30 w 116"/>
                  <a:gd name="T3" fmla="*/ 40 h 75"/>
                  <a:gd name="T4" fmla="*/ 0 w 116"/>
                  <a:gd name="T5" fmla="*/ 75 h 75"/>
                  <a:gd name="T6" fmla="*/ 116 w 116"/>
                  <a:gd name="T7" fmla="*/ 75 h 75"/>
                  <a:gd name="T8" fmla="*/ 116 w 116"/>
                  <a:gd name="T9" fmla="*/ 55 h 75"/>
                  <a:gd name="T10" fmla="*/ 64 w 116"/>
                  <a:gd name="T11" fmla="*/ 0 h 75"/>
                </a:gdLst>
                <a:ahLst/>
                <a:cxnLst>
                  <a:cxn ang="0">
                    <a:pos x="T0" y="T1"/>
                  </a:cxn>
                  <a:cxn ang="0">
                    <a:pos x="T2" y="T3"/>
                  </a:cxn>
                  <a:cxn ang="0">
                    <a:pos x="T4" y="T5"/>
                  </a:cxn>
                  <a:cxn ang="0">
                    <a:pos x="T6" y="T7"/>
                  </a:cxn>
                  <a:cxn ang="0">
                    <a:pos x="T8" y="T9"/>
                  </a:cxn>
                  <a:cxn ang="0">
                    <a:pos x="T10" y="T11"/>
                  </a:cxn>
                </a:cxnLst>
                <a:rect l="0" t="0" r="r" b="b"/>
                <a:pathLst>
                  <a:path w="116" h="75">
                    <a:moveTo>
                      <a:pt x="64" y="0"/>
                    </a:moveTo>
                    <a:cubicBezTo>
                      <a:pt x="63" y="17"/>
                      <a:pt x="46" y="28"/>
                      <a:pt x="30" y="40"/>
                    </a:cubicBezTo>
                    <a:cubicBezTo>
                      <a:pt x="15" y="51"/>
                      <a:pt x="0" y="62"/>
                      <a:pt x="0" y="75"/>
                    </a:cubicBezTo>
                    <a:cubicBezTo>
                      <a:pt x="116" y="75"/>
                      <a:pt x="116" y="75"/>
                      <a:pt x="116" y="75"/>
                    </a:cubicBezTo>
                    <a:cubicBezTo>
                      <a:pt x="116" y="55"/>
                      <a:pt x="116" y="55"/>
                      <a:pt x="116" y="55"/>
                    </a:cubicBezTo>
                    <a:cubicBezTo>
                      <a:pt x="116" y="29"/>
                      <a:pt x="93" y="14"/>
                      <a:pt x="6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78" name="Freeform 10">
                <a:extLst>
                  <a:ext uri="{FF2B5EF4-FFF2-40B4-BE49-F238E27FC236}">
                    <a16:creationId xmlns:a16="http://schemas.microsoft.com/office/drawing/2014/main" id="{F04D0BA6-F526-4A3E-9DB4-818BDE15B721}"/>
                  </a:ext>
                </a:extLst>
              </p:cNvPr>
              <p:cNvSpPr>
                <a:spLocks/>
              </p:cNvSpPr>
              <p:nvPr/>
            </p:nvSpPr>
            <p:spPr bwMode="auto">
              <a:xfrm>
                <a:off x="515938" y="3603626"/>
                <a:ext cx="434975" cy="280988"/>
              </a:xfrm>
              <a:custGeom>
                <a:avLst/>
                <a:gdLst>
                  <a:gd name="T0" fmla="*/ 86 w 116"/>
                  <a:gd name="T1" fmla="*/ 39 h 74"/>
                  <a:gd name="T2" fmla="*/ 52 w 116"/>
                  <a:gd name="T3" fmla="*/ 0 h 74"/>
                  <a:gd name="T4" fmla="*/ 0 w 116"/>
                  <a:gd name="T5" fmla="*/ 55 h 74"/>
                  <a:gd name="T6" fmla="*/ 0 w 116"/>
                  <a:gd name="T7" fmla="*/ 74 h 74"/>
                  <a:gd name="T8" fmla="*/ 116 w 116"/>
                  <a:gd name="T9" fmla="*/ 74 h 74"/>
                  <a:gd name="T10" fmla="*/ 86 w 116"/>
                  <a:gd name="T11" fmla="*/ 39 h 74"/>
                </a:gdLst>
                <a:ahLst/>
                <a:cxnLst>
                  <a:cxn ang="0">
                    <a:pos x="T0" y="T1"/>
                  </a:cxn>
                  <a:cxn ang="0">
                    <a:pos x="T2" y="T3"/>
                  </a:cxn>
                  <a:cxn ang="0">
                    <a:pos x="T4" y="T5"/>
                  </a:cxn>
                  <a:cxn ang="0">
                    <a:pos x="T6" y="T7"/>
                  </a:cxn>
                  <a:cxn ang="0">
                    <a:pos x="T8" y="T9"/>
                  </a:cxn>
                  <a:cxn ang="0">
                    <a:pos x="T10" y="T11"/>
                  </a:cxn>
                </a:cxnLst>
                <a:rect l="0" t="0" r="r" b="b"/>
                <a:pathLst>
                  <a:path w="116" h="74">
                    <a:moveTo>
                      <a:pt x="86" y="39"/>
                    </a:moveTo>
                    <a:cubicBezTo>
                      <a:pt x="70" y="28"/>
                      <a:pt x="54" y="16"/>
                      <a:pt x="52" y="0"/>
                    </a:cubicBezTo>
                    <a:cubicBezTo>
                      <a:pt x="23" y="14"/>
                      <a:pt x="0" y="29"/>
                      <a:pt x="0" y="55"/>
                    </a:cubicBezTo>
                    <a:cubicBezTo>
                      <a:pt x="0" y="74"/>
                      <a:pt x="0" y="74"/>
                      <a:pt x="0" y="74"/>
                    </a:cubicBezTo>
                    <a:cubicBezTo>
                      <a:pt x="116" y="74"/>
                      <a:pt x="116" y="74"/>
                      <a:pt x="116" y="74"/>
                    </a:cubicBezTo>
                    <a:cubicBezTo>
                      <a:pt x="116" y="61"/>
                      <a:pt x="101" y="50"/>
                      <a:pt x="86"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79" name="Freeform 11">
                <a:extLst>
                  <a:ext uri="{FF2B5EF4-FFF2-40B4-BE49-F238E27FC236}">
                    <a16:creationId xmlns:a16="http://schemas.microsoft.com/office/drawing/2014/main" id="{2219B4BB-9A08-488F-8DAA-B83260D61671}"/>
                  </a:ext>
                </a:extLst>
              </p:cNvPr>
              <p:cNvSpPr>
                <a:spLocks/>
              </p:cNvSpPr>
              <p:nvPr/>
            </p:nvSpPr>
            <p:spPr bwMode="auto">
              <a:xfrm>
                <a:off x="838201" y="3281363"/>
                <a:ext cx="106363"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2 w 28"/>
                  <a:gd name="T17" fmla="*/ 8 h 13"/>
                  <a:gd name="T18" fmla="*/ 14 w 28"/>
                  <a:gd name="T19" fmla="*/ 8 h 13"/>
                  <a:gd name="T20" fmla="*/ 15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2" y="8"/>
                    </a:cubicBezTo>
                    <a:cubicBezTo>
                      <a:pt x="14" y="8"/>
                      <a:pt x="14" y="8"/>
                      <a:pt x="14" y="8"/>
                    </a:cubicBezTo>
                    <a:cubicBezTo>
                      <a:pt x="15" y="8"/>
                      <a:pt x="15" y="8"/>
                      <a:pt x="15" y="8"/>
                    </a:cubicBezTo>
                    <a:cubicBezTo>
                      <a:pt x="17" y="8"/>
                      <a:pt x="19"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80" name="Freeform 12">
                <a:extLst>
                  <a:ext uri="{FF2B5EF4-FFF2-40B4-BE49-F238E27FC236}">
                    <a16:creationId xmlns:a16="http://schemas.microsoft.com/office/drawing/2014/main" id="{27FB9CB2-CAEB-4CAC-8A34-A784DA40CD2B}"/>
                  </a:ext>
                </a:extLst>
              </p:cNvPr>
              <p:cNvSpPr>
                <a:spLocks/>
              </p:cNvSpPr>
              <p:nvPr/>
            </p:nvSpPr>
            <p:spPr bwMode="auto">
              <a:xfrm>
                <a:off x="989013" y="3281363"/>
                <a:ext cx="104775" cy="49213"/>
              </a:xfrm>
              <a:custGeom>
                <a:avLst/>
                <a:gdLst>
                  <a:gd name="T0" fmla="*/ 28 w 28"/>
                  <a:gd name="T1" fmla="*/ 9 h 13"/>
                  <a:gd name="T2" fmla="*/ 26 w 28"/>
                  <a:gd name="T3" fmla="*/ 2 h 13"/>
                  <a:gd name="T4" fmla="*/ 15 w 28"/>
                  <a:gd name="T5" fmla="*/ 0 h 13"/>
                  <a:gd name="T6" fmla="*/ 14 w 28"/>
                  <a:gd name="T7" fmla="*/ 0 h 13"/>
                  <a:gd name="T8" fmla="*/ 13 w 28"/>
                  <a:gd name="T9" fmla="*/ 0 h 13"/>
                  <a:gd name="T10" fmla="*/ 2 w 28"/>
                  <a:gd name="T11" fmla="*/ 2 h 13"/>
                  <a:gd name="T12" fmla="*/ 0 w 28"/>
                  <a:gd name="T13" fmla="*/ 9 h 13"/>
                  <a:gd name="T14" fmla="*/ 4 w 28"/>
                  <a:gd name="T15" fmla="*/ 13 h 13"/>
                  <a:gd name="T16" fmla="*/ 8 w 28"/>
                  <a:gd name="T17" fmla="*/ 9 h 13"/>
                  <a:gd name="T18" fmla="*/ 8 w 28"/>
                  <a:gd name="T19" fmla="*/ 8 h 13"/>
                  <a:gd name="T20" fmla="*/ 13 w 28"/>
                  <a:gd name="T21" fmla="*/ 8 h 13"/>
                  <a:gd name="T22" fmla="*/ 14 w 28"/>
                  <a:gd name="T23" fmla="*/ 8 h 13"/>
                  <a:gd name="T24" fmla="*/ 16 w 28"/>
                  <a:gd name="T25" fmla="*/ 8 h 13"/>
                  <a:gd name="T26" fmla="*/ 20 w 28"/>
                  <a:gd name="T27" fmla="*/ 8 h 13"/>
                  <a:gd name="T28" fmla="*/ 20 w 28"/>
                  <a:gd name="T29" fmla="*/ 9 h 13"/>
                  <a:gd name="T30" fmla="*/ 24 w 28"/>
                  <a:gd name="T31" fmla="*/ 13 h 13"/>
                  <a:gd name="T32" fmla="*/ 28 w 28"/>
                  <a:gd name="T3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28" y="9"/>
                    </a:moveTo>
                    <a:cubicBezTo>
                      <a:pt x="28" y="6"/>
                      <a:pt x="27" y="4"/>
                      <a:pt x="26" y="2"/>
                    </a:cubicBezTo>
                    <a:cubicBezTo>
                      <a:pt x="23" y="0"/>
                      <a:pt x="19" y="0"/>
                      <a:pt x="15" y="0"/>
                    </a:cubicBez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3" y="8"/>
                    </a:cubicBezTo>
                    <a:cubicBezTo>
                      <a:pt x="14" y="8"/>
                      <a:pt x="14" y="8"/>
                      <a:pt x="14" y="8"/>
                    </a:cubicBezTo>
                    <a:cubicBezTo>
                      <a:pt x="16" y="8"/>
                      <a:pt x="16" y="8"/>
                      <a:pt x="16" y="8"/>
                    </a:cubicBezTo>
                    <a:cubicBezTo>
                      <a:pt x="17" y="8"/>
                      <a:pt x="20" y="8"/>
                      <a:pt x="20" y="8"/>
                    </a:cubicBezTo>
                    <a:cubicBezTo>
                      <a:pt x="20" y="8"/>
                      <a:pt x="20" y="8"/>
                      <a:pt x="20" y="9"/>
                    </a:cubicBezTo>
                    <a:cubicBezTo>
                      <a:pt x="20" y="11"/>
                      <a:pt x="22" y="13"/>
                      <a:pt x="24" y="13"/>
                    </a:cubicBezTo>
                    <a:cubicBezTo>
                      <a:pt x="26" y="13"/>
                      <a:pt x="28" y="11"/>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nvGrpSpPr>
            <p:cNvPr id="172" name="Group 171">
              <a:extLst>
                <a:ext uri="{FF2B5EF4-FFF2-40B4-BE49-F238E27FC236}">
                  <a16:creationId xmlns:a16="http://schemas.microsoft.com/office/drawing/2014/main" id="{B17CB287-6A48-4384-A0FC-323A8FAA7F3B}"/>
                </a:ext>
              </a:extLst>
            </p:cNvPr>
            <p:cNvGrpSpPr/>
            <p:nvPr/>
          </p:nvGrpSpPr>
          <p:grpSpPr>
            <a:xfrm>
              <a:off x="5457583" y="1429832"/>
              <a:ext cx="1890269" cy="682677"/>
              <a:chOff x="4029162" y="1868827"/>
              <a:chExt cx="1647829" cy="572118"/>
            </a:xfrm>
          </p:grpSpPr>
          <p:sp>
            <p:nvSpPr>
              <p:cNvPr id="174" name="TextBox 173">
                <a:extLst>
                  <a:ext uri="{FF2B5EF4-FFF2-40B4-BE49-F238E27FC236}">
                    <a16:creationId xmlns:a16="http://schemas.microsoft.com/office/drawing/2014/main" id="{8524D28B-9480-43A7-98A1-3CBFAEE099D9}"/>
                  </a:ext>
                </a:extLst>
              </p:cNvPr>
              <p:cNvSpPr txBox="1"/>
              <p:nvPr/>
            </p:nvSpPr>
            <p:spPr>
              <a:xfrm>
                <a:off x="4039509" y="1868827"/>
                <a:ext cx="1627133" cy="18055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entury Gothic"/>
                    <a:ea typeface="+mn-ea"/>
                    <a:cs typeface="+mn-cs"/>
                  </a:rPr>
                  <a:t>LOREM IPSUM</a:t>
                </a:r>
              </a:p>
            </p:txBody>
          </p:sp>
          <p:sp>
            <p:nvSpPr>
              <p:cNvPr id="175" name="Rectangle 174">
                <a:extLst>
                  <a:ext uri="{FF2B5EF4-FFF2-40B4-BE49-F238E27FC236}">
                    <a16:creationId xmlns:a16="http://schemas.microsoft.com/office/drawing/2014/main" id="{C951EB30-085F-465C-9653-7412B6EEDFBB}"/>
                  </a:ext>
                </a:extLst>
              </p:cNvPr>
              <p:cNvSpPr/>
              <p:nvPr>
                <p:custDataLst>
                  <p:tags r:id="rId2"/>
                </p:custDataLst>
              </p:nvPr>
            </p:nvSpPr>
            <p:spPr>
              <a:xfrm>
                <a:off x="4029162" y="2079840"/>
                <a:ext cx="1647829" cy="361105"/>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Lorem ipsum dolor sit </a:t>
                </a:r>
                <a:r>
                  <a:rPr kumimoji="0" lang="en-US" sz="1400" b="0" i="0" u="none" strike="noStrike" kern="1200" cap="none" spc="0" normalizeH="0" baseline="0" noProof="0" err="1">
                    <a:ln>
                      <a:noFill/>
                    </a:ln>
                    <a:solidFill>
                      <a:prstClr val="white"/>
                    </a:solidFill>
                    <a:effectLst/>
                    <a:uLnTx/>
                    <a:uFillTx/>
                    <a:latin typeface="Calibri Light" pitchFamily="34" charset="0"/>
                    <a:ea typeface="+mn-ea"/>
                    <a:cs typeface="+mn-cs"/>
                  </a:rPr>
                  <a:t>amet</a:t>
                </a: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a:t>
                </a:r>
              </a:p>
            </p:txBody>
          </p:sp>
        </p:grpSp>
        <p:sp>
          <p:nvSpPr>
            <p:cNvPr id="173" name="Oval 172">
              <a:extLst>
                <a:ext uri="{FF2B5EF4-FFF2-40B4-BE49-F238E27FC236}">
                  <a16:creationId xmlns:a16="http://schemas.microsoft.com/office/drawing/2014/main" id="{FBF78E02-459D-419E-811B-9B2E27578ABC}"/>
                </a:ext>
              </a:extLst>
            </p:cNvPr>
            <p:cNvSpPr/>
            <p:nvPr/>
          </p:nvSpPr>
          <p:spPr>
            <a:xfrm>
              <a:off x="4755306" y="1418567"/>
              <a:ext cx="714146" cy="71414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nvGrpSpPr>
          <p:cNvPr id="10" name="Group 9">
            <a:extLst>
              <a:ext uri="{FF2B5EF4-FFF2-40B4-BE49-F238E27FC236}">
                <a16:creationId xmlns:a16="http://schemas.microsoft.com/office/drawing/2014/main" id="{B53F6E8E-C9BA-4BFE-A4BB-59F7E5ED8353}"/>
              </a:ext>
            </a:extLst>
          </p:cNvPr>
          <p:cNvGrpSpPr/>
          <p:nvPr/>
        </p:nvGrpSpPr>
        <p:grpSpPr>
          <a:xfrm>
            <a:off x="4653027" y="1303782"/>
            <a:ext cx="2895629" cy="943716"/>
            <a:chOff x="4653027" y="1303782"/>
            <a:chExt cx="2895629" cy="943716"/>
          </a:xfrm>
        </p:grpSpPr>
        <p:sp>
          <p:nvSpPr>
            <p:cNvPr id="44" name="Rounded Rectangle 14">
              <a:extLst>
                <a:ext uri="{FF2B5EF4-FFF2-40B4-BE49-F238E27FC236}">
                  <a16:creationId xmlns:a16="http://schemas.microsoft.com/office/drawing/2014/main" id="{4CFD9C26-843A-490C-BCDF-BB046B67401B}"/>
                </a:ext>
              </a:extLst>
            </p:cNvPr>
            <p:cNvSpPr/>
            <p:nvPr/>
          </p:nvSpPr>
          <p:spPr>
            <a:xfrm>
              <a:off x="4653027" y="1303782"/>
              <a:ext cx="2895629" cy="943716"/>
            </a:xfrm>
            <a:prstGeom prst="roundRect">
              <a:avLst>
                <a:gd name="adj" fmla="val 50000"/>
              </a:avLst>
            </a:prstGeom>
            <a:solidFill>
              <a:srgbClr val="BA496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45" name="Group 44">
              <a:extLst>
                <a:ext uri="{FF2B5EF4-FFF2-40B4-BE49-F238E27FC236}">
                  <a16:creationId xmlns:a16="http://schemas.microsoft.com/office/drawing/2014/main" id="{55A7C927-A92F-4DE4-A0F2-36569544EC3F}"/>
                </a:ext>
              </a:extLst>
            </p:cNvPr>
            <p:cNvGrpSpPr>
              <a:grpSpLocks noChangeAspect="1"/>
            </p:cNvGrpSpPr>
            <p:nvPr/>
          </p:nvGrpSpPr>
          <p:grpSpPr>
            <a:xfrm>
              <a:off x="4952793" y="1622467"/>
              <a:ext cx="305806" cy="306346"/>
              <a:chOff x="515938" y="2981326"/>
              <a:chExt cx="901701" cy="903288"/>
            </a:xfrm>
            <a:solidFill>
              <a:schemeClr val="bg1"/>
            </a:solidFill>
            <a:effectLst/>
          </p:grpSpPr>
          <p:sp>
            <p:nvSpPr>
              <p:cNvPr id="49" name="Freeform 8">
                <a:extLst>
                  <a:ext uri="{FF2B5EF4-FFF2-40B4-BE49-F238E27FC236}">
                    <a16:creationId xmlns:a16="http://schemas.microsoft.com/office/drawing/2014/main" id="{00D85DCC-2A48-4E02-BFD2-EE593079D63C}"/>
                  </a:ext>
                </a:extLst>
              </p:cNvPr>
              <p:cNvSpPr>
                <a:spLocks noEditPoints="1"/>
              </p:cNvSpPr>
              <p:nvPr/>
            </p:nvSpPr>
            <p:spPr bwMode="auto">
              <a:xfrm>
                <a:off x="534988" y="2981326"/>
                <a:ext cx="863600" cy="850900"/>
              </a:xfrm>
              <a:custGeom>
                <a:avLst/>
                <a:gdLst>
                  <a:gd name="T0" fmla="*/ 145 w 230"/>
                  <a:gd name="T1" fmla="*/ 197 h 224"/>
                  <a:gd name="T2" fmla="*/ 175 w 230"/>
                  <a:gd name="T3" fmla="*/ 161 h 224"/>
                  <a:gd name="T4" fmla="*/ 175 w 230"/>
                  <a:gd name="T5" fmla="*/ 160 h 224"/>
                  <a:gd name="T6" fmla="*/ 157 w 230"/>
                  <a:gd name="T7" fmla="*/ 152 h 224"/>
                  <a:gd name="T8" fmla="*/ 149 w 230"/>
                  <a:gd name="T9" fmla="*/ 148 h 224"/>
                  <a:gd name="T10" fmla="*/ 164 w 230"/>
                  <a:gd name="T11" fmla="*/ 130 h 224"/>
                  <a:gd name="T12" fmla="*/ 188 w 230"/>
                  <a:gd name="T13" fmla="*/ 147 h 224"/>
                  <a:gd name="T14" fmla="*/ 230 w 230"/>
                  <a:gd name="T15" fmla="*/ 125 h 224"/>
                  <a:gd name="T16" fmla="*/ 229 w 230"/>
                  <a:gd name="T17" fmla="*/ 121 h 224"/>
                  <a:gd name="T18" fmla="*/ 226 w 230"/>
                  <a:gd name="T19" fmla="*/ 119 h 224"/>
                  <a:gd name="T20" fmla="*/ 201 w 230"/>
                  <a:gd name="T21" fmla="*/ 73 h 224"/>
                  <a:gd name="T22" fmla="*/ 166 w 230"/>
                  <a:gd name="T23" fmla="*/ 7 h 224"/>
                  <a:gd name="T24" fmla="*/ 115 w 230"/>
                  <a:gd name="T25" fmla="*/ 13 h 224"/>
                  <a:gd name="T26" fmla="*/ 64 w 230"/>
                  <a:gd name="T27" fmla="*/ 7 h 224"/>
                  <a:gd name="T28" fmla="*/ 29 w 230"/>
                  <a:gd name="T29" fmla="*/ 73 h 224"/>
                  <a:gd name="T30" fmla="*/ 4 w 230"/>
                  <a:gd name="T31" fmla="*/ 119 h 224"/>
                  <a:gd name="T32" fmla="*/ 1 w 230"/>
                  <a:gd name="T33" fmla="*/ 121 h 224"/>
                  <a:gd name="T34" fmla="*/ 0 w 230"/>
                  <a:gd name="T35" fmla="*/ 125 h 224"/>
                  <a:gd name="T36" fmla="*/ 34 w 230"/>
                  <a:gd name="T37" fmla="*/ 148 h 224"/>
                  <a:gd name="T38" fmla="*/ 42 w 230"/>
                  <a:gd name="T39" fmla="*/ 147 h 224"/>
                  <a:gd name="T40" fmla="*/ 66 w 230"/>
                  <a:gd name="T41" fmla="*/ 130 h 224"/>
                  <a:gd name="T42" fmla="*/ 82 w 230"/>
                  <a:gd name="T43" fmla="*/ 149 h 224"/>
                  <a:gd name="T44" fmla="*/ 74 w 230"/>
                  <a:gd name="T45" fmla="*/ 153 h 224"/>
                  <a:gd name="T46" fmla="*/ 55 w 230"/>
                  <a:gd name="T47" fmla="*/ 161 h 224"/>
                  <a:gd name="T48" fmla="*/ 55 w 230"/>
                  <a:gd name="T49" fmla="*/ 161 h 224"/>
                  <a:gd name="T50" fmla="*/ 85 w 230"/>
                  <a:gd name="T51" fmla="*/ 197 h 224"/>
                  <a:gd name="T52" fmla="*/ 115 w 230"/>
                  <a:gd name="T53" fmla="*/ 224 h 224"/>
                  <a:gd name="T54" fmla="*/ 145 w 230"/>
                  <a:gd name="T55" fmla="*/ 197 h 224"/>
                  <a:gd name="T56" fmla="*/ 69 w 230"/>
                  <a:gd name="T57" fmla="*/ 112 h 224"/>
                  <a:gd name="T58" fmla="*/ 65 w 230"/>
                  <a:gd name="T59" fmla="*/ 109 h 224"/>
                  <a:gd name="T60" fmla="*/ 57 w 230"/>
                  <a:gd name="T61" fmla="*/ 98 h 224"/>
                  <a:gd name="T62" fmla="*/ 65 w 230"/>
                  <a:gd name="T63" fmla="*/ 87 h 224"/>
                  <a:gd name="T64" fmla="*/ 68 w 230"/>
                  <a:gd name="T65" fmla="*/ 84 h 224"/>
                  <a:gd name="T66" fmla="*/ 73 w 230"/>
                  <a:gd name="T67" fmla="*/ 66 h 224"/>
                  <a:gd name="T68" fmla="*/ 115 w 230"/>
                  <a:gd name="T69" fmla="*/ 49 h 224"/>
                  <a:gd name="T70" fmla="*/ 157 w 230"/>
                  <a:gd name="T71" fmla="*/ 66 h 224"/>
                  <a:gd name="T72" fmla="*/ 162 w 230"/>
                  <a:gd name="T73" fmla="*/ 84 h 224"/>
                  <a:gd name="T74" fmla="*/ 165 w 230"/>
                  <a:gd name="T75" fmla="*/ 87 h 224"/>
                  <a:gd name="T76" fmla="*/ 173 w 230"/>
                  <a:gd name="T77" fmla="*/ 98 h 224"/>
                  <a:gd name="T78" fmla="*/ 165 w 230"/>
                  <a:gd name="T79" fmla="*/ 109 h 224"/>
                  <a:gd name="T80" fmla="*/ 161 w 230"/>
                  <a:gd name="T81" fmla="*/ 112 h 224"/>
                  <a:gd name="T82" fmla="*/ 115 w 230"/>
                  <a:gd name="T83" fmla="*/ 159 h 224"/>
                  <a:gd name="T84" fmla="*/ 69 w 230"/>
                  <a:gd name="T85"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224">
                    <a:moveTo>
                      <a:pt x="145" y="197"/>
                    </a:moveTo>
                    <a:cubicBezTo>
                      <a:pt x="160" y="186"/>
                      <a:pt x="175" y="175"/>
                      <a:pt x="175" y="161"/>
                    </a:cubicBezTo>
                    <a:cubicBezTo>
                      <a:pt x="175" y="161"/>
                      <a:pt x="175" y="160"/>
                      <a:pt x="175" y="160"/>
                    </a:cubicBezTo>
                    <a:cubicBezTo>
                      <a:pt x="169" y="157"/>
                      <a:pt x="163" y="155"/>
                      <a:pt x="157" y="152"/>
                    </a:cubicBezTo>
                    <a:cubicBezTo>
                      <a:pt x="154" y="151"/>
                      <a:pt x="152" y="150"/>
                      <a:pt x="149" y="148"/>
                    </a:cubicBezTo>
                    <a:cubicBezTo>
                      <a:pt x="155" y="143"/>
                      <a:pt x="160" y="137"/>
                      <a:pt x="164" y="130"/>
                    </a:cubicBezTo>
                    <a:cubicBezTo>
                      <a:pt x="168" y="138"/>
                      <a:pt x="177" y="145"/>
                      <a:pt x="188" y="147"/>
                    </a:cubicBezTo>
                    <a:cubicBezTo>
                      <a:pt x="202" y="150"/>
                      <a:pt x="221" y="146"/>
                      <a:pt x="230" y="125"/>
                    </a:cubicBezTo>
                    <a:cubicBezTo>
                      <a:pt x="230" y="123"/>
                      <a:pt x="230" y="122"/>
                      <a:pt x="229" y="121"/>
                    </a:cubicBezTo>
                    <a:cubicBezTo>
                      <a:pt x="229" y="120"/>
                      <a:pt x="227" y="119"/>
                      <a:pt x="226" y="119"/>
                    </a:cubicBezTo>
                    <a:cubicBezTo>
                      <a:pt x="212" y="119"/>
                      <a:pt x="207" y="97"/>
                      <a:pt x="201" y="73"/>
                    </a:cubicBezTo>
                    <a:cubicBezTo>
                      <a:pt x="195" y="46"/>
                      <a:pt x="188" y="17"/>
                      <a:pt x="166" y="7"/>
                    </a:cubicBezTo>
                    <a:cubicBezTo>
                      <a:pt x="153" y="0"/>
                      <a:pt x="136" y="2"/>
                      <a:pt x="115" y="13"/>
                    </a:cubicBezTo>
                    <a:cubicBezTo>
                      <a:pt x="94" y="2"/>
                      <a:pt x="77" y="0"/>
                      <a:pt x="64" y="7"/>
                    </a:cubicBezTo>
                    <a:cubicBezTo>
                      <a:pt x="42" y="17"/>
                      <a:pt x="35" y="46"/>
                      <a:pt x="29" y="73"/>
                    </a:cubicBezTo>
                    <a:cubicBezTo>
                      <a:pt x="23" y="97"/>
                      <a:pt x="18" y="119"/>
                      <a:pt x="4" y="119"/>
                    </a:cubicBezTo>
                    <a:cubicBezTo>
                      <a:pt x="3" y="119"/>
                      <a:pt x="1" y="120"/>
                      <a:pt x="1" y="121"/>
                    </a:cubicBezTo>
                    <a:cubicBezTo>
                      <a:pt x="0" y="122"/>
                      <a:pt x="0" y="123"/>
                      <a:pt x="0" y="125"/>
                    </a:cubicBezTo>
                    <a:cubicBezTo>
                      <a:pt x="8" y="142"/>
                      <a:pt x="21" y="148"/>
                      <a:pt x="34" y="148"/>
                    </a:cubicBezTo>
                    <a:cubicBezTo>
                      <a:pt x="37" y="148"/>
                      <a:pt x="39" y="147"/>
                      <a:pt x="42" y="147"/>
                    </a:cubicBezTo>
                    <a:cubicBezTo>
                      <a:pt x="53" y="145"/>
                      <a:pt x="62" y="138"/>
                      <a:pt x="66" y="130"/>
                    </a:cubicBezTo>
                    <a:cubicBezTo>
                      <a:pt x="70" y="138"/>
                      <a:pt x="76" y="144"/>
                      <a:pt x="82" y="149"/>
                    </a:cubicBezTo>
                    <a:cubicBezTo>
                      <a:pt x="79" y="151"/>
                      <a:pt x="76" y="152"/>
                      <a:pt x="74" y="153"/>
                    </a:cubicBezTo>
                    <a:cubicBezTo>
                      <a:pt x="67" y="156"/>
                      <a:pt x="61" y="158"/>
                      <a:pt x="55" y="161"/>
                    </a:cubicBezTo>
                    <a:cubicBezTo>
                      <a:pt x="55" y="161"/>
                      <a:pt x="55" y="161"/>
                      <a:pt x="55" y="161"/>
                    </a:cubicBezTo>
                    <a:cubicBezTo>
                      <a:pt x="55" y="175"/>
                      <a:pt x="70" y="186"/>
                      <a:pt x="85" y="197"/>
                    </a:cubicBezTo>
                    <a:cubicBezTo>
                      <a:pt x="97" y="205"/>
                      <a:pt x="109" y="214"/>
                      <a:pt x="115" y="224"/>
                    </a:cubicBezTo>
                    <a:cubicBezTo>
                      <a:pt x="121" y="214"/>
                      <a:pt x="133" y="205"/>
                      <a:pt x="145" y="197"/>
                    </a:cubicBezTo>
                    <a:close/>
                    <a:moveTo>
                      <a:pt x="69" y="112"/>
                    </a:moveTo>
                    <a:cubicBezTo>
                      <a:pt x="68" y="110"/>
                      <a:pt x="67" y="109"/>
                      <a:pt x="65" y="109"/>
                    </a:cubicBezTo>
                    <a:cubicBezTo>
                      <a:pt x="59" y="109"/>
                      <a:pt x="57" y="102"/>
                      <a:pt x="57" y="98"/>
                    </a:cubicBezTo>
                    <a:cubicBezTo>
                      <a:pt x="57" y="94"/>
                      <a:pt x="59" y="87"/>
                      <a:pt x="65" y="87"/>
                    </a:cubicBezTo>
                    <a:cubicBezTo>
                      <a:pt x="66" y="87"/>
                      <a:pt x="68" y="85"/>
                      <a:pt x="68" y="84"/>
                    </a:cubicBezTo>
                    <a:cubicBezTo>
                      <a:pt x="73" y="66"/>
                      <a:pt x="73" y="66"/>
                      <a:pt x="73" y="66"/>
                    </a:cubicBezTo>
                    <a:cubicBezTo>
                      <a:pt x="103" y="66"/>
                      <a:pt x="111" y="56"/>
                      <a:pt x="115" y="49"/>
                    </a:cubicBezTo>
                    <a:cubicBezTo>
                      <a:pt x="119" y="56"/>
                      <a:pt x="127" y="66"/>
                      <a:pt x="157" y="66"/>
                    </a:cubicBezTo>
                    <a:cubicBezTo>
                      <a:pt x="162" y="84"/>
                      <a:pt x="162" y="84"/>
                      <a:pt x="162" y="84"/>
                    </a:cubicBezTo>
                    <a:cubicBezTo>
                      <a:pt x="162" y="85"/>
                      <a:pt x="164" y="87"/>
                      <a:pt x="165" y="87"/>
                    </a:cubicBezTo>
                    <a:cubicBezTo>
                      <a:pt x="171" y="87"/>
                      <a:pt x="173" y="94"/>
                      <a:pt x="173" y="98"/>
                    </a:cubicBezTo>
                    <a:cubicBezTo>
                      <a:pt x="173" y="102"/>
                      <a:pt x="171" y="109"/>
                      <a:pt x="165" y="109"/>
                    </a:cubicBezTo>
                    <a:cubicBezTo>
                      <a:pt x="163" y="109"/>
                      <a:pt x="162" y="110"/>
                      <a:pt x="161" y="112"/>
                    </a:cubicBezTo>
                    <a:cubicBezTo>
                      <a:pt x="156" y="142"/>
                      <a:pt x="124" y="156"/>
                      <a:pt x="115" y="159"/>
                    </a:cubicBezTo>
                    <a:cubicBezTo>
                      <a:pt x="106" y="156"/>
                      <a:pt x="74" y="142"/>
                      <a:pt x="69"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50" name="Freeform 9">
                <a:extLst>
                  <a:ext uri="{FF2B5EF4-FFF2-40B4-BE49-F238E27FC236}">
                    <a16:creationId xmlns:a16="http://schemas.microsoft.com/office/drawing/2014/main" id="{EA4C538A-54ED-4A5A-9367-FF7D02A7A9AE}"/>
                  </a:ext>
                </a:extLst>
              </p:cNvPr>
              <p:cNvSpPr>
                <a:spLocks/>
              </p:cNvSpPr>
              <p:nvPr/>
            </p:nvSpPr>
            <p:spPr bwMode="auto">
              <a:xfrm>
                <a:off x="981076" y="3600451"/>
                <a:ext cx="436563" cy="284163"/>
              </a:xfrm>
              <a:custGeom>
                <a:avLst/>
                <a:gdLst>
                  <a:gd name="T0" fmla="*/ 64 w 116"/>
                  <a:gd name="T1" fmla="*/ 0 h 75"/>
                  <a:gd name="T2" fmla="*/ 30 w 116"/>
                  <a:gd name="T3" fmla="*/ 40 h 75"/>
                  <a:gd name="T4" fmla="*/ 0 w 116"/>
                  <a:gd name="T5" fmla="*/ 75 h 75"/>
                  <a:gd name="T6" fmla="*/ 116 w 116"/>
                  <a:gd name="T7" fmla="*/ 75 h 75"/>
                  <a:gd name="T8" fmla="*/ 116 w 116"/>
                  <a:gd name="T9" fmla="*/ 55 h 75"/>
                  <a:gd name="T10" fmla="*/ 64 w 116"/>
                  <a:gd name="T11" fmla="*/ 0 h 75"/>
                </a:gdLst>
                <a:ahLst/>
                <a:cxnLst>
                  <a:cxn ang="0">
                    <a:pos x="T0" y="T1"/>
                  </a:cxn>
                  <a:cxn ang="0">
                    <a:pos x="T2" y="T3"/>
                  </a:cxn>
                  <a:cxn ang="0">
                    <a:pos x="T4" y="T5"/>
                  </a:cxn>
                  <a:cxn ang="0">
                    <a:pos x="T6" y="T7"/>
                  </a:cxn>
                  <a:cxn ang="0">
                    <a:pos x="T8" y="T9"/>
                  </a:cxn>
                  <a:cxn ang="0">
                    <a:pos x="T10" y="T11"/>
                  </a:cxn>
                </a:cxnLst>
                <a:rect l="0" t="0" r="r" b="b"/>
                <a:pathLst>
                  <a:path w="116" h="75">
                    <a:moveTo>
                      <a:pt x="64" y="0"/>
                    </a:moveTo>
                    <a:cubicBezTo>
                      <a:pt x="63" y="17"/>
                      <a:pt x="46" y="28"/>
                      <a:pt x="30" y="40"/>
                    </a:cubicBezTo>
                    <a:cubicBezTo>
                      <a:pt x="15" y="51"/>
                      <a:pt x="0" y="62"/>
                      <a:pt x="0" y="75"/>
                    </a:cubicBezTo>
                    <a:cubicBezTo>
                      <a:pt x="116" y="75"/>
                      <a:pt x="116" y="75"/>
                      <a:pt x="116" y="75"/>
                    </a:cubicBezTo>
                    <a:cubicBezTo>
                      <a:pt x="116" y="55"/>
                      <a:pt x="116" y="55"/>
                      <a:pt x="116" y="55"/>
                    </a:cubicBezTo>
                    <a:cubicBezTo>
                      <a:pt x="116" y="29"/>
                      <a:pt x="93" y="14"/>
                      <a:pt x="6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51" name="Freeform 10">
                <a:extLst>
                  <a:ext uri="{FF2B5EF4-FFF2-40B4-BE49-F238E27FC236}">
                    <a16:creationId xmlns:a16="http://schemas.microsoft.com/office/drawing/2014/main" id="{11F7EFD0-895E-4213-AF31-FDEE9EBA2136}"/>
                  </a:ext>
                </a:extLst>
              </p:cNvPr>
              <p:cNvSpPr>
                <a:spLocks/>
              </p:cNvSpPr>
              <p:nvPr/>
            </p:nvSpPr>
            <p:spPr bwMode="auto">
              <a:xfrm>
                <a:off x="515938" y="3603626"/>
                <a:ext cx="434975" cy="280988"/>
              </a:xfrm>
              <a:custGeom>
                <a:avLst/>
                <a:gdLst>
                  <a:gd name="T0" fmla="*/ 86 w 116"/>
                  <a:gd name="T1" fmla="*/ 39 h 74"/>
                  <a:gd name="T2" fmla="*/ 52 w 116"/>
                  <a:gd name="T3" fmla="*/ 0 h 74"/>
                  <a:gd name="T4" fmla="*/ 0 w 116"/>
                  <a:gd name="T5" fmla="*/ 55 h 74"/>
                  <a:gd name="T6" fmla="*/ 0 w 116"/>
                  <a:gd name="T7" fmla="*/ 74 h 74"/>
                  <a:gd name="T8" fmla="*/ 116 w 116"/>
                  <a:gd name="T9" fmla="*/ 74 h 74"/>
                  <a:gd name="T10" fmla="*/ 86 w 116"/>
                  <a:gd name="T11" fmla="*/ 39 h 74"/>
                </a:gdLst>
                <a:ahLst/>
                <a:cxnLst>
                  <a:cxn ang="0">
                    <a:pos x="T0" y="T1"/>
                  </a:cxn>
                  <a:cxn ang="0">
                    <a:pos x="T2" y="T3"/>
                  </a:cxn>
                  <a:cxn ang="0">
                    <a:pos x="T4" y="T5"/>
                  </a:cxn>
                  <a:cxn ang="0">
                    <a:pos x="T6" y="T7"/>
                  </a:cxn>
                  <a:cxn ang="0">
                    <a:pos x="T8" y="T9"/>
                  </a:cxn>
                  <a:cxn ang="0">
                    <a:pos x="T10" y="T11"/>
                  </a:cxn>
                </a:cxnLst>
                <a:rect l="0" t="0" r="r" b="b"/>
                <a:pathLst>
                  <a:path w="116" h="74">
                    <a:moveTo>
                      <a:pt x="86" y="39"/>
                    </a:moveTo>
                    <a:cubicBezTo>
                      <a:pt x="70" y="28"/>
                      <a:pt x="54" y="16"/>
                      <a:pt x="52" y="0"/>
                    </a:cubicBezTo>
                    <a:cubicBezTo>
                      <a:pt x="23" y="14"/>
                      <a:pt x="0" y="29"/>
                      <a:pt x="0" y="55"/>
                    </a:cubicBezTo>
                    <a:cubicBezTo>
                      <a:pt x="0" y="74"/>
                      <a:pt x="0" y="74"/>
                      <a:pt x="0" y="74"/>
                    </a:cubicBezTo>
                    <a:cubicBezTo>
                      <a:pt x="116" y="74"/>
                      <a:pt x="116" y="74"/>
                      <a:pt x="116" y="74"/>
                    </a:cubicBezTo>
                    <a:cubicBezTo>
                      <a:pt x="116" y="61"/>
                      <a:pt x="101" y="50"/>
                      <a:pt x="86"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52" name="Freeform 11">
                <a:extLst>
                  <a:ext uri="{FF2B5EF4-FFF2-40B4-BE49-F238E27FC236}">
                    <a16:creationId xmlns:a16="http://schemas.microsoft.com/office/drawing/2014/main" id="{98DCF8B5-017B-482C-9730-BC98D0B1E9B2}"/>
                  </a:ext>
                </a:extLst>
              </p:cNvPr>
              <p:cNvSpPr>
                <a:spLocks/>
              </p:cNvSpPr>
              <p:nvPr/>
            </p:nvSpPr>
            <p:spPr bwMode="auto">
              <a:xfrm>
                <a:off x="838201" y="3281363"/>
                <a:ext cx="106363" cy="49213"/>
              </a:xfrm>
              <a:custGeom>
                <a:avLst/>
                <a:gdLst>
                  <a:gd name="T0" fmla="*/ 15 w 28"/>
                  <a:gd name="T1" fmla="*/ 0 h 13"/>
                  <a:gd name="T2" fmla="*/ 14 w 28"/>
                  <a:gd name="T3" fmla="*/ 0 h 13"/>
                  <a:gd name="T4" fmla="*/ 13 w 28"/>
                  <a:gd name="T5" fmla="*/ 0 h 13"/>
                  <a:gd name="T6" fmla="*/ 2 w 28"/>
                  <a:gd name="T7" fmla="*/ 2 h 13"/>
                  <a:gd name="T8" fmla="*/ 0 w 28"/>
                  <a:gd name="T9" fmla="*/ 9 h 13"/>
                  <a:gd name="T10" fmla="*/ 4 w 28"/>
                  <a:gd name="T11" fmla="*/ 13 h 13"/>
                  <a:gd name="T12" fmla="*/ 8 w 28"/>
                  <a:gd name="T13" fmla="*/ 9 h 13"/>
                  <a:gd name="T14" fmla="*/ 8 w 28"/>
                  <a:gd name="T15" fmla="*/ 8 h 13"/>
                  <a:gd name="T16" fmla="*/ 12 w 28"/>
                  <a:gd name="T17" fmla="*/ 8 h 13"/>
                  <a:gd name="T18" fmla="*/ 14 w 28"/>
                  <a:gd name="T19" fmla="*/ 8 h 13"/>
                  <a:gd name="T20" fmla="*/ 15 w 28"/>
                  <a:gd name="T21" fmla="*/ 8 h 13"/>
                  <a:gd name="T22" fmla="*/ 20 w 28"/>
                  <a:gd name="T23" fmla="*/ 8 h 13"/>
                  <a:gd name="T24" fmla="*/ 20 w 28"/>
                  <a:gd name="T25" fmla="*/ 9 h 13"/>
                  <a:gd name="T26" fmla="*/ 24 w 28"/>
                  <a:gd name="T27" fmla="*/ 13 h 13"/>
                  <a:gd name="T28" fmla="*/ 28 w 28"/>
                  <a:gd name="T29" fmla="*/ 9 h 13"/>
                  <a:gd name="T30" fmla="*/ 26 w 28"/>
                  <a:gd name="T31" fmla="*/ 2 h 13"/>
                  <a:gd name="T32" fmla="*/ 15 w 28"/>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15" y="0"/>
                    </a:move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2" y="8"/>
                    </a:cubicBezTo>
                    <a:cubicBezTo>
                      <a:pt x="14" y="8"/>
                      <a:pt x="14" y="8"/>
                      <a:pt x="14" y="8"/>
                    </a:cubicBezTo>
                    <a:cubicBezTo>
                      <a:pt x="15" y="8"/>
                      <a:pt x="15" y="8"/>
                      <a:pt x="15" y="8"/>
                    </a:cubicBezTo>
                    <a:cubicBezTo>
                      <a:pt x="17" y="8"/>
                      <a:pt x="19" y="8"/>
                      <a:pt x="20" y="8"/>
                    </a:cubicBezTo>
                    <a:cubicBezTo>
                      <a:pt x="20" y="8"/>
                      <a:pt x="20" y="8"/>
                      <a:pt x="20" y="9"/>
                    </a:cubicBezTo>
                    <a:cubicBezTo>
                      <a:pt x="20" y="11"/>
                      <a:pt x="22" y="13"/>
                      <a:pt x="24" y="13"/>
                    </a:cubicBezTo>
                    <a:cubicBezTo>
                      <a:pt x="26" y="13"/>
                      <a:pt x="28" y="11"/>
                      <a:pt x="28" y="9"/>
                    </a:cubicBezTo>
                    <a:cubicBezTo>
                      <a:pt x="28" y="6"/>
                      <a:pt x="27" y="4"/>
                      <a:pt x="26" y="2"/>
                    </a:cubicBezTo>
                    <a:cubicBezTo>
                      <a:pt x="23" y="0"/>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53" name="Freeform 12">
                <a:extLst>
                  <a:ext uri="{FF2B5EF4-FFF2-40B4-BE49-F238E27FC236}">
                    <a16:creationId xmlns:a16="http://schemas.microsoft.com/office/drawing/2014/main" id="{79A58072-A99C-406D-B69E-078BAAEA95E4}"/>
                  </a:ext>
                </a:extLst>
              </p:cNvPr>
              <p:cNvSpPr>
                <a:spLocks/>
              </p:cNvSpPr>
              <p:nvPr/>
            </p:nvSpPr>
            <p:spPr bwMode="auto">
              <a:xfrm>
                <a:off x="989013" y="3281363"/>
                <a:ext cx="104775" cy="49213"/>
              </a:xfrm>
              <a:custGeom>
                <a:avLst/>
                <a:gdLst>
                  <a:gd name="T0" fmla="*/ 28 w 28"/>
                  <a:gd name="T1" fmla="*/ 9 h 13"/>
                  <a:gd name="T2" fmla="*/ 26 w 28"/>
                  <a:gd name="T3" fmla="*/ 2 h 13"/>
                  <a:gd name="T4" fmla="*/ 15 w 28"/>
                  <a:gd name="T5" fmla="*/ 0 h 13"/>
                  <a:gd name="T6" fmla="*/ 14 w 28"/>
                  <a:gd name="T7" fmla="*/ 0 h 13"/>
                  <a:gd name="T8" fmla="*/ 13 w 28"/>
                  <a:gd name="T9" fmla="*/ 0 h 13"/>
                  <a:gd name="T10" fmla="*/ 2 w 28"/>
                  <a:gd name="T11" fmla="*/ 2 h 13"/>
                  <a:gd name="T12" fmla="*/ 0 w 28"/>
                  <a:gd name="T13" fmla="*/ 9 h 13"/>
                  <a:gd name="T14" fmla="*/ 4 w 28"/>
                  <a:gd name="T15" fmla="*/ 13 h 13"/>
                  <a:gd name="T16" fmla="*/ 8 w 28"/>
                  <a:gd name="T17" fmla="*/ 9 h 13"/>
                  <a:gd name="T18" fmla="*/ 8 w 28"/>
                  <a:gd name="T19" fmla="*/ 8 h 13"/>
                  <a:gd name="T20" fmla="*/ 13 w 28"/>
                  <a:gd name="T21" fmla="*/ 8 h 13"/>
                  <a:gd name="T22" fmla="*/ 14 w 28"/>
                  <a:gd name="T23" fmla="*/ 8 h 13"/>
                  <a:gd name="T24" fmla="*/ 16 w 28"/>
                  <a:gd name="T25" fmla="*/ 8 h 13"/>
                  <a:gd name="T26" fmla="*/ 20 w 28"/>
                  <a:gd name="T27" fmla="*/ 8 h 13"/>
                  <a:gd name="T28" fmla="*/ 20 w 28"/>
                  <a:gd name="T29" fmla="*/ 9 h 13"/>
                  <a:gd name="T30" fmla="*/ 24 w 28"/>
                  <a:gd name="T31" fmla="*/ 13 h 13"/>
                  <a:gd name="T32" fmla="*/ 28 w 28"/>
                  <a:gd name="T3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3">
                    <a:moveTo>
                      <a:pt x="28" y="9"/>
                    </a:moveTo>
                    <a:cubicBezTo>
                      <a:pt x="28" y="6"/>
                      <a:pt x="27" y="4"/>
                      <a:pt x="26" y="2"/>
                    </a:cubicBezTo>
                    <a:cubicBezTo>
                      <a:pt x="23" y="0"/>
                      <a:pt x="19" y="0"/>
                      <a:pt x="15" y="0"/>
                    </a:cubicBezTo>
                    <a:cubicBezTo>
                      <a:pt x="14" y="0"/>
                      <a:pt x="14" y="0"/>
                      <a:pt x="14" y="0"/>
                    </a:cubicBezTo>
                    <a:cubicBezTo>
                      <a:pt x="13" y="0"/>
                      <a:pt x="13" y="0"/>
                      <a:pt x="13" y="0"/>
                    </a:cubicBezTo>
                    <a:cubicBezTo>
                      <a:pt x="9" y="0"/>
                      <a:pt x="5" y="0"/>
                      <a:pt x="2" y="2"/>
                    </a:cubicBezTo>
                    <a:cubicBezTo>
                      <a:pt x="1" y="4"/>
                      <a:pt x="0" y="6"/>
                      <a:pt x="0" y="9"/>
                    </a:cubicBezTo>
                    <a:cubicBezTo>
                      <a:pt x="0" y="11"/>
                      <a:pt x="2" y="13"/>
                      <a:pt x="4" y="13"/>
                    </a:cubicBezTo>
                    <a:cubicBezTo>
                      <a:pt x="6" y="13"/>
                      <a:pt x="8" y="11"/>
                      <a:pt x="8" y="9"/>
                    </a:cubicBezTo>
                    <a:cubicBezTo>
                      <a:pt x="8" y="8"/>
                      <a:pt x="8" y="8"/>
                      <a:pt x="8" y="8"/>
                    </a:cubicBezTo>
                    <a:cubicBezTo>
                      <a:pt x="9" y="8"/>
                      <a:pt x="11" y="8"/>
                      <a:pt x="13" y="8"/>
                    </a:cubicBezTo>
                    <a:cubicBezTo>
                      <a:pt x="14" y="8"/>
                      <a:pt x="14" y="8"/>
                      <a:pt x="14" y="8"/>
                    </a:cubicBezTo>
                    <a:cubicBezTo>
                      <a:pt x="16" y="8"/>
                      <a:pt x="16" y="8"/>
                      <a:pt x="16" y="8"/>
                    </a:cubicBezTo>
                    <a:cubicBezTo>
                      <a:pt x="17" y="8"/>
                      <a:pt x="20" y="8"/>
                      <a:pt x="20" y="8"/>
                    </a:cubicBezTo>
                    <a:cubicBezTo>
                      <a:pt x="20" y="8"/>
                      <a:pt x="20" y="8"/>
                      <a:pt x="20" y="9"/>
                    </a:cubicBezTo>
                    <a:cubicBezTo>
                      <a:pt x="20" y="11"/>
                      <a:pt x="22" y="13"/>
                      <a:pt x="24" y="13"/>
                    </a:cubicBezTo>
                    <a:cubicBezTo>
                      <a:pt x="26" y="13"/>
                      <a:pt x="28" y="11"/>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grpSp>
          <p:nvGrpSpPr>
            <p:cNvPr id="46" name="Group 45">
              <a:extLst>
                <a:ext uri="{FF2B5EF4-FFF2-40B4-BE49-F238E27FC236}">
                  <a16:creationId xmlns:a16="http://schemas.microsoft.com/office/drawing/2014/main" id="{6C68F53C-CB8A-45EF-8A56-66339958EAFF}"/>
                </a:ext>
              </a:extLst>
            </p:cNvPr>
            <p:cNvGrpSpPr/>
            <p:nvPr/>
          </p:nvGrpSpPr>
          <p:grpSpPr>
            <a:xfrm>
              <a:off x="5457583" y="1429832"/>
              <a:ext cx="1890269" cy="682677"/>
              <a:chOff x="4029162" y="1868827"/>
              <a:chExt cx="1647829" cy="572118"/>
            </a:xfrm>
          </p:grpSpPr>
          <p:sp>
            <p:nvSpPr>
              <p:cNvPr id="47" name="TextBox 46">
                <a:extLst>
                  <a:ext uri="{FF2B5EF4-FFF2-40B4-BE49-F238E27FC236}">
                    <a16:creationId xmlns:a16="http://schemas.microsoft.com/office/drawing/2014/main" id="{A02611F1-467A-4E15-9797-DD254BFD1E8D}"/>
                  </a:ext>
                </a:extLst>
              </p:cNvPr>
              <p:cNvSpPr txBox="1"/>
              <p:nvPr/>
            </p:nvSpPr>
            <p:spPr>
              <a:xfrm>
                <a:off x="4039509" y="1868827"/>
                <a:ext cx="1627133" cy="18055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entury Gothic"/>
                    <a:ea typeface="+mn-ea"/>
                    <a:cs typeface="+mn-cs"/>
                  </a:rPr>
                  <a:t>LOREM IPSUM</a:t>
                </a:r>
              </a:p>
            </p:txBody>
          </p:sp>
          <p:sp>
            <p:nvSpPr>
              <p:cNvPr id="48" name="Rectangle 47">
                <a:extLst>
                  <a:ext uri="{FF2B5EF4-FFF2-40B4-BE49-F238E27FC236}">
                    <a16:creationId xmlns:a16="http://schemas.microsoft.com/office/drawing/2014/main" id="{C48EF5D2-C17F-4E4C-80C0-6EE9378D0F15}"/>
                  </a:ext>
                </a:extLst>
              </p:cNvPr>
              <p:cNvSpPr/>
              <p:nvPr>
                <p:custDataLst>
                  <p:tags r:id="rId1"/>
                </p:custDataLst>
              </p:nvPr>
            </p:nvSpPr>
            <p:spPr>
              <a:xfrm>
                <a:off x="4029162" y="2079840"/>
                <a:ext cx="1647829" cy="361105"/>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Lorem ipsum dolor sit </a:t>
                </a:r>
                <a:r>
                  <a:rPr kumimoji="0" lang="en-US" sz="1400" b="0" i="0" u="none" strike="noStrike" kern="1200" cap="none" spc="0" normalizeH="0" baseline="0" noProof="0" err="1">
                    <a:ln>
                      <a:noFill/>
                    </a:ln>
                    <a:solidFill>
                      <a:prstClr val="white"/>
                    </a:solidFill>
                    <a:effectLst/>
                    <a:uLnTx/>
                    <a:uFillTx/>
                    <a:latin typeface="Calibri Light" pitchFamily="34" charset="0"/>
                    <a:ea typeface="+mn-ea"/>
                    <a:cs typeface="+mn-cs"/>
                  </a:rPr>
                  <a:t>amet</a:t>
                </a:r>
                <a:r>
                  <a:rPr kumimoji="0" lang="en-US" sz="1400" b="0" i="0" u="none" strike="noStrike" kern="1200" cap="none" spc="0" normalizeH="0" baseline="0" noProof="0">
                    <a:ln>
                      <a:noFill/>
                    </a:ln>
                    <a:solidFill>
                      <a:prstClr val="white"/>
                    </a:solidFill>
                    <a:effectLst/>
                    <a:uLnTx/>
                    <a:uFillTx/>
                    <a:latin typeface="Calibri Light" pitchFamily="34" charset="0"/>
                    <a:ea typeface="+mn-ea"/>
                    <a:cs typeface="+mn-cs"/>
                  </a:rPr>
                  <a:t>.</a:t>
                </a:r>
              </a:p>
            </p:txBody>
          </p:sp>
        </p:grpSp>
        <p:sp>
          <p:nvSpPr>
            <p:cNvPr id="7" name="Oval 6">
              <a:extLst>
                <a:ext uri="{FF2B5EF4-FFF2-40B4-BE49-F238E27FC236}">
                  <a16:creationId xmlns:a16="http://schemas.microsoft.com/office/drawing/2014/main" id="{ED866698-C20A-48D6-99EC-88B36AD41DAE}"/>
                </a:ext>
              </a:extLst>
            </p:cNvPr>
            <p:cNvSpPr/>
            <p:nvPr/>
          </p:nvSpPr>
          <p:spPr>
            <a:xfrm>
              <a:off x="4755306" y="1418567"/>
              <a:ext cx="714146" cy="71414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nvGrpSpPr>
          <p:cNvPr id="21" name="Group 20">
            <a:extLst>
              <a:ext uri="{FF2B5EF4-FFF2-40B4-BE49-F238E27FC236}">
                <a16:creationId xmlns:a16="http://schemas.microsoft.com/office/drawing/2014/main" id="{1DB3B9B0-4341-4598-9F6C-C61EE156135C}"/>
              </a:ext>
            </a:extLst>
          </p:cNvPr>
          <p:cNvGrpSpPr/>
          <p:nvPr/>
        </p:nvGrpSpPr>
        <p:grpSpPr>
          <a:xfrm>
            <a:off x="197699" y="177800"/>
            <a:ext cx="11796602" cy="615101"/>
            <a:chOff x="197699" y="177800"/>
            <a:chExt cx="11796602" cy="615101"/>
          </a:xfrm>
        </p:grpSpPr>
        <p:sp>
          <p:nvSpPr>
            <p:cNvPr id="14" name="Half Frame 13">
              <a:extLst>
                <a:ext uri="{FF2B5EF4-FFF2-40B4-BE49-F238E27FC236}">
                  <a16:creationId xmlns:a16="http://schemas.microsoft.com/office/drawing/2014/main" id="{F29B2B6A-AB41-45D2-95CD-5A3902C2A1AB}"/>
                </a:ext>
              </a:extLst>
            </p:cNvPr>
            <p:cNvSpPr/>
            <p:nvPr/>
          </p:nvSpPr>
          <p:spPr>
            <a:xfrm>
              <a:off x="197699" y="177800"/>
              <a:ext cx="615101" cy="615101"/>
            </a:xfrm>
            <a:prstGeom prst="halfFrame">
              <a:avLst>
                <a:gd name="adj1" fmla="val 10256"/>
                <a:gd name="adj2" fmla="val 1025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5" name="Half Frame 14">
              <a:extLst>
                <a:ext uri="{FF2B5EF4-FFF2-40B4-BE49-F238E27FC236}">
                  <a16:creationId xmlns:a16="http://schemas.microsoft.com/office/drawing/2014/main" id="{0B479F6D-09AF-4941-8C01-980B453DBED4}"/>
                </a:ext>
              </a:extLst>
            </p:cNvPr>
            <p:cNvSpPr/>
            <p:nvPr/>
          </p:nvSpPr>
          <p:spPr>
            <a:xfrm flipH="1">
              <a:off x="11379200" y="177800"/>
              <a:ext cx="615101" cy="615101"/>
            </a:xfrm>
            <a:prstGeom prst="halfFrame">
              <a:avLst>
                <a:gd name="adj1" fmla="val 10256"/>
                <a:gd name="adj2" fmla="val 1025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grpSp>
      <p:sp>
        <p:nvSpPr>
          <p:cNvPr id="2" name="Date Placeholder 1">
            <a:extLst>
              <a:ext uri="{FF2B5EF4-FFF2-40B4-BE49-F238E27FC236}">
                <a16:creationId xmlns:a16="http://schemas.microsoft.com/office/drawing/2014/main" id="{C24993B1-92CA-4418-A4E7-1CE39667B5D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E042397-7EDB-41F6-8908-FDD8E0EA6B72}" type="datetime1">
              <a:rPr kumimoji="0" lang="en-US" sz="1200" b="0" i="0" u="none" strike="noStrike" kern="1200" cap="none" spc="0" normalizeH="0" baseline="0" noProof="0" smtClean="0">
                <a:ln>
                  <a:noFill/>
                </a:ln>
                <a:solidFill>
                  <a:prstClr val="black">
                    <a:tint val="75000"/>
                  </a:prst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prstClr val="black">
                  <a:tint val="75000"/>
                </a:prstClr>
              </a:solidFill>
              <a:effectLst/>
              <a:uLnTx/>
              <a:uFillTx/>
              <a:latin typeface="Calibri Light"/>
              <a:ea typeface="+mn-ea"/>
              <a:cs typeface="+mn-cs"/>
            </a:endParaRPr>
          </a:p>
        </p:txBody>
      </p:sp>
      <p:sp>
        <p:nvSpPr>
          <p:cNvPr id="3" name="Slide Number Placeholder 2">
            <a:extLst>
              <a:ext uri="{FF2B5EF4-FFF2-40B4-BE49-F238E27FC236}">
                <a16:creationId xmlns:a16="http://schemas.microsoft.com/office/drawing/2014/main" id="{898EDF39-4C88-48E7-B243-DDB03AA8EB7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7419944-944D-4CCD-B088-42500AB2AC95}" type="slidenum">
              <a:rPr kumimoji="0" lang="en-US" sz="1200" b="0" i="0" u="none" strike="noStrike" kern="1200" cap="none" spc="0" normalizeH="0" baseline="0" noProof="0" smtClean="0">
                <a:ln>
                  <a:noFill/>
                </a:ln>
                <a:solidFill>
                  <a:prstClr val="black">
                    <a:tint val="75000"/>
                  </a:prst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tint val="75000"/>
                </a:prstClr>
              </a:solidFill>
              <a:effectLst/>
              <a:uLnTx/>
              <a:uFillTx/>
              <a:latin typeface="Calibri Light"/>
              <a:ea typeface="+mn-ea"/>
              <a:cs typeface="+mn-cs"/>
            </a:endParaRPr>
          </a:p>
        </p:txBody>
      </p:sp>
      <p:sp>
        <p:nvSpPr>
          <p:cNvPr id="9" name="TextBox 8">
            <a:extLst>
              <a:ext uri="{FF2B5EF4-FFF2-40B4-BE49-F238E27FC236}">
                <a16:creationId xmlns:a16="http://schemas.microsoft.com/office/drawing/2014/main" id="{E97EFFDC-D8E5-4D19-9612-FA9E5CC84444}"/>
              </a:ext>
            </a:extLst>
          </p:cNvPr>
          <p:cNvSpPr txBox="1"/>
          <p:nvPr/>
        </p:nvSpPr>
        <p:spPr>
          <a:xfrm>
            <a:off x="812801" y="313492"/>
            <a:ext cx="10566400" cy="67710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entury Gothic"/>
                <a:ea typeface="+mn-ea"/>
                <a:cs typeface="Segoe UI Semibold" panose="020B0702040204020203" pitchFamily="34" charset="0"/>
              </a:rPr>
              <a:t>STRUC</a:t>
            </a:r>
            <a:r>
              <a:rPr kumimoji="0" lang="en-US" sz="4400" b="0" i="0" u="none" strike="noStrike" kern="1200" cap="none" spc="0" normalizeH="0" baseline="0" noProof="0">
                <a:ln>
                  <a:noFill/>
                </a:ln>
                <a:solidFill>
                  <a:prstClr val="black"/>
                </a:solidFill>
                <a:effectLst/>
                <a:uLnTx/>
                <a:uFillTx/>
                <a:latin typeface="Century Gothic"/>
                <a:ea typeface="+mn-ea"/>
                <a:cs typeface="Segoe UI Semibold" panose="020B0702040204020203" pitchFamily="34" charset="0"/>
              </a:rPr>
              <a:t>TURE</a:t>
            </a:r>
          </a:p>
        </p:txBody>
      </p:sp>
      <p:cxnSp>
        <p:nvCxnSpPr>
          <p:cNvPr id="147" name="Straight Connector 146">
            <a:extLst>
              <a:ext uri="{FF2B5EF4-FFF2-40B4-BE49-F238E27FC236}">
                <a16:creationId xmlns:a16="http://schemas.microsoft.com/office/drawing/2014/main" id="{6669EE8B-2541-457C-A7E5-E744B27FE787}"/>
              </a:ext>
            </a:extLst>
          </p:cNvPr>
          <p:cNvCxnSpPr>
            <a:cxnSpLocks/>
            <a:stCxn id="44" idx="3"/>
          </p:cNvCxnSpPr>
          <p:nvPr/>
        </p:nvCxnSpPr>
        <p:spPr>
          <a:xfrm>
            <a:off x="7548656" y="1775640"/>
            <a:ext cx="287305" cy="0"/>
          </a:xfrm>
          <a:prstGeom prst="line">
            <a:avLst/>
          </a:prstGeom>
          <a:ln w="12700">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A1A27EA-62B9-4E7B-8F9D-37BBF3C7581B}"/>
              </a:ext>
            </a:extLst>
          </p:cNvPr>
          <p:cNvCxnSpPr>
            <a:cxnSpLocks/>
            <a:stCxn id="44" idx="2"/>
          </p:cNvCxnSpPr>
          <p:nvPr/>
        </p:nvCxnSpPr>
        <p:spPr>
          <a:xfrm>
            <a:off x="6100842" y="2247498"/>
            <a:ext cx="0" cy="327925"/>
          </a:xfrm>
          <a:prstGeom prst="line">
            <a:avLst/>
          </a:prstGeom>
          <a:ln w="12700">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0A7D40CC-3574-45FA-88FB-3A0BC7B822F6}"/>
              </a:ext>
            </a:extLst>
          </p:cNvPr>
          <p:cNvCxnSpPr>
            <a:cxnSpLocks/>
          </p:cNvCxnSpPr>
          <p:nvPr/>
        </p:nvCxnSpPr>
        <p:spPr>
          <a:xfrm>
            <a:off x="6100841" y="3519139"/>
            <a:ext cx="0" cy="327925"/>
          </a:xfrm>
          <a:prstGeom prst="line">
            <a:avLst/>
          </a:prstGeom>
          <a:ln w="12700">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B761AE3-3F62-48B9-AA0F-D4AB80D37D7B}"/>
              </a:ext>
            </a:extLst>
          </p:cNvPr>
          <p:cNvCxnSpPr>
            <a:cxnSpLocks/>
          </p:cNvCxnSpPr>
          <p:nvPr/>
        </p:nvCxnSpPr>
        <p:spPr>
          <a:xfrm flipH="1">
            <a:off x="4356041" y="3047282"/>
            <a:ext cx="296985" cy="0"/>
          </a:xfrm>
          <a:prstGeom prst="line">
            <a:avLst/>
          </a:prstGeom>
          <a:ln w="12700">
            <a:solidFill>
              <a:schemeClr val="tx1">
                <a:lumMod val="50000"/>
                <a:lumOff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97BD9AA-CFAF-4377-B1C0-4B7071F03721}"/>
              </a:ext>
            </a:extLst>
          </p:cNvPr>
          <p:cNvCxnSpPr>
            <a:cxnSpLocks/>
          </p:cNvCxnSpPr>
          <p:nvPr/>
        </p:nvCxnSpPr>
        <p:spPr>
          <a:xfrm>
            <a:off x="6100841" y="4790780"/>
            <a:ext cx="0" cy="351500"/>
          </a:xfrm>
          <a:prstGeom prst="line">
            <a:avLst/>
          </a:prstGeom>
          <a:ln w="12700">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2" name="Elbow Connector 105">
            <a:extLst>
              <a:ext uri="{FF2B5EF4-FFF2-40B4-BE49-F238E27FC236}">
                <a16:creationId xmlns:a16="http://schemas.microsoft.com/office/drawing/2014/main" id="{F99B1562-0BD9-43DB-B6EE-CF16C917D575}"/>
              </a:ext>
            </a:extLst>
          </p:cNvPr>
          <p:cNvCxnSpPr>
            <a:cxnSpLocks/>
          </p:cNvCxnSpPr>
          <p:nvPr/>
        </p:nvCxnSpPr>
        <p:spPr>
          <a:xfrm rot="5400000" flipH="1" flipV="1">
            <a:off x="6095190" y="1955318"/>
            <a:ext cx="1622" cy="6375549"/>
          </a:xfrm>
          <a:prstGeom prst="bentConnector3">
            <a:avLst>
              <a:gd name="adj1" fmla="val 12392421"/>
            </a:avLst>
          </a:prstGeom>
          <a:ln w="12700">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308712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1253"/>
        <p:cNvGrpSpPr/>
        <p:nvPr/>
      </p:nvGrpSpPr>
      <p:grpSpPr>
        <a:xfrm>
          <a:off x="0" y="0"/>
          <a:ext cx="0" cy="0"/>
          <a:chOff x="0" y="0"/>
          <a:chExt cx="0" cy="0"/>
        </a:xfrm>
      </p:grpSpPr>
      <p:grpSp>
        <p:nvGrpSpPr>
          <p:cNvPr id="1254" name="Google Shape;1254;p39"/>
          <p:cNvGrpSpPr/>
          <p:nvPr/>
        </p:nvGrpSpPr>
        <p:grpSpPr>
          <a:xfrm>
            <a:off x="4492931" y="2233280"/>
            <a:ext cx="3199684" cy="3081693"/>
            <a:chOff x="4728365" y="1354693"/>
            <a:chExt cx="2522349" cy="2429336"/>
          </a:xfrm>
        </p:grpSpPr>
        <p:sp>
          <p:nvSpPr>
            <p:cNvPr id="1255" name="Google Shape;1255;p39"/>
            <p:cNvSpPr/>
            <p:nvPr/>
          </p:nvSpPr>
          <p:spPr>
            <a:xfrm>
              <a:off x="5638583" y="1354693"/>
              <a:ext cx="1612131" cy="1518874"/>
            </a:xfrm>
            <a:custGeom>
              <a:avLst/>
              <a:gdLst/>
              <a:ahLst/>
              <a:cxnLst/>
              <a:rect l="l" t="t" r="r" b="b"/>
              <a:pathLst>
                <a:path w="77117" h="72656" extrusionOk="0">
                  <a:moveTo>
                    <a:pt x="51972" y="0"/>
                  </a:moveTo>
                  <a:cubicBezTo>
                    <a:pt x="46092" y="0"/>
                    <a:pt x="40214" y="2230"/>
                    <a:pt x="35755" y="6689"/>
                  </a:cubicBezTo>
                  <a:lnTo>
                    <a:pt x="8930" y="33513"/>
                  </a:lnTo>
                  <a:cubicBezTo>
                    <a:pt x="0" y="42431"/>
                    <a:pt x="0" y="57040"/>
                    <a:pt x="8930" y="65958"/>
                  </a:cubicBezTo>
                  <a:cubicBezTo>
                    <a:pt x="13389" y="70423"/>
                    <a:pt x="19270" y="72655"/>
                    <a:pt x="25152" y="72655"/>
                  </a:cubicBezTo>
                  <a:cubicBezTo>
                    <a:pt x="31034" y="72655"/>
                    <a:pt x="36916" y="70423"/>
                    <a:pt x="41374" y="65958"/>
                  </a:cubicBezTo>
                  <a:lnTo>
                    <a:pt x="68199" y="39133"/>
                  </a:lnTo>
                  <a:cubicBezTo>
                    <a:pt x="77117" y="30215"/>
                    <a:pt x="77117" y="15618"/>
                    <a:pt x="68199" y="6689"/>
                  </a:cubicBezTo>
                  <a:cubicBezTo>
                    <a:pt x="63734" y="2230"/>
                    <a:pt x="57853" y="0"/>
                    <a:pt x="51972"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 name="Google Shape;1256;p39"/>
            <p:cNvSpPr/>
            <p:nvPr/>
          </p:nvSpPr>
          <p:spPr>
            <a:xfrm>
              <a:off x="5638583" y="2264968"/>
              <a:ext cx="1612131" cy="1519062"/>
            </a:xfrm>
            <a:custGeom>
              <a:avLst/>
              <a:gdLst/>
              <a:ahLst/>
              <a:cxnLst/>
              <a:rect l="l" t="t" r="r" b="b"/>
              <a:pathLst>
                <a:path w="77117" h="72665" extrusionOk="0">
                  <a:moveTo>
                    <a:pt x="25152" y="0"/>
                  </a:moveTo>
                  <a:cubicBezTo>
                    <a:pt x="19270" y="0"/>
                    <a:pt x="13389" y="2233"/>
                    <a:pt x="8930" y="6698"/>
                  </a:cubicBezTo>
                  <a:cubicBezTo>
                    <a:pt x="0" y="15615"/>
                    <a:pt x="0" y="30224"/>
                    <a:pt x="8930" y="39142"/>
                  </a:cubicBezTo>
                  <a:lnTo>
                    <a:pt x="35755" y="65967"/>
                  </a:lnTo>
                  <a:cubicBezTo>
                    <a:pt x="40214" y="70432"/>
                    <a:pt x="46092" y="72664"/>
                    <a:pt x="51972" y="72664"/>
                  </a:cubicBezTo>
                  <a:cubicBezTo>
                    <a:pt x="57853" y="72664"/>
                    <a:pt x="63734" y="70432"/>
                    <a:pt x="68199" y="65967"/>
                  </a:cubicBezTo>
                  <a:cubicBezTo>
                    <a:pt x="77117" y="57049"/>
                    <a:pt x="77117" y="42440"/>
                    <a:pt x="68199" y="33522"/>
                  </a:cubicBezTo>
                  <a:lnTo>
                    <a:pt x="41374" y="6698"/>
                  </a:lnTo>
                  <a:cubicBezTo>
                    <a:pt x="36916" y="2233"/>
                    <a:pt x="31034" y="0"/>
                    <a:pt x="25152"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7" name="Google Shape;1257;p39"/>
            <p:cNvSpPr/>
            <p:nvPr/>
          </p:nvSpPr>
          <p:spPr>
            <a:xfrm>
              <a:off x="4728365" y="2264968"/>
              <a:ext cx="1612131" cy="1519062"/>
            </a:xfrm>
            <a:custGeom>
              <a:avLst/>
              <a:gdLst/>
              <a:ahLst/>
              <a:cxnLst/>
              <a:rect l="l" t="t" r="r" b="b"/>
              <a:pathLst>
                <a:path w="77117" h="72665" extrusionOk="0">
                  <a:moveTo>
                    <a:pt x="51971" y="0"/>
                  </a:moveTo>
                  <a:cubicBezTo>
                    <a:pt x="46089" y="0"/>
                    <a:pt x="40207" y="2233"/>
                    <a:pt x="35743" y="6698"/>
                  </a:cubicBezTo>
                  <a:lnTo>
                    <a:pt x="8930" y="33522"/>
                  </a:lnTo>
                  <a:cubicBezTo>
                    <a:pt x="0" y="42440"/>
                    <a:pt x="0" y="57049"/>
                    <a:pt x="8930" y="65967"/>
                  </a:cubicBezTo>
                  <a:cubicBezTo>
                    <a:pt x="13389" y="70432"/>
                    <a:pt x="19270" y="72664"/>
                    <a:pt x="25152" y="72664"/>
                  </a:cubicBezTo>
                  <a:cubicBezTo>
                    <a:pt x="31034" y="72664"/>
                    <a:pt x="36915" y="70432"/>
                    <a:pt x="41374" y="65967"/>
                  </a:cubicBezTo>
                  <a:lnTo>
                    <a:pt x="68199" y="39142"/>
                  </a:lnTo>
                  <a:cubicBezTo>
                    <a:pt x="77117" y="30224"/>
                    <a:pt x="77117" y="15615"/>
                    <a:pt x="68199" y="6698"/>
                  </a:cubicBezTo>
                  <a:cubicBezTo>
                    <a:pt x="63734" y="2233"/>
                    <a:pt x="57853" y="0"/>
                    <a:pt x="51971"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8" name="Google Shape;1258;p39"/>
            <p:cNvSpPr/>
            <p:nvPr/>
          </p:nvSpPr>
          <p:spPr>
            <a:xfrm>
              <a:off x="4728365" y="1354693"/>
              <a:ext cx="1612131" cy="1518874"/>
            </a:xfrm>
            <a:custGeom>
              <a:avLst/>
              <a:gdLst/>
              <a:ahLst/>
              <a:cxnLst/>
              <a:rect l="l" t="t" r="r" b="b"/>
              <a:pathLst>
                <a:path w="77117" h="72656" extrusionOk="0">
                  <a:moveTo>
                    <a:pt x="25152" y="0"/>
                  </a:moveTo>
                  <a:cubicBezTo>
                    <a:pt x="19270" y="0"/>
                    <a:pt x="13389" y="2230"/>
                    <a:pt x="8930" y="6689"/>
                  </a:cubicBezTo>
                  <a:cubicBezTo>
                    <a:pt x="0" y="15618"/>
                    <a:pt x="0" y="30215"/>
                    <a:pt x="8930" y="39133"/>
                  </a:cubicBezTo>
                  <a:lnTo>
                    <a:pt x="35743" y="65958"/>
                  </a:lnTo>
                  <a:cubicBezTo>
                    <a:pt x="40207" y="70423"/>
                    <a:pt x="46089" y="72655"/>
                    <a:pt x="51971" y="72655"/>
                  </a:cubicBezTo>
                  <a:cubicBezTo>
                    <a:pt x="57853" y="72655"/>
                    <a:pt x="63734" y="70423"/>
                    <a:pt x="68199" y="65958"/>
                  </a:cubicBezTo>
                  <a:cubicBezTo>
                    <a:pt x="77117" y="57040"/>
                    <a:pt x="77117" y="42431"/>
                    <a:pt x="68199" y="33513"/>
                  </a:cubicBezTo>
                  <a:lnTo>
                    <a:pt x="41374" y="6689"/>
                  </a:lnTo>
                  <a:cubicBezTo>
                    <a:pt x="36915" y="2230"/>
                    <a:pt x="31034" y="0"/>
                    <a:pt x="25152"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9" name="Google Shape;1259;p39"/>
          <p:cNvGrpSpPr/>
          <p:nvPr/>
        </p:nvGrpSpPr>
        <p:grpSpPr>
          <a:xfrm>
            <a:off x="3941957" y="1620999"/>
            <a:ext cx="4308897" cy="4312324"/>
            <a:chOff x="4294025" y="872025"/>
            <a:chExt cx="3396755" cy="3399457"/>
          </a:xfrm>
        </p:grpSpPr>
        <p:sp>
          <p:nvSpPr>
            <p:cNvPr id="1260" name="Google Shape;1260;p39"/>
            <p:cNvSpPr/>
            <p:nvPr/>
          </p:nvSpPr>
          <p:spPr>
            <a:xfrm>
              <a:off x="5537027" y="872025"/>
              <a:ext cx="907256" cy="1257958"/>
            </a:xfrm>
            <a:custGeom>
              <a:avLst/>
              <a:gdLst/>
              <a:ahLst/>
              <a:cxnLst/>
              <a:rect l="l" t="t" r="r" b="b"/>
              <a:pathLst>
                <a:path w="43399" h="60175" extrusionOk="0">
                  <a:moveTo>
                    <a:pt x="21706" y="0"/>
                  </a:moveTo>
                  <a:cubicBezTo>
                    <a:pt x="9716" y="0"/>
                    <a:pt x="0" y="9716"/>
                    <a:pt x="0" y="21705"/>
                  </a:cubicBezTo>
                  <a:lnTo>
                    <a:pt x="0" y="60174"/>
                  </a:lnTo>
                  <a:lnTo>
                    <a:pt x="43399" y="60174"/>
                  </a:lnTo>
                  <a:lnTo>
                    <a:pt x="43399" y="21705"/>
                  </a:lnTo>
                  <a:cubicBezTo>
                    <a:pt x="43399" y="9716"/>
                    <a:pt x="33683" y="0"/>
                    <a:pt x="21706"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Day 1</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1" name="Google Shape;1261;p39"/>
            <p:cNvSpPr/>
            <p:nvPr/>
          </p:nvSpPr>
          <p:spPr>
            <a:xfrm>
              <a:off x="5537027" y="3013774"/>
              <a:ext cx="907256" cy="1257708"/>
            </a:xfrm>
            <a:custGeom>
              <a:avLst/>
              <a:gdLst/>
              <a:ahLst/>
              <a:cxnLst/>
              <a:rect l="l" t="t" r="r" b="b"/>
              <a:pathLst>
                <a:path w="43399" h="60163" extrusionOk="0">
                  <a:moveTo>
                    <a:pt x="0" y="0"/>
                  </a:moveTo>
                  <a:lnTo>
                    <a:pt x="0" y="38469"/>
                  </a:lnTo>
                  <a:cubicBezTo>
                    <a:pt x="0" y="50447"/>
                    <a:pt x="9716" y="60162"/>
                    <a:pt x="21706" y="60162"/>
                  </a:cubicBezTo>
                  <a:cubicBezTo>
                    <a:pt x="33683" y="60162"/>
                    <a:pt x="43399" y="50447"/>
                    <a:pt x="43399" y="38469"/>
                  </a:cubicBezTo>
                  <a:lnTo>
                    <a:pt x="4339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Day 3</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 name="Google Shape;1262;p39"/>
            <p:cNvSpPr/>
            <p:nvPr/>
          </p:nvSpPr>
          <p:spPr>
            <a:xfrm>
              <a:off x="6433051" y="2117736"/>
              <a:ext cx="1257728" cy="907277"/>
            </a:xfrm>
            <a:custGeom>
              <a:avLst/>
              <a:gdLst/>
              <a:ahLst/>
              <a:cxnLst/>
              <a:rect l="l" t="t" r="r" b="b"/>
              <a:pathLst>
                <a:path w="60164" h="43400" extrusionOk="0">
                  <a:moveTo>
                    <a:pt x="1" y="1"/>
                  </a:moveTo>
                  <a:lnTo>
                    <a:pt x="1" y="43399"/>
                  </a:lnTo>
                  <a:lnTo>
                    <a:pt x="38470" y="43399"/>
                  </a:lnTo>
                  <a:cubicBezTo>
                    <a:pt x="50448" y="43399"/>
                    <a:pt x="60163" y="33684"/>
                    <a:pt x="60163" y="21706"/>
                  </a:cubicBezTo>
                  <a:cubicBezTo>
                    <a:pt x="60163" y="9716"/>
                    <a:pt x="50448" y="1"/>
                    <a:pt x="38470"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Day 2</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 name="Google Shape;1263;p39"/>
            <p:cNvSpPr/>
            <p:nvPr/>
          </p:nvSpPr>
          <p:spPr>
            <a:xfrm>
              <a:off x="4294025" y="2117736"/>
              <a:ext cx="1257958" cy="907277"/>
            </a:xfrm>
            <a:custGeom>
              <a:avLst/>
              <a:gdLst/>
              <a:ahLst/>
              <a:cxnLst/>
              <a:rect l="l" t="t" r="r" b="b"/>
              <a:pathLst>
                <a:path w="60175" h="43400" extrusionOk="0">
                  <a:moveTo>
                    <a:pt x="21706" y="1"/>
                  </a:moveTo>
                  <a:cubicBezTo>
                    <a:pt x="9716" y="1"/>
                    <a:pt x="1" y="9716"/>
                    <a:pt x="1" y="21706"/>
                  </a:cubicBezTo>
                  <a:cubicBezTo>
                    <a:pt x="1" y="33684"/>
                    <a:pt x="9716" y="43399"/>
                    <a:pt x="21706" y="43399"/>
                  </a:cubicBezTo>
                  <a:lnTo>
                    <a:pt x="60175" y="43399"/>
                  </a:lnTo>
                  <a:lnTo>
                    <a:pt x="60175"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Day 4</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4" name="Google Shape;1264;p39"/>
          <p:cNvGrpSpPr/>
          <p:nvPr/>
        </p:nvGrpSpPr>
        <p:grpSpPr>
          <a:xfrm>
            <a:off x="5286683" y="2969481"/>
            <a:ext cx="1615015" cy="1614723"/>
            <a:chOff x="5354089" y="1935050"/>
            <a:chExt cx="1273135" cy="1272905"/>
          </a:xfrm>
        </p:grpSpPr>
        <p:sp>
          <p:nvSpPr>
            <p:cNvPr id="1265" name="Google Shape;1265;p39"/>
            <p:cNvSpPr/>
            <p:nvPr/>
          </p:nvSpPr>
          <p:spPr>
            <a:xfrm>
              <a:off x="5354089" y="1935050"/>
              <a:ext cx="1273135" cy="1272905"/>
            </a:xfrm>
            <a:custGeom>
              <a:avLst/>
              <a:gdLst/>
              <a:ahLst/>
              <a:cxnLst/>
              <a:rect l="l" t="t" r="r" b="b"/>
              <a:pathLst>
                <a:path w="60901" h="60890" extrusionOk="0">
                  <a:moveTo>
                    <a:pt x="30457" y="1"/>
                  </a:moveTo>
                  <a:cubicBezTo>
                    <a:pt x="21908" y="1"/>
                    <a:pt x="14193" y="3525"/>
                    <a:pt x="8656" y="9192"/>
                  </a:cubicBezTo>
                  <a:cubicBezTo>
                    <a:pt x="3310" y="14681"/>
                    <a:pt x="0" y="22170"/>
                    <a:pt x="0" y="30445"/>
                  </a:cubicBezTo>
                  <a:cubicBezTo>
                    <a:pt x="0" y="39125"/>
                    <a:pt x="3644" y="46959"/>
                    <a:pt x="9478" y="52495"/>
                  </a:cubicBezTo>
                  <a:cubicBezTo>
                    <a:pt x="14943" y="57698"/>
                    <a:pt x="22325" y="60889"/>
                    <a:pt x="30457" y="60889"/>
                  </a:cubicBezTo>
                  <a:cubicBezTo>
                    <a:pt x="38719" y="60889"/>
                    <a:pt x="46220" y="57591"/>
                    <a:pt x="51709" y="52233"/>
                  </a:cubicBezTo>
                  <a:cubicBezTo>
                    <a:pt x="57377" y="46709"/>
                    <a:pt x="60901" y="38982"/>
                    <a:pt x="60901" y="30445"/>
                  </a:cubicBezTo>
                  <a:cubicBezTo>
                    <a:pt x="60901" y="22313"/>
                    <a:pt x="57710" y="14931"/>
                    <a:pt x="52507" y="9466"/>
                  </a:cubicBezTo>
                  <a:cubicBezTo>
                    <a:pt x="46959" y="3632"/>
                    <a:pt x="39136" y="1"/>
                    <a:pt x="3045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 name="Google Shape;1266;p39"/>
            <p:cNvSpPr/>
            <p:nvPr/>
          </p:nvSpPr>
          <p:spPr>
            <a:xfrm>
              <a:off x="5682128" y="2705137"/>
              <a:ext cx="613060" cy="401000"/>
            </a:xfrm>
            <a:custGeom>
              <a:avLst/>
              <a:gdLst/>
              <a:ahLst/>
              <a:cxnLst/>
              <a:rect l="l" t="t" r="r" b="b"/>
              <a:pathLst>
                <a:path w="29326" h="19182" extrusionOk="0">
                  <a:moveTo>
                    <a:pt x="14765" y="1"/>
                  </a:moveTo>
                  <a:lnTo>
                    <a:pt x="1" y="14776"/>
                  </a:lnTo>
                  <a:cubicBezTo>
                    <a:pt x="4263" y="17634"/>
                    <a:pt x="9276" y="19182"/>
                    <a:pt x="14503" y="19182"/>
                  </a:cubicBezTo>
                  <a:cubicBezTo>
                    <a:pt x="19860" y="19182"/>
                    <a:pt x="24992" y="17562"/>
                    <a:pt x="29326" y="14562"/>
                  </a:cubicBezTo>
                  <a:lnTo>
                    <a:pt x="14765"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7" name="Google Shape;1267;p39"/>
            <p:cNvSpPr/>
            <p:nvPr/>
          </p:nvSpPr>
          <p:spPr>
            <a:xfrm>
              <a:off x="5661976" y="2036856"/>
              <a:ext cx="652884" cy="434845"/>
            </a:xfrm>
            <a:custGeom>
              <a:avLst/>
              <a:gdLst/>
              <a:ahLst/>
              <a:cxnLst/>
              <a:rect l="l" t="t" r="r" b="b"/>
              <a:pathLst>
                <a:path w="31231" h="20801" extrusionOk="0">
                  <a:moveTo>
                    <a:pt x="15467" y="0"/>
                  </a:moveTo>
                  <a:cubicBezTo>
                    <a:pt x="9811" y="0"/>
                    <a:pt x="4453" y="1774"/>
                    <a:pt x="0" y="5072"/>
                  </a:cubicBezTo>
                  <a:lnTo>
                    <a:pt x="15729" y="20801"/>
                  </a:lnTo>
                  <a:lnTo>
                    <a:pt x="31230" y="5299"/>
                  </a:lnTo>
                  <a:cubicBezTo>
                    <a:pt x="26718" y="1858"/>
                    <a:pt x="21253" y="0"/>
                    <a:pt x="15467"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8" name="Google Shape;1268;p39"/>
            <p:cNvSpPr/>
            <p:nvPr/>
          </p:nvSpPr>
          <p:spPr>
            <a:xfrm>
              <a:off x="5456126" y="2247429"/>
              <a:ext cx="423410" cy="639693"/>
            </a:xfrm>
            <a:custGeom>
              <a:avLst/>
              <a:gdLst/>
              <a:ahLst/>
              <a:cxnLst/>
              <a:rect l="l" t="t" r="r" b="b"/>
              <a:pathLst>
                <a:path w="20254" h="30600" extrusionOk="0">
                  <a:moveTo>
                    <a:pt x="4621" y="0"/>
                  </a:moveTo>
                  <a:cubicBezTo>
                    <a:pt x="1620" y="4334"/>
                    <a:pt x="1" y="9466"/>
                    <a:pt x="1" y="14823"/>
                  </a:cubicBezTo>
                  <a:cubicBezTo>
                    <a:pt x="1" y="20622"/>
                    <a:pt x="1858" y="26087"/>
                    <a:pt x="5299" y="30599"/>
                  </a:cubicBezTo>
                  <a:lnTo>
                    <a:pt x="20253" y="15645"/>
                  </a:lnTo>
                  <a:lnTo>
                    <a:pt x="4621"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9" name="Google Shape;1269;p39"/>
            <p:cNvSpPr/>
            <p:nvPr/>
          </p:nvSpPr>
          <p:spPr>
            <a:xfrm>
              <a:off x="6113228" y="2254139"/>
              <a:ext cx="411954" cy="626502"/>
            </a:xfrm>
            <a:custGeom>
              <a:avLst/>
              <a:gdLst/>
              <a:ahLst/>
              <a:cxnLst/>
              <a:rect l="l" t="t" r="r" b="b"/>
              <a:pathLst>
                <a:path w="19706" h="29969" extrusionOk="0">
                  <a:moveTo>
                    <a:pt x="15312" y="1"/>
                  </a:moveTo>
                  <a:lnTo>
                    <a:pt x="0" y="15324"/>
                  </a:lnTo>
                  <a:lnTo>
                    <a:pt x="14645" y="29969"/>
                  </a:lnTo>
                  <a:cubicBezTo>
                    <a:pt x="17931" y="25516"/>
                    <a:pt x="19705" y="20158"/>
                    <a:pt x="19705" y="14502"/>
                  </a:cubicBezTo>
                  <a:cubicBezTo>
                    <a:pt x="19705" y="9287"/>
                    <a:pt x="18169" y="4275"/>
                    <a:pt x="15312"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0" name="Google Shape;1270;p39"/>
          <p:cNvGrpSpPr/>
          <p:nvPr/>
        </p:nvGrpSpPr>
        <p:grpSpPr>
          <a:xfrm>
            <a:off x="6883891" y="4569673"/>
            <a:ext cx="446144" cy="417616"/>
            <a:chOff x="6577238" y="2457221"/>
            <a:chExt cx="332019" cy="310788"/>
          </a:xfrm>
        </p:grpSpPr>
        <p:sp>
          <p:nvSpPr>
            <p:cNvPr id="1271" name="Google Shape;1271;p3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2" name="Google Shape;1272;p3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 name="Google Shape;1273;p3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 name="Google Shape;1274;p3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 name="Google Shape;1275;p3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6" name="Google Shape;1276;p3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7" name="Google Shape;1277;p39"/>
          <p:cNvGrpSpPr/>
          <p:nvPr/>
        </p:nvGrpSpPr>
        <p:grpSpPr>
          <a:xfrm>
            <a:off x="6939165" y="2535931"/>
            <a:ext cx="335624" cy="488916"/>
            <a:chOff x="6155459" y="1969108"/>
            <a:chExt cx="249770" cy="363849"/>
          </a:xfrm>
        </p:grpSpPr>
        <p:sp>
          <p:nvSpPr>
            <p:cNvPr id="1278" name="Google Shape;1278;p3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 name="Google Shape;1279;p3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 name="Google Shape;1280;p3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 name="Google Shape;1281;p3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 name="Google Shape;1282;p3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3" name="Google Shape;1283;p3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 name="Google Shape;1284;p3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 name="Google Shape;1285;p3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 name="Google Shape;1286;p3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7" name="Google Shape;1287;p39"/>
          <p:cNvGrpSpPr/>
          <p:nvPr/>
        </p:nvGrpSpPr>
        <p:grpSpPr>
          <a:xfrm>
            <a:off x="4942157" y="4534047"/>
            <a:ext cx="335153" cy="488916"/>
            <a:chOff x="6633705" y="1969108"/>
            <a:chExt cx="249420" cy="363849"/>
          </a:xfrm>
        </p:grpSpPr>
        <p:sp>
          <p:nvSpPr>
            <p:cNvPr id="1288" name="Google Shape;1288;p3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 name="Google Shape;1289;p3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0" name="Google Shape;1290;p3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1" name="Google Shape;1291;p3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2" name="Google Shape;1292;p3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3" name="Google Shape;1293;p3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4" name="Google Shape;1294;p3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5" name="Google Shape;1295;p3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96" name="Google Shape;1296;p39"/>
          <p:cNvGrpSpPr/>
          <p:nvPr/>
        </p:nvGrpSpPr>
        <p:grpSpPr>
          <a:xfrm>
            <a:off x="4871777" y="2542039"/>
            <a:ext cx="476169" cy="476683"/>
            <a:chOff x="3235438" y="1970604"/>
            <a:chExt cx="354363" cy="354745"/>
          </a:xfrm>
        </p:grpSpPr>
        <p:sp>
          <p:nvSpPr>
            <p:cNvPr id="1297" name="Google Shape;1297;p3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 name="Google Shape;1298;p3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 name="Google Shape;1299;p3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 name="Google Shape;1300;p3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1" name="Google Shape;1301;p3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 name="Google Shape;1302;p3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 name="Google Shape;1303;p3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 name="Google Shape;1304;p3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 name="Google Shape;1305;p3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 name="Google Shape;1306;p3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7" name="Google Shape;1307;p3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8" name="Google Shape;1308;p3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9" name="Google Shape;1309;p3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10" name="Google Shape;1310;p39"/>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311" name="Google Shape;1311;p39"/>
          <p:cNvGrpSpPr/>
          <p:nvPr/>
        </p:nvGrpSpPr>
        <p:grpSpPr>
          <a:xfrm>
            <a:off x="8224951" y="4139310"/>
            <a:ext cx="3020000" cy="1175657"/>
            <a:chOff x="6421788" y="2310281"/>
            <a:chExt cx="2265000" cy="881743"/>
          </a:xfrm>
        </p:grpSpPr>
        <p:sp>
          <p:nvSpPr>
            <p:cNvPr id="1312" name="Google Shape;1312;p39"/>
            <p:cNvSpPr txBox="1"/>
            <p:nvPr/>
          </p:nvSpPr>
          <p:spPr>
            <a:xfrm>
              <a:off x="6421788" y="2310281"/>
              <a:ext cx="2265000" cy="429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sp>
          <p:nvSpPr>
            <p:cNvPr id="1313" name="Google Shape;1313;p39"/>
            <p:cNvSpPr txBox="1"/>
            <p:nvPr/>
          </p:nvSpPr>
          <p:spPr>
            <a:xfrm>
              <a:off x="6421788" y="2657124"/>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14" name="Google Shape;1314;p39"/>
          <p:cNvGrpSpPr/>
          <p:nvPr/>
        </p:nvGrpSpPr>
        <p:grpSpPr>
          <a:xfrm>
            <a:off x="8224951" y="2233269"/>
            <a:ext cx="3020000" cy="1175651"/>
            <a:chOff x="6421788" y="1043938"/>
            <a:chExt cx="2265000" cy="881738"/>
          </a:xfrm>
        </p:grpSpPr>
        <p:sp>
          <p:nvSpPr>
            <p:cNvPr id="1315" name="Google Shape;1315;p39"/>
            <p:cNvSpPr txBox="1"/>
            <p:nvPr/>
          </p:nvSpPr>
          <p:spPr>
            <a:xfrm>
              <a:off x="6421788" y="1390775"/>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closest planet to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316" name="Google Shape;1316;p39"/>
            <p:cNvSpPr txBox="1"/>
            <p:nvPr/>
          </p:nvSpPr>
          <p:spPr>
            <a:xfrm>
              <a:off x="6421788" y="1043938"/>
              <a:ext cx="2265000" cy="429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317" name="Google Shape;1317;p39"/>
          <p:cNvGrpSpPr/>
          <p:nvPr/>
        </p:nvGrpSpPr>
        <p:grpSpPr>
          <a:xfrm>
            <a:off x="947017" y="4139315"/>
            <a:ext cx="3020000" cy="1175648"/>
            <a:chOff x="457188" y="2943441"/>
            <a:chExt cx="2265000" cy="881736"/>
          </a:xfrm>
        </p:grpSpPr>
        <p:sp>
          <p:nvSpPr>
            <p:cNvPr id="1318" name="Google Shape;1318;p39"/>
            <p:cNvSpPr txBox="1"/>
            <p:nvPr/>
          </p:nvSpPr>
          <p:spPr>
            <a:xfrm>
              <a:off x="457188" y="2943441"/>
              <a:ext cx="2265000" cy="429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Earth</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sp>
          <p:nvSpPr>
            <p:cNvPr id="1319" name="Google Shape;1319;p39"/>
            <p:cNvSpPr txBox="1"/>
            <p:nvPr/>
          </p:nvSpPr>
          <p:spPr>
            <a:xfrm>
              <a:off x="457188" y="3290276"/>
              <a:ext cx="22650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20" name="Google Shape;1320;p39"/>
          <p:cNvGrpSpPr/>
          <p:nvPr/>
        </p:nvGrpSpPr>
        <p:grpSpPr>
          <a:xfrm>
            <a:off x="947017" y="2233269"/>
            <a:ext cx="3020000" cy="1175651"/>
            <a:chOff x="457188" y="1677367"/>
            <a:chExt cx="2265000" cy="881738"/>
          </a:xfrm>
        </p:grpSpPr>
        <p:sp>
          <p:nvSpPr>
            <p:cNvPr id="1321" name="Google Shape;1321;p39"/>
            <p:cNvSpPr txBox="1"/>
            <p:nvPr/>
          </p:nvSpPr>
          <p:spPr>
            <a:xfrm>
              <a:off x="457188" y="1677367"/>
              <a:ext cx="2264700" cy="429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sp>
          <p:nvSpPr>
            <p:cNvPr id="1322" name="Google Shape;1322;p39"/>
            <p:cNvSpPr txBox="1"/>
            <p:nvPr/>
          </p:nvSpPr>
          <p:spPr>
            <a:xfrm>
              <a:off x="457188" y="2024205"/>
              <a:ext cx="22650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a gas giant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Tree>
    <p:extLst>
      <p:ext uri="{BB962C8B-B14F-4D97-AF65-F5344CB8AC3E}">
        <p14:creationId xmlns:p14="http://schemas.microsoft.com/office/powerpoint/2010/main" val="39175880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1390"/>
        <p:cNvGrpSpPr/>
        <p:nvPr/>
      </p:nvGrpSpPr>
      <p:grpSpPr>
        <a:xfrm>
          <a:off x="0" y="0"/>
          <a:ext cx="0" cy="0"/>
          <a:chOff x="0" y="0"/>
          <a:chExt cx="0" cy="0"/>
        </a:xfrm>
      </p:grpSpPr>
      <p:sp>
        <p:nvSpPr>
          <p:cNvPr id="1391" name="Google Shape;1391;p42"/>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392" name="Google Shape;1392;p42"/>
          <p:cNvGrpSpPr/>
          <p:nvPr/>
        </p:nvGrpSpPr>
        <p:grpSpPr>
          <a:xfrm>
            <a:off x="6143417" y="2735333"/>
            <a:ext cx="2104667" cy="2075267"/>
            <a:chOff x="4607563" y="2051500"/>
            <a:chExt cx="1578500" cy="1556450"/>
          </a:xfrm>
        </p:grpSpPr>
        <p:grpSp>
          <p:nvGrpSpPr>
            <p:cNvPr id="1393" name="Google Shape;1393;p42"/>
            <p:cNvGrpSpPr/>
            <p:nvPr/>
          </p:nvGrpSpPr>
          <p:grpSpPr>
            <a:xfrm>
              <a:off x="4607563" y="2051500"/>
              <a:ext cx="1578500" cy="1556450"/>
              <a:chOff x="4607550" y="1975300"/>
              <a:chExt cx="1578500" cy="1556450"/>
            </a:xfrm>
          </p:grpSpPr>
          <p:sp>
            <p:nvSpPr>
              <p:cNvPr id="1394" name="Google Shape;1394;p42"/>
              <p:cNvSpPr/>
              <p:nvPr/>
            </p:nvSpPr>
            <p:spPr>
              <a:xfrm>
                <a:off x="5585350" y="2941925"/>
                <a:ext cx="448600" cy="448600"/>
              </a:xfrm>
              <a:custGeom>
                <a:avLst/>
                <a:gdLst/>
                <a:ahLst/>
                <a:cxnLst/>
                <a:rect l="l" t="t" r="r" b="b"/>
                <a:pathLst>
                  <a:path w="17944" h="17944" extrusionOk="0">
                    <a:moveTo>
                      <a:pt x="8966" y="1"/>
                    </a:moveTo>
                    <a:cubicBezTo>
                      <a:pt x="4013" y="1"/>
                      <a:pt x="0" y="4013"/>
                      <a:pt x="0" y="8966"/>
                    </a:cubicBezTo>
                    <a:cubicBezTo>
                      <a:pt x="0" y="13931"/>
                      <a:pt x="4013" y="17943"/>
                      <a:pt x="8966" y="17943"/>
                    </a:cubicBezTo>
                    <a:cubicBezTo>
                      <a:pt x="13931" y="17943"/>
                      <a:pt x="17943" y="13931"/>
                      <a:pt x="17943" y="8966"/>
                    </a:cubicBezTo>
                    <a:cubicBezTo>
                      <a:pt x="17943" y="4013"/>
                      <a:pt x="13931" y="1"/>
                      <a:pt x="8966"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 name="Google Shape;1395;p42"/>
              <p:cNvSpPr/>
              <p:nvPr/>
            </p:nvSpPr>
            <p:spPr>
              <a:xfrm>
                <a:off x="4607550" y="1975300"/>
                <a:ext cx="1578500" cy="1556450"/>
              </a:xfrm>
              <a:custGeom>
                <a:avLst/>
                <a:gdLst/>
                <a:ahLst/>
                <a:cxnLst/>
                <a:rect l="l" t="t" r="r" b="b"/>
                <a:pathLst>
                  <a:path w="63140" h="62258" extrusionOk="0">
                    <a:moveTo>
                      <a:pt x="31570" y="0"/>
                    </a:moveTo>
                    <a:cubicBezTo>
                      <a:pt x="30400" y="0"/>
                      <a:pt x="29230" y="447"/>
                      <a:pt x="28337" y="1340"/>
                    </a:cubicBezTo>
                    <a:lnTo>
                      <a:pt x="1786" y="27902"/>
                    </a:lnTo>
                    <a:cubicBezTo>
                      <a:pt x="0" y="29676"/>
                      <a:pt x="0" y="32570"/>
                      <a:pt x="1786" y="34355"/>
                    </a:cubicBezTo>
                    <a:lnTo>
                      <a:pt x="8728" y="41297"/>
                    </a:lnTo>
                    <a:cubicBezTo>
                      <a:pt x="5311" y="44809"/>
                      <a:pt x="5334" y="50417"/>
                      <a:pt x="8799" y="53894"/>
                    </a:cubicBezTo>
                    <a:cubicBezTo>
                      <a:pt x="10551" y="55645"/>
                      <a:pt x="12847" y="56521"/>
                      <a:pt x="15143" y="56521"/>
                    </a:cubicBezTo>
                    <a:cubicBezTo>
                      <a:pt x="17404" y="56521"/>
                      <a:pt x="19665" y="55672"/>
                      <a:pt x="21408" y="53977"/>
                    </a:cubicBezTo>
                    <a:lnTo>
                      <a:pt x="28337" y="60918"/>
                    </a:lnTo>
                    <a:cubicBezTo>
                      <a:pt x="29230" y="61811"/>
                      <a:pt x="30400" y="62258"/>
                      <a:pt x="31570" y="62258"/>
                    </a:cubicBezTo>
                    <a:cubicBezTo>
                      <a:pt x="32740" y="62258"/>
                      <a:pt x="33909" y="61811"/>
                      <a:pt x="34802" y="60918"/>
                    </a:cubicBezTo>
                    <a:lnTo>
                      <a:pt x="61365" y="34355"/>
                    </a:lnTo>
                    <a:cubicBezTo>
                      <a:pt x="63139" y="32570"/>
                      <a:pt x="63139" y="29676"/>
                      <a:pt x="61365" y="27902"/>
                    </a:cubicBezTo>
                    <a:lnTo>
                      <a:pt x="54424" y="20961"/>
                    </a:lnTo>
                    <a:cubicBezTo>
                      <a:pt x="54436" y="20961"/>
                      <a:pt x="54436" y="20949"/>
                      <a:pt x="54448" y="20949"/>
                    </a:cubicBezTo>
                    <a:cubicBezTo>
                      <a:pt x="57948" y="17437"/>
                      <a:pt x="57948" y="11757"/>
                      <a:pt x="54448" y="8257"/>
                    </a:cubicBezTo>
                    <a:cubicBezTo>
                      <a:pt x="52698" y="6507"/>
                      <a:pt x="50400" y="5632"/>
                      <a:pt x="48102" y="5632"/>
                    </a:cubicBezTo>
                    <a:cubicBezTo>
                      <a:pt x="45804" y="5632"/>
                      <a:pt x="43506" y="6507"/>
                      <a:pt x="41756" y="8257"/>
                    </a:cubicBezTo>
                    <a:cubicBezTo>
                      <a:pt x="41744" y="8257"/>
                      <a:pt x="41744" y="8269"/>
                      <a:pt x="41732" y="8281"/>
                    </a:cubicBezTo>
                    <a:lnTo>
                      <a:pt x="34802" y="1340"/>
                    </a:lnTo>
                    <a:cubicBezTo>
                      <a:pt x="33909" y="447"/>
                      <a:pt x="32740" y="0"/>
                      <a:pt x="31570"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96" name="Google Shape;1396;p42"/>
            <p:cNvSpPr/>
            <p:nvPr/>
          </p:nvSpPr>
          <p:spPr>
            <a:xfrm>
              <a:off x="5609463" y="3042225"/>
              <a:ext cx="400375" cy="400375"/>
            </a:xfrm>
            <a:custGeom>
              <a:avLst/>
              <a:gdLst/>
              <a:ahLst/>
              <a:cxnLst/>
              <a:rect l="l" t="t" r="r" b="b"/>
              <a:pathLst>
                <a:path w="16015" h="16015" extrusionOk="0">
                  <a:moveTo>
                    <a:pt x="8002" y="1"/>
                  </a:moveTo>
                  <a:cubicBezTo>
                    <a:pt x="3585" y="1"/>
                    <a:pt x="1" y="3585"/>
                    <a:pt x="1" y="8002"/>
                  </a:cubicBezTo>
                  <a:cubicBezTo>
                    <a:pt x="1" y="12431"/>
                    <a:pt x="3585" y="16015"/>
                    <a:pt x="8002" y="16015"/>
                  </a:cubicBezTo>
                  <a:cubicBezTo>
                    <a:pt x="12431" y="16015"/>
                    <a:pt x="16015" y="12431"/>
                    <a:pt x="16015" y="8002"/>
                  </a:cubicBezTo>
                  <a:cubicBezTo>
                    <a:pt x="16015" y="3585"/>
                    <a:pt x="12431" y="1"/>
                    <a:pt x="800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 name="Google Shape;1397;p42"/>
            <p:cNvSpPr txBox="1"/>
            <p:nvPr/>
          </p:nvSpPr>
          <p:spPr>
            <a:xfrm>
              <a:off x="4699013" y="2640788"/>
              <a:ext cx="1395600" cy="308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Option 2</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398" name="Google Shape;1398;p42"/>
          <p:cNvGrpSpPr/>
          <p:nvPr/>
        </p:nvGrpSpPr>
        <p:grpSpPr>
          <a:xfrm>
            <a:off x="5044851" y="1636767"/>
            <a:ext cx="2104667" cy="2075000"/>
            <a:chOff x="3783638" y="1227575"/>
            <a:chExt cx="1578500" cy="1556250"/>
          </a:xfrm>
        </p:grpSpPr>
        <p:grpSp>
          <p:nvGrpSpPr>
            <p:cNvPr id="1399" name="Google Shape;1399;p42"/>
            <p:cNvGrpSpPr/>
            <p:nvPr/>
          </p:nvGrpSpPr>
          <p:grpSpPr>
            <a:xfrm>
              <a:off x="3783638" y="1227575"/>
              <a:ext cx="1578500" cy="1556250"/>
              <a:chOff x="3783625" y="1151375"/>
              <a:chExt cx="1578500" cy="1556250"/>
            </a:xfrm>
          </p:grpSpPr>
          <p:sp>
            <p:nvSpPr>
              <p:cNvPr id="1400" name="Google Shape;1400;p42"/>
              <p:cNvSpPr/>
              <p:nvPr/>
            </p:nvSpPr>
            <p:spPr>
              <a:xfrm>
                <a:off x="4761725" y="1292025"/>
                <a:ext cx="448900" cy="448575"/>
              </a:xfrm>
              <a:custGeom>
                <a:avLst/>
                <a:gdLst/>
                <a:ahLst/>
                <a:cxnLst/>
                <a:rect l="l" t="t" r="r" b="b"/>
                <a:pathLst>
                  <a:path w="17956" h="17943" extrusionOk="0">
                    <a:moveTo>
                      <a:pt x="8978" y="0"/>
                    </a:moveTo>
                    <a:cubicBezTo>
                      <a:pt x="4025" y="0"/>
                      <a:pt x="1" y="4013"/>
                      <a:pt x="1" y="8978"/>
                    </a:cubicBezTo>
                    <a:cubicBezTo>
                      <a:pt x="1" y="13931"/>
                      <a:pt x="4025" y="17943"/>
                      <a:pt x="8978" y="17943"/>
                    </a:cubicBezTo>
                    <a:cubicBezTo>
                      <a:pt x="13931" y="17943"/>
                      <a:pt x="17956" y="13931"/>
                      <a:pt x="17956" y="8978"/>
                    </a:cubicBezTo>
                    <a:cubicBezTo>
                      <a:pt x="17956" y="4013"/>
                      <a:pt x="13931" y="0"/>
                      <a:pt x="8978"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 name="Google Shape;1401;p42"/>
              <p:cNvSpPr/>
              <p:nvPr/>
            </p:nvSpPr>
            <p:spPr>
              <a:xfrm>
                <a:off x="3783625" y="1151375"/>
                <a:ext cx="1578500" cy="1556250"/>
              </a:xfrm>
              <a:custGeom>
                <a:avLst/>
                <a:gdLst/>
                <a:ahLst/>
                <a:cxnLst/>
                <a:rect l="l" t="t" r="r" b="b"/>
                <a:pathLst>
                  <a:path w="63140" h="62250" extrusionOk="0">
                    <a:moveTo>
                      <a:pt x="31570" y="1"/>
                    </a:moveTo>
                    <a:cubicBezTo>
                      <a:pt x="30401" y="1"/>
                      <a:pt x="29231" y="447"/>
                      <a:pt x="28338" y="1340"/>
                    </a:cubicBezTo>
                    <a:lnTo>
                      <a:pt x="21408" y="8270"/>
                    </a:lnTo>
                    <a:cubicBezTo>
                      <a:pt x="19658" y="6519"/>
                      <a:pt x="17363" y="5644"/>
                      <a:pt x="15067" y="5644"/>
                    </a:cubicBezTo>
                    <a:cubicBezTo>
                      <a:pt x="12770" y="5644"/>
                      <a:pt x="10473" y="6519"/>
                      <a:pt x="8716" y="8270"/>
                    </a:cubicBezTo>
                    <a:cubicBezTo>
                      <a:pt x="5216" y="11782"/>
                      <a:pt x="5216" y="17461"/>
                      <a:pt x="8716" y="20962"/>
                    </a:cubicBezTo>
                    <a:lnTo>
                      <a:pt x="1787" y="27903"/>
                    </a:lnTo>
                    <a:cubicBezTo>
                      <a:pt x="1" y="29677"/>
                      <a:pt x="1" y="32570"/>
                      <a:pt x="1787" y="34356"/>
                    </a:cubicBezTo>
                    <a:lnTo>
                      <a:pt x="28338" y="60919"/>
                    </a:lnTo>
                    <a:cubicBezTo>
                      <a:pt x="29231" y="61806"/>
                      <a:pt x="30401" y="62249"/>
                      <a:pt x="31570" y="62249"/>
                    </a:cubicBezTo>
                    <a:cubicBezTo>
                      <a:pt x="32740" y="62249"/>
                      <a:pt x="33910" y="61806"/>
                      <a:pt x="34803" y="60919"/>
                    </a:cubicBezTo>
                    <a:lnTo>
                      <a:pt x="41732" y="53977"/>
                    </a:lnTo>
                    <a:cubicBezTo>
                      <a:pt x="43489" y="55734"/>
                      <a:pt x="45786" y="56612"/>
                      <a:pt x="48083" y="56612"/>
                    </a:cubicBezTo>
                    <a:cubicBezTo>
                      <a:pt x="50379" y="56612"/>
                      <a:pt x="52674" y="55734"/>
                      <a:pt x="54424" y="53977"/>
                    </a:cubicBezTo>
                    <a:cubicBezTo>
                      <a:pt x="57937" y="50477"/>
                      <a:pt x="57937" y="44798"/>
                      <a:pt x="54424" y="41285"/>
                    </a:cubicBezTo>
                    <a:lnTo>
                      <a:pt x="61354" y="34356"/>
                    </a:lnTo>
                    <a:cubicBezTo>
                      <a:pt x="63140" y="32570"/>
                      <a:pt x="63140" y="29677"/>
                      <a:pt x="61354" y="27903"/>
                    </a:cubicBezTo>
                    <a:lnTo>
                      <a:pt x="34803" y="1340"/>
                    </a:lnTo>
                    <a:cubicBezTo>
                      <a:pt x="33910" y="447"/>
                      <a:pt x="32740" y="1"/>
                      <a:pt x="31570"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402" name="Google Shape;1402;p42"/>
            <p:cNvSpPr/>
            <p:nvPr/>
          </p:nvSpPr>
          <p:spPr>
            <a:xfrm>
              <a:off x="4781088" y="1387575"/>
              <a:ext cx="410200" cy="410175"/>
            </a:xfrm>
            <a:custGeom>
              <a:avLst/>
              <a:gdLst/>
              <a:ahLst/>
              <a:cxnLst/>
              <a:rect l="l" t="t" r="r" b="b"/>
              <a:pathLst>
                <a:path w="16408" h="16407" extrusionOk="0">
                  <a:moveTo>
                    <a:pt x="8204" y="0"/>
                  </a:moveTo>
                  <a:cubicBezTo>
                    <a:pt x="3668" y="0"/>
                    <a:pt x="1" y="3667"/>
                    <a:pt x="1" y="8204"/>
                  </a:cubicBezTo>
                  <a:cubicBezTo>
                    <a:pt x="1" y="12728"/>
                    <a:pt x="3668" y="16407"/>
                    <a:pt x="8204" y="16407"/>
                  </a:cubicBezTo>
                  <a:cubicBezTo>
                    <a:pt x="12729" y="16407"/>
                    <a:pt x="16408" y="12728"/>
                    <a:pt x="16408" y="8204"/>
                  </a:cubicBezTo>
                  <a:cubicBezTo>
                    <a:pt x="16408" y="3667"/>
                    <a:pt x="12729" y="0"/>
                    <a:pt x="82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 name="Google Shape;1403;p42"/>
            <p:cNvSpPr txBox="1"/>
            <p:nvPr/>
          </p:nvSpPr>
          <p:spPr>
            <a:xfrm>
              <a:off x="3875088" y="1780325"/>
              <a:ext cx="1395600" cy="308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Option 1</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404" name="Google Shape;1404;p42"/>
          <p:cNvGrpSpPr/>
          <p:nvPr/>
        </p:nvGrpSpPr>
        <p:grpSpPr>
          <a:xfrm>
            <a:off x="3943952" y="2737701"/>
            <a:ext cx="2104633" cy="2074900"/>
            <a:chOff x="2957963" y="2053275"/>
            <a:chExt cx="1578475" cy="1556175"/>
          </a:xfrm>
        </p:grpSpPr>
        <p:grpSp>
          <p:nvGrpSpPr>
            <p:cNvPr id="1405" name="Google Shape;1405;p42"/>
            <p:cNvGrpSpPr/>
            <p:nvPr/>
          </p:nvGrpSpPr>
          <p:grpSpPr>
            <a:xfrm>
              <a:off x="2957963" y="2053275"/>
              <a:ext cx="1578475" cy="1556175"/>
              <a:chOff x="2957950" y="1977075"/>
              <a:chExt cx="1578475" cy="1556175"/>
            </a:xfrm>
          </p:grpSpPr>
          <p:sp>
            <p:nvSpPr>
              <p:cNvPr id="1406" name="Google Shape;1406;p42"/>
              <p:cNvSpPr/>
              <p:nvPr/>
            </p:nvSpPr>
            <p:spPr>
              <a:xfrm>
                <a:off x="3110350" y="2118325"/>
                <a:ext cx="448575" cy="448575"/>
              </a:xfrm>
              <a:custGeom>
                <a:avLst/>
                <a:gdLst/>
                <a:ahLst/>
                <a:cxnLst/>
                <a:rect l="l" t="t" r="r" b="b"/>
                <a:pathLst>
                  <a:path w="17943" h="17943" extrusionOk="0">
                    <a:moveTo>
                      <a:pt x="8965" y="0"/>
                    </a:moveTo>
                    <a:cubicBezTo>
                      <a:pt x="4012" y="0"/>
                      <a:pt x="0" y="4012"/>
                      <a:pt x="0" y="8965"/>
                    </a:cubicBezTo>
                    <a:cubicBezTo>
                      <a:pt x="0" y="13918"/>
                      <a:pt x="4012" y="17943"/>
                      <a:pt x="8965" y="17943"/>
                    </a:cubicBezTo>
                    <a:cubicBezTo>
                      <a:pt x="13930" y="17943"/>
                      <a:pt x="17943" y="13918"/>
                      <a:pt x="17943" y="8965"/>
                    </a:cubicBezTo>
                    <a:cubicBezTo>
                      <a:pt x="17943" y="4012"/>
                      <a:pt x="13930" y="0"/>
                      <a:pt x="8965"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 name="Google Shape;1407;p42"/>
              <p:cNvSpPr/>
              <p:nvPr/>
            </p:nvSpPr>
            <p:spPr>
              <a:xfrm>
                <a:off x="2957950" y="1977075"/>
                <a:ext cx="1578475" cy="1556175"/>
              </a:xfrm>
              <a:custGeom>
                <a:avLst/>
                <a:gdLst/>
                <a:ahLst/>
                <a:cxnLst/>
                <a:rect l="l" t="t" r="r" b="b"/>
                <a:pathLst>
                  <a:path w="63139" h="62247" extrusionOk="0">
                    <a:moveTo>
                      <a:pt x="31571" y="0"/>
                    </a:moveTo>
                    <a:cubicBezTo>
                      <a:pt x="30403" y="0"/>
                      <a:pt x="29236" y="447"/>
                      <a:pt x="28349" y="1340"/>
                    </a:cubicBezTo>
                    <a:lnTo>
                      <a:pt x="1786" y="27891"/>
                    </a:lnTo>
                    <a:cubicBezTo>
                      <a:pt x="0" y="29677"/>
                      <a:pt x="0" y="32570"/>
                      <a:pt x="1786" y="34356"/>
                    </a:cubicBezTo>
                    <a:lnTo>
                      <a:pt x="8727" y="41297"/>
                    </a:lnTo>
                    <a:cubicBezTo>
                      <a:pt x="5310" y="44810"/>
                      <a:pt x="5334" y="50417"/>
                      <a:pt x="8811" y="53894"/>
                    </a:cubicBezTo>
                    <a:cubicBezTo>
                      <a:pt x="10562" y="55646"/>
                      <a:pt x="12855" y="56521"/>
                      <a:pt x="15149" y="56521"/>
                    </a:cubicBezTo>
                    <a:cubicBezTo>
                      <a:pt x="17407" y="56521"/>
                      <a:pt x="19665" y="55673"/>
                      <a:pt x="21407" y="53977"/>
                    </a:cubicBezTo>
                    <a:lnTo>
                      <a:pt x="28349" y="60907"/>
                    </a:lnTo>
                    <a:cubicBezTo>
                      <a:pt x="29236" y="61800"/>
                      <a:pt x="30403" y="62246"/>
                      <a:pt x="31571" y="62246"/>
                    </a:cubicBezTo>
                    <a:cubicBezTo>
                      <a:pt x="32739" y="62246"/>
                      <a:pt x="33909" y="61800"/>
                      <a:pt x="34802" y="60907"/>
                    </a:cubicBezTo>
                    <a:lnTo>
                      <a:pt x="61365" y="34356"/>
                    </a:lnTo>
                    <a:cubicBezTo>
                      <a:pt x="63139" y="32570"/>
                      <a:pt x="63139" y="29677"/>
                      <a:pt x="61365" y="27891"/>
                    </a:cubicBezTo>
                    <a:lnTo>
                      <a:pt x="54423" y="20961"/>
                    </a:lnTo>
                    <a:cubicBezTo>
                      <a:pt x="54459" y="20926"/>
                      <a:pt x="54495" y="20902"/>
                      <a:pt x="54519" y="20866"/>
                    </a:cubicBezTo>
                    <a:cubicBezTo>
                      <a:pt x="58031" y="17366"/>
                      <a:pt x="58031" y="11686"/>
                      <a:pt x="54519" y="8174"/>
                    </a:cubicBezTo>
                    <a:cubicBezTo>
                      <a:pt x="52769" y="6424"/>
                      <a:pt x="50474" y="5549"/>
                      <a:pt x="48177" y="5549"/>
                    </a:cubicBezTo>
                    <a:cubicBezTo>
                      <a:pt x="45881" y="5549"/>
                      <a:pt x="43583" y="6424"/>
                      <a:pt x="41827" y="8174"/>
                    </a:cubicBezTo>
                    <a:cubicBezTo>
                      <a:pt x="41803" y="8210"/>
                      <a:pt x="41779" y="8246"/>
                      <a:pt x="41743" y="8281"/>
                    </a:cubicBezTo>
                    <a:lnTo>
                      <a:pt x="34802" y="1340"/>
                    </a:lnTo>
                    <a:cubicBezTo>
                      <a:pt x="33909" y="447"/>
                      <a:pt x="32739" y="0"/>
                      <a:pt x="31571"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408" name="Google Shape;1408;p42"/>
            <p:cNvSpPr/>
            <p:nvPr/>
          </p:nvSpPr>
          <p:spPr>
            <a:xfrm>
              <a:off x="3134163" y="2218325"/>
              <a:ext cx="400975" cy="400975"/>
            </a:xfrm>
            <a:custGeom>
              <a:avLst/>
              <a:gdLst/>
              <a:ahLst/>
              <a:cxnLst/>
              <a:rect l="l" t="t" r="r" b="b"/>
              <a:pathLst>
                <a:path w="16039" h="16039" extrusionOk="0">
                  <a:moveTo>
                    <a:pt x="8013" y="0"/>
                  </a:moveTo>
                  <a:cubicBezTo>
                    <a:pt x="3596" y="0"/>
                    <a:pt x="1" y="3584"/>
                    <a:pt x="1" y="8013"/>
                  </a:cubicBezTo>
                  <a:cubicBezTo>
                    <a:pt x="1" y="12443"/>
                    <a:pt x="3596" y="16038"/>
                    <a:pt x="8013" y="16038"/>
                  </a:cubicBezTo>
                  <a:cubicBezTo>
                    <a:pt x="12443" y="16038"/>
                    <a:pt x="16038" y="12443"/>
                    <a:pt x="16038" y="8013"/>
                  </a:cubicBezTo>
                  <a:cubicBezTo>
                    <a:pt x="16038" y="3584"/>
                    <a:pt x="12443" y="0"/>
                    <a:pt x="801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9" name="Google Shape;1409;p42"/>
            <p:cNvSpPr txBox="1"/>
            <p:nvPr/>
          </p:nvSpPr>
          <p:spPr>
            <a:xfrm>
              <a:off x="3049400" y="2640788"/>
              <a:ext cx="1395600" cy="308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Option 4</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410" name="Google Shape;1410;p42"/>
          <p:cNvGrpSpPr/>
          <p:nvPr/>
        </p:nvGrpSpPr>
        <p:grpSpPr>
          <a:xfrm>
            <a:off x="5042484" y="3836233"/>
            <a:ext cx="2105067" cy="2075000"/>
            <a:chOff x="3781863" y="2877175"/>
            <a:chExt cx="1578800" cy="1556250"/>
          </a:xfrm>
        </p:grpSpPr>
        <p:grpSp>
          <p:nvGrpSpPr>
            <p:cNvPr id="1411" name="Google Shape;1411;p42"/>
            <p:cNvGrpSpPr/>
            <p:nvPr/>
          </p:nvGrpSpPr>
          <p:grpSpPr>
            <a:xfrm>
              <a:off x="3781863" y="2877175"/>
              <a:ext cx="1578800" cy="1556250"/>
              <a:chOff x="3781850" y="2800975"/>
              <a:chExt cx="1578800" cy="1556250"/>
            </a:xfrm>
          </p:grpSpPr>
          <p:sp>
            <p:nvSpPr>
              <p:cNvPr id="1412" name="Google Shape;1412;p42"/>
              <p:cNvSpPr/>
              <p:nvPr/>
            </p:nvSpPr>
            <p:spPr>
              <a:xfrm>
                <a:off x="3936325" y="3765250"/>
                <a:ext cx="448600" cy="448875"/>
              </a:xfrm>
              <a:custGeom>
                <a:avLst/>
                <a:gdLst/>
                <a:ahLst/>
                <a:cxnLst/>
                <a:rect l="l" t="t" r="r" b="b"/>
                <a:pathLst>
                  <a:path w="17944" h="17955" extrusionOk="0">
                    <a:moveTo>
                      <a:pt x="8978" y="0"/>
                    </a:moveTo>
                    <a:cubicBezTo>
                      <a:pt x="4013" y="0"/>
                      <a:pt x="1" y="4024"/>
                      <a:pt x="1" y="8977"/>
                    </a:cubicBezTo>
                    <a:cubicBezTo>
                      <a:pt x="1" y="13930"/>
                      <a:pt x="4013" y="17955"/>
                      <a:pt x="8978" y="17955"/>
                    </a:cubicBezTo>
                    <a:cubicBezTo>
                      <a:pt x="13931" y="17955"/>
                      <a:pt x="17944" y="13930"/>
                      <a:pt x="17944" y="8977"/>
                    </a:cubicBezTo>
                    <a:cubicBezTo>
                      <a:pt x="17944" y="4024"/>
                      <a:pt x="13931" y="0"/>
                      <a:pt x="8978"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3" name="Google Shape;1413;p42"/>
              <p:cNvSpPr/>
              <p:nvPr/>
            </p:nvSpPr>
            <p:spPr>
              <a:xfrm>
                <a:off x="3781850" y="2800975"/>
                <a:ext cx="1578800" cy="1556250"/>
              </a:xfrm>
              <a:custGeom>
                <a:avLst/>
                <a:gdLst/>
                <a:ahLst/>
                <a:cxnLst/>
                <a:rect l="l" t="t" r="r" b="b"/>
                <a:pathLst>
                  <a:path w="63152" h="62250" extrusionOk="0">
                    <a:moveTo>
                      <a:pt x="31576" y="1"/>
                    </a:moveTo>
                    <a:cubicBezTo>
                      <a:pt x="30409" y="1"/>
                      <a:pt x="29242" y="447"/>
                      <a:pt x="28349" y="1340"/>
                    </a:cubicBezTo>
                    <a:lnTo>
                      <a:pt x="21408" y="8282"/>
                    </a:lnTo>
                    <a:cubicBezTo>
                      <a:pt x="19661" y="6564"/>
                      <a:pt x="17389" y="5707"/>
                      <a:pt x="15118" y="5707"/>
                    </a:cubicBezTo>
                    <a:cubicBezTo>
                      <a:pt x="12823" y="5707"/>
                      <a:pt x="10529" y="6582"/>
                      <a:pt x="8775" y="8329"/>
                    </a:cubicBezTo>
                    <a:cubicBezTo>
                      <a:pt x="5299" y="11818"/>
                      <a:pt x="5275" y="17450"/>
                      <a:pt x="8728" y="20962"/>
                    </a:cubicBezTo>
                    <a:lnTo>
                      <a:pt x="1786" y="27891"/>
                    </a:lnTo>
                    <a:cubicBezTo>
                      <a:pt x="1" y="29677"/>
                      <a:pt x="1" y="32570"/>
                      <a:pt x="1786" y="34356"/>
                    </a:cubicBezTo>
                    <a:lnTo>
                      <a:pt x="28349" y="60919"/>
                    </a:lnTo>
                    <a:cubicBezTo>
                      <a:pt x="29242" y="61806"/>
                      <a:pt x="30409" y="62250"/>
                      <a:pt x="31576" y="62250"/>
                    </a:cubicBezTo>
                    <a:cubicBezTo>
                      <a:pt x="32743" y="62250"/>
                      <a:pt x="33910" y="61806"/>
                      <a:pt x="34802" y="60919"/>
                    </a:cubicBezTo>
                    <a:lnTo>
                      <a:pt x="41744" y="53978"/>
                    </a:lnTo>
                    <a:cubicBezTo>
                      <a:pt x="43494" y="55734"/>
                      <a:pt x="45789" y="56612"/>
                      <a:pt x="48084" y="56612"/>
                    </a:cubicBezTo>
                    <a:cubicBezTo>
                      <a:pt x="50379" y="56612"/>
                      <a:pt x="52674" y="55734"/>
                      <a:pt x="54424" y="53978"/>
                    </a:cubicBezTo>
                    <a:cubicBezTo>
                      <a:pt x="57936" y="50477"/>
                      <a:pt x="57936" y="44798"/>
                      <a:pt x="54424" y="41286"/>
                    </a:cubicBezTo>
                    <a:lnTo>
                      <a:pt x="61365" y="34356"/>
                    </a:lnTo>
                    <a:cubicBezTo>
                      <a:pt x="63151" y="32570"/>
                      <a:pt x="63151" y="29677"/>
                      <a:pt x="61365" y="27891"/>
                    </a:cubicBezTo>
                    <a:lnTo>
                      <a:pt x="34802" y="1340"/>
                    </a:lnTo>
                    <a:cubicBezTo>
                      <a:pt x="33910" y="447"/>
                      <a:pt x="32743" y="1"/>
                      <a:pt x="3157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414" name="Google Shape;1414;p42"/>
            <p:cNvSpPr/>
            <p:nvPr/>
          </p:nvSpPr>
          <p:spPr>
            <a:xfrm>
              <a:off x="3959263" y="3864650"/>
              <a:ext cx="402750" cy="402475"/>
            </a:xfrm>
            <a:custGeom>
              <a:avLst/>
              <a:gdLst/>
              <a:ahLst/>
              <a:cxnLst/>
              <a:rect l="l" t="t" r="r" b="b"/>
              <a:pathLst>
                <a:path w="16110" h="16099" extrusionOk="0">
                  <a:moveTo>
                    <a:pt x="8061" y="1"/>
                  </a:moveTo>
                  <a:cubicBezTo>
                    <a:pt x="3608" y="1"/>
                    <a:pt x="1" y="3608"/>
                    <a:pt x="1" y="8049"/>
                  </a:cubicBezTo>
                  <a:cubicBezTo>
                    <a:pt x="1" y="12502"/>
                    <a:pt x="3608" y="16098"/>
                    <a:pt x="8061" y="16098"/>
                  </a:cubicBezTo>
                  <a:cubicBezTo>
                    <a:pt x="12502" y="16098"/>
                    <a:pt x="16110" y="12502"/>
                    <a:pt x="16110" y="8049"/>
                  </a:cubicBezTo>
                  <a:cubicBezTo>
                    <a:pt x="16110" y="3608"/>
                    <a:pt x="12502" y="1"/>
                    <a:pt x="806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 name="Google Shape;1415;p42"/>
            <p:cNvSpPr txBox="1"/>
            <p:nvPr/>
          </p:nvSpPr>
          <p:spPr>
            <a:xfrm>
              <a:off x="3875088" y="3501250"/>
              <a:ext cx="1395600" cy="308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Option 3</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416" name="Google Shape;1416;p42"/>
          <p:cNvGrpSpPr/>
          <p:nvPr/>
        </p:nvGrpSpPr>
        <p:grpSpPr>
          <a:xfrm>
            <a:off x="7302300" y="2102657"/>
            <a:ext cx="3938867" cy="1140695"/>
            <a:chOff x="5476725" y="1576992"/>
            <a:chExt cx="2954150" cy="855521"/>
          </a:xfrm>
        </p:grpSpPr>
        <p:grpSp>
          <p:nvGrpSpPr>
            <p:cNvPr id="1417" name="Google Shape;1417;p42"/>
            <p:cNvGrpSpPr/>
            <p:nvPr/>
          </p:nvGrpSpPr>
          <p:grpSpPr>
            <a:xfrm>
              <a:off x="6348644" y="1576992"/>
              <a:ext cx="2082231" cy="855521"/>
              <a:chOff x="6348644" y="1164913"/>
              <a:chExt cx="2082231" cy="855521"/>
            </a:xfrm>
          </p:grpSpPr>
          <p:sp>
            <p:nvSpPr>
              <p:cNvPr id="1418" name="Google Shape;1418;p42"/>
              <p:cNvSpPr txBox="1"/>
              <p:nvPr/>
            </p:nvSpPr>
            <p:spPr>
              <a:xfrm>
                <a:off x="6348644" y="1430334"/>
                <a:ext cx="2079600" cy="5901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419" name="Google Shape;1419;p42"/>
              <p:cNvSpPr txBox="1"/>
              <p:nvPr/>
            </p:nvSpPr>
            <p:spPr>
              <a:xfrm>
                <a:off x="6351275" y="1164913"/>
                <a:ext cx="2079600" cy="354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grpSp>
        <p:cxnSp>
          <p:nvCxnSpPr>
            <p:cNvPr id="1420" name="Google Shape;1420;p42"/>
            <p:cNvCxnSpPr/>
            <p:nvPr/>
          </p:nvCxnSpPr>
          <p:spPr>
            <a:xfrm rot="10800000">
              <a:off x="5476725" y="1592663"/>
              <a:ext cx="2859300" cy="0"/>
            </a:xfrm>
            <a:prstGeom prst="straightConnector1">
              <a:avLst/>
            </a:prstGeom>
            <a:noFill/>
            <a:ln w="9525" cap="flat" cmpd="sng">
              <a:solidFill>
                <a:schemeClr val="accent1"/>
              </a:solidFill>
              <a:prstDash val="solid"/>
              <a:round/>
              <a:headEnd type="none" w="med" len="med"/>
              <a:tailEnd type="none" w="med" len="med"/>
            </a:ln>
          </p:spPr>
        </p:cxnSp>
      </p:grpSp>
      <p:grpSp>
        <p:nvGrpSpPr>
          <p:cNvPr id="1421" name="Google Shape;1421;p42"/>
          <p:cNvGrpSpPr/>
          <p:nvPr/>
        </p:nvGrpSpPr>
        <p:grpSpPr>
          <a:xfrm>
            <a:off x="8397100" y="4300597"/>
            <a:ext cx="2844067" cy="1151087"/>
            <a:chOff x="6297825" y="3225447"/>
            <a:chExt cx="2133050" cy="863315"/>
          </a:xfrm>
        </p:grpSpPr>
        <p:grpSp>
          <p:nvGrpSpPr>
            <p:cNvPr id="1422" name="Google Shape;1422;p42"/>
            <p:cNvGrpSpPr/>
            <p:nvPr/>
          </p:nvGrpSpPr>
          <p:grpSpPr>
            <a:xfrm>
              <a:off x="6348644" y="3225447"/>
              <a:ext cx="2082231" cy="863315"/>
              <a:chOff x="6348644" y="2810750"/>
              <a:chExt cx="2082231" cy="863315"/>
            </a:xfrm>
          </p:grpSpPr>
          <p:sp>
            <p:nvSpPr>
              <p:cNvPr id="1423" name="Google Shape;1423;p42"/>
              <p:cNvSpPr txBox="1"/>
              <p:nvPr/>
            </p:nvSpPr>
            <p:spPr>
              <a:xfrm>
                <a:off x="6348644" y="3083965"/>
                <a:ext cx="2079600" cy="5901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424" name="Google Shape;1424;p42"/>
              <p:cNvSpPr txBox="1"/>
              <p:nvPr/>
            </p:nvSpPr>
            <p:spPr>
              <a:xfrm>
                <a:off x="6351275" y="2810750"/>
                <a:ext cx="2079600" cy="354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grpSp>
        <p:cxnSp>
          <p:nvCxnSpPr>
            <p:cNvPr id="1425" name="Google Shape;1425;p42"/>
            <p:cNvCxnSpPr/>
            <p:nvPr/>
          </p:nvCxnSpPr>
          <p:spPr>
            <a:xfrm rot="10800000">
              <a:off x="6297825" y="3242400"/>
              <a:ext cx="2038200" cy="0"/>
            </a:xfrm>
            <a:prstGeom prst="straightConnector1">
              <a:avLst/>
            </a:prstGeom>
            <a:noFill/>
            <a:ln w="9525" cap="flat" cmpd="sng">
              <a:solidFill>
                <a:schemeClr val="accent2"/>
              </a:solidFill>
              <a:prstDash val="solid"/>
              <a:round/>
              <a:headEnd type="none" w="med" len="med"/>
              <a:tailEnd type="none" w="med" len="med"/>
            </a:ln>
          </p:spPr>
        </p:cxnSp>
      </p:grpSp>
      <p:grpSp>
        <p:nvGrpSpPr>
          <p:cNvPr id="1426" name="Google Shape;1426;p42"/>
          <p:cNvGrpSpPr/>
          <p:nvPr/>
        </p:nvGrpSpPr>
        <p:grpSpPr>
          <a:xfrm>
            <a:off x="941530" y="2113492"/>
            <a:ext cx="2847837" cy="1119024"/>
            <a:chOff x="706147" y="1585119"/>
            <a:chExt cx="2135878" cy="839268"/>
          </a:xfrm>
        </p:grpSpPr>
        <p:grpSp>
          <p:nvGrpSpPr>
            <p:cNvPr id="1427" name="Google Shape;1427;p42"/>
            <p:cNvGrpSpPr/>
            <p:nvPr/>
          </p:nvGrpSpPr>
          <p:grpSpPr>
            <a:xfrm>
              <a:off x="706147" y="1585119"/>
              <a:ext cx="2089253" cy="839268"/>
              <a:chOff x="706147" y="1999175"/>
              <a:chExt cx="2089253" cy="839268"/>
            </a:xfrm>
          </p:grpSpPr>
          <p:sp>
            <p:nvSpPr>
              <p:cNvPr id="1428" name="Google Shape;1428;p42"/>
              <p:cNvSpPr txBox="1"/>
              <p:nvPr/>
            </p:nvSpPr>
            <p:spPr>
              <a:xfrm>
                <a:off x="706147" y="2248343"/>
                <a:ext cx="2079600" cy="5901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composed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429" name="Google Shape;1429;p42"/>
              <p:cNvSpPr txBox="1"/>
              <p:nvPr/>
            </p:nvSpPr>
            <p:spPr>
              <a:xfrm>
                <a:off x="715800" y="1999175"/>
                <a:ext cx="2079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8225E2"/>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8225E2"/>
                  </a:solidFill>
                  <a:effectLst/>
                  <a:uLnTx/>
                  <a:uFillTx/>
                  <a:latin typeface="Fira Sans Extra Condensed Medium"/>
                  <a:ea typeface="Fira Sans Extra Condensed Medium"/>
                  <a:cs typeface="Fira Sans Extra Condensed Medium"/>
                  <a:sym typeface="Fira Sans Extra Condensed Medium"/>
                </a:endParaRPr>
              </a:p>
            </p:txBody>
          </p:sp>
        </p:grpSp>
        <p:cxnSp>
          <p:nvCxnSpPr>
            <p:cNvPr id="1430" name="Google Shape;1430;p42"/>
            <p:cNvCxnSpPr/>
            <p:nvPr/>
          </p:nvCxnSpPr>
          <p:spPr>
            <a:xfrm rot="10800000">
              <a:off x="807425" y="2418813"/>
              <a:ext cx="2034600" cy="0"/>
            </a:xfrm>
            <a:prstGeom prst="straightConnector1">
              <a:avLst/>
            </a:prstGeom>
            <a:noFill/>
            <a:ln w="9525" cap="flat" cmpd="sng">
              <a:solidFill>
                <a:schemeClr val="accent5"/>
              </a:solidFill>
              <a:prstDash val="solid"/>
              <a:round/>
              <a:headEnd type="none" w="med" len="med"/>
              <a:tailEnd type="none" w="med" len="med"/>
            </a:ln>
          </p:spPr>
        </p:cxnSp>
      </p:grpSp>
      <p:grpSp>
        <p:nvGrpSpPr>
          <p:cNvPr id="1431" name="Google Shape;1431;p42"/>
          <p:cNvGrpSpPr/>
          <p:nvPr/>
        </p:nvGrpSpPr>
        <p:grpSpPr>
          <a:xfrm>
            <a:off x="941530" y="4300900"/>
            <a:ext cx="3952737" cy="1150480"/>
            <a:chOff x="706147" y="3225675"/>
            <a:chExt cx="2964553" cy="862860"/>
          </a:xfrm>
        </p:grpSpPr>
        <p:grpSp>
          <p:nvGrpSpPr>
            <p:cNvPr id="1432" name="Google Shape;1432;p42"/>
            <p:cNvGrpSpPr/>
            <p:nvPr/>
          </p:nvGrpSpPr>
          <p:grpSpPr>
            <a:xfrm>
              <a:off x="706147" y="3225675"/>
              <a:ext cx="2089253" cy="862860"/>
              <a:chOff x="706147" y="3634450"/>
              <a:chExt cx="2089253" cy="862860"/>
            </a:xfrm>
          </p:grpSpPr>
          <p:sp>
            <p:nvSpPr>
              <p:cNvPr id="1433" name="Google Shape;1433;p42"/>
              <p:cNvSpPr txBox="1"/>
              <p:nvPr/>
            </p:nvSpPr>
            <p:spPr>
              <a:xfrm>
                <a:off x="706147" y="3907210"/>
                <a:ext cx="2079600" cy="5901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434" name="Google Shape;1434;p42"/>
              <p:cNvSpPr txBox="1"/>
              <p:nvPr/>
            </p:nvSpPr>
            <p:spPr>
              <a:xfrm>
                <a:off x="715800" y="3634450"/>
                <a:ext cx="2079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grpSp>
        <p:cxnSp>
          <p:nvCxnSpPr>
            <p:cNvPr id="1435" name="Google Shape;1435;p42"/>
            <p:cNvCxnSpPr/>
            <p:nvPr/>
          </p:nvCxnSpPr>
          <p:spPr>
            <a:xfrm rot="10800000">
              <a:off x="807500" y="4065888"/>
              <a:ext cx="2863200" cy="0"/>
            </a:xfrm>
            <a:prstGeom prst="straightConnector1">
              <a:avLst/>
            </a:prstGeom>
            <a:noFill/>
            <a:ln w="9525" cap="flat" cmpd="sng">
              <a:solidFill>
                <a:schemeClr val="accent3"/>
              </a:solidFill>
              <a:prstDash val="solid"/>
              <a:round/>
              <a:headEnd type="none" w="med" len="med"/>
              <a:tailEnd type="none" w="med" len="med"/>
            </a:ln>
          </p:spPr>
        </p:cxnSp>
      </p:grpSp>
      <p:grpSp>
        <p:nvGrpSpPr>
          <p:cNvPr id="1436" name="Google Shape;1436;p42"/>
          <p:cNvGrpSpPr/>
          <p:nvPr/>
        </p:nvGrpSpPr>
        <p:grpSpPr>
          <a:xfrm>
            <a:off x="7596416" y="4138444"/>
            <a:ext cx="299603" cy="369547"/>
            <a:chOff x="3330525" y="4399275"/>
            <a:chExt cx="390650" cy="481850"/>
          </a:xfrm>
        </p:grpSpPr>
        <p:sp>
          <p:nvSpPr>
            <p:cNvPr id="1437" name="Google Shape;1437;p42"/>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38" name="Google Shape;1438;p42"/>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39" name="Google Shape;1439;p42"/>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40" name="Google Shape;1440;p42"/>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41" name="Google Shape;1441;p42"/>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42" name="Google Shape;1442;p42"/>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43" name="Google Shape;1443;p42"/>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444" name="Google Shape;1444;p42"/>
          <p:cNvGrpSpPr/>
          <p:nvPr/>
        </p:nvGrpSpPr>
        <p:grpSpPr>
          <a:xfrm>
            <a:off x="4308280" y="3040321"/>
            <a:ext cx="275865" cy="369528"/>
            <a:chOff x="3938800" y="4399275"/>
            <a:chExt cx="359700" cy="481825"/>
          </a:xfrm>
        </p:grpSpPr>
        <p:sp>
          <p:nvSpPr>
            <p:cNvPr id="1445" name="Google Shape;1445;p42"/>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46" name="Google Shape;1446;p42"/>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47" name="Google Shape;1447;p42"/>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48" name="Google Shape;1448;p42"/>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49" name="Google Shape;1449;p42"/>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450" name="Google Shape;1450;p42"/>
          <p:cNvGrpSpPr/>
          <p:nvPr/>
        </p:nvGrpSpPr>
        <p:grpSpPr>
          <a:xfrm>
            <a:off x="6463505" y="1938787"/>
            <a:ext cx="369528" cy="369528"/>
            <a:chOff x="1492675" y="4992125"/>
            <a:chExt cx="481825" cy="481825"/>
          </a:xfrm>
        </p:grpSpPr>
        <p:sp>
          <p:nvSpPr>
            <p:cNvPr id="1451" name="Google Shape;1451;p42"/>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52" name="Google Shape;1452;p42"/>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453" name="Google Shape;1453;p42"/>
          <p:cNvGrpSpPr/>
          <p:nvPr/>
        </p:nvGrpSpPr>
        <p:grpSpPr>
          <a:xfrm>
            <a:off x="5362764" y="5236420"/>
            <a:ext cx="369528" cy="369528"/>
            <a:chOff x="2085525" y="4992125"/>
            <a:chExt cx="481825" cy="481825"/>
          </a:xfrm>
        </p:grpSpPr>
        <p:sp>
          <p:nvSpPr>
            <p:cNvPr id="1454" name="Google Shape;1454;p42"/>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455" name="Google Shape;1455;p42"/>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Tree>
    <p:extLst>
      <p:ext uri="{BB962C8B-B14F-4D97-AF65-F5344CB8AC3E}">
        <p14:creationId xmlns:p14="http://schemas.microsoft.com/office/powerpoint/2010/main" val="254596051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1528"/>
        <p:cNvGrpSpPr/>
        <p:nvPr/>
      </p:nvGrpSpPr>
      <p:grpSpPr>
        <a:xfrm>
          <a:off x="0" y="0"/>
          <a:ext cx="0" cy="0"/>
          <a:chOff x="0" y="0"/>
          <a:chExt cx="0" cy="0"/>
        </a:xfrm>
      </p:grpSpPr>
      <p:sp>
        <p:nvSpPr>
          <p:cNvPr id="1529" name="Google Shape;1529;p45"/>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530" name="Google Shape;1530;p45"/>
          <p:cNvGrpSpPr/>
          <p:nvPr/>
        </p:nvGrpSpPr>
        <p:grpSpPr>
          <a:xfrm>
            <a:off x="1110685" y="1715234"/>
            <a:ext cx="9970636" cy="1165908"/>
            <a:chOff x="833013" y="1286425"/>
            <a:chExt cx="7477977" cy="874431"/>
          </a:xfrm>
        </p:grpSpPr>
        <p:sp>
          <p:nvSpPr>
            <p:cNvPr id="1531" name="Google Shape;1531;p45"/>
            <p:cNvSpPr/>
            <p:nvPr/>
          </p:nvSpPr>
          <p:spPr>
            <a:xfrm>
              <a:off x="5053462" y="1407100"/>
              <a:ext cx="3257528" cy="633082"/>
            </a:xfrm>
            <a:custGeom>
              <a:avLst/>
              <a:gdLst/>
              <a:ahLst/>
              <a:cxnLst/>
              <a:rect l="l" t="t" r="r" b="b"/>
              <a:pathLst>
                <a:path w="72153" h="17384" extrusionOk="0">
                  <a:moveTo>
                    <a:pt x="1" y="1"/>
                  </a:moveTo>
                  <a:lnTo>
                    <a:pt x="1" y="17384"/>
                  </a:lnTo>
                  <a:lnTo>
                    <a:pt x="72153" y="17384"/>
                  </a:lnTo>
                  <a:lnTo>
                    <a:pt x="72153" y="1"/>
                  </a:lnTo>
                  <a:close/>
                </a:path>
              </a:pathLst>
            </a:custGeom>
            <a:solidFill>
              <a:schemeClr val="lt2"/>
            </a:solidFill>
            <a:ln>
              <a:noFill/>
            </a:ln>
          </p:spPr>
          <p:txBody>
            <a:bodyPr spcFirstLastPara="1" wrap="square" lIns="243833" tIns="121900" rIns="243833"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Planet Saturn is a gas giant composed mostly of hydrogen and helium</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532" name="Google Shape;1532;p45"/>
            <p:cNvSpPr/>
            <p:nvPr/>
          </p:nvSpPr>
          <p:spPr>
            <a:xfrm>
              <a:off x="833013" y="1511673"/>
              <a:ext cx="545349" cy="423935"/>
            </a:xfrm>
            <a:custGeom>
              <a:avLst/>
              <a:gdLst/>
              <a:ahLst/>
              <a:cxnLst/>
              <a:rect l="l" t="t" r="r" b="b"/>
              <a:pathLst>
                <a:path w="28885" h="17419" extrusionOk="0">
                  <a:moveTo>
                    <a:pt x="0" y="0"/>
                  </a:moveTo>
                  <a:lnTo>
                    <a:pt x="0" y="17419"/>
                  </a:lnTo>
                  <a:lnTo>
                    <a:pt x="28885" y="17419"/>
                  </a:lnTo>
                  <a:lnTo>
                    <a:pt x="28885" y="0"/>
                  </a:lnTo>
                  <a:close/>
                </a:path>
              </a:pathLst>
            </a:custGeom>
            <a:solidFill>
              <a:srgbClr val="FFFFFF"/>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933"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01</a:t>
              </a:r>
              <a:endParaRPr kumimoji="0" sz="1600" b="0" i="0" u="none" strike="noStrike" kern="0" cap="none" spc="0" normalizeH="0" baseline="0" noProof="0">
                <a:ln>
                  <a:noFill/>
                </a:ln>
                <a:solidFill>
                  <a:srgbClr val="FBB831"/>
                </a:solidFill>
                <a:effectLst/>
                <a:uLnTx/>
                <a:uFillTx/>
                <a:latin typeface="Arial"/>
                <a:ea typeface="+mn-ea"/>
                <a:cs typeface="Arial"/>
                <a:sym typeface="Arial"/>
              </a:endParaRPr>
            </a:p>
          </p:txBody>
        </p:sp>
        <p:sp>
          <p:nvSpPr>
            <p:cNvPr id="1533" name="Google Shape;1533;p45"/>
            <p:cNvSpPr/>
            <p:nvPr/>
          </p:nvSpPr>
          <p:spPr>
            <a:xfrm>
              <a:off x="3619613" y="1286425"/>
              <a:ext cx="939279" cy="874431"/>
            </a:xfrm>
            <a:custGeom>
              <a:avLst/>
              <a:gdLst/>
              <a:ahLst/>
              <a:cxnLst/>
              <a:rect l="l" t="t" r="r" b="b"/>
              <a:pathLst>
                <a:path w="28362" h="30171" extrusionOk="0">
                  <a:moveTo>
                    <a:pt x="0" y="1"/>
                  </a:moveTo>
                  <a:lnTo>
                    <a:pt x="0" y="23527"/>
                  </a:lnTo>
                  <a:lnTo>
                    <a:pt x="14181" y="30171"/>
                  </a:lnTo>
                  <a:lnTo>
                    <a:pt x="28361" y="23527"/>
                  </a:lnTo>
                  <a:lnTo>
                    <a:pt x="28361" y="1"/>
                  </a:lnTo>
                  <a:lnTo>
                    <a:pt x="14181" y="6632"/>
                  </a:lnTo>
                  <a:lnTo>
                    <a:pt x="0" y="1"/>
                  </a:lnTo>
                  <a:close/>
                </a:path>
              </a:pathLst>
            </a:custGeom>
            <a:solidFill>
              <a:schemeClr val="accent1"/>
            </a:solidFill>
            <a:ln>
              <a:noFill/>
            </a:ln>
          </p:spPr>
          <p:txBody>
            <a:bodyPr spcFirstLastPara="1" wrap="square" lIns="121900" tIns="243833"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3200"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endParaRPr>
            </a:p>
          </p:txBody>
        </p:sp>
        <p:sp>
          <p:nvSpPr>
            <p:cNvPr id="1534" name="Google Shape;1534;p45"/>
            <p:cNvSpPr/>
            <p:nvPr/>
          </p:nvSpPr>
          <p:spPr>
            <a:xfrm>
              <a:off x="1378363" y="1511673"/>
              <a:ext cx="1746676" cy="423935"/>
            </a:xfrm>
            <a:custGeom>
              <a:avLst/>
              <a:gdLst/>
              <a:ahLst/>
              <a:cxnLst/>
              <a:rect l="l" t="t" r="r" b="b"/>
              <a:pathLst>
                <a:path w="28885" h="17419" extrusionOk="0">
                  <a:moveTo>
                    <a:pt x="0" y="0"/>
                  </a:moveTo>
                  <a:lnTo>
                    <a:pt x="0" y="17419"/>
                  </a:lnTo>
                  <a:lnTo>
                    <a:pt x="28885" y="17419"/>
                  </a:lnTo>
                  <a:lnTo>
                    <a:pt x="28885"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Saturn</a:t>
              </a:r>
              <a:endParaRPr kumimoji="0" sz="1600"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1535" name="Google Shape;1535;p45"/>
          <p:cNvGrpSpPr/>
          <p:nvPr/>
        </p:nvGrpSpPr>
        <p:grpSpPr>
          <a:xfrm>
            <a:off x="1110685" y="2730106"/>
            <a:ext cx="9970636" cy="1165908"/>
            <a:chOff x="833013" y="2047579"/>
            <a:chExt cx="7477977" cy="874431"/>
          </a:xfrm>
        </p:grpSpPr>
        <p:sp>
          <p:nvSpPr>
            <p:cNvPr id="1536" name="Google Shape;1536;p45"/>
            <p:cNvSpPr/>
            <p:nvPr/>
          </p:nvSpPr>
          <p:spPr>
            <a:xfrm>
              <a:off x="5053462" y="2168254"/>
              <a:ext cx="3257528" cy="633082"/>
            </a:xfrm>
            <a:custGeom>
              <a:avLst/>
              <a:gdLst/>
              <a:ahLst/>
              <a:cxnLst/>
              <a:rect l="l" t="t" r="r" b="b"/>
              <a:pathLst>
                <a:path w="72153" h="17384" extrusionOk="0">
                  <a:moveTo>
                    <a:pt x="1" y="1"/>
                  </a:moveTo>
                  <a:lnTo>
                    <a:pt x="1" y="17384"/>
                  </a:lnTo>
                  <a:lnTo>
                    <a:pt x="72153" y="17384"/>
                  </a:lnTo>
                  <a:lnTo>
                    <a:pt x="72153" y="1"/>
                  </a:lnTo>
                  <a:close/>
                </a:path>
              </a:pathLst>
            </a:custGeom>
            <a:solidFill>
              <a:schemeClr val="lt2"/>
            </a:solidFill>
            <a:ln>
              <a:noFill/>
            </a:ln>
          </p:spPr>
          <p:txBody>
            <a:bodyPr spcFirstLastPara="1" wrap="square" lIns="243833" tIns="121900" rIns="243833"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 the Solar System and the closest to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537" name="Google Shape;1537;p45"/>
            <p:cNvSpPr/>
            <p:nvPr/>
          </p:nvSpPr>
          <p:spPr>
            <a:xfrm>
              <a:off x="833013" y="2272827"/>
              <a:ext cx="545349" cy="423935"/>
            </a:xfrm>
            <a:custGeom>
              <a:avLst/>
              <a:gdLst/>
              <a:ahLst/>
              <a:cxnLst/>
              <a:rect l="l" t="t" r="r" b="b"/>
              <a:pathLst>
                <a:path w="28885" h="17419" extrusionOk="0">
                  <a:moveTo>
                    <a:pt x="0" y="0"/>
                  </a:moveTo>
                  <a:lnTo>
                    <a:pt x="0" y="17419"/>
                  </a:lnTo>
                  <a:lnTo>
                    <a:pt x="28885" y="17419"/>
                  </a:lnTo>
                  <a:lnTo>
                    <a:pt x="28885" y="0"/>
                  </a:lnTo>
                  <a:close/>
                </a:path>
              </a:pathLst>
            </a:custGeom>
            <a:solidFill>
              <a:srgbClr val="FFFFFF"/>
            </a:solidFill>
            <a:ln w="9525" cap="flat" cmpd="sng">
              <a:solidFill>
                <a:schemeClr val="accent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933"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02</a:t>
              </a:r>
              <a:endParaRPr kumimoji="0" sz="1600" b="0" i="0" u="none" strike="noStrike" kern="0" cap="none" spc="0" normalizeH="0" baseline="0" noProof="0">
                <a:ln>
                  <a:noFill/>
                </a:ln>
                <a:solidFill>
                  <a:srgbClr val="FB8569"/>
                </a:solidFill>
                <a:effectLst/>
                <a:uLnTx/>
                <a:uFillTx/>
                <a:latin typeface="Arial"/>
                <a:ea typeface="+mn-ea"/>
                <a:cs typeface="Arial"/>
                <a:sym typeface="Arial"/>
              </a:endParaRPr>
            </a:p>
          </p:txBody>
        </p:sp>
        <p:sp>
          <p:nvSpPr>
            <p:cNvPr id="1538" name="Google Shape;1538;p45"/>
            <p:cNvSpPr/>
            <p:nvPr/>
          </p:nvSpPr>
          <p:spPr>
            <a:xfrm>
              <a:off x="3619613" y="2047579"/>
              <a:ext cx="939279" cy="874431"/>
            </a:xfrm>
            <a:custGeom>
              <a:avLst/>
              <a:gdLst/>
              <a:ahLst/>
              <a:cxnLst/>
              <a:rect l="l" t="t" r="r" b="b"/>
              <a:pathLst>
                <a:path w="28362" h="30171" extrusionOk="0">
                  <a:moveTo>
                    <a:pt x="0" y="1"/>
                  </a:moveTo>
                  <a:lnTo>
                    <a:pt x="0" y="23527"/>
                  </a:lnTo>
                  <a:lnTo>
                    <a:pt x="14181" y="30171"/>
                  </a:lnTo>
                  <a:lnTo>
                    <a:pt x="28361" y="23527"/>
                  </a:lnTo>
                  <a:lnTo>
                    <a:pt x="28361" y="1"/>
                  </a:lnTo>
                  <a:lnTo>
                    <a:pt x="14181" y="6632"/>
                  </a:lnTo>
                  <a:lnTo>
                    <a:pt x="0" y="1"/>
                  </a:lnTo>
                  <a:close/>
                </a:path>
              </a:pathLst>
            </a:custGeom>
            <a:solidFill>
              <a:schemeClr val="accent2"/>
            </a:solidFill>
            <a:ln>
              <a:noFill/>
            </a:ln>
          </p:spPr>
          <p:txBody>
            <a:bodyPr spcFirstLastPara="1" wrap="square" lIns="121900" tIns="243833"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3200"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endParaRPr>
            </a:p>
          </p:txBody>
        </p:sp>
        <p:sp>
          <p:nvSpPr>
            <p:cNvPr id="1539" name="Google Shape;1539;p45"/>
            <p:cNvSpPr/>
            <p:nvPr/>
          </p:nvSpPr>
          <p:spPr>
            <a:xfrm>
              <a:off x="1378363" y="2272827"/>
              <a:ext cx="1746676" cy="423935"/>
            </a:xfrm>
            <a:custGeom>
              <a:avLst/>
              <a:gdLst/>
              <a:ahLst/>
              <a:cxnLst/>
              <a:rect l="l" t="t" r="r" b="b"/>
              <a:pathLst>
                <a:path w="28885" h="17419" extrusionOk="0">
                  <a:moveTo>
                    <a:pt x="0" y="0"/>
                  </a:moveTo>
                  <a:lnTo>
                    <a:pt x="0" y="17419"/>
                  </a:lnTo>
                  <a:lnTo>
                    <a:pt x="28885" y="17419"/>
                  </a:lnTo>
                  <a:lnTo>
                    <a:pt x="28885"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Mercury</a:t>
              </a:r>
              <a:endParaRPr kumimoji="0" sz="1600"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1540" name="Google Shape;1540;p45"/>
          <p:cNvGrpSpPr/>
          <p:nvPr/>
        </p:nvGrpSpPr>
        <p:grpSpPr>
          <a:xfrm>
            <a:off x="1110685" y="3744978"/>
            <a:ext cx="9970636" cy="1165908"/>
            <a:chOff x="833013" y="2808733"/>
            <a:chExt cx="7477977" cy="874431"/>
          </a:xfrm>
        </p:grpSpPr>
        <p:sp>
          <p:nvSpPr>
            <p:cNvPr id="1541" name="Google Shape;1541;p45"/>
            <p:cNvSpPr/>
            <p:nvPr/>
          </p:nvSpPr>
          <p:spPr>
            <a:xfrm>
              <a:off x="5053462" y="2929408"/>
              <a:ext cx="3257528" cy="633082"/>
            </a:xfrm>
            <a:custGeom>
              <a:avLst/>
              <a:gdLst/>
              <a:ahLst/>
              <a:cxnLst/>
              <a:rect l="l" t="t" r="r" b="b"/>
              <a:pathLst>
                <a:path w="72153" h="17384" extrusionOk="0">
                  <a:moveTo>
                    <a:pt x="1" y="1"/>
                  </a:moveTo>
                  <a:lnTo>
                    <a:pt x="1" y="17384"/>
                  </a:lnTo>
                  <a:lnTo>
                    <a:pt x="72153" y="17384"/>
                  </a:lnTo>
                  <a:lnTo>
                    <a:pt x="72153" y="1"/>
                  </a:lnTo>
                  <a:close/>
                </a:path>
              </a:pathLst>
            </a:custGeom>
            <a:solidFill>
              <a:schemeClr val="lt2"/>
            </a:solidFill>
            <a:ln>
              <a:noFill/>
            </a:ln>
          </p:spPr>
          <p:txBody>
            <a:bodyPr spcFirstLastPara="1" wrap="square" lIns="243833" tIns="121900" rIns="243833"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very cold place full of iron oxide dust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542" name="Google Shape;1542;p45"/>
            <p:cNvSpPr/>
            <p:nvPr/>
          </p:nvSpPr>
          <p:spPr>
            <a:xfrm>
              <a:off x="833013" y="3033981"/>
              <a:ext cx="545349" cy="423935"/>
            </a:xfrm>
            <a:custGeom>
              <a:avLst/>
              <a:gdLst/>
              <a:ahLst/>
              <a:cxnLst/>
              <a:rect l="l" t="t" r="r" b="b"/>
              <a:pathLst>
                <a:path w="28885" h="17419" extrusionOk="0">
                  <a:moveTo>
                    <a:pt x="0" y="0"/>
                  </a:moveTo>
                  <a:lnTo>
                    <a:pt x="0" y="17419"/>
                  </a:lnTo>
                  <a:lnTo>
                    <a:pt x="28885" y="17419"/>
                  </a:lnTo>
                  <a:lnTo>
                    <a:pt x="28885" y="0"/>
                  </a:ln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933"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03</a:t>
              </a:r>
              <a:endParaRPr kumimoji="0" sz="1600" b="0" i="0" u="none" strike="noStrike" kern="0" cap="none" spc="0" normalizeH="0" baseline="0" noProof="0">
                <a:ln>
                  <a:noFill/>
                </a:ln>
                <a:solidFill>
                  <a:srgbClr val="FB569C"/>
                </a:solidFill>
                <a:effectLst/>
                <a:uLnTx/>
                <a:uFillTx/>
                <a:latin typeface="Arial"/>
                <a:ea typeface="+mn-ea"/>
                <a:cs typeface="Arial"/>
                <a:sym typeface="Arial"/>
              </a:endParaRPr>
            </a:p>
          </p:txBody>
        </p:sp>
        <p:sp>
          <p:nvSpPr>
            <p:cNvPr id="1543" name="Google Shape;1543;p45"/>
            <p:cNvSpPr/>
            <p:nvPr/>
          </p:nvSpPr>
          <p:spPr>
            <a:xfrm>
              <a:off x="3619613" y="2808733"/>
              <a:ext cx="939279" cy="874431"/>
            </a:xfrm>
            <a:custGeom>
              <a:avLst/>
              <a:gdLst/>
              <a:ahLst/>
              <a:cxnLst/>
              <a:rect l="l" t="t" r="r" b="b"/>
              <a:pathLst>
                <a:path w="28362" h="30171" extrusionOk="0">
                  <a:moveTo>
                    <a:pt x="0" y="1"/>
                  </a:moveTo>
                  <a:lnTo>
                    <a:pt x="0" y="23527"/>
                  </a:lnTo>
                  <a:lnTo>
                    <a:pt x="14181" y="30171"/>
                  </a:lnTo>
                  <a:lnTo>
                    <a:pt x="28361" y="23527"/>
                  </a:lnTo>
                  <a:lnTo>
                    <a:pt x="28361" y="1"/>
                  </a:lnTo>
                  <a:lnTo>
                    <a:pt x="14181" y="6632"/>
                  </a:lnTo>
                  <a:lnTo>
                    <a:pt x="0" y="1"/>
                  </a:lnTo>
                  <a:close/>
                </a:path>
              </a:pathLst>
            </a:custGeom>
            <a:solidFill>
              <a:schemeClr val="accent3"/>
            </a:solidFill>
            <a:ln>
              <a:noFill/>
            </a:ln>
          </p:spPr>
          <p:txBody>
            <a:bodyPr spcFirstLastPara="1" wrap="square" lIns="121900" tIns="243833"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3200"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endParaRPr>
            </a:p>
          </p:txBody>
        </p:sp>
        <p:sp>
          <p:nvSpPr>
            <p:cNvPr id="1544" name="Google Shape;1544;p45"/>
            <p:cNvSpPr/>
            <p:nvPr/>
          </p:nvSpPr>
          <p:spPr>
            <a:xfrm>
              <a:off x="1378363" y="3033981"/>
              <a:ext cx="1746676" cy="423935"/>
            </a:xfrm>
            <a:custGeom>
              <a:avLst/>
              <a:gdLst/>
              <a:ahLst/>
              <a:cxnLst/>
              <a:rect l="l" t="t" r="r" b="b"/>
              <a:pathLst>
                <a:path w="28885" h="17419" extrusionOk="0">
                  <a:moveTo>
                    <a:pt x="0" y="0"/>
                  </a:moveTo>
                  <a:lnTo>
                    <a:pt x="0" y="17419"/>
                  </a:lnTo>
                  <a:lnTo>
                    <a:pt x="28885" y="17419"/>
                  </a:lnTo>
                  <a:lnTo>
                    <a:pt x="28885"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Mars</a:t>
              </a:r>
              <a:endParaRPr kumimoji="0" sz="1600"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1545" name="Google Shape;1545;p45"/>
          <p:cNvGrpSpPr/>
          <p:nvPr/>
        </p:nvGrpSpPr>
        <p:grpSpPr>
          <a:xfrm>
            <a:off x="1110685" y="4759851"/>
            <a:ext cx="9970636" cy="1165908"/>
            <a:chOff x="833013" y="3569888"/>
            <a:chExt cx="7477977" cy="874431"/>
          </a:xfrm>
        </p:grpSpPr>
        <p:sp>
          <p:nvSpPr>
            <p:cNvPr id="1546" name="Google Shape;1546;p45"/>
            <p:cNvSpPr/>
            <p:nvPr/>
          </p:nvSpPr>
          <p:spPr>
            <a:xfrm>
              <a:off x="5053462" y="3690562"/>
              <a:ext cx="3257528" cy="633082"/>
            </a:xfrm>
            <a:custGeom>
              <a:avLst/>
              <a:gdLst/>
              <a:ahLst/>
              <a:cxnLst/>
              <a:rect l="l" t="t" r="r" b="b"/>
              <a:pathLst>
                <a:path w="72153" h="17384" extrusionOk="0">
                  <a:moveTo>
                    <a:pt x="1" y="1"/>
                  </a:moveTo>
                  <a:lnTo>
                    <a:pt x="1" y="17384"/>
                  </a:lnTo>
                  <a:lnTo>
                    <a:pt x="72153" y="17384"/>
                  </a:lnTo>
                  <a:lnTo>
                    <a:pt x="72153" y="1"/>
                  </a:lnTo>
                  <a:close/>
                </a:path>
              </a:pathLst>
            </a:custGeom>
            <a:solidFill>
              <a:schemeClr val="lt2"/>
            </a:solidFill>
            <a:ln>
              <a:noFill/>
            </a:ln>
          </p:spPr>
          <p:txBody>
            <a:bodyPr spcFirstLastPara="1" wrap="square" lIns="243833" tIns="121900" rIns="243833"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has a beautiful name and is the second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547" name="Google Shape;1547;p45"/>
            <p:cNvSpPr/>
            <p:nvPr/>
          </p:nvSpPr>
          <p:spPr>
            <a:xfrm>
              <a:off x="833013" y="3795136"/>
              <a:ext cx="545349" cy="423935"/>
            </a:xfrm>
            <a:custGeom>
              <a:avLst/>
              <a:gdLst/>
              <a:ahLst/>
              <a:cxnLst/>
              <a:rect l="l" t="t" r="r" b="b"/>
              <a:pathLst>
                <a:path w="28885" h="17419" extrusionOk="0">
                  <a:moveTo>
                    <a:pt x="0" y="0"/>
                  </a:moveTo>
                  <a:lnTo>
                    <a:pt x="0" y="17419"/>
                  </a:lnTo>
                  <a:lnTo>
                    <a:pt x="28885" y="17419"/>
                  </a:lnTo>
                  <a:lnTo>
                    <a:pt x="28885" y="0"/>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933"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04</a:t>
              </a:r>
              <a:endParaRPr kumimoji="0" sz="1600" b="0" i="0" u="none" strike="noStrike" kern="0" cap="none" spc="0" normalizeH="0" baseline="0" noProof="0">
                <a:ln>
                  <a:noFill/>
                </a:ln>
                <a:solidFill>
                  <a:srgbClr val="9C27B0"/>
                </a:solidFill>
                <a:effectLst/>
                <a:uLnTx/>
                <a:uFillTx/>
                <a:latin typeface="Arial"/>
                <a:ea typeface="+mn-ea"/>
                <a:cs typeface="Arial"/>
                <a:sym typeface="Arial"/>
              </a:endParaRPr>
            </a:p>
          </p:txBody>
        </p:sp>
        <p:sp>
          <p:nvSpPr>
            <p:cNvPr id="1548" name="Google Shape;1548;p45"/>
            <p:cNvSpPr/>
            <p:nvPr/>
          </p:nvSpPr>
          <p:spPr>
            <a:xfrm>
              <a:off x="3619613" y="3569888"/>
              <a:ext cx="939279" cy="874431"/>
            </a:xfrm>
            <a:custGeom>
              <a:avLst/>
              <a:gdLst/>
              <a:ahLst/>
              <a:cxnLst/>
              <a:rect l="l" t="t" r="r" b="b"/>
              <a:pathLst>
                <a:path w="28362" h="30171" extrusionOk="0">
                  <a:moveTo>
                    <a:pt x="0" y="1"/>
                  </a:moveTo>
                  <a:lnTo>
                    <a:pt x="0" y="23527"/>
                  </a:lnTo>
                  <a:lnTo>
                    <a:pt x="14181" y="30171"/>
                  </a:lnTo>
                  <a:lnTo>
                    <a:pt x="28361" y="23527"/>
                  </a:lnTo>
                  <a:lnTo>
                    <a:pt x="28361" y="1"/>
                  </a:lnTo>
                  <a:lnTo>
                    <a:pt x="14181" y="6632"/>
                  </a:lnTo>
                  <a:lnTo>
                    <a:pt x="0" y="1"/>
                  </a:lnTo>
                  <a:close/>
                </a:path>
              </a:pathLst>
            </a:custGeom>
            <a:solidFill>
              <a:schemeClr val="accent6"/>
            </a:solidFill>
            <a:ln>
              <a:noFill/>
            </a:ln>
          </p:spPr>
          <p:txBody>
            <a:bodyPr spcFirstLastPara="1" wrap="square" lIns="121900" tIns="243833"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3200"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endParaRPr>
            </a:p>
          </p:txBody>
        </p:sp>
        <p:sp>
          <p:nvSpPr>
            <p:cNvPr id="1549" name="Google Shape;1549;p45"/>
            <p:cNvSpPr/>
            <p:nvPr/>
          </p:nvSpPr>
          <p:spPr>
            <a:xfrm>
              <a:off x="1378363" y="3795136"/>
              <a:ext cx="1746676" cy="423935"/>
            </a:xfrm>
            <a:custGeom>
              <a:avLst/>
              <a:gdLst/>
              <a:ahLst/>
              <a:cxnLst/>
              <a:rect l="l" t="t" r="r" b="b"/>
              <a:pathLst>
                <a:path w="28885" h="17419" extrusionOk="0">
                  <a:moveTo>
                    <a:pt x="0" y="0"/>
                  </a:moveTo>
                  <a:lnTo>
                    <a:pt x="0" y="17419"/>
                  </a:lnTo>
                  <a:lnTo>
                    <a:pt x="28885" y="17419"/>
                  </a:lnTo>
                  <a:lnTo>
                    <a:pt x="28885"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Venus</a:t>
              </a:r>
              <a:endParaRPr kumimoji="0" sz="1600"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1550" name="Google Shape;1550;p45"/>
          <p:cNvGrpSpPr/>
          <p:nvPr/>
        </p:nvGrpSpPr>
        <p:grpSpPr>
          <a:xfrm>
            <a:off x="5265622" y="4209936"/>
            <a:ext cx="373429" cy="367360"/>
            <a:chOff x="4210933" y="2926777"/>
            <a:chExt cx="280072" cy="275520"/>
          </a:xfrm>
        </p:grpSpPr>
        <p:sp>
          <p:nvSpPr>
            <p:cNvPr id="1551" name="Google Shape;1551;p45"/>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2" name="Google Shape;1552;p45"/>
            <p:cNvSpPr/>
            <p:nvPr/>
          </p:nvSpPr>
          <p:spPr>
            <a:xfrm>
              <a:off x="4489859" y="2969589"/>
              <a:ext cx="32" cy="32"/>
            </a:xfrm>
            <a:custGeom>
              <a:avLst/>
              <a:gdLst/>
              <a:ahLst/>
              <a:cxnLst/>
              <a:rect l="l" t="t" r="r" b="b"/>
              <a:pathLst>
                <a:path w="1" h="1" extrusionOk="0">
                  <a:moveTo>
                    <a:pt x="0" y="1"/>
                  </a:move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3" name="Google Shape;1553;p45"/>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4" name="Google Shape;1554;p45"/>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5" name="Google Shape;1555;p45"/>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6" name="Google Shape;1556;p45"/>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7" name="Google Shape;1557;p45"/>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8" name="Google Shape;1558;p45"/>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9" name="Google Shape;1559;p45"/>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0" name="Google Shape;1560;p45"/>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1" name="Google Shape;1561;p45"/>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2" name="Google Shape;1562;p45"/>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3" name="Google Shape;1563;p45"/>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64" name="Google Shape;1564;p45"/>
          <p:cNvGrpSpPr/>
          <p:nvPr/>
        </p:nvGrpSpPr>
        <p:grpSpPr>
          <a:xfrm>
            <a:off x="5237569" y="3163835"/>
            <a:ext cx="429535" cy="429832"/>
            <a:chOff x="4206763" y="2450951"/>
            <a:chExt cx="322151" cy="322374"/>
          </a:xfrm>
        </p:grpSpPr>
        <p:sp>
          <p:nvSpPr>
            <p:cNvPr id="1565" name="Google Shape;1565;p45"/>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6" name="Google Shape;1566;p45"/>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67" name="Google Shape;1567;p45"/>
          <p:cNvGrpSpPr/>
          <p:nvPr/>
        </p:nvGrpSpPr>
        <p:grpSpPr>
          <a:xfrm>
            <a:off x="5198396" y="5182113"/>
            <a:ext cx="507880" cy="452792"/>
            <a:chOff x="855096" y="1504485"/>
            <a:chExt cx="380910" cy="339594"/>
          </a:xfrm>
        </p:grpSpPr>
        <p:sp>
          <p:nvSpPr>
            <p:cNvPr id="1568" name="Google Shape;1568;p45"/>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9" name="Google Shape;1569;p45"/>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0" name="Google Shape;1570;p45"/>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1" name="Google Shape;1571;p45"/>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2" name="Google Shape;1572;p45"/>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73" name="Google Shape;1573;p45"/>
          <p:cNvGrpSpPr/>
          <p:nvPr/>
        </p:nvGrpSpPr>
        <p:grpSpPr>
          <a:xfrm>
            <a:off x="5217601" y="2129157"/>
            <a:ext cx="469471" cy="469471"/>
            <a:chOff x="1819576" y="1511679"/>
            <a:chExt cx="352103" cy="352103"/>
          </a:xfrm>
        </p:grpSpPr>
        <p:sp>
          <p:nvSpPr>
            <p:cNvPr id="1574" name="Google Shape;1574;p45"/>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 name="Google Shape;1575;p45"/>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 name="Google Shape;1576;p45"/>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 name="Google Shape;1577;p45"/>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205660619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93"/>
        <p:cNvGrpSpPr/>
        <p:nvPr/>
      </p:nvGrpSpPr>
      <p:grpSpPr>
        <a:xfrm>
          <a:off x="0" y="0"/>
          <a:ext cx="0" cy="0"/>
          <a:chOff x="0" y="0"/>
          <a:chExt cx="0" cy="0"/>
        </a:xfrm>
      </p:grpSpPr>
      <p:cxnSp>
        <p:nvCxnSpPr>
          <p:cNvPr id="94" name="Google Shape;94;p16"/>
          <p:cNvCxnSpPr/>
          <p:nvPr/>
        </p:nvCxnSpPr>
        <p:spPr>
          <a:xfrm>
            <a:off x="2206200" y="4118933"/>
            <a:ext cx="7796000" cy="0"/>
          </a:xfrm>
          <a:prstGeom prst="straightConnector1">
            <a:avLst/>
          </a:prstGeom>
          <a:noFill/>
          <a:ln w="19050" cap="flat" cmpd="sng">
            <a:solidFill>
              <a:srgbClr val="000000"/>
            </a:solidFill>
            <a:prstDash val="solid"/>
            <a:round/>
            <a:headEnd type="none" w="med" len="med"/>
            <a:tailEnd type="none" w="med" len="med"/>
          </a:ln>
        </p:spPr>
      </p:cxnSp>
      <p:sp>
        <p:nvSpPr>
          <p:cNvPr id="95" name="Google Shape;95;p16"/>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96" name="Google Shape;96;p16"/>
          <p:cNvGrpSpPr/>
          <p:nvPr/>
        </p:nvGrpSpPr>
        <p:grpSpPr>
          <a:xfrm>
            <a:off x="947033" y="1778518"/>
            <a:ext cx="2512800" cy="3997300"/>
            <a:chOff x="710275" y="1333888"/>
            <a:chExt cx="1884600" cy="2997975"/>
          </a:xfrm>
        </p:grpSpPr>
        <p:sp>
          <p:nvSpPr>
            <p:cNvPr id="97" name="Google Shape;97;p16"/>
            <p:cNvSpPr/>
            <p:nvPr/>
          </p:nvSpPr>
          <p:spPr>
            <a:xfrm>
              <a:off x="1060675" y="1333888"/>
              <a:ext cx="1183800" cy="1183800"/>
            </a:xfrm>
            <a:prstGeom prst="ellipse">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 name="Google Shape;98;p16"/>
            <p:cNvSpPr/>
            <p:nvPr/>
          </p:nvSpPr>
          <p:spPr>
            <a:xfrm>
              <a:off x="1143175" y="1416388"/>
              <a:ext cx="1018800" cy="1018800"/>
            </a:xfrm>
            <a:prstGeom prst="ellipse">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 name="Google Shape;99;p16"/>
            <p:cNvSpPr/>
            <p:nvPr/>
          </p:nvSpPr>
          <p:spPr>
            <a:xfrm>
              <a:off x="1570075" y="2583338"/>
              <a:ext cx="165000" cy="165000"/>
            </a:xfrm>
            <a:prstGeom prst="ellipse">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 name="Google Shape;100;p16"/>
            <p:cNvSpPr/>
            <p:nvPr/>
          </p:nvSpPr>
          <p:spPr>
            <a:xfrm>
              <a:off x="1604125" y="2813988"/>
              <a:ext cx="96900" cy="96900"/>
            </a:xfrm>
            <a:prstGeom prst="ellipse">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 name="Google Shape;101;p16"/>
            <p:cNvSpPr/>
            <p:nvPr/>
          </p:nvSpPr>
          <p:spPr>
            <a:xfrm>
              <a:off x="1543525" y="2976538"/>
              <a:ext cx="218100" cy="218100"/>
            </a:xfrm>
            <a:prstGeom prst="ellipse">
              <a:avLst/>
            </a:prstGeom>
            <a:solidFill>
              <a:srgbClr val="FFFFFF"/>
            </a:solidFill>
            <a:ln w="9525"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 name="Google Shape;102;p16"/>
            <p:cNvSpPr/>
            <p:nvPr/>
          </p:nvSpPr>
          <p:spPr>
            <a:xfrm>
              <a:off x="1578475" y="3011383"/>
              <a:ext cx="148200" cy="148200"/>
            </a:xfrm>
            <a:prstGeom prst="ellipse">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 name="Google Shape;103;p16"/>
            <p:cNvSpPr txBox="1"/>
            <p:nvPr/>
          </p:nvSpPr>
          <p:spPr>
            <a:xfrm>
              <a:off x="710275" y="3450113"/>
              <a:ext cx="18846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sp>
          <p:nvSpPr>
            <p:cNvPr id="104" name="Google Shape;104;p16"/>
            <p:cNvSpPr txBox="1"/>
            <p:nvPr/>
          </p:nvSpPr>
          <p:spPr>
            <a:xfrm>
              <a:off x="710275" y="3796962"/>
              <a:ext cx="1884600" cy="5349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05" name="Google Shape;105;p16"/>
          <p:cNvGrpSpPr/>
          <p:nvPr/>
        </p:nvGrpSpPr>
        <p:grpSpPr>
          <a:xfrm>
            <a:off x="8732233" y="1778518"/>
            <a:ext cx="2512800" cy="3997300"/>
            <a:chOff x="6549175" y="1333888"/>
            <a:chExt cx="1884600" cy="2997975"/>
          </a:xfrm>
        </p:grpSpPr>
        <p:sp>
          <p:nvSpPr>
            <p:cNvPr id="106" name="Google Shape;106;p16"/>
            <p:cNvSpPr/>
            <p:nvPr/>
          </p:nvSpPr>
          <p:spPr>
            <a:xfrm>
              <a:off x="6899575" y="1333888"/>
              <a:ext cx="1183800" cy="1183800"/>
            </a:xfrm>
            <a:prstGeom prst="ellipse">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 name="Google Shape;107;p16"/>
            <p:cNvSpPr/>
            <p:nvPr/>
          </p:nvSpPr>
          <p:spPr>
            <a:xfrm>
              <a:off x="6982075" y="1416388"/>
              <a:ext cx="1018800" cy="1018800"/>
            </a:xfrm>
            <a:prstGeom prst="ellipse">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 name="Google Shape;108;p16"/>
            <p:cNvSpPr/>
            <p:nvPr/>
          </p:nvSpPr>
          <p:spPr>
            <a:xfrm>
              <a:off x="7408975" y="2583338"/>
              <a:ext cx="165000" cy="165000"/>
            </a:xfrm>
            <a:prstGeom prst="ellipse">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 name="Google Shape;109;p16"/>
            <p:cNvSpPr/>
            <p:nvPr/>
          </p:nvSpPr>
          <p:spPr>
            <a:xfrm>
              <a:off x="7443025" y="2813988"/>
              <a:ext cx="96900" cy="96900"/>
            </a:xfrm>
            <a:prstGeom prst="ellipse">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 name="Google Shape;110;p16"/>
            <p:cNvSpPr/>
            <p:nvPr/>
          </p:nvSpPr>
          <p:spPr>
            <a:xfrm>
              <a:off x="7382425" y="2976538"/>
              <a:ext cx="218100" cy="218100"/>
            </a:xfrm>
            <a:prstGeom prst="ellipse">
              <a:avLst/>
            </a:prstGeom>
            <a:solidFill>
              <a:srgbClr val="FFFFFF"/>
            </a:solidFill>
            <a:ln w="9525"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 name="Google Shape;111;p16"/>
            <p:cNvSpPr/>
            <p:nvPr/>
          </p:nvSpPr>
          <p:spPr>
            <a:xfrm>
              <a:off x="7417375" y="3011383"/>
              <a:ext cx="148200" cy="148200"/>
            </a:xfrm>
            <a:prstGeom prst="ellipse">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 name="Google Shape;112;p16"/>
            <p:cNvSpPr txBox="1"/>
            <p:nvPr/>
          </p:nvSpPr>
          <p:spPr>
            <a:xfrm>
              <a:off x="6549175" y="3450113"/>
              <a:ext cx="18846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endParaRPr>
            </a:p>
          </p:txBody>
        </p:sp>
        <p:sp>
          <p:nvSpPr>
            <p:cNvPr id="113" name="Google Shape;113;p16"/>
            <p:cNvSpPr txBox="1"/>
            <p:nvPr/>
          </p:nvSpPr>
          <p:spPr>
            <a:xfrm>
              <a:off x="6549175" y="3796962"/>
              <a:ext cx="1884600" cy="5349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14" name="Google Shape;114;p16"/>
          <p:cNvGrpSpPr/>
          <p:nvPr/>
        </p:nvGrpSpPr>
        <p:grpSpPr>
          <a:xfrm>
            <a:off x="3542100" y="1778518"/>
            <a:ext cx="2512800" cy="3997300"/>
            <a:chOff x="2656575" y="1333888"/>
            <a:chExt cx="1884600" cy="2997975"/>
          </a:xfrm>
        </p:grpSpPr>
        <p:sp>
          <p:nvSpPr>
            <p:cNvPr id="115" name="Google Shape;115;p16"/>
            <p:cNvSpPr/>
            <p:nvPr/>
          </p:nvSpPr>
          <p:spPr>
            <a:xfrm>
              <a:off x="3006975" y="1333888"/>
              <a:ext cx="1183800" cy="1183800"/>
            </a:xfrm>
            <a:prstGeom prst="ellipse">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 name="Google Shape;116;p16"/>
            <p:cNvSpPr/>
            <p:nvPr/>
          </p:nvSpPr>
          <p:spPr>
            <a:xfrm>
              <a:off x="3089475" y="1416388"/>
              <a:ext cx="1018800" cy="1018800"/>
            </a:xfrm>
            <a:prstGeom prst="ellipse">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 name="Google Shape;117;p16"/>
            <p:cNvSpPr/>
            <p:nvPr/>
          </p:nvSpPr>
          <p:spPr>
            <a:xfrm>
              <a:off x="3516375" y="2583338"/>
              <a:ext cx="165000" cy="165000"/>
            </a:xfrm>
            <a:prstGeom prst="ellipse">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 name="Google Shape;118;p16"/>
            <p:cNvSpPr/>
            <p:nvPr/>
          </p:nvSpPr>
          <p:spPr>
            <a:xfrm>
              <a:off x="3550425" y="2813988"/>
              <a:ext cx="96900" cy="96900"/>
            </a:xfrm>
            <a:prstGeom prst="ellipse">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 name="Google Shape;119;p16"/>
            <p:cNvSpPr/>
            <p:nvPr/>
          </p:nvSpPr>
          <p:spPr>
            <a:xfrm>
              <a:off x="3489825" y="2976538"/>
              <a:ext cx="218100" cy="218100"/>
            </a:xfrm>
            <a:prstGeom prst="ellipse">
              <a:avLst/>
            </a:prstGeom>
            <a:solidFill>
              <a:srgbClr val="FFFFFF"/>
            </a:solidFill>
            <a:ln w="9525"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 name="Google Shape;120;p16"/>
            <p:cNvSpPr/>
            <p:nvPr/>
          </p:nvSpPr>
          <p:spPr>
            <a:xfrm>
              <a:off x="3524775" y="3011383"/>
              <a:ext cx="148200" cy="148200"/>
            </a:xfrm>
            <a:prstGeom prst="ellipse">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 name="Google Shape;121;p16"/>
            <p:cNvSpPr txBox="1"/>
            <p:nvPr/>
          </p:nvSpPr>
          <p:spPr>
            <a:xfrm>
              <a:off x="2656575" y="3450113"/>
              <a:ext cx="18846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sp>
          <p:nvSpPr>
            <p:cNvPr id="122" name="Google Shape;122;p16"/>
            <p:cNvSpPr txBox="1"/>
            <p:nvPr/>
          </p:nvSpPr>
          <p:spPr>
            <a:xfrm>
              <a:off x="2656575" y="3796962"/>
              <a:ext cx="1884600" cy="5349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23" name="Google Shape;123;p16"/>
          <p:cNvGrpSpPr/>
          <p:nvPr/>
        </p:nvGrpSpPr>
        <p:grpSpPr>
          <a:xfrm>
            <a:off x="6137167" y="1778518"/>
            <a:ext cx="2512800" cy="3997300"/>
            <a:chOff x="4602875" y="1333888"/>
            <a:chExt cx="1884600" cy="2997975"/>
          </a:xfrm>
        </p:grpSpPr>
        <p:sp>
          <p:nvSpPr>
            <p:cNvPr id="124" name="Google Shape;124;p16"/>
            <p:cNvSpPr/>
            <p:nvPr/>
          </p:nvSpPr>
          <p:spPr>
            <a:xfrm>
              <a:off x="4953275" y="1333888"/>
              <a:ext cx="1183800" cy="1183800"/>
            </a:xfrm>
            <a:prstGeom prst="ellipse">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 name="Google Shape;125;p16"/>
            <p:cNvSpPr/>
            <p:nvPr/>
          </p:nvSpPr>
          <p:spPr>
            <a:xfrm>
              <a:off x="5035775" y="1416388"/>
              <a:ext cx="1018800" cy="1018800"/>
            </a:xfrm>
            <a:prstGeom prst="ellipse">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 name="Google Shape;126;p16"/>
            <p:cNvSpPr/>
            <p:nvPr/>
          </p:nvSpPr>
          <p:spPr>
            <a:xfrm>
              <a:off x="5462675" y="2583338"/>
              <a:ext cx="165000" cy="165000"/>
            </a:xfrm>
            <a:prstGeom prst="ellipse">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 name="Google Shape;127;p16"/>
            <p:cNvSpPr/>
            <p:nvPr/>
          </p:nvSpPr>
          <p:spPr>
            <a:xfrm>
              <a:off x="5496725" y="2813988"/>
              <a:ext cx="96900" cy="96900"/>
            </a:xfrm>
            <a:prstGeom prst="ellipse">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 name="Google Shape;128;p16"/>
            <p:cNvSpPr/>
            <p:nvPr/>
          </p:nvSpPr>
          <p:spPr>
            <a:xfrm>
              <a:off x="5436125" y="2976538"/>
              <a:ext cx="218100" cy="218100"/>
            </a:xfrm>
            <a:prstGeom prst="ellipse">
              <a:avLst/>
            </a:prstGeom>
            <a:solidFill>
              <a:schemeClr val="lt1"/>
            </a:solidFill>
            <a:ln w="9525"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 name="Google Shape;129;p16"/>
            <p:cNvSpPr/>
            <p:nvPr/>
          </p:nvSpPr>
          <p:spPr>
            <a:xfrm>
              <a:off x="5471075" y="3011383"/>
              <a:ext cx="148200" cy="148200"/>
            </a:xfrm>
            <a:prstGeom prst="ellipse">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 name="Google Shape;130;p16"/>
            <p:cNvSpPr txBox="1"/>
            <p:nvPr/>
          </p:nvSpPr>
          <p:spPr>
            <a:xfrm>
              <a:off x="4602875" y="3450113"/>
              <a:ext cx="18846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sp>
          <p:nvSpPr>
            <p:cNvPr id="131" name="Google Shape;131;p16"/>
            <p:cNvSpPr txBox="1"/>
            <p:nvPr/>
          </p:nvSpPr>
          <p:spPr>
            <a:xfrm>
              <a:off x="4602875" y="3796962"/>
              <a:ext cx="1884600" cy="5349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It’s composed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
        <p:nvSpPr>
          <p:cNvPr id="132" name="Google Shape;132;p16"/>
          <p:cNvSpPr/>
          <p:nvPr/>
        </p:nvSpPr>
        <p:spPr>
          <a:xfrm>
            <a:off x="1857642" y="2223405"/>
            <a:ext cx="691585" cy="688660"/>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3" name="Google Shape;133;p16"/>
          <p:cNvGrpSpPr/>
          <p:nvPr/>
        </p:nvGrpSpPr>
        <p:grpSpPr>
          <a:xfrm>
            <a:off x="7083717" y="2233935"/>
            <a:ext cx="619699" cy="667597"/>
            <a:chOff x="6896644" y="3216007"/>
            <a:chExt cx="322917" cy="347876"/>
          </a:xfrm>
        </p:grpSpPr>
        <p:sp>
          <p:nvSpPr>
            <p:cNvPr id="134" name="Google Shape;134;p16"/>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 name="Google Shape;135;p16"/>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 name="Google Shape;136;p16"/>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 name="Google Shape;137;p16"/>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 name="Google Shape;138;p16"/>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 name="Google Shape;139;p16"/>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 name="Google Shape;140;p16"/>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 name="Google Shape;141;p16"/>
          <p:cNvGrpSpPr/>
          <p:nvPr/>
        </p:nvGrpSpPr>
        <p:grpSpPr>
          <a:xfrm>
            <a:off x="4438955" y="2208858"/>
            <a:ext cx="719092" cy="717751"/>
            <a:chOff x="1421638" y="4125629"/>
            <a:chExt cx="374709" cy="374010"/>
          </a:xfrm>
        </p:grpSpPr>
        <p:sp>
          <p:nvSpPr>
            <p:cNvPr id="142" name="Google Shape;142;p16"/>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 name="Google Shape;143;p16"/>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 name="Google Shape;144;p16"/>
          <p:cNvGrpSpPr/>
          <p:nvPr/>
        </p:nvGrpSpPr>
        <p:grpSpPr>
          <a:xfrm>
            <a:off x="9623999" y="2230675"/>
            <a:ext cx="729268" cy="674117"/>
            <a:chOff x="7384751" y="4147984"/>
            <a:chExt cx="380012" cy="351274"/>
          </a:xfrm>
        </p:grpSpPr>
        <p:sp>
          <p:nvSpPr>
            <p:cNvPr id="145" name="Google Shape;145;p16"/>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 name="Google Shape;146;p16"/>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 name="Google Shape;147;p16"/>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 name="Google Shape;148;p16"/>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 name="Google Shape;149;p16"/>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244999270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153"/>
        <p:cNvGrpSpPr/>
        <p:nvPr/>
      </p:nvGrpSpPr>
      <p:grpSpPr>
        <a:xfrm>
          <a:off x="0" y="0"/>
          <a:ext cx="0" cy="0"/>
          <a:chOff x="0" y="0"/>
          <a:chExt cx="0" cy="0"/>
        </a:xfrm>
      </p:grpSpPr>
      <p:grpSp>
        <p:nvGrpSpPr>
          <p:cNvPr id="154" name="Google Shape;154;p17"/>
          <p:cNvGrpSpPr/>
          <p:nvPr/>
        </p:nvGrpSpPr>
        <p:grpSpPr>
          <a:xfrm>
            <a:off x="4358867" y="2039448"/>
            <a:ext cx="3474400" cy="3475600"/>
            <a:chOff x="3269150" y="1529586"/>
            <a:chExt cx="2605800" cy="2606700"/>
          </a:xfrm>
        </p:grpSpPr>
        <p:sp>
          <p:nvSpPr>
            <p:cNvPr id="155" name="Google Shape;155;p17"/>
            <p:cNvSpPr/>
            <p:nvPr/>
          </p:nvSpPr>
          <p:spPr>
            <a:xfrm>
              <a:off x="3269150" y="1529586"/>
              <a:ext cx="2605800" cy="2606700"/>
            </a:xfrm>
            <a:prstGeom prst="ellipse">
              <a:avLst/>
            </a:prstGeom>
            <a:noFill/>
            <a:ln w="19050" cap="flat" cmpd="sng">
              <a:solidFill>
                <a:srgbClr val="000000"/>
              </a:solidFill>
              <a:prstDash val="dot"/>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 name="Google Shape;156;p17"/>
            <p:cNvSpPr/>
            <p:nvPr/>
          </p:nvSpPr>
          <p:spPr>
            <a:xfrm>
              <a:off x="3734500" y="1995080"/>
              <a:ext cx="1675200" cy="1675500"/>
            </a:xfrm>
            <a:prstGeom prst="ellipse">
              <a:avLst/>
            </a:prstGeom>
            <a:noFill/>
            <a:ln w="19050" cap="flat" cmpd="sng">
              <a:solidFill>
                <a:srgbClr val="000000"/>
              </a:solidFill>
              <a:prstDash val="dot"/>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 name="Google Shape;157;p17"/>
            <p:cNvSpPr/>
            <p:nvPr/>
          </p:nvSpPr>
          <p:spPr>
            <a:xfrm>
              <a:off x="4143200" y="2404050"/>
              <a:ext cx="857700" cy="857700"/>
            </a:xfrm>
            <a:prstGeom prst="ellipse">
              <a:avLst/>
            </a:prstGeom>
            <a:solidFill>
              <a:schemeClr val="accent6"/>
            </a:solidFill>
            <a:ln>
              <a:noFill/>
            </a:ln>
          </p:spPr>
          <p:txBody>
            <a:bodyPr spcFirstLastPara="1" wrap="square" lIns="0" tIns="121900" rIns="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Earth</a:t>
              </a:r>
              <a:endParaRPr kumimoji="0" sz="2267" b="0" i="0" u="none" strike="noStrike" kern="0" cap="none" spc="0" normalizeH="0" baseline="0" noProof="0">
                <a:ln>
                  <a:noFill/>
                </a:ln>
                <a:solidFill>
                  <a:srgbClr val="FFFFFF"/>
                </a:solidFill>
                <a:effectLst/>
                <a:uLnTx/>
                <a:uFillTx/>
                <a:latin typeface="Arial"/>
                <a:ea typeface="+mn-ea"/>
                <a:cs typeface="Arial"/>
                <a:sym typeface="Arial"/>
              </a:endParaRPr>
            </a:p>
          </p:txBody>
        </p:sp>
      </p:grpSp>
      <p:sp>
        <p:nvSpPr>
          <p:cNvPr id="158" name="Google Shape;158;p17"/>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59" name="Google Shape;159;p17"/>
          <p:cNvGrpSpPr/>
          <p:nvPr/>
        </p:nvGrpSpPr>
        <p:grpSpPr>
          <a:xfrm>
            <a:off x="947018" y="1993334"/>
            <a:ext cx="4032317" cy="1382465"/>
            <a:chOff x="710263" y="1495000"/>
            <a:chExt cx="3024238" cy="1036849"/>
          </a:xfrm>
        </p:grpSpPr>
        <p:sp>
          <p:nvSpPr>
            <p:cNvPr id="160" name="Google Shape;160;p17"/>
            <p:cNvSpPr/>
            <p:nvPr/>
          </p:nvSpPr>
          <p:spPr>
            <a:xfrm>
              <a:off x="3199600" y="1745975"/>
              <a:ext cx="534900" cy="534900"/>
            </a:xfrm>
            <a:prstGeom prst="ellipse">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cxnSp>
          <p:nvCxnSpPr>
            <p:cNvPr id="161" name="Google Shape;161;p17"/>
            <p:cNvCxnSpPr>
              <a:stCxn id="160" idx="2"/>
            </p:cNvCxnSpPr>
            <p:nvPr/>
          </p:nvCxnSpPr>
          <p:spPr>
            <a:xfrm rot="10800000">
              <a:off x="2709700" y="2013425"/>
              <a:ext cx="489900" cy="0"/>
            </a:xfrm>
            <a:prstGeom prst="straightConnector1">
              <a:avLst/>
            </a:prstGeom>
            <a:noFill/>
            <a:ln w="9525" cap="flat" cmpd="sng">
              <a:solidFill>
                <a:schemeClr val="accent1"/>
              </a:solidFill>
              <a:prstDash val="solid"/>
              <a:round/>
              <a:headEnd type="none" w="med" len="med"/>
              <a:tailEnd type="oval" w="med" len="med"/>
            </a:ln>
          </p:spPr>
        </p:cxnSp>
        <p:grpSp>
          <p:nvGrpSpPr>
            <p:cNvPr id="162" name="Google Shape;162;p17"/>
            <p:cNvGrpSpPr/>
            <p:nvPr/>
          </p:nvGrpSpPr>
          <p:grpSpPr>
            <a:xfrm>
              <a:off x="710263" y="1495000"/>
              <a:ext cx="1884600" cy="1036849"/>
              <a:chOff x="3590550" y="1413338"/>
              <a:chExt cx="1884600" cy="1036849"/>
            </a:xfrm>
          </p:grpSpPr>
          <p:sp>
            <p:nvSpPr>
              <p:cNvPr id="163" name="Google Shape;163;p17"/>
              <p:cNvSpPr txBox="1"/>
              <p:nvPr/>
            </p:nvSpPr>
            <p:spPr>
              <a:xfrm>
                <a:off x="3590550" y="1685187"/>
                <a:ext cx="1884600" cy="765000"/>
              </a:xfrm>
              <a:prstGeom prst="rect">
                <a:avLst/>
              </a:prstGeom>
              <a:noFill/>
              <a:ln>
                <a:noFill/>
              </a:ln>
            </p:spPr>
            <p:txBody>
              <a:bodyPr spcFirstLastPara="1" wrap="square" lIns="121900" tIns="121900" rIns="1219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closest planet to the Sun and the smallest one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64" name="Google Shape;164;p17"/>
              <p:cNvSpPr txBox="1"/>
              <p:nvPr/>
            </p:nvSpPr>
            <p:spPr>
              <a:xfrm>
                <a:off x="3590550" y="1413338"/>
                <a:ext cx="1884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grpSp>
      </p:grpSp>
      <p:grpSp>
        <p:nvGrpSpPr>
          <p:cNvPr id="165" name="Google Shape;165;p17"/>
          <p:cNvGrpSpPr/>
          <p:nvPr/>
        </p:nvGrpSpPr>
        <p:grpSpPr>
          <a:xfrm>
            <a:off x="947018" y="4178535"/>
            <a:ext cx="4032317" cy="1382464"/>
            <a:chOff x="710263" y="3133901"/>
            <a:chExt cx="3024238" cy="1036848"/>
          </a:xfrm>
        </p:grpSpPr>
        <p:grpSp>
          <p:nvGrpSpPr>
            <p:cNvPr id="166" name="Google Shape;166;p17"/>
            <p:cNvGrpSpPr/>
            <p:nvPr/>
          </p:nvGrpSpPr>
          <p:grpSpPr>
            <a:xfrm>
              <a:off x="710263" y="3133901"/>
              <a:ext cx="1884600" cy="1036848"/>
              <a:chOff x="3590550" y="3052092"/>
              <a:chExt cx="1884600" cy="1036848"/>
            </a:xfrm>
          </p:grpSpPr>
          <p:sp>
            <p:nvSpPr>
              <p:cNvPr id="167" name="Google Shape;167;p17"/>
              <p:cNvSpPr txBox="1"/>
              <p:nvPr/>
            </p:nvSpPr>
            <p:spPr>
              <a:xfrm>
                <a:off x="3590550" y="3052092"/>
                <a:ext cx="1884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endParaRPr>
              </a:p>
            </p:txBody>
          </p:sp>
          <p:sp>
            <p:nvSpPr>
              <p:cNvPr id="168" name="Google Shape;168;p17"/>
              <p:cNvSpPr txBox="1"/>
              <p:nvPr/>
            </p:nvSpPr>
            <p:spPr>
              <a:xfrm>
                <a:off x="3590550" y="3323940"/>
                <a:ext cx="1884600" cy="765000"/>
              </a:xfrm>
              <a:prstGeom prst="rect">
                <a:avLst/>
              </a:prstGeom>
              <a:noFill/>
              <a:ln>
                <a:noFill/>
              </a:ln>
            </p:spPr>
            <p:txBody>
              <a:bodyPr spcFirstLastPara="1" wrap="square" lIns="121900" tIns="121900" rIns="1219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cold place full of iron oxide dust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
          <p:nvSpPr>
            <p:cNvPr id="169" name="Google Shape;169;p17"/>
            <p:cNvSpPr/>
            <p:nvPr/>
          </p:nvSpPr>
          <p:spPr>
            <a:xfrm>
              <a:off x="3199600" y="3384875"/>
              <a:ext cx="534900" cy="534900"/>
            </a:xfrm>
            <a:prstGeom prst="ellipse">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cxnSp>
          <p:nvCxnSpPr>
            <p:cNvPr id="170" name="Google Shape;170;p17"/>
            <p:cNvCxnSpPr>
              <a:stCxn id="169" idx="2"/>
            </p:cNvCxnSpPr>
            <p:nvPr/>
          </p:nvCxnSpPr>
          <p:spPr>
            <a:xfrm rot="10800000">
              <a:off x="2709700" y="3652325"/>
              <a:ext cx="489900" cy="0"/>
            </a:xfrm>
            <a:prstGeom prst="straightConnector1">
              <a:avLst/>
            </a:prstGeom>
            <a:noFill/>
            <a:ln w="9525" cap="flat" cmpd="sng">
              <a:solidFill>
                <a:schemeClr val="accent4"/>
              </a:solidFill>
              <a:prstDash val="solid"/>
              <a:round/>
              <a:headEnd type="none" w="med" len="med"/>
              <a:tailEnd type="oval" w="med" len="med"/>
            </a:ln>
          </p:spPr>
        </p:cxnSp>
      </p:grpSp>
      <p:grpSp>
        <p:nvGrpSpPr>
          <p:cNvPr id="171" name="Google Shape;171;p17"/>
          <p:cNvGrpSpPr/>
          <p:nvPr/>
        </p:nvGrpSpPr>
        <p:grpSpPr>
          <a:xfrm>
            <a:off x="7212934" y="4178535"/>
            <a:ext cx="4032100" cy="1382464"/>
            <a:chOff x="5409700" y="3133901"/>
            <a:chExt cx="3024075" cy="1036848"/>
          </a:xfrm>
        </p:grpSpPr>
        <p:grpSp>
          <p:nvGrpSpPr>
            <p:cNvPr id="172" name="Google Shape;172;p17"/>
            <p:cNvGrpSpPr/>
            <p:nvPr/>
          </p:nvGrpSpPr>
          <p:grpSpPr>
            <a:xfrm>
              <a:off x="6549175" y="3133901"/>
              <a:ext cx="1884600" cy="1036848"/>
              <a:chOff x="6620075" y="3052092"/>
              <a:chExt cx="1884600" cy="1036848"/>
            </a:xfrm>
          </p:grpSpPr>
          <p:sp>
            <p:nvSpPr>
              <p:cNvPr id="173" name="Google Shape;173;p17"/>
              <p:cNvSpPr txBox="1"/>
              <p:nvPr/>
            </p:nvSpPr>
            <p:spPr>
              <a:xfrm>
                <a:off x="6620075" y="3052092"/>
                <a:ext cx="1884600" cy="354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Earth</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sp>
            <p:nvSpPr>
              <p:cNvPr id="174" name="Google Shape;174;p17"/>
              <p:cNvSpPr txBox="1"/>
              <p:nvPr/>
            </p:nvSpPr>
            <p:spPr>
              <a:xfrm>
                <a:off x="6620075" y="3323940"/>
                <a:ext cx="1884600" cy="7650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 and the only one that harbors life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
          <p:nvSpPr>
            <p:cNvPr id="175" name="Google Shape;175;p17"/>
            <p:cNvSpPr/>
            <p:nvPr/>
          </p:nvSpPr>
          <p:spPr>
            <a:xfrm>
              <a:off x="5409700" y="3384875"/>
              <a:ext cx="534900" cy="534900"/>
            </a:xfrm>
            <a:prstGeom prst="ellipse">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cxnSp>
          <p:nvCxnSpPr>
            <p:cNvPr id="176" name="Google Shape;176;p17"/>
            <p:cNvCxnSpPr>
              <a:endCxn id="175" idx="6"/>
            </p:cNvCxnSpPr>
            <p:nvPr/>
          </p:nvCxnSpPr>
          <p:spPr>
            <a:xfrm rot="10800000">
              <a:off x="5944600" y="3652325"/>
              <a:ext cx="489900" cy="0"/>
            </a:xfrm>
            <a:prstGeom prst="straightConnector1">
              <a:avLst/>
            </a:prstGeom>
            <a:noFill/>
            <a:ln w="9525" cap="flat" cmpd="sng">
              <a:solidFill>
                <a:schemeClr val="accent3"/>
              </a:solidFill>
              <a:prstDash val="solid"/>
              <a:round/>
              <a:headEnd type="oval" w="med" len="med"/>
              <a:tailEnd type="none" w="med" len="med"/>
            </a:ln>
          </p:spPr>
        </p:cxnSp>
      </p:grpSp>
      <p:grpSp>
        <p:nvGrpSpPr>
          <p:cNvPr id="177" name="Google Shape;177;p17"/>
          <p:cNvGrpSpPr/>
          <p:nvPr/>
        </p:nvGrpSpPr>
        <p:grpSpPr>
          <a:xfrm>
            <a:off x="7212934" y="1993334"/>
            <a:ext cx="4032100" cy="1382465"/>
            <a:chOff x="5409700" y="1495000"/>
            <a:chExt cx="3024075" cy="1036849"/>
          </a:xfrm>
        </p:grpSpPr>
        <p:grpSp>
          <p:nvGrpSpPr>
            <p:cNvPr id="178" name="Google Shape;178;p17"/>
            <p:cNvGrpSpPr/>
            <p:nvPr/>
          </p:nvGrpSpPr>
          <p:grpSpPr>
            <a:xfrm>
              <a:off x="6549175" y="1495000"/>
              <a:ext cx="1884600" cy="1036849"/>
              <a:chOff x="6620075" y="1413338"/>
              <a:chExt cx="1884600" cy="1036849"/>
            </a:xfrm>
          </p:grpSpPr>
          <p:sp>
            <p:nvSpPr>
              <p:cNvPr id="179" name="Google Shape;179;p17"/>
              <p:cNvSpPr txBox="1"/>
              <p:nvPr/>
            </p:nvSpPr>
            <p:spPr>
              <a:xfrm>
                <a:off x="6620075" y="1413338"/>
                <a:ext cx="1884600" cy="354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sp>
            <p:nvSpPr>
              <p:cNvPr id="180" name="Google Shape;180;p17"/>
              <p:cNvSpPr txBox="1"/>
              <p:nvPr/>
            </p:nvSpPr>
            <p:spPr>
              <a:xfrm>
                <a:off x="6620075" y="1685187"/>
                <a:ext cx="1884600" cy="7650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the fourth-largest one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
          <p:nvSpPr>
            <p:cNvPr id="181" name="Google Shape;181;p17"/>
            <p:cNvSpPr/>
            <p:nvPr/>
          </p:nvSpPr>
          <p:spPr>
            <a:xfrm>
              <a:off x="5409700" y="1745975"/>
              <a:ext cx="534900" cy="534900"/>
            </a:xfrm>
            <a:prstGeom prst="ellipse">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cxnSp>
          <p:nvCxnSpPr>
            <p:cNvPr id="182" name="Google Shape;182;p17"/>
            <p:cNvCxnSpPr>
              <a:endCxn id="181" idx="6"/>
            </p:cNvCxnSpPr>
            <p:nvPr/>
          </p:nvCxnSpPr>
          <p:spPr>
            <a:xfrm rot="10800000">
              <a:off x="5944600" y="2013425"/>
              <a:ext cx="489900" cy="0"/>
            </a:xfrm>
            <a:prstGeom prst="straightConnector1">
              <a:avLst/>
            </a:prstGeom>
            <a:noFill/>
            <a:ln w="9525" cap="flat" cmpd="sng">
              <a:solidFill>
                <a:schemeClr val="accent2"/>
              </a:solidFill>
              <a:prstDash val="solid"/>
              <a:round/>
              <a:headEnd type="oval" w="med" len="med"/>
              <a:tailEnd type="none" w="med" len="med"/>
            </a:ln>
          </p:spPr>
        </p:cxnSp>
      </p:grpSp>
      <p:grpSp>
        <p:nvGrpSpPr>
          <p:cNvPr id="183" name="Google Shape;183;p17"/>
          <p:cNvGrpSpPr/>
          <p:nvPr/>
        </p:nvGrpSpPr>
        <p:grpSpPr>
          <a:xfrm>
            <a:off x="4420628" y="2482519"/>
            <a:ext cx="404216" cy="404091"/>
            <a:chOff x="5642475" y="1435075"/>
            <a:chExt cx="481975" cy="481825"/>
          </a:xfrm>
        </p:grpSpPr>
        <p:sp>
          <p:nvSpPr>
            <p:cNvPr id="184" name="Google Shape;184;p17"/>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85" name="Google Shape;185;p17"/>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86" name="Google Shape;186;p17"/>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87" name="Google Shape;187;p17"/>
          <p:cNvGrpSpPr/>
          <p:nvPr/>
        </p:nvGrpSpPr>
        <p:grpSpPr>
          <a:xfrm>
            <a:off x="4420721" y="4667712"/>
            <a:ext cx="404028" cy="404112"/>
            <a:chOff x="5049725" y="2027900"/>
            <a:chExt cx="481750" cy="481850"/>
          </a:xfrm>
        </p:grpSpPr>
        <p:sp>
          <p:nvSpPr>
            <p:cNvPr id="188" name="Google Shape;188;p17"/>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89" name="Google Shape;189;p17"/>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90" name="Google Shape;190;p17"/>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91" name="Google Shape;191;p17"/>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92" name="Google Shape;192;p17"/>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93" name="Google Shape;193;p17"/>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94" name="Google Shape;194;p17"/>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95" name="Google Shape;195;p17"/>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96" name="Google Shape;196;p17"/>
          <p:cNvGrpSpPr/>
          <p:nvPr/>
        </p:nvGrpSpPr>
        <p:grpSpPr>
          <a:xfrm>
            <a:off x="7438579" y="2482616"/>
            <a:ext cx="261916" cy="403901"/>
            <a:chOff x="5726350" y="2028150"/>
            <a:chExt cx="312300" cy="481600"/>
          </a:xfrm>
        </p:grpSpPr>
        <p:sp>
          <p:nvSpPr>
            <p:cNvPr id="197" name="Google Shape;197;p17"/>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98" name="Google Shape;198;p17"/>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99" name="Google Shape;199;p17"/>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200" name="Google Shape;200;p17"/>
          <p:cNvGrpSpPr/>
          <p:nvPr/>
        </p:nvGrpSpPr>
        <p:grpSpPr>
          <a:xfrm>
            <a:off x="7366702" y="4667712"/>
            <a:ext cx="405663" cy="404112"/>
            <a:chOff x="898875" y="4399275"/>
            <a:chExt cx="483700" cy="481850"/>
          </a:xfrm>
        </p:grpSpPr>
        <p:sp>
          <p:nvSpPr>
            <p:cNvPr id="201" name="Google Shape;201;p17"/>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02" name="Google Shape;202;p17"/>
            <p:cNvSpPr/>
            <p:nvPr/>
          </p:nvSpPr>
          <p:spPr>
            <a:xfrm>
              <a:off x="1138025" y="4763350"/>
              <a:ext cx="25" cy="25"/>
            </a:xfrm>
            <a:custGeom>
              <a:avLst/>
              <a:gdLst/>
              <a:ahLst/>
              <a:cxnLst/>
              <a:rect l="l" t="t" r="r" b="b"/>
              <a:pathLst>
                <a:path w="1" h="1" extrusionOk="0">
                  <a:moveTo>
                    <a:pt x="1" y="0"/>
                  </a:move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03" name="Google Shape;203;p17"/>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04" name="Google Shape;204;p17"/>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05" name="Google Shape;205;p17"/>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06" name="Google Shape;206;p17"/>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07" name="Google Shape;207;p17"/>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08" name="Google Shape;208;p17"/>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Tree>
    <p:extLst>
      <p:ext uri="{BB962C8B-B14F-4D97-AF65-F5344CB8AC3E}">
        <p14:creationId xmlns:p14="http://schemas.microsoft.com/office/powerpoint/2010/main" val="2619956367"/>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212"/>
        <p:cNvGrpSpPr/>
        <p:nvPr/>
      </p:nvGrpSpPr>
      <p:grpSpPr>
        <a:xfrm>
          <a:off x="0" y="0"/>
          <a:ext cx="0" cy="0"/>
          <a:chOff x="0" y="0"/>
          <a:chExt cx="0" cy="0"/>
        </a:xfrm>
      </p:grpSpPr>
      <p:grpSp>
        <p:nvGrpSpPr>
          <p:cNvPr id="213" name="Google Shape;213;p18"/>
          <p:cNvGrpSpPr/>
          <p:nvPr/>
        </p:nvGrpSpPr>
        <p:grpSpPr>
          <a:xfrm>
            <a:off x="947018" y="1936367"/>
            <a:ext cx="5149217" cy="1448116"/>
            <a:chOff x="710263" y="1452275"/>
            <a:chExt cx="3861913" cy="1086087"/>
          </a:xfrm>
        </p:grpSpPr>
        <p:sp>
          <p:nvSpPr>
            <p:cNvPr id="214" name="Google Shape;214;p18"/>
            <p:cNvSpPr/>
            <p:nvPr/>
          </p:nvSpPr>
          <p:spPr>
            <a:xfrm>
              <a:off x="710275" y="1452275"/>
              <a:ext cx="3861900" cy="471900"/>
            </a:xfrm>
            <a:prstGeom prst="roundRect">
              <a:avLst>
                <a:gd name="adj" fmla="val 50000"/>
              </a:avLst>
            </a:prstGeom>
            <a:solidFill>
              <a:schemeClr val="accent1"/>
            </a:solidFill>
            <a:ln>
              <a:noFill/>
            </a:ln>
          </p:spPr>
          <p:txBody>
            <a:bodyPr spcFirstLastPara="1" wrap="square" lIns="8534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Neptune</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15" name="Google Shape;215;p18"/>
            <p:cNvSpPr txBox="1"/>
            <p:nvPr/>
          </p:nvSpPr>
          <p:spPr>
            <a:xfrm>
              <a:off x="710263" y="2003462"/>
              <a:ext cx="22650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a gas giant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216" name="Google Shape;216;p18"/>
            <p:cNvSpPr/>
            <p:nvPr/>
          </p:nvSpPr>
          <p:spPr>
            <a:xfrm>
              <a:off x="773579" y="1498027"/>
              <a:ext cx="380400" cy="380400"/>
            </a:xfrm>
            <a:prstGeom prst="ellipse">
              <a:avLst/>
            </a:pr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 name="Google Shape;217;p18"/>
          <p:cNvGrpSpPr/>
          <p:nvPr/>
        </p:nvGrpSpPr>
        <p:grpSpPr>
          <a:xfrm>
            <a:off x="946984" y="3925196"/>
            <a:ext cx="5149253" cy="1489571"/>
            <a:chOff x="710238" y="2943897"/>
            <a:chExt cx="3861940" cy="1117178"/>
          </a:xfrm>
        </p:grpSpPr>
        <p:sp>
          <p:nvSpPr>
            <p:cNvPr id="218" name="Google Shape;218;p18"/>
            <p:cNvSpPr/>
            <p:nvPr/>
          </p:nvSpPr>
          <p:spPr>
            <a:xfrm>
              <a:off x="710278" y="3589175"/>
              <a:ext cx="3861900" cy="471900"/>
            </a:xfrm>
            <a:prstGeom prst="roundRect">
              <a:avLst>
                <a:gd name="adj" fmla="val 50000"/>
              </a:avLst>
            </a:prstGeom>
            <a:solidFill>
              <a:schemeClr val="accent2"/>
            </a:solidFill>
            <a:ln>
              <a:noFill/>
            </a:ln>
          </p:spPr>
          <p:txBody>
            <a:bodyPr spcFirstLastPara="1" wrap="square" lIns="8534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Earth</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19" name="Google Shape;219;p18"/>
            <p:cNvSpPr txBox="1"/>
            <p:nvPr/>
          </p:nvSpPr>
          <p:spPr>
            <a:xfrm>
              <a:off x="710238" y="2943897"/>
              <a:ext cx="22650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220" name="Google Shape;220;p18"/>
            <p:cNvSpPr/>
            <p:nvPr/>
          </p:nvSpPr>
          <p:spPr>
            <a:xfrm>
              <a:off x="773579" y="3634937"/>
              <a:ext cx="380400" cy="380400"/>
            </a:xfrm>
            <a:prstGeom prst="ellipse">
              <a:avLst/>
            </a:pr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 name="Google Shape;221;p18"/>
          <p:cNvGrpSpPr/>
          <p:nvPr/>
        </p:nvGrpSpPr>
        <p:grpSpPr>
          <a:xfrm>
            <a:off x="6096116" y="1936367"/>
            <a:ext cx="5149200" cy="1448108"/>
            <a:chOff x="4572087" y="1452275"/>
            <a:chExt cx="3861900" cy="1086081"/>
          </a:xfrm>
        </p:grpSpPr>
        <p:sp>
          <p:nvSpPr>
            <p:cNvPr id="222" name="Google Shape;222;p18"/>
            <p:cNvSpPr/>
            <p:nvPr/>
          </p:nvSpPr>
          <p:spPr>
            <a:xfrm>
              <a:off x="4572087" y="1452275"/>
              <a:ext cx="3861900" cy="471900"/>
            </a:xfrm>
            <a:prstGeom prst="roundRect">
              <a:avLst>
                <a:gd name="adj" fmla="val 50000"/>
              </a:avLst>
            </a:prstGeom>
            <a:solidFill>
              <a:schemeClr val="accent3"/>
            </a:solidFill>
            <a:ln>
              <a:noFill/>
            </a:ln>
          </p:spPr>
          <p:txBody>
            <a:bodyPr spcFirstLastPara="1" wrap="square" lIns="121900" tIns="121900" rIns="7315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Mars</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3" name="Google Shape;223;p18"/>
            <p:cNvSpPr txBox="1"/>
            <p:nvPr/>
          </p:nvSpPr>
          <p:spPr>
            <a:xfrm>
              <a:off x="6168763" y="2003456"/>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224" name="Google Shape;224;p18"/>
            <p:cNvSpPr/>
            <p:nvPr/>
          </p:nvSpPr>
          <p:spPr>
            <a:xfrm>
              <a:off x="7990183" y="1498014"/>
              <a:ext cx="380400" cy="380400"/>
            </a:xfrm>
            <a:prstGeom prst="ellipse">
              <a:avLst/>
            </a:pr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 name="Google Shape;225;p18"/>
          <p:cNvGrpSpPr/>
          <p:nvPr/>
        </p:nvGrpSpPr>
        <p:grpSpPr>
          <a:xfrm>
            <a:off x="6095887" y="3925207"/>
            <a:ext cx="5149200" cy="1489560"/>
            <a:chOff x="4571915" y="2943905"/>
            <a:chExt cx="3861900" cy="1117170"/>
          </a:xfrm>
        </p:grpSpPr>
        <p:sp>
          <p:nvSpPr>
            <p:cNvPr id="226" name="Google Shape;226;p18"/>
            <p:cNvSpPr/>
            <p:nvPr/>
          </p:nvSpPr>
          <p:spPr>
            <a:xfrm>
              <a:off x="4571915" y="3589175"/>
              <a:ext cx="3861900" cy="471900"/>
            </a:xfrm>
            <a:prstGeom prst="roundRect">
              <a:avLst>
                <a:gd name="adj" fmla="val 50000"/>
              </a:avLst>
            </a:prstGeom>
            <a:solidFill>
              <a:schemeClr val="accent4"/>
            </a:solidFill>
            <a:ln>
              <a:noFill/>
            </a:ln>
          </p:spPr>
          <p:txBody>
            <a:bodyPr spcFirstLastPara="1" wrap="square" lIns="121900" tIns="121900" rIns="7315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Jupiter</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7" name="Google Shape;227;p18"/>
            <p:cNvSpPr txBox="1"/>
            <p:nvPr/>
          </p:nvSpPr>
          <p:spPr>
            <a:xfrm>
              <a:off x="6168738" y="2943905"/>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 of them all</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228" name="Google Shape;228;p18"/>
            <p:cNvSpPr/>
            <p:nvPr/>
          </p:nvSpPr>
          <p:spPr>
            <a:xfrm>
              <a:off x="7990183" y="3634821"/>
              <a:ext cx="380400" cy="380400"/>
            </a:xfrm>
            <a:prstGeom prst="ellipse">
              <a:avLst/>
            </a:pr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 name="Google Shape;229;p18"/>
          <p:cNvGrpSpPr/>
          <p:nvPr/>
        </p:nvGrpSpPr>
        <p:grpSpPr>
          <a:xfrm>
            <a:off x="10766581" y="2110284"/>
            <a:ext cx="281193" cy="281193"/>
            <a:chOff x="5049725" y="249400"/>
            <a:chExt cx="481825" cy="481825"/>
          </a:xfrm>
        </p:grpSpPr>
        <p:sp>
          <p:nvSpPr>
            <p:cNvPr id="230" name="Google Shape;230;p18"/>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31" name="Google Shape;231;p18"/>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232" name="Google Shape;232;p18"/>
          <p:cNvGrpSpPr/>
          <p:nvPr/>
        </p:nvGrpSpPr>
        <p:grpSpPr>
          <a:xfrm>
            <a:off x="10766581" y="4959268"/>
            <a:ext cx="281193" cy="281193"/>
            <a:chOff x="5660400" y="238125"/>
            <a:chExt cx="481825" cy="481825"/>
          </a:xfrm>
        </p:grpSpPr>
        <p:sp>
          <p:nvSpPr>
            <p:cNvPr id="233" name="Google Shape;233;p18"/>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34" name="Google Shape;234;p18"/>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235" name="Google Shape;235;p18"/>
          <p:cNvSpPr/>
          <p:nvPr/>
        </p:nvSpPr>
        <p:spPr>
          <a:xfrm>
            <a:off x="1159798" y="4959442"/>
            <a:ext cx="250481" cy="28119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236" name="Google Shape;236;p18"/>
          <p:cNvGrpSpPr/>
          <p:nvPr/>
        </p:nvGrpSpPr>
        <p:grpSpPr>
          <a:xfrm>
            <a:off x="1161461" y="2110318"/>
            <a:ext cx="247155" cy="281193"/>
            <a:chOff x="6264525" y="842250"/>
            <a:chExt cx="423500" cy="481825"/>
          </a:xfrm>
        </p:grpSpPr>
        <p:sp>
          <p:nvSpPr>
            <p:cNvPr id="237" name="Google Shape;237;p18"/>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38" name="Google Shape;238;p18"/>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39" name="Google Shape;239;p18"/>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40" name="Google Shape;240;p18"/>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41" name="Google Shape;241;p18"/>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42" name="Google Shape;242;p18"/>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243" name="Google Shape;243;p18"/>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244" name="Google Shape;244;p18"/>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245" name="Google Shape;245;p18"/>
          <p:cNvGrpSpPr/>
          <p:nvPr/>
        </p:nvGrpSpPr>
        <p:grpSpPr>
          <a:xfrm>
            <a:off x="4305833" y="1885300"/>
            <a:ext cx="3580400" cy="3580400"/>
            <a:chOff x="3229375" y="1413975"/>
            <a:chExt cx="2685300" cy="2685300"/>
          </a:xfrm>
        </p:grpSpPr>
        <p:sp>
          <p:nvSpPr>
            <p:cNvPr id="246" name="Google Shape;246;p18"/>
            <p:cNvSpPr/>
            <p:nvPr/>
          </p:nvSpPr>
          <p:spPr>
            <a:xfrm>
              <a:off x="3229375" y="1413975"/>
              <a:ext cx="2685300" cy="2685300"/>
            </a:xfrm>
            <a:prstGeom prst="ellipse">
              <a:avLst/>
            </a:pr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247;p18"/>
            <p:cNvSpPr/>
            <p:nvPr/>
          </p:nvSpPr>
          <p:spPr>
            <a:xfrm>
              <a:off x="3479913" y="1664525"/>
              <a:ext cx="2184300" cy="2184300"/>
            </a:xfrm>
            <a:prstGeom prst="ellipse">
              <a:avLst/>
            </a:prstGeom>
            <a:noFill/>
            <a:ln w="9525" cap="flat" cmpd="sng">
              <a:solidFill>
                <a:srgbClr val="000000"/>
              </a:solidFill>
              <a:prstDash val="dash"/>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18"/>
            <p:cNvSpPr/>
            <p:nvPr/>
          </p:nvSpPr>
          <p:spPr>
            <a:xfrm>
              <a:off x="3666663" y="1851275"/>
              <a:ext cx="1810800" cy="1810800"/>
            </a:xfrm>
            <a:prstGeom prst="ellipse">
              <a:avLst/>
            </a:prstGeom>
            <a:solidFill>
              <a:schemeClr val="accent6"/>
            </a:solidFill>
            <a:ln>
              <a:noFill/>
            </a:ln>
          </p:spPr>
          <p:txBody>
            <a:bodyPr spcFirstLastPara="1" wrap="square" lIns="121900" tIns="6096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FFFFFF"/>
                  </a:solidFill>
                  <a:effectLst/>
                  <a:uLnTx/>
                  <a:uFillTx/>
                  <a:latin typeface="Roboto"/>
                  <a:ea typeface="Roboto"/>
                  <a:cs typeface="Roboto"/>
                  <a:sym typeface="Roboto"/>
                </a:rPr>
                <a:t>Venus has a nice name and is the second</a:t>
              </a:r>
              <a:endParaRPr kumimoji="0" sz="1600" b="0" i="0" u="none" strike="noStrike" kern="0" cap="none" spc="0" normalizeH="0" baseline="0" noProof="0">
                <a:ln>
                  <a:noFill/>
                </a:ln>
                <a:solidFill>
                  <a:srgbClr val="FFFFFF"/>
                </a:solidFill>
                <a:effectLst/>
                <a:uLnTx/>
                <a:uFillTx/>
                <a:latin typeface="Roboto"/>
                <a:ea typeface="Roboto"/>
                <a:cs typeface="Roboto"/>
                <a:sym typeface="Roboto"/>
              </a:endParaRPr>
            </a:p>
          </p:txBody>
        </p:sp>
      </p:grpSp>
      <p:sp>
        <p:nvSpPr>
          <p:cNvPr id="249" name="Google Shape;249;p18"/>
          <p:cNvSpPr/>
          <p:nvPr/>
        </p:nvSpPr>
        <p:spPr>
          <a:xfrm>
            <a:off x="5869857" y="2802264"/>
            <a:ext cx="452337" cy="42408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Tree>
    <p:extLst>
      <p:ext uri="{BB962C8B-B14F-4D97-AF65-F5344CB8AC3E}">
        <p14:creationId xmlns:p14="http://schemas.microsoft.com/office/powerpoint/2010/main" val="163546611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299"/>
        <p:cNvGrpSpPr/>
        <p:nvPr/>
      </p:nvGrpSpPr>
      <p:grpSpPr>
        <a:xfrm>
          <a:off x="0" y="0"/>
          <a:ext cx="0" cy="0"/>
          <a:chOff x="0" y="0"/>
          <a:chExt cx="0" cy="0"/>
        </a:xfrm>
      </p:grpSpPr>
      <p:grpSp>
        <p:nvGrpSpPr>
          <p:cNvPr id="300" name="Google Shape;300;p20"/>
          <p:cNvGrpSpPr/>
          <p:nvPr/>
        </p:nvGrpSpPr>
        <p:grpSpPr>
          <a:xfrm>
            <a:off x="947063" y="1739618"/>
            <a:ext cx="2574400" cy="4075100"/>
            <a:chOff x="710297" y="1304713"/>
            <a:chExt cx="1930800" cy="3056325"/>
          </a:xfrm>
        </p:grpSpPr>
        <p:sp>
          <p:nvSpPr>
            <p:cNvPr id="301" name="Google Shape;301;p20"/>
            <p:cNvSpPr txBox="1"/>
            <p:nvPr/>
          </p:nvSpPr>
          <p:spPr>
            <a:xfrm>
              <a:off x="840865" y="3284013"/>
              <a:ext cx="1669800" cy="377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sp>
          <p:nvSpPr>
            <p:cNvPr id="302" name="Google Shape;302;p20"/>
            <p:cNvSpPr/>
            <p:nvPr/>
          </p:nvSpPr>
          <p:spPr>
            <a:xfrm rot="-5400000">
              <a:off x="1486997" y="1971563"/>
              <a:ext cx="377400" cy="19308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 name="Google Shape;303;p20"/>
            <p:cNvSpPr txBox="1"/>
            <p:nvPr/>
          </p:nvSpPr>
          <p:spPr>
            <a:xfrm>
              <a:off x="840865" y="3627538"/>
              <a:ext cx="1669800" cy="7335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a gas giant made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304" name="Google Shape;304;p20"/>
            <p:cNvSpPr txBox="1"/>
            <p:nvPr/>
          </p:nvSpPr>
          <p:spPr>
            <a:xfrm>
              <a:off x="872365" y="2748263"/>
              <a:ext cx="1606800" cy="377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Concept 1</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305" name="Google Shape;305;p20"/>
            <p:cNvSpPr/>
            <p:nvPr/>
          </p:nvSpPr>
          <p:spPr>
            <a:xfrm>
              <a:off x="1195400" y="1304713"/>
              <a:ext cx="960600" cy="960600"/>
            </a:xfrm>
            <a:prstGeom prst="ellipse">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 name="Google Shape;306;p20"/>
            <p:cNvSpPr/>
            <p:nvPr/>
          </p:nvSpPr>
          <p:spPr>
            <a:xfrm>
              <a:off x="1274300" y="1383613"/>
              <a:ext cx="802800" cy="802800"/>
            </a:xfrm>
            <a:prstGeom prst="ellipse">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307" name="Google Shape;307;p20"/>
            <p:cNvCxnSpPr>
              <a:endCxn id="304" idx="0"/>
            </p:cNvCxnSpPr>
            <p:nvPr/>
          </p:nvCxnSpPr>
          <p:spPr>
            <a:xfrm>
              <a:off x="1675765" y="2265263"/>
              <a:ext cx="0" cy="483000"/>
            </a:xfrm>
            <a:prstGeom prst="straightConnector1">
              <a:avLst/>
            </a:prstGeom>
            <a:noFill/>
            <a:ln w="9525" cap="flat" cmpd="sng">
              <a:solidFill>
                <a:srgbClr val="000000"/>
              </a:solidFill>
              <a:prstDash val="solid"/>
              <a:round/>
              <a:headEnd type="none" w="med" len="med"/>
              <a:tailEnd type="none" w="med" len="med"/>
            </a:ln>
          </p:spPr>
        </p:cxnSp>
      </p:grpSp>
      <p:grpSp>
        <p:nvGrpSpPr>
          <p:cNvPr id="308" name="Google Shape;308;p20"/>
          <p:cNvGrpSpPr/>
          <p:nvPr/>
        </p:nvGrpSpPr>
        <p:grpSpPr>
          <a:xfrm>
            <a:off x="6096223" y="1739618"/>
            <a:ext cx="2574400" cy="4075100"/>
            <a:chOff x="4572167" y="1304713"/>
            <a:chExt cx="1930800" cy="3056325"/>
          </a:xfrm>
        </p:grpSpPr>
        <p:sp>
          <p:nvSpPr>
            <p:cNvPr id="309" name="Google Shape;309;p20"/>
            <p:cNvSpPr txBox="1"/>
            <p:nvPr/>
          </p:nvSpPr>
          <p:spPr>
            <a:xfrm>
              <a:off x="4707234" y="3284013"/>
              <a:ext cx="1660800" cy="377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Venus</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sp>
          <p:nvSpPr>
            <p:cNvPr id="310" name="Google Shape;310;p20"/>
            <p:cNvSpPr/>
            <p:nvPr/>
          </p:nvSpPr>
          <p:spPr>
            <a:xfrm rot="-5400000">
              <a:off x="5348867" y="1971563"/>
              <a:ext cx="377400" cy="1930800"/>
            </a:xfrm>
            <a:prstGeom prst="round2SameRect">
              <a:avLst>
                <a:gd name="adj1" fmla="val 0"/>
                <a:gd name="adj2" fmla="val 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 name="Google Shape;311;p20"/>
            <p:cNvSpPr txBox="1"/>
            <p:nvPr/>
          </p:nvSpPr>
          <p:spPr>
            <a:xfrm>
              <a:off x="4704984" y="3627538"/>
              <a:ext cx="1665300" cy="7335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has a beautiful name, but also high temperatures</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312" name="Google Shape;312;p20"/>
            <p:cNvSpPr txBox="1"/>
            <p:nvPr/>
          </p:nvSpPr>
          <p:spPr>
            <a:xfrm>
              <a:off x="4734234" y="2748263"/>
              <a:ext cx="1606800" cy="377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Concept 3</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313" name="Google Shape;313;p20"/>
            <p:cNvSpPr/>
            <p:nvPr/>
          </p:nvSpPr>
          <p:spPr>
            <a:xfrm>
              <a:off x="5057250" y="1304713"/>
              <a:ext cx="960600" cy="960600"/>
            </a:xfrm>
            <a:prstGeom prst="ellipse">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 name="Google Shape;314;p20"/>
            <p:cNvSpPr/>
            <p:nvPr/>
          </p:nvSpPr>
          <p:spPr>
            <a:xfrm>
              <a:off x="5136150" y="1383613"/>
              <a:ext cx="802800" cy="802800"/>
            </a:xfrm>
            <a:prstGeom prst="ellipse">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315" name="Google Shape;315;p20"/>
            <p:cNvCxnSpPr>
              <a:stCxn id="313" idx="4"/>
              <a:endCxn id="312" idx="0"/>
            </p:cNvCxnSpPr>
            <p:nvPr/>
          </p:nvCxnSpPr>
          <p:spPr>
            <a:xfrm>
              <a:off x="5537550" y="2265313"/>
              <a:ext cx="0" cy="483000"/>
            </a:xfrm>
            <a:prstGeom prst="straightConnector1">
              <a:avLst/>
            </a:prstGeom>
            <a:noFill/>
            <a:ln w="9525" cap="flat" cmpd="sng">
              <a:solidFill>
                <a:srgbClr val="000000"/>
              </a:solidFill>
              <a:prstDash val="solid"/>
              <a:round/>
              <a:headEnd type="none" w="med" len="med"/>
              <a:tailEnd type="none" w="med" len="med"/>
            </a:ln>
          </p:spPr>
        </p:cxnSp>
      </p:grpSp>
      <p:grpSp>
        <p:nvGrpSpPr>
          <p:cNvPr id="316" name="Google Shape;316;p20"/>
          <p:cNvGrpSpPr/>
          <p:nvPr/>
        </p:nvGrpSpPr>
        <p:grpSpPr>
          <a:xfrm>
            <a:off x="8670803" y="1739618"/>
            <a:ext cx="2574400" cy="4075100"/>
            <a:chOff x="6503102" y="1304713"/>
            <a:chExt cx="1930800" cy="3056325"/>
          </a:xfrm>
        </p:grpSpPr>
        <p:sp>
          <p:nvSpPr>
            <p:cNvPr id="317" name="Google Shape;317;p20"/>
            <p:cNvSpPr txBox="1"/>
            <p:nvPr/>
          </p:nvSpPr>
          <p:spPr>
            <a:xfrm>
              <a:off x="6638102" y="3284013"/>
              <a:ext cx="1660800" cy="377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sp>
          <p:nvSpPr>
            <p:cNvPr id="318" name="Google Shape;318;p20"/>
            <p:cNvSpPr/>
            <p:nvPr/>
          </p:nvSpPr>
          <p:spPr>
            <a:xfrm rot="-5400000">
              <a:off x="7279802" y="1971562"/>
              <a:ext cx="377400" cy="1930800"/>
            </a:xfrm>
            <a:prstGeom prst="round2SameRect">
              <a:avLst>
                <a:gd name="adj1" fmla="val 0"/>
                <a:gd name="adj2" fmla="val 50000"/>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 name="Google Shape;319;p20"/>
            <p:cNvSpPr txBox="1"/>
            <p:nvPr/>
          </p:nvSpPr>
          <p:spPr>
            <a:xfrm>
              <a:off x="6638102" y="3627538"/>
              <a:ext cx="1660800" cy="7335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320" name="Google Shape;320;p20"/>
            <p:cNvSpPr txBox="1"/>
            <p:nvPr/>
          </p:nvSpPr>
          <p:spPr>
            <a:xfrm>
              <a:off x="6665102" y="2748263"/>
              <a:ext cx="1606800" cy="377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Concept 4</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321" name="Google Shape;321;p20"/>
            <p:cNvSpPr/>
            <p:nvPr/>
          </p:nvSpPr>
          <p:spPr>
            <a:xfrm>
              <a:off x="6988175" y="1304713"/>
              <a:ext cx="960600" cy="960600"/>
            </a:xfrm>
            <a:prstGeom prst="ellipse">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322" name="Google Shape;322;p20"/>
            <p:cNvCxnSpPr>
              <a:stCxn id="321" idx="4"/>
              <a:endCxn id="320" idx="0"/>
            </p:cNvCxnSpPr>
            <p:nvPr/>
          </p:nvCxnSpPr>
          <p:spPr>
            <a:xfrm>
              <a:off x="7468475" y="2265313"/>
              <a:ext cx="0" cy="483000"/>
            </a:xfrm>
            <a:prstGeom prst="straightConnector1">
              <a:avLst/>
            </a:prstGeom>
            <a:noFill/>
            <a:ln w="9525" cap="flat" cmpd="sng">
              <a:solidFill>
                <a:srgbClr val="000000"/>
              </a:solidFill>
              <a:prstDash val="solid"/>
              <a:round/>
              <a:headEnd type="none" w="med" len="med"/>
              <a:tailEnd type="none" w="med" len="med"/>
            </a:ln>
          </p:spPr>
        </p:cxnSp>
      </p:grpSp>
      <p:grpSp>
        <p:nvGrpSpPr>
          <p:cNvPr id="323" name="Google Shape;323;p20"/>
          <p:cNvGrpSpPr/>
          <p:nvPr/>
        </p:nvGrpSpPr>
        <p:grpSpPr>
          <a:xfrm>
            <a:off x="3521643" y="1739618"/>
            <a:ext cx="2574400" cy="4075100"/>
            <a:chOff x="2641232" y="1304713"/>
            <a:chExt cx="1930800" cy="3056325"/>
          </a:xfrm>
        </p:grpSpPr>
        <p:sp>
          <p:nvSpPr>
            <p:cNvPr id="324" name="Google Shape;324;p20"/>
            <p:cNvSpPr txBox="1"/>
            <p:nvPr/>
          </p:nvSpPr>
          <p:spPr>
            <a:xfrm>
              <a:off x="2774049" y="3284013"/>
              <a:ext cx="1665300" cy="377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sp>
          <p:nvSpPr>
            <p:cNvPr id="325" name="Google Shape;325;p20"/>
            <p:cNvSpPr/>
            <p:nvPr/>
          </p:nvSpPr>
          <p:spPr>
            <a:xfrm rot="-5400000">
              <a:off x="3417932" y="1971563"/>
              <a:ext cx="377400" cy="1930800"/>
            </a:xfrm>
            <a:prstGeom prst="round2SameRect">
              <a:avLst>
                <a:gd name="adj1" fmla="val 0"/>
                <a:gd name="adj2" fmla="val 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 name="Google Shape;326;p20"/>
            <p:cNvSpPr txBox="1"/>
            <p:nvPr/>
          </p:nvSpPr>
          <p:spPr>
            <a:xfrm>
              <a:off x="2771799" y="3627538"/>
              <a:ext cx="1669800" cy="7335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 of them all</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327" name="Google Shape;327;p20"/>
            <p:cNvSpPr txBox="1"/>
            <p:nvPr/>
          </p:nvSpPr>
          <p:spPr>
            <a:xfrm>
              <a:off x="2803299" y="2748263"/>
              <a:ext cx="1606800" cy="3774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Concept 2</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328" name="Google Shape;328;p20"/>
            <p:cNvSpPr/>
            <p:nvPr/>
          </p:nvSpPr>
          <p:spPr>
            <a:xfrm>
              <a:off x="3126325" y="1304713"/>
              <a:ext cx="960600" cy="960600"/>
            </a:xfrm>
            <a:prstGeom prst="ellipse">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 name="Google Shape;329;p20"/>
            <p:cNvSpPr/>
            <p:nvPr/>
          </p:nvSpPr>
          <p:spPr>
            <a:xfrm>
              <a:off x="3205225" y="1383613"/>
              <a:ext cx="802800" cy="802800"/>
            </a:xfrm>
            <a:prstGeom prst="ellipse">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330" name="Google Shape;330;p20"/>
            <p:cNvCxnSpPr>
              <a:stCxn id="328" idx="4"/>
              <a:endCxn id="327" idx="0"/>
            </p:cNvCxnSpPr>
            <p:nvPr/>
          </p:nvCxnSpPr>
          <p:spPr>
            <a:xfrm>
              <a:off x="3606625" y="2265313"/>
              <a:ext cx="0" cy="483000"/>
            </a:xfrm>
            <a:prstGeom prst="straightConnector1">
              <a:avLst/>
            </a:prstGeom>
            <a:noFill/>
            <a:ln w="9525" cap="flat" cmpd="sng">
              <a:solidFill>
                <a:srgbClr val="000000"/>
              </a:solidFill>
              <a:prstDash val="solid"/>
              <a:round/>
              <a:headEnd type="none" w="med" len="med"/>
              <a:tailEnd type="none" w="med" len="med"/>
            </a:ln>
          </p:spPr>
        </p:cxnSp>
      </p:grpSp>
      <p:sp>
        <p:nvSpPr>
          <p:cNvPr id="331" name="Google Shape;331;p20"/>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sp>
        <p:nvSpPr>
          <p:cNvPr id="332" name="Google Shape;332;p20"/>
          <p:cNvSpPr/>
          <p:nvPr/>
        </p:nvSpPr>
        <p:spPr>
          <a:xfrm>
            <a:off x="9422767" y="1844817"/>
            <a:ext cx="1070400" cy="1070400"/>
          </a:xfrm>
          <a:prstGeom prst="ellipse">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333" name="Google Shape;333;p20"/>
          <p:cNvGrpSpPr/>
          <p:nvPr/>
        </p:nvGrpSpPr>
        <p:grpSpPr>
          <a:xfrm>
            <a:off x="4572591" y="2143521"/>
            <a:ext cx="472484" cy="472993"/>
            <a:chOff x="3235438" y="1970604"/>
            <a:chExt cx="354363" cy="354745"/>
          </a:xfrm>
        </p:grpSpPr>
        <p:sp>
          <p:nvSpPr>
            <p:cNvPr id="334" name="Google Shape;334;p20"/>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 name="Google Shape;335;p20"/>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 name="Google Shape;336;p20"/>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 name="Google Shape;337;p20"/>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 name="Google Shape;338;p20"/>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 name="Google Shape;339;p20"/>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 name="Google Shape;340;p20"/>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 name="Google Shape;341;p20"/>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 name="Google Shape;342;p20"/>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 name="Google Shape;343;p20"/>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 name="Google Shape;344;p20"/>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 name="Google Shape;345;p20"/>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 name="Google Shape;346;p20"/>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47" name="Google Shape;347;p20"/>
          <p:cNvGrpSpPr/>
          <p:nvPr/>
        </p:nvGrpSpPr>
        <p:grpSpPr>
          <a:xfrm>
            <a:off x="2006731" y="2156634"/>
            <a:ext cx="455296" cy="446765"/>
            <a:chOff x="1329585" y="1989925"/>
            <a:chExt cx="341472" cy="335074"/>
          </a:xfrm>
        </p:grpSpPr>
        <p:sp>
          <p:nvSpPr>
            <p:cNvPr id="348" name="Google Shape;348;p20"/>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 name="Google Shape;349;p20"/>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 name="Google Shape;350;p20"/>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351" name="Google Shape;351;p20"/>
          <p:cNvSpPr/>
          <p:nvPr/>
        </p:nvSpPr>
        <p:spPr>
          <a:xfrm>
            <a:off x="7147158" y="2163955"/>
            <a:ext cx="472484" cy="432124"/>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352" name="Google Shape;352;p20"/>
          <p:cNvGrpSpPr/>
          <p:nvPr/>
        </p:nvGrpSpPr>
        <p:grpSpPr>
          <a:xfrm>
            <a:off x="9721728" y="2200114"/>
            <a:ext cx="489673" cy="359807"/>
            <a:chOff x="1306445" y="3397829"/>
            <a:chExt cx="367255" cy="269855"/>
          </a:xfrm>
        </p:grpSpPr>
        <p:sp>
          <p:nvSpPr>
            <p:cNvPr id="353" name="Google Shape;353;p20"/>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 name="Google Shape;354;p20"/>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 name="Google Shape;355;p20"/>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 name="Google Shape;356;p20"/>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 name="Google Shape;357;p20"/>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 name="Google Shape;358;p20"/>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26619428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362"/>
        <p:cNvGrpSpPr/>
        <p:nvPr/>
      </p:nvGrpSpPr>
      <p:grpSpPr>
        <a:xfrm>
          <a:off x="0" y="0"/>
          <a:ext cx="0" cy="0"/>
          <a:chOff x="0" y="0"/>
          <a:chExt cx="0" cy="0"/>
        </a:xfrm>
      </p:grpSpPr>
      <p:sp>
        <p:nvSpPr>
          <p:cNvPr id="363" name="Google Shape;363;p21"/>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364" name="Google Shape;364;p21"/>
          <p:cNvGrpSpPr/>
          <p:nvPr/>
        </p:nvGrpSpPr>
        <p:grpSpPr>
          <a:xfrm>
            <a:off x="7114543" y="3188825"/>
            <a:ext cx="598901" cy="599359"/>
            <a:chOff x="4206763" y="2450951"/>
            <a:chExt cx="322151" cy="322374"/>
          </a:xfrm>
        </p:grpSpPr>
        <p:sp>
          <p:nvSpPr>
            <p:cNvPr id="365" name="Google Shape;365;p21"/>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 name="Google Shape;366;p21"/>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67" name="Google Shape;367;p21"/>
          <p:cNvGrpSpPr/>
          <p:nvPr/>
        </p:nvGrpSpPr>
        <p:grpSpPr>
          <a:xfrm>
            <a:off x="9741348" y="3199596"/>
            <a:ext cx="617245" cy="577817"/>
            <a:chOff x="6577238" y="2457221"/>
            <a:chExt cx="332019" cy="310788"/>
          </a:xfrm>
        </p:grpSpPr>
        <p:sp>
          <p:nvSpPr>
            <p:cNvPr id="368" name="Google Shape;368;p21"/>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 name="Google Shape;369;p21"/>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 name="Google Shape;370;p21"/>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 name="Google Shape;371;p21"/>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 name="Google Shape;372;p21"/>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 name="Google Shape;373;p21"/>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74" name="Google Shape;374;p21"/>
          <p:cNvGrpSpPr/>
          <p:nvPr/>
        </p:nvGrpSpPr>
        <p:grpSpPr>
          <a:xfrm>
            <a:off x="1805575" y="3195720"/>
            <a:ext cx="672928" cy="585569"/>
            <a:chOff x="3716358" y="1544655"/>
            <a:chExt cx="361971" cy="314958"/>
          </a:xfrm>
        </p:grpSpPr>
        <p:sp>
          <p:nvSpPr>
            <p:cNvPr id="375" name="Google Shape;375;p21"/>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 name="Google Shape;376;p21"/>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 name="Google Shape;377;p21"/>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 name="Google Shape;378;p21"/>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 name="Google Shape;379;p21"/>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380" name="Google Shape;380;p21"/>
            <p:cNvGrpSpPr/>
            <p:nvPr/>
          </p:nvGrpSpPr>
          <p:grpSpPr>
            <a:xfrm>
              <a:off x="3716358" y="1544655"/>
              <a:ext cx="361971" cy="314958"/>
              <a:chOff x="3716358" y="1544655"/>
              <a:chExt cx="361971" cy="314958"/>
            </a:xfrm>
          </p:grpSpPr>
          <p:sp>
            <p:nvSpPr>
              <p:cNvPr id="381" name="Google Shape;381;p21"/>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 name="Google Shape;382;p21"/>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 name="Google Shape;383;p21"/>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 name="Google Shape;384;p21"/>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 name="Google Shape;385;p21"/>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386" name="Google Shape;386;p21"/>
          <p:cNvGrpSpPr/>
          <p:nvPr/>
        </p:nvGrpSpPr>
        <p:grpSpPr>
          <a:xfrm>
            <a:off x="4432746" y="3208626"/>
            <a:ext cx="690541" cy="559764"/>
            <a:chOff x="5220616" y="2791061"/>
            <a:chExt cx="373185" cy="302466"/>
          </a:xfrm>
        </p:grpSpPr>
        <p:sp>
          <p:nvSpPr>
            <p:cNvPr id="387" name="Google Shape;387;p21"/>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 name="Google Shape;388;p21"/>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 name="Google Shape;389;p21"/>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 name="Google Shape;390;p21"/>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 name="Google Shape;391;p21"/>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 name="Google Shape;392;p21"/>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 name="Google Shape;393;p21"/>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 name="Google Shape;394;p21"/>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 name="Google Shape;395;p21"/>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 name="Google Shape;396;p21"/>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 name="Google Shape;397;p21"/>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 name="Google Shape;398;p21"/>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 name="Google Shape;399;p21"/>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 name="Google Shape;400;p21"/>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 name="Google Shape;401;p21"/>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 name="Google Shape;402;p21"/>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 name="Google Shape;403;p21"/>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 name="Google Shape;404;p21"/>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05" name="Google Shape;405;p21"/>
          <p:cNvGrpSpPr/>
          <p:nvPr/>
        </p:nvGrpSpPr>
        <p:grpSpPr>
          <a:xfrm>
            <a:off x="6218991" y="1734199"/>
            <a:ext cx="2390015" cy="4165477"/>
            <a:chOff x="4628044" y="1300654"/>
            <a:chExt cx="1846808" cy="3124108"/>
          </a:xfrm>
        </p:grpSpPr>
        <p:sp>
          <p:nvSpPr>
            <p:cNvPr id="406" name="Google Shape;406;p21"/>
            <p:cNvSpPr/>
            <p:nvPr/>
          </p:nvSpPr>
          <p:spPr>
            <a:xfrm rot="10800000" flipH="1">
              <a:off x="4628044" y="2015463"/>
              <a:ext cx="1846800" cy="2409300"/>
            </a:xfrm>
            <a:prstGeom prst="round2SameRect">
              <a:avLst>
                <a:gd name="adj1" fmla="val 5396"/>
                <a:gd name="adj2" fmla="val 0"/>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 name="Google Shape;407;p21"/>
            <p:cNvSpPr txBox="1"/>
            <p:nvPr/>
          </p:nvSpPr>
          <p:spPr>
            <a:xfrm>
              <a:off x="4710393" y="3045638"/>
              <a:ext cx="16821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sp>
          <p:nvSpPr>
            <p:cNvPr id="408" name="Google Shape;408;p21"/>
            <p:cNvSpPr txBox="1"/>
            <p:nvPr/>
          </p:nvSpPr>
          <p:spPr>
            <a:xfrm>
              <a:off x="4710393" y="3392487"/>
              <a:ext cx="1682100" cy="7650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the fourth and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409" name="Google Shape;409;p21"/>
            <p:cNvSpPr/>
            <p:nvPr/>
          </p:nvSpPr>
          <p:spPr>
            <a:xfrm>
              <a:off x="4628051" y="1300654"/>
              <a:ext cx="1846800" cy="585600"/>
            </a:xfrm>
            <a:prstGeom prst="round2SameRect">
              <a:avLst>
                <a:gd name="adj1" fmla="val 16667"/>
                <a:gd name="adj2" fmla="val 0"/>
              </a:avLst>
            </a:pr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OPPORTUNITIES</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10" name="Google Shape;410;p21"/>
          <p:cNvGrpSpPr/>
          <p:nvPr/>
        </p:nvGrpSpPr>
        <p:grpSpPr>
          <a:xfrm>
            <a:off x="8854967" y="1734200"/>
            <a:ext cx="2390007" cy="4165477"/>
            <a:chOff x="6586924" y="1300655"/>
            <a:chExt cx="1846801" cy="3124108"/>
          </a:xfrm>
        </p:grpSpPr>
        <p:sp>
          <p:nvSpPr>
            <p:cNvPr id="411" name="Google Shape;411;p21"/>
            <p:cNvSpPr/>
            <p:nvPr/>
          </p:nvSpPr>
          <p:spPr>
            <a:xfrm rot="10800000" flipH="1">
              <a:off x="6586925" y="2015463"/>
              <a:ext cx="1846800" cy="2409300"/>
            </a:xfrm>
            <a:prstGeom prst="round2SameRect">
              <a:avLst>
                <a:gd name="adj1" fmla="val 5556"/>
                <a:gd name="adj2" fmla="val 0"/>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 name="Google Shape;412;p21"/>
            <p:cNvSpPr txBox="1"/>
            <p:nvPr/>
          </p:nvSpPr>
          <p:spPr>
            <a:xfrm>
              <a:off x="6669274" y="3045638"/>
              <a:ext cx="16821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sp>
          <p:nvSpPr>
            <p:cNvPr id="413" name="Google Shape;413;p21"/>
            <p:cNvSpPr txBox="1"/>
            <p:nvPr/>
          </p:nvSpPr>
          <p:spPr>
            <a:xfrm>
              <a:off x="6669274" y="3392487"/>
              <a:ext cx="1682100" cy="7650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composed of hydrogen and also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414" name="Google Shape;414;p21"/>
            <p:cNvSpPr/>
            <p:nvPr/>
          </p:nvSpPr>
          <p:spPr>
            <a:xfrm>
              <a:off x="6586924" y="1300655"/>
              <a:ext cx="1846800" cy="585600"/>
            </a:xfrm>
            <a:prstGeom prst="round2SameRect">
              <a:avLst>
                <a:gd name="adj1" fmla="val 16667"/>
                <a:gd name="adj2" fmla="val 0"/>
              </a:avLst>
            </a:pr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THREATS</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15" name="Google Shape;415;p21"/>
          <p:cNvGrpSpPr/>
          <p:nvPr/>
        </p:nvGrpSpPr>
        <p:grpSpPr>
          <a:xfrm>
            <a:off x="947033" y="1734200"/>
            <a:ext cx="2390008" cy="4165477"/>
            <a:chOff x="710273" y="1300654"/>
            <a:chExt cx="1846802" cy="3124108"/>
          </a:xfrm>
        </p:grpSpPr>
        <p:sp>
          <p:nvSpPr>
            <p:cNvPr id="416" name="Google Shape;416;p21"/>
            <p:cNvSpPr/>
            <p:nvPr/>
          </p:nvSpPr>
          <p:spPr>
            <a:xfrm rot="10800000" flipH="1">
              <a:off x="710275" y="2015463"/>
              <a:ext cx="1846800" cy="2409300"/>
            </a:xfrm>
            <a:prstGeom prst="round2SameRect">
              <a:avLst>
                <a:gd name="adj1" fmla="val 5874"/>
                <a:gd name="adj2" fmla="val 0"/>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 name="Google Shape;417;p21"/>
            <p:cNvSpPr txBox="1"/>
            <p:nvPr/>
          </p:nvSpPr>
          <p:spPr>
            <a:xfrm>
              <a:off x="792625" y="3045638"/>
              <a:ext cx="16821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Venus</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sp>
          <p:nvSpPr>
            <p:cNvPr id="418" name="Google Shape;418;p21"/>
            <p:cNvSpPr txBox="1"/>
            <p:nvPr/>
          </p:nvSpPr>
          <p:spPr>
            <a:xfrm>
              <a:off x="792625" y="3392487"/>
              <a:ext cx="1682100" cy="7650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has a beautiful name and high temperatures</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419" name="Google Shape;419;p21"/>
            <p:cNvSpPr/>
            <p:nvPr/>
          </p:nvSpPr>
          <p:spPr>
            <a:xfrm>
              <a:off x="710273" y="1300654"/>
              <a:ext cx="1846800" cy="585600"/>
            </a:xfrm>
            <a:prstGeom prst="round2SameRect">
              <a:avLst>
                <a:gd name="adj1" fmla="val 16667"/>
                <a:gd name="adj2" fmla="val 0"/>
              </a:avLst>
            </a:pr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STRENGTHS</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0" name="Google Shape;420;p21"/>
          <p:cNvGrpSpPr/>
          <p:nvPr/>
        </p:nvGrpSpPr>
        <p:grpSpPr>
          <a:xfrm>
            <a:off x="3583000" y="1734199"/>
            <a:ext cx="2390019" cy="4165477"/>
            <a:chOff x="2669153" y="1300654"/>
            <a:chExt cx="1846810" cy="3124108"/>
          </a:xfrm>
        </p:grpSpPr>
        <p:sp>
          <p:nvSpPr>
            <p:cNvPr id="421" name="Google Shape;421;p21"/>
            <p:cNvSpPr/>
            <p:nvPr/>
          </p:nvSpPr>
          <p:spPr>
            <a:xfrm rot="10800000" flipH="1">
              <a:off x="2669162" y="2015463"/>
              <a:ext cx="1846800" cy="2409300"/>
            </a:xfrm>
            <a:prstGeom prst="round2SameRect">
              <a:avLst>
                <a:gd name="adj1" fmla="val 6301"/>
                <a:gd name="adj2" fmla="val 0"/>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 name="Google Shape;422;p21"/>
            <p:cNvSpPr txBox="1"/>
            <p:nvPr/>
          </p:nvSpPr>
          <p:spPr>
            <a:xfrm>
              <a:off x="2751512" y="3045638"/>
              <a:ext cx="1682100" cy="4296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sp>
          <p:nvSpPr>
            <p:cNvPr id="423" name="Google Shape;423;p21"/>
            <p:cNvSpPr txBox="1"/>
            <p:nvPr/>
          </p:nvSpPr>
          <p:spPr>
            <a:xfrm>
              <a:off x="2751512" y="3392487"/>
              <a:ext cx="1682100" cy="7650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cold place full of iron oxide dust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424" name="Google Shape;424;p21"/>
            <p:cNvSpPr/>
            <p:nvPr/>
          </p:nvSpPr>
          <p:spPr>
            <a:xfrm>
              <a:off x="2669153" y="1300654"/>
              <a:ext cx="1846800" cy="585600"/>
            </a:xfrm>
            <a:prstGeom prst="round2SameRect">
              <a:avLst>
                <a:gd name="adj1" fmla="val 16667"/>
                <a:gd name="adj2" fmla="val 0"/>
              </a:avLst>
            </a:pr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WEAKNESSES</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292487005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BC59A5-C7DA-3183-141D-EE5F1FA0299E}"/>
              </a:ext>
            </a:extLst>
          </p:cNvPr>
          <p:cNvSpPr>
            <a:spLocks noGrp="1"/>
          </p:cNvSpPr>
          <p:nvPr>
            <p:ph type="title"/>
          </p:nvPr>
        </p:nvSpPr>
        <p:spPr/>
        <p:txBody>
          <a:bodyPr/>
          <a:lstStyle/>
          <a:p>
            <a:r>
              <a:rPr lang="en-ID"/>
              <a:t>Technology We Use</a:t>
            </a:r>
          </a:p>
        </p:txBody>
      </p:sp>
      <p:sp>
        <p:nvSpPr>
          <p:cNvPr id="4" name="Freeform 1">
            <a:extLst>
              <a:ext uri="{FF2B5EF4-FFF2-40B4-BE49-F238E27FC236}">
                <a16:creationId xmlns:a16="http://schemas.microsoft.com/office/drawing/2014/main" id="{FE517075-3728-D435-F0F2-963E34386E7F}"/>
              </a:ext>
            </a:extLst>
          </p:cNvPr>
          <p:cNvSpPr/>
          <p:nvPr/>
        </p:nvSpPr>
        <p:spPr>
          <a:xfrm flipH="1">
            <a:off x="7272759" y="1891195"/>
            <a:ext cx="4375231" cy="937550"/>
          </a:xfrm>
          <a:custGeom>
            <a:avLst/>
            <a:gdLst>
              <a:gd name="connsiteX0" fmla="*/ 4375231 w 4375231"/>
              <a:gd name="connsiteY0" fmla="*/ 937550 h 937550"/>
              <a:gd name="connsiteX1" fmla="*/ 3437681 w 4375231"/>
              <a:gd name="connsiteY1" fmla="*/ 0 h 937550"/>
              <a:gd name="connsiteX2" fmla="*/ 0 w 4375231"/>
              <a:gd name="connsiteY2" fmla="*/ 0 h 937550"/>
            </a:gdLst>
            <a:ahLst/>
            <a:cxnLst>
              <a:cxn ang="0">
                <a:pos x="connsiteX0" y="connsiteY0"/>
              </a:cxn>
              <a:cxn ang="0">
                <a:pos x="connsiteX1" y="connsiteY1"/>
              </a:cxn>
              <a:cxn ang="0">
                <a:pos x="connsiteX2" y="connsiteY2"/>
              </a:cxn>
            </a:cxnLst>
            <a:rect l="l" t="t" r="r" b="b"/>
            <a:pathLst>
              <a:path w="4375231" h="937550">
                <a:moveTo>
                  <a:pt x="4375231" y="937550"/>
                </a:moveTo>
                <a:lnTo>
                  <a:pt x="3437681" y="0"/>
                </a:lnTo>
                <a:lnTo>
                  <a:pt x="0" y="0"/>
                </a:lnTo>
              </a:path>
            </a:pathLst>
          </a:custGeom>
          <a:no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Freeform 2">
            <a:extLst>
              <a:ext uri="{FF2B5EF4-FFF2-40B4-BE49-F238E27FC236}">
                <a16:creationId xmlns:a16="http://schemas.microsoft.com/office/drawing/2014/main" id="{3BFED87B-331B-F761-57EA-A3245B5F43F7}"/>
              </a:ext>
            </a:extLst>
          </p:cNvPr>
          <p:cNvSpPr/>
          <p:nvPr/>
        </p:nvSpPr>
        <p:spPr>
          <a:xfrm flipV="1">
            <a:off x="544010" y="4447002"/>
            <a:ext cx="4375231" cy="937550"/>
          </a:xfrm>
          <a:custGeom>
            <a:avLst/>
            <a:gdLst>
              <a:gd name="connsiteX0" fmla="*/ 4375231 w 4375231"/>
              <a:gd name="connsiteY0" fmla="*/ 937550 h 937550"/>
              <a:gd name="connsiteX1" fmla="*/ 3437681 w 4375231"/>
              <a:gd name="connsiteY1" fmla="*/ 0 h 937550"/>
              <a:gd name="connsiteX2" fmla="*/ 0 w 4375231"/>
              <a:gd name="connsiteY2" fmla="*/ 0 h 937550"/>
            </a:gdLst>
            <a:ahLst/>
            <a:cxnLst>
              <a:cxn ang="0">
                <a:pos x="connsiteX0" y="connsiteY0"/>
              </a:cxn>
              <a:cxn ang="0">
                <a:pos x="connsiteX1" y="connsiteY1"/>
              </a:cxn>
              <a:cxn ang="0">
                <a:pos x="connsiteX2" y="connsiteY2"/>
              </a:cxn>
            </a:cxnLst>
            <a:rect l="l" t="t" r="r" b="b"/>
            <a:pathLst>
              <a:path w="4375231" h="937550">
                <a:moveTo>
                  <a:pt x="4375231" y="937550"/>
                </a:moveTo>
                <a:lnTo>
                  <a:pt x="3437681" y="0"/>
                </a:lnTo>
                <a:lnTo>
                  <a:pt x="0" y="0"/>
                </a:lnTo>
              </a:path>
            </a:pathLst>
          </a:custGeom>
          <a:no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Freeform 3">
            <a:extLst>
              <a:ext uri="{FF2B5EF4-FFF2-40B4-BE49-F238E27FC236}">
                <a16:creationId xmlns:a16="http://schemas.microsoft.com/office/drawing/2014/main" id="{758228FF-9C4B-B4A6-B8E6-1122CA1782BF}"/>
              </a:ext>
            </a:extLst>
          </p:cNvPr>
          <p:cNvSpPr/>
          <p:nvPr/>
        </p:nvSpPr>
        <p:spPr>
          <a:xfrm flipH="1" flipV="1">
            <a:off x="7272759" y="4447002"/>
            <a:ext cx="4375231" cy="937550"/>
          </a:xfrm>
          <a:custGeom>
            <a:avLst/>
            <a:gdLst>
              <a:gd name="connsiteX0" fmla="*/ 4375231 w 4375231"/>
              <a:gd name="connsiteY0" fmla="*/ 937550 h 937550"/>
              <a:gd name="connsiteX1" fmla="*/ 3437681 w 4375231"/>
              <a:gd name="connsiteY1" fmla="*/ 0 h 937550"/>
              <a:gd name="connsiteX2" fmla="*/ 0 w 4375231"/>
              <a:gd name="connsiteY2" fmla="*/ 0 h 937550"/>
            </a:gdLst>
            <a:ahLst/>
            <a:cxnLst>
              <a:cxn ang="0">
                <a:pos x="connsiteX0" y="connsiteY0"/>
              </a:cxn>
              <a:cxn ang="0">
                <a:pos x="connsiteX1" y="connsiteY1"/>
              </a:cxn>
              <a:cxn ang="0">
                <a:pos x="connsiteX2" y="connsiteY2"/>
              </a:cxn>
            </a:cxnLst>
            <a:rect l="l" t="t" r="r" b="b"/>
            <a:pathLst>
              <a:path w="4375231" h="937550">
                <a:moveTo>
                  <a:pt x="4375231" y="937550"/>
                </a:moveTo>
                <a:lnTo>
                  <a:pt x="3437681" y="0"/>
                </a:lnTo>
                <a:lnTo>
                  <a:pt x="0" y="0"/>
                </a:lnTo>
              </a:path>
            </a:pathLst>
          </a:custGeom>
          <a:no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4">
            <a:extLst>
              <a:ext uri="{FF2B5EF4-FFF2-40B4-BE49-F238E27FC236}">
                <a16:creationId xmlns:a16="http://schemas.microsoft.com/office/drawing/2014/main" id="{BB36AA5A-FAB0-C584-CF77-04817210609B}"/>
              </a:ext>
            </a:extLst>
          </p:cNvPr>
          <p:cNvSpPr/>
          <p:nvPr/>
        </p:nvSpPr>
        <p:spPr>
          <a:xfrm>
            <a:off x="544010" y="1891195"/>
            <a:ext cx="4375231" cy="937550"/>
          </a:xfrm>
          <a:custGeom>
            <a:avLst/>
            <a:gdLst>
              <a:gd name="connsiteX0" fmla="*/ 4375231 w 4375231"/>
              <a:gd name="connsiteY0" fmla="*/ 937550 h 937550"/>
              <a:gd name="connsiteX1" fmla="*/ 3437681 w 4375231"/>
              <a:gd name="connsiteY1" fmla="*/ 0 h 937550"/>
              <a:gd name="connsiteX2" fmla="*/ 0 w 4375231"/>
              <a:gd name="connsiteY2" fmla="*/ 0 h 937550"/>
            </a:gdLst>
            <a:ahLst/>
            <a:cxnLst>
              <a:cxn ang="0">
                <a:pos x="connsiteX0" y="connsiteY0"/>
              </a:cxn>
              <a:cxn ang="0">
                <a:pos x="connsiteX1" y="connsiteY1"/>
              </a:cxn>
              <a:cxn ang="0">
                <a:pos x="connsiteX2" y="connsiteY2"/>
              </a:cxn>
            </a:cxnLst>
            <a:rect l="l" t="t" r="r" b="b"/>
            <a:pathLst>
              <a:path w="4375231" h="937550">
                <a:moveTo>
                  <a:pt x="4375231" y="937550"/>
                </a:moveTo>
                <a:lnTo>
                  <a:pt x="3437681" y="0"/>
                </a:lnTo>
                <a:lnTo>
                  <a:pt x="0" y="0"/>
                </a:lnTo>
              </a:path>
            </a:pathLst>
          </a:custGeom>
          <a:no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C1278644-AD69-0526-CBD2-7C89E86C5732}"/>
              </a:ext>
            </a:extLst>
          </p:cNvPr>
          <p:cNvSpPr/>
          <p:nvPr/>
        </p:nvSpPr>
        <p:spPr>
          <a:xfrm>
            <a:off x="515937" y="1667292"/>
            <a:ext cx="3128914" cy="475106"/>
          </a:xfrm>
          <a:prstGeom prst="roundRect">
            <a:avLst>
              <a:gd name="adj" fmla="val 50000"/>
            </a:avLst>
          </a:prstGeom>
          <a:solidFill>
            <a:srgbClr val="78D2D3"/>
          </a:solidFill>
          <a:ln>
            <a:noFill/>
          </a:ln>
          <a:effectLst>
            <a:outerShdw blurRad="165100" dist="38100" dir="5400000" algn="t" rotWithShape="0">
              <a:schemeClr val="accent1">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a-DK" sz="1800" b="1" i="0" u="none" strike="noStrike" kern="1200" cap="none" spc="0" normalizeH="0" baseline="0" noProof="0">
                <a:ln>
                  <a:noFill/>
                </a:ln>
                <a:solidFill>
                  <a:prstClr val="white"/>
                </a:solidFill>
                <a:effectLst/>
                <a:uLnTx/>
                <a:uFillTx/>
                <a:latin typeface="Calibri" panose="020F0502020204030204"/>
                <a:ea typeface="+mn-ea"/>
                <a:cs typeface="+mn-cs"/>
              </a:rPr>
              <a:t>Lorem ipsum</a:t>
            </a:r>
            <a:endParaRPr kumimoji="0" lang="en-US"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C792AD84-5018-EB38-CA1A-FFE9D4BE45B5}"/>
              </a:ext>
            </a:extLst>
          </p:cNvPr>
          <p:cNvSpPr/>
          <p:nvPr/>
        </p:nvSpPr>
        <p:spPr>
          <a:xfrm>
            <a:off x="4491037" y="2174626"/>
            <a:ext cx="3209926" cy="320992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Block Arc 9">
            <a:extLst>
              <a:ext uri="{FF2B5EF4-FFF2-40B4-BE49-F238E27FC236}">
                <a16:creationId xmlns:a16="http://schemas.microsoft.com/office/drawing/2014/main" id="{F0A6756F-ABC8-DD48-AF21-3D3DCD1C46E8}"/>
              </a:ext>
            </a:extLst>
          </p:cNvPr>
          <p:cNvSpPr/>
          <p:nvPr/>
        </p:nvSpPr>
        <p:spPr>
          <a:xfrm>
            <a:off x="4491037" y="2174626"/>
            <a:ext cx="3209926" cy="3209926"/>
          </a:xfrm>
          <a:prstGeom prst="blockArc">
            <a:avLst>
              <a:gd name="adj1" fmla="val 10827655"/>
              <a:gd name="adj2" fmla="val 16332696"/>
              <a:gd name="adj3" fmla="val 13475"/>
            </a:avLst>
          </a:prstGeom>
          <a:solidFill>
            <a:srgbClr val="78D2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 name="Block Arc 10">
            <a:extLst>
              <a:ext uri="{FF2B5EF4-FFF2-40B4-BE49-F238E27FC236}">
                <a16:creationId xmlns:a16="http://schemas.microsoft.com/office/drawing/2014/main" id="{2AC3B486-0F1D-E4B5-6EA1-1096F0FB56D5}"/>
              </a:ext>
            </a:extLst>
          </p:cNvPr>
          <p:cNvSpPr/>
          <p:nvPr/>
        </p:nvSpPr>
        <p:spPr>
          <a:xfrm flipH="1">
            <a:off x="4491037" y="2174626"/>
            <a:ext cx="3209926" cy="3209926"/>
          </a:xfrm>
          <a:prstGeom prst="blockArc">
            <a:avLst>
              <a:gd name="adj1" fmla="val 10810135"/>
              <a:gd name="adj2" fmla="val 16200559"/>
              <a:gd name="adj3" fmla="val 13028"/>
            </a:avLst>
          </a:prstGeom>
          <a:solidFill>
            <a:srgbClr val="74BD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 name="Block Arc 11">
            <a:extLst>
              <a:ext uri="{FF2B5EF4-FFF2-40B4-BE49-F238E27FC236}">
                <a16:creationId xmlns:a16="http://schemas.microsoft.com/office/drawing/2014/main" id="{478CA858-2903-91BA-B459-DF5C35D4AE03}"/>
              </a:ext>
            </a:extLst>
          </p:cNvPr>
          <p:cNvSpPr/>
          <p:nvPr/>
        </p:nvSpPr>
        <p:spPr>
          <a:xfrm flipV="1">
            <a:off x="4491037" y="2174626"/>
            <a:ext cx="3209926" cy="3209926"/>
          </a:xfrm>
          <a:prstGeom prst="blockArc">
            <a:avLst>
              <a:gd name="adj1" fmla="val 10792530"/>
              <a:gd name="adj2" fmla="val 16305637"/>
              <a:gd name="adj3" fmla="val 13781"/>
            </a:avLst>
          </a:prstGeom>
          <a:solidFill>
            <a:srgbClr val="98DBA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Block Arc 12">
            <a:extLst>
              <a:ext uri="{FF2B5EF4-FFF2-40B4-BE49-F238E27FC236}">
                <a16:creationId xmlns:a16="http://schemas.microsoft.com/office/drawing/2014/main" id="{D85AA9E2-B3D0-6066-3642-BA7688BC8AB6}"/>
              </a:ext>
            </a:extLst>
          </p:cNvPr>
          <p:cNvSpPr/>
          <p:nvPr/>
        </p:nvSpPr>
        <p:spPr>
          <a:xfrm flipH="1" flipV="1">
            <a:off x="4491037" y="2174626"/>
            <a:ext cx="3209926" cy="3209926"/>
          </a:xfrm>
          <a:prstGeom prst="blockArc">
            <a:avLst>
              <a:gd name="adj1" fmla="val 10809981"/>
              <a:gd name="adj2" fmla="val 16204348"/>
              <a:gd name="adj3" fmla="val 13542"/>
            </a:avLst>
          </a:prstGeom>
          <a:solidFill>
            <a:srgbClr val="CDE4A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Content Placeholder 2">
            <a:extLst>
              <a:ext uri="{FF2B5EF4-FFF2-40B4-BE49-F238E27FC236}">
                <a16:creationId xmlns:a16="http://schemas.microsoft.com/office/drawing/2014/main" id="{54B0FC30-87D7-3494-3184-AC21ACEB148E}"/>
              </a:ext>
            </a:extLst>
          </p:cNvPr>
          <p:cNvSpPr txBox="1">
            <a:spLocks/>
          </p:cNvSpPr>
          <p:nvPr/>
        </p:nvSpPr>
        <p:spPr>
          <a:xfrm>
            <a:off x="515938" y="2366301"/>
            <a:ext cx="2692462" cy="1159112"/>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Morbi in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aliquet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enim</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Cras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hendrerit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metus</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vel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sollicitudin</a:t>
            </a:r>
            <a:endPar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16" name="Rectangle: Rounded Corners 15">
            <a:extLst>
              <a:ext uri="{FF2B5EF4-FFF2-40B4-BE49-F238E27FC236}">
                <a16:creationId xmlns:a16="http://schemas.microsoft.com/office/drawing/2014/main" id="{C8299807-7370-4ABD-948E-32A6E964117B}"/>
              </a:ext>
            </a:extLst>
          </p:cNvPr>
          <p:cNvSpPr/>
          <p:nvPr/>
        </p:nvSpPr>
        <p:spPr>
          <a:xfrm>
            <a:off x="8544505" y="1667292"/>
            <a:ext cx="3134351" cy="475106"/>
          </a:xfrm>
          <a:prstGeom prst="roundRect">
            <a:avLst>
              <a:gd name="adj" fmla="val 50000"/>
            </a:avLst>
          </a:prstGeom>
          <a:solidFill>
            <a:srgbClr val="74BDE0"/>
          </a:solidFill>
          <a:ln>
            <a:noFill/>
          </a:ln>
          <a:effectLst>
            <a:outerShdw blurRad="165100" dist="38100" dir="5400000" algn="t" rotWithShape="0">
              <a:schemeClr val="accent1">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Lorem ipsum</a:t>
            </a:r>
          </a:p>
        </p:txBody>
      </p:sp>
      <p:sp>
        <p:nvSpPr>
          <p:cNvPr id="17" name="Rectangle: Rounded Corners 16">
            <a:extLst>
              <a:ext uri="{FF2B5EF4-FFF2-40B4-BE49-F238E27FC236}">
                <a16:creationId xmlns:a16="http://schemas.microsoft.com/office/drawing/2014/main" id="{ABB4EEA2-D12C-31CE-7549-3E3E0E09BF3D}"/>
              </a:ext>
            </a:extLst>
          </p:cNvPr>
          <p:cNvSpPr/>
          <p:nvPr/>
        </p:nvSpPr>
        <p:spPr>
          <a:xfrm>
            <a:off x="515937" y="5159114"/>
            <a:ext cx="3128914" cy="475106"/>
          </a:xfrm>
          <a:prstGeom prst="roundRect">
            <a:avLst>
              <a:gd name="adj" fmla="val 50000"/>
            </a:avLst>
          </a:prstGeom>
          <a:solidFill>
            <a:srgbClr val="98DBAF"/>
          </a:solidFill>
          <a:ln>
            <a:noFill/>
          </a:ln>
          <a:effectLst>
            <a:outerShdw blurRad="165100" dist="38100" dir="5400000" algn="t" rotWithShape="0">
              <a:schemeClr val="accent1">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Lorem ipsum</a:t>
            </a:r>
          </a:p>
        </p:txBody>
      </p:sp>
      <p:sp>
        <p:nvSpPr>
          <p:cNvPr id="18" name="Rectangle: Rounded Corners 17">
            <a:extLst>
              <a:ext uri="{FF2B5EF4-FFF2-40B4-BE49-F238E27FC236}">
                <a16:creationId xmlns:a16="http://schemas.microsoft.com/office/drawing/2014/main" id="{C0AAFEAB-4D43-7FF9-6308-DBD6E1982EEF}"/>
              </a:ext>
            </a:extLst>
          </p:cNvPr>
          <p:cNvSpPr/>
          <p:nvPr/>
        </p:nvSpPr>
        <p:spPr>
          <a:xfrm>
            <a:off x="8544505" y="5159114"/>
            <a:ext cx="3134351" cy="475106"/>
          </a:xfrm>
          <a:prstGeom prst="roundRect">
            <a:avLst>
              <a:gd name="adj" fmla="val 50000"/>
            </a:avLst>
          </a:prstGeom>
          <a:solidFill>
            <a:srgbClr val="CDE4AC"/>
          </a:solidFill>
          <a:ln>
            <a:noFill/>
          </a:ln>
          <a:effectLst>
            <a:outerShdw blurRad="165100" dist="38100" dir="5400000" algn="t" rotWithShape="0">
              <a:schemeClr val="accent1">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Lorem ipsum</a:t>
            </a:r>
          </a:p>
        </p:txBody>
      </p:sp>
      <p:sp>
        <p:nvSpPr>
          <p:cNvPr id="14" name="Oval 13">
            <a:extLst>
              <a:ext uri="{FF2B5EF4-FFF2-40B4-BE49-F238E27FC236}">
                <a16:creationId xmlns:a16="http://schemas.microsoft.com/office/drawing/2014/main" id="{19A55A2F-391E-0D61-F19C-E7C85B2D389E}"/>
              </a:ext>
            </a:extLst>
          </p:cNvPr>
          <p:cNvSpPr/>
          <p:nvPr/>
        </p:nvSpPr>
        <p:spPr>
          <a:xfrm>
            <a:off x="4915215" y="2598804"/>
            <a:ext cx="2361570" cy="2361570"/>
          </a:xfrm>
          <a:prstGeom prst="ellipse">
            <a:avLst/>
          </a:prstGeom>
          <a:solidFill>
            <a:schemeClr val="bg1"/>
          </a:solidFill>
          <a:ln>
            <a:noFill/>
          </a:ln>
          <a:effectLst>
            <a:outerShdw blurRad="2159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AD097D6B-DC92-BC5E-5ED8-10268C5D9A4F}"/>
              </a:ext>
            </a:extLst>
          </p:cNvPr>
          <p:cNvSpPr>
            <a:spLocks noChangeArrowheads="1"/>
          </p:cNvSpPr>
          <p:nvPr/>
        </p:nvSpPr>
        <p:spPr bwMode="auto">
          <a:xfrm>
            <a:off x="3208399" y="1590165"/>
            <a:ext cx="617935" cy="629360"/>
          </a:xfrm>
          <a:prstGeom prst="ellipse">
            <a:avLst/>
          </a:prstGeom>
          <a:solidFill>
            <a:sysClr val="window" lastClr="FFFFFF"/>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1" name="Oval 20">
            <a:extLst>
              <a:ext uri="{FF2B5EF4-FFF2-40B4-BE49-F238E27FC236}">
                <a16:creationId xmlns:a16="http://schemas.microsoft.com/office/drawing/2014/main" id="{DD6A7DFE-47ED-CAAB-FAEF-D090888E50A9}"/>
              </a:ext>
            </a:extLst>
          </p:cNvPr>
          <p:cNvSpPr>
            <a:spLocks noChangeArrowheads="1"/>
          </p:cNvSpPr>
          <p:nvPr/>
        </p:nvSpPr>
        <p:spPr bwMode="auto">
          <a:xfrm>
            <a:off x="3208399" y="5073594"/>
            <a:ext cx="617935" cy="629360"/>
          </a:xfrm>
          <a:prstGeom prst="ellipse">
            <a:avLst/>
          </a:prstGeom>
          <a:solidFill>
            <a:sysClr val="window" lastClr="FFFFFF"/>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2" name="Oval 21">
            <a:extLst>
              <a:ext uri="{FF2B5EF4-FFF2-40B4-BE49-F238E27FC236}">
                <a16:creationId xmlns:a16="http://schemas.microsoft.com/office/drawing/2014/main" id="{B89623A3-FDA5-D1BE-4D97-2ADE40DC3927}"/>
              </a:ext>
            </a:extLst>
          </p:cNvPr>
          <p:cNvSpPr>
            <a:spLocks noChangeArrowheads="1"/>
          </p:cNvSpPr>
          <p:nvPr/>
        </p:nvSpPr>
        <p:spPr bwMode="auto">
          <a:xfrm>
            <a:off x="8363023" y="1590165"/>
            <a:ext cx="617935" cy="629360"/>
          </a:xfrm>
          <a:prstGeom prst="ellipse">
            <a:avLst/>
          </a:prstGeom>
          <a:solidFill>
            <a:sysClr val="window" lastClr="FFFFFF"/>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3" name="Oval 22">
            <a:extLst>
              <a:ext uri="{FF2B5EF4-FFF2-40B4-BE49-F238E27FC236}">
                <a16:creationId xmlns:a16="http://schemas.microsoft.com/office/drawing/2014/main" id="{0BDDC619-B6FB-35B1-49FF-2018DD0C10F5}"/>
              </a:ext>
            </a:extLst>
          </p:cNvPr>
          <p:cNvSpPr>
            <a:spLocks noChangeArrowheads="1"/>
          </p:cNvSpPr>
          <p:nvPr/>
        </p:nvSpPr>
        <p:spPr bwMode="auto">
          <a:xfrm>
            <a:off x="8363023" y="5073594"/>
            <a:ext cx="617935" cy="629360"/>
          </a:xfrm>
          <a:prstGeom prst="ellipse">
            <a:avLst/>
          </a:prstGeom>
          <a:solidFill>
            <a:sysClr val="window" lastClr="FFFFFF"/>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4" name="Content Placeholder 2">
            <a:extLst>
              <a:ext uri="{FF2B5EF4-FFF2-40B4-BE49-F238E27FC236}">
                <a16:creationId xmlns:a16="http://schemas.microsoft.com/office/drawing/2014/main" id="{B124AB49-812D-B774-6F1B-3C63621EB94D}"/>
              </a:ext>
            </a:extLst>
          </p:cNvPr>
          <p:cNvSpPr txBox="1">
            <a:spLocks/>
          </p:cNvSpPr>
          <p:nvPr/>
        </p:nvSpPr>
        <p:spPr>
          <a:xfrm>
            <a:off x="515938" y="3749316"/>
            <a:ext cx="2692462" cy="1159112"/>
          </a:xfrm>
          <a:prstGeom prst="rect">
            <a:avLst/>
          </a:prstGeom>
        </p:spPr>
        <p:txBody>
          <a:bodyPr vert="horz" wrap="square" lIns="0" tIns="0" rIns="0" bIns="0" rtlCol="0" anchor="b"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Morbi in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aliquet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enim</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Cras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hendrerit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metus</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vel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sollicitudin</a:t>
            </a:r>
            <a:endPar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25" name="Content Placeholder 2">
            <a:extLst>
              <a:ext uri="{FF2B5EF4-FFF2-40B4-BE49-F238E27FC236}">
                <a16:creationId xmlns:a16="http://schemas.microsoft.com/office/drawing/2014/main" id="{F55C5216-8AE2-725C-8721-75E08ADD1727}"/>
              </a:ext>
            </a:extLst>
          </p:cNvPr>
          <p:cNvSpPr txBox="1">
            <a:spLocks/>
          </p:cNvSpPr>
          <p:nvPr/>
        </p:nvSpPr>
        <p:spPr>
          <a:xfrm>
            <a:off x="8986394" y="2366301"/>
            <a:ext cx="2692462" cy="1159112"/>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Morbi in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aliquet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enim</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Cras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hendrerit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metus</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vel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sollicitudin</a:t>
            </a:r>
            <a:endPar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26" name="Content Placeholder 2">
            <a:extLst>
              <a:ext uri="{FF2B5EF4-FFF2-40B4-BE49-F238E27FC236}">
                <a16:creationId xmlns:a16="http://schemas.microsoft.com/office/drawing/2014/main" id="{137CEE4A-8FD8-2660-286F-FFE236CC58C6}"/>
              </a:ext>
            </a:extLst>
          </p:cNvPr>
          <p:cNvSpPr txBox="1">
            <a:spLocks/>
          </p:cNvSpPr>
          <p:nvPr/>
        </p:nvSpPr>
        <p:spPr>
          <a:xfrm>
            <a:off x="8986394" y="3749316"/>
            <a:ext cx="2692462" cy="1159112"/>
          </a:xfrm>
          <a:prstGeom prst="rect">
            <a:avLst/>
          </a:prstGeom>
        </p:spPr>
        <p:txBody>
          <a:bodyPr vert="horz" wrap="square" lIns="0" tIns="0" rIns="0" bIns="0" rtlCol="0" anchor="b"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Morbi in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aliquet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enim</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Cras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hendrerit</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metus</a:t>
            </a:r>
            <a:r>
              <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vel </a:t>
            </a:r>
            <a:r>
              <a:rPr kumimoji="0" lang="en-US" sz="14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sollicitudin</a:t>
            </a:r>
            <a:endParaRPr kumimoji="0" lang="en-US" sz="14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27" name="Content Placeholder 2">
            <a:extLst>
              <a:ext uri="{FF2B5EF4-FFF2-40B4-BE49-F238E27FC236}">
                <a16:creationId xmlns:a16="http://schemas.microsoft.com/office/drawing/2014/main" id="{FE972437-0FA4-5593-9C7E-77DF1CE0AC14}"/>
              </a:ext>
            </a:extLst>
          </p:cNvPr>
          <p:cNvSpPr txBox="1">
            <a:spLocks/>
          </p:cNvSpPr>
          <p:nvPr/>
        </p:nvSpPr>
        <p:spPr>
          <a:xfrm>
            <a:off x="5167077" y="3584465"/>
            <a:ext cx="1857846" cy="913055"/>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800" b="1"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8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800" b="1"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endParaRPr kumimoji="0" lang="en-US" sz="18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28" name="Freeform 69">
            <a:extLst>
              <a:ext uri="{FF2B5EF4-FFF2-40B4-BE49-F238E27FC236}">
                <a16:creationId xmlns:a16="http://schemas.microsoft.com/office/drawing/2014/main" id="{2826FC6B-662F-5217-DD6C-2DE0F189FD44}"/>
              </a:ext>
            </a:extLst>
          </p:cNvPr>
          <p:cNvSpPr>
            <a:spLocks noEditPoints="1"/>
          </p:cNvSpPr>
          <p:nvPr/>
        </p:nvSpPr>
        <p:spPr bwMode="auto">
          <a:xfrm>
            <a:off x="5812631" y="2956201"/>
            <a:ext cx="566738" cy="569212"/>
          </a:xfrm>
          <a:custGeom>
            <a:avLst/>
            <a:gdLst>
              <a:gd name="T0" fmla="*/ 83 w 97"/>
              <a:gd name="T1" fmla="*/ 41 h 97"/>
              <a:gd name="T2" fmla="*/ 79 w 97"/>
              <a:gd name="T3" fmla="*/ 31 h 97"/>
              <a:gd name="T4" fmla="*/ 94 w 97"/>
              <a:gd name="T5" fmla="*/ 2 h 97"/>
              <a:gd name="T6" fmla="*/ 71 w 97"/>
              <a:gd name="T7" fmla="*/ 21 h 97"/>
              <a:gd name="T8" fmla="*/ 56 w 97"/>
              <a:gd name="T9" fmla="*/ 14 h 97"/>
              <a:gd name="T10" fmla="*/ 54 w 97"/>
              <a:gd name="T11" fmla="*/ 1 h 97"/>
              <a:gd name="T12" fmla="*/ 40 w 97"/>
              <a:gd name="T13" fmla="*/ 3 h 97"/>
              <a:gd name="T14" fmla="*/ 31 w 97"/>
              <a:gd name="T15" fmla="*/ 18 h 97"/>
              <a:gd name="T16" fmla="*/ 20 w 97"/>
              <a:gd name="T17" fmla="*/ 9 h 97"/>
              <a:gd name="T18" fmla="*/ 8 w 97"/>
              <a:gd name="T19" fmla="*/ 22 h 97"/>
              <a:gd name="T20" fmla="*/ 17 w 97"/>
              <a:gd name="T21" fmla="*/ 32 h 97"/>
              <a:gd name="T22" fmla="*/ 2 w 97"/>
              <a:gd name="T23" fmla="*/ 41 h 97"/>
              <a:gd name="T24" fmla="*/ 0 w 97"/>
              <a:gd name="T25" fmla="*/ 55 h 97"/>
              <a:gd name="T26" fmla="*/ 13 w 97"/>
              <a:gd name="T27" fmla="*/ 57 h 97"/>
              <a:gd name="T28" fmla="*/ 8 w 97"/>
              <a:gd name="T29" fmla="*/ 74 h 97"/>
              <a:gd name="T30" fmla="*/ 8 w 97"/>
              <a:gd name="T31" fmla="*/ 77 h 97"/>
              <a:gd name="T32" fmla="*/ 23 w 97"/>
              <a:gd name="T33" fmla="*/ 89 h 97"/>
              <a:gd name="T34" fmla="*/ 40 w 97"/>
              <a:gd name="T35" fmla="*/ 84 h 97"/>
              <a:gd name="T36" fmla="*/ 42 w 97"/>
              <a:gd name="T37" fmla="*/ 97 h 97"/>
              <a:gd name="T38" fmla="*/ 56 w 97"/>
              <a:gd name="T39" fmla="*/ 95 h 97"/>
              <a:gd name="T40" fmla="*/ 65 w 97"/>
              <a:gd name="T41" fmla="*/ 80 h 97"/>
              <a:gd name="T42" fmla="*/ 76 w 97"/>
              <a:gd name="T43" fmla="*/ 89 h 97"/>
              <a:gd name="T44" fmla="*/ 88 w 97"/>
              <a:gd name="T45" fmla="*/ 74 h 97"/>
              <a:gd name="T46" fmla="*/ 83 w 97"/>
              <a:gd name="T47" fmla="*/ 57 h 97"/>
              <a:gd name="T48" fmla="*/ 96 w 97"/>
              <a:gd name="T49" fmla="*/ 55 h 97"/>
              <a:gd name="T50" fmla="*/ 94 w 97"/>
              <a:gd name="T51" fmla="*/ 41 h 97"/>
              <a:gd name="T52" fmla="*/ 49 w 97"/>
              <a:gd name="T53" fmla="*/ 60 h 97"/>
              <a:gd name="T54" fmla="*/ 48 w 97"/>
              <a:gd name="T55" fmla="*/ 60 h 97"/>
              <a:gd name="T56" fmla="*/ 30 w 97"/>
              <a:gd name="T57" fmla="*/ 39 h 97"/>
              <a:gd name="T58" fmla="*/ 49 w 97"/>
              <a:gd name="T59" fmla="*/ 56 h 97"/>
              <a:gd name="T60" fmla="*/ 91 w 97"/>
              <a:gd name="T61" fmla="*/ 5 h 97"/>
              <a:gd name="T62" fmla="*/ 51 w 97"/>
              <a:gd name="T63" fmla="*/ 6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97">
                <a:moveTo>
                  <a:pt x="94" y="41"/>
                </a:moveTo>
                <a:cubicBezTo>
                  <a:pt x="83" y="41"/>
                  <a:pt x="83" y="41"/>
                  <a:pt x="83" y="41"/>
                </a:cubicBezTo>
                <a:cubicBezTo>
                  <a:pt x="82" y="39"/>
                  <a:pt x="82" y="37"/>
                  <a:pt x="81" y="35"/>
                </a:cubicBezTo>
                <a:cubicBezTo>
                  <a:pt x="80" y="34"/>
                  <a:pt x="79" y="32"/>
                  <a:pt x="79" y="31"/>
                </a:cubicBezTo>
                <a:cubicBezTo>
                  <a:pt x="95" y="11"/>
                  <a:pt x="95" y="11"/>
                  <a:pt x="95" y="11"/>
                </a:cubicBezTo>
                <a:cubicBezTo>
                  <a:pt x="97" y="8"/>
                  <a:pt x="96" y="4"/>
                  <a:pt x="94" y="2"/>
                </a:cubicBezTo>
                <a:cubicBezTo>
                  <a:pt x="91" y="0"/>
                  <a:pt x="87" y="1"/>
                  <a:pt x="85" y="3"/>
                </a:cubicBezTo>
                <a:cubicBezTo>
                  <a:pt x="71" y="21"/>
                  <a:pt x="71" y="21"/>
                  <a:pt x="71" y="21"/>
                </a:cubicBezTo>
                <a:cubicBezTo>
                  <a:pt x="70" y="20"/>
                  <a:pt x="68" y="19"/>
                  <a:pt x="67" y="18"/>
                </a:cubicBezTo>
                <a:cubicBezTo>
                  <a:pt x="64" y="17"/>
                  <a:pt x="60" y="15"/>
                  <a:pt x="56" y="14"/>
                </a:cubicBezTo>
                <a:cubicBezTo>
                  <a:pt x="56" y="3"/>
                  <a:pt x="56" y="3"/>
                  <a:pt x="56" y="3"/>
                </a:cubicBezTo>
                <a:cubicBezTo>
                  <a:pt x="56" y="2"/>
                  <a:pt x="55" y="1"/>
                  <a:pt x="54" y="1"/>
                </a:cubicBezTo>
                <a:cubicBezTo>
                  <a:pt x="42" y="1"/>
                  <a:pt x="42" y="1"/>
                  <a:pt x="42" y="1"/>
                </a:cubicBezTo>
                <a:cubicBezTo>
                  <a:pt x="41" y="1"/>
                  <a:pt x="40" y="2"/>
                  <a:pt x="40" y="3"/>
                </a:cubicBezTo>
                <a:cubicBezTo>
                  <a:pt x="40" y="14"/>
                  <a:pt x="40" y="14"/>
                  <a:pt x="40" y="14"/>
                </a:cubicBezTo>
                <a:cubicBezTo>
                  <a:pt x="37" y="15"/>
                  <a:pt x="33" y="16"/>
                  <a:pt x="31" y="18"/>
                </a:cubicBezTo>
                <a:cubicBezTo>
                  <a:pt x="23" y="9"/>
                  <a:pt x="23" y="9"/>
                  <a:pt x="23" y="9"/>
                </a:cubicBezTo>
                <a:cubicBezTo>
                  <a:pt x="22" y="9"/>
                  <a:pt x="20" y="9"/>
                  <a:pt x="20" y="9"/>
                </a:cubicBezTo>
                <a:cubicBezTo>
                  <a:pt x="8" y="21"/>
                  <a:pt x="8" y="21"/>
                  <a:pt x="8" y="21"/>
                </a:cubicBezTo>
                <a:cubicBezTo>
                  <a:pt x="8" y="21"/>
                  <a:pt x="8" y="22"/>
                  <a:pt x="8" y="22"/>
                </a:cubicBezTo>
                <a:cubicBezTo>
                  <a:pt x="8" y="23"/>
                  <a:pt x="8" y="23"/>
                  <a:pt x="8" y="24"/>
                </a:cubicBezTo>
                <a:cubicBezTo>
                  <a:pt x="17" y="32"/>
                  <a:pt x="17" y="32"/>
                  <a:pt x="17" y="32"/>
                </a:cubicBezTo>
                <a:cubicBezTo>
                  <a:pt x="15" y="34"/>
                  <a:pt x="14" y="38"/>
                  <a:pt x="13" y="41"/>
                </a:cubicBezTo>
                <a:cubicBezTo>
                  <a:pt x="2" y="41"/>
                  <a:pt x="2" y="41"/>
                  <a:pt x="2" y="41"/>
                </a:cubicBezTo>
                <a:cubicBezTo>
                  <a:pt x="1" y="41"/>
                  <a:pt x="0" y="42"/>
                  <a:pt x="0" y="43"/>
                </a:cubicBezTo>
                <a:cubicBezTo>
                  <a:pt x="0" y="55"/>
                  <a:pt x="0" y="55"/>
                  <a:pt x="0" y="55"/>
                </a:cubicBezTo>
                <a:cubicBezTo>
                  <a:pt x="0" y="56"/>
                  <a:pt x="1" y="57"/>
                  <a:pt x="2" y="57"/>
                </a:cubicBezTo>
                <a:cubicBezTo>
                  <a:pt x="13" y="57"/>
                  <a:pt x="13" y="57"/>
                  <a:pt x="13" y="57"/>
                </a:cubicBezTo>
                <a:cubicBezTo>
                  <a:pt x="14" y="60"/>
                  <a:pt x="15" y="64"/>
                  <a:pt x="17" y="66"/>
                </a:cubicBezTo>
                <a:cubicBezTo>
                  <a:pt x="8" y="74"/>
                  <a:pt x="8" y="74"/>
                  <a:pt x="8" y="74"/>
                </a:cubicBezTo>
                <a:cubicBezTo>
                  <a:pt x="8" y="75"/>
                  <a:pt x="8" y="75"/>
                  <a:pt x="8" y="76"/>
                </a:cubicBezTo>
                <a:cubicBezTo>
                  <a:pt x="8" y="76"/>
                  <a:pt x="8" y="77"/>
                  <a:pt x="8" y="77"/>
                </a:cubicBezTo>
                <a:cubicBezTo>
                  <a:pt x="20" y="89"/>
                  <a:pt x="20" y="89"/>
                  <a:pt x="20" y="89"/>
                </a:cubicBezTo>
                <a:cubicBezTo>
                  <a:pt x="20" y="89"/>
                  <a:pt x="22" y="89"/>
                  <a:pt x="23" y="89"/>
                </a:cubicBezTo>
                <a:cubicBezTo>
                  <a:pt x="31" y="80"/>
                  <a:pt x="31" y="80"/>
                  <a:pt x="31" y="80"/>
                </a:cubicBezTo>
                <a:cubicBezTo>
                  <a:pt x="33" y="82"/>
                  <a:pt x="37" y="83"/>
                  <a:pt x="40" y="84"/>
                </a:cubicBezTo>
                <a:cubicBezTo>
                  <a:pt x="40" y="95"/>
                  <a:pt x="40" y="95"/>
                  <a:pt x="40" y="95"/>
                </a:cubicBezTo>
                <a:cubicBezTo>
                  <a:pt x="40" y="96"/>
                  <a:pt x="41" y="97"/>
                  <a:pt x="42" y="97"/>
                </a:cubicBezTo>
                <a:cubicBezTo>
                  <a:pt x="54" y="97"/>
                  <a:pt x="54" y="97"/>
                  <a:pt x="54" y="97"/>
                </a:cubicBezTo>
                <a:cubicBezTo>
                  <a:pt x="55" y="97"/>
                  <a:pt x="56" y="96"/>
                  <a:pt x="56" y="95"/>
                </a:cubicBezTo>
                <a:cubicBezTo>
                  <a:pt x="56" y="84"/>
                  <a:pt x="56" y="84"/>
                  <a:pt x="56" y="84"/>
                </a:cubicBezTo>
                <a:cubicBezTo>
                  <a:pt x="59" y="83"/>
                  <a:pt x="63" y="82"/>
                  <a:pt x="65" y="80"/>
                </a:cubicBezTo>
                <a:cubicBezTo>
                  <a:pt x="73" y="89"/>
                  <a:pt x="73" y="89"/>
                  <a:pt x="73" y="89"/>
                </a:cubicBezTo>
                <a:cubicBezTo>
                  <a:pt x="74" y="89"/>
                  <a:pt x="76" y="89"/>
                  <a:pt x="76" y="89"/>
                </a:cubicBezTo>
                <a:cubicBezTo>
                  <a:pt x="88" y="77"/>
                  <a:pt x="88" y="77"/>
                  <a:pt x="88" y="77"/>
                </a:cubicBezTo>
                <a:cubicBezTo>
                  <a:pt x="88" y="77"/>
                  <a:pt x="88" y="75"/>
                  <a:pt x="88" y="74"/>
                </a:cubicBezTo>
                <a:cubicBezTo>
                  <a:pt x="79" y="66"/>
                  <a:pt x="79" y="66"/>
                  <a:pt x="79" y="66"/>
                </a:cubicBezTo>
                <a:cubicBezTo>
                  <a:pt x="81" y="64"/>
                  <a:pt x="82" y="60"/>
                  <a:pt x="83" y="57"/>
                </a:cubicBezTo>
                <a:cubicBezTo>
                  <a:pt x="94" y="57"/>
                  <a:pt x="94" y="57"/>
                  <a:pt x="94" y="57"/>
                </a:cubicBezTo>
                <a:cubicBezTo>
                  <a:pt x="95" y="57"/>
                  <a:pt x="96" y="56"/>
                  <a:pt x="96" y="55"/>
                </a:cubicBezTo>
                <a:cubicBezTo>
                  <a:pt x="96" y="43"/>
                  <a:pt x="96" y="43"/>
                  <a:pt x="96" y="43"/>
                </a:cubicBezTo>
                <a:cubicBezTo>
                  <a:pt x="96" y="42"/>
                  <a:pt x="95" y="41"/>
                  <a:pt x="94" y="41"/>
                </a:cubicBezTo>
                <a:close/>
                <a:moveTo>
                  <a:pt x="51" y="60"/>
                </a:moveTo>
                <a:cubicBezTo>
                  <a:pt x="50" y="60"/>
                  <a:pt x="50" y="60"/>
                  <a:pt x="49" y="60"/>
                </a:cubicBezTo>
                <a:cubicBezTo>
                  <a:pt x="49" y="61"/>
                  <a:pt x="49" y="61"/>
                  <a:pt x="49" y="61"/>
                </a:cubicBezTo>
                <a:cubicBezTo>
                  <a:pt x="49" y="61"/>
                  <a:pt x="48" y="60"/>
                  <a:pt x="48" y="60"/>
                </a:cubicBezTo>
                <a:cubicBezTo>
                  <a:pt x="30" y="42"/>
                  <a:pt x="30" y="42"/>
                  <a:pt x="30" y="42"/>
                </a:cubicBezTo>
                <a:cubicBezTo>
                  <a:pt x="29" y="41"/>
                  <a:pt x="29" y="40"/>
                  <a:pt x="30" y="39"/>
                </a:cubicBezTo>
                <a:cubicBezTo>
                  <a:pt x="31" y="38"/>
                  <a:pt x="32" y="38"/>
                  <a:pt x="33" y="39"/>
                </a:cubicBezTo>
                <a:cubicBezTo>
                  <a:pt x="49" y="56"/>
                  <a:pt x="49" y="56"/>
                  <a:pt x="49" y="56"/>
                </a:cubicBezTo>
                <a:cubicBezTo>
                  <a:pt x="88" y="6"/>
                  <a:pt x="88" y="6"/>
                  <a:pt x="88" y="6"/>
                </a:cubicBezTo>
                <a:cubicBezTo>
                  <a:pt x="89" y="5"/>
                  <a:pt x="90" y="5"/>
                  <a:pt x="91" y="5"/>
                </a:cubicBezTo>
                <a:cubicBezTo>
                  <a:pt x="92" y="6"/>
                  <a:pt x="92" y="7"/>
                  <a:pt x="92" y="8"/>
                </a:cubicBezTo>
                <a:lnTo>
                  <a:pt x="51"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Freeform 5">
            <a:extLst>
              <a:ext uri="{FF2B5EF4-FFF2-40B4-BE49-F238E27FC236}">
                <a16:creationId xmlns:a16="http://schemas.microsoft.com/office/drawing/2014/main" id="{7E0DC607-1A8A-2794-EC20-85BA54E63BAB}"/>
              </a:ext>
            </a:extLst>
          </p:cNvPr>
          <p:cNvSpPr>
            <a:spLocks/>
          </p:cNvSpPr>
          <p:nvPr/>
        </p:nvSpPr>
        <p:spPr bwMode="auto">
          <a:xfrm>
            <a:off x="3389881" y="1776247"/>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rgbClr val="78D2D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Freeform 5">
            <a:extLst>
              <a:ext uri="{FF2B5EF4-FFF2-40B4-BE49-F238E27FC236}">
                <a16:creationId xmlns:a16="http://schemas.microsoft.com/office/drawing/2014/main" id="{399E3E92-D6DD-B975-6FCD-CCF8799760BA}"/>
              </a:ext>
            </a:extLst>
          </p:cNvPr>
          <p:cNvSpPr>
            <a:spLocks/>
          </p:cNvSpPr>
          <p:nvPr/>
        </p:nvSpPr>
        <p:spPr bwMode="auto">
          <a:xfrm>
            <a:off x="3389881" y="5259676"/>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rgbClr val="98DBA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Freeform 5">
            <a:extLst>
              <a:ext uri="{FF2B5EF4-FFF2-40B4-BE49-F238E27FC236}">
                <a16:creationId xmlns:a16="http://schemas.microsoft.com/office/drawing/2014/main" id="{A4ABFE8C-9C53-C28F-F13F-A17542631043}"/>
              </a:ext>
            </a:extLst>
          </p:cNvPr>
          <p:cNvSpPr>
            <a:spLocks/>
          </p:cNvSpPr>
          <p:nvPr/>
        </p:nvSpPr>
        <p:spPr bwMode="auto">
          <a:xfrm>
            <a:off x="8544505" y="1776247"/>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rgbClr val="74BDE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Freeform 5">
            <a:extLst>
              <a:ext uri="{FF2B5EF4-FFF2-40B4-BE49-F238E27FC236}">
                <a16:creationId xmlns:a16="http://schemas.microsoft.com/office/drawing/2014/main" id="{9E3CB31E-30A4-E884-1C2D-DE6014CD9A04}"/>
              </a:ext>
            </a:extLst>
          </p:cNvPr>
          <p:cNvSpPr>
            <a:spLocks/>
          </p:cNvSpPr>
          <p:nvPr/>
        </p:nvSpPr>
        <p:spPr bwMode="auto">
          <a:xfrm>
            <a:off x="8544505" y="5259676"/>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rgbClr val="CDE4A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63972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Top Corners Rounded 10">
            <a:extLst>
              <a:ext uri="{FF2B5EF4-FFF2-40B4-BE49-F238E27FC236}">
                <a16:creationId xmlns:a16="http://schemas.microsoft.com/office/drawing/2014/main" id="{44A8F947-C938-C3B0-5E34-78F72CBE13FC}"/>
              </a:ext>
            </a:extLst>
          </p:cNvPr>
          <p:cNvSpPr/>
          <p:nvPr/>
        </p:nvSpPr>
        <p:spPr>
          <a:xfrm rot="10800000">
            <a:off x="361946" y="2890642"/>
            <a:ext cx="2809875" cy="2948177"/>
          </a:xfrm>
          <a:prstGeom prst="round2SameRect">
            <a:avLst>
              <a:gd name="adj1" fmla="val 10226"/>
              <a:gd name="adj2" fmla="val 0"/>
            </a:avLst>
          </a:prstGeom>
          <a:solidFill>
            <a:schemeClr val="bg1">
              <a:lumMod val="95000"/>
            </a:schemeClr>
          </a:solidFill>
          <a:ln>
            <a:solidFill>
              <a:schemeClr val="bg1">
                <a:lumMod val="8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Top Corners Rounded 12">
            <a:extLst>
              <a:ext uri="{FF2B5EF4-FFF2-40B4-BE49-F238E27FC236}">
                <a16:creationId xmlns:a16="http://schemas.microsoft.com/office/drawing/2014/main" id="{EDE79B8A-CF59-ACD1-DE1F-F000D0B036F3}"/>
              </a:ext>
            </a:extLst>
          </p:cNvPr>
          <p:cNvSpPr/>
          <p:nvPr/>
        </p:nvSpPr>
        <p:spPr>
          <a:xfrm rot="10800000">
            <a:off x="9020172" y="2890643"/>
            <a:ext cx="2809875" cy="2948177"/>
          </a:xfrm>
          <a:prstGeom prst="round2SameRect">
            <a:avLst>
              <a:gd name="adj1" fmla="val 10565"/>
              <a:gd name="adj2" fmla="val 0"/>
            </a:avLst>
          </a:prstGeom>
          <a:solidFill>
            <a:schemeClr val="bg1">
              <a:lumMod val="95000"/>
            </a:schemeClr>
          </a:solidFill>
          <a:ln>
            <a:solidFill>
              <a:schemeClr val="bg1">
                <a:lumMod val="8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Top Corners Rounded 13">
            <a:extLst>
              <a:ext uri="{FF2B5EF4-FFF2-40B4-BE49-F238E27FC236}">
                <a16:creationId xmlns:a16="http://schemas.microsoft.com/office/drawing/2014/main" id="{EDD7D462-1659-1C40-0CC6-D34A4BC1F5B4}"/>
              </a:ext>
            </a:extLst>
          </p:cNvPr>
          <p:cNvSpPr/>
          <p:nvPr/>
        </p:nvSpPr>
        <p:spPr>
          <a:xfrm rot="10800000">
            <a:off x="3248021" y="2890642"/>
            <a:ext cx="2809875" cy="2948177"/>
          </a:xfrm>
          <a:prstGeom prst="round2SameRect">
            <a:avLst>
              <a:gd name="adj1" fmla="val 10226"/>
              <a:gd name="adj2" fmla="val 0"/>
            </a:avLst>
          </a:prstGeom>
          <a:solidFill>
            <a:schemeClr val="bg1">
              <a:lumMod val="95000"/>
            </a:schemeClr>
          </a:solidFill>
          <a:ln>
            <a:solidFill>
              <a:schemeClr val="bg1">
                <a:lumMod val="8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Top Corners Rounded 14">
            <a:extLst>
              <a:ext uri="{FF2B5EF4-FFF2-40B4-BE49-F238E27FC236}">
                <a16:creationId xmlns:a16="http://schemas.microsoft.com/office/drawing/2014/main" id="{229CE2C1-8C77-6E97-19E9-3E3C5330325B}"/>
              </a:ext>
            </a:extLst>
          </p:cNvPr>
          <p:cNvSpPr/>
          <p:nvPr/>
        </p:nvSpPr>
        <p:spPr>
          <a:xfrm rot="10800000">
            <a:off x="6134096" y="2890642"/>
            <a:ext cx="2809875" cy="2948177"/>
          </a:xfrm>
          <a:prstGeom prst="round2SameRect">
            <a:avLst>
              <a:gd name="adj1" fmla="val 10226"/>
              <a:gd name="adj2" fmla="val 0"/>
            </a:avLst>
          </a:prstGeom>
          <a:solidFill>
            <a:schemeClr val="bg1">
              <a:lumMod val="95000"/>
            </a:schemeClr>
          </a:solidFill>
          <a:ln>
            <a:solidFill>
              <a:schemeClr val="bg1">
                <a:lumMod val="8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E0E06882-E379-11BC-54AB-34D0B79A6E05}"/>
              </a:ext>
            </a:extLst>
          </p:cNvPr>
          <p:cNvSpPr>
            <a:spLocks noGrp="1"/>
          </p:cNvSpPr>
          <p:nvPr>
            <p:ph type="title"/>
          </p:nvPr>
        </p:nvSpPr>
        <p:spPr>
          <a:xfrm>
            <a:off x="476250" y="365125"/>
            <a:ext cx="11239500" cy="968375"/>
          </a:xfrm>
        </p:spPr>
        <p:txBody>
          <a:bodyPr/>
          <a:lstStyle/>
          <a:p>
            <a:r>
              <a:rPr lang="en-ID"/>
              <a:t>Customer Service Technology</a:t>
            </a:r>
          </a:p>
        </p:txBody>
      </p:sp>
      <p:sp>
        <p:nvSpPr>
          <p:cNvPr id="3" name="Rectangle: Rounded Corners 2">
            <a:extLst>
              <a:ext uri="{FF2B5EF4-FFF2-40B4-BE49-F238E27FC236}">
                <a16:creationId xmlns:a16="http://schemas.microsoft.com/office/drawing/2014/main" id="{C611BAC4-4524-AF5D-7140-A65A20FE27EC}"/>
              </a:ext>
            </a:extLst>
          </p:cNvPr>
          <p:cNvSpPr/>
          <p:nvPr/>
        </p:nvSpPr>
        <p:spPr>
          <a:xfrm>
            <a:off x="476250" y="2006497"/>
            <a:ext cx="2581984" cy="1422503"/>
          </a:xfrm>
          <a:prstGeom prst="roundRect">
            <a:avLst/>
          </a:prstGeom>
          <a:solidFill>
            <a:srgbClr val="78D2D3"/>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Rounded Corners 3">
            <a:extLst>
              <a:ext uri="{FF2B5EF4-FFF2-40B4-BE49-F238E27FC236}">
                <a16:creationId xmlns:a16="http://schemas.microsoft.com/office/drawing/2014/main" id="{78572DC0-AA87-7F3D-9FE5-579DFFE51338}"/>
              </a:ext>
            </a:extLst>
          </p:cNvPr>
          <p:cNvSpPr/>
          <p:nvPr/>
        </p:nvSpPr>
        <p:spPr>
          <a:xfrm>
            <a:off x="3362089" y="2006497"/>
            <a:ext cx="2581984" cy="1422503"/>
          </a:xfrm>
          <a:prstGeom prst="roundRect">
            <a:avLst/>
          </a:prstGeom>
          <a:solidFill>
            <a:srgbClr val="74BDE0"/>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Rounded Corners 4">
            <a:extLst>
              <a:ext uri="{FF2B5EF4-FFF2-40B4-BE49-F238E27FC236}">
                <a16:creationId xmlns:a16="http://schemas.microsoft.com/office/drawing/2014/main" id="{EA718ABF-8DD4-8D24-612A-4C551272703B}"/>
              </a:ext>
            </a:extLst>
          </p:cNvPr>
          <p:cNvSpPr/>
          <p:nvPr/>
        </p:nvSpPr>
        <p:spPr>
          <a:xfrm>
            <a:off x="6247928" y="2006497"/>
            <a:ext cx="2581984" cy="1422503"/>
          </a:xfrm>
          <a:prstGeom prst="roundRect">
            <a:avLst/>
          </a:prstGeom>
          <a:solidFill>
            <a:srgbClr val="98DBAF"/>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DD9E26B8-4A51-EF7D-B925-E77BF1DFB4B5}"/>
              </a:ext>
            </a:extLst>
          </p:cNvPr>
          <p:cNvSpPr/>
          <p:nvPr/>
        </p:nvSpPr>
        <p:spPr>
          <a:xfrm>
            <a:off x="9133766" y="2006497"/>
            <a:ext cx="2581984" cy="1422503"/>
          </a:xfrm>
          <a:prstGeom prst="roundRect">
            <a:avLst/>
          </a:prstGeom>
          <a:solidFill>
            <a:srgbClr val="CDE4AC"/>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2162A662-48ED-3CA2-2AA5-1E413AB6C90A}"/>
              </a:ext>
            </a:extLst>
          </p:cNvPr>
          <p:cNvSpPr/>
          <p:nvPr/>
        </p:nvSpPr>
        <p:spPr>
          <a:xfrm>
            <a:off x="907453" y="1854100"/>
            <a:ext cx="1719578" cy="532995"/>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l" defTabSz="89535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ED86C235-C317-C84B-94BA-87AE0E5EFF1B}"/>
              </a:ext>
            </a:extLst>
          </p:cNvPr>
          <p:cNvSpPr/>
          <p:nvPr/>
        </p:nvSpPr>
        <p:spPr>
          <a:xfrm>
            <a:off x="3793292" y="1854100"/>
            <a:ext cx="1719578" cy="532995"/>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Rounded Corners 8">
            <a:extLst>
              <a:ext uri="{FF2B5EF4-FFF2-40B4-BE49-F238E27FC236}">
                <a16:creationId xmlns:a16="http://schemas.microsoft.com/office/drawing/2014/main" id="{B72F4E21-6023-9075-09BC-3766C83E28CF}"/>
              </a:ext>
            </a:extLst>
          </p:cNvPr>
          <p:cNvSpPr/>
          <p:nvPr/>
        </p:nvSpPr>
        <p:spPr>
          <a:xfrm>
            <a:off x="6679131" y="1854100"/>
            <a:ext cx="1719578" cy="532995"/>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Rounded Corners 9">
            <a:extLst>
              <a:ext uri="{FF2B5EF4-FFF2-40B4-BE49-F238E27FC236}">
                <a16:creationId xmlns:a16="http://schemas.microsoft.com/office/drawing/2014/main" id="{4034461D-2930-4293-36DE-92F894ADD9F4}"/>
              </a:ext>
            </a:extLst>
          </p:cNvPr>
          <p:cNvSpPr/>
          <p:nvPr/>
        </p:nvSpPr>
        <p:spPr>
          <a:xfrm>
            <a:off x="9564969" y="1854100"/>
            <a:ext cx="1719578" cy="532995"/>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Content Placeholder 2">
            <a:extLst>
              <a:ext uri="{FF2B5EF4-FFF2-40B4-BE49-F238E27FC236}">
                <a16:creationId xmlns:a16="http://schemas.microsoft.com/office/drawing/2014/main" id="{71D55F02-E514-556A-3194-A38F64812AD4}"/>
              </a:ext>
            </a:extLst>
          </p:cNvPr>
          <p:cNvSpPr txBox="1">
            <a:spLocks/>
          </p:cNvSpPr>
          <p:nvPr/>
        </p:nvSpPr>
        <p:spPr>
          <a:xfrm>
            <a:off x="1149720" y="1973896"/>
            <a:ext cx="1235045" cy="293403"/>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sp>
        <p:nvSpPr>
          <p:cNvPr id="34" name="Content Placeholder 2">
            <a:extLst>
              <a:ext uri="{FF2B5EF4-FFF2-40B4-BE49-F238E27FC236}">
                <a16:creationId xmlns:a16="http://schemas.microsoft.com/office/drawing/2014/main" id="{C7990699-CC1D-4A98-CFCE-B8142330EA64}"/>
              </a:ext>
            </a:extLst>
          </p:cNvPr>
          <p:cNvSpPr txBox="1">
            <a:spLocks/>
          </p:cNvSpPr>
          <p:nvPr/>
        </p:nvSpPr>
        <p:spPr>
          <a:xfrm>
            <a:off x="4035559" y="1973896"/>
            <a:ext cx="1235045" cy="293403"/>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sp>
        <p:nvSpPr>
          <p:cNvPr id="35" name="Content Placeholder 2">
            <a:extLst>
              <a:ext uri="{FF2B5EF4-FFF2-40B4-BE49-F238E27FC236}">
                <a16:creationId xmlns:a16="http://schemas.microsoft.com/office/drawing/2014/main" id="{CD5DC35C-979F-3A46-D958-CBC4C2407FEB}"/>
              </a:ext>
            </a:extLst>
          </p:cNvPr>
          <p:cNvSpPr txBox="1">
            <a:spLocks/>
          </p:cNvSpPr>
          <p:nvPr/>
        </p:nvSpPr>
        <p:spPr>
          <a:xfrm>
            <a:off x="6921398" y="1973896"/>
            <a:ext cx="1235045" cy="293403"/>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sp>
        <p:nvSpPr>
          <p:cNvPr id="36" name="Content Placeholder 2">
            <a:extLst>
              <a:ext uri="{FF2B5EF4-FFF2-40B4-BE49-F238E27FC236}">
                <a16:creationId xmlns:a16="http://schemas.microsoft.com/office/drawing/2014/main" id="{EF67D69B-6B3B-A953-5B18-C43FA1A5FC4E}"/>
              </a:ext>
            </a:extLst>
          </p:cNvPr>
          <p:cNvSpPr txBox="1">
            <a:spLocks/>
          </p:cNvSpPr>
          <p:nvPr/>
        </p:nvSpPr>
        <p:spPr>
          <a:xfrm>
            <a:off x="9807236" y="1973896"/>
            <a:ext cx="1235045" cy="293403"/>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sp>
        <p:nvSpPr>
          <p:cNvPr id="37" name="Oval 36">
            <a:extLst>
              <a:ext uri="{FF2B5EF4-FFF2-40B4-BE49-F238E27FC236}">
                <a16:creationId xmlns:a16="http://schemas.microsoft.com/office/drawing/2014/main" id="{567111D7-714A-2015-D85C-D8E30762BB89}"/>
              </a:ext>
            </a:extLst>
          </p:cNvPr>
          <p:cNvSpPr/>
          <p:nvPr/>
        </p:nvSpPr>
        <p:spPr>
          <a:xfrm>
            <a:off x="1475625" y="1409747"/>
            <a:ext cx="582520" cy="582520"/>
          </a:xfrm>
          <a:prstGeom prst="ellipse">
            <a:avLst/>
          </a:prstGeom>
          <a:solidFill>
            <a:srgbClr val="78D2D3"/>
          </a:solidFill>
          <a:ln>
            <a:noFill/>
          </a:ln>
          <a:effectLst>
            <a:outerShdw blurRad="101600" dist="38100" dir="2700000" algn="t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Oval 37">
            <a:extLst>
              <a:ext uri="{FF2B5EF4-FFF2-40B4-BE49-F238E27FC236}">
                <a16:creationId xmlns:a16="http://schemas.microsoft.com/office/drawing/2014/main" id="{360C2EF9-9042-0681-F723-FB1EF23893C4}"/>
              </a:ext>
            </a:extLst>
          </p:cNvPr>
          <p:cNvSpPr/>
          <p:nvPr/>
        </p:nvSpPr>
        <p:spPr>
          <a:xfrm>
            <a:off x="4361821" y="1409747"/>
            <a:ext cx="582520" cy="582520"/>
          </a:xfrm>
          <a:prstGeom prst="ellipse">
            <a:avLst/>
          </a:prstGeom>
          <a:solidFill>
            <a:srgbClr val="74BDE0"/>
          </a:solidFill>
          <a:ln>
            <a:noFill/>
          </a:ln>
          <a:effectLst>
            <a:outerShdw blurRad="101600" dist="38100" dir="2700000" algn="t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a:extLst>
              <a:ext uri="{FF2B5EF4-FFF2-40B4-BE49-F238E27FC236}">
                <a16:creationId xmlns:a16="http://schemas.microsoft.com/office/drawing/2014/main" id="{0D1EDC1B-B258-6DD9-5A79-AEAB5ED7EE7C}"/>
              </a:ext>
            </a:extLst>
          </p:cNvPr>
          <p:cNvSpPr/>
          <p:nvPr/>
        </p:nvSpPr>
        <p:spPr>
          <a:xfrm>
            <a:off x="7247660" y="1409747"/>
            <a:ext cx="582520" cy="582520"/>
          </a:xfrm>
          <a:prstGeom prst="ellipse">
            <a:avLst/>
          </a:prstGeom>
          <a:solidFill>
            <a:srgbClr val="98DBAF"/>
          </a:solidFill>
          <a:ln>
            <a:noFill/>
          </a:ln>
          <a:effectLst>
            <a:outerShdw blurRad="101600" dist="38100" dir="2700000" algn="t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Oval 39">
            <a:extLst>
              <a:ext uri="{FF2B5EF4-FFF2-40B4-BE49-F238E27FC236}">
                <a16:creationId xmlns:a16="http://schemas.microsoft.com/office/drawing/2014/main" id="{519B6C7D-5E92-1A31-8094-978298603846}"/>
              </a:ext>
            </a:extLst>
          </p:cNvPr>
          <p:cNvSpPr/>
          <p:nvPr/>
        </p:nvSpPr>
        <p:spPr>
          <a:xfrm>
            <a:off x="10133498" y="1409747"/>
            <a:ext cx="582520" cy="582520"/>
          </a:xfrm>
          <a:prstGeom prst="ellipse">
            <a:avLst/>
          </a:prstGeom>
          <a:solidFill>
            <a:srgbClr val="CDE4AC"/>
          </a:solidFill>
          <a:ln>
            <a:noFill/>
          </a:ln>
          <a:effectLst>
            <a:outerShdw blurRad="101600" dist="38100" dir="2700000" algn="t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Content Placeholder 2">
            <a:extLst>
              <a:ext uri="{FF2B5EF4-FFF2-40B4-BE49-F238E27FC236}">
                <a16:creationId xmlns:a16="http://schemas.microsoft.com/office/drawing/2014/main" id="{EA14DE5D-DBEE-4562-7F11-AE4C24A2AEED}"/>
              </a:ext>
            </a:extLst>
          </p:cNvPr>
          <p:cNvSpPr txBox="1">
            <a:spLocks/>
          </p:cNvSpPr>
          <p:nvPr/>
        </p:nvSpPr>
        <p:spPr>
          <a:xfrm>
            <a:off x="625566" y="2608048"/>
            <a:ext cx="2222409" cy="448082"/>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p>
        </p:txBody>
      </p:sp>
      <p:sp>
        <p:nvSpPr>
          <p:cNvPr id="42" name="Content Placeholder 2">
            <a:extLst>
              <a:ext uri="{FF2B5EF4-FFF2-40B4-BE49-F238E27FC236}">
                <a16:creationId xmlns:a16="http://schemas.microsoft.com/office/drawing/2014/main" id="{5B2D3987-EF06-EE93-46F0-3757BAAFB820}"/>
              </a:ext>
            </a:extLst>
          </p:cNvPr>
          <p:cNvSpPr txBox="1">
            <a:spLocks/>
          </p:cNvSpPr>
          <p:nvPr/>
        </p:nvSpPr>
        <p:spPr>
          <a:xfrm>
            <a:off x="3541877" y="2608048"/>
            <a:ext cx="2222409" cy="448082"/>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p>
        </p:txBody>
      </p:sp>
      <p:sp>
        <p:nvSpPr>
          <p:cNvPr id="43" name="Content Placeholder 2">
            <a:extLst>
              <a:ext uri="{FF2B5EF4-FFF2-40B4-BE49-F238E27FC236}">
                <a16:creationId xmlns:a16="http://schemas.microsoft.com/office/drawing/2014/main" id="{C7E639BC-F1F4-F26D-2769-708FA5A1C35F}"/>
              </a:ext>
            </a:extLst>
          </p:cNvPr>
          <p:cNvSpPr txBox="1">
            <a:spLocks/>
          </p:cNvSpPr>
          <p:nvPr/>
        </p:nvSpPr>
        <p:spPr>
          <a:xfrm>
            <a:off x="6427716" y="2608048"/>
            <a:ext cx="2222409" cy="448082"/>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p>
        </p:txBody>
      </p:sp>
      <p:sp>
        <p:nvSpPr>
          <p:cNvPr id="44" name="Content Placeholder 2">
            <a:extLst>
              <a:ext uri="{FF2B5EF4-FFF2-40B4-BE49-F238E27FC236}">
                <a16:creationId xmlns:a16="http://schemas.microsoft.com/office/drawing/2014/main" id="{CB2DCFBF-81DA-78E2-A4E3-A1D9C3BA8DAC}"/>
              </a:ext>
            </a:extLst>
          </p:cNvPr>
          <p:cNvSpPr txBox="1">
            <a:spLocks/>
          </p:cNvSpPr>
          <p:nvPr/>
        </p:nvSpPr>
        <p:spPr>
          <a:xfrm>
            <a:off x="9313554" y="2608048"/>
            <a:ext cx="2222409" cy="448082"/>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p>
        </p:txBody>
      </p:sp>
      <p:sp>
        <p:nvSpPr>
          <p:cNvPr id="45" name="Isosceles Triangle 44">
            <a:extLst>
              <a:ext uri="{FF2B5EF4-FFF2-40B4-BE49-F238E27FC236}">
                <a16:creationId xmlns:a16="http://schemas.microsoft.com/office/drawing/2014/main" id="{0827D966-97DF-74CA-F092-37E7FB6511B5}"/>
              </a:ext>
            </a:extLst>
          </p:cNvPr>
          <p:cNvSpPr/>
          <p:nvPr/>
        </p:nvSpPr>
        <p:spPr>
          <a:xfrm rot="5400000">
            <a:off x="3245391" y="2661551"/>
            <a:ext cx="345791" cy="112394"/>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Isosceles Triangle 45">
            <a:extLst>
              <a:ext uri="{FF2B5EF4-FFF2-40B4-BE49-F238E27FC236}">
                <a16:creationId xmlns:a16="http://schemas.microsoft.com/office/drawing/2014/main" id="{2ECB75D5-FF43-DCBA-74CC-99629E88361B}"/>
              </a:ext>
            </a:extLst>
          </p:cNvPr>
          <p:cNvSpPr/>
          <p:nvPr/>
        </p:nvSpPr>
        <p:spPr>
          <a:xfrm rot="5400000">
            <a:off x="6131230" y="2661551"/>
            <a:ext cx="345791" cy="112394"/>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Isosceles Triangle 46">
            <a:extLst>
              <a:ext uri="{FF2B5EF4-FFF2-40B4-BE49-F238E27FC236}">
                <a16:creationId xmlns:a16="http://schemas.microsoft.com/office/drawing/2014/main" id="{1486F484-6368-036D-CB1E-5A500CD99B66}"/>
              </a:ext>
            </a:extLst>
          </p:cNvPr>
          <p:cNvSpPr/>
          <p:nvPr/>
        </p:nvSpPr>
        <p:spPr>
          <a:xfrm rot="5400000">
            <a:off x="9017068" y="2661551"/>
            <a:ext cx="345791" cy="112394"/>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9" name="Group 58">
            <a:extLst>
              <a:ext uri="{FF2B5EF4-FFF2-40B4-BE49-F238E27FC236}">
                <a16:creationId xmlns:a16="http://schemas.microsoft.com/office/drawing/2014/main" id="{3D836D78-C237-7578-CD70-CF20405BA214}"/>
              </a:ext>
            </a:extLst>
          </p:cNvPr>
          <p:cNvGrpSpPr/>
          <p:nvPr/>
        </p:nvGrpSpPr>
        <p:grpSpPr>
          <a:xfrm>
            <a:off x="531272" y="3606940"/>
            <a:ext cx="2471223" cy="2085287"/>
            <a:chOff x="531272" y="3606940"/>
            <a:chExt cx="2471223" cy="2085287"/>
          </a:xfrm>
        </p:grpSpPr>
        <p:sp>
          <p:nvSpPr>
            <p:cNvPr id="49" name="TextBox 48">
              <a:extLst>
                <a:ext uri="{FF2B5EF4-FFF2-40B4-BE49-F238E27FC236}">
                  <a16:creationId xmlns:a16="http://schemas.microsoft.com/office/drawing/2014/main" id="{DFDBA377-B762-8586-284B-E7B1F946EE73}"/>
                </a:ext>
              </a:extLst>
            </p:cNvPr>
            <p:cNvSpPr txBox="1"/>
            <p:nvPr/>
          </p:nvSpPr>
          <p:spPr>
            <a:xfrm>
              <a:off x="531272" y="3606940"/>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TextBox 49">
              <a:extLst>
                <a:ext uri="{FF2B5EF4-FFF2-40B4-BE49-F238E27FC236}">
                  <a16:creationId xmlns:a16="http://schemas.microsoft.com/office/drawing/2014/main" id="{5BD5F2CF-9FCC-7073-4638-FEEEFC9A24C9}"/>
                </a:ext>
              </a:extLst>
            </p:cNvPr>
            <p:cNvSpPr txBox="1"/>
            <p:nvPr/>
          </p:nvSpPr>
          <p:spPr>
            <a:xfrm>
              <a:off x="531272" y="4051317"/>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TextBox 50">
              <a:extLst>
                <a:ext uri="{FF2B5EF4-FFF2-40B4-BE49-F238E27FC236}">
                  <a16:creationId xmlns:a16="http://schemas.microsoft.com/office/drawing/2014/main" id="{5D799D01-39F0-8873-62FD-32D87351EE95}"/>
                </a:ext>
              </a:extLst>
            </p:cNvPr>
            <p:cNvSpPr txBox="1"/>
            <p:nvPr/>
          </p:nvSpPr>
          <p:spPr>
            <a:xfrm>
              <a:off x="531272" y="4495694"/>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F0E091A3-9FFC-2B29-95A0-C7AE731C8B04}"/>
                </a:ext>
              </a:extLst>
            </p:cNvPr>
            <p:cNvSpPr txBox="1"/>
            <p:nvPr/>
          </p:nvSpPr>
          <p:spPr>
            <a:xfrm>
              <a:off x="531272" y="4940071"/>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TextBox 52">
              <a:extLst>
                <a:ext uri="{FF2B5EF4-FFF2-40B4-BE49-F238E27FC236}">
                  <a16:creationId xmlns:a16="http://schemas.microsoft.com/office/drawing/2014/main" id="{2D5DC988-87CC-235D-99DF-8471499D033C}"/>
                </a:ext>
              </a:extLst>
            </p:cNvPr>
            <p:cNvSpPr txBox="1"/>
            <p:nvPr/>
          </p:nvSpPr>
          <p:spPr>
            <a:xfrm>
              <a:off x="531272" y="5384450"/>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5" name="Straight Connector 54">
              <a:extLst>
                <a:ext uri="{FF2B5EF4-FFF2-40B4-BE49-F238E27FC236}">
                  <a16:creationId xmlns:a16="http://schemas.microsoft.com/office/drawing/2014/main" id="{64FAAA3E-4FE6-1DAE-7511-A0A737F5FA26}"/>
                </a:ext>
              </a:extLst>
            </p:cNvPr>
            <p:cNvCxnSpPr>
              <a:cxnSpLocks/>
            </p:cNvCxnSpPr>
            <p:nvPr/>
          </p:nvCxnSpPr>
          <p:spPr>
            <a:xfrm>
              <a:off x="907453" y="3983017"/>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C23E8ADE-A0B7-5CC0-F7CA-D467AB32DAF5}"/>
                </a:ext>
              </a:extLst>
            </p:cNvPr>
            <p:cNvCxnSpPr>
              <a:cxnSpLocks/>
            </p:cNvCxnSpPr>
            <p:nvPr/>
          </p:nvCxnSpPr>
          <p:spPr>
            <a:xfrm>
              <a:off x="907453" y="4427394"/>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9B66B68F-9F2D-33F2-7639-D00CD264233B}"/>
                </a:ext>
              </a:extLst>
            </p:cNvPr>
            <p:cNvCxnSpPr>
              <a:cxnSpLocks/>
            </p:cNvCxnSpPr>
            <p:nvPr/>
          </p:nvCxnSpPr>
          <p:spPr>
            <a:xfrm>
              <a:off x="907453" y="4871771"/>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2AC00166-8955-9247-847E-DCB7B6ADBB53}"/>
                </a:ext>
              </a:extLst>
            </p:cNvPr>
            <p:cNvCxnSpPr>
              <a:cxnSpLocks/>
            </p:cNvCxnSpPr>
            <p:nvPr/>
          </p:nvCxnSpPr>
          <p:spPr>
            <a:xfrm>
              <a:off x="907453" y="5316148"/>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60" name="Group 59">
            <a:extLst>
              <a:ext uri="{FF2B5EF4-FFF2-40B4-BE49-F238E27FC236}">
                <a16:creationId xmlns:a16="http://schemas.microsoft.com/office/drawing/2014/main" id="{298F3859-152D-F530-F19C-B652BB5175FC}"/>
              </a:ext>
            </a:extLst>
          </p:cNvPr>
          <p:cNvGrpSpPr/>
          <p:nvPr/>
        </p:nvGrpSpPr>
        <p:grpSpPr>
          <a:xfrm>
            <a:off x="3417347" y="3606940"/>
            <a:ext cx="2471223" cy="2085287"/>
            <a:chOff x="531272" y="3606940"/>
            <a:chExt cx="2471223" cy="2085287"/>
          </a:xfrm>
        </p:grpSpPr>
        <p:sp>
          <p:nvSpPr>
            <p:cNvPr id="61" name="TextBox 60">
              <a:extLst>
                <a:ext uri="{FF2B5EF4-FFF2-40B4-BE49-F238E27FC236}">
                  <a16:creationId xmlns:a16="http://schemas.microsoft.com/office/drawing/2014/main" id="{7E8996FD-FBDF-0DD6-C616-D4B89EEBF55F}"/>
                </a:ext>
              </a:extLst>
            </p:cNvPr>
            <p:cNvSpPr txBox="1"/>
            <p:nvPr/>
          </p:nvSpPr>
          <p:spPr>
            <a:xfrm>
              <a:off x="531272" y="3606940"/>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2D9DDD7F-101D-ABA9-4D7D-1121CE9F211C}"/>
                </a:ext>
              </a:extLst>
            </p:cNvPr>
            <p:cNvSpPr txBox="1"/>
            <p:nvPr/>
          </p:nvSpPr>
          <p:spPr>
            <a:xfrm>
              <a:off x="531272" y="4051317"/>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TextBox 62">
              <a:extLst>
                <a:ext uri="{FF2B5EF4-FFF2-40B4-BE49-F238E27FC236}">
                  <a16:creationId xmlns:a16="http://schemas.microsoft.com/office/drawing/2014/main" id="{C79F8C2B-2EE8-D6FE-14C1-95DA1DC94E03}"/>
                </a:ext>
              </a:extLst>
            </p:cNvPr>
            <p:cNvSpPr txBox="1"/>
            <p:nvPr/>
          </p:nvSpPr>
          <p:spPr>
            <a:xfrm>
              <a:off x="531272" y="4495694"/>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TextBox 63">
              <a:extLst>
                <a:ext uri="{FF2B5EF4-FFF2-40B4-BE49-F238E27FC236}">
                  <a16:creationId xmlns:a16="http://schemas.microsoft.com/office/drawing/2014/main" id="{412837B5-AC42-58BE-F1BC-5E336E005B03}"/>
                </a:ext>
              </a:extLst>
            </p:cNvPr>
            <p:cNvSpPr txBox="1"/>
            <p:nvPr/>
          </p:nvSpPr>
          <p:spPr>
            <a:xfrm>
              <a:off x="531272" y="4940071"/>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TextBox 64">
              <a:extLst>
                <a:ext uri="{FF2B5EF4-FFF2-40B4-BE49-F238E27FC236}">
                  <a16:creationId xmlns:a16="http://schemas.microsoft.com/office/drawing/2014/main" id="{3F33F6CA-1198-4D2A-BE7B-C65D6B342F0C}"/>
                </a:ext>
              </a:extLst>
            </p:cNvPr>
            <p:cNvSpPr txBox="1"/>
            <p:nvPr/>
          </p:nvSpPr>
          <p:spPr>
            <a:xfrm>
              <a:off x="531272" y="5384450"/>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13A91BF1-CC70-030E-E744-6F38DFC0E916}"/>
                </a:ext>
              </a:extLst>
            </p:cNvPr>
            <p:cNvCxnSpPr>
              <a:cxnSpLocks/>
            </p:cNvCxnSpPr>
            <p:nvPr/>
          </p:nvCxnSpPr>
          <p:spPr>
            <a:xfrm>
              <a:off x="907453" y="3983017"/>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102D0DF9-6D20-E7D9-AD8B-B6B98C410801}"/>
                </a:ext>
              </a:extLst>
            </p:cNvPr>
            <p:cNvCxnSpPr>
              <a:cxnSpLocks/>
            </p:cNvCxnSpPr>
            <p:nvPr/>
          </p:nvCxnSpPr>
          <p:spPr>
            <a:xfrm>
              <a:off x="907453" y="4427394"/>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8CC623FC-EABB-B561-7CCA-FD8CF55038C3}"/>
                </a:ext>
              </a:extLst>
            </p:cNvPr>
            <p:cNvCxnSpPr>
              <a:cxnSpLocks/>
            </p:cNvCxnSpPr>
            <p:nvPr/>
          </p:nvCxnSpPr>
          <p:spPr>
            <a:xfrm>
              <a:off x="907453" y="4871771"/>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A5963D05-F959-1758-952B-F9CEF741DBA2}"/>
                </a:ext>
              </a:extLst>
            </p:cNvPr>
            <p:cNvCxnSpPr>
              <a:cxnSpLocks/>
            </p:cNvCxnSpPr>
            <p:nvPr/>
          </p:nvCxnSpPr>
          <p:spPr>
            <a:xfrm>
              <a:off x="907453" y="5316148"/>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70" name="Group 69">
            <a:extLst>
              <a:ext uri="{FF2B5EF4-FFF2-40B4-BE49-F238E27FC236}">
                <a16:creationId xmlns:a16="http://schemas.microsoft.com/office/drawing/2014/main" id="{17EF89D5-2D20-5E5D-603B-36BB611D4367}"/>
              </a:ext>
            </a:extLst>
          </p:cNvPr>
          <p:cNvGrpSpPr/>
          <p:nvPr/>
        </p:nvGrpSpPr>
        <p:grpSpPr>
          <a:xfrm>
            <a:off x="6303422" y="3606940"/>
            <a:ext cx="2471223" cy="2085287"/>
            <a:chOff x="531272" y="3606940"/>
            <a:chExt cx="2471223" cy="2085287"/>
          </a:xfrm>
        </p:grpSpPr>
        <p:sp>
          <p:nvSpPr>
            <p:cNvPr id="71" name="TextBox 70">
              <a:extLst>
                <a:ext uri="{FF2B5EF4-FFF2-40B4-BE49-F238E27FC236}">
                  <a16:creationId xmlns:a16="http://schemas.microsoft.com/office/drawing/2014/main" id="{47DF432A-5D7C-0190-2DB3-02EC2DFB30EB}"/>
                </a:ext>
              </a:extLst>
            </p:cNvPr>
            <p:cNvSpPr txBox="1"/>
            <p:nvPr/>
          </p:nvSpPr>
          <p:spPr>
            <a:xfrm>
              <a:off x="531272" y="3606940"/>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TextBox 71">
              <a:extLst>
                <a:ext uri="{FF2B5EF4-FFF2-40B4-BE49-F238E27FC236}">
                  <a16:creationId xmlns:a16="http://schemas.microsoft.com/office/drawing/2014/main" id="{A1FF3F49-2CB0-3D47-4D13-210847F79B49}"/>
                </a:ext>
              </a:extLst>
            </p:cNvPr>
            <p:cNvSpPr txBox="1"/>
            <p:nvPr/>
          </p:nvSpPr>
          <p:spPr>
            <a:xfrm>
              <a:off x="531272" y="4051317"/>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TextBox 72">
              <a:extLst>
                <a:ext uri="{FF2B5EF4-FFF2-40B4-BE49-F238E27FC236}">
                  <a16:creationId xmlns:a16="http://schemas.microsoft.com/office/drawing/2014/main" id="{C5DEF059-E160-043F-05B2-29097E11FB57}"/>
                </a:ext>
              </a:extLst>
            </p:cNvPr>
            <p:cNvSpPr txBox="1"/>
            <p:nvPr/>
          </p:nvSpPr>
          <p:spPr>
            <a:xfrm>
              <a:off x="531272" y="4495694"/>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TextBox 73">
              <a:extLst>
                <a:ext uri="{FF2B5EF4-FFF2-40B4-BE49-F238E27FC236}">
                  <a16:creationId xmlns:a16="http://schemas.microsoft.com/office/drawing/2014/main" id="{24A55475-D312-88E5-2E66-2FB99CDFEFB5}"/>
                </a:ext>
              </a:extLst>
            </p:cNvPr>
            <p:cNvSpPr txBox="1"/>
            <p:nvPr/>
          </p:nvSpPr>
          <p:spPr>
            <a:xfrm>
              <a:off x="531272" y="4940071"/>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A296F3BF-633A-CBF0-ADBE-31AB53187370}"/>
                </a:ext>
              </a:extLst>
            </p:cNvPr>
            <p:cNvSpPr txBox="1"/>
            <p:nvPr/>
          </p:nvSpPr>
          <p:spPr>
            <a:xfrm>
              <a:off x="531272" y="5384450"/>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33E0CA38-8DAB-2240-3600-7751E7527D4E}"/>
                </a:ext>
              </a:extLst>
            </p:cNvPr>
            <p:cNvCxnSpPr>
              <a:cxnSpLocks/>
            </p:cNvCxnSpPr>
            <p:nvPr/>
          </p:nvCxnSpPr>
          <p:spPr>
            <a:xfrm>
              <a:off x="907453" y="3983017"/>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3EC5A28C-04C1-298B-3476-63F32DA4C005}"/>
                </a:ext>
              </a:extLst>
            </p:cNvPr>
            <p:cNvCxnSpPr>
              <a:cxnSpLocks/>
            </p:cNvCxnSpPr>
            <p:nvPr/>
          </p:nvCxnSpPr>
          <p:spPr>
            <a:xfrm>
              <a:off x="907453" y="4427394"/>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091B7F63-B200-5F7A-4A06-BDB46D1D4414}"/>
                </a:ext>
              </a:extLst>
            </p:cNvPr>
            <p:cNvCxnSpPr>
              <a:cxnSpLocks/>
            </p:cNvCxnSpPr>
            <p:nvPr/>
          </p:nvCxnSpPr>
          <p:spPr>
            <a:xfrm>
              <a:off x="907453" y="4871771"/>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BD03023A-D21D-1EE0-719A-44C687869D85}"/>
                </a:ext>
              </a:extLst>
            </p:cNvPr>
            <p:cNvCxnSpPr>
              <a:cxnSpLocks/>
            </p:cNvCxnSpPr>
            <p:nvPr/>
          </p:nvCxnSpPr>
          <p:spPr>
            <a:xfrm>
              <a:off x="907453" y="5316148"/>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C1B195A5-0B60-B2EE-A0F7-9690EA218751}"/>
              </a:ext>
            </a:extLst>
          </p:cNvPr>
          <p:cNvGrpSpPr/>
          <p:nvPr/>
        </p:nvGrpSpPr>
        <p:grpSpPr>
          <a:xfrm>
            <a:off x="9189498" y="3606940"/>
            <a:ext cx="2471223" cy="2085287"/>
            <a:chOff x="531272" y="3606940"/>
            <a:chExt cx="2471223" cy="2085287"/>
          </a:xfrm>
        </p:grpSpPr>
        <p:sp>
          <p:nvSpPr>
            <p:cNvPr id="81" name="TextBox 80">
              <a:extLst>
                <a:ext uri="{FF2B5EF4-FFF2-40B4-BE49-F238E27FC236}">
                  <a16:creationId xmlns:a16="http://schemas.microsoft.com/office/drawing/2014/main" id="{8A569D72-335C-1CC4-C0FB-B321B5A96533}"/>
                </a:ext>
              </a:extLst>
            </p:cNvPr>
            <p:cNvSpPr txBox="1"/>
            <p:nvPr/>
          </p:nvSpPr>
          <p:spPr>
            <a:xfrm>
              <a:off x="531272" y="3606940"/>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 name="TextBox 81">
              <a:extLst>
                <a:ext uri="{FF2B5EF4-FFF2-40B4-BE49-F238E27FC236}">
                  <a16:creationId xmlns:a16="http://schemas.microsoft.com/office/drawing/2014/main" id="{2B520A49-DC0B-FE92-242C-95E112BB97AB}"/>
                </a:ext>
              </a:extLst>
            </p:cNvPr>
            <p:cNvSpPr txBox="1"/>
            <p:nvPr/>
          </p:nvSpPr>
          <p:spPr>
            <a:xfrm>
              <a:off x="531272" y="4051317"/>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 name="TextBox 82">
              <a:extLst>
                <a:ext uri="{FF2B5EF4-FFF2-40B4-BE49-F238E27FC236}">
                  <a16:creationId xmlns:a16="http://schemas.microsoft.com/office/drawing/2014/main" id="{9BB7F3B9-5345-BE74-04EF-32E119F8F24D}"/>
                </a:ext>
              </a:extLst>
            </p:cNvPr>
            <p:cNvSpPr txBox="1"/>
            <p:nvPr/>
          </p:nvSpPr>
          <p:spPr>
            <a:xfrm>
              <a:off x="531272" y="4495694"/>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TextBox 83">
              <a:extLst>
                <a:ext uri="{FF2B5EF4-FFF2-40B4-BE49-F238E27FC236}">
                  <a16:creationId xmlns:a16="http://schemas.microsoft.com/office/drawing/2014/main" id="{F0585813-3A98-9AB3-9B9A-6ECFE3AFC8AC}"/>
                </a:ext>
              </a:extLst>
            </p:cNvPr>
            <p:cNvSpPr txBox="1"/>
            <p:nvPr/>
          </p:nvSpPr>
          <p:spPr>
            <a:xfrm>
              <a:off x="531272" y="4940071"/>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TextBox 84">
              <a:extLst>
                <a:ext uri="{FF2B5EF4-FFF2-40B4-BE49-F238E27FC236}">
                  <a16:creationId xmlns:a16="http://schemas.microsoft.com/office/drawing/2014/main" id="{139A9536-864E-0103-AA0F-66106032302B}"/>
                </a:ext>
              </a:extLst>
            </p:cNvPr>
            <p:cNvSpPr txBox="1"/>
            <p:nvPr/>
          </p:nvSpPr>
          <p:spPr>
            <a:xfrm>
              <a:off x="531272" y="5384450"/>
              <a:ext cx="2471223" cy="30777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amet</a:t>
              </a:r>
              <a:endParaRPr kumimoji="0" lang="en-ID"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86" name="Straight Connector 85">
              <a:extLst>
                <a:ext uri="{FF2B5EF4-FFF2-40B4-BE49-F238E27FC236}">
                  <a16:creationId xmlns:a16="http://schemas.microsoft.com/office/drawing/2014/main" id="{63B5A4FB-ECAE-9D05-4B78-A6843C6751DE}"/>
                </a:ext>
              </a:extLst>
            </p:cNvPr>
            <p:cNvCxnSpPr>
              <a:cxnSpLocks/>
            </p:cNvCxnSpPr>
            <p:nvPr/>
          </p:nvCxnSpPr>
          <p:spPr>
            <a:xfrm>
              <a:off x="907453" y="3983017"/>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03E0B864-66FC-EF29-8577-CD49D52692B4}"/>
                </a:ext>
              </a:extLst>
            </p:cNvPr>
            <p:cNvCxnSpPr>
              <a:cxnSpLocks/>
            </p:cNvCxnSpPr>
            <p:nvPr/>
          </p:nvCxnSpPr>
          <p:spPr>
            <a:xfrm>
              <a:off x="907453" y="4427394"/>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C24612B-658E-90BA-5170-E61FE1065B0C}"/>
                </a:ext>
              </a:extLst>
            </p:cNvPr>
            <p:cNvCxnSpPr>
              <a:cxnSpLocks/>
            </p:cNvCxnSpPr>
            <p:nvPr/>
          </p:nvCxnSpPr>
          <p:spPr>
            <a:xfrm>
              <a:off x="907453" y="4871771"/>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4E1E3F7F-7460-92CF-4E97-BECA0F24B057}"/>
                </a:ext>
              </a:extLst>
            </p:cNvPr>
            <p:cNvCxnSpPr>
              <a:cxnSpLocks/>
            </p:cNvCxnSpPr>
            <p:nvPr/>
          </p:nvCxnSpPr>
          <p:spPr>
            <a:xfrm>
              <a:off x="907453" y="5316148"/>
              <a:ext cx="20950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90" name="Group 89">
            <a:extLst>
              <a:ext uri="{FF2B5EF4-FFF2-40B4-BE49-F238E27FC236}">
                <a16:creationId xmlns:a16="http://schemas.microsoft.com/office/drawing/2014/main" id="{3952023A-FEB4-D7FF-2A36-13BFCBC7D548}"/>
              </a:ext>
            </a:extLst>
          </p:cNvPr>
          <p:cNvGrpSpPr/>
          <p:nvPr/>
        </p:nvGrpSpPr>
        <p:grpSpPr>
          <a:xfrm>
            <a:off x="1631512" y="1565038"/>
            <a:ext cx="270746" cy="271939"/>
            <a:chOff x="7718425" y="3248025"/>
            <a:chExt cx="360363" cy="361951"/>
          </a:xfrm>
          <a:solidFill>
            <a:schemeClr val="bg1"/>
          </a:solidFill>
        </p:grpSpPr>
        <p:sp>
          <p:nvSpPr>
            <p:cNvPr id="91" name="Freeform 63">
              <a:extLst>
                <a:ext uri="{FF2B5EF4-FFF2-40B4-BE49-F238E27FC236}">
                  <a16:creationId xmlns:a16="http://schemas.microsoft.com/office/drawing/2014/main" id="{88DFCD52-AEFA-B48E-2C34-64E7520A3979}"/>
                </a:ext>
              </a:extLst>
            </p:cNvPr>
            <p:cNvSpPr>
              <a:spLocks/>
            </p:cNvSpPr>
            <p:nvPr/>
          </p:nvSpPr>
          <p:spPr bwMode="auto">
            <a:xfrm>
              <a:off x="7718425" y="3248025"/>
              <a:ext cx="360363" cy="331788"/>
            </a:xfrm>
            <a:custGeom>
              <a:avLst/>
              <a:gdLst>
                <a:gd name="T0" fmla="*/ 20 w 96"/>
                <a:gd name="T1" fmla="*/ 88 h 88"/>
                <a:gd name="T2" fmla="*/ 8 w 96"/>
                <a:gd name="T3" fmla="*/ 75 h 88"/>
                <a:gd name="T4" fmla="*/ 17 w 96"/>
                <a:gd name="T5" fmla="*/ 65 h 88"/>
                <a:gd name="T6" fmla="*/ 2 w 96"/>
                <a:gd name="T7" fmla="*/ 56 h 88"/>
                <a:gd name="T8" fmla="*/ 0 w 96"/>
                <a:gd name="T9" fmla="*/ 42 h 88"/>
                <a:gd name="T10" fmla="*/ 13 w 96"/>
                <a:gd name="T11" fmla="*/ 40 h 88"/>
                <a:gd name="T12" fmla="*/ 8 w 96"/>
                <a:gd name="T13" fmla="*/ 23 h 88"/>
                <a:gd name="T14" fmla="*/ 8 w 96"/>
                <a:gd name="T15" fmla="*/ 20 h 88"/>
                <a:gd name="T16" fmla="*/ 23 w 96"/>
                <a:gd name="T17" fmla="*/ 8 h 88"/>
                <a:gd name="T18" fmla="*/ 40 w 96"/>
                <a:gd name="T19" fmla="*/ 13 h 88"/>
                <a:gd name="T20" fmla="*/ 42 w 96"/>
                <a:gd name="T21" fmla="*/ 0 h 88"/>
                <a:gd name="T22" fmla="*/ 56 w 96"/>
                <a:gd name="T23" fmla="*/ 2 h 88"/>
                <a:gd name="T24" fmla="*/ 65 w 96"/>
                <a:gd name="T25" fmla="*/ 17 h 88"/>
                <a:gd name="T26" fmla="*/ 76 w 96"/>
                <a:gd name="T27" fmla="*/ 8 h 88"/>
                <a:gd name="T28" fmla="*/ 88 w 96"/>
                <a:gd name="T29" fmla="*/ 21 h 88"/>
                <a:gd name="T30" fmla="*/ 79 w 96"/>
                <a:gd name="T31" fmla="*/ 31 h 88"/>
                <a:gd name="T32" fmla="*/ 94 w 96"/>
                <a:gd name="T33" fmla="*/ 40 h 88"/>
                <a:gd name="T34" fmla="*/ 96 w 96"/>
                <a:gd name="T35" fmla="*/ 54 h 88"/>
                <a:gd name="T36" fmla="*/ 83 w 96"/>
                <a:gd name="T37" fmla="*/ 56 h 88"/>
                <a:gd name="T38" fmla="*/ 88 w 96"/>
                <a:gd name="T39" fmla="*/ 73 h 88"/>
                <a:gd name="T40" fmla="*/ 76 w 96"/>
                <a:gd name="T41" fmla="*/ 88 h 88"/>
                <a:gd name="T42" fmla="*/ 64 w 96"/>
                <a:gd name="T43" fmla="*/ 78 h 88"/>
                <a:gd name="T44" fmla="*/ 67 w 96"/>
                <a:gd name="T45" fmla="*/ 76 h 88"/>
                <a:gd name="T46" fmla="*/ 83 w 96"/>
                <a:gd name="T47" fmla="*/ 75 h 88"/>
                <a:gd name="T48" fmla="*/ 75 w 96"/>
                <a:gd name="T49" fmla="*/ 65 h 88"/>
                <a:gd name="T50" fmla="*/ 81 w 96"/>
                <a:gd name="T51" fmla="*/ 52 h 88"/>
                <a:gd name="T52" fmla="*/ 92 w 96"/>
                <a:gd name="T53" fmla="*/ 44 h 88"/>
                <a:gd name="T54" fmla="*/ 79 w 96"/>
                <a:gd name="T55" fmla="*/ 42 h 88"/>
                <a:gd name="T56" fmla="*/ 76 w 96"/>
                <a:gd name="T57" fmla="*/ 29 h 88"/>
                <a:gd name="T58" fmla="*/ 75 w 96"/>
                <a:gd name="T59" fmla="*/ 13 h 88"/>
                <a:gd name="T60" fmla="*/ 65 w 96"/>
                <a:gd name="T61" fmla="*/ 21 h 88"/>
                <a:gd name="T62" fmla="*/ 52 w 96"/>
                <a:gd name="T63" fmla="*/ 15 h 88"/>
                <a:gd name="T64" fmla="*/ 44 w 96"/>
                <a:gd name="T65" fmla="*/ 4 h 88"/>
                <a:gd name="T66" fmla="*/ 42 w 96"/>
                <a:gd name="T67" fmla="*/ 17 h 88"/>
                <a:gd name="T68" fmla="*/ 29 w 96"/>
                <a:gd name="T69" fmla="*/ 20 h 88"/>
                <a:gd name="T70" fmla="*/ 13 w 96"/>
                <a:gd name="T71" fmla="*/ 21 h 88"/>
                <a:gd name="T72" fmla="*/ 21 w 96"/>
                <a:gd name="T73" fmla="*/ 31 h 88"/>
                <a:gd name="T74" fmla="*/ 15 w 96"/>
                <a:gd name="T75" fmla="*/ 44 h 88"/>
                <a:gd name="T76" fmla="*/ 4 w 96"/>
                <a:gd name="T77" fmla="*/ 52 h 88"/>
                <a:gd name="T78" fmla="*/ 17 w 96"/>
                <a:gd name="T79" fmla="*/ 54 h 88"/>
                <a:gd name="T80" fmla="*/ 20 w 96"/>
                <a:gd name="T81" fmla="*/ 67 h 88"/>
                <a:gd name="T82" fmla="*/ 21 w 96"/>
                <a:gd name="T83" fmla="*/ 83 h 88"/>
                <a:gd name="T84" fmla="*/ 32 w 96"/>
                <a:gd name="T85" fmla="*/ 76 h 88"/>
                <a:gd name="T86" fmla="*/ 23 w 96"/>
                <a:gd name="T8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6" h="88">
                  <a:moveTo>
                    <a:pt x="21" y="88"/>
                  </a:moveTo>
                  <a:cubicBezTo>
                    <a:pt x="21" y="88"/>
                    <a:pt x="20" y="88"/>
                    <a:pt x="20" y="88"/>
                  </a:cubicBezTo>
                  <a:cubicBezTo>
                    <a:pt x="8" y="76"/>
                    <a:pt x="8" y="76"/>
                    <a:pt x="8" y="76"/>
                  </a:cubicBezTo>
                  <a:cubicBezTo>
                    <a:pt x="8" y="76"/>
                    <a:pt x="8" y="75"/>
                    <a:pt x="8" y="75"/>
                  </a:cubicBezTo>
                  <a:cubicBezTo>
                    <a:pt x="8" y="74"/>
                    <a:pt x="8" y="74"/>
                    <a:pt x="8" y="73"/>
                  </a:cubicBezTo>
                  <a:cubicBezTo>
                    <a:pt x="17" y="65"/>
                    <a:pt x="17" y="65"/>
                    <a:pt x="17" y="65"/>
                  </a:cubicBezTo>
                  <a:cubicBezTo>
                    <a:pt x="15" y="63"/>
                    <a:pt x="14" y="59"/>
                    <a:pt x="13" y="56"/>
                  </a:cubicBezTo>
                  <a:cubicBezTo>
                    <a:pt x="2" y="56"/>
                    <a:pt x="2" y="56"/>
                    <a:pt x="2" y="56"/>
                  </a:cubicBezTo>
                  <a:cubicBezTo>
                    <a:pt x="1" y="56"/>
                    <a:pt x="0" y="55"/>
                    <a:pt x="0" y="54"/>
                  </a:cubicBezTo>
                  <a:cubicBezTo>
                    <a:pt x="0" y="42"/>
                    <a:pt x="0" y="42"/>
                    <a:pt x="0" y="42"/>
                  </a:cubicBezTo>
                  <a:cubicBezTo>
                    <a:pt x="0" y="41"/>
                    <a:pt x="1" y="40"/>
                    <a:pt x="2" y="40"/>
                  </a:cubicBezTo>
                  <a:cubicBezTo>
                    <a:pt x="13" y="40"/>
                    <a:pt x="13" y="40"/>
                    <a:pt x="13" y="40"/>
                  </a:cubicBezTo>
                  <a:cubicBezTo>
                    <a:pt x="14" y="37"/>
                    <a:pt x="15" y="33"/>
                    <a:pt x="17" y="31"/>
                  </a:cubicBezTo>
                  <a:cubicBezTo>
                    <a:pt x="8" y="23"/>
                    <a:pt x="8" y="23"/>
                    <a:pt x="8" y="23"/>
                  </a:cubicBezTo>
                  <a:cubicBezTo>
                    <a:pt x="8" y="22"/>
                    <a:pt x="8" y="22"/>
                    <a:pt x="8" y="21"/>
                  </a:cubicBezTo>
                  <a:cubicBezTo>
                    <a:pt x="8" y="21"/>
                    <a:pt x="8" y="20"/>
                    <a:pt x="8" y="20"/>
                  </a:cubicBezTo>
                  <a:cubicBezTo>
                    <a:pt x="20" y="8"/>
                    <a:pt x="20" y="8"/>
                    <a:pt x="20" y="8"/>
                  </a:cubicBezTo>
                  <a:cubicBezTo>
                    <a:pt x="20" y="8"/>
                    <a:pt x="22" y="8"/>
                    <a:pt x="23" y="8"/>
                  </a:cubicBezTo>
                  <a:cubicBezTo>
                    <a:pt x="31" y="17"/>
                    <a:pt x="31" y="17"/>
                    <a:pt x="31" y="17"/>
                  </a:cubicBezTo>
                  <a:cubicBezTo>
                    <a:pt x="33" y="15"/>
                    <a:pt x="37" y="14"/>
                    <a:pt x="40" y="13"/>
                  </a:cubicBezTo>
                  <a:cubicBezTo>
                    <a:pt x="40" y="2"/>
                    <a:pt x="40" y="2"/>
                    <a:pt x="40" y="2"/>
                  </a:cubicBezTo>
                  <a:cubicBezTo>
                    <a:pt x="40" y="1"/>
                    <a:pt x="41" y="0"/>
                    <a:pt x="42" y="0"/>
                  </a:cubicBezTo>
                  <a:cubicBezTo>
                    <a:pt x="54" y="0"/>
                    <a:pt x="54" y="0"/>
                    <a:pt x="54" y="0"/>
                  </a:cubicBezTo>
                  <a:cubicBezTo>
                    <a:pt x="55" y="0"/>
                    <a:pt x="56" y="1"/>
                    <a:pt x="56" y="2"/>
                  </a:cubicBezTo>
                  <a:cubicBezTo>
                    <a:pt x="56" y="13"/>
                    <a:pt x="56" y="13"/>
                    <a:pt x="56" y="13"/>
                  </a:cubicBezTo>
                  <a:cubicBezTo>
                    <a:pt x="59" y="14"/>
                    <a:pt x="63" y="15"/>
                    <a:pt x="65" y="17"/>
                  </a:cubicBezTo>
                  <a:cubicBezTo>
                    <a:pt x="73" y="8"/>
                    <a:pt x="73" y="8"/>
                    <a:pt x="73" y="8"/>
                  </a:cubicBezTo>
                  <a:cubicBezTo>
                    <a:pt x="74" y="8"/>
                    <a:pt x="75" y="8"/>
                    <a:pt x="76" y="8"/>
                  </a:cubicBezTo>
                  <a:cubicBezTo>
                    <a:pt x="88" y="20"/>
                    <a:pt x="88" y="20"/>
                    <a:pt x="88" y="20"/>
                  </a:cubicBezTo>
                  <a:cubicBezTo>
                    <a:pt x="88" y="20"/>
                    <a:pt x="88" y="21"/>
                    <a:pt x="88" y="21"/>
                  </a:cubicBezTo>
                  <a:cubicBezTo>
                    <a:pt x="88" y="22"/>
                    <a:pt x="88" y="22"/>
                    <a:pt x="88" y="23"/>
                  </a:cubicBezTo>
                  <a:cubicBezTo>
                    <a:pt x="79" y="31"/>
                    <a:pt x="79" y="31"/>
                    <a:pt x="79" y="31"/>
                  </a:cubicBezTo>
                  <a:cubicBezTo>
                    <a:pt x="81" y="33"/>
                    <a:pt x="82" y="37"/>
                    <a:pt x="83" y="40"/>
                  </a:cubicBezTo>
                  <a:cubicBezTo>
                    <a:pt x="94" y="40"/>
                    <a:pt x="94" y="40"/>
                    <a:pt x="94" y="40"/>
                  </a:cubicBezTo>
                  <a:cubicBezTo>
                    <a:pt x="95" y="40"/>
                    <a:pt x="96" y="41"/>
                    <a:pt x="96" y="42"/>
                  </a:cubicBezTo>
                  <a:cubicBezTo>
                    <a:pt x="96" y="54"/>
                    <a:pt x="96" y="54"/>
                    <a:pt x="96" y="54"/>
                  </a:cubicBezTo>
                  <a:cubicBezTo>
                    <a:pt x="96" y="55"/>
                    <a:pt x="95" y="56"/>
                    <a:pt x="94" y="56"/>
                  </a:cubicBezTo>
                  <a:cubicBezTo>
                    <a:pt x="83" y="56"/>
                    <a:pt x="83" y="56"/>
                    <a:pt x="83" y="56"/>
                  </a:cubicBezTo>
                  <a:cubicBezTo>
                    <a:pt x="82" y="59"/>
                    <a:pt x="81" y="63"/>
                    <a:pt x="79" y="65"/>
                  </a:cubicBezTo>
                  <a:cubicBezTo>
                    <a:pt x="88" y="73"/>
                    <a:pt x="88" y="73"/>
                    <a:pt x="88" y="73"/>
                  </a:cubicBezTo>
                  <a:cubicBezTo>
                    <a:pt x="88" y="74"/>
                    <a:pt x="88" y="76"/>
                    <a:pt x="88" y="76"/>
                  </a:cubicBezTo>
                  <a:cubicBezTo>
                    <a:pt x="76" y="88"/>
                    <a:pt x="76" y="88"/>
                    <a:pt x="76" y="88"/>
                  </a:cubicBezTo>
                  <a:cubicBezTo>
                    <a:pt x="76" y="88"/>
                    <a:pt x="74" y="88"/>
                    <a:pt x="73" y="88"/>
                  </a:cubicBezTo>
                  <a:cubicBezTo>
                    <a:pt x="64" y="78"/>
                    <a:pt x="64" y="78"/>
                    <a:pt x="64" y="78"/>
                  </a:cubicBezTo>
                  <a:cubicBezTo>
                    <a:pt x="63" y="78"/>
                    <a:pt x="63" y="76"/>
                    <a:pt x="64" y="76"/>
                  </a:cubicBezTo>
                  <a:cubicBezTo>
                    <a:pt x="65" y="75"/>
                    <a:pt x="66" y="75"/>
                    <a:pt x="67" y="76"/>
                  </a:cubicBezTo>
                  <a:cubicBezTo>
                    <a:pt x="75" y="83"/>
                    <a:pt x="75" y="83"/>
                    <a:pt x="75" y="83"/>
                  </a:cubicBezTo>
                  <a:cubicBezTo>
                    <a:pt x="83" y="75"/>
                    <a:pt x="83" y="75"/>
                    <a:pt x="83" y="75"/>
                  </a:cubicBezTo>
                  <a:cubicBezTo>
                    <a:pt x="76" y="67"/>
                    <a:pt x="76" y="67"/>
                    <a:pt x="76" y="67"/>
                  </a:cubicBezTo>
                  <a:cubicBezTo>
                    <a:pt x="75" y="66"/>
                    <a:pt x="75" y="65"/>
                    <a:pt x="75" y="65"/>
                  </a:cubicBezTo>
                  <a:cubicBezTo>
                    <a:pt x="77" y="62"/>
                    <a:pt x="79" y="56"/>
                    <a:pt x="79" y="54"/>
                  </a:cubicBezTo>
                  <a:cubicBezTo>
                    <a:pt x="79" y="53"/>
                    <a:pt x="80" y="52"/>
                    <a:pt x="81" y="52"/>
                  </a:cubicBezTo>
                  <a:cubicBezTo>
                    <a:pt x="92" y="52"/>
                    <a:pt x="92" y="52"/>
                    <a:pt x="92" y="52"/>
                  </a:cubicBezTo>
                  <a:cubicBezTo>
                    <a:pt x="92" y="44"/>
                    <a:pt x="92" y="44"/>
                    <a:pt x="92" y="44"/>
                  </a:cubicBezTo>
                  <a:cubicBezTo>
                    <a:pt x="81" y="44"/>
                    <a:pt x="81" y="44"/>
                    <a:pt x="81" y="44"/>
                  </a:cubicBezTo>
                  <a:cubicBezTo>
                    <a:pt x="80" y="44"/>
                    <a:pt x="79" y="43"/>
                    <a:pt x="79" y="42"/>
                  </a:cubicBezTo>
                  <a:cubicBezTo>
                    <a:pt x="79" y="40"/>
                    <a:pt x="77" y="34"/>
                    <a:pt x="75" y="31"/>
                  </a:cubicBezTo>
                  <a:cubicBezTo>
                    <a:pt x="75" y="31"/>
                    <a:pt x="75" y="30"/>
                    <a:pt x="76" y="29"/>
                  </a:cubicBezTo>
                  <a:cubicBezTo>
                    <a:pt x="83" y="21"/>
                    <a:pt x="83" y="21"/>
                    <a:pt x="83" y="21"/>
                  </a:cubicBezTo>
                  <a:cubicBezTo>
                    <a:pt x="75" y="13"/>
                    <a:pt x="75" y="13"/>
                    <a:pt x="75" y="13"/>
                  </a:cubicBezTo>
                  <a:cubicBezTo>
                    <a:pt x="67" y="20"/>
                    <a:pt x="67" y="20"/>
                    <a:pt x="67" y="20"/>
                  </a:cubicBezTo>
                  <a:cubicBezTo>
                    <a:pt x="66" y="21"/>
                    <a:pt x="65" y="21"/>
                    <a:pt x="65" y="21"/>
                  </a:cubicBezTo>
                  <a:cubicBezTo>
                    <a:pt x="62" y="19"/>
                    <a:pt x="57" y="18"/>
                    <a:pt x="54" y="17"/>
                  </a:cubicBezTo>
                  <a:cubicBezTo>
                    <a:pt x="53" y="17"/>
                    <a:pt x="52" y="16"/>
                    <a:pt x="52" y="15"/>
                  </a:cubicBezTo>
                  <a:cubicBezTo>
                    <a:pt x="52" y="4"/>
                    <a:pt x="52" y="4"/>
                    <a:pt x="52" y="4"/>
                  </a:cubicBezTo>
                  <a:cubicBezTo>
                    <a:pt x="44" y="4"/>
                    <a:pt x="44" y="4"/>
                    <a:pt x="44" y="4"/>
                  </a:cubicBezTo>
                  <a:cubicBezTo>
                    <a:pt x="44" y="15"/>
                    <a:pt x="44" y="15"/>
                    <a:pt x="44" y="15"/>
                  </a:cubicBezTo>
                  <a:cubicBezTo>
                    <a:pt x="44" y="16"/>
                    <a:pt x="43" y="17"/>
                    <a:pt x="42" y="17"/>
                  </a:cubicBezTo>
                  <a:cubicBezTo>
                    <a:pt x="39" y="18"/>
                    <a:pt x="34" y="19"/>
                    <a:pt x="31" y="21"/>
                  </a:cubicBezTo>
                  <a:cubicBezTo>
                    <a:pt x="31" y="21"/>
                    <a:pt x="30" y="21"/>
                    <a:pt x="29" y="20"/>
                  </a:cubicBezTo>
                  <a:cubicBezTo>
                    <a:pt x="21" y="13"/>
                    <a:pt x="21" y="13"/>
                    <a:pt x="21" y="13"/>
                  </a:cubicBezTo>
                  <a:cubicBezTo>
                    <a:pt x="13" y="21"/>
                    <a:pt x="13" y="21"/>
                    <a:pt x="13" y="21"/>
                  </a:cubicBezTo>
                  <a:cubicBezTo>
                    <a:pt x="20" y="29"/>
                    <a:pt x="20" y="29"/>
                    <a:pt x="20" y="29"/>
                  </a:cubicBezTo>
                  <a:cubicBezTo>
                    <a:pt x="21" y="30"/>
                    <a:pt x="21" y="31"/>
                    <a:pt x="21" y="31"/>
                  </a:cubicBezTo>
                  <a:cubicBezTo>
                    <a:pt x="19" y="34"/>
                    <a:pt x="17" y="40"/>
                    <a:pt x="17" y="42"/>
                  </a:cubicBezTo>
                  <a:cubicBezTo>
                    <a:pt x="17" y="43"/>
                    <a:pt x="16" y="44"/>
                    <a:pt x="15" y="44"/>
                  </a:cubicBezTo>
                  <a:cubicBezTo>
                    <a:pt x="4" y="44"/>
                    <a:pt x="4" y="44"/>
                    <a:pt x="4" y="44"/>
                  </a:cubicBezTo>
                  <a:cubicBezTo>
                    <a:pt x="4" y="52"/>
                    <a:pt x="4" y="52"/>
                    <a:pt x="4" y="52"/>
                  </a:cubicBezTo>
                  <a:cubicBezTo>
                    <a:pt x="15" y="52"/>
                    <a:pt x="15" y="52"/>
                    <a:pt x="15" y="52"/>
                  </a:cubicBezTo>
                  <a:cubicBezTo>
                    <a:pt x="16" y="52"/>
                    <a:pt x="17" y="53"/>
                    <a:pt x="17" y="54"/>
                  </a:cubicBezTo>
                  <a:cubicBezTo>
                    <a:pt x="17" y="56"/>
                    <a:pt x="19" y="62"/>
                    <a:pt x="21" y="65"/>
                  </a:cubicBezTo>
                  <a:cubicBezTo>
                    <a:pt x="21" y="65"/>
                    <a:pt x="21" y="66"/>
                    <a:pt x="20" y="67"/>
                  </a:cubicBezTo>
                  <a:cubicBezTo>
                    <a:pt x="13" y="75"/>
                    <a:pt x="13" y="75"/>
                    <a:pt x="13" y="75"/>
                  </a:cubicBezTo>
                  <a:cubicBezTo>
                    <a:pt x="21" y="83"/>
                    <a:pt x="21" y="83"/>
                    <a:pt x="21" y="83"/>
                  </a:cubicBezTo>
                  <a:cubicBezTo>
                    <a:pt x="29" y="76"/>
                    <a:pt x="29" y="76"/>
                    <a:pt x="29" y="76"/>
                  </a:cubicBezTo>
                  <a:cubicBezTo>
                    <a:pt x="30" y="75"/>
                    <a:pt x="31" y="75"/>
                    <a:pt x="32" y="76"/>
                  </a:cubicBezTo>
                  <a:cubicBezTo>
                    <a:pt x="33" y="76"/>
                    <a:pt x="33" y="78"/>
                    <a:pt x="32" y="78"/>
                  </a:cubicBezTo>
                  <a:cubicBezTo>
                    <a:pt x="23" y="88"/>
                    <a:pt x="23" y="88"/>
                    <a:pt x="23" y="88"/>
                  </a:cubicBezTo>
                  <a:cubicBezTo>
                    <a:pt x="22" y="88"/>
                    <a:pt x="22" y="88"/>
                    <a:pt x="21"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Freeform 64">
              <a:extLst>
                <a:ext uri="{FF2B5EF4-FFF2-40B4-BE49-F238E27FC236}">
                  <a16:creationId xmlns:a16="http://schemas.microsoft.com/office/drawing/2014/main" id="{1ACD26AE-9D9D-A952-BC90-B4A92FBCF0BB}"/>
                </a:ext>
              </a:extLst>
            </p:cNvPr>
            <p:cNvSpPr>
              <a:spLocks/>
            </p:cNvSpPr>
            <p:nvPr/>
          </p:nvSpPr>
          <p:spPr bwMode="auto">
            <a:xfrm>
              <a:off x="7869238" y="3549650"/>
              <a:ext cx="60325" cy="15875"/>
            </a:xfrm>
            <a:custGeom>
              <a:avLst/>
              <a:gdLst>
                <a:gd name="T0" fmla="*/ 14 w 16"/>
                <a:gd name="T1" fmla="*/ 4 h 4"/>
                <a:gd name="T2" fmla="*/ 2 w 16"/>
                <a:gd name="T3" fmla="*/ 4 h 4"/>
                <a:gd name="T4" fmla="*/ 0 w 16"/>
                <a:gd name="T5" fmla="*/ 2 h 4"/>
                <a:gd name="T6" fmla="*/ 2 w 16"/>
                <a:gd name="T7" fmla="*/ 0 h 4"/>
                <a:gd name="T8" fmla="*/ 14 w 16"/>
                <a:gd name="T9" fmla="*/ 0 h 4"/>
                <a:gd name="T10" fmla="*/ 16 w 16"/>
                <a:gd name="T11" fmla="*/ 2 h 4"/>
                <a:gd name="T12" fmla="*/ 14 w 16"/>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4" y="4"/>
                  </a:moveTo>
                  <a:cubicBezTo>
                    <a:pt x="2" y="4"/>
                    <a:pt x="2" y="4"/>
                    <a:pt x="2" y="4"/>
                  </a:cubicBezTo>
                  <a:cubicBezTo>
                    <a:pt x="1" y="4"/>
                    <a:pt x="0" y="3"/>
                    <a:pt x="0" y="2"/>
                  </a:cubicBezTo>
                  <a:cubicBezTo>
                    <a:pt x="0" y="1"/>
                    <a:pt x="1" y="0"/>
                    <a:pt x="2" y="0"/>
                  </a:cubicBezTo>
                  <a:cubicBezTo>
                    <a:pt x="14" y="0"/>
                    <a:pt x="14" y="0"/>
                    <a:pt x="14" y="0"/>
                  </a:cubicBezTo>
                  <a:cubicBezTo>
                    <a:pt x="15" y="0"/>
                    <a:pt x="16" y="1"/>
                    <a:pt x="16" y="2"/>
                  </a:cubicBezTo>
                  <a:cubicBezTo>
                    <a:pt x="16" y="3"/>
                    <a:pt x="15" y="4"/>
                    <a:pt x="1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Freeform 65">
              <a:extLst>
                <a:ext uri="{FF2B5EF4-FFF2-40B4-BE49-F238E27FC236}">
                  <a16:creationId xmlns:a16="http://schemas.microsoft.com/office/drawing/2014/main" id="{D01F19EC-0FA5-8EB3-8FA8-5316EB9CD1E3}"/>
                </a:ext>
              </a:extLst>
            </p:cNvPr>
            <p:cNvSpPr>
              <a:spLocks/>
            </p:cNvSpPr>
            <p:nvPr/>
          </p:nvSpPr>
          <p:spPr bwMode="auto">
            <a:xfrm>
              <a:off x="7869238" y="3579813"/>
              <a:ext cx="60325" cy="30163"/>
            </a:xfrm>
            <a:custGeom>
              <a:avLst/>
              <a:gdLst>
                <a:gd name="T0" fmla="*/ 14 w 16"/>
                <a:gd name="T1" fmla="*/ 0 h 8"/>
                <a:gd name="T2" fmla="*/ 2 w 16"/>
                <a:gd name="T3" fmla="*/ 0 h 8"/>
                <a:gd name="T4" fmla="*/ 0 w 16"/>
                <a:gd name="T5" fmla="*/ 2 h 8"/>
                <a:gd name="T6" fmla="*/ 2 w 16"/>
                <a:gd name="T7" fmla="*/ 4 h 8"/>
                <a:gd name="T8" fmla="*/ 6 w 16"/>
                <a:gd name="T9" fmla="*/ 4 h 8"/>
                <a:gd name="T10" fmla="*/ 6 w 16"/>
                <a:gd name="T11" fmla="*/ 6 h 8"/>
                <a:gd name="T12" fmla="*/ 8 w 16"/>
                <a:gd name="T13" fmla="*/ 8 h 8"/>
                <a:gd name="T14" fmla="*/ 10 w 16"/>
                <a:gd name="T15" fmla="*/ 6 h 8"/>
                <a:gd name="T16" fmla="*/ 10 w 16"/>
                <a:gd name="T17" fmla="*/ 4 h 8"/>
                <a:gd name="T18" fmla="*/ 14 w 16"/>
                <a:gd name="T19" fmla="*/ 4 h 8"/>
                <a:gd name="T20" fmla="*/ 16 w 16"/>
                <a:gd name="T21" fmla="*/ 2 h 8"/>
                <a:gd name="T22" fmla="*/ 14 w 16"/>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8">
                  <a:moveTo>
                    <a:pt x="14" y="0"/>
                  </a:moveTo>
                  <a:cubicBezTo>
                    <a:pt x="2" y="0"/>
                    <a:pt x="2" y="0"/>
                    <a:pt x="2" y="0"/>
                  </a:cubicBezTo>
                  <a:cubicBezTo>
                    <a:pt x="1" y="0"/>
                    <a:pt x="0" y="1"/>
                    <a:pt x="0" y="2"/>
                  </a:cubicBezTo>
                  <a:cubicBezTo>
                    <a:pt x="0" y="3"/>
                    <a:pt x="1" y="4"/>
                    <a:pt x="2" y="4"/>
                  </a:cubicBezTo>
                  <a:cubicBezTo>
                    <a:pt x="6" y="4"/>
                    <a:pt x="6" y="4"/>
                    <a:pt x="6" y="4"/>
                  </a:cubicBezTo>
                  <a:cubicBezTo>
                    <a:pt x="6" y="6"/>
                    <a:pt x="6" y="6"/>
                    <a:pt x="6" y="6"/>
                  </a:cubicBezTo>
                  <a:cubicBezTo>
                    <a:pt x="6" y="7"/>
                    <a:pt x="7" y="8"/>
                    <a:pt x="8" y="8"/>
                  </a:cubicBezTo>
                  <a:cubicBezTo>
                    <a:pt x="9" y="8"/>
                    <a:pt x="10" y="7"/>
                    <a:pt x="10" y="6"/>
                  </a:cubicBezTo>
                  <a:cubicBezTo>
                    <a:pt x="10" y="4"/>
                    <a:pt x="10" y="4"/>
                    <a:pt x="10" y="4"/>
                  </a:cubicBezTo>
                  <a:cubicBezTo>
                    <a:pt x="14" y="4"/>
                    <a:pt x="14" y="4"/>
                    <a:pt x="14" y="4"/>
                  </a:cubicBezTo>
                  <a:cubicBezTo>
                    <a:pt x="15" y="4"/>
                    <a:pt x="16" y="3"/>
                    <a:pt x="16" y="2"/>
                  </a:cubicBezTo>
                  <a:cubicBezTo>
                    <a:pt x="16" y="1"/>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Freeform 66">
              <a:extLst>
                <a:ext uri="{FF2B5EF4-FFF2-40B4-BE49-F238E27FC236}">
                  <a16:creationId xmlns:a16="http://schemas.microsoft.com/office/drawing/2014/main" id="{66BE83AF-A09F-BCC0-6A7C-316392BB9EEE}"/>
                </a:ext>
              </a:extLst>
            </p:cNvPr>
            <p:cNvSpPr>
              <a:spLocks/>
            </p:cNvSpPr>
            <p:nvPr/>
          </p:nvSpPr>
          <p:spPr bwMode="auto">
            <a:xfrm>
              <a:off x="7805738" y="3338513"/>
              <a:ext cx="187325" cy="196850"/>
            </a:xfrm>
            <a:custGeom>
              <a:avLst/>
              <a:gdLst>
                <a:gd name="T0" fmla="*/ 25 w 50"/>
                <a:gd name="T1" fmla="*/ 0 h 52"/>
                <a:gd name="T2" fmla="*/ 0 w 50"/>
                <a:gd name="T3" fmla="*/ 24 h 52"/>
                <a:gd name="T4" fmla="*/ 17 w 50"/>
                <a:gd name="T5" fmla="*/ 47 h 52"/>
                <a:gd name="T6" fmla="*/ 17 w 50"/>
                <a:gd name="T7" fmla="*/ 50 h 52"/>
                <a:gd name="T8" fmla="*/ 19 w 50"/>
                <a:gd name="T9" fmla="*/ 52 h 52"/>
                <a:gd name="T10" fmla="*/ 31 w 50"/>
                <a:gd name="T11" fmla="*/ 52 h 52"/>
                <a:gd name="T12" fmla="*/ 33 w 50"/>
                <a:gd name="T13" fmla="*/ 50 h 52"/>
                <a:gd name="T14" fmla="*/ 33 w 50"/>
                <a:gd name="T15" fmla="*/ 47 h 52"/>
                <a:gd name="T16" fmla="*/ 50 w 50"/>
                <a:gd name="T17" fmla="*/ 24 h 52"/>
                <a:gd name="T18" fmla="*/ 25 w 50"/>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2">
                  <a:moveTo>
                    <a:pt x="25" y="0"/>
                  </a:moveTo>
                  <a:cubicBezTo>
                    <a:pt x="11" y="0"/>
                    <a:pt x="0" y="11"/>
                    <a:pt x="0" y="24"/>
                  </a:cubicBezTo>
                  <a:cubicBezTo>
                    <a:pt x="0" y="34"/>
                    <a:pt x="7" y="43"/>
                    <a:pt x="17" y="47"/>
                  </a:cubicBezTo>
                  <a:cubicBezTo>
                    <a:pt x="17" y="50"/>
                    <a:pt x="17" y="50"/>
                    <a:pt x="17" y="50"/>
                  </a:cubicBezTo>
                  <a:cubicBezTo>
                    <a:pt x="17" y="51"/>
                    <a:pt x="18" y="52"/>
                    <a:pt x="19" y="52"/>
                  </a:cubicBezTo>
                  <a:cubicBezTo>
                    <a:pt x="31" y="52"/>
                    <a:pt x="31" y="52"/>
                    <a:pt x="31" y="52"/>
                  </a:cubicBezTo>
                  <a:cubicBezTo>
                    <a:pt x="32" y="52"/>
                    <a:pt x="33" y="51"/>
                    <a:pt x="33" y="50"/>
                  </a:cubicBezTo>
                  <a:cubicBezTo>
                    <a:pt x="33" y="47"/>
                    <a:pt x="33" y="47"/>
                    <a:pt x="33" y="47"/>
                  </a:cubicBezTo>
                  <a:cubicBezTo>
                    <a:pt x="43" y="43"/>
                    <a:pt x="50" y="34"/>
                    <a:pt x="50" y="24"/>
                  </a:cubicBezTo>
                  <a:cubicBezTo>
                    <a:pt x="50" y="11"/>
                    <a:pt x="39"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 name="Group 94">
            <a:extLst>
              <a:ext uri="{FF2B5EF4-FFF2-40B4-BE49-F238E27FC236}">
                <a16:creationId xmlns:a16="http://schemas.microsoft.com/office/drawing/2014/main" id="{866AD947-09B2-E0F8-15B2-BA4FB30010A0}"/>
              </a:ext>
            </a:extLst>
          </p:cNvPr>
          <p:cNvGrpSpPr/>
          <p:nvPr/>
        </p:nvGrpSpPr>
        <p:grpSpPr>
          <a:xfrm>
            <a:off x="4517708" y="1565038"/>
            <a:ext cx="270746" cy="271938"/>
            <a:chOff x="5554663" y="2524125"/>
            <a:chExt cx="360363" cy="361950"/>
          </a:xfrm>
          <a:solidFill>
            <a:schemeClr val="bg1"/>
          </a:solidFill>
        </p:grpSpPr>
        <p:sp>
          <p:nvSpPr>
            <p:cNvPr id="96" name="Freeform 72">
              <a:extLst>
                <a:ext uri="{FF2B5EF4-FFF2-40B4-BE49-F238E27FC236}">
                  <a16:creationId xmlns:a16="http://schemas.microsoft.com/office/drawing/2014/main" id="{B0079B63-9172-D361-59BD-F0AD23DF02CA}"/>
                </a:ext>
              </a:extLst>
            </p:cNvPr>
            <p:cNvSpPr>
              <a:spLocks noEditPoints="1"/>
            </p:cNvSpPr>
            <p:nvPr/>
          </p:nvSpPr>
          <p:spPr bwMode="auto">
            <a:xfrm>
              <a:off x="5554663" y="2524125"/>
              <a:ext cx="360363" cy="361950"/>
            </a:xfrm>
            <a:custGeom>
              <a:avLst/>
              <a:gdLst>
                <a:gd name="T0" fmla="*/ 84 w 96"/>
                <a:gd name="T1" fmla="*/ 0 h 96"/>
                <a:gd name="T2" fmla="*/ 12 w 96"/>
                <a:gd name="T3" fmla="*/ 0 h 96"/>
                <a:gd name="T4" fmla="*/ 0 w 96"/>
                <a:gd name="T5" fmla="*/ 12 h 96"/>
                <a:gd name="T6" fmla="*/ 0 w 96"/>
                <a:gd name="T7" fmla="*/ 84 h 96"/>
                <a:gd name="T8" fmla="*/ 12 w 96"/>
                <a:gd name="T9" fmla="*/ 96 h 96"/>
                <a:gd name="T10" fmla="*/ 84 w 96"/>
                <a:gd name="T11" fmla="*/ 96 h 96"/>
                <a:gd name="T12" fmla="*/ 96 w 96"/>
                <a:gd name="T13" fmla="*/ 84 h 96"/>
                <a:gd name="T14" fmla="*/ 96 w 96"/>
                <a:gd name="T15" fmla="*/ 12 h 96"/>
                <a:gd name="T16" fmla="*/ 84 w 96"/>
                <a:gd name="T17" fmla="*/ 0 h 96"/>
                <a:gd name="T18" fmla="*/ 48 w 96"/>
                <a:gd name="T19" fmla="*/ 80 h 96"/>
                <a:gd name="T20" fmla="*/ 16 w 96"/>
                <a:gd name="T21" fmla="*/ 48 h 96"/>
                <a:gd name="T22" fmla="*/ 48 w 96"/>
                <a:gd name="T23" fmla="*/ 16 h 96"/>
                <a:gd name="T24" fmla="*/ 80 w 96"/>
                <a:gd name="T25" fmla="*/ 48 h 96"/>
                <a:gd name="T26" fmla="*/ 48 w 96"/>
                <a:gd name="T27" fmla="*/ 8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96">
                  <a:moveTo>
                    <a:pt x="84" y="0"/>
                  </a:moveTo>
                  <a:cubicBezTo>
                    <a:pt x="12" y="0"/>
                    <a:pt x="12" y="0"/>
                    <a:pt x="12" y="0"/>
                  </a:cubicBezTo>
                  <a:cubicBezTo>
                    <a:pt x="5" y="0"/>
                    <a:pt x="0" y="5"/>
                    <a:pt x="0" y="12"/>
                  </a:cubicBezTo>
                  <a:cubicBezTo>
                    <a:pt x="0" y="84"/>
                    <a:pt x="0" y="84"/>
                    <a:pt x="0" y="84"/>
                  </a:cubicBezTo>
                  <a:cubicBezTo>
                    <a:pt x="0" y="91"/>
                    <a:pt x="5" y="96"/>
                    <a:pt x="12" y="96"/>
                  </a:cubicBezTo>
                  <a:cubicBezTo>
                    <a:pt x="84" y="96"/>
                    <a:pt x="84" y="96"/>
                    <a:pt x="84" y="96"/>
                  </a:cubicBezTo>
                  <a:cubicBezTo>
                    <a:pt x="91" y="96"/>
                    <a:pt x="96" y="91"/>
                    <a:pt x="96" y="84"/>
                  </a:cubicBezTo>
                  <a:cubicBezTo>
                    <a:pt x="96" y="12"/>
                    <a:pt x="96" y="12"/>
                    <a:pt x="96" y="12"/>
                  </a:cubicBezTo>
                  <a:cubicBezTo>
                    <a:pt x="96" y="5"/>
                    <a:pt x="91" y="0"/>
                    <a:pt x="84" y="0"/>
                  </a:cubicBezTo>
                  <a:close/>
                  <a:moveTo>
                    <a:pt x="48" y="80"/>
                  </a:moveTo>
                  <a:cubicBezTo>
                    <a:pt x="30" y="80"/>
                    <a:pt x="16" y="66"/>
                    <a:pt x="16" y="48"/>
                  </a:cubicBezTo>
                  <a:cubicBezTo>
                    <a:pt x="16" y="30"/>
                    <a:pt x="30" y="16"/>
                    <a:pt x="48" y="16"/>
                  </a:cubicBezTo>
                  <a:cubicBezTo>
                    <a:pt x="66" y="16"/>
                    <a:pt x="80" y="30"/>
                    <a:pt x="80" y="48"/>
                  </a:cubicBezTo>
                  <a:cubicBezTo>
                    <a:pt x="80" y="66"/>
                    <a:pt x="66" y="80"/>
                    <a:pt x="48"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Freeform 73">
              <a:extLst>
                <a:ext uri="{FF2B5EF4-FFF2-40B4-BE49-F238E27FC236}">
                  <a16:creationId xmlns:a16="http://schemas.microsoft.com/office/drawing/2014/main" id="{ED269D80-1066-36B7-AD7E-4656BC201D48}"/>
                </a:ext>
              </a:extLst>
            </p:cNvPr>
            <p:cNvSpPr>
              <a:spLocks/>
            </p:cNvSpPr>
            <p:nvPr/>
          </p:nvSpPr>
          <p:spPr bwMode="auto">
            <a:xfrm>
              <a:off x="5719763" y="2622550"/>
              <a:ext cx="68263" cy="98425"/>
            </a:xfrm>
            <a:custGeom>
              <a:avLst/>
              <a:gdLst>
                <a:gd name="T0" fmla="*/ 16 w 18"/>
                <a:gd name="T1" fmla="*/ 22 h 26"/>
                <a:gd name="T2" fmla="*/ 4 w 18"/>
                <a:gd name="T3" fmla="*/ 22 h 26"/>
                <a:gd name="T4" fmla="*/ 4 w 18"/>
                <a:gd name="T5" fmla="*/ 2 h 26"/>
                <a:gd name="T6" fmla="*/ 2 w 18"/>
                <a:gd name="T7" fmla="*/ 0 h 26"/>
                <a:gd name="T8" fmla="*/ 0 w 18"/>
                <a:gd name="T9" fmla="*/ 2 h 26"/>
                <a:gd name="T10" fmla="*/ 0 w 18"/>
                <a:gd name="T11" fmla="*/ 26 h 26"/>
                <a:gd name="T12" fmla="*/ 16 w 18"/>
                <a:gd name="T13" fmla="*/ 26 h 26"/>
                <a:gd name="T14" fmla="*/ 18 w 18"/>
                <a:gd name="T15" fmla="*/ 24 h 26"/>
                <a:gd name="T16" fmla="*/ 16 w 18"/>
                <a:gd name="T17"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6">
                  <a:moveTo>
                    <a:pt x="16" y="22"/>
                  </a:moveTo>
                  <a:cubicBezTo>
                    <a:pt x="4" y="22"/>
                    <a:pt x="4" y="22"/>
                    <a:pt x="4" y="22"/>
                  </a:cubicBezTo>
                  <a:cubicBezTo>
                    <a:pt x="4" y="2"/>
                    <a:pt x="4" y="2"/>
                    <a:pt x="4" y="2"/>
                  </a:cubicBezTo>
                  <a:cubicBezTo>
                    <a:pt x="4" y="1"/>
                    <a:pt x="3" y="0"/>
                    <a:pt x="2" y="0"/>
                  </a:cubicBezTo>
                  <a:cubicBezTo>
                    <a:pt x="1" y="0"/>
                    <a:pt x="0" y="1"/>
                    <a:pt x="0" y="2"/>
                  </a:cubicBezTo>
                  <a:cubicBezTo>
                    <a:pt x="0" y="26"/>
                    <a:pt x="0" y="26"/>
                    <a:pt x="0" y="26"/>
                  </a:cubicBezTo>
                  <a:cubicBezTo>
                    <a:pt x="16" y="26"/>
                    <a:pt x="16" y="26"/>
                    <a:pt x="16" y="26"/>
                  </a:cubicBezTo>
                  <a:cubicBezTo>
                    <a:pt x="17" y="26"/>
                    <a:pt x="18" y="25"/>
                    <a:pt x="18" y="24"/>
                  </a:cubicBezTo>
                  <a:cubicBezTo>
                    <a:pt x="18" y="23"/>
                    <a:pt x="17" y="22"/>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 name="Group 97">
            <a:extLst>
              <a:ext uri="{FF2B5EF4-FFF2-40B4-BE49-F238E27FC236}">
                <a16:creationId xmlns:a16="http://schemas.microsoft.com/office/drawing/2014/main" id="{EA687325-A8C6-8EE1-C0F4-26B78C67217C}"/>
              </a:ext>
            </a:extLst>
          </p:cNvPr>
          <p:cNvGrpSpPr/>
          <p:nvPr/>
        </p:nvGrpSpPr>
        <p:grpSpPr>
          <a:xfrm>
            <a:off x="7415312" y="1577941"/>
            <a:ext cx="247216" cy="246132"/>
            <a:chOff x="5554663" y="1446213"/>
            <a:chExt cx="361950" cy="360362"/>
          </a:xfrm>
          <a:solidFill>
            <a:schemeClr val="bg1"/>
          </a:solidFill>
        </p:grpSpPr>
        <p:sp>
          <p:nvSpPr>
            <p:cNvPr id="99" name="Freeform 45">
              <a:extLst>
                <a:ext uri="{FF2B5EF4-FFF2-40B4-BE49-F238E27FC236}">
                  <a16:creationId xmlns:a16="http://schemas.microsoft.com/office/drawing/2014/main" id="{E24240C1-7F07-CEF2-43A8-888DDDEC2870}"/>
                </a:ext>
              </a:extLst>
            </p:cNvPr>
            <p:cNvSpPr>
              <a:spLocks/>
            </p:cNvSpPr>
            <p:nvPr/>
          </p:nvSpPr>
          <p:spPr bwMode="auto">
            <a:xfrm>
              <a:off x="5653088" y="1446213"/>
              <a:ext cx="165100" cy="165100"/>
            </a:xfrm>
            <a:custGeom>
              <a:avLst/>
              <a:gdLst>
                <a:gd name="T0" fmla="*/ 36 w 44"/>
                <a:gd name="T1" fmla="*/ 44 h 44"/>
                <a:gd name="T2" fmla="*/ 37 w 44"/>
                <a:gd name="T3" fmla="*/ 44 h 44"/>
                <a:gd name="T4" fmla="*/ 38 w 44"/>
                <a:gd name="T5" fmla="*/ 41 h 44"/>
                <a:gd name="T6" fmla="*/ 32 w 44"/>
                <a:gd name="T7" fmla="*/ 27 h 44"/>
                <a:gd name="T8" fmla="*/ 43 w 44"/>
                <a:gd name="T9" fmla="*/ 18 h 44"/>
                <a:gd name="T10" fmla="*/ 44 w 44"/>
                <a:gd name="T11" fmla="*/ 15 h 44"/>
                <a:gd name="T12" fmla="*/ 42 w 44"/>
                <a:gd name="T13" fmla="*/ 14 h 44"/>
                <a:gd name="T14" fmla="*/ 28 w 44"/>
                <a:gd name="T15" fmla="*/ 14 h 44"/>
                <a:gd name="T16" fmla="*/ 24 w 44"/>
                <a:gd name="T17" fmla="*/ 1 h 44"/>
                <a:gd name="T18" fmla="*/ 22 w 44"/>
                <a:gd name="T19" fmla="*/ 0 h 44"/>
                <a:gd name="T20" fmla="*/ 20 w 44"/>
                <a:gd name="T21" fmla="*/ 1 h 44"/>
                <a:gd name="T22" fmla="*/ 16 w 44"/>
                <a:gd name="T23" fmla="*/ 14 h 44"/>
                <a:gd name="T24" fmla="*/ 2 w 44"/>
                <a:gd name="T25" fmla="*/ 14 h 44"/>
                <a:gd name="T26" fmla="*/ 0 w 44"/>
                <a:gd name="T27" fmla="*/ 15 h 44"/>
                <a:gd name="T28" fmla="*/ 1 w 44"/>
                <a:gd name="T29" fmla="*/ 18 h 44"/>
                <a:gd name="T30" fmla="*/ 12 w 44"/>
                <a:gd name="T31" fmla="*/ 27 h 44"/>
                <a:gd name="T32" fmla="*/ 6 w 44"/>
                <a:gd name="T33" fmla="*/ 41 h 44"/>
                <a:gd name="T34" fmla="*/ 7 w 44"/>
                <a:gd name="T35" fmla="*/ 44 h 44"/>
                <a:gd name="T36" fmla="*/ 9 w 44"/>
                <a:gd name="T37" fmla="*/ 44 h 44"/>
                <a:gd name="T38" fmla="*/ 22 w 44"/>
                <a:gd name="T39" fmla="*/ 34 h 44"/>
                <a:gd name="T40" fmla="*/ 35 w 44"/>
                <a:gd name="T41" fmla="*/ 44 h 44"/>
                <a:gd name="T42" fmla="*/ 36 w 44"/>
                <a:gd name="T4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44">
                  <a:moveTo>
                    <a:pt x="36" y="44"/>
                  </a:moveTo>
                  <a:cubicBezTo>
                    <a:pt x="36" y="44"/>
                    <a:pt x="37" y="44"/>
                    <a:pt x="37" y="44"/>
                  </a:cubicBezTo>
                  <a:cubicBezTo>
                    <a:pt x="38" y="43"/>
                    <a:pt x="38" y="42"/>
                    <a:pt x="38" y="41"/>
                  </a:cubicBezTo>
                  <a:cubicBezTo>
                    <a:pt x="32" y="27"/>
                    <a:pt x="32" y="27"/>
                    <a:pt x="32" y="27"/>
                  </a:cubicBezTo>
                  <a:cubicBezTo>
                    <a:pt x="43" y="18"/>
                    <a:pt x="43" y="18"/>
                    <a:pt x="43" y="18"/>
                  </a:cubicBezTo>
                  <a:cubicBezTo>
                    <a:pt x="44" y="17"/>
                    <a:pt x="44" y="16"/>
                    <a:pt x="44" y="15"/>
                  </a:cubicBezTo>
                  <a:cubicBezTo>
                    <a:pt x="44" y="15"/>
                    <a:pt x="43" y="14"/>
                    <a:pt x="42" y="14"/>
                  </a:cubicBezTo>
                  <a:cubicBezTo>
                    <a:pt x="28" y="14"/>
                    <a:pt x="28" y="14"/>
                    <a:pt x="28" y="14"/>
                  </a:cubicBezTo>
                  <a:cubicBezTo>
                    <a:pt x="24" y="1"/>
                    <a:pt x="24" y="1"/>
                    <a:pt x="24" y="1"/>
                  </a:cubicBezTo>
                  <a:cubicBezTo>
                    <a:pt x="24" y="1"/>
                    <a:pt x="23" y="0"/>
                    <a:pt x="22" y="0"/>
                  </a:cubicBezTo>
                  <a:cubicBezTo>
                    <a:pt x="21" y="0"/>
                    <a:pt x="20" y="1"/>
                    <a:pt x="20" y="1"/>
                  </a:cubicBezTo>
                  <a:cubicBezTo>
                    <a:pt x="16" y="14"/>
                    <a:pt x="16" y="14"/>
                    <a:pt x="16" y="14"/>
                  </a:cubicBezTo>
                  <a:cubicBezTo>
                    <a:pt x="2" y="14"/>
                    <a:pt x="2" y="14"/>
                    <a:pt x="2" y="14"/>
                  </a:cubicBezTo>
                  <a:cubicBezTo>
                    <a:pt x="1" y="14"/>
                    <a:pt x="0" y="15"/>
                    <a:pt x="0" y="15"/>
                  </a:cubicBezTo>
                  <a:cubicBezTo>
                    <a:pt x="0" y="16"/>
                    <a:pt x="0" y="17"/>
                    <a:pt x="1" y="18"/>
                  </a:cubicBezTo>
                  <a:cubicBezTo>
                    <a:pt x="12" y="27"/>
                    <a:pt x="12" y="27"/>
                    <a:pt x="12" y="27"/>
                  </a:cubicBezTo>
                  <a:cubicBezTo>
                    <a:pt x="6" y="41"/>
                    <a:pt x="6" y="41"/>
                    <a:pt x="6" y="41"/>
                  </a:cubicBezTo>
                  <a:cubicBezTo>
                    <a:pt x="6" y="42"/>
                    <a:pt x="6" y="43"/>
                    <a:pt x="7" y="44"/>
                  </a:cubicBezTo>
                  <a:cubicBezTo>
                    <a:pt x="7" y="44"/>
                    <a:pt x="8" y="44"/>
                    <a:pt x="9" y="44"/>
                  </a:cubicBezTo>
                  <a:cubicBezTo>
                    <a:pt x="22" y="34"/>
                    <a:pt x="22" y="34"/>
                    <a:pt x="22" y="34"/>
                  </a:cubicBezTo>
                  <a:cubicBezTo>
                    <a:pt x="35" y="44"/>
                    <a:pt x="35" y="44"/>
                    <a:pt x="35" y="44"/>
                  </a:cubicBezTo>
                  <a:cubicBezTo>
                    <a:pt x="35" y="44"/>
                    <a:pt x="36" y="44"/>
                    <a:pt x="3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Freeform 46">
              <a:extLst>
                <a:ext uri="{FF2B5EF4-FFF2-40B4-BE49-F238E27FC236}">
                  <a16:creationId xmlns:a16="http://schemas.microsoft.com/office/drawing/2014/main" id="{1FB83E38-AAB8-7D7C-D98E-7F10FF9D2451}"/>
                </a:ext>
              </a:extLst>
            </p:cNvPr>
            <p:cNvSpPr>
              <a:spLocks/>
            </p:cNvSpPr>
            <p:nvPr/>
          </p:nvSpPr>
          <p:spPr bwMode="auto">
            <a:xfrm>
              <a:off x="5749925" y="1641475"/>
              <a:ext cx="166688" cy="165100"/>
            </a:xfrm>
            <a:custGeom>
              <a:avLst/>
              <a:gdLst>
                <a:gd name="T0" fmla="*/ 44 w 44"/>
                <a:gd name="T1" fmla="*/ 15 h 44"/>
                <a:gd name="T2" fmla="*/ 42 w 44"/>
                <a:gd name="T3" fmla="*/ 14 h 44"/>
                <a:gd name="T4" fmla="*/ 28 w 44"/>
                <a:gd name="T5" fmla="*/ 14 h 44"/>
                <a:gd name="T6" fmla="*/ 24 w 44"/>
                <a:gd name="T7" fmla="*/ 1 h 44"/>
                <a:gd name="T8" fmla="*/ 22 w 44"/>
                <a:gd name="T9" fmla="*/ 0 h 44"/>
                <a:gd name="T10" fmla="*/ 20 w 44"/>
                <a:gd name="T11" fmla="*/ 1 h 44"/>
                <a:gd name="T12" fmla="*/ 16 w 44"/>
                <a:gd name="T13" fmla="*/ 14 h 44"/>
                <a:gd name="T14" fmla="*/ 2 w 44"/>
                <a:gd name="T15" fmla="*/ 14 h 44"/>
                <a:gd name="T16" fmla="*/ 0 w 44"/>
                <a:gd name="T17" fmla="*/ 15 h 44"/>
                <a:gd name="T18" fmla="*/ 1 w 44"/>
                <a:gd name="T19" fmla="*/ 18 h 44"/>
                <a:gd name="T20" fmla="*/ 12 w 44"/>
                <a:gd name="T21" fmla="*/ 27 h 44"/>
                <a:gd name="T22" fmla="*/ 6 w 44"/>
                <a:gd name="T23" fmla="*/ 41 h 44"/>
                <a:gd name="T24" fmla="*/ 7 w 44"/>
                <a:gd name="T25" fmla="*/ 44 h 44"/>
                <a:gd name="T26" fmla="*/ 9 w 44"/>
                <a:gd name="T27" fmla="*/ 44 h 44"/>
                <a:gd name="T28" fmla="*/ 22 w 44"/>
                <a:gd name="T29" fmla="*/ 34 h 44"/>
                <a:gd name="T30" fmla="*/ 35 w 44"/>
                <a:gd name="T31" fmla="*/ 44 h 44"/>
                <a:gd name="T32" fmla="*/ 36 w 44"/>
                <a:gd name="T33" fmla="*/ 44 h 44"/>
                <a:gd name="T34" fmla="*/ 37 w 44"/>
                <a:gd name="T35" fmla="*/ 44 h 44"/>
                <a:gd name="T36" fmla="*/ 38 w 44"/>
                <a:gd name="T37" fmla="*/ 41 h 44"/>
                <a:gd name="T38" fmla="*/ 32 w 44"/>
                <a:gd name="T39" fmla="*/ 27 h 44"/>
                <a:gd name="T40" fmla="*/ 43 w 44"/>
                <a:gd name="T41" fmla="*/ 18 h 44"/>
                <a:gd name="T42" fmla="*/ 44 w 44"/>
                <a:gd name="T43" fmla="*/ 1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44">
                  <a:moveTo>
                    <a:pt x="44" y="15"/>
                  </a:moveTo>
                  <a:cubicBezTo>
                    <a:pt x="44" y="15"/>
                    <a:pt x="43" y="14"/>
                    <a:pt x="42" y="14"/>
                  </a:cubicBezTo>
                  <a:cubicBezTo>
                    <a:pt x="28" y="14"/>
                    <a:pt x="28" y="14"/>
                    <a:pt x="28" y="14"/>
                  </a:cubicBezTo>
                  <a:cubicBezTo>
                    <a:pt x="24" y="1"/>
                    <a:pt x="24" y="1"/>
                    <a:pt x="24" y="1"/>
                  </a:cubicBezTo>
                  <a:cubicBezTo>
                    <a:pt x="24" y="1"/>
                    <a:pt x="23" y="0"/>
                    <a:pt x="22" y="0"/>
                  </a:cubicBezTo>
                  <a:cubicBezTo>
                    <a:pt x="21" y="0"/>
                    <a:pt x="20" y="1"/>
                    <a:pt x="20" y="1"/>
                  </a:cubicBezTo>
                  <a:cubicBezTo>
                    <a:pt x="16" y="14"/>
                    <a:pt x="16" y="14"/>
                    <a:pt x="16" y="14"/>
                  </a:cubicBezTo>
                  <a:cubicBezTo>
                    <a:pt x="2" y="14"/>
                    <a:pt x="2" y="14"/>
                    <a:pt x="2" y="14"/>
                  </a:cubicBezTo>
                  <a:cubicBezTo>
                    <a:pt x="1" y="14"/>
                    <a:pt x="0" y="15"/>
                    <a:pt x="0" y="15"/>
                  </a:cubicBezTo>
                  <a:cubicBezTo>
                    <a:pt x="0" y="16"/>
                    <a:pt x="0" y="17"/>
                    <a:pt x="1" y="18"/>
                  </a:cubicBezTo>
                  <a:cubicBezTo>
                    <a:pt x="12" y="27"/>
                    <a:pt x="12" y="27"/>
                    <a:pt x="12" y="27"/>
                  </a:cubicBezTo>
                  <a:cubicBezTo>
                    <a:pt x="6" y="41"/>
                    <a:pt x="6" y="41"/>
                    <a:pt x="6" y="41"/>
                  </a:cubicBezTo>
                  <a:cubicBezTo>
                    <a:pt x="6" y="42"/>
                    <a:pt x="6" y="43"/>
                    <a:pt x="7" y="44"/>
                  </a:cubicBezTo>
                  <a:cubicBezTo>
                    <a:pt x="7" y="44"/>
                    <a:pt x="8" y="44"/>
                    <a:pt x="9" y="44"/>
                  </a:cubicBezTo>
                  <a:cubicBezTo>
                    <a:pt x="22" y="34"/>
                    <a:pt x="22" y="34"/>
                    <a:pt x="22" y="34"/>
                  </a:cubicBezTo>
                  <a:cubicBezTo>
                    <a:pt x="35" y="44"/>
                    <a:pt x="35" y="44"/>
                    <a:pt x="35" y="44"/>
                  </a:cubicBezTo>
                  <a:cubicBezTo>
                    <a:pt x="35" y="44"/>
                    <a:pt x="36" y="44"/>
                    <a:pt x="36" y="44"/>
                  </a:cubicBezTo>
                  <a:cubicBezTo>
                    <a:pt x="36" y="44"/>
                    <a:pt x="37" y="44"/>
                    <a:pt x="37" y="44"/>
                  </a:cubicBezTo>
                  <a:cubicBezTo>
                    <a:pt x="38" y="43"/>
                    <a:pt x="38" y="42"/>
                    <a:pt x="38" y="41"/>
                  </a:cubicBezTo>
                  <a:cubicBezTo>
                    <a:pt x="32" y="27"/>
                    <a:pt x="32" y="27"/>
                    <a:pt x="32" y="27"/>
                  </a:cubicBezTo>
                  <a:cubicBezTo>
                    <a:pt x="43" y="18"/>
                    <a:pt x="43" y="18"/>
                    <a:pt x="43" y="18"/>
                  </a:cubicBezTo>
                  <a:cubicBezTo>
                    <a:pt x="44" y="17"/>
                    <a:pt x="44" y="16"/>
                    <a:pt x="4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Freeform 47">
              <a:extLst>
                <a:ext uri="{FF2B5EF4-FFF2-40B4-BE49-F238E27FC236}">
                  <a16:creationId xmlns:a16="http://schemas.microsoft.com/office/drawing/2014/main" id="{2F9C5432-9E6A-DA34-3B81-56EF33C22FC0}"/>
                </a:ext>
              </a:extLst>
            </p:cNvPr>
            <p:cNvSpPr>
              <a:spLocks/>
            </p:cNvSpPr>
            <p:nvPr/>
          </p:nvSpPr>
          <p:spPr bwMode="auto">
            <a:xfrm>
              <a:off x="5554663" y="1641475"/>
              <a:ext cx="165100" cy="165100"/>
            </a:xfrm>
            <a:custGeom>
              <a:avLst/>
              <a:gdLst>
                <a:gd name="T0" fmla="*/ 42 w 44"/>
                <a:gd name="T1" fmla="*/ 14 h 44"/>
                <a:gd name="T2" fmla="*/ 28 w 44"/>
                <a:gd name="T3" fmla="*/ 14 h 44"/>
                <a:gd name="T4" fmla="*/ 24 w 44"/>
                <a:gd name="T5" fmla="*/ 1 h 44"/>
                <a:gd name="T6" fmla="*/ 22 w 44"/>
                <a:gd name="T7" fmla="*/ 0 h 44"/>
                <a:gd name="T8" fmla="*/ 20 w 44"/>
                <a:gd name="T9" fmla="*/ 1 h 44"/>
                <a:gd name="T10" fmla="*/ 16 w 44"/>
                <a:gd name="T11" fmla="*/ 14 h 44"/>
                <a:gd name="T12" fmla="*/ 2 w 44"/>
                <a:gd name="T13" fmla="*/ 14 h 44"/>
                <a:gd name="T14" fmla="*/ 0 w 44"/>
                <a:gd name="T15" fmla="*/ 15 h 44"/>
                <a:gd name="T16" fmla="*/ 1 w 44"/>
                <a:gd name="T17" fmla="*/ 18 h 44"/>
                <a:gd name="T18" fmla="*/ 12 w 44"/>
                <a:gd name="T19" fmla="*/ 27 h 44"/>
                <a:gd name="T20" fmla="*/ 6 w 44"/>
                <a:gd name="T21" fmla="*/ 41 h 44"/>
                <a:gd name="T22" fmla="*/ 7 w 44"/>
                <a:gd name="T23" fmla="*/ 44 h 44"/>
                <a:gd name="T24" fmla="*/ 9 w 44"/>
                <a:gd name="T25" fmla="*/ 44 h 44"/>
                <a:gd name="T26" fmla="*/ 22 w 44"/>
                <a:gd name="T27" fmla="*/ 34 h 44"/>
                <a:gd name="T28" fmla="*/ 35 w 44"/>
                <a:gd name="T29" fmla="*/ 44 h 44"/>
                <a:gd name="T30" fmla="*/ 36 w 44"/>
                <a:gd name="T31" fmla="*/ 44 h 44"/>
                <a:gd name="T32" fmla="*/ 37 w 44"/>
                <a:gd name="T33" fmla="*/ 44 h 44"/>
                <a:gd name="T34" fmla="*/ 38 w 44"/>
                <a:gd name="T35" fmla="*/ 41 h 44"/>
                <a:gd name="T36" fmla="*/ 32 w 44"/>
                <a:gd name="T37" fmla="*/ 27 h 44"/>
                <a:gd name="T38" fmla="*/ 43 w 44"/>
                <a:gd name="T39" fmla="*/ 18 h 44"/>
                <a:gd name="T40" fmla="*/ 44 w 44"/>
                <a:gd name="T41" fmla="*/ 15 h 44"/>
                <a:gd name="T42" fmla="*/ 42 w 44"/>
                <a:gd name="T43"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44">
                  <a:moveTo>
                    <a:pt x="42" y="14"/>
                  </a:moveTo>
                  <a:cubicBezTo>
                    <a:pt x="28" y="14"/>
                    <a:pt x="28" y="14"/>
                    <a:pt x="28" y="14"/>
                  </a:cubicBezTo>
                  <a:cubicBezTo>
                    <a:pt x="24" y="1"/>
                    <a:pt x="24" y="1"/>
                    <a:pt x="24" y="1"/>
                  </a:cubicBezTo>
                  <a:cubicBezTo>
                    <a:pt x="24" y="1"/>
                    <a:pt x="23" y="0"/>
                    <a:pt x="22" y="0"/>
                  </a:cubicBezTo>
                  <a:cubicBezTo>
                    <a:pt x="21" y="0"/>
                    <a:pt x="20" y="1"/>
                    <a:pt x="20" y="1"/>
                  </a:cubicBezTo>
                  <a:cubicBezTo>
                    <a:pt x="16" y="14"/>
                    <a:pt x="16" y="14"/>
                    <a:pt x="16" y="14"/>
                  </a:cubicBezTo>
                  <a:cubicBezTo>
                    <a:pt x="2" y="14"/>
                    <a:pt x="2" y="14"/>
                    <a:pt x="2" y="14"/>
                  </a:cubicBezTo>
                  <a:cubicBezTo>
                    <a:pt x="1" y="14"/>
                    <a:pt x="0" y="15"/>
                    <a:pt x="0" y="15"/>
                  </a:cubicBezTo>
                  <a:cubicBezTo>
                    <a:pt x="0" y="16"/>
                    <a:pt x="0" y="17"/>
                    <a:pt x="1" y="18"/>
                  </a:cubicBezTo>
                  <a:cubicBezTo>
                    <a:pt x="12" y="27"/>
                    <a:pt x="12" y="27"/>
                    <a:pt x="12" y="27"/>
                  </a:cubicBezTo>
                  <a:cubicBezTo>
                    <a:pt x="6" y="41"/>
                    <a:pt x="6" y="41"/>
                    <a:pt x="6" y="41"/>
                  </a:cubicBezTo>
                  <a:cubicBezTo>
                    <a:pt x="6" y="42"/>
                    <a:pt x="6" y="43"/>
                    <a:pt x="7" y="44"/>
                  </a:cubicBezTo>
                  <a:cubicBezTo>
                    <a:pt x="7" y="44"/>
                    <a:pt x="8" y="44"/>
                    <a:pt x="9" y="44"/>
                  </a:cubicBezTo>
                  <a:cubicBezTo>
                    <a:pt x="22" y="34"/>
                    <a:pt x="22" y="34"/>
                    <a:pt x="22" y="34"/>
                  </a:cubicBezTo>
                  <a:cubicBezTo>
                    <a:pt x="35" y="44"/>
                    <a:pt x="35" y="44"/>
                    <a:pt x="35" y="44"/>
                  </a:cubicBezTo>
                  <a:cubicBezTo>
                    <a:pt x="35" y="44"/>
                    <a:pt x="36" y="44"/>
                    <a:pt x="36" y="44"/>
                  </a:cubicBezTo>
                  <a:cubicBezTo>
                    <a:pt x="36" y="44"/>
                    <a:pt x="37" y="44"/>
                    <a:pt x="37" y="44"/>
                  </a:cubicBezTo>
                  <a:cubicBezTo>
                    <a:pt x="38" y="43"/>
                    <a:pt x="38" y="42"/>
                    <a:pt x="38" y="41"/>
                  </a:cubicBezTo>
                  <a:cubicBezTo>
                    <a:pt x="32" y="27"/>
                    <a:pt x="32" y="27"/>
                    <a:pt x="32" y="27"/>
                  </a:cubicBezTo>
                  <a:cubicBezTo>
                    <a:pt x="43" y="18"/>
                    <a:pt x="43" y="18"/>
                    <a:pt x="43" y="18"/>
                  </a:cubicBezTo>
                  <a:cubicBezTo>
                    <a:pt x="44" y="17"/>
                    <a:pt x="44" y="16"/>
                    <a:pt x="44" y="15"/>
                  </a:cubicBezTo>
                  <a:cubicBezTo>
                    <a:pt x="44" y="15"/>
                    <a:pt x="43" y="14"/>
                    <a:pt x="4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 name="Freeform 8">
            <a:extLst>
              <a:ext uri="{FF2B5EF4-FFF2-40B4-BE49-F238E27FC236}">
                <a16:creationId xmlns:a16="http://schemas.microsoft.com/office/drawing/2014/main" id="{83D8EB11-4862-6F1A-E2CB-0FB9BAB77B8F}"/>
              </a:ext>
            </a:extLst>
          </p:cNvPr>
          <p:cNvSpPr>
            <a:spLocks noEditPoints="1"/>
          </p:cNvSpPr>
          <p:nvPr/>
        </p:nvSpPr>
        <p:spPr bwMode="auto">
          <a:xfrm>
            <a:off x="10322781" y="1561460"/>
            <a:ext cx="203955" cy="279095"/>
          </a:xfrm>
          <a:custGeom>
            <a:avLst/>
            <a:gdLst>
              <a:gd name="T0" fmla="*/ 0 w 72"/>
              <a:gd name="T1" fmla="*/ 36 h 96"/>
              <a:gd name="T2" fmla="*/ 0 w 72"/>
              <a:gd name="T3" fmla="*/ 96 h 96"/>
              <a:gd name="T4" fmla="*/ 72 w 72"/>
              <a:gd name="T5" fmla="*/ 96 h 96"/>
              <a:gd name="T6" fmla="*/ 72 w 72"/>
              <a:gd name="T7" fmla="*/ 36 h 96"/>
              <a:gd name="T8" fmla="*/ 60 w 72"/>
              <a:gd name="T9" fmla="*/ 36 h 96"/>
              <a:gd name="T10" fmla="*/ 60 w 72"/>
              <a:gd name="T11" fmla="*/ 24 h 96"/>
              <a:gd name="T12" fmla="*/ 36 w 72"/>
              <a:gd name="T13" fmla="*/ 0 h 96"/>
              <a:gd name="T14" fmla="*/ 12 w 72"/>
              <a:gd name="T15" fmla="*/ 24 h 96"/>
              <a:gd name="T16" fmla="*/ 16 w 72"/>
              <a:gd name="T17" fmla="*/ 24 h 96"/>
              <a:gd name="T18" fmla="*/ 36 w 72"/>
              <a:gd name="T19" fmla="*/ 4 h 96"/>
              <a:gd name="T20" fmla="*/ 56 w 72"/>
              <a:gd name="T21" fmla="*/ 24 h 96"/>
              <a:gd name="T22" fmla="*/ 56 w 72"/>
              <a:gd name="T23" fmla="*/ 36 h 96"/>
              <a:gd name="T24" fmla="*/ 0 w 72"/>
              <a:gd name="T25" fmla="*/ 36 h 96"/>
              <a:gd name="T26" fmla="*/ 32 w 72"/>
              <a:gd name="T27" fmla="*/ 60 h 96"/>
              <a:gd name="T28" fmla="*/ 36 w 72"/>
              <a:gd name="T29" fmla="*/ 56 h 96"/>
              <a:gd name="T30" fmla="*/ 40 w 72"/>
              <a:gd name="T31" fmla="*/ 60 h 96"/>
              <a:gd name="T32" fmla="*/ 38 w 72"/>
              <a:gd name="T33" fmla="*/ 63 h 96"/>
              <a:gd name="T34" fmla="*/ 38 w 72"/>
              <a:gd name="T35" fmla="*/ 74 h 96"/>
              <a:gd name="T36" fmla="*/ 36 w 72"/>
              <a:gd name="T37" fmla="*/ 76 h 96"/>
              <a:gd name="T38" fmla="*/ 34 w 72"/>
              <a:gd name="T39" fmla="*/ 74 h 96"/>
              <a:gd name="T40" fmla="*/ 34 w 72"/>
              <a:gd name="T41" fmla="*/ 63 h 96"/>
              <a:gd name="T42" fmla="*/ 32 w 72"/>
              <a:gd name="T43" fmla="*/ 6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 h="96">
                <a:moveTo>
                  <a:pt x="0" y="36"/>
                </a:moveTo>
                <a:cubicBezTo>
                  <a:pt x="0" y="96"/>
                  <a:pt x="0" y="96"/>
                  <a:pt x="0" y="96"/>
                </a:cubicBezTo>
                <a:cubicBezTo>
                  <a:pt x="72" y="96"/>
                  <a:pt x="72" y="96"/>
                  <a:pt x="72" y="96"/>
                </a:cubicBezTo>
                <a:cubicBezTo>
                  <a:pt x="72" y="36"/>
                  <a:pt x="72" y="36"/>
                  <a:pt x="72" y="36"/>
                </a:cubicBezTo>
                <a:cubicBezTo>
                  <a:pt x="60" y="36"/>
                  <a:pt x="60" y="36"/>
                  <a:pt x="60" y="36"/>
                </a:cubicBezTo>
                <a:cubicBezTo>
                  <a:pt x="60" y="24"/>
                  <a:pt x="60" y="24"/>
                  <a:pt x="60" y="24"/>
                </a:cubicBezTo>
                <a:cubicBezTo>
                  <a:pt x="60" y="11"/>
                  <a:pt x="49" y="0"/>
                  <a:pt x="36" y="0"/>
                </a:cubicBezTo>
                <a:cubicBezTo>
                  <a:pt x="23" y="0"/>
                  <a:pt x="12" y="11"/>
                  <a:pt x="12" y="24"/>
                </a:cubicBezTo>
                <a:cubicBezTo>
                  <a:pt x="16" y="24"/>
                  <a:pt x="16" y="24"/>
                  <a:pt x="16" y="24"/>
                </a:cubicBezTo>
                <a:cubicBezTo>
                  <a:pt x="16" y="13"/>
                  <a:pt x="25" y="4"/>
                  <a:pt x="36" y="4"/>
                </a:cubicBezTo>
                <a:cubicBezTo>
                  <a:pt x="47" y="4"/>
                  <a:pt x="56" y="13"/>
                  <a:pt x="56" y="24"/>
                </a:cubicBezTo>
                <a:cubicBezTo>
                  <a:pt x="56" y="36"/>
                  <a:pt x="56" y="36"/>
                  <a:pt x="56" y="36"/>
                </a:cubicBezTo>
                <a:lnTo>
                  <a:pt x="0" y="36"/>
                </a:lnTo>
                <a:close/>
                <a:moveTo>
                  <a:pt x="32" y="60"/>
                </a:moveTo>
                <a:cubicBezTo>
                  <a:pt x="32" y="58"/>
                  <a:pt x="34" y="56"/>
                  <a:pt x="36" y="56"/>
                </a:cubicBezTo>
                <a:cubicBezTo>
                  <a:pt x="38" y="56"/>
                  <a:pt x="40" y="58"/>
                  <a:pt x="40" y="60"/>
                </a:cubicBezTo>
                <a:cubicBezTo>
                  <a:pt x="40" y="61"/>
                  <a:pt x="39" y="63"/>
                  <a:pt x="38" y="63"/>
                </a:cubicBezTo>
                <a:cubicBezTo>
                  <a:pt x="38" y="74"/>
                  <a:pt x="38" y="74"/>
                  <a:pt x="38" y="74"/>
                </a:cubicBezTo>
                <a:cubicBezTo>
                  <a:pt x="38" y="75"/>
                  <a:pt x="37" y="76"/>
                  <a:pt x="36" y="76"/>
                </a:cubicBezTo>
                <a:cubicBezTo>
                  <a:pt x="35" y="76"/>
                  <a:pt x="34" y="75"/>
                  <a:pt x="34" y="74"/>
                </a:cubicBezTo>
                <a:cubicBezTo>
                  <a:pt x="34" y="63"/>
                  <a:pt x="34" y="63"/>
                  <a:pt x="34" y="63"/>
                </a:cubicBezTo>
                <a:cubicBezTo>
                  <a:pt x="33" y="63"/>
                  <a:pt x="32" y="61"/>
                  <a:pt x="32" y="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85920698"/>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46" name="TextBox 45">
            <a:extLst>
              <a:ext uri="{FF2B5EF4-FFF2-40B4-BE49-F238E27FC236}">
                <a16:creationId xmlns:a16="http://schemas.microsoft.com/office/drawing/2014/main" id="{96181093-D069-46E3-8EFA-D4EF1E61AB7F}"/>
              </a:ext>
            </a:extLst>
          </p:cNvPr>
          <p:cNvSpPr txBox="1"/>
          <p:nvPr/>
        </p:nvSpPr>
        <p:spPr>
          <a:xfrm>
            <a:off x="690563" y="314325"/>
            <a:ext cx="10808351" cy="677108"/>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a:noFill/>
                </a:ln>
                <a:solidFill>
                  <a:srgbClr val="000000"/>
                </a:solidFill>
                <a:effectLst/>
                <a:uLnTx/>
                <a:uFillTx/>
                <a:latin typeface="Segoe UI"/>
                <a:ea typeface="+mn-ea"/>
                <a:cs typeface="+mn-cs"/>
              </a:rPr>
              <a:t>CSR ANALYSIS</a:t>
            </a:r>
          </a:p>
        </p:txBody>
      </p:sp>
      <p:cxnSp>
        <p:nvCxnSpPr>
          <p:cNvPr id="38" name="Straight Connector 37">
            <a:extLst>
              <a:ext uri="{FF2B5EF4-FFF2-40B4-BE49-F238E27FC236}">
                <a16:creationId xmlns:a16="http://schemas.microsoft.com/office/drawing/2014/main" id="{163E2F68-FAAD-4B9C-AA3E-5D2EEC51B29B}"/>
              </a:ext>
            </a:extLst>
          </p:cNvPr>
          <p:cNvCxnSpPr>
            <a:cxnSpLocks/>
            <a:stCxn id="26" idx="3"/>
          </p:cNvCxnSpPr>
          <p:nvPr/>
        </p:nvCxnSpPr>
        <p:spPr>
          <a:xfrm>
            <a:off x="10952245" y="4170295"/>
            <a:ext cx="1239754" cy="1"/>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60862BA-9008-433E-B10B-B6FD8FAA5D54}"/>
              </a:ext>
            </a:extLst>
          </p:cNvPr>
          <p:cNvCxnSpPr>
            <a:cxnSpLocks/>
          </p:cNvCxnSpPr>
          <p:nvPr/>
        </p:nvCxnSpPr>
        <p:spPr>
          <a:xfrm>
            <a:off x="0" y="2428969"/>
            <a:ext cx="759475"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Right Triangle 1">
            <a:extLst>
              <a:ext uri="{FF2B5EF4-FFF2-40B4-BE49-F238E27FC236}">
                <a16:creationId xmlns:a16="http://schemas.microsoft.com/office/drawing/2014/main" id="{5412B7D6-9400-4B66-8814-DCF81BEB0C5A}"/>
              </a:ext>
            </a:extLst>
          </p:cNvPr>
          <p:cNvSpPr/>
          <p:nvPr/>
        </p:nvSpPr>
        <p:spPr>
          <a:xfrm rot="5400000" flipH="1">
            <a:off x="0" y="5372100"/>
            <a:ext cx="1485900" cy="1485900"/>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3" name="Rectangle 2">
            <a:extLst>
              <a:ext uri="{FF2B5EF4-FFF2-40B4-BE49-F238E27FC236}">
                <a16:creationId xmlns:a16="http://schemas.microsoft.com/office/drawing/2014/main" id="{64ABBA9B-1329-47B1-9E6B-E01B6F3823E7}"/>
              </a:ext>
            </a:extLst>
          </p:cNvPr>
          <p:cNvSpPr/>
          <p:nvPr/>
        </p:nvSpPr>
        <p:spPr>
          <a:xfrm>
            <a:off x="10058400" y="97712"/>
            <a:ext cx="2133600" cy="177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6" name="Date Placeholder 5">
            <a:extLst>
              <a:ext uri="{FF2B5EF4-FFF2-40B4-BE49-F238E27FC236}">
                <a16:creationId xmlns:a16="http://schemas.microsoft.com/office/drawing/2014/main" id="{80E38B08-802D-4164-A9F1-6C44A3B3280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C123CF5-7D66-4CD0-9E7B-9C396B7C8ADE}" type="datetime1">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7" name="Slide Number Placeholder 6">
            <a:extLst>
              <a:ext uri="{FF2B5EF4-FFF2-40B4-BE49-F238E27FC236}">
                <a16:creationId xmlns:a16="http://schemas.microsoft.com/office/drawing/2014/main" id="{62E62710-286F-4B00-9BF4-C4E48604ED0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104C915-17D6-486A-86EC-048CBE10C825}" type="slidenum">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grpSp>
        <p:nvGrpSpPr>
          <p:cNvPr id="27" name="Group 26">
            <a:extLst>
              <a:ext uri="{FF2B5EF4-FFF2-40B4-BE49-F238E27FC236}">
                <a16:creationId xmlns:a16="http://schemas.microsoft.com/office/drawing/2014/main" id="{C7171E0C-EBCD-4BB1-A2A8-1C1909E0E15B}"/>
              </a:ext>
            </a:extLst>
          </p:cNvPr>
          <p:cNvGrpSpPr/>
          <p:nvPr/>
        </p:nvGrpSpPr>
        <p:grpSpPr>
          <a:xfrm>
            <a:off x="1239756" y="3271327"/>
            <a:ext cx="4699275" cy="1797939"/>
            <a:chOff x="1120610" y="3271327"/>
            <a:chExt cx="4699275" cy="1797939"/>
          </a:xfrm>
        </p:grpSpPr>
        <p:sp>
          <p:nvSpPr>
            <p:cNvPr id="25" name="Rectangle 24">
              <a:extLst>
                <a:ext uri="{FF2B5EF4-FFF2-40B4-BE49-F238E27FC236}">
                  <a16:creationId xmlns:a16="http://schemas.microsoft.com/office/drawing/2014/main" id="{9C5D970D-C2DA-45F7-91DD-97A5E204899A}"/>
                </a:ext>
              </a:extLst>
            </p:cNvPr>
            <p:cNvSpPr/>
            <p:nvPr/>
          </p:nvSpPr>
          <p:spPr>
            <a:xfrm>
              <a:off x="1120610" y="3427346"/>
              <a:ext cx="3924300" cy="14859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9" name="Hexagon 8">
              <a:extLst>
                <a:ext uri="{FF2B5EF4-FFF2-40B4-BE49-F238E27FC236}">
                  <a16:creationId xmlns:a16="http://schemas.microsoft.com/office/drawing/2014/main" id="{C284BAC7-3F58-4AB3-82DB-EF4A8638B49D}"/>
                </a:ext>
              </a:extLst>
            </p:cNvPr>
            <p:cNvSpPr/>
            <p:nvPr/>
          </p:nvSpPr>
          <p:spPr>
            <a:xfrm rot="5400000">
              <a:off x="4145942" y="3395323"/>
              <a:ext cx="1797939" cy="1549947"/>
            </a:xfrm>
            <a:prstGeom prst="hexagon">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9" name="TextBox 18">
              <a:extLst>
                <a:ext uri="{FF2B5EF4-FFF2-40B4-BE49-F238E27FC236}">
                  <a16:creationId xmlns:a16="http://schemas.microsoft.com/office/drawing/2014/main" id="{8EDBC07A-EA98-4A2F-A57B-BA484D4DDF83}"/>
                </a:ext>
              </a:extLst>
            </p:cNvPr>
            <p:cNvSpPr txBox="1"/>
            <p:nvPr/>
          </p:nvSpPr>
          <p:spPr>
            <a:xfrm>
              <a:off x="4354348" y="4047185"/>
              <a:ext cx="1381125" cy="246221"/>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75000"/>
                      <a:lumOff val="25000"/>
                    </a:srgbClr>
                  </a:solidFill>
                  <a:effectLst/>
                  <a:uLnTx/>
                  <a:uFillTx/>
                  <a:latin typeface="Calibri Light"/>
                  <a:ea typeface="+mn-ea"/>
                  <a:cs typeface="+mn-cs"/>
                </a:rPr>
                <a:t>MISSION</a:t>
              </a:r>
            </a:p>
          </p:txBody>
        </p:sp>
      </p:grpSp>
      <p:grpSp>
        <p:nvGrpSpPr>
          <p:cNvPr id="29" name="Group 28">
            <a:extLst>
              <a:ext uri="{FF2B5EF4-FFF2-40B4-BE49-F238E27FC236}">
                <a16:creationId xmlns:a16="http://schemas.microsoft.com/office/drawing/2014/main" id="{83439C61-B24B-4F94-AC83-75EFFAF0968C}"/>
              </a:ext>
            </a:extLst>
          </p:cNvPr>
          <p:cNvGrpSpPr/>
          <p:nvPr/>
        </p:nvGrpSpPr>
        <p:grpSpPr>
          <a:xfrm>
            <a:off x="6252973" y="3271327"/>
            <a:ext cx="4699272" cy="1797939"/>
            <a:chOff x="6133827" y="2982038"/>
            <a:chExt cx="4699272" cy="1797939"/>
          </a:xfrm>
        </p:grpSpPr>
        <p:sp>
          <p:nvSpPr>
            <p:cNvPr id="26" name="Rectangle 25">
              <a:extLst>
                <a:ext uri="{FF2B5EF4-FFF2-40B4-BE49-F238E27FC236}">
                  <a16:creationId xmlns:a16="http://schemas.microsoft.com/office/drawing/2014/main" id="{E6992184-68A9-4985-8AB1-B1A6FD66C121}"/>
                </a:ext>
              </a:extLst>
            </p:cNvPr>
            <p:cNvSpPr/>
            <p:nvPr/>
          </p:nvSpPr>
          <p:spPr>
            <a:xfrm>
              <a:off x="6908799" y="3138056"/>
              <a:ext cx="3924300" cy="1485900"/>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 name="Hexagon 9">
              <a:extLst>
                <a:ext uri="{FF2B5EF4-FFF2-40B4-BE49-F238E27FC236}">
                  <a16:creationId xmlns:a16="http://schemas.microsoft.com/office/drawing/2014/main" id="{44AEB6FC-837F-4506-87D5-329D7032D6B2}"/>
                </a:ext>
              </a:extLst>
            </p:cNvPr>
            <p:cNvSpPr/>
            <p:nvPr/>
          </p:nvSpPr>
          <p:spPr>
            <a:xfrm rot="5400000">
              <a:off x="6009831" y="3106034"/>
              <a:ext cx="1797939" cy="154994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20" name="TextBox 19">
              <a:extLst>
                <a:ext uri="{FF2B5EF4-FFF2-40B4-BE49-F238E27FC236}">
                  <a16:creationId xmlns:a16="http://schemas.microsoft.com/office/drawing/2014/main" id="{169E2545-C800-42F2-8883-1551D5867FD4}"/>
                </a:ext>
              </a:extLst>
            </p:cNvPr>
            <p:cNvSpPr txBox="1"/>
            <p:nvPr/>
          </p:nvSpPr>
          <p:spPr>
            <a:xfrm>
              <a:off x="6218237" y="3757896"/>
              <a:ext cx="1381125" cy="246221"/>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75000"/>
                      <a:lumOff val="25000"/>
                    </a:srgbClr>
                  </a:solidFill>
                  <a:effectLst/>
                  <a:uLnTx/>
                  <a:uFillTx/>
                  <a:latin typeface="Calibri Light"/>
                  <a:ea typeface="+mn-ea"/>
                  <a:cs typeface="+mn-cs"/>
                </a:rPr>
                <a:t>GOALS</a:t>
              </a:r>
            </a:p>
          </p:txBody>
        </p:sp>
      </p:grpSp>
      <p:grpSp>
        <p:nvGrpSpPr>
          <p:cNvPr id="23" name="Group 22">
            <a:extLst>
              <a:ext uri="{FF2B5EF4-FFF2-40B4-BE49-F238E27FC236}">
                <a16:creationId xmlns:a16="http://schemas.microsoft.com/office/drawing/2014/main" id="{4D558ABB-20CF-4D34-A76B-DE8D7E617DFE}"/>
              </a:ext>
            </a:extLst>
          </p:cNvPr>
          <p:cNvGrpSpPr/>
          <p:nvPr/>
        </p:nvGrpSpPr>
        <p:grpSpPr>
          <a:xfrm>
            <a:off x="759475" y="1530000"/>
            <a:ext cx="4699274" cy="1797939"/>
            <a:chOff x="1631076" y="1530000"/>
            <a:chExt cx="4699274" cy="1797939"/>
          </a:xfrm>
        </p:grpSpPr>
        <p:sp>
          <p:nvSpPr>
            <p:cNvPr id="24" name="Rectangle 23">
              <a:extLst>
                <a:ext uri="{FF2B5EF4-FFF2-40B4-BE49-F238E27FC236}">
                  <a16:creationId xmlns:a16="http://schemas.microsoft.com/office/drawing/2014/main" id="{C5960659-3872-4C3D-925F-8A285B96802C}"/>
                </a:ext>
              </a:extLst>
            </p:cNvPr>
            <p:cNvSpPr/>
            <p:nvPr/>
          </p:nvSpPr>
          <p:spPr>
            <a:xfrm>
              <a:off x="1631076" y="1686019"/>
              <a:ext cx="3924300" cy="1485900"/>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 name="Hexagon 7">
              <a:extLst>
                <a:ext uri="{FF2B5EF4-FFF2-40B4-BE49-F238E27FC236}">
                  <a16:creationId xmlns:a16="http://schemas.microsoft.com/office/drawing/2014/main" id="{14A31980-B7C1-4F5C-98A5-A737A70C0F1E}"/>
                </a:ext>
              </a:extLst>
            </p:cNvPr>
            <p:cNvSpPr/>
            <p:nvPr/>
          </p:nvSpPr>
          <p:spPr>
            <a:xfrm rot="5400000">
              <a:off x="4656407" y="1653996"/>
              <a:ext cx="1797939" cy="154994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8" name="TextBox 17">
              <a:extLst>
                <a:ext uri="{FF2B5EF4-FFF2-40B4-BE49-F238E27FC236}">
                  <a16:creationId xmlns:a16="http://schemas.microsoft.com/office/drawing/2014/main" id="{FFFCF660-37B8-45A0-9C79-E1A032B692ED}"/>
                </a:ext>
              </a:extLst>
            </p:cNvPr>
            <p:cNvSpPr txBox="1"/>
            <p:nvPr/>
          </p:nvSpPr>
          <p:spPr>
            <a:xfrm>
              <a:off x="4864814" y="2305858"/>
              <a:ext cx="1381125" cy="246221"/>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75000"/>
                      <a:lumOff val="25000"/>
                    </a:srgbClr>
                  </a:solidFill>
                  <a:effectLst/>
                  <a:uLnTx/>
                  <a:uFillTx/>
                  <a:latin typeface="Calibri Light"/>
                  <a:ea typeface="+mn-ea"/>
                  <a:cs typeface="+mn-cs"/>
                </a:rPr>
                <a:t>PURPOSE</a:t>
              </a:r>
            </a:p>
          </p:txBody>
        </p:sp>
      </p:grpSp>
      <p:grpSp>
        <p:nvGrpSpPr>
          <p:cNvPr id="28" name="Group 27">
            <a:extLst>
              <a:ext uri="{FF2B5EF4-FFF2-40B4-BE49-F238E27FC236}">
                <a16:creationId xmlns:a16="http://schemas.microsoft.com/office/drawing/2014/main" id="{30254475-4444-40C2-B388-DFE3D149C54D}"/>
              </a:ext>
            </a:extLst>
          </p:cNvPr>
          <p:cNvGrpSpPr/>
          <p:nvPr/>
        </p:nvGrpSpPr>
        <p:grpSpPr>
          <a:xfrm>
            <a:off x="6755120" y="1530000"/>
            <a:ext cx="4677405" cy="1797939"/>
            <a:chOff x="7070890" y="1220291"/>
            <a:chExt cx="4677405" cy="1797939"/>
          </a:xfrm>
        </p:grpSpPr>
        <p:sp>
          <p:nvSpPr>
            <p:cNvPr id="17" name="Rectangle 16">
              <a:extLst>
                <a:ext uri="{FF2B5EF4-FFF2-40B4-BE49-F238E27FC236}">
                  <a16:creationId xmlns:a16="http://schemas.microsoft.com/office/drawing/2014/main" id="{5C26F98C-E45D-45D9-9EDE-770CA5A7CC79}"/>
                </a:ext>
              </a:extLst>
            </p:cNvPr>
            <p:cNvSpPr/>
            <p:nvPr/>
          </p:nvSpPr>
          <p:spPr>
            <a:xfrm>
              <a:off x="7823995" y="1376310"/>
              <a:ext cx="3924300" cy="14859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4" name="Hexagon 13">
              <a:extLst>
                <a:ext uri="{FF2B5EF4-FFF2-40B4-BE49-F238E27FC236}">
                  <a16:creationId xmlns:a16="http://schemas.microsoft.com/office/drawing/2014/main" id="{5E915237-C0F2-4972-8B99-04DF521424D8}"/>
                </a:ext>
              </a:extLst>
            </p:cNvPr>
            <p:cNvSpPr/>
            <p:nvPr/>
          </p:nvSpPr>
          <p:spPr>
            <a:xfrm rot="5400000">
              <a:off x="6946894" y="1344287"/>
              <a:ext cx="1797939" cy="1549947"/>
            </a:xfrm>
            <a:prstGeom prst="hexagon">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21" name="TextBox 20">
              <a:extLst>
                <a:ext uri="{FF2B5EF4-FFF2-40B4-BE49-F238E27FC236}">
                  <a16:creationId xmlns:a16="http://schemas.microsoft.com/office/drawing/2014/main" id="{99836FC8-60DF-4BD2-B7DB-501ECB9AA790}"/>
                </a:ext>
              </a:extLst>
            </p:cNvPr>
            <p:cNvSpPr txBox="1"/>
            <p:nvPr/>
          </p:nvSpPr>
          <p:spPr>
            <a:xfrm>
              <a:off x="7155300" y="1996149"/>
              <a:ext cx="1381125" cy="246221"/>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75000"/>
                      <a:lumOff val="25000"/>
                    </a:srgbClr>
                  </a:solidFill>
                  <a:effectLst/>
                  <a:uLnTx/>
                  <a:uFillTx/>
                  <a:latin typeface="Calibri Light"/>
                  <a:ea typeface="+mn-ea"/>
                  <a:cs typeface="+mn-cs"/>
                </a:rPr>
                <a:t>VISION</a:t>
              </a:r>
            </a:p>
          </p:txBody>
        </p:sp>
      </p:grpSp>
      <p:sp>
        <p:nvSpPr>
          <p:cNvPr id="33" name="TextBox 32">
            <a:extLst>
              <a:ext uri="{FF2B5EF4-FFF2-40B4-BE49-F238E27FC236}">
                <a16:creationId xmlns:a16="http://schemas.microsoft.com/office/drawing/2014/main" id="{A577094A-3F01-4AA7-A62C-5314274A6423}"/>
              </a:ext>
            </a:extLst>
          </p:cNvPr>
          <p:cNvSpPr txBox="1"/>
          <p:nvPr/>
        </p:nvSpPr>
        <p:spPr>
          <a:xfrm>
            <a:off x="917755" y="2182747"/>
            <a:ext cx="2832767" cy="492443"/>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Calibri Light"/>
                <a:ea typeface="+mn-ea"/>
                <a:cs typeface="+mn-cs"/>
              </a:rPr>
              <a:t>We exist to empower people in emerging markets. </a:t>
            </a:r>
          </a:p>
        </p:txBody>
      </p:sp>
      <p:sp>
        <p:nvSpPr>
          <p:cNvPr id="34" name="TextBox 33">
            <a:extLst>
              <a:ext uri="{FF2B5EF4-FFF2-40B4-BE49-F238E27FC236}">
                <a16:creationId xmlns:a16="http://schemas.microsoft.com/office/drawing/2014/main" id="{AA5DFFE6-BE30-4FF5-8218-87BC2BB276A6}"/>
              </a:ext>
            </a:extLst>
          </p:cNvPr>
          <p:cNvSpPr txBox="1"/>
          <p:nvPr/>
        </p:nvSpPr>
        <p:spPr>
          <a:xfrm>
            <a:off x="1399346" y="3677852"/>
            <a:ext cx="2832767" cy="984885"/>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Calibri Light"/>
                <a:ea typeface="+mn-ea"/>
                <a:cs typeface="+mn-cs"/>
              </a:rPr>
              <a:t>We want to showcase our incredible and talented designers and build a better, fairer model of digital outsourcing. . </a:t>
            </a:r>
          </a:p>
        </p:txBody>
      </p:sp>
      <p:sp>
        <p:nvSpPr>
          <p:cNvPr id="35" name="TextBox 34">
            <a:extLst>
              <a:ext uri="{FF2B5EF4-FFF2-40B4-BE49-F238E27FC236}">
                <a16:creationId xmlns:a16="http://schemas.microsoft.com/office/drawing/2014/main" id="{3480DF5D-9A47-4A1D-943D-3BF984E75A48}"/>
              </a:ext>
            </a:extLst>
          </p:cNvPr>
          <p:cNvSpPr txBox="1"/>
          <p:nvPr/>
        </p:nvSpPr>
        <p:spPr>
          <a:xfrm>
            <a:off x="8441478" y="1813417"/>
            <a:ext cx="2832767" cy="1231106"/>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Calibri Light"/>
                <a:ea typeface="+mn-ea"/>
                <a:cs typeface="+mn-cs"/>
              </a:rPr>
              <a:t>We want to offer graphic design services at a revolutionary price value, while leading the way for socially conscious businesses in emerging markets.</a:t>
            </a:r>
          </a:p>
        </p:txBody>
      </p:sp>
      <p:sp>
        <p:nvSpPr>
          <p:cNvPr id="36" name="TextBox 35">
            <a:extLst>
              <a:ext uri="{FF2B5EF4-FFF2-40B4-BE49-F238E27FC236}">
                <a16:creationId xmlns:a16="http://schemas.microsoft.com/office/drawing/2014/main" id="{3DCF470A-B12D-4BF1-93E3-CC17AA0F3992}"/>
              </a:ext>
            </a:extLst>
          </p:cNvPr>
          <p:cNvSpPr txBox="1"/>
          <p:nvPr/>
        </p:nvSpPr>
        <p:spPr>
          <a:xfrm>
            <a:off x="7948257" y="3554741"/>
            <a:ext cx="2832767" cy="1231106"/>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Calibri Light"/>
                <a:ea typeface="+mn-ea"/>
                <a:cs typeface="+mn-cs"/>
              </a:rPr>
              <a:t>We wish to contribute to the UN 2030 agenda by supporting the Sustainable Development Goals (SDGs), mainly within education and employment opportunities.</a:t>
            </a:r>
          </a:p>
        </p:txBody>
      </p:sp>
      <p:cxnSp>
        <p:nvCxnSpPr>
          <p:cNvPr id="41" name="Straight Connector 40">
            <a:extLst>
              <a:ext uri="{FF2B5EF4-FFF2-40B4-BE49-F238E27FC236}">
                <a16:creationId xmlns:a16="http://schemas.microsoft.com/office/drawing/2014/main" id="{D19B0DBA-C95B-4473-832D-D2F875FEE512}"/>
              </a:ext>
            </a:extLst>
          </p:cNvPr>
          <p:cNvCxnSpPr>
            <a:cxnSpLocks/>
            <a:stCxn id="17" idx="3"/>
          </p:cNvCxnSpPr>
          <p:nvPr/>
        </p:nvCxnSpPr>
        <p:spPr>
          <a:xfrm>
            <a:off x="11432525" y="2428969"/>
            <a:ext cx="759475"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44C9C0B-067D-4F3A-9315-805779B7F0DB}"/>
              </a:ext>
            </a:extLst>
          </p:cNvPr>
          <p:cNvCxnSpPr>
            <a:cxnSpLocks/>
            <a:endCxn id="25" idx="1"/>
          </p:cNvCxnSpPr>
          <p:nvPr/>
        </p:nvCxnSpPr>
        <p:spPr>
          <a:xfrm>
            <a:off x="0" y="4170295"/>
            <a:ext cx="1239756" cy="1"/>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EB3635F8-95F5-4F44-B9C4-1CDDE37A987A}"/>
              </a:ext>
            </a:extLst>
          </p:cNvPr>
          <p:cNvSpPr txBox="1"/>
          <p:nvPr/>
        </p:nvSpPr>
        <p:spPr>
          <a:xfrm>
            <a:off x="1143000" y="5411413"/>
            <a:ext cx="9906000" cy="98488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lumMod val="75000"/>
                    <a:lumOff val="25000"/>
                  </a:srgbClr>
                </a:solidFill>
                <a:effectLst/>
                <a:uLnTx/>
                <a:uFillTx/>
                <a:latin typeface="Calibri Light"/>
                <a:ea typeface="+mn-ea"/>
                <a:cs typeface="+mn-cs"/>
              </a:rPr>
              <a:t>Behind every slide is a team of talented and passionate people. We know that our success is directly related to our colleagues’ hard work and integrity. And we believe that every person has something unique to bring to the world - you just need to be given the chance. At </a:t>
            </a:r>
            <a:r>
              <a:rPr kumimoji="0" lang="en-US" sz="1600" b="1" i="0" u="none" strike="noStrike" kern="1200" cap="none" spc="0" normalizeH="0" baseline="0" noProof="0">
                <a:ln>
                  <a:noFill/>
                </a:ln>
                <a:solidFill>
                  <a:srgbClr val="000000">
                    <a:lumMod val="75000"/>
                    <a:lumOff val="25000"/>
                  </a:srgbClr>
                </a:solidFill>
                <a:effectLst/>
                <a:uLnTx/>
                <a:uFillTx/>
                <a:latin typeface="Calibri Light"/>
                <a:ea typeface="+mn-ea"/>
                <a:cs typeface="+mn-cs"/>
              </a:rPr>
              <a:t>24Slides</a:t>
            </a:r>
            <a:r>
              <a:rPr kumimoji="0" lang="en-US" sz="1600" b="0" i="0" u="none" strike="noStrike" kern="1200" cap="none" spc="0" normalizeH="0" baseline="0" noProof="0">
                <a:ln>
                  <a:noFill/>
                </a:ln>
                <a:solidFill>
                  <a:srgbClr val="000000">
                    <a:lumMod val="75000"/>
                    <a:lumOff val="25000"/>
                  </a:srgbClr>
                </a:solidFill>
                <a:effectLst/>
                <a:uLnTx/>
                <a:uFillTx/>
                <a:latin typeface="Calibri Light"/>
                <a:ea typeface="+mn-ea"/>
                <a:cs typeface="+mn-cs"/>
              </a:rPr>
              <a:t>, we believe that our purpose is to create opportunities and empower people in emerging markets</a:t>
            </a:r>
          </a:p>
        </p:txBody>
      </p:sp>
    </p:spTree>
    <p:extLst>
      <p:ext uri="{BB962C8B-B14F-4D97-AF65-F5344CB8AC3E}">
        <p14:creationId xmlns:p14="http://schemas.microsoft.com/office/powerpoint/2010/main" val="426777479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2" name="Right Triangle 1">
            <a:extLst>
              <a:ext uri="{FF2B5EF4-FFF2-40B4-BE49-F238E27FC236}">
                <a16:creationId xmlns:a16="http://schemas.microsoft.com/office/drawing/2014/main" id="{5412B7D6-9400-4B66-8814-DCF81BEB0C5A}"/>
              </a:ext>
            </a:extLst>
          </p:cNvPr>
          <p:cNvSpPr/>
          <p:nvPr/>
        </p:nvSpPr>
        <p:spPr>
          <a:xfrm rot="5400000" flipH="1">
            <a:off x="0" y="5372100"/>
            <a:ext cx="1485900" cy="1485900"/>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3" name="Rectangle 2">
            <a:extLst>
              <a:ext uri="{FF2B5EF4-FFF2-40B4-BE49-F238E27FC236}">
                <a16:creationId xmlns:a16="http://schemas.microsoft.com/office/drawing/2014/main" id="{64ABBA9B-1329-47B1-9E6B-E01B6F3823E7}"/>
              </a:ext>
            </a:extLst>
          </p:cNvPr>
          <p:cNvSpPr/>
          <p:nvPr/>
        </p:nvSpPr>
        <p:spPr>
          <a:xfrm>
            <a:off x="10058400" y="97712"/>
            <a:ext cx="2133600" cy="177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6" name="Date Placeholder 5">
            <a:extLst>
              <a:ext uri="{FF2B5EF4-FFF2-40B4-BE49-F238E27FC236}">
                <a16:creationId xmlns:a16="http://schemas.microsoft.com/office/drawing/2014/main" id="{80E38B08-802D-4164-A9F1-6C44A3B3280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C123CF5-7D66-4CD0-9E7B-9C396B7C8ADE}" type="datetime1">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7" name="Slide Number Placeholder 6">
            <a:extLst>
              <a:ext uri="{FF2B5EF4-FFF2-40B4-BE49-F238E27FC236}">
                <a16:creationId xmlns:a16="http://schemas.microsoft.com/office/drawing/2014/main" id="{62E62710-286F-4B00-9BF4-C4E48604ED0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104C915-17D6-486A-86EC-048CBE10C825}" type="slidenum">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grpSp>
        <p:nvGrpSpPr>
          <p:cNvPr id="9" name="Group 8">
            <a:extLst>
              <a:ext uri="{FF2B5EF4-FFF2-40B4-BE49-F238E27FC236}">
                <a16:creationId xmlns:a16="http://schemas.microsoft.com/office/drawing/2014/main" id="{305280FB-1D32-45C3-B02C-88350595D191}"/>
              </a:ext>
            </a:extLst>
          </p:cNvPr>
          <p:cNvGrpSpPr/>
          <p:nvPr/>
        </p:nvGrpSpPr>
        <p:grpSpPr>
          <a:xfrm>
            <a:off x="7469384" y="2272309"/>
            <a:ext cx="3426157" cy="695310"/>
            <a:chOff x="7469384" y="2329188"/>
            <a:chExt cx="3426157" cy="695310"/>
          </a:xfrm>
        </p:grpSpPr>
        <p:sp>
          <p:nvSpPr>
            <p:cNvPr id="49" name="TextBox 48">
              <a:extLst>
                <a:ext uri="{FF2B5EF4-FFF2-40B4-BE49-F238E27FC236}">
                  <a16:creationId xmlns:a16="http://schemas.microsoft.com/office/drawing/2014/main" id="{4252D862-413C-4F62-8F46-12A77EC293FB}"/>
                </a:ext>
              </a:extLst>
            </p:cNvPr>
            <p:cNvSpPr txBox="1"/>
            <p:nvPr/>
          </p:nvSpPr>
          <p:spPr>
            <a:xfrm>
              <a:off x="7469384" y="2593611"/>
              <a:ext cx="3426157" cy="430887"/>
            </a:xfrm>
            <a:prstGeom prst="rect">
              <a:avLst/>
            </a:prstGeom>
            <a:noFill/>
            <a:ln w="6350">
              <a:noFill/>
              <a:prstDash val="dash"/>
            </a:ln>
          </p:spPr>
          <p:txBody>
            <a:bodyPr wrap="square" lIns="0" tIns="0" rIns="0" bIns="0" rtlCol="0">
              <a:spAutoFit/>
            </a:bodyPr>
            <a:lstStyle>
              <a:defPPr>
                <a:defRPr lang="en-US"/>
              </a:defPPr>
              <a:lvl1pPr algn="just">
                <a:defRPr sz="1400"/>
              </a:lvl1p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Light"/>
                  <a:ea typeface="+mn-ea"/>
                  <a:cs typeface="+mn-cs"/>
                </a:rPr>
                <a:t>Together we walked, ran, and biked the equivalent of 46.5 American football fields. </a:t>
              </a:r>
            </a:p>
          </p:txBody>
        </p:sp>
        <p:sp>
          <p:nvSpPr>
            <p:cNvPr id="53" name="TextBox 52">
              <a:extLst>
                <a:ext uri="{FF2B5EF4-FFF2-40B4-BE49-F238E27FC236}">
                  <a16:creationId xmlns:a16="http://schemas.microsoft.com/office/drawing/2014/main" id="{CA20B307-1425-4515-94BE-1DC3367D9B55}"/>
                </a:ext>
              </a:extLst>
            </p:cNvPr>
            <p:cNvSpPr txBox="1"/>
            <p:nvPr/>
          </p:nvSpPr>
          <p:spPr>
            <a:xfrm>
              <a:off x="7469385" y="2329188"/>
              <a:ext cx="3426156" cy="246221"/>
            </a:xfrm>
            <a:prstGeom prst="rect">
              <a:avLst/>
            </a:prstGeom>
            <a:noFill/>
            <a:ln w="6350">
              <a:noFill/>
              <a:prstDash val="dash"/>
            </a:ln>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BBE0E3">
                      <a:lumMod val="50000"/>
                    </a:srgbClr>
                  </a:solidFill>
                  <a:effectLst/>
                  <a:uLnTx/>
                  <a:uFillTx/>
                  <a:latin typeface="Calibri Light"/>
                  <a:ea typeface="+mn-ea"/>
                  <a:cs typeface="+mn-cs"/>
                </a:rPr>
                <a:t>MORE THAN 4,260 KMS IN JUST A WEEK </a:t>
              </a:r>
            </a:p>
          </p:txBody>
        </p:sp>
      </p:grpSp>
      <p:graphicFrame>
        <p:nvGraphicFramePr>
          <p:cNvPr id="57" name="Chart 56">
            <a:extLst>
              <a:ext uri="{FF2B5EF4-FFF2-40B4-BE49-F238E27FC236}">
                <a16:creationId xmlns:a16="http://schemas.microsoft.com/office/drawing/2014/main" id="{F0F11D57-9BDA-4C03-8DC2-D33A21A1AC1F}"/>
              </a:ext>
            </a:extLst>
          </p:cNvPr>
          <p:cNvGraphicFramePr/>
          <p:nvPr/>
        </p:nvGraphicFramePr>
        <p:xfrm>
          <a:off x="5958441" y="2029630"/>
          <a:ext cx="1664752" cy="1388100"/>
        </p:xfrm>
        <a:graphic>
          <a:graphicData uri="http://schemas.openxmlformats.org/drawingml/2006/chart">
            <c:chart xmlns:c="http://schemas.openxmlformats.org/drawingml/2006/chart" xmlns:r="http://schemas.openxmlformats.org/officeDocument/2006/relationships" r:id="rId2"/>
          </a:graphicData>
        </a:graphic>
      </p:graphicFrame>
      <p:sp>
        <p:nvSpPr>
          <p:cNvPr id="61" name="Oval 60">
            <a:extLst>
              <a:ext uri="{FF2B5EF4-FFF2-40B4-BE49-F238E27FC236}">
                <a16:creationId xmlns:a16="http://schemas.microsoft.com/office/drawing/2014/main" id="{D5D6E24F-CD52-4DD9-B35D-2F3E42B1B203}"/>
              </a:ext>
            </a:extLst>
          </p:cNvPr>
          <p:cNvSpPr/>
          <p:nvPr/>
        </p:nvSpPr>
        <p:spPr>
          <a:xfrm>
            <a:off x="6360011" y="2292873"/>
            <a:ext cx="861613" cy="861614"/>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grpSp>
        <p:nvGrpSpPr>
          <p:cNvPr id="8" name="Group 7">
            <a:extLst>
              <a:ext uri="{FF2B5EF4-FFF2-40B4-BE49-F238E27FC236}">
                <a16:creationId xmlns:a16="http://schemas.microsoft.com/office/drawing/2014/main" id="{B0CA5C97-5276-4EE3-B2DD-4941858DF8D4}"/>
              </a:ext>
            </a:extLst>
          </p:cNvPr>
          <p:cNvGrpSpPr/>
          <p:nvPr/>
        </p:nvGrpSpPr>
        <p:grpSpPr>
          <a:xfrm>
            <a:off x="7469384" y="3674940"/>
            <a:ext cx="3426157" cy="919222"/>
            <a:chOff x="7469384" y="3731362"/>
            <a:chExt cx="3426157" cy="919222"/>
          </a:xfrm>
        </p:grpSpPr>
        <p:sp>
          <p:nvSpPr>
            <p:cNvPr id="77" name="TextBox 76">
              <a:extLst>
                <a:ext uri="{FF2B5EF4-FFF2-40B4-BE49-F238E27FC236}">
                  <a16:creationId xmlns:a16="http://schemas.microsoft.com/office/drawing/2014/main" id="{8C7CC528-67A6-44AD-A70E-9026ADB64B71}"/>
                </a:ext>
              </a:extLst>
            </p:cNvPr>
            <p:cNvSpPr txBox="1"/>
            <p:nvPr/>
          </p:nvSpPr>
          <p:spPr>
            <a:xfrm>
              <a:off x="7469384" y="4004253"/>
              <a:ext cx="3426157" cy="646331"/>
            </a:xfrm>
            <a:prstGeom prst="rect">
              <a:avLst/>
            </a:prstGeom>
            <a:noFill/>
            <a:ln w="6350">
              <a:noFill/>
              <a:prstDash val="dash"/>
            </a:ln>
          </p:spPr>
          <p:txBody>
            <a:bodyPr wrap="square" lIns="0" tIns="0" rIns="0" bIns="0" rtlCol="0">
              <a:spAutoFit/>
            </a:bodyPr>
            <a:lstStyle>
              <a:defPPr>
                <a:defRPr lang="en-US"/>
              </a:defPPr>
              <a:lvl1pPr algn="just">
                <a:defRPr sz="1400"/>
              </a:lvl1p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Light"/>
                  <a:ea typeface="+mn-ea"/>
                  <a:cs typeface="+mn-cs"/>
                </a:rPr>
                <a:t>Thanks to the effort of our team, we were able to secure emergency food packages for 112 girls and their families.</a:t>
              </a:r>
            </a:p>
          </p:txBody>
        </p:sp>
        <p:sp>
          <p:nvSpPr>
            <p:cNvPr id="78" name="TextBox 77">
              <a:extLst>
                <a:ext uri="{FF2B5EF4-FFF2-40B4-BE49-F238E27FC236}">
                  <a16:creationId xmlns:a16="http://schemas.microsoft.com/office/drawing/2014/main" id="{36227773-8030-484E-BF53-BDDACA671749}"/>
                </a:ext>
              </a:extLst>
            </p:cNvPr>
            <p:cNvSpPr txBox="1"/>
            <p:nvPr/>
          </p:nvSpPr>
          <p:spPr>
            <a:xfrm>
              <a:off x="7469385" y="3731362"/>
              <a:ext cx="3053964" cy="246221"/>
            </a:xfrm>
            <a:prstGeom prst="rect">
              <a:avLst/>
            </a:prstGeom>
            <a:noFill/>
            <a:ln w="6350">
              <a:noFill/>
              <a:prstDash val="dash"/>
            </a:ln>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B01B2E">
                      <a:lumMod val="40000"/>
                      <a:lumOff val="60000"/>
                    </a:srgbClr>
                  </a:solidFill>
                  <a:effectLst/>
                  <a:uLnTx/>
                  <a:uFillTx/>
                  <a:latin typeface="Calibri Light"/>
                  <a:ea typeface="+mn-ea"/>
                  <a:cs typeface="+mn-cs"/>
                </a:rPr>
                <a:t>GIVING BACK TO THE COMMUNITY</a:t>
              </a:r>
            </a:p>
          </p:txBody>
        </p:sp>
      </p:grpSp>
      <p:graphicFrame>
        <p:nvGraphicFramePr>
          <p:cNvPr id="79" name="Chart 78">
            <a:extLst>
              <a:ext uri="{FF2B5EF4-FFF2-40B4-BE49-F238E27FC236}">
                <a16:creationId xmlns:a16="http://schemas.microsoft.com/office/drawing/2014/main" id="{B4D63E8C-D462-411D-89C7-1190F7315373}"/>
              </a:ext>
            </a:extLst>
          </p:cNvPr>
          <p:cNvGraphicFramePr/>
          <p:nvPr/>
        </p:nvGraphicFramePr>
        <p:xfrm>
          <a:off x="5958441" y="3440272"/>
          <a:ext cx="1664752" cy="1388100"/>
        </p:xfrm>
        <a:graphic>
          <a:graphicData uri="http://schemas.openxmlformats.org/drawingml/2006/chart">
            <c:chart xmlns:c="http://schemas.openxmlformats.org/drawingml/2006/chart" xmlns:r="http://schemas.openxmlformats.org/officeDocument/2006/relationships" r:id="rId3"/>
          </a:graphicData>
        </a:graphic>
      </p:graphicFrame>
      <p:sp>
        <p:nvSpPr>
          <p:cNvPr id="80" name="Oval 79">
            <a:extLst>
              <a:ext uri="{FF2B5EF4-FFF2-40B4-BE49-F238E27FC236}">
                <a16:creationId xmlns:a16="http://schemas.microsoft.com/office/drawing/2014/main" id="{2C4D988A-58D7-44D2-8499-5D0849CFE20D}"/>
              </a:ext>
            </a:extLst>
          </p:cNvPr>
          <p:cNvSpPr/>
          <p:nvPr/>
        </p:nvSpPr>
        <p:spPr>
          <a:xfrm>
            <a:off x="6360011" y="3703515"/>
            <a:ext cx="861613" cy="861614"/>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grpSp>
        <p:nvGrpSpPr>
          <p:cNvPr id="5" name="Group 4">
            <a:extLst>
              <a:ext uri="{FF2B5EF4-FFF2-40B4-BE49-F238E27FC236}">
                <a16:creationId xmlns:a16="http://schemas.microsoft.com/office/drawing/2014/main" id="{E0C3EA78-0262-43CC-97FB-7233D055921D}"/>
              </a:ext>
            </a:extLst>
          </p:cNvPr>
          <p:cNvGrpSpPr/>
          <p:nvPr/>
        </p:nvGrpSpPr>
        <p:grpSpPr>
          <a:xfrm>
            <a:off x="7469384" y="5094053"/>
            <a:ext cx="5037248" cy="902051"/>
            <a:chOff x="7469384" y="5159172"/>
            <a:chExt cx="5037248" cy="902051"/>
          </a:xfrm>
        </p:grpSpPr>
        <p:sp>
          <p:nvSpPr>
            <p:cNvPr id="85" name="TextBox 84">
              <a:extLst>
                <a:ext uri="{FF2B5EF4-FFF2-40B4-BE49-F238E27FC236}">
                  <a16:creationId xmlns:a16="http://schemas.microsoft.com/office/drawing/2014/main" id="{37064592-F3AC-48D4-BAD5-2DB6EFE954F4}"/>
                </a:ext>
              </a:extLst>
            </p:cNvPr>
            <p:cNvSpPr txBox="1"/>
            <p:nvPr/>
          </p:nvSpPr>
          <p:spPr>
            <a:xfrm>
              <a:off x="7469384" y="5414892"/>
              <a:ext cx="3426157" cy="646331"/>
            </a:xfrm>
            <a:prstGeom prst="rect">
              <a:avLst/>
            </a:prstGeom>
            <a:noFill/>
            <a:ln w="6350">
              <a:noFill/>
              <a:prstDash val="dash"/>
            </a:ln>
          </p:spPr>
          <p:txBody>
            <a:bodyPr wrap="square" lIns="0" tIns="0" rIns="0" bIns="0" rtlCol="0">
              <a:spAutoFit/>
            </a:bodyPr>
            <a:lstStyle>
              <a:defPPr>
                <a:defRPr lang="en-US"/>
              </a:defPPr>
              <a:lvl1pPr algn="just">
                <a:defRPr sz="1400"/>
              </a:lvl1p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Light"/>
                  <a:ea typeface="+mn-ea"/>
                  <a:cs typeface="+mn-cs"/>
                </a:rPr>
                <a:t>86.7% affirmed they would join the challenge if we do it again. The rest said only if the timing is right. </a:t>
              </a:r>
            </a:p>
          </p:txBody>
        </p:sp>
        <p:sp>
          <p:nvSpPr>
            <p:cNvPr id="86" name="TextBox 85">
              <a:extLst>
                <a:ext uri="{FF2B5EF4-FFF2-40B4-BE49-F238E27FC236}">
                  <a16:creationId xmlns:a16="http://schemas.microsoft.com/office/drawing/2014/main" id="{8EFAF5A3-A7A4-4F8D-B073-F6087CA26D0A}"/>
                </a:ext>
              </a:extLst>
            </p:cNvPr>
            <p:cNvSpPr txBox="1"/>
            <p:nvPr/>
          </p:nvSpPr>
          <p:spPr>
            <a:xfrm>
              <a:off x="7469384" y="5159172"/>
              <a:ext cx="5037248" cy="246221"/>
            </a:xfrm>
            <a:prstGeom prst="rect">
              <a:avLst/>
            </a:prstGeom>
            <a:noFill/>
            <a:ln w="6350">
              <a:noFill/>
              <a:prstDash val="dash"/>
            </a:ln>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B01B2E">
                      <a:lumMod val="60000"/>
                      <a:lumOff val="40000"/>
                    </a:srgbClr>
                  </a:solidFill>
                  <a:effectLst/>
                  <a:uLnTx/>
                  <a:uFillTx/>
                  <a:latin typeface="Calibri Light"/>
                  <a:ea typeface="+mn-ea"/>
                  <a:cs typeface="+mn-cs"/>
                </a:rPr>
                <a:t>READY FOR MORE GLOBAL CHALLENGES</a:t>
              </a:r>
            </a:p>
          </p:txBody>
        </p:sp>
      </p:grpSp>
      <p:graphicFrame>
        <p:nvGraphicFramePr>
          <p:cNvPr id="87" name="Chart 86">
            <a:extLst>
              <a:ext uri="{FF2B5EF4-FFF2-40B4-BE49-F238E27FC236}">
                <a16:creationId xmlns:a16="http://schemas.microsoft.com/office/drawing/2014/main" id="{D5EF5671-A69B-4DCE-B744-04ED7E4078F5}"/>
              </a:ext>
            </a:extLst>
          </p:cNvPr>
          <p:cNvGraphicFramePr/>
          <p:nvPr/>
        </p:nvGraphicFramePr>
        <p:xfrm>
          <a:off x="5958441" y="4850911"/>
          <a:ext cx="1664752" cy="1388100"/>
        </p:xfrm>
        <a:graphic>
          <a:graphicData uri="http://schemas.openxmlformats.org/drawingml/2006/chart">
            <c:chart xmlns:c="http://schemas.openxmlformats.org/drawingml/2006/chart" xmlns:r="http://schemas.openxmlformats.org/officeDocument/2006/relationships" r:id="rId4"/>
          </a:graphicData>
        </a:graphic>
      </p:graphicFrame>
      <p:sp>
        <p:nvSpPr>
          <p:cNvPr id="88" name="Oval 87">
            <a:extLst>
              <a:ext uri="{FF2B5EF4-FFF2-40B4-BE49-F238E27FC236}">
                <a16:creationId xmlns:a16="http://schemas.microsoft.com/office/drawing/2014/main" id="{60AFEF6C-30F8-457A-86B2-EAC1746A7B4A}"/>
              </a:ext>
            </a:extLst>
          </p:cNvPr>
          <p:cNvSpPr/>
          <p:nvPr/>
        </p:nvSpPr>
        <p:spPr>
          <a:xfrm>
            <a:off x="6360011" y="5114154"/>
            <a:ext cx="861613" cy="861614"/>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9" name="TextBox 88">
            <a:extLst>
              <a:ext uri="{FF2B5EF4-FFF2-40B4-BE49-F238E27FC236}">
                <a16:creationId xmlns:a16="http://schemas.microsoft.com/office/drawing/2014/main" id="{0CD39130-9C5C-4315-BA86-FED6EFBADB1D}"/>
              </a:ext>
            </a:extLst>
          </p:cNvPr>
          <p:cNvSpPr txBox="1"/>
          <p:nvPr/>
        </p:nvSpPr>
        <p:spPr>
          <a:xfrm>
            <a:off x="6447409" y="5391072"/>
            <a:ext cx="686816" cy="307777"/>
          </a:xfrm>
          <a:prstGeom prst="rect">
            <a:avLst/>
          </a:prstGeom>
          <a:noFill/>
          <a:ln w="6350">
            <a:noFill/>
            <a:prstDash val="dash"/>
          </a:ln>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B01B2E">
                    <a:lumMod val="40000"/>
                    <a:lumOff val="60000"/>
                  </a:srgbClr>
                </a:solidFill>
                <a:effectLst/>
                <a:uLnTx/>
                <a:uFillTx/>
                <a:latin typeface="Calibri Light"/>
                <a:ea typeface="+mn-ea"/>
                <a:cs typeface="+mn-cs"/>
              </a:rPr>
              <a:t>86,7%</a:t>
            </a:r>
          </a:p>
        </p:txBody>
      </p:sp>
      <p:cxnSp>
        <p:nvCxnSpPr>
          <p:cNvPr id="94" name="Straight Connector 93">
            <a:extLst>
              <a:ext uri="{FF2B5EF4-FFF2-40B4-BE49-F238E27FC236}">
                <a16:creationId xmlns:a16="http://schemas.microsoft.com/office/drawing/2014/main" id="{35E1CFE7-506E-462C-9E03-A5C1CFA4953F}"/>
              </a:ext>
            </a:extLst>
          </p:cNvPr>
          <p:cNvCxnSpPr/>
          <p:nvPr/>
        </p:nvCxnSpPr>
        <p:spPr>
          <a:xfrm>
            <a:off x="6360011" y="3429001"/>
            <a:ext cx="4912459" cy="0"/>
          </a:xfrm>
          <a:prstGeom prst="line">
            <a:avLst/>
          </a:prstGeom>
          <a:ln>
            <a:solidFill>
              <a:schemeClr val="bg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20CD3299-E7BA-4828-991C-4669B8F22AC5}"/>
              </a:ext>
            </a:extLst>
          </p:cNvPr>
          <p:cNvCxnSpPr/>
          <p:nvPr/>
        </p:nvCxnSpPr>
        <p:spPr>
          <a:xfrm>
            <a:off x="6360011" y="4839642"/>
            <a:ext cx="4912459" cy="0"/>
          </a:xfrm>
          <a:prstGeom prst="line">
            <a:avLst/>
          </a:prstGeom>
          <a:ln>
            <a:solidFill>
              <a:schemeClr val="bg2">
                <a:lumMod val="60000"/>
                <a:lumOff val="40000"/>
              </a:schemeClr>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8FD6B2DF-814F-4D81-9049-E8ECD36D8FFE}"/>
              </a:ext>
            </a:extLst>
          </p:cNvPr>
          <p:cNvGrpSpPr/>
          <p:nvPr/>
        </p:nvGrpSpPr>
        <p:grpSpPr>
          <a:xfrm>
            <a:off x="7469384" y="867928"/>
            <a:ext cx="3426157" cy="701592"/>
            <a:chOff x="7469384" y="927014"/>
            <a:chExt cx="3426157" cy="701592"/>
          </a:xfrm>
        </p:grpSpPr>
        <p:sp>
          <p:nvSpPr>
            <p:cNvPr id="96" name="TextBox 95">
              <a:extLst>
                <a:ext uri="{FF2B5EF4-FFF2-40B4-BE49-F238E27FC236}">
                  <a16:creationId xmlns:a16="http://schemas.microsoft.com/office/drawing/2014/main" id="{F696692B-5A3B-4F08-8DD7-D2980E951EA7}"/>
                </a:ext>
              </a:extLst>
            </p:cNvPr>
            <p:cNvSpPr txBox="1"/>
            <p:nvPr/>
          </p:nvSpPr>
          <p:spPr>
            <a:xfrm>
              <a:off x="7469384" y="1197719"/>
              <a:ext cx="3426157" cy="430887"/>
            </a:xfrm>
            <a:prstGeom prst="rect">
              <a:avLst/>
            </a:prstGeom>
            <a:noFill/>
            <a:ln w="6350">
              <a:noFill/>
              <a:prstDash val="dash"/>
            </a:ln>
          </p:spPr>
          <p:txBody>
            <a:bodyPr wrap="square" lIns="0" tIns="0" rIns="0" bIns="0"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Light"/>
                  <a:ea typeface="+mn-ea"/>
                  <a:cs typeface="+mn-cs"/>
                </a:rPr>
                <a:t>57,8% of the participants rated this challenge as “10x awesome”</a:t>
              </a:r>
            </a:p>
          </p:txBody>
        </p:sp>
        <p:sp>
          <p:nvSpPr>
            <p:cNvPr id="97" name="TextBox 96">
              <a:extLst>
                <a:ext uri="{FF2B5EF4-FFF2-40B4-BE49-F238E27FC236}">
                  <a16:creationId xmlns:a16="http://schemas.microsoft.com/office/drawing/2014/main" id="{89553626-3F0B-42E2-ACDA-F8358EB51048}"/>
                </a:ext>
              </a:extLst>
            </p:cNvPr>
            <p:cNvSpPr txBox="1"/>
            <p:nvPr/>
          </p:nvSpPr>
          <p:spPr>
            <a:xfrm>
              <a:off x="7469384" y="927014"/>
              <a:ext cx="3047950" cy="246221"/>
            </a:xfrm>
            <a:prstGeom prst="rect">
              <a:avLst/>
            </a:prstGeom>
            <a:noFill/>
            <a:ln w="6350">
              <a:noFill/>
              <a:prstDash val="dash"/>
            </a:ln>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BBE0E3">
                      <a:lumMod val="90000"/>
                    </a:srgbClr>
                  </a:solidFill>
                  <a:effectLst/>
                  <a:uLnTx/>
                  <a:uFillTx/>
                  <a:latin typeface="Calibri Light"/>
                  <a:ea typeface="+mn-ea"/>
                  <a:cs typeface="+mn-cs"/>
                </a:rPr>
                <a:t>OUR TEAM HAD AN AWESOME TIME</a:t>
              </a:r>
            </a:p>
          </p:txBody>
        </p:sp>
      </p:grpSp>
      <p:graphicFrame>
        <p:nvGraphicFramePr>
          <p:cNvPr id="98" name="Chart 97">
            <a:extLst>
              <a:ext uri="{FF2B5EF4-FFF2-40B4-BE49-F238E27FC236}">
                <a16:creationId xmlns:a16="http://schemas.microsoft.com/office/drawing/2014/main" id="{DFE4BDAA-D55C-40C9-B4A7-5A0607F362C7}"/>
              </a:ext>
            </a:extLst>
          </p:cNvPr>
          <p:cNvGraphicFramePr/>
          <p:nvPr/>
        </p:nvGraphicFramePr>
        <p:xfrm>
          <a:off x="5958441" y="618989"/>
          <a:ext cx="1664752" cy="1388100"/>
        </p:xfrm>
        <a:graphic>
          <a:graphicData uri="http://schemas.openxmlformats.org/drawingml/2006/chart">
            <c:chart xmlns:c="http://schemas.openxmlformats.org/drawingml/2006/chart" xmlns:r="http://schemas.openxmlformats.org/officeDocument/2006/relationships" r:id="rId5"/>
          </a:graphicData>
        </a:graphic>
      </p:graphicFrame>
      <p:sp>
        <p:nvSpPr>
          <p:cNvPr id="99" name="Oval 98">
            <a:extLst>
              <a:ext uri="{FF2B5EF4-FFF2-40B4-BE49-F238E27FC236}">
                <a16:creationId xmlns:a16="http://schemas.microsoft.com/office/drawing/2014/main" id="{77D79D79-A039-4CEF-9DAC-8F54A3CCF24C}"/>
              </a:ext>
            </a:extLst>
          </p:cNvPr>
          <p:cNvSpPr/>
          <p:nvPr/>
        </p:nvSpPr>
        <p:spPr>
          <a:xfrm>
            <a:off x="6360011" y="882232"/>
            <a:ext cx="861613" cy="861614"/>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0" name="TextBox 99">
            <a:extLst>
              <a:ext uri="{FF2B5EF4-FFF2-40B4-BE49-F238E27FC236}">
                <a16:creationId xmlns:a16="http://schemas.microsoft.com/office/drawing/2014/main" id="{F525AE7A-A937-40CC-A189-368752956D2F}"/>
              </a:ext>
            </a:extLst>
          </p:cNvPr>
          <p:cNvSpPr txBox="1"/>
          <p:nvPr/>
        </p:nvSpPr>
        <p:spPr>
          <a:xfrm>
            <a:off x="6447409" y="1159151"/>
            <a:ext cx="686816" cy="307777"/>
          </a:xfrm>
          <a:prstGeom prst="rect">
            <a:avLst/>
          </a:prstGeom>
          <a:noFill/>
          <a:ln w="6350">
            <a:noFill/>
            <a:prstDash val="dash"/>
          </a:ln>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BBE0E3">
                    <a:lumMod val="90000"/>
                  </a:srgbClr>
                </a:solidFill>
                <a:effectLst/>
                <a:uLnTx/>
                <a:uFillTx/>
                <a:latin typeface="Calibri Light"/>
                <a:ea typeface="+mn-ea"/>
                <a:cs typeface="+mn-cs"/>
              </a:rPr>
              <a:t>57,8%</a:t>
            </a:r>
          </a:p>
        </p:txBody>
      </p:sp>
      <p:cxnSp>
        <p:nvCxnSpPr>
          <p:cNvPr id="111" name="Straight Connector 110">
            <a:extLst>
              <a:ext uri="{FF2B5EF4-FFF2-40B4-BE49-F238E27FC236}">
                <a16:creationId xmlns:a16="http://schemas.microsoft.com/office/drawing/2014/main" id="{7189A94C-8699-4CA0-A2B5-4377566E2EF8}"/>
              </a:ext>
            </a:extLst>
          </p:cNvPr>
          <p:cNvCxnSpPr/>
          <p:nvPr/>
        </p:nvCxnSpPr>
        <p:spPr>
          <a:xfrm>
            <a:off x="6360011" y="2018360"/>
            <a:ext cx="4912459" cy="0"/>
          </a:xfrm>
          <a:prstGeom prst="line">
            <a:avLst/>
          </a:prstGeom>
          <a:ln>
            <a:solidFill>
              <a:schemeClr val="bg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D575CD53-6108-481A-A31F-305A2B59F755}"/>
              </a:ext>
            </a:extLst>
          </p:cNvPr>
          <p:cNvSpPr txBox="1"/>
          <p:nvPr/>
        </p:nvSpPr>
        <p:spPr>
          <a:xfrm>
            <a:off x="779478" y="3366141"/>
            <a:ext cx="4931202" cy="492443"/>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000000"/>
                </a:solidFill>
                <a:effectLst/>
                <a:uLnTx/>
                <a:uFillTx/>
                <a:latin typeface="Segoe UI"/>
                <a:ea typeface="+mn-ea"/>
                <a:cs typeface="+mn-cs"/>
              </a:rPr>
              <a:t>CSR ACTIVITIES IN DETAIL</a:t>
            </a:r>
          </a:p>
        </p:txBody>
      </p:sp>
      <p:sp>
        <p:nvSpPr>
          <p:cNvPr id="11" name="Rectangle 10">
            <a:extLst>
              <a:ext uri="{FF2B5EF4-FFF2-40B4-BE49-F238E27FC236}">
                <a16:creationId xmlns:a16="http://schemas.microsoft.com/office/drawing/2014/main" id="{177EB124-CE7C-4645-B84D-B125C8F3F54C}"/>
              </a:ext>
            </a:extLst>
          </p:cNvPr>
          <p:cNvSpPr/>
          <p:nvPr/>
        </p:nvSpPr>
        <p:spPr>
          <a:xfrm>
            <a:off x="779478" y="3984846"/>
            <a:ext cx="4912459" cy="1723549"/>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Light"/>
                <a:ea typeface="+mn-ea"/>
                <a:cs typeface="+mn-cs"/>
              </a:rPr>
              <a:t>To combine our passion for giving back and a social activity, we did a week-long </a:t>
            </a:r>
            <a:r>
              <a:rPr kumimoji="0" lang="en-US" sz="1600" b="1" i="0" u="none" strike="noStrike" kern="1200" cap="none" spc="0" normalizeH="0" baseline="0" noProof="0">
                <a:ln>
                  <a:noFill/>
                </a:ln>
                <a:solidFill>
                  <a:srgbClr val="000000"/>
                </a:solidFill>
                <a:effectLst/>
                <a:uLnTx/>
                <a:uFillTx/>
                <a:latin typeface="Calibri Light"/>
                <a:ea typeface="+mn-ea"/>
                <a:cs typeface="+mn-cs"/>
              </a:rPr>
              <a:t>global challenge </a:t>
            </a:r>
            <a:r>
              <a:rPr kumimoji="0" lang="en-US" sz="1600" b="0" i="0" u="none" strike="noStrike" kern="1200" cap="none" spc="0" normalizeH="0" baseline="0" noProof="0">
                <a:ln>
                  <a:noFill/>
                </a:ln>
                <a:solidFill>
                  <a:srgbClr val="000000"/>
                </a:solidFill>
                <a:effectLst/>
                <a:uLnTx/>
                <a:uFillTx/>
                <a:latin typeface="Calibri Light"/>
                <a:ea typeface="+mn-ea"/>
                <a:cs typeface="+mn-cs"/>
              </a:rPr>
              <a:t>in September. We encouraged our colleagues to get together (virtually) and complete 60kms in just 7 days. And for every employee who joined the challenge, 24Slides would donate emergency food packages to a primary school for impoverished girls in Peru.</a:t>
            </a:r>
          </a:p>
        </p:txBody>
      </p:sp>
      <p:grpSp>
        <p:nvGrpSpPr>
          <p:cNvPr id="12" name="Group 11">
            <a:extLst>
              <a:ext uri="{FF2B5EF4-FFF2-40B4-BE49-F238E27FC236}">
                <a16:creationId xmlns:a16="http://schemas.microsoft.com/office/drawing/2014/main" id="{575326F3-7210-4070-8501-BDFE478314E2}"/>
              </a:ext>
            </a:extLst>
          </p:cNvPr>
          <p:cNvGrpSpPr/>
          <p:nvPr/>
        </p:nvGrpSpPr>
        <p:grpSpPr>
          <a:xfrm>
            <a:off x="779478" y="1149606"/>
            <a:ext cx="2886583" cy="2151828"/>
            <a:chOff x="694817" y="1114149"/>
            <a:chExt cx="2886583" cy="2151828"/>
          </a:xfrm>
        </p:grpSpPr>
        <p:pic>
          <p:nvPicPr>
            <p:cNvPr id="121" name="Picture 120">
              <a:extLst>
                <a:ext uri="{FF2B5EF4-FFF2-40B4-BE49-F238E27FC236}">
                  <a16:creationId xmlns:a16="http://schemas.microsoft.com/office/drawing/2014/main" id="{B535FBE3-3CEA-48E1-9A73-21021F8C8D4A}"/>
                </a:ext>
              </a:extLst>
            </p:cNvPr>
            <p:cNvPicPr>
              <a:picLocks noChangeAspect="1"/>
            </p:cNvPicPr>
            <p:nvPr/>
          </p:nvPicPr>
          <p:blipFill>
            <a:blip r:embed="rId6" cstate="screen">
              <a:extLst>
                <a:ext uri="{28A0092B-C50C-407E-A947-70E740481C1C}">
                  <a14:useLocalDpi xmlns:a14="http://schemas.microsoft.com/office/drawing/2010/main"/>
                </a:ext>
              </a:extLst>
            </a:blip>
            <a:srcRect l="11189" t="2494" r="38510" b="4521"/>
            <a:stretch>
              <a:fillRect/>
            </a:stretch>
          </p:blipFill>
          <p:spPr>
            <a:xfrm>
              <a:off x="694817" y="1114149"/>
              <a:ext cx="1991395" cy="1991395"/>
            </a:xfrm>
            <a:custGeom>
              <a:avLst/>
              <a:gdLst>
                <a:gd name="connsiteX0" fmla="*/ 2165350 w 4330700"/>
                <a:gd name="connsiteY0" fmla="*/ 0 h 4330700"/>
                <a:gd name="connsiteX1" fmla="*/ 4330700 w 4330700"/>
                <a:gd name="connsiteY1" fmla="*/ 2165350 h 4330700"/>
                <a:gd name="connsiteX2" fmla="*/ 2165350 w 4330700"/>
                <a:gd name="connsiteY2" fmla="*/ 4330700 h 4330700"/>
                <a:gd name="connsiteX3" fmla="*/ 0 w 4330700"/>
                <a:gd name="connsiteY3" fmla="*/ 2165350 h 4330700"/>
              </a:gdLst>
              <a:ahLst/>
              <a:cxnLst>
                <a:cxn ang="0">
                  <a:pos x="connsiteX0" y="connsiteY0"/>
                </a:cxn>
                <a:cxn ang="0">
                  <a:pos x="connsiteX1" y="connsiteY1"/>
                </a:cxn>
                <a:cxn ang="0">
                  <a:pos x="connsiteX2" y="connsiteY2"/>
                </a:cxn>
                <a:cxn ang="0">
                  <a:pos x="connsiteX3" y="connsiteY3"/>
                </a:cxn>
              </a:cxnLst>
              <a:rect l="l" t="t" r="r" b="b"/>
              <a:pathLst>
                <a:path w="4330700" h="4330700">
                  <a:moveTo>
                    <a:pt x="2165350" y="0"/>
                  </a:moveTo>
                  <a:lnTo>
                    <a:pt x="4330700" y="2165350"/>
                  </a:lnTo>
                  <a:lnTo>
                    <a:pt x="2165350" y="4330700"/>
                  </a:lnTo>
                  <a:lnTo>
                    <a:pt x="0" y="2165350"/>
                  </a:lnTo>
                  <a:close/>
                </a:path>
              </a:pathLst>
            </a:custGeom>
          </p:spPr>
        </p:pic>
        <p:pic>
          <p:nvPicPr>
            <p:cNvPr id="123" name="Picture 122">
              <a:extLst>
                <a:ext uri="{FF2B5EF4-FFF2-40B4-BE49-F238E27FC236}">
                  <a16:creationId xmlns:a16="http://schemas.microsoft.com/office/drawing/2014/main" id="{AFA2DF01-8A41-421C-A104-B7A68F2371B2}"/>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l="34518" t="2494" r="15181" b="4521"/>
            <a:stretch/>
          </p:blipFill>
          <p:spPr>
            <a:xfrm>
              <a:off x="1590005" y="1114149"/>
              <a:ext cx="1991395" cy="1991395"/>
            </a:xfrm>
            <a:custGeom>
              <a:avLst/>
              <a:gdLst>
                <a:gd name="connsiteX0" fmla="*/ 2165350 w 4330700"/>
                <a:gd name="connsiteY0" fmla="*/ 0 h 4330700"/>
                <a:gd name="connsiteX1" fmla="*/ 4330700 w 4330700"/>
                <a:gd name="connsiteY1" fmla="*/ 2165350 h 4330700"/>
                <a:gd name="connsiteX2" fmla="*/ 2165350 w 4330700"/>
                <a:gd name="connsiteY2" fmla="*/ 4330700 h 4330700"/>
                <a:gd name="connsiteX3" fmla="*/ 0 w 4330700"/>
                <a:gd name="connsiteY3" fmla="*/ 2165350 h 4330700"/>
              </a:gdLst>
              <a:ahLst/>
              <a:cxnLst>
                <a:cxn ang="0">
                  <a:pos x="connsiteX0" y="connsiteY0"/>
                </a:cxn>
                <a:cxn ang="0">
                  <a:pos x="connsiteX1" y="connsiteY1"/>
                </a:cxn>
                <a:cxn ang="0">
                  <a:pos x="connsiteX2" y="connsiteY2"/>
                </a:cxn>
                <a:cxn ang="0">
                  <a:pos x="connsiteX3" y="connsiteY3"/>
                </a:cxn>
              </a:cxnLst>
              <a:rect l="l" t="t" r="r" b="b"/>
              <a:pathLst>
                <a:path w="4330700" h="4330700">
                  <a:moveTo>
                    <a:pt x="2165350" y="0"/>
                  </a:moveTo>
                  <a:lnTo>
                    <a:pt x="4330700" y="2165350"/>
                  </a:lnTo>
                  <a:lnTo>
                    <a:pt x="2165350" y="4330700"/>
                  </a:lnTo>
                  <a:lnTo>
                    <a:pt x="0" y="2165350"/>
                  </a:lnTo>
                  <a:close/>
                </a:path>
              </a:pathLst>
            </a:custGeom>
          </p:spPr>
        </p:pic>
        <p:sp>
          <p:nvSpPr>
            <p:cNvPr id="124" name="Diamond 123">
              <a:extLst>
                <a:ext uri="{FF2B5EF4-FFF2-40B4-BE49-F238E27FC236}">
                  <a16:creationId xmlns:a16="http://schemas.microsoft.com/office/drawing/2014/main" id="{F65DA0DE-E03D-4C8B-9954-A8D440E6DFFD}"/>
                </a:ext>
              </a:extLst>
            </p:cNvPr>
            <p:cNvSpPr/>
            <p:nvPr/>
          </p:nvSpPr>
          <p:spPr>
            <a:xfrm>
              <a:off x="1070238" y="1130237"/>
              <a:ext cx="2135740" cy="2135740"/>
            </a:xfrm>
            <a:prstGeom prst="diamond">
              <a:avLst/>
            </a:prstGeom>
            <a:solidFill>
              <a:schemeClr val="tx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grpSp>
      <p:sp>
        <p:nvSpPr>
          <p:cNvPr id="125" name="Freeform 3886">
            <a:extLst>
              <a:ext uri="{FF2B5EF4-FFF2-40B4-BE49-F238E27FC236}">
                <a16:creationId xmlns:a16="http://schemas.microsoft.com/office/drawing/2014/main" id="{2FA6C4BF-689E-4194-B64E-5F151EF1A5CF}"/>
              </a:ext>
            </a:extLst>
          </p:cNvPr>
          <p:cNvSpPr>
            <a:spLocks noEditPoints="1"/>
          </p:cNvSpPr>
          <p:nvPr/>
        </p:nvSpPr>
        <p:spPr bwMode="auto">
          <a:xfrm>
            <a:off x="1979627" y="1983722"/>
            <a:ext cx="486284" cy="483596"/>
          </a:xfrm>
          <a:custGeom>
            <a:avLst/>
            <a:gdLst>
              <a:gd name="T0" fmla="*/ 268 w 902"/>
              <a:gd name="T1" fmla="*/ 575 h 901"/>
              <a:gd name="T2" fmla="*/ 207 w 902"/>
              <a:gd name="T3" fmla="*/ 555 h 901"/>
              <a:gd name="T4" fmla="*/ 155 w 902"/>
              <a:gd name="T5" fmla="*/ 520 h 901"/>
              <a:gd name="T6" fmla="*/ 112 w 902"/>
              <a:gd name="T7" fmla="*/ 475 h 901"/>
              <a:gd name="T8" fmla="*/ 81 w 902"/>
              <a:gd name="T9" fmla="*/ 422 h 901"/>
              <a:gd name="T10" fmla="*/ 64 w 902"/>
              <a:gd name="T11" fmla="*/ 360 h 901"/>
              <a:gd name="T12" fmla="*/ 61 w 902"/>
              <a:gd name="T13" fmla="*/ 294 h 901"/>
              <a:gd name="T14" fmla="*/ 76 w 902"/>
              <a:gd name="T15" fmla="*/ 231 h 901"/>
              <a:gd name="T16" fmla="*/ 104 w 902"/>
              <a:gd name="T17" fmla="*/ 175 h 901"/>
              <a:gd name="T18" fmla="*/ 145 w 902"/>
              <a:gd name="T19" fmla="*/ 128 h 901"/>
              <a:gd name="T20" fmla="*/ 197 w 902"/>
              <a:gd name="T21" fmla="*/ 92 h 901"/>
              <a:gd name="T22" fmla="*/ 256 w 902"/>
              <a:gd name="T23" fmla="*/ 69 h 901"/>
              <a:gd name="T24" fmla="*/ 320 w 902"/>
              <a:gd name="T25" fmla="*/ 60 h 901"/>
              <a:gd name="T26" fmla="*/ 385 w 902"/>
              <a:gd name="T27" fmla="*/ 69 h 901"/>
              <a:gd name="T28" fmla="*/ 444 w 902"/>
              <a:gd name="T29" fmla="*/ 92 h 901"/>
              <a:gd name="T30" fmla="*/ 495 w 902"/>
              <a:gd name="T31" fmla="*/ 128 h 901"/>
              <a:gd name="T32" fmla="*/ 537 w 902"/>
              <a:gd name="T33" fmla="*/ 175 h 901"/>
              <a:gd name="T34" fmla="*/ 564 w 902"/>
              <a:gd name="T35" fmla="*/ 231 h 901"/>
              <a:gd name="T36" fmla="*/ 579 w 902"/>
              <a:gd name="T37" fmla="*/ 294 h 901"/>
              <a:gd name="T38" fmla="*/ 577 w 902"/>
              <a:gd name="T39" fmla="*/ 360 h 901"/>
              <a:gd name="T40" fmla="*/ 560 w 902"/>
              <a:gd name="T41" fmla="*/ 422 h 901"/>
              <a:gd name="T42" fmla="*/ 529 w 902"/>
              <a:gd name="T43" fmla="*/ 475 h 901"/>
              <a:gd name="T44" fmla="*/ 486 w 902"/>
              <a:gd name="T45" fmla="*/ 520 h 901"/>
              <a:gd name="T46" fmla="*/ 432 w 902"/>
              <a:gd name="T47" fmla="*/ 555 h 901"/>
              <a:gd name="T48" fmla="*/ 372 w 902"/>
              <a:gd name="T49" fmla="*/ 575 h 901"/>
              <a:gd name="T50" fmla="*/ 320 w 902"/>
              <a:gd name="T51" fmla="*/ 580 h 901"/>
              <a:gd name="T52" fmla="*/ 591 w 902"/>
              <a:gd name="T53" fmla="*/ 491 h 901"/>
              <a:gd name="T54" fmla="*/ 621 w 902"/>
              <a:gd name="T55" fmla="*/ 430 h 901"/>
              <a:gd name="T56" fmla="*/ 637 w 902"/>
              <a:gd name="T57" fmla="*/ 363 h 901"/>
              <a:gd name="T58" fmla="*/ 638 w 902"/>
              <a:gd name="T59" fmla="*/ 288 h 901"/>
              <a:gd name="T60" fmla="*/ 621 w 902"/>
              <a:gd name="T61" fmla="*/ 211 h 901"/>
              <a:gd name="T62" fmla="*/ 586 w 902"/>
              <a:gd name="T63" fmla="*/ 142 h 901"/>
              <a:gd name="T64" fmla="*/ 535 w 902"/>
              <a:gd name="T65" fmla="*/ 83 h 901"/>
              <a:gd name="T66" fmla="*/ 473 w 902"/>
              <a:gd name="T67" fmla="*/ 39 h 901"/>
              <a:gd name="T68" fmla="*/ 400 w 902"/>
              <a:gd name="T69" fmla="*/ 10 h 901"/>
              <a:gd name="T70" fmla="*/ 320 w 902"/>
              <a:gd name="T71" fmla="*/ 0 h 901"/>
              <a:gd name="T72" fmla="*/ 241 w 902"/>
              <a:gd name="T73" fmla="*/ 10 h 901"/>
              <a:gd name="T74" fmla="*/ 168 w 902"/>
              <a:gd name="T75" fmla="*/ 39 h 901"/>
              <a:gd name="T76" fmla="*/ 105 w 902"/>
              <a:gd name="T77" fmla="*/ 83 h 901"/>
              <a:gd name="T78" fmla="*/ 55 w 902"/>
              <a:gd name="T79" fmla="*/ 142 h 901"/>
              <a:gd name="T80" fmla="*/ 20 w 902"/>
              <a:gd name="T81" fmla="*/ 211 h 901"/>
              <a:gd name="T82" fmla="*/ 1 w 902"/>
              <a:gd name="T83" fmla="*/ 288 h 901"/>
              <a:gd name="T84" fmla="*/ 3 w 902"/>
              <a:gd name="T85" fmla="*/ 369 h 901"/>
              <a:gd name="T86" fmla="*/ 25 w 902"/>
              <a:gd name="T87" fmla="*/ 445 h 901"/>
              <a:gd name="T88" fmla="*/ 64 w 902"/>
              <a:gd name="T89" fmla="*/ 512 h 901"/>
              <a:gd name="T90" fmla="*/ 117 w 902"/>
              <a:gd name="T91" fmla="*/ 568 h 901"/>
              <a:gd name="T92" fmla="*/ 182 w 902"/>
              <a:gd name="T93" fmla="*/ 608 h 901"/>
              <a:gd name="T94" fmla="*/ 256 w 902"/>
              <a:gd name="T95" fmla="*/ 634 h 901"/>
              <a:gd name="T96" fmla="*/ 335 w 902"/>
              <a:gd name="T97" fmla="*/ 641 h 901"/>
              <a:gd name="T98" fmla="*/ 405 w 902"/>
              <a:gd name="T99" fmla="*/ 630 h 901"/>
              <a:gd name="T100" fmla="*/ 468 w 902"/>
              <a:gd name="T101" fmla="*/ 604 h 901"/>
              <a:gd name="T102" fmla="*/ 525 w 902"/>
              <a:gd name="T103" fmla="*/ 567 h 901"/>
              <a:gd name="T104" fmla="*/ 871 w 902"/>
              <a:gd name="T105" fmla="*/ 901 h 901"/>
              <a:gd name="T106" fmla="*/ 897 w 902"/>
              <a:gd name="T107" fmla="*/ 888 h 901"/>
              <a:gd name="T108" fmla="*/ 899 w 902"/>
              <a:gd name="T109" fmla="*/ 86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02" h="901">
                <a:moveTo>
                  <a:pt x="320" y="580"/>
                </a:moveTo>
                <a:lnTo>
                  <a:pt x="307" y="580"/>
                </a:lnTo>
                <a:lnTo>
                  <a:pt x="294" y="579"/>
                </a:lnTo>
                <a:lnTo>
                  <a:pt x="281" y="577"/>
                </a:lnTo>
                <a:lnTo>
                  <a:pt x="268" y="575"/>
                </a:lnTo>
                <a:lnTo>
                  <a:pt x="256" y="572"/>
                </a:lnTo>
                <a:lnTo>
                  <a:pt x="243" y="569"/>
                </a:lnTo>
                <a:lnTo>
                  <a:pt x="231" y="564"/>
                </a:lnTo>
                <a:lnTo>
                  <a:pt x="219" y="560"/>
                </a:lnTo>
                <a:lnTo>
                  <a:pt x="207" y="555"/>
                </a:lnTo>
                <a:lnTo>
                  <a:pt x="197" y="549"/>
                </a:lnTo>
                <a:lnTo>
                  <a:pt x="186" y="543"/>
                </a:lnTo>
                <a:lnTo>
                  <a:pt x="175" y="535"/>
                </a:lnTo>
                <a:lnTo>
                  <a:pt x="164" y="529"/>
                </a:lnTo>
                <a:lnTo>
                  <a:pt x="155" y="520"/>
                </a:lnTo>
                <a:lnTo>
                  <a:pt x="145" y="513"/>
                </a:lnTo>
                <a:lnTo>
                  <a:pt x="136" y="504"/>
                </a:lnTo>
                <a:lnTo>
                  <a:pt x="128" y="495"/>
                </a:lnTo>
                <a:lnTo>
                  <a:pt x="119" y="486"/>
                </a:lnTo>
                <a:lnTo>
                  <a:pt x="112" y="475"/>
                </a:lnTo>
                <a:lnTo>
                  <a:pt x="104" y="466"/>
                </a:lnTo>
                <a:lnTo>
                  <a:pt x="98" y="455"/>
                </a:lnTo>
                <a:lnTo>
                  <a:pt x="91" y="444"/>
                </a:lnTo>
                <a:lnTo>
                  <a:pt x="86" y="432"/>
                </a:lnTo>
                <a:lnTo>
                  <a:pt x="81" y="422"/>
                </a:lnTo>
                <a:lnTo>
                  <a:pt x="76" y="410"/>
                </a:lnTo>
                <a:lnTo>
                  <a:pt x="72" y="397"/>
                </a:lnTo>
                <a:lnTo>
                  <a:pt x="69" y="385"/>
                </a:lnTo>
                <a:lnTo>
                  <a:pt x="66" y="372"/>
                </a:lnTo>
                <a:lnTo>
                  <a:pt x="64" y="360"/>
                </a:lnTo>
                <a:lnTo>
                  <a:pt x="61" y="347"/>
                </a:lnTo>
                <a:lnTo>
                  <a:pt x="60" y="334"/>
                </a:lnTo>
                <a:lnTo>
                  <a:pt x="60" y="320"/>
                </a:lnTo>
                <a:lnTo>
                  <a:pt x="60" y="307"/>
                </a:lnTo>
                <a:lnTo>
                  <a:pt x="61" y="294"/>
                </a:lnTo>
                <a:lnTo>
                  <a:pt x="64" y="281"/>
                </a:lnTo>
                <a:lnTo>
                  <a:pt x="66" y="268"/>
                </a:lnTo>
                <a:lnTo>
                  <a:pt x="69" y="256"/>
                </a:lnTo>
                <a:lnTo>
                  <a:pt x="72" y="243"/>
                </a:lnTo>
                <a:lnTo>
                  <a:pt x="76" y="231"/>
                </a:lnTo>
                <a:lnTo>
                  <a:pt x="81" y="219"/>
                </a:lnTo>
                <a:lnTo>
                  <a:pt x="86" y="207"/>
                </a:lnTo>
                <a:lnTo>
                  <a:pt x="91" y="197"/>
                </a:lnTo>
                <a:lnTo>
                  <a:pt x="98" y="186"/>
                </a:lnTo>
                <a:lnTo>
                  <a:pt x="104" y="175"/>
                </a:lnTo>
                <a:lnTo>
                  <a:pt x="112" y="164"/>
                </a:lnTo>
                <a:lnTo>
                  <a:pt x="119" y="155"/>
                </a:lnTo>
                <a:lnTo>
                  <a:pt x="128" y="145"/>
                </a:lnTo>
                <a:lnTo>
                  <a:pt x="136" y="137"/>
                </a:lnTo>
                <a:lnTo>
                  <a:pt x="145" y="128"/>
                </a:lnTo>
                <a:lnTo>
                  <a:pt x="155" y="119"/>
                </a:lnTo>
                <a:lnTo>
                  <a:pt x="164" y="112"/>
                </a:lnTo>
                <a:lnTo>
                  <a:pt x="175" y="104"/>
                </a:lnTo>
                <a:lnTo>
                  <a:pt x="186" y="98"/>
                </a:lnTo>
                <a:lnTo>
                  <a:pt x="197" y="92"/>
                </a:lnTo>
                <a:lnTo>
                  <a:pt x="207" y="86"/>
                </a:lnTo>
                <a:lnTo>
                  <a:pt x="219" y="81"/>
                </a:lnTo>
                <a:lnTo>
                  <a:pt x="231" y="77"/>
                </a:lnTo>
                <a:lnTo>
                  <a:pt x="243" y="72"/>
                </a:lnTo>
                <a:lnTo>
                  <a:pt x="256" y="69"/>
                </a:lnTo>
                <a:lnTo>
                  <a:pt x="268" y="66"/>
                </a:lnTo>
                <a:lnTo>
                  <a:pt x="281" y="64"/>
                </a:lnTo>
                <a:lnTo>
                  <a:pt x="294" y="61"/>
                </a:lnTo>
                <a:lnTo>
                  <a:pt x="307" y="60"/>
                </a:lnTo>
                <a:lnTo>
                  <a:pt x="320" y="60"/>
                </a:lnTo>
                <a:lnTo>
                  <a:pt x="334" y="60"/>
                </a:lnTo>
                <a:lnTo>
                  <a:pt x="347" y="61"/>
                </a:lnTo>
                <a:lnTo>
                  <a:pt x="360" y="64"/>
                </a:lnTo>
                <a:lnTo>
                  <a:pt x="372" y="66"/>
                </a:lnTo>
                <a:lnTo>
                  <a:pt x="385" y="69"/>
                </a:lnTo>
                <a:lnTo>
                  <a:pt x="397" y="72"/>
                </a:lnTo>
                <a:lnTo>
                  <a:pt x="410" y="77"/>
                </a:lnTo>
                <a:lnTo>
                  <a:pt x="422" y="81"/>
                </a:lnTo>
                <a:lnTo>
                  <a:pt x="432" y="86"/>
                </a:lnTo>
                <a:lnTo>
                  <a:pt x="444" y="92"/>
                </a:lnTo>
                <a:lnTo>
                  <a:pt x="455" y="98"/>
                </a:lnTo>
                <a:lnTo>
                  <a:pt x="466" y="104"/>
                </a:lnTo>
                <a:lnTo>
                  <a:pt x="475" y="112"/>
                </a:lnTo>
                <a:lnTo>
                  <a:pt x="486" y="119"/>
                </a:lnTo>
                <a:lnTo>
                  <a:pt x="495" y="128"/>
                </a:lnTo>
                <a:lnTo>
                  <a:pt x="504" y="137"/>
                </a:lnTo>
                <a:lnTo>
                  <a:pt x="513" y="145"/>
                </a:lnTo>
                <a:lnTo>
                  <a:pt x="522" y="155"/>
                </a:lnTo>
                <a:lnTo>
                  <a:pt x="529" y="164"/>
                </a:lnTo>
                <a:lnTo>
                  <a:pt x="537" y="175"/>
                </a:lnTo>
                <a:lnTo>
                  <a:pt x="543" y="186"/>
                </a:lnTo>
                <a:lnTo>
                  <a:pt x="549" y="197"/>
                </a:lnTo>
                <a:lnTo>
                  <a:pt x="555" y="207"/>
                </a:lnTo>
                <a:lnTo>
                  <a:pt x="560" y="219"/>
                </a:lnTo>
                <a:lnTo>
                  <a:pt x="564" y="231"/>
                </a:lnTo>
                <a:lnTo>
                  <a:pt x="569" y="243"/>
                </a:lnTo>
                <a:lnTo>
                  <a:pt x="572" y="256"/>
                </a:lnTo>
                <a:lnTo>
                  <a:pt x="575" y="268"/>
                </a:lnTo>
                <a:lnTo>
                  <a:pt x="577" y="281"/>
                </a:lnTo>
                <a:lnTo>
                  <a:pt x="579" y="294"/>
                </a:lnTo>
                <a:lnTo>
                  <a:pt x="580" y="307"/>
                </a:lnTo>
                <a:lnTo>
                  <a:pt x="580" y="320"/>
                </a:lnTo>
                <a:lnTo>
                  <a:pt x="580" y="334"/>
                </a:lnTo>
                <a:lnTo>
                  <a:pt x="579" y="347"/>
                </a:lnTo>
                <a:lnTo>
                  <a:pt x="577" y="360"/>
                </a:lnTo>
                <a:lnTo>
                  <a:pt x="575" y="372"/>
                </a:lnTo>
                <a:lnTo>
                  <a:pt x="572" y="385"/>
                </a:lnTo>
                <a:lnTo>
                  <a:pt x="569" y="397"/>
                </a:lnTo>
                <a:lnTo>
                  <a:pt x="564" y="410"/>
                </a:lnTo>
                <a:lnTo>
                  <a:pt x="560" y="422"/>
                </a:lnTo>
                <a:lnTo>
                  <a:pt x="555" y="432"/>
                </a:lnTo>
                <a:lnTo>
                  <a:pt x="549" y="444"/>
                </a:lnTo>
                <a:lnTo>
                  <a:pt x="543" y="455"/>
                </a:lnTo>
                <a:lnTo>
                  <a:pt x="537" y="466"/>
                </a:lnTo>
                <a:lnTo>
                  <a:pt x="529" y="475"/>
                </a:lnTo>
                <a:lnTo>
                  <a:pt x="522" y="486"/>
                </a:lnTo>
                <a:lnTo>
                  <a:pt x="513" y="495"/>
                </a:lnTo>
                <a:lnTo>
                  <a:pt x="504" y="504"/>
                </a:lnTo>
                <a:lnTo>
                  <a:pt x="495" y="513"/>
                </a:lnTo>
                <a:lnTo>
                  <a:pt x="486" y="520"/>
                </a:lnTo>
                <a:lnTo>
                  <a:pt x="475" y="529"/>
                </a:lnTo>
                <a:lnTo>
                  <a:pt x="466" y="535"/>
                </a:lnTo>
                <a:lnTo>
                  <a:pt x="455" y="543"/>
                </a:lnTo>
                <a:lnTo>
                  <a:pt x="444" y="549"/>
                </a:lnTo>
                <a:lnTo>
                  <a:pt x="432" y="555"/>
                </a:lnTo>
                <a:lnTo>
                  <a:pt x="422" y="560"/>
                </a:lnTo>
                <a:lnTo>
                  <a:pt x="410" y="564"/>
                </a:lnTo>
                <a:lnTo>
                  <a:pt x="397" y="569"/>
                </a:lnTo>
                <a:lnTo>
                  <a:pt x="385" y="572"/>
                </a:lnTo>
                <a:lnTo>
                  <a:pt x="372" y="575"/>
                </a:lnTo>
                <a:lnTo>
                  <a:pt x="360" y="577"/>
                </a:lnTo>
                <a:lnTo>
                  <a:pt x="347" y="579"/>
                </a:lnTo>
                <a:lnTo>
                  <a:pt x="334" y="580"/>
                </a:lnTo>
                <a:lnTo>
                  <a:pt x="320" y="580"/>
                </a:lnTo>
                <a:lnTo>
                  <a:pt x="320" y="580"/>
                </a:lnTo>
                <a:close/>
                <a:moveTo>
                  <a:pt x="893" y="851"/>
                </a:moveTo>
                <a:lnTo>
                  <a:pt x="567" y="525"/>
                </a:lnTo>
                <a:lnTo>
                  <a:pt x="575" y="514"/>
                </a:lnTo>
                <a:lnTo>
                  <a:pt x="584" y="503"/>
                </a:lnTo>
                <a:lnTo>
                  <a:pt x="591" y="491"/>
                </a:lnTo>
                <a:lnTo>
                  <a:pt x="598" y="480"/>
                </a:lnTo>
                <a:lnTo>
                  <a:pt x="604" y="468"/>
                </a:lnTo>
                <a:lnTo>
                  <a:pt x="611" y="456"/>
                </a:lnTo>
                <a:lnTo>
                  <a:pt x="616" y="443"/>
                </a:lnTo>
                <a:lnTo>
                  <a:pt x="621" y="430"/>
                </a:lnTo>
                <a:lnTo>
                  <a:pt x="626" y="417"/>
                </a:lnTo>
                <a:lnTo>
                  <a:pt x="630" y="405"/>
                </a:lnTo>
                <a:lnTo>
                  <a:pt x="633" y="391"/>
                </a:lnTo>
                <a:lnTo>
                  <a:pt x="635" y="377"/>
                </a:lnTo>
                <a:lnTo>
                  <a:pt x="637" y="363"/>
                </a:lnTo>
                <a:lnTo>
                  <a:pt x="639" y="349"/>
                </a:lnTo>
                <a:lnTo>
                  <a:pt x="641" y="335"/>
                </a:lnTo>
                <a:lnTo>
                  <a:pt x="641" y="320"/>
                </a:lnTo>
                <a:lnTo>
                  <a:pt x="641" y="304"/>
                </a:lnTo>
                <a:lnTo>
                  <a:pt x="638" y="288"/>
                </a:lnTo>
                <a:lnTo>
                  <a:pt x="637" y="272"/>
                </a:lnTo>
                <a:lnTo>
                  <a:pt x="634" y="256"/>
                </a:lnTo>
                <a:lnTo>
                  <a:pt x="631" y="241"/>
                </a:lnTo>
                <a:lnTo>
                  <a:pt x="627" y="226"/>
                </a:lnTo>
                <a:lnTo>
                  <a:pt x="621" y="211"/>
                </a:lnTo>
                <a:lnTo>
                  <a:pt x="616" y="196"/>
                </a:lnTo>
                <a:lnTo>
                  <a:pt x="609" y="182"/>
                </a:lnTo>
                <a:lnTo>
                  <a:pt x="602" y="168"/>
                </a:lnTo>
                <a:lnTo>
                  <a:pt x="594" y="155"/>
                </a:lnTo>
                <a:lnTo>
                  <a:pt x="586" y="142"/>
                </a:lnTo>
                <a:lnTo>
                  <a:pt x="577" y="129"/>
                </a:lnTo>
                <a:lnTo>
                  <a:pt x="568" y="117"/>
                </a:lnTo>
                <a:lnTo>
                  <a:pt x="557" y="105"/>
                </a:lnTo>
                <a:lnTo>
                  <a:pt x="546" y="94"/>
                </a:lnTo>
                <a:lnTo>
                  <a:pt x="535" y="83"/>
                </a:lnTo>
                <a:lnTo>
                  <a:pt x="524" y="73"/>
                </a:lnTo>
                <a:lnTo>
                  <a:pt x="512" y="64"/>
                </a:lnTo>
                <a:lnTo>
                  <a:pt x="499" y="55"/>
                </a:lnTo>
                <a:lnTo>
                  <a:pt x="486" y="46"/>
                </a:lnTo>
                <a:lnTo>
                  <a:pt x="473" y="39"/>
                </a:lnTo>
                <a:lnTo>
                  <a:pt x="459" y="31"/>
                </a:lnTo>
                <a:lnTo>
                  <a:pt x="445" y="25"/>
                </a:lnTo>
                <a:lnTo>
                  <a:pt x="430" y="20"/>
                </a:lnTo>
                <a:lnTo>
                  <a:pt x="415" y="14"/>
                </a:lnTo>
                <a:lnTo>
                  <a:pt x="400" y="10"/>
                </a:lnTo>
                <a:lnTo>
                  <a:pt x="385" y="7"/>
                </a:lnTo>
                <a:lnTo>
                  <a:pt x="369" y="4"/>
                </a:lnTo>
                <a:lnTo>
                  <a:pt x="353" y="1"/>
                </a:lnTo>
                <a:lnTo>
                  <a:pt x="337" y="0"/>
                </a:lnTo>
                <a:lnTo>
                  <a:pt x="320" y="0"/>
                </a:lnTo>
                <a:lnTo>
                  <a:pt x="304" y="0"/>
                </a:lnTo>
                <a:lnTo>
                  <a:pt x="288" y="1"/>
                </a:lnTo>
                <a:lnTo>
                  <a:pt x="272" y="4"/>
                </a:lnTo>
                <a:lnTo>
                  <a:pt x="256" y="7"/>
                </a:lnTo>
                <a:lnTo>
                  <a:pt x="241" y="10"/>
                </a:lnTo>
                <a:lnTo>
                  <a:pt x="225" y="14"/>
                </a:lnTo>
                <a:lnTo>
                  <a:pt x="210" y="20"/>
                </a:lnTo>
                <a:lnTo>
                  <a:pt x="195" y="25"/>
                </a:lnTo>
                <a:lnTo>
                  <a:pt x="182" y="31"/>
                </a:lnTo>
                <a:lnTo>
                  <a:pt x="168" y="39"/>
                </a:lnTo>
                <a:lnTo>
                  <a:pt x="155" y="46"/>
                </a:lnTo>
                <a:lnTo>
                  <a:pt x="142" y="55"/>
                </a:lnTo>
                <a:lnTo>
                  <a:pt x="129" y="64"/>
                </a:lnTo>
                <a:lnTo>
                  <a:pt x="117" y="73"/>
                </a:lnTo>
                <a:lnTo>
                  <a:pt x="105" y="83"/>
                </a:lnTo>
                <a:lnTo>
                  <a:pt x="94" y="94"/>
                </a:lnTo>
                <a:lnTo>
                  <a:pt x="84" y="105"/>
                </a:lnTo>
                <a:lnTo>
                  <a:pt x="73" y="117"/>
                </a:lnTo>
                <a:lnTo>
                  <a:pt x="64" y="129"/>
                </a:lnTo>
                <a:lnTo>
                  <a:pt x="55" y="142"/>
                </a:lnTo>
                <a:lnTo>
                  <a:pt x="46" y="155"/>
                </a:lnTo>
                <a:lnTo>
                  <a:pt x="39" y="168"/>
                </a:lnTo>
                <a:lnTo>
                  <a:pt x="31" y="182"/>
                </a:lnTo>
                <a:lnTo>
                  <a:pt x="25" y="196"/>
                </a:lnTo>
                <a:lnTo>
                  <a:pt x="20" y="211"/>
                </a:lnTo>
                <a:lnTo>
                  <a:pt x="14" y="226"/>
                </a:lnTo>
                <a:lnTo>
                  <a:pt x="10" y="241"/>
                </a:lnTo>
                <a:lnTo>
                  <a:pt x="7" y="256"/>
                </a:lnTo>
                <a:lnTo>
                  <a:pt x="3" y="272"/>
                </a:lnTo>
                <a:lnTo>
                  <a:pt x="1" y="288"/>
                </a:lnTo>
                <a:lnTo>
                  <a:pt x="0" y="304"/>
                </a:lnTo>
                <a:lnTo>
                  <a:pt x="0" y="320"/>
                </a:lnTo>
                <a:lnTo>
                  <a:pt x="0" y="337"/>
                </a:lnTo>
                <a:lnTo>
                  <a:pt x="1" y="353"/>
                </a:lnTo>
                <a:lnTo>
                  <a:pt x="3" y="369"/>
                </a:lnTo>
                <a:lnTo>
                  <a:pt x="7" y="385"/>
                </a:lnTo>
                <a:lnTo>
                  <a:pt x="10" y="400"/>
                </a:lnTo>
                <a:lnTo>
                  <a:pt x="14" y="415"/>
                </a:lnTo>
                <a:lnTo>
                  <a:pt x="20" y="430"/>
                </a:lnTo>
                <a:lnTo>
                  <a:pt x="25" y="445"/>
                </a:lnTo>
                <a:lnTo>
                  <a:pt x="31" y="459"/>
                </a:lnTo>
                <a:lnTo>
                  <a:pt x="39" y="473"/>
                </a:lnTo>
                <a:lnTo>
                  <a:pt x="46" y="486"/>
                </a:lnTo>
                <a:lnTo>
                  <a:pt x="55" y="499"/>
                </a:lnTo>
                <a:lnTo>
                  <a:pt x="64" y="512"/>
                </a:lnTo>
                <a:lnTo>
                  <a:pt x="73" y="524"/>
                </a:lnTo>
                <a:lnTo>
                  <a:pt x="84" y="535"/>
                </a:lnTo>
                <a:lnTo>
                  <a:pt x="94" y="546"/>
                </a:lnTo>
                <a:lnTo>
                  <a:pt x="105" y="557"/>
                </a:lnTo>
                <a:lnTo>
                  <a:pt x="117" y="568"/>
                </a:lnTo>
                <a:lnTo>
                  <a:pt x="129" y="577"/>
                </a:lnTo>
                <a:lnTo>
                  <a:pt x="142" y="586"/>
                </a:lnTo>
                <a:lnTo>
                  <a:pt x="155" y="594"/>
                </a:lnTo>
                <a:lnTo>
                  <a:pt x="168" y="602"/>
                </a:lnTo>
                <a:lnTo>
                  <a:pt x="182" y="608"/>
                </a:lnTo>
                <a:lnTo>
                  <a:pt x="195" y="615"/>
                </a:lnTo>
                <a:lnTo>
                  <a:pt x="210" y="621"/>
                </a:lnTo>
                <a:lnTo>
                  <a:pt x="225" y="627"/>
                </a:lnTo>
                <a:lnTo>
                  <a:pt x="241" y="631"/>
                </a:lnTo>
                <a:lnTo>
                  <a:pt x="256" y="634"/>
                </a:lnTo>
                <a:lnTo>
                  <a:pt x="272" y="637"/>
                </a:lnTo>
                <a:lnTo>
                  <a:pt x="288" y="638"/>
                </a:lnTo>
                <a:lnTo>
                  <a:pt x="304" y="641"/>
                </a:lnTo>
                <a:lnTo>
                  <a:pt x="320" y="641"/>
                </a:lnTo>
                <a:lnTo>
                  <a:pt x="335" y="641"/>
                </a:lnTo>
                <a:lnTo>
                  <a:pt x="349" y="639"/>
                </a:lnTo>
                <a:lnTo>
                  <a:pt x="363" y="637"/>
                </a:lnTo>
                <a:lnTo>
                  <a:pt x="377" y="635"/>
                </a:lnTo>
                <a:lnTo>
                  <a:pt x="391" y="633"/>
                </a:lnTo>
                <a:lnTo>
                  <a:pt x="405" y="630"/>
                </a:lnTo>
                <a:lnTo>
                  <a:pt x="417" y="625"/>
                </a:lnTo>
                <a:lnTo>
                  <a:pt x="430" y="621"/>
                </a:lnTo>
                <a:lnTo>
                  <a:pt x="443" y="616"/>
                </a:lnTo>
                <a:lnTo>
                  <a:pt x="456" y="610"/>
                </a:lnTo>
                <a:lnTo>
                  <a:pt x="468" y="604"/>
                </a:lnTo>
                <a:lnTo>
                  <a:pt x="480" y="598"/>
                </a:lnTo>
                <a:lnTo>
                  <a:pt x="491" y="591"/>
                </a:lnTo>
                <a:lnTo>
                  <a:pt x="503" y="584"/>
                </a:lnTo>
                <a:lnTo>
                  <a:pt x="514" y="575"/>
                </a:lnTo>
                <a:lnTo>
                  <a:pt x="525" y="567"/>
                </a:lnTo>
                <a:lnTo>
                  <a:pt x="851" y="892"/>
                </a:lnTo>
                <a:lnTo>
                  <a:pt x="855" y="897"/>
                </a:lnTo>
                <a:lnTo>
                  <a:pt x="860" y="899"/>
                </a:lnTo>
                <a:lnTo>
                  <a:pt x="866" y="901"/>
                </a:lnTo>
                <a:lnTo>
                  <a:pt x="871" y="901"/>
                </a:lnTo>
                <a:lnTo>
                  <a:pt x="878" y="901"/>
                </a:lnTo>
                <a:lnTo>
                  <a:pt x="883" y="899"/>
                </a:lnTo>
                <a:lnTo>
                  <a:pt x="888" y="897"/>
                </a:lnTo>
                <a:lnTo>
                  <a:pt x="893" y="892"/>
                </a:lnTo>
                <a:lnTo>
                  <a:pt x="897" y="888"/>
                </a:lnTo>
                <a:lnTo>
                  <a:pt x="899" y="883"/>
                </a:lnTo>
                <a:lnTo>
                  <a:pt x="901" y="877"/>
                </a:lnTo>
                <a:lnTo>
                  <a:pt x="902" y="871"/>
                </a:lnTo>
                <a:lnTo>
                  <a:pt x="901" y="866"/>
                </a:lnTo>
                <a:lnTo>
                  <a:pt x="899" y="860"/>
                </a:lnTo>
                <a:lnTo>
                  <a:pt x="897" y="855"/>
                </a:lnTo>
                <a:lnTo>
                  <a:pt x="893" y="85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nvGrpSpPr>
          <p:cNvPr id="40" name="Group 39">
            <a:extLst>
              <a:ext uri="{FF2B5EF4-FFF2-40B4-BE49-F238E27FC236}">
                <a16:creationId xmlns:a16="http://schemas.microsoft.com/office/drawing/2014/main" id="{5B9474A7-132C-44FA-952A-456E53ABFFAB}"/>
              </a:ext>
            </a:extLst>
          </p:cNvPr>
          <p:cNvGrpSpPr/>
          <p:nvPr/>
        </p:nvGrpSpPr>
        <p:grpSpPr>
          <a:xfrm>
            <a:off x="6574817" y="2507680"/>
            <a:ext cx="432000" cy="432000"/>
            <a:chOff x="9161463" y="1393825"/>
            <a:chExt cx="346075" cy="360363"/>
          </a:xfrm>
          <a:solidFill>
            <a:srgbClr val="72BFC5"/>
          </a:solidFill>
        </p:grpSpPr>
        <p:sp>
          <p:nvSpPr>
            <p:cNvPr id="41" name="Freeform 120">
              <a:extLst>
                <a:ext uri="{FF2B5EF4-FFF2-40B4-BE49-F238E27FC236}">
                  <a16:creationId xmlns:a16="http://schemas.microsoft.com/office/drawing/2014/main" id="{AF939336-8487-47A9-8DD7-2BAE892A056D}"/>
                </a:ext>
              </a:extLst>
            </p:cNvPr>
            <p:cNvSpPr>
              <a:spLocks noEditPoints="1"/>
            </p:cNvSpPr>
            <p:nvPr/>
          </p:nvSpPr>
          <p:spPr bwMode="auto">
            <a:xfrm>
              <a:off x="9161463" y="1393825"/>
              <a:ext cx="346075" cy="360363"/>
            </a:xfrm>
            <a:custGeom>
              <a:avLst/>
              <a:gdLst>
                <a:gd name="T0" fmla="*/ 92 w 92"/>
                <a:gd name="T1" fmla="*/ 93 h 96"/>
                <a:gd name="T2" fmla="*/ 80 w 92"/>
                <a:gd name="T3" fmla="*/ 53 h 96"/>
                <a:gd name="T4" fmla="*/ 67 w 92"/>
                <a:gd name="T5" fmla="*/ 70 h 96"/>
                <a:gd name="T6" fmla="*/ 62 w 92"/>
                <a:gd name="T7" fmla="*/ 72 h 96"/>
                <a:gd name="T8" fmla="*/ 58 w 92"/>
                <a:gd name="T9" fmla="*/ 70 h 96"/>
                <a:gd name="T10" fmla="*/ 36 w 92"/>
                <a:gd name="T11" fmla="*/ 30 h 96"/>
                <a:gd name="T12" fmla="*/ 62 w 92"/>
                <a:gd name="T13" fmla="*/ 4 h 96"/>
                <a:gd name="T14" fmla="*/ 65 w 92"/>
                <a:gd name="T15" fmla="*/ 4 h 96"/>
                <a:gd name="T16" fmla="*/ 64 w 92"/>
                <a:gd name="T17" fmla="*/ 1 h 96"/>
                <a:gd name="T18" fmla="*/ 62 w 92"/>
                <a:gd name="T19" fmla="*/ 0 h 96"/>
                <a:gd name="T20" fmla="*/ 48 w 92"/>
                <a:gd name="T21" fmla="*/ 0 h 96"/>
                <a:gd name="T22" fmla="*/ 48 w 92"/>
                <a:gd name="T23" fmla="*/ 4 h 96"/>
                <a:gd name="T24" fmla="*/ 46 w 92"/>
                <a:gd name="T25" fmla="*/ 6 h 96"/>
                <a:gd name="T26" fmla="*/ 44 w 92"/>
                <a:gd name="T27" fmla="*/ 4 h 96"/>
                <a:gd name="T28" fmla="*/ 44 w 92"/>
                <a:gd name="T29" fmla="*/ 0 h 96"/>
                <a:gd name="T30" fmla="*/ 30 w 92"/>
                <a:gd name="T31" fmla="*/ 0 h 96"/>
                <a:gd name="T32" fmla="*/ 28 w 92"/>
                <a:gd name="T33" fmla="*/ 1 h 96"/>
                <a:gd name="T34" fmla="*/ 0 w 92"/>
                <a:gd name="T35" fmla="*/ 93 h 96"/>
                <a:gd name="T36" fmla="*/ 0 w 92"/>
                <a:gd name="T37" fmla="*/ 95 h 96"/>
                <a:gd name="T38" fmla="*/ 2 w 92"/>
                <a:gd name="T39" fmla="*/ 96 h 96"/>
                <a:gd name="T40" fmla="*/ 44 w 92"/>
                <a:gd name="T41" fmla="*/ 96 h 96"/>
                <a:gd name="T42" fmla="*/ 44 w 92"/>
                <a:gd name="T43" fmla="*/ 84 h 96"/>
                <a:gd name="T44" fmla="*/ 46 w 92"/>
                <a:gd name="T45" fmla="*/ 82 h 96"/>
                <a:gd name="T46" fmla="*/ 48 w 92"/>
                <a:gd name="T47" fmla="*/ 84 h 96"/>
                <a:gd name="T48" fmla="*/ 48 w 92"/>
                <a:gd name="T49" fmla="*/ 96 h 96"/>
                <a:gd name="T50" fmla="*/ 90 w 92"/>
                <a:gd name="T51" fmla="*/ 96 h 96"/>
                <a:gd name="T52" fmla="*/ 92 w 92"/>
                <a:gd name="T53" fmla="*/ 95 h 96"/>
                <a:gd name="T54" fmla="*/ 92 w 92"/>
                <a:gd name="T55" fmla="*/ 93 h 96"/>
                <a:gd name="T56" fmla="*/ 48 w 92"/>
                <a:gd name="T57" fmla="*/ 72 h 96"/>
                <a:gd name="T58" fmla="*/ 46 w 92"/>
                <a:gd name="T59" fmla="*/ 74 h 96"/>
                <a:gd name="T60" fmla="*/ 44 w 92"/>
                <a:gd name="T61" fmla="*/ 72 h 96"/>
                <a:gd name="T62" fmla="*/ 44 w 92"/>
                <a:gd name="T63" fmla="*/ 64 h 96"/>
                <a:gd name="T64" fmla="*/ 46 w 92"/>
                <a:gd name="T65" fmla="*/ 62 h 96"/>
                <a:gd name="T66" fmla="*/ 48 w 92"/>
                <a:gd name="T67" fmla="*/ 64 h 96"/>
                <a:gd name="T68" fmla="*/ 48 w 92"/>
                <a:gd name="T69" fmla="*/ 7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96">
                  <a:moveTo>
                    <a:pt x="92" y="93"/>
                  </a:moveTo>
                  <a:cubicBezTo>
                    <a:pt x="80" y="53"/>
                    <a:pt x="80" y="53"/>
                    <a:pt x="80" y="53"/>
                  </a:cubicBezTo>
                  <a:cubicBezTo>
                    <a:pt x="74" y="61"/>
                    <a:pt x="69" y="68"/>
                    <a:pt x="67" y="70"/>
                  </a:cubicBezTo>
                  <a:cubicBezTo>
                    <a:pt x="66" y="71"/>
                    <a:pt x="64" y="72"/>
                    <a:pt x="62" y="72"/>
                  </a:cubicBezTo>
                  <a:cubicBezTo>
                    <a:pt x="61" y="72"/>
                    <a:pt x="59" y="71"/>
                    <a:pt x="58" y="70"/>
                  </a:cubicBezTo>
                  <a:cubicBezTo>
                    <a:pt x="54" y="66"/>
                    <a:pt x="36" y="43"/>
                    <a:pt x="36" y="30"/>
                  </a:cubicBezTo>
                  <a:cubicBezTo>
                    <a:pt x="36" y="16"/>
                    <a:pt x="48" y="4"/>
                    <a:pt x="62" y="4"/>
                  </a:cubicBezTo>
                  <a:cubicBezTo>
                    <a:pt x="63" y="4"/>
                    <a:pt x="64" y="4"/>
                    <a:pt x="65" y="4"/>
                  </a:cubicBezTo>
                  <a:cubicBezTo>
                    <a:pt x="64" y="1"/>
                    <a:pt x="64" y="1"/>
                    <a:pt x="64" y="1"/>
                  </a:cubicBezTo>
                  <a:cubicBezTo>
                    <a:pt x="64" y="1"/>
                    <a:pt x="63" y="0"/>
                    <a:pt x="62" y="0"/>
                  </a:cubicBezTo>
                  <a:cubicBezTo>
                    <a:pt x="48" y="0"/>
                    <a:pt x="48" y="0"/>
                    <a:pt x="48" y="0"/>
                  </a:cubicBezTo>
                  <a:cubicBezTo>
                    <a:pt x="48" y="4"/>
                    <a:pt x="48" y="4"/>
                    <a:pt x="48" y="4"/>
                  </a:cubicBezTo>
                  <a:cubicBezTo>
                    <a:pt x="48" y="5"/>
                    <a:pt x="47" y="6"/>
                    <a:pt x="46" y="6"/>
                  </a:cubicBezTo>
                  <a:cubicBezTo>
                    <a:pt x="45" y="6"/>
                    <a:pt x="44" y="5"/>
                    <a:pt x="44" y="4"/>
                  </a:cubicBezTo>
                  <a:cubicBezTo>
                    <a:pt x="44" y="0"/>
                    <a:pt x="44" y="0"/>
                    <a:pt x="44" y="0"/>
                  </a:cubicBezTo>
                  <a:cubicBezTo>
                    <a:pt x="30" y="0"/>
                    <a:pt x="30" y="0"/>
                    <a:pt x="30" y="0"/>
                  </a:cubicBezTo>
                  <a:cubicBezTo>
                    <a:pt x="29" y="0"/>
                    <a:pt x="28" y="1"/>
                    <a:pt x="28" y="1"/>
                  </a:cubicBezTo>
                  <a:cubicBezTo>
                    <a:pt x="0" y="93"/>
                    <a:pt x="0" y="93"/>
                    <a:pt x="0" y="93"/>
                  </a:cubicBezTo>
                  <a:cubicBezTo>
                    <a:pt x="0" y="94"/>
                    <a:pt x="0" y="95"/>
                    <a:pt x="0" y="95"/>
                  </a:cubicBezTo>
                  <a:cubicBezTo>
                    <a:pt x="1" y="96"/>
                    <a:pt x="1" y="96"/>
                    <a:pt x="2" y="96"/>
                  </a:cubicBezTo>
                  <a:cubicBezTo>
                    <a:pt x="44" y="96"/>
                    <a:pt x="44" y="96"/>
                    <a:pt x="44" y="96"/>
                  </a:cubicBezTo>
                  <a:cubicBezTo>
                    <a:pt x="44" y="84"/>
                    <a:pt x="44" y="84"/>
                    <a:pt x="44" y="84"/>
                  </a:cubicBezTo>
                  <a:cubicBezTo>
                    <a:pt x="44" y="83"/>
                    <a:pt x="45" y="82"/>
                    <a:pt x="46" y="82"/>
                  </a:cubicBezTo>
                  <a:cubicBezTo>
                    <a:pt x="47" y="82"/>
                    <a:pt x="48" y="83"/>
                    <a:pt x="48" y="84"/>
                  </a:cubicBezTo>
                  <a:cubicBezTo>
                    <a:pt x="48" y="96"/>
                    <a:pt x="48" y="96"/>
                    <a:pt x="48" y="96"/>
                  </a:cubicBezTo>
                  <a:cubicBezTo>
                    <a:pt x="90" y="96"/>
                    <a:pt x="90" y="96"/>
                    <a:pt x="90" y="96"/>
                  </a:cubicBezTo>
                  <a:cubicBezTo>
                    <a:pt x="91" y="96"/>
                    <a:pt x="91" y="96"/>
                    <a:pt x="92" y="95"/>
                  </a:cubicBezTo>
                  <a:cubicBezTo>
                    <a:pt x="92" y="95"/>
                    <a:pt x="92" y="94"/>
                    <a:pt x="92" y="93"/>
                  </a:cubicBezTo>
                  <a:close/>
                  <a:moveTo>
                    <a:pt x="48" y="72"/>
                  </a:moveTo>
                  <a:cubicBezTo>
                    <a:pt x="48" y="73"/>
                    <a:pt x="47" y="74"/>
                    <a:pt x="46" y="74"/>
                  </a:cubicBezTo>
                  <a:cubicBezTo>
                    <a:pt x="45" y="74"/>
                    <a:pt x="44" y="73"/>
                    <a:pt x="44" y="72"/>
                  </a:cubicBezTo>
                  <a:cubicBezTo>
                    <a:pt x="44" y="64"/>
                    <a:pt x="44" y="64"/>
                    <a:pt x="44" y="64"/>
                  </a:cubicBezTo>
                  <a:cubicBezTo>
                    <a:pt x="44" y="63"/>
                    <a:pt x="45" y="62"/>
                    <a:pt x="46" y="62"/>
                  </a:cubicBezTo>
                  <a:cubicBezTo>
                    <a:pt x="47" y="62"/>
                    <a:pt x="48" y="63"/>
                    <a:pt x="48" y="64"/>
                  </a:cubicBezTo>
                  <a:lnTo>
                    <a:pt x="48"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2" name="Freeform 250">
              <a:extLst>
                <a:ext uri="{FF2B5EF4-FFF2-40B4-BE49-F238E27FC236}">
                  <a16:creationId xmlns:a16="http://schemas.microsoft.com/office/drawing/2014/main" id="{93DD07AE-02EF-46C3-B042-F9F9A564C616}"/>
                </a:ext>
              </a:extLst>
            </p:cNvPr>
            <p:cNvSpPr>
              <a:spLocks noEditPoints="1"/>
            </p:cNvSpPr>
            <p:nvPr/>
          </p:nvSpPr>
          <p:spPr bwMode="auto">
            <a:xfrm>
              <a:off x="9312275" y="1423988"/>
              <a:ext cx="168275" cy="225425"/>
            </a:xfrm>
            <a:custGeom>
              <a:avLst/>
              <a:gdLst>
                <a:gd name="T0" fmla="*/ 22 w 45"/>
                <a:gd name="T1" fmla="*/ 0 h 60"/>
                <a:gd name="T2" fmla="*/ 0 w 45"/>
                <a:gd name="T3" fmla="*/ 22 h 60"/>
                <a:gd name="T4" fmla="*/ 21 w 45"/>
                <a:gd name="T5" fmla="*/ 59 h 60"/>
                <a:gd name="T6" fmla="*/ 22 w 45"/>
                <a:gd name="T7" fmla="*/ 60 h 60"/>
                <a:gd name="T8" fmla="*/ 24 w 45"/>
                <a:gd name="T9" fmla="*/ 59 h 60"/>
                <a:gd name="T10" fmla="*/ 45 w 45"/>
                <a:gd name="T11" fmla="*/ 22 h 60"/>
                <a:gd name="T12" fmla="*/ 22 w 45"/>
                <a:gd name="T13" fmla="*/ 0 h 60"/>
                <a:gd name="T14" fmla="*/ 22 w 45"/>
                <a:gd name="T15" fmla="*/ 32 h 60"/>
                <a:gd name="T16" fmla="*/ 13 w 45"/>
                <a:gd name="T17" fmla="*/ 22 h 60"/>
                <a:gd name="T18" fmla="*/ 22 w 45"/>
                <a:gd name="T19" fmla="*/ 13 h 60"/>
                <a:gd name="T20" fmla="*/ 32 w 45"/>
                <a:gd name="T21" fmla="*/ 22 h 60"/>
                <a:gd name="T22" fmla="*/ 22 w 45"/>
                <a:gd name="T23" fmla="*/ 3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60">
                  <a:moveTo>
                    <a:pt x="22" y="0"/>
                  </a:moveTo>
                  <a:cubicBezTo>
                    <a:pt x="10" y="0"/>
                    <a:pt x="0" y="10"/>
                    <a:pt x="0" y="22"/>
                  </a:cubicBezTo>
                  <a:cubicBezTo>
                    <a:pt x="0" y="34"/>
                    <a:pt x="20" y="58"/>
                    <a:pt x="21" y="59"/>
                  </a:cubicBezTo>
                  <a:cubicBezTo>
                    <a:pt x="21" y="60"/>
                    <a:pt x="22" y="60"/>
                    <a:pt x="22" y="60"/>
                  </a:cubicBezTo>
                  <a:cubicBezTo>
                    <a:pt x="23" y="60"/>
                    <a:pt x="24" y="60"/>
                    <a:pt x="24" y="59"/>
                  </a:cubicBezTo>
                  <a:cubicBezTo>
                    <a:pt x="25" y="58"/>
                    <a:pt x="45" y="34"/>
                    <a:pt x="45" y="22"/>
                  </a:cubicBezTo>
                  <a:cubicBezTo>
                    <a:pt x="45" y="10"/>
                    <a:pt x="35" y="0"/>
                    <a:pt x="22" y="0"/>
                  </a:cubicBezTo>
                  <a:close/>
                  <a:moveTo>
                    <a:pt x="22" y="32"/>
                  </a:moveTo>
                  <a:cubicBezTo>
                    <a:pt x="17" y="32"/>
                    <a:pt x="13" y="28"/>
                    <a:pt x="13" y="22"/>
                  </a:cubicBezTo>
                  <a:cubicBezTo>
                    <a:pt x="13" y="17"/>
                    <a:pt x="17" y="13"/>
                    <a:pt x="22" y="13"/>
                  </a:cubicBezTo>
                  <a:cubicBezTo>
                    <a:pt x="28" y="13"/>
                    <a:pt x="32" y="17"/>
                    <a:pt x="32" y="22"/>
                  </a:cubicBezTo>
                  <a:cubicBezTo>
                    <a:pt x="32" y="28"/>
                    <a:pt x="28" y="32"/>
                    <a:pt x="22"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43" name="Group 42">
            <a:extLst>
              <a:ext uri="{FF2B5EF4-FFF2-40B4-BE49-F238E27FC236}">
                <a16:creationId xmlns:a16="http://schemas.microsoft.com/office/drawing/2014/main" id="{A3A9B2D3-9722-4AB9-8379-889F09496369}"/>
              </a:ext>
            </a:extLst>
          </p:cNvPr>
          <p:cNvGrpSpPr/>
          <p:nvPr/>
        </p:nvGrpSpPr>
        <p:grpSpPr>
          <a:xfrm>
            <a:off x="6574817" y="3918322"/>
            <a:ext cx="432000" cy="432000"/>
            <a:chOff x="4113213" y="1816100"/>
            <a:chExt cx="360363" cy="349251"/>
          </a:xfrm>
          <a:solidFill>
            <a:srgbClr val="F7CAD0"/>
          </a:solidFill>
        </p:grpSpPr>
        <p:sp>
          <p:nvSpPr>
            <p:cNvPr id="44" name="Freeform 214">
              <a:extLst>
                <a:ext uri="{FF2B5EF4-FFF2-40B4-BE49-F238E27FC236}">
                  <a16:creationId xmlns:a16="http://schemas.microsoft.com/office/drawing/2014/main" id="{446E1D8A-ADD4-435D-8AA2-4E5B94EA8270}"/>
                </a:ext>
              </a:extLst>
            </p:cNvPr>
            <p:cNvSpPr>
              <a:spLocks/>
            </p:cNvSpPr>
            <p:nvPr/>
          </p:nvSpPr>
          <p:spPr bwMode="auto">
            <a:xfrm>
              <a:off x="4146550" y="1816100"/>
              <a:ext cx="315913" cy="244475"/>
            </a:xfrm>
            <a:custGeom>
              <a:avLst/>
              <a:gdLst>
                <a:gd name="T0" fmla="*/ 31 w 84"/>
                <a:gd name="T1" fmla="*/ 65 h 65"/>
                <a:gd name="T2" fmla="*/ 31 w 84"/>
                <a:gd name="T3" fmla="*/ 63 h 65"/>
                <a:gd name="T4" fmla="*/ 53 w 84"/>
                <a:gd name="T5" fmla="*/ 41 h 65"/>
                <a:gd name="T6" fmla="*/ 63 w 84"/>
                <a:gd name="T7" fmla="*/ 41 h 65"/>
                <a:gd name="T8" fmla="*/ 79 w 84"/>
                <a:gd name="T9" fmla="*/ 25 h 65"/>
                <a:gd name="T10" fmla="*/ 79 w 84"/>
                <a:gd name="T11" fmla="*/ 5 h 65"/>
                <a:gd name="T12" fmla="*/ 59 w 84"/>
                <a:gd name="T13" fmla="*/ 5 h 65"/>
                <a:gd name="T14" fmla="*/ 54 w 84"/>
                <a:gd name="T15" fmla="*/ 10 h 65"/>
                <a:gd name="T16" fmla="*/ 54 w 84"/>
                <a:gd name="T17" fmla="*/ 10 h 65"/>
                <a:gd name="T18" fmla="*/ 58 w 84"/>
                <a:gd name="T19" fmla="*/ 14 h 65"/>
                <a:gd name="T20" fmla="*/ 62 w 84"/>
                <a:gd name="T21" fmla="*/ 20 h 65"/>
                <a:gd name="T22" fmla="*/ 60 w 84"/>
                <a:gd name="T23" fmla="*/ 23 h 65"/>
                <a:gd name="T24" fmla="*/ 55 w 84"/>
                <a:gd name="T25" fmla="*/ 25 h 65"/>
                <a:gd name="T26" fmla="*/ 45 w 84"/>
                <a:gd name="T27" fmla="*/ 19 h 65"/>
                <a:gd name="T28" fmla="*/ 35 w 84"/>
                <a:gd name="T29" fmla="*/ 29 h 65"/>
                <a:gd name="T30" fmla="*/ 35 w 84"/>
                <a:gd name="T31" fmla="*/ 29 h 65"/>
                <a:gd name="T32" fmla="*/ 39 w 84"/>
                <a:gd name="T33" fmla="*/ 33 h 65"/>
                <a:gd name="T34" fmla="*/ 43 w 84"/>
                <a:gd name="T35" fmla="*/ 39 h 65"/>
                <a:gd name="T36" fmla="*/ 41 w 84"/>
                <a:gd name="T37" fmla="*/ 42 h 65"/>
                <a:gd name="T38" fmla="*/ 36 w 84"/>
                <a:gd name="T39" fmla="*/ 44 h 65"/>
                <a:gd name="T40" fmla="*/ 26 w 84"/>
                <a:gd name="T41" fmla="*/ 38 h 65"/>
                <a:gd name="T42" fmla="*/ 17 w 84"/>
                <a:gd name="T43" fmla="*/ 47 h 65"/>
                <a:gd name="T44" fmla="*/ 17 w 84"/>
                <a:gd name="T45" fmla="*/ 47 h 65"/>
                <a:gd name="T46" fmla="*/ 21 w 84"/>
                <a:gd name="T47" fmla="*/ 51 h 65"/>
                <a:gd name="T48" fmla="*/ 25 w 84"/>
                <a:gd name="T49" fmla="*/ 57 h 65"/>
                <a:gd name="T50" fmla="*/ 23 w 84"/>
                <a:gd name="T51" fmla="*/ 60 h 65"/>
                <a:gd name="T52" fmla="*/ 18 w 84"/>
                <a:gd name="T53" fmla="*/ 62 h 65"/>
                <a:gd name="T54" fmla="*/ 8 w 84"/>
                <a:gd name="T55" fmla="*/ 56 h 65"/>
                <a:gd name="T56" fmla="*/ 3 w 84"/>
                <a:gd name="T57" fmla="*/ 62 h 65"/>
                <a:gd name="T58" fmla="*/ 0 w 84"/>
                <a:gd name="T59" fmla="*/ 65 h 65"/>
                <a:gd name="T60" fmla="*/ 31 w 84"/>
                <a:gd name="T61"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65">
                  <a:moveTo>
                    <a:pt x="31" y="65"/>
                  </a:moveTo>
                  <a:cubicBezTo>
                    <a:pt x="31" y="64"/>
                    <a:pt x="31" y="64"/>
                    <a:pt x="31" y="63"/>
                  </a:cubicBezTo>
                  <a:cubicBezTo>
                    <a:pt x="31" y="51"/>
                    <a:pt x="41" y="41"/>
                    <a:pt x="53" y="41"/>
                  </a:cubicBezTo>
                  <a:cubicBezTo>
                    <a:pt x="63" y="41"/>
                    <a:pt x="63" y="41"/>
                    <a:pt x="63" y="41"/>
                  </a:cubicBezTo>
                  <a:cubicBezTo>
                    <a:pt x="79" y="25"/>
                    <a:pt x="79" y="25"/>
                    <a:pt x="79" y="25"/>
                  </a:cubicBezTo>
                  <a:cubicBezTo>
                    <a:pt x="84" y="20"/>
                    <a:pt x="84" y="11"/>
                    <a:pt x="79" y="5"/>
                  </a:cubicBezTo>
                  <a:cubicBezTo>
                    <a:pt x="73" y="0"/>
                    <a:pt x="65" y="0"/>
                    <a:pt x="59" y="5"/>
                  </a:cubicBezTo>
                  <a:cubicBezTo>
                    <a:pt x="54" y="10"/>
                    <a:pt x="54" y="10"/>
                    <a:pt x="54" y="10"/>
                  </a:cubicBezTo>
                  <a:cubicBezTo>
                    <a:pt x="54" y="10"/>
                    <a:pt x="54" y="10"/>
                    <a:pt x="54" y="10"/>
                  </a:cubicBezTo>
                  <a:cubicBezTo>
                    <a:pt x="55" y="12"/>
                    <a:pt x="57" y="13"/>
                    <a:pt x="58" y="14"/>
                  </a:cubicBezTo>
                  <a:cubicBezTo>
                    <a:pt x="60" y="16"/>
                    <a:pt x="61" y="17"/>
                    <a:pt x="62" y="20"/>
                  </a:cubicBezTo>
                  <a:cubicBezTo>
                    <a:pt x="62" y="21"/>
                    <a:pt x="61" y="22"/>
                    <a:pt x="60" y="23"/>
                  </a:cubicBezTo>
                  <a:cubicBezTo>
                    <a:pt x="58" y="25"/>
                    <a:pt x="57" y="25"/>
                    <a:pt x="55" y="25"/>
                  </a:cubicBezTo>
                  <a:cubicBezTo>
                    <a:pt x="51" y="25"/>
                    <a:pt x="48" y="22"/>
                    <a:pt x="45" y="19"/>
                  </a:cubicBezTo>
                  <a:cubicBezTo>
                    <a:pt x="35" y="29"/>
                    <a:pt x="35" y="29"/>
                    <a:pt x="35" y="29"/>
                  </a:cubicBezTo>
                  <a:cubicBezTo>
                    <a:pt x="35" y="29"/>
                    <a:pt x="35" y="29"/>
                    <a:pt x="35" y="29"/>
                  </a:cubicBezTo>
                  <a:cubicBezTo>
                    <a:pt x="36" y="31"/>
                    <a:pt x="38" y="32"/>
                    <a:pt x="39" y="33"/>
                  </a:cubicBezTo>
                  <a:cubicBezTo>
                    <a:pt x="41" y="35"/>
                    <a:pt x="42" y="36"/>
                    <a:pt x="43" y="39"/>
                  </a:cubicBezTo>
                  <a:cubicBezTo>
                    <a:pt x="43" y="40"/>
                    <a:pt x="42" y="41"/>
                    <a:pt x="41" y="42"/>
                  </a:cubicBezTo>
                  <a:cubicBezTo>
                    <a:pt x="39" y="44"/>
                    <a:pt x="38" y="44"/>
                    <a:pt x="36" y="44"/>
                  </a:cubicBezTo>
                  <a:cubicBezTo>
                    <a:pt x="32" y="44"/>
                    <a:pt x="29" y="41"/>
                    <a:pt x="26" y="38"/>
                  </a:cubicBezTo>
                  <a:cubicBezTo>
                    <a:pt x="17" y="47"/>
                    <a:pt x="17" y="47"/>
                    <a:pt x="17" y="47"/>
                  </a:cubicBezTo>
                  <a:cubicBezTo>
                    <a:pt x="17" y="47"/>
                    <a:pt x="17" y="47"/>
                    <a:pt x="17" y="47"/>
                  </a:cubicBezTo>
                  <a:cubicBezTo>
                    <a:pt x="18" y="49"/>
                    <a:pt x="20" y="50"/>
                    <a:pt x="21" y="51"/>
                  </a:cubicBezTo>
                  <a:cubicBezTo>
                    <a:pt x="23" y="53"/>
                    <a:pt x="24" y="54"/>
                    <a:pt x="25" y="57"/>
                  </a:cubicBezTo>
                  <a:cubicBezTo>
                    <a:pt x="25" y="58"/>
                    <a:pt x="24" y="59"/>
                    <a:pt x="23" y="60"/>
                  </a:cubicBezTo>
                  <a:cubicBezTo>
                    <a:pt x="21" y="62"/>
                    <a:pt x="20" y="62"/>
                    <a:pt x="18" y="62"/>
                  </a:cubicBezTo>
                  <a:cubicBezTo>
                    <a:pt x="14" y="62"/>
                    <a:pt x="11" y="59"/>
                    <a:pt x="8" y="56"/>
                  </a:cubicBezTo>
                  <a:cubicBezTo>
                    <a:pt x="3" y="62"/>
                    <a:pt x="3" y="62"/>
                    <a:pt x="3" y="62"/>
                  </a:cubicBezTo>
                  <a:cubicBezTo>
                    <a:pt x="2" y="63"/>
                    <a:pt x="1" y="64"/>
                    <a:pt x="0" y="65"/>
                  </a:cubicBezTo>
                  <a:lnTo>
                    <a:pt x="31"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5" name="Freeform 215">
              <a:extLst>
                <a:ext uri="{FF2B5EF4-FFF2-40B4-BE49-F238E27FC236}">
                  <a16:creationId xmlns:a16="http://schemas.microsoft.com/office/drawing/2014/main" id="{34AEF1FF-D903-4B80-AD9D-DD3A642024B5}"/>
                </a:ext>
              </a:extLst>
            </p:cNvPr>
            <p:cNvSpPr>
              <a:spLocks/>
            </p:cNvSpPr>
            <p:nvPr/>
          </p:nvSpPr>
          <p:spPr bwMode="auto">
            <a:xfrm>
              <a:off x="4278313" y="1985963"/>
              <a:ext cx="179388" cy="74613"/>
            </a:xfrm>
            <a:custGeom>
              <a:avLst/>
              <a:gdLst>
                <a:gd name="T0" fmla="*/ 48 w 48"/>
                <a:gd name="T1" fmla="*/ 20 h 20"/>
                <a:gd name="T2" fmla="*/ 48 w 48"/>
                <a:gd name="T3" fmla="*/ 18 h 20"/>
                <a:gd name="T4" fmla="*/ 30 w 48"/>
                <a:gd name="T5" fmla="*/ 0 h 20"/>
                <a:gd name="T6" fmla="*/ 32 w 48"/>
                <a:gd name="T7" fmla="*/ 2 h 20"/>
                <a:gd name="T8" fmla="*/ 33 w 48"/>
                <a:gd name="T9" fmla="*/ 17 h 20"/>
                <a:gd name="T10" fmla="*/ 31 w 48"/>
                <a:gd name="T11" fmla="*/ 18 h 20"/>
                <a:gd name="T12" fmla="*/ 30 w 48"/>
                <a:gd name="T13" fmla="*/ 18 h 20"/>
                <a:gd name="T14" fmla="*/ 29 w 48"/>
                <a:gd name="T15" fmla="*/ 16 h 20"/>
                <a:gd name="T16" fmla="*/ 28 w 48"/>
                <a:gd name="T17" fmla="*/ 4 h 20"/>
                <a:gd name="T18" fmla="*/ 26 w 48"/>
                <a:gd name="T19" fmla="*/ 0 h 20"/>
                <a:gd name="T20" fmla="*/ 22 w 48"/>
                <a:gd name="T21" fmla="*/ 0 h 20"/>
                <a:gd name="T22" fmla="*/ 24 w 48"/>
                <a:gd name="T23" fmla="*/ 2 h 20"/>
                <a:gd name="T24" fmla="*/ 25 w 48"/>
                <a:gd name="T25" fmla="*/ 17 h 20"/>
                <a:gd name="T26" fmla="*/ 23 w 48"/>
                <a:gd name="T27" fmla="*/ 18 h 20"/>
                <a:gd name="T28" fmla="*/ 22 w 48"/>
                <a:gd name="T29" fmla="*/ 18 h 20"/>
                <a:gd name="T30" fmla="*/ 21 w 48"/>
                <a:gd name="T31" fmla="*/ 16 h 20"/>
                <a:gd name="T32" fmla="*/ 20 w 48"/>
                <a:gd name="T33" fmla="*/ 4 h 20"/>
                <a:gd name="T34" fmla="*/ 18 w 48"/>
                <a:gd name="T35" fmla="*/ 1 h 20"/>
                <a:gd name="T36" fmla="*/ 18 w 48"/>
                <a:gd name="T37" fmla="*/ 0 h 20"/>
                <a:gd name="T38" fmla="*/ 18 w 48"/>
                <a:gd name="T39" fmla="*/ 0 h 20"/>
                <a:gd name="T40" fmla="*/ 14 w 48"/>
                <a:gd name="T41" fmla="*/ 0 h 20"/>
                <a:gd name="T42" fmla="*/ 16 w 48"/>
                <a:gd name="T43" fmla="*/ 2 h 20"/>
                <a:gd name="T44" fmla="*/ 17 w 48"/>
                <a:gd name="T45" fmla="*/ 17 h 20"/>
                <a:gd name="T46" fmla="*/ 15 w 48"/>
                <a:gd name="T47" fmla="*/ 18 h 20"/>
                <a:gd name="T48" fmla="*/ 14 w 48"/>
                <a:gd name="T49" fmla="*/ 18 h 20"/>
                <a:gd name="T50" fmla="*/ 13 w 48"/>
                <a:gd name="T51" fmla="*/ 16 h 20"/>
                <a:gd name="T52" fmla="*/ 12 w 48"/>
                <a:gd name="T53" fmla="*/ 4 h 20"/>
                <a:gd name="T54" fmla="*/ 11 w 48"/>
                <a:gd name="T55" fmla="*/ 2 h 20"/>
                <a:gd name="T56" fmla="*/ 0 w 48"/>
                <a:gd name="T57" fmla="*/ 18 h 20"/>
                <a:gd name="T58" fmla="*/ 0 w 48"/>
                <a:gd name="T59" fmla="*/ 20 h 20"/>
                <a:gd name="T60" fmla="*/ 48 w 48"/>
                <a:gd name="T6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20">
                  <a:moveTo>
                    <a:pt x="48" y="20"/>
                  </a:moveTo>
                  <a:cubicBezTo>
                    <a:pt x="48" y="19"/>
                    <a:pt x="48" y="19"/>
                    <a:pt x="48" y="18"/>
                  </a:cubicBezTo>
                  <a:cubicBezTo>
                    <a:pt x="48" y="8"/>
                    <a:pt x="40" y="0"/>
                    <a:pt x="30" y="0"/>
                  </a:cubicBezTo>
                  <a:cubicBezTo>
                    <a:pt x="32" y="2"/>
                    <a:pt x="32" y="2"/>
                    <a:pt x="32" y="2"/>
                  </a:cubicBezTo>
                  <a:cubicBezTo>
                    <a:pt x="32" y="3"/>
                    <a:pt x="35" y="10"/>
                    <a:pt x="33" y="17"/>
                  </a:cubicBezTo>
                  <a:cubicBezTo>
                    <a:pt x="32" y="18"/>
                    <a:pt x="32" y="18"/>
                    <a:pt x="31" y="18"/>
                  </a:cubicBezTo>
                  <a:cubicBezTo>
                    <a:pt x="30" y="18"/>
                    <a:pt x="30" y="18"/>
                    <a:pt x="30" y="18"/>
                  </a:cubicBezTo>
                  <a:cubicBezTo>
                    <a:pt x="29" y="18"/>
                    <a:pt x="28" y="17"/>
                    <a:pt x="29" y="16"/>
                  </a:cubicBezTo>
                  <a:cubicBezTo>
                    <a:pt x="31" y="10"/>
                    <a:pt x="28" y="4"/>
                    <a:pt x="28" y="4"/>
                  </a:cubicBezTo>
                  <a:cubicBezTo>
                    <a:pt x="26" y="0"/>
                    <a:pt x="26" y="0"/>
                    <a:pt x="26" y="0"/>
                  </a:cubicBezTo>
                  <a:cubicBezTo>
                    <a:pt x="22" y="0"/>
                    <a:pt x="22" y="0"/>
                    <a:pt x="22" y="0"/>
                  </a:cubicBezTo>
                  <a:cubicBezTo>
                    <a:pt x="24" y="2"/>
                    <a:pt x="24" y="2"/>
                    <a:pt x="24" y="2"/>
                  </a:cubicBezTo>
                  <a:cubicBezTo>
                    <a:pt x="24" y="3"/>
                    <a:pt x="27" y="10"/>
                    <a:pt x="25" y="17"/>
                  </a:cubicBezTo>
                  <a:cubicBezTo>
                    <a:pt x="24" y="18"/>
                    <a:pt x="24" y="18"/>
                    <a:pt x="23" y="18"/>
                  </a:cubicBezTo>
                  <a:cubicBezTo>
                    <a:pt x="22" y="18"/>
                    <a:pt x="22" y="18"/>
                    <a:pt x="22" y="18"/>
                  </a:cubicBezTo>
                  <a:cubicBezTo>
                    <a:pt x="21" y="18"/>
                    <a:pt x="20" y="17"/>
                    <a:pt x="21" y="16"/>
                  </a:cubicBezTo>
                  <a:cubicBezTo>
                    <a:pt x="23" y="10"/>
                    <a:pt x="20" y="4"/>
                    <a:pt x="20" y="4"/>
                  </a:cubicBezTo>
                  <a:cubicBezTo>
                    <a:pt x="18" y="1"/>
                    <a:pt x="18" y="1"/>
                    <a:pt x="18" y="1"/>
                  </a:cubicBezTo>
                  <a:cubicBezTo>
                    <a:pt x="18" y="1"/>
                    <a:pt x="18" y="0"/>
                    <a:pt x="18" y="0"/>
                  </a:cubicBezTo>
                  <a:cubicBezTo>
                    <a:pt x="18" y="0"/>
                    <a:pt x="18" y="0"/>
                    <a:pt x="18" y="0"/>
                  </a:cubicBezTo>
                  <a:cubicBezTo>
                    <a:pt x="17" y="0"/>
                    <a:pt x="16" y="0"/>
                    <a:pt x="14" y="0"/>
                  </a:cubicBezTo>
                  <a:cubicBezTo>
                    <a:pt x="16" y="2"/>
                    <a:pt x="16" y="2"/>
                    <a:pt x="16" y="2"/>
                  </a:cubicBezTo>
                  <a:cubicBezTo>
                    <a:pt x="16" y="3"/>
                    <a:pt x="19" y="10"/>
                    <a:pt x="17" y="17"/>
                  </a:cubicBezTo>
                  <a:cubicBezTo>
                    <a:pt x="16" y="18"/>
                    <a:pt x="16" y="18"/>
                    <a:pt x="15" y="18"/>
                  </a:cubicBezTo>
                  <a:cubicBezTo>
                    <a:pt x="14" y="18"/>
                    <a:pt x="14" y="18"/>
                    <a:pt x="14" y="18"/>
                  </a:cubicBezTo>
                  <a:cubicBezTo>
                    <a:pt x="13" y="18"/>
                    <a:pt x="12" y="17"/>
                    <a:pt x="13" y="16"/>
                  </a:cubicBezTo>
                  <a:cubicBezTo>
                    <a:pt x="15" y="10"/>
                    <a:pt x="12" y="4"/>
                    <a:pt x="12" y="4"/>
                  </a:cubicBezTo>
                  <a:cubicBezTo>
                    <a:pt x="11" y="2"/>
                    <a:pt x="11" y="2"/>
                    <a:pt x="11" y="2"/>
                  </a:cubicBezTo>
                  <a:cubicBezTo>
                    <a:pt x="4" y="4"/>
                    <a:pt x="0" y="11"/>
                    <a:pt x="0" y="18"/>
                  </a:cubicBezTo>
                  <a:cubicBezTo>
                    <a:pt x="0" y="19"/>
                    <a:pt x="0" y="19"/>
                    <a:pt x="0" y="20"/>
                  </a:cubicBezTo>
                  <a:lnTo>
                    <a:pt x="4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46" name="Freeform 216">
              <a:extLst>
                <a:ext uri="{FF2B5EF4-FFF2-40B4-BE49-F238E27FC236}">
                  <a16:creationId xmlns:a16="http://schemas.microsoft.com/office/drawing/2014/main" id="{D96050C3-1627-42EF-9BA0-DFA3D471AA0E}"/>
                </a:ext>
              </a:extLst>
            </p:cNvPr>
            <p:cNvSpPr>
              <a:spLocks/>
            </p:cNvSpPr>
            <p:nvPr/>
          </p:nvSpPr>
          <p:spPr bwMode="auto">
            <a:xfrm>
              <a:off x="4113213" y="2074863"/>
              <a:ext cx="360363" cy="90488"/>
            </a:xfrm>
            <a:custGeom>
              <a:avLst/>
              <a:gdLst>
                <a:gd name="T0" fmla="*/ 96 w 96"/>
                <a:gd name="T1" fmla="*/ 1 h 24"/>
                <a:gd name="T2" fmla="*/ 94 w 96"/>
                <a:gd name="T3" fmla="*/ 0 h 24"/>
                <a:gd name="T4" fmla="*/ 2 w 96"/>
                <a:gd name="T5" fmla="*/ 0 h 24"/>
                <a:gd name="T6" fmla="*/ 0 w 96"/>
                <a:gd name="T7" fmla="*/ 1 h 24"/>
                <a:gd name="T8" fmla="*/ 1 w 96"/>
                <a:gd name="T9" fmla="*/ 3 h 24"/>
                <a:gd name="T10" fmla="*/ 21 w 96"/>
                <a:gd name="T11" fmla="*/ 23 h 24"/>
                <a:gd name="T12" fmla="*/ 22 w 96"/>
                <a:gd name="T13" fmla="*/ 24 h 24"/>
                <a:gd name="T14" fmla="*/ 74 w 96"/>
                <a:gd name="T15" fmla="*/ 24 h 24"/>
                <a:gd name="T16" fmla="*/ 75 w 96"/>
                <a:gd name="T17" fmla="*/ 23 h 24"/>
                <a:gd name="T18" fmla="*/ 95 w 96"/>
                <a:gd name="T19" fmla="*/ 3 h 24"/>
                <a:gd name="T20" fmla="*/ 96 w 96"/>
                <a:gd name="T21"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24">
                  <a:moveTo>
                    <a:pt x="96" y="1"/>
                  </a:moveTo>
                  <a:cubicBezTo>
                    <a:pt x="96" y="1"/>
                    <a:pt x="95" y="0"/>
                    <a:pt x="94" y="0"/>
                  </a:cubicBezTo>
                  <a:cubicBezTo>
                    <a:pt x="2" y="0"/>
                    <a:pt x="2" y="0"/>
                    <a:pt x="2" y="0"/>
                  </a:cubicBezTo>
                  <a:cubicBezTo>
                    <a:pt x="1" y="0"/>
                    <a:pt x="0" y="1"/>
                    <a:pt x="0" y="1"/>
                  </a:cubicBezTo>
                  <a:cubicBezTo>
                    <a:pt x="0" y="2"/>
                    <a:pt x="0" y="3"/>
                    <a:pt x="1" y="3"/>
                  </a:cubicBezTo>
                  <a:cubicBezTo>
                    <a:pt x="21" y="23"/>
                    <a:pt x="21" y="23"/>
                    <a:pt x="21" y="23"/>
                  </a:cubicBezTo>
                  <a:cubicBezTo>
                    <a:pt x="21" y="24"/>
                    <a:pt x="21" y="24"/>
                    <a:pt x="22" y="24"/>
                  </a:cubicBezTo>
                  <a:cubicBezTo>
                    <a:pt x="74" y="24"/>
                    <a:pt x="74" y="24"/>
                    <a:pt x="74" y="24"/>
                  </a:cubicBezTo>
                  <a:cubicBezTo>
                    <a:pt x="75" y="24"/>
                    <a:pt x="75" y="24"/>
                    <a:pt x="75" y="23"/>
                  </a:cubicBezTo>
                  <a:cubicBezTo>
                    <a:pt x="95" y="3"/>
                    <a:pt x="95" y="3"/>
                    <a:pt x="95" y="3"/>
                  </a:cubicBezTo>
                  <a:cubicBezTo>
                    <a:pt x="96" y="3"/>
                    <a:pt x="96" y="2"/>
                    <a:pt x="9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spTree>
    <p:extLst>
      <p:ext uri="{BB962C8B-B14F-4D97-AF65-F5344CB8AC3E}">
        <p14:creationId xmlns:p14="http://schemas.microsoft.com/office/powerpoint/2010/main" val="199641323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642"/>
        <p:cNvGrpSpPr/>
        <p:nvPr/>
      </p:nvGrpSpPr>
      <p:grpSpPr>
        <a:xfrm>
          <a:off x="0" y="0"/>
          <a:ext cx="0" cy="0"/>
          <a:chOff x="0" y="0"/>
          <a:chExt cx="0" cy="0"/>
        </a:xfrm>
      </p:grpSpPr>
      <p:sp>
        <p:nvSpPr>
          <p:cNvPr id="643" name="Google Shape;643;p26"/>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644" name="Google Shape;644;p26"/>
          <p:cNvGrpSpPr/>
          <p:nvPr/>
        </p:nvGrpSpPr>
        <p:grpSpPr>
          <a:xfrm>
            <a:off x="6321399" y="1941968"/>
            <a:ext cx="4923568" cy="1509600"/>
            <a:chOff x="4741049" y="1456476"/>
            <a:chExt cx="3692676" cy="1132200"/>
          </a:xfrm>
        </p:grpSpPr>
        <p:sp>
          <p:nvSpPr>
            <p:cNvPr id="645" name="Google Shape;645;p26"/>
            <p:cNvSpPr/>
            <p:nvPr/>
          </p:nvSpPr>
          <p:spPr>
            <a:xfrm>
              <a:off x="5384225" y="1531938"/>
              <a:ext cx="3049500" cy="981300"/>
            </a:xfrm>
            <a:prstGeom prst="homePlate">
              <a:avLst>
                <a:gd name="adj" fmla="val 29403"/>
              </a:avLst>
            </a:pr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 name="Google Shape;646;p26"/>
            <p:cNvSpPr/>
            <p:nvPr/>
          </p:nvSpPr>
          <p:spPr>
            <a:xfrm>
              <a:off x="4741049" y="1456476"/>
              <a:ext cx="1307100" cy="1132200"/>
            </a:xfrm>
            <a:prstGeom prst="hexagon">
              <a:avLst>
                <a:gd name="adj" fmla="val 28729"/>
                <a:gd name="vf" fmla="val 115470"/>
              </a:avLst>
            </a:prstGeom>
            <a:solidFill>
              <a:srgbClr val="FB569C">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 name="Google Shape;647;p26"/>
            <p:cNvSpPr/>
            <p:nvPr/>
          </p:nvSpPr>
          <p:spPr>
            <a:xfrm>
              <a:off x="4914200" y="1606475"/>
              <a:ext cx="960900" cy="832200"/>
            </a:xfrm>
            <a:prstGeom prst="hexagon">
              <a:avLst>
                <a:gd name="adj" fmla="val 28729"/>
                <a:gd name="vf" fmla="val 11547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 name="Google Shape;648;p26"/>
            <p:cNvSpPr txBox="1"/>
            <p:nvPr/>
          </p:nvSpPr>
          <p:spPr>
            <a:xfrm>
              <a:off x="6048144" y="1860246"/>
              <a:ext cx="2079600" cy="5901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649" name="Google Shape;649;p26"/>
            <p:cNvSpPr txBox="1"/>
            <p:nvPr/>
          </p:nvSpPr>
          <p:spPr>
            <a:xfrm>
              <a:off x="6050775" y="1594825"/>
              <a:ext cx="2079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650" name="Google Shape;650;p26"/>
          <p:cNvGrpSpPr/>
          <p:nvPr/>
        </p:nvGrpSpPr>
        <p:grpSpPr>
          <a:xfrm>
            <a:off x="6321399" y="4102735"/>
            <a:ext cx="4923568" cy="1509600"/>
            <a:chOff x="4741049" y="3077051"/>
            <a:chExt cx="3692676" cy="1132200"/>
          </a:xfrm>
        </p:grpSpPr>
        <p:sp>
          <p:nvSpPr>
            <p:cNvPr id="651" name="Google Shape;651;p26"/>
            <p:cNvSpPr/>
            <p:nvPr/>
          </p:nvSpPr>
          <p:spPr>
            <a:xfrm>
              <a:off x="5384225" y="3152513"/>
              <a:ext cx="3049500" cy="981300"/>
            </a:xfrm>
            <a:prstGeom prst="homePlate">
              <a:avLst>
                <a:gd name="adj" fmla="val 29403"/>
              </a:avLst>
            </a:pr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 name="Google Shape;652;p26"/>
            <p:cNvSpPr/>
            <p:nvPr/>
          </p:nvSpPr>
          <p:spPr>
            <a:xfrm>
              <a:off x="4741049" y="3077051"/>
              <a:ext cx="1307100" cy="1132200"/>
            </a:xfrm>
            <a:prstGeom prst="hexagon">
              <a:avLst>
                <a:gd name="adj" fmla="val 28729"/>
                <a:gd name="vf" fmla="val 115470"/>
              </a:avLst>
            </a:prstGeom>
            <a:solidFill>
              <a:srgbClr val="9C27B0">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 name="Google Shape;653;p26"/>
            <p:cNvSpPr/>
            <p:nvPr/>
          </p:nvSpPr>
          <p:spPr>
            <a:xfrm>
              <a:off x="4914200" y="3227050"/>
              <a:ext cx="960900" cy="832200"/>
            </a:xfrm>
            <a:prstGeom prst="hexagon">
              <a:avLst>
                <a:gd name="adj" fmla="val 28729"/>
                <a:gd name="vf" fmla="val 115470"/>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 name="Google Shape;654;p26"/>
            <p:cNvSpPr txBox="1"/>
            <p:nvPr/>
          </p:nvSpPr>
          <p:spPr>
            <a:xfrm>
              <a:off x="6048144" y="3484715"/>
              <a:ext cx="2079600" cy="5901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655" name="Google Shape;655;p26"/>
            <p:cNvSpPr txBox="1"/>
            <p:nvPr/>
          </p:nvSpPr>
          <p:spPr>
            <a:xfrm>
              <a:off x="6050775" y="3211500"/>
              <a:ext cx="2079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656" name="Google Shape;656;p26"/>
          <p:cNvGrpSpPr/>
          <p:nvPr/>
        </p:nvGrpSpPr>
        <p:grpSpPr>
          <a:xfrm>
            <a:off x="947032" y="1941968"/>
            <a:ext cx="4938568" cy="1509600"/>
            <a:chOff x="710274" y="1456476"/>
            <a:chExt cx="3703926" cy="1132200"/>
          </a:xfrm>
        </p:grpSpPr>
        <p:sp>
          <p:nvSpPr>
            <p:cNvPr id="657" name="Google Shape;657;p26"/>
            <p:cNvSpPr/>
            <p:nvPr/>
          </p:nvSpPr>
          <p:spPr>
            <a:xfrm>
              <a:off x="1364700" y="1531938"/>
              <a:ext cx="3049500" cy="981300"/>
            </a:xfrm>
            <a:prstGeom prst="homePlate">
              <a:avLst>
                <a:gd name="adj" fmla="val 29403"/>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 name="Google Shape;658;p26"/>
            <p:cNvSpPr/>
            <p:nvPr/>
          </p:nvSpPr>
          <p:spPr>
            <a:xfrm>
              <a:off x="710274" y="1456476"/>
              <a:ext cx="1307100" cy="1132200"/>
            </a:xfrm>
            <a:prstGeom prst="hexagon">
              <a:avLst>
                <a:gd name="adj" fmla="val 28729"/>
                <a:gd name="vf" fmla="val 115470"/>
              </a:avLst>
            </a:prstGeom>
            <a:solidFill>
              <a:srgbClr val="FBB831">
                <a:alpha val="58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 name="Google Shape;659;p26"/>
            <p:cNvSpPr/>
            <p:nvPr/>
          </p:nvSpPr>
          <p:spPr>
            <a:xfrm>
              <a:off x="883425" y="1606475"/>
              <a:ext cx="960900" cy="832200"/>
            </a:xfrm>
            <a:prstGeom prst="hexagon">
              <a:avLst>
                <a:gd name="adj" fmla="val 28729"/>
                <a:gd name="vf" fmla="val 11547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 name="Google Shape;660;p26"/>
            <p:cNvSpPr txBox="1"/>
            <p:nvPr/>
          </p:nvSpPr>
          <p:spPr>
            <a:xfrm>
              <a:off x="2017372" y="1852118"/>
              <a:ext cx="2079600" cy="5901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a gas giant made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661" name="Google Shape;661;p26"/>
            <p:cNvSpPr txBox="1"/>
            <p:nvPr/>
          </p:nvSpPr>
          <p:spPr>
            <a:xfrm>
              <a:off x="2027025" y="1602950"/>
              <a:ext cx="2079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662" name="Google Shape;662;p26"/>
          <p:cNvGrpSpPr/>
          <p:nvPr/>
        </p:nvGrpSpPr>
        <p:grpSpPr>
          <a:xfrm>
            <a:off x="947033" y="4102735"/>
            <a:ext cx="4938780" cy="1509600"/>
            <a:chOff x="710274" y="3077051"/>
            <a:chExt cx="3704085" cy="1132200"/>
          </a:xfrm>
        </p:grpSpPr>
        <p:sp>
          <p:nvSpPr>
            <p:cNvPr id="663" name="Google Shape;663;p26"/>
            <p:cNvSpPr/>
            <p:nvPr/>
          </p:nvSpPr>
          <p:spPr>
            <a:xfrm>
              <a:off x="1364859" y="3152513"/>
              <a:ext cx="3049500" cy="981300"/>
            </a:xfrm>
            <a:prstGeom prst="homePlate">
              <a:avLst>
                <a:gd name="adj" fmla="val 29403"/>
              </a:avLst>
            </a:pr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 name="Google Shape;664;p26"/>
            <p:cNvSpPr/>
            <p:nvPr/>
          </p:nvSpPr>
          <p:spPr>
            <a:xfrm>
              <a:off x="710274" y="3077051"/>
              <a:ext cx="1307100" cy="1132200"/>
            </a:xfrm>
            <a:prstGeom prst="hexagon">
              <a:avLst>
                <a:gd name="adj" fmla="val 28729"/>
                <a:gd name="vf" fmla="val 115470"/>
              </a:avLst>
            </a:prstGeom>
            <a:solidFill>
              <a:srgbClr val="FB8569">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 name="Google Shape;665;p26"/>
            <p:cNvSpPr/>
            <p:nvPr/>
          </p:nvSpPr>
          <p:spPr>
            <a:xfrm>
              <a:off x="883425" y="3227050"/>
              <a:ext cx="960900" cy="832200"/>
            </a:xfrm>
            <a:prstGeom prst="hexagon">
              <a:avLst>
                <a:gd name="adj" fmla="val 28729"/>
                <a:gd name="vf" fmla="val 11547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 name="Google Shape;666;p26"/>
            <p:cNvSpPr txBox="1"/>
            <p:nvPr/>
          </p:nvSpPr>
          <p:spPr>
            <a:xfrm>
              <a:off x="2017372" y="3484485"/>
              <a:ext cx="2079600" cy="5901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667" name="Google Shape;667;p26"/>
            <p:cNvSpPr txBox="1"/>
            <p:nvPr/>
          </p:nvSpPr>
          <p:spPr>
            <a:xfrm>
              <a:off x="2027025" y="3211725"/>
              <a:ext cx="2079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668" name="Google Shape;668;p26"/>
          <p:cNvGrpSpPr/>
          <p:nvPr/>
        </p:nvGrpSpPr>
        <p:grpSpPr>
          <a:xfrm>
            <a:off x="1555352" y="4598649"/>
            <a:ext cx="526157" cy="517840"/>
            <a:chOff x="4687894" y="2289713"/>
            <a:chExt cx="359594" cy="353909"/>
          </a:xfrm>
        </p:grpSpPr>
        <p:sp>
          <p:nvSpPr>
            <p:cNvPr id="669" name="Google Shape;669;p26"/>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 name="Google Shape;670;p26"/>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 name="Google Shape;671;p26"/>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672" name="Google Shape;672;p26"/>
          <p:cNvGrpSpPr/>
          <p:nvPr/>
        </p:nvGrpSpPr>
        <p:grpSpPr>
          <a:xfrm>
            <a:off x="6921490" y="4586446"/>
            <a:ext cx="542745" cy="542188"/>
            <a:chOff x="2497275" y="2744159"/>
            <a:chExt cx="370930" cy="370549"/>
          </a:xfrm>
        </p:grpSpPr>
        <p:sp>
          <p:nvSpPr>
            <p:cNvPr id="673" name="Google Shape;673;p26"/>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 name="Google Shape;674;p26"/>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 name="Google Shape;675;p26"/>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 name="Google Shape;676;p26"/>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 name="Google Shape;677;p26"/>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 name="Google Shape;678;p26"/>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679" name="Google Shape;679;p26"/>
          <p:cNvGrpSpPr/>
          <p:nvPr/>
        </p:nvGrpSpPr>
        <p:grpSpPr>
          <a:xfrm>
            <a:off x="1545748" y="2446142"/>
            <a:ext cx="545533" cy="501253"/>
            <a:chOff x="1952836" y="2774422"/>
            <a:chExt cx="372835" cy="342573"/>
          </a:xfrm>
        </p:grpSpPr>
        <p:sp>
          <p:nvSpPr>
            <p:cNvPr id="680" name="Google Shape;680;p26"/>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 name="Google Shape;681;p26"/>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 name="Google Shape;682;p26"/>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683" name="Google Shape;683;p26"/>
          <p:cNvGrpSpPr/>
          <p:nvPr/>
        </p:nvGrpSpPr>
        <p:grpSpPr>
          <a:xfrm>
            <a:off x="6919849" y="2475473"/>
            <a:ext cx="546044" cy="442569"/>
            <a:chOff x="5220616" y="2791061"/>
            <a:chExt cx="373185" cy="302466"/>
          </a:xfrm>
        </p:grpSpPr>
        <p:sp>
          <p:nvSpPr>
            <p:cNvPr id="684" name="Google Shape;684;p26"/>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 name="Google Shape;685;p26"/>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 name="Google Shape;686;p26"/>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 name="Google Shape;687;p26"/>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 name="Google Shape;688;p26"/>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 name="Google Shape;689;p26"/>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 name="Google Shape;690;p26"/>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 name="Google Shape;691;p26"/>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 name="Google Shape;692;p26"/>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 name="Google Shape;693;p26"/>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 name="Google Shape;694;p26"/>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 name="Google Shape;695;p26"/>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 name="Google Shape;696;p26"/>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 name="Google Shape;697;p26"/>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 name="Google Shape;698;p26"/>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 name="Google Shape;699;p26"/>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 name="Google Shape;700;p26"/>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 name="Google Shape;701;p26"/>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173213690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DAFB769F-4A1A-6273-92D5-F01C1AEE7D04}"/>
              </a:ext>
            </a:extLst>
          </p:cNvPr>
          <p:cNvGrpSpPr/>
          <p:nvPr/>
        </p:nvGrpSpPr>
        <p:grpSpPr>
          <a:xfrm>
            <a:off x="748838" y="1194828"/>
            <a:ext cx="10694323" cy="4720337"/>
            <a:chOff x="457200" y="1217325"/>
            <a:chExt cx="8229600" cy="3632440"/>
          </a:xfrm>
        </p:grpSpPr>
        <p:cxnSp>
          <p:nvCxnSpPr>
            <p:cNvPr id="5" name="Google Shape;1736;p37">
              <a:extLst>
                <a:ext uri="{FF2B5EF4-FFF2-40B4-BE49-F238E27FC236}">
                  <a16:creationId xmlns:a16="http://schemas.microsoft.com/office/drawing/2014/main" id="{CDC7788B-77D3-ACE1-5F49-01EA53F8F605}"/>
                </a:ext>
              </a:extLst>
            </p:cNvPr>
            <p:cNvCxnSpPr/>
            <p:nvPr/>
          </p:nvCxnSpPr>
          <p:spPr>
            <a:xfrm>
              <a:off x="4572000" y="1217325"/>
              <a:ext cx="0" cy="3568500"/>
            </a:xfrm>
            <a:prstGeom prst="straightConnector1">
              <a:avLst/>
            </a:prstGeom>
            <a:noFill/>
            <a:ln w="9525" cap="flat" cmpd="sng">
              <a:solidFill>
                <a:schemeClr val="bg1">
                  <a:lumMod val="65000"/>
                </a:schemeClr>
              </a:solidFill>
              <a:prstDash val="solid"/>
              <a:round/>
              <a:headEnd type="oval" w="med" len="med"/>
              <a:tailEnd type="oval" w="med" len="med"/>
            </a:ln>
          </p:spPr>
        </p:cxnSp>
        <p:grpSp>
          <p:nvGrpSpPr>
            <p:cNvPr id="6" name="Google Shape;1738;p37">
              <a:extLst>
                <a:ext uri="{FF2B5EF4-FFF2-40B4-BE49-F238E27FC236}">
                  <a16:creationId xmlns:a16="http://schemas.microsoft.com/office/drawing/2014/main" id="{5F4A9334-A681-DD08-FA84-3BD0737EDD51}"/>
                </a:ext>
              </a:extLst>
            </p:cNvPr>
            <p:cNvGrpSpPr/>
            <p:nvPr/>
          </p:nvGrpSpPr>
          <p:grpSpPr>
            <a:xfrm>
              <a:off x="457200" y="1298365"/>
              <a:ext cx="4785891" cy="1371600"/>
              <a:chOff x="457200" y="1298365"/>
              <a:chExt cx="4785891" cy="1371600"/>
            </a:xfrm>
          </p:grpSpPr>
          <p:grpSp>
            <p:nvGrpSpPr>
              <p:cNvPr id="52" name="Google Shape;1739;p37">
                <a:extLst>
                  <a:ext uri="{FF2B5EF4-FFF2-40B4-BE49-F238E27FC236}">
                    <a16:creationId xmlns:a16="http://schemas.microsoft.com/office/drawing/2014/main" id="{66862EDB-3CDC-8FD8-3D1D-74C7951558D8}"/>
                  </a:ext>
                </a:extLst>
              </p:cNvPr>
              <p:cNvGrpSpPr/>
              <p:nvPr/>
            </p:nvGrpSpPr>
            <p:grpSpPr>
              <a:xfrm>
                <a:off x="2145712" y="1298365"/>
                <a:ext cx="3092155" cy="1371600"/>
                <a:chOff x="1705261" y="2537550"/>
                <a:chExt cx="3092155" cy="1371600"/>
              </a:xfrm>
            </p:grpSpPr>
            <p:sp>
              <p:nvSpPr>
                <p:cNvPr id="65" name="Google Shape;1740;p37">
                  <a:extLst>
                    <a:ext uri="{FF2B5EF4-FFF2-40B4-BE49-F238E27FC236}">
                      <a16:creationId xmlns:a16="http://schemas.microsoft.com/office/drawing/2014/main" id="{0250EACC-A422-0F7B-7A17-1B01FFFA1496}"/>
                    </a:ext>
                  </a:extLst>
                </p:cNvPr>
                <p:cNvSpPr/>
                <p:nvPr/>
              </p:nvSpPr>
              <p:spPr>
                <a:xfrm rot="2700000">
                  <a:off x="1906127" y="2738416"/>
                  <a:ext cx="969868" cy="969868"/>
                </a:xfrm>
                <a:prstGeom prst="teardrop">
                  <a:avLst>
                    <a:gd name="adj" fmla="val 100000"/>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66" name="Google Shape;1741;p37">
                  <a:extLst>
                    <a:ext uri="{FF2B5EF4-FFF2-40B4-BE49-F238E27FC236}">
                      <a16:creationId xmlns:a16="http://schemas.microsoft.com/office/drawing/2014/main" id="{28A88123-5E19-B258-9B83-AE1001D013C9}"/>
                    </a:ext>
                  </a:extLst>
                </p:cNvPr>
                <p:cNvSpPr/>
                <p:nvPr/>
              </p:nvSpPr>
              <p:spPr>
                <a:xfrm>
                  <a:off x="3455216" y="3024000"/>
                  <a:ext cx="1342200" cy="398700"/>
                </a:xfrm>
                <a:prstGeom prst="roundRect">
                  <a:avLst>
                    <a:gd name="adj" fmla="val 50000"/>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67" name="Google Shape;1742;p37">
                  <a:extLst>
                    <a:ext uri="{FF2B5EF4-FFF2-40B4-BE49-F238E27FC236}">
                      <a16:creationId xmlns:a16="http://schemas.microsoft.com/office/drawing/2014/main" id="{E591F2D4-5EFD-44AD-052F-70ED5962A38D}"/>
                    </a:ext>
                  </a:extLst>
                </p:cNvPr>
                <p:cNvSpPr/>
                <p:nvPr/>
              </p:nvSpPr>
              <p:spPr>
                <a:xfrm>
                  <a:off x="3215488" y="3172800"/>
                  <a:ext cx="101100" cy="101100"/>
                </a:xfrm>
                <a:prstGeom prst="ellipse">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sp>
            <p:nvSpPr>
              <p:cNvPr id="53" name="Google Shape;1743;p37">
                <a:extLst>
                  <a:ext uri="{FF2B5EF4-FFF2-40B4-BE49-F238E27FC236}">
                    <a16:creationId xmlns:a16="http://schemas.microsoft.com/office/drawing/2014/main" id="{8C71E144-6C71-173E-DAFA-8D910507910A}"/>
                  </a:ext>
                </a:extLst>
              </p:cNvPr>
              <p:cNvSpPr/>
              <p:nvPr/>
            </p:nvSpPr>
            <p:spPr>
              <a:xfrm rot="2700000">
                <a:off x="2351802" y="1419487"/>
                <a:ext cx="969868" cy="969868"/>
              </a:xfrm>
              <a:prstGeom prst="teardrop">
                <a:avLst>
                  <a:gd name="adj" fmla="val 100000"/>
                </a:avLst>
              </a:pr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54" name="Google Shape;1744;p37">
                <a:extLst>
                  <a:ext uri="{FF2B5EF4-FFF2-40B4-BE49-F238E27FC236}">
                    <a16:creationId xmlns:a16="http://schemas.microsoft.com/office/drawing/2014/main" id="{BE5513DE-AFE0-D481-37C1-E29CB67D1F9F}"/>
                  </a:ext>
                </a:extLst>
              </p:cNvPr>
              <p:cNvSpPr/>
              <p:nvPr/>
            </p:nvSpPr>
            <p:spPr>
              <a:xfrm>
                <a:off x="3900891" y="1705071"/>
                <a:ext cx="1342200" cy="398700"/>
              </a:xfrm>
              <a:prstGeom prst="roundRect">
                <a:avLst>
                  <a:gd name="adj" fmla="val 50000"/>
                </a:avLst>
              </a:pr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white"/>
                    </a:solidFill>
                    <a:effectLst>
                      <a:outerShdw blurRad="38100" dist="38100" dir="2700000" algn="tl">
                        <a:srgbClr val="000000">
                          <a:alpha val="43137"/>
                        </a:srgbClr>
                      </a:outerShdw>
                    </a:effectLst>
                    <a:uLnTx/>
                    <a:uFillTx/>
                    <a:latin typeface="Lora" pitchFamily="2" charset="0"/>
                    <a:ea typeface="Fira Sans Extra Condensed Medium"/>
                    <a:cs typeface="Fira Sans Extra Condensed Medium"/>
                    <a:sym typeface="Fira Sans Extra Condensed Medium"/>
                  </a:rPr>
                  <a:t>Caption 1</a:t>
                </a:r>
                <a:endParaRPr kumimoji="0" sz="1800" b="1" i="0" u="none" strike="noStrike" kern="0" cap="none" spc="0" normalizeH="0" baseline="0" noProof="0">
                  <a:ln>
                    <a:noFill/>
                  </a:ln>
                  <a:solidFill>
                    <a:prstClr val="black"/>
                  </a:solidFill>
                  <a:effectLst>
                    <a:outerShdw blurRad="38100" dist="38100" dir="2700000" algn="tl">
                      <a:srgbClr val="000000">
                        <a:alpha val="43137"/>
                      </a:srgbClr>
                    </a:outerShdw>
                  </a:effectLst>
                  <a:uLnTx/>
                  <a:uFillTx/>
                  <a:latin typeface="Lora" pitchFamily="2" charset="0"/>
                </a:endParaRPr>
              </a:p>
            </p:txBody>
          </p:sp>
          <p:sp>
            <p:nvSpPr>
              <p:cNvPr id="55" name="Google Shape;1745;p37">
                <a:extLst>
                  <a:ext uri="{FF2B5EF4-FFF2-40B4-BE49-F238E27FC236}">
                    <a16:creationId xmlns:a16="http://schemas.microsoft.com/office/drawing/2014/main" id="{BC6D0871-B048-FA4E-1EE8-1C1D389DE223}"/>
                  </a:ext>
                </a:extLst>
              </p:cNvPr>
              <p:cNvSpPr txBox="1"/>
              <p:nvPr/>
            </p:nvSpPr>
            <p:spPr>
              <a:xfrm>
                <a:off x="457200" y="1639112"/>
                <a:ext cx="1805700" cy="552300"/>
              </a:xfrm>
              <a:prstGeom prst="rect">
                <a:avLst/>
              </a:prstGeom>
              <a:noFill/>
              <a:ln>
                <a:noFill/>
              </a:ln>
            </p:spPr>
            <p:txBody>
              <a:bodyPr spcFirstLastPara="1" wrap="square" lIns="91425" tIns="91425" rIns="91425" bIns="91425" anchor="ctr" anchorCtr="0">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prstClr val="black"/>
                    </a:solidFill>
                    <a:effectLst/>
                    <a:uLnTx/>
                    <a:uFillTx/>
                    <a:latin typeface="Lora" pitchFamily="2" charset="0"/>
                  </a:rPr>
                  <a:t>This slide is an editable slide with all your needs.  </a:t>
                </a:r>
              </a:p>
            </p:txBody>
          </p:sp>
          <p:sp>
            <p:nvSpPr>
              <p:cNvPr id="56" name="Google Shape;1746;p37">
                <a:extLst>
                  <a:ext uri="{FF2B5EF4-FFF2-40B4-BE49-F238E27FC236}">
                    <a16:creationId xmlns:a16="http://schemas.microsoft.com/office/drawing/2014/main" id="{4CBDB6E5-5978-374D-E5FF-E67C2EF4C5B5}"/>
                  </a:ext>
                </a:extLst>
              </p:cNvPr>
              <p:cNvSpPr/>
              <p:nvPr/>
            </p:nvSpPr>
            <p:spPr>
              <a:xfrm>
                <a:off x="3661163" y="1853871"/>
                <a:ext cx="101100" cy="101100"/>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nvGrpSpPr>
              <p:cNvPr id="57" name="Google Shape;1747;p37">
                <a:extLst>
                  <a:ext uri="{FF2B5EF4-FFF2-40B4-BE49-F238E27FC236}">
                    <a16:creationId xmlns:a16="http://schemas.microsoft.com/office/drawing/2014/main" id="{AD1D86DB-D9F1-5540-99E3-AF1AF7E7C7E8}"/>
                  </a:ext>
                </a:extLst>
              </p:cNvPr>
              <p:cNvGrpSpPr/>
              <p:nvPr/>
            </p:nvGrpSpPr>
            <p:grpSpPr>
              <a:xfrm>
                <a:off x="2634575" y="1702530"/>
                <a:ext cx="404299" cy="403796"/>
                <a:chOff x="2656907" y="2439293"/>
                <a:chExt cx="332757" cy="332343"/>
              </a:xfrm>
            </p:grpSpPr>
            <p:sp>
              <p:nvSpPr>
                <p:cNvPr id="58" name="Google Shape;1748;p37">
                  <a:extLst>
                    <a:ext uri="{FF2B5EF4-FFF2-40B4-BE49-F238E27FC236}">
                      <a16:creationId xmlns:a16="http://schemas.microsoft.com/office/drawing/2014/main" id="{D1DF027E-B001-0147-54FB-5F0382194C33}"/>
                    </a:ext>
                  </a:extLst>
                </p:cNvPr>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59" name="Google Shape;1749;p37">
                  <a:extLst>
                    <a:ext uri="{FF2B5EF4-FFF2-40B4-BE49-F238E27FC236}">
                      <a16:creationId xmlns:a16="http://schemas.microsoft.com/office/drawing/2014/main" id="{369315B4-2437-6C91-EF59-2BB59E40E39C}"/>
                    </a:ext>
                  </a:extLst>
                </p:cNvPr>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60" name="Google Shape;1750;p37">
                  <a:extLst>
                    <a:ext uri="{FF2B5EF4-FFF2-40B4-BE49-F238E27FC236}">
                      <a16:creationId xmlns:a16="http://schemas.microsoft.com/office/drawing/2014/main" id="{8BCBDE47-6E2D-A3B8-E8D4-62AC42CE0E48}"/>
                    </a:ext>
                  </a:extLst>
                </p:cNvPr>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61" name="Google Shape;1751;p37">
                  <a:extLst>
                    <a:ext uri="{FF2B5EF4-FFF2-40B4-BE49-F238E27FC236}">
                      <a16:creationId xmlns:a16="http://schemas.microsoft.com/office/drawing/2014/main" id="{2B28C289-F5E0-E7DD-5E8D-F5210B6E9A30}"/>
                    </a:ext>
                  </a:extLst>
                </p:cNvPr>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62" name="Google Shape;1752;p37">
                  <a:extLst>
                    <a:ext uri="{FF2B5EF4-FFF2-40B4-BE49-F238E27FC236}">
                      <a16:creationId xmlns:a16="http://schemas.microsoft.com/office/drawing/2014/main" id="{BF69E859-533A-ED93-A8C0-EA69554DDC50}"/>
                    </a:ext>
                  </a:extLst>
                </p:cNvPr>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63" name="Google Shape;1753;p37">
                  <a:extLst>
                    <a:ext uri="{FF2B5EF4-FFF2-40B4-BE49-F238E27FC236}">
                      <a16:creationId xmlns:a16="http://schemas.microsoft.com/office/drawing/2014/main" id="{031384D7-AC28-EE2A-5EFC-CAD5E024F58E}"/>
                    </a:ext>
                  </a:extLst>
                </p:cNvPr>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64" name="Google Shape;1754;p37">
                  <a:extLst>
                    <a:ext uri="{FF2B5EF4-FFF2-40B4-BE49-F238E27FC236}">
                      <a16:creationId xmlns:a16="http://schemas.microsoft.com/office/drawing/2014/main" id="{F6FA4AB7-ED61-C73B-1382-A685B7B08F1E}"/>
                    </a:ext>
                  </a:extLst>
                </p:cNvPr>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grpSp>
        <p:grpSp>
          <p:nvGrpSpPr>
            <p:cNvPr id="7" name="Google Shape;1755;p37">
              <a:extLst>
                <a:ext uri="{FF2B5EF4-FFF2-40B4-BE49-F238E27FC236}">
                  <a16:creationId xmlns:a16="http://schemas.microsoft.com/office/drawing/2014/main" id="{97FF2D41-C0C5-6EC4-DE70-0FD74DC220BE}"/>
                </a:ext>
              </a:extLst>
            </p:cNvPr>
            <p:cNvGrpSpPr/>
            <p:nvPr/>
          </p:nvGrpSpPr>
          <p:grpSpPr>
            <a:xfrm>
              <a:off x="3900900" y="2022590"/>
              <a:ext cx="4785900" cy="1371600"/>
              <a:chOff x="3900900" y="2022590"/>
              <a:chExt cx="4785900" cy="1371600"/>
            </a:xfrm>
          </p:grpSpPr>
          <p:grpSp>
            <p:nvGrpSpPr>
              <p:cNvPr id="38" name="Google Shape;1756;p37">
                <a:extLst>
                  <a:ext uri="{FF2B5EF4-FFF2-40B4-BE49-F238E27FC236}">
                    <a16:creationId xmlns:a16="http://schemas.microsoft.com/office/drawing/2014/main" id="{8A9518E9-CDF2-8697-81DF-299752C0075A}"/>
                  </a:ext>
                </a:extLst>
              </p:cNvPr>
              <p:cNvGrpSpPr/>
              <p:nvPr/>
            </p:nvGrpSpPr>
            <p:grpSpPr>
              <a:xfrm flipH="1">
                <a:off x="3900912" y="2022590"/>
                <a:ext cx="3092155" cy="1371600"/>
                <a:chOff x="1705261" y="2537550"/>
                <a:chExt cx="3092155" cy="1371600"/>
              </a:xfrm>
            </p:grpSpPr>
            <p:sp>
              <p:nvSpPr>
                <p:cNvPr id="49" name="Google Shape;1757;p37">
                  <a:extLst>
                    <a:ext uri="{FF2B5EF4-FFF2-40B4-BE49-F238E27FC236}">
                      <a16:creationId xmlns:a16="http://schemas.microsoft.com/office/drawing/2014/main" id="{0810161A-BE15-C0B1-E1D9-6D23C5375B7A}"/>
                    </a:ext>
                  </a:extLst>
                </p:cNvPr>
                <p:cNvSpPr/>
                <p:nvPr/>
              </p:nvSpPr>
              <p:spPr>
                <a:xfrm rot="2700000">
                  <a:off x="1906127" y="2738416"/>
                  <a:ext cx="969868" cy="969868"/>
                </a:xfrm>
                <a:prstGeom prst="teardrop">
                  <a:avLst>
                    <a:gd name="adj" fmla="val 100000"/>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50" name="Google Shape;1758;p37">
                  <a:extLst>
                    <a:ext uri="{FF2B5EF4-FFF2-40B4-BE49-F238E27FC236}">
                      <a16:creationId xmlns:a16="http://schemas.microsoft.com/office/drawing/2014/main" id="{F2D732F6-2CD7-6889-AFA8-8ABEF6C66CB1}"/>
                    </a:ext>
                  </a:extLst>
                </p:cNvPr>
                <p:cNvSpPr/>
                <p:nvPr/>
              </p:nvSpPr>
              <p:spPr>
                <a:xfrm>
                  <a:off x="3455216" y="3024000"/>
                  <a:ext cx="1342200" cy="398700"/>
                </a:xfrm>
                <a:prstGeom prst="roundRect">
                  <a:avLst>
                    <a:gd name="adj" fmla="val 50000"/>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51" name="Google Shape;1759;p37">
                  <a:extLst>
                    <a:ext uri="{FF2B5EF4-FFF2-40B4-BE49-F238E27FC236}">
                      <a16:creationId xmlns:a16="http://schemas.microsoft.com/office/drawing/2014/main" id="{367A9B26-FE03-9F9C-CC62-770C33BDC1BC}"/>
                    </a:ext>
                  </a:extLst>
                </p:cNvPr>
                <p:cNvSpPr/>
                <p:nvPr/>
              </p:nvSpPr>
              <p:spPr>
                <a:xfrm>
                  <a:off x="3215488" y="3172800"/>
                  <a:ext cx="101100" cy="101100"/>
                </a:xfrm>
                <a:prstGeom prst="ellipse">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sp>
            <p:nvSpPr>
              <p:cNvPr id="39" name="Google Shape;1760;p37">
                <a:extLst>
                  <a:ext uri="{FF2B5EF4-FFF2-40B4-BE49-F238E27FC236}">
                    <a16:creationId xmlns:a16="http://schemas.microsoft.com/office/drawing/2014/main" id="{6ED1AA93-6FF6-F539-5068-73BF5C23F221}"/>
                  </a:ext>
                </a:extLst>
              </p:cNvPr>
              <p:cNvSpPr/>
              <p:nvPr/>
            </p:nvSpPr>
            <p:spPr>
              <a:xfrm rot="-2700000" flipH="1">
                <a:off x="5822322" y="2147273"/>
                <a:ext cx="969868" cy="969868"/>
              </a:xfrm>
              <a:prstGeom prst="teardrop">
                <a:avLst>
                  <a:gd name="adj" fmla="val 100000"/>
                </a:avLst>
              </a:pr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40" name="Google Shape;1761;p37">
                <a:extLst>
                  <a:ext uri="{FF2B5EF4-FFF2-40B4-BE49-F238E27FC236}">
                    <a16:creationId xmlns:a16="http://schemas.microsoft.com/office/drawing/2014/main" id="{80F0F726-9193-80B9-4FAE-9F2BD18FE81D}"/>
                  </a:ext>
                </a:extLst>
              </p:cNvPr>
              <p:cNvSpPr/>
              <p:nvPr/>
            </p:nvSpPr>
            <p:spPr>
              <a:xfrm flipH="1">
                <a:off x="3900900" y="2432857"/>
                <a:ext cx="1342200" cy="398700"/>
              </a:xfrm>
              <a:prstGeom prst="roundRect">
                <a:avLst>
                  <a:gd name="adj" fmla="val 50000"/>
                </a:avLst>
              </a:pr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white"/>
                    </a:solidFill>
                    <a:effectLst>
                      <a:outerShdw blurRad="38100" dist="38100" dir="2700000" algn="tl">
                        <a:srgbClr val="000000">
                          <a:alpha val="43137"/>
                        </a:srgbClr>
                      </a:outerShdw>
                    </a:effectLst>
                    <a:uLnTx/>
                    <a:uFillTx/>
                    <a:latin typeface="Lora" pitchFamily="2" charset="0"/>
                    <a:ea typeface="Fira Sans Extra Condensed Medium"/>
                    <a:cs typeface="Fira Sans Extra Condensed Medium"/>
                    <a:sym typeface="Fira Sans Extra Condensed Medium"/>
                  </a:rPr>
                  <a:t>Caption 2</a:t>
                </a:r>
                <a:endParaRPr kumimoji="0" sz="1800" b="1" i="0" u="none" strike="noStrike" kern="0" cap="none" spc="0" normalizeH="0" baseline="0" noProof="0">
                  <a:ln>
                    <a:noFill/>
                  </a:ln>
                  <a:solidFill>
                    <a:prstClr val="black"/>
                  </a:solidFill>
                  <a:effectLst>
                    <a:outerShdw blurRad="38100" dist="38100" dir="2700000" algn="tl">
                      <a:srgbClr val="000000">
                        <a:alpha val="43137"/>
                      </a:srgbClr>
                    </a:outerShdw>
                  </a:effectLst>
                  <a:uLnTx/>
                  <a:uFillTx/>
                  <a:latin typeface="Lora" pitchFamily="2" charset="0"/>
                </a:endParaRPr>
              </a:p>
            </p:txBody>
          </p:sp>
          <p:sp>
            <p:nvSpPr>
              <p:cNvPr id="41" name="Google Shape;1762;p37">
                <a:extLst>
                  <a:ext uri="{FF2B5EF4-FFF2-40B4-BE49-F238E27FC236}">
                    <a16:creationId xmlns:a16="http://schemas.microsoft.com/office/drawing/2014/main" id="{081C58E7-19A0-2448-0FBF-36C69788AD7D}"/>
                  </a:ext>
                </a:extLst>
              </p:cNvPr>
              <p:cNvSpPr txBox="1"/>
              <p:nvPr/>
            </p:nvSpPr>
            <p:spPr>
              <a:xfrm flipH="1">
                <a:off x="6881100" y="2366887"/>
                <a:ext cx="1805700" cy="552300"/>
              </a:xfrm>
              <a:prstGeom prst="rect">
                <a:avLst/>
              </a:prstGeom>
              <a:no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prstClr val="black"/>
                    </a:solidFill>
                    <a:effectLst/>
                    <a:uLnTx/>
                    <a:uFillTx/>
                    <a:latin typeface="Lora" pitchFamily="2" charset="0"/>
                  </a:rPr>
                  <a:t>This slide is an editable slide with all your needs.  </a:t>
                </a:r>
              </a:p>
            </p:txBody>
          </p:sp>
          <p:sp>
            <p:nvSpPr>
              <p:cNvPr id="42" name="Google Shape;1763;p37">
                <a:extLst>
                  <a:ext uri="{FF2B5EF4-FFF2-40B4-BE49-F238E27FC236}">
                    <a16:creationId xmlns:a16="http://schemas.microsoft.com/office/drawing/2014/main" id="{304557A0-1EA1-997E-254B-48C3ABD87B10}"/>
                  </a:ext>
                </a:extLst>
              </p:cNvPr>
              <p:cNvSpPr/>
              <p:nvPr/>
            </p:nvSpPr>
            <p:spPr>
              <a:xfrm flipH="1">
                <a:off x="5381728" y="2581657"/>
                <a:ext cx="101100" cy="101100"/>
              </a:xfrm>
              <a:prstGeom prst="ellipse">
                <a:avLst/>
              </a:prstGeom>
              <a:solidFill>
                <a:schemeClr val="accent3"/>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nvGrpSpPr>
              <p:cNvPr id="43" name="Google Shape;1764;p37">
                <a:extLst>
                  <a:ext uri="{FF2B5EF4-FFF2-40B4-BE49-F238E27FC236}">
                    <a16:creationId xmlns:a16="http://schemas.microsoft.com/office/drawing/2014/main" id="{400DAD13-9F0D-CB99-1CE2-03C6B41B764D}"/>
                  </a:ext>
                </a:extLst>
              </p:cNvPr>
              <p:cNvGrpSpPr/>
              <p:nvPr/>
            </p:nvGrpSpPr>
            <p:grpSpPr>
              <a:xfrm>
                <a:off x="6088998" y="2428221"/>
                <a:ext cx="436512" cy="407973"/>
                <a:chOff x="1748582" y="3372635"/>
                <a:chExt cx="359269" cy="335780"/>
              </a:xfrm>
            </p:grpSpPr>
            <p:sp>
              <p:nvSpPr>
                <p:cNvPr id="44" name="Google Shape;1765;p37">
                  <a:extLst>
                    <a:ext uri="{FF2B5EF4-FFF2-40B4-BE49-F238E27FC236}">
                      <a16:creationId xmlns:a16="http://schemas.microsoft.com/office/drawing/2014/main" id="{EBF2AE82-44E0-F060-D839-D8B3EC685478}"/>
                    </a:ext>
                  </a:extLst>
                </p:cNvPr>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nvGrpSpPr>
                <p:cNvPr id="45" name="Google Shape;1766;p37">
                  <a:extLst>
                    <a:ext uri="{FF2B5EF4-FFF2-40B4-BE49-F238E27FC236}">
                      <a16:creationId xmlns:a16="http://schemas.microsoft.com/office/drawing/2014/main" id="{63167B44-C58F-BBF2-0497-026D70EADE0F}"/>
                    </a:ext>
                  </a:extLst>
                </p:cNvPr>
                <p:cNvGrpSpPr/>
                <p:nvPr/>
              </p:nvGrpSpPr>
              <p:grpSpPr>
                <a:xfrm>
                  <a:off x="1748582" y="3372635"/>
                  <a:ext cx="333520" cy="335780"/>
                  <a:chOff x="1748582" y="3372635"/>
                  <a:chExt cx="333520" cy="335780"/>
                </a:xfrm>
              </p:grpSpPr>
              <p:sp>
                <p:nvSpPr>
                  <p:cNvPr id="46" name="Google Shape;1767;p37">
                    <a:extLst>
                      <a:ext uri="{FF2B5EF4-FFF2-40B4-BE49-F238E27FC236}">
                        <a16:creationId xmlns:a16="http://schemas.microsoft.com/office/drawing/2014/main" id="{8A1B4E3F-70C3-EE4D-CB30-D8C4DBF351A9}"/>
                      </a:ext>
                    </a:extLst>
                  </p:cNvPr>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47" name="Google Shape;1768;p37">
                    <a:extLst>
                      <a:ext uri="{FF2B5EF4-FFF2-40B4-BE49-F238E27FC236}">
                        <a16:creationId xmlns:a16="http://schemas.microsoft.com/office/drawing/2014/main" id="{4B285C12-80D5-A5FE-2982-31A40ACDF050}"/>
                      </a:ext>
                    </a:extLst>
                  </p:cNvPr>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48" name="Google Shape;1769;p37">
                    <a:extLst>
                      <a:ext uri="{FF2B5EF4-FFF2-40B4-BE49-F238E27FC236}">
                        <a16:creationId xmlns:a16="http://schemas.microsoft.com/office/drawing/2014/main" id="{B75DF03A-5BF2-B553-A117-0C36827D3C71}"/>
                      </a:ext>
                    </a:extLst>
                  </p:cNvPr>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grpSp>
        </p:grpSp>
        <p:grpSp>
          <p:nvGrpSpPr>
            <p:cNvPr id="8" name="Google Shape;1770;p37">
              <a:extLst>
                <a:ext uri="{FF2B5EF4-FFF2-40B4-BE49-F238E27FC236}">
                  <a16:creationId xmlns:a16="http://schemas.microsoft.com/office/drawing/2014/main" id="{7955005D-7B57-8A78-0E60-93DAD0FD01AE}"/>
                </a:ext>
              </a:extLst>
            </p:cNvPr>
            <p:cNvGrpSpPr/>
            <p:nvPr/>
          </p:nvGrpSpPr>
          <p:grpSpPr>
            <a:xfrm>
              <a:off x="457200" y="2750390"/>
              <a:ext cx="4785891" cy="1371600"/>
              <a:chOff x="457200" y="2750390"/>
              <a:chExt cx="4785891" cy="1371600"/>
            </a:xfrm>
          </p:grpSpPr>
          <p:grpSp>
            <p:nvGrpSpPr>
              <p:cNvPr id="25" name="Google Shape;1771;p37">
                <a:extLst>
                  <a:ext uri="{FF2B5EF4-FFF2-40B4-BE49-F238E27FC236}">
                    <a16:creationId xmlns:a16="http://schemas.microsoft.com/office/drawing/2014/main" id="{92D1B18C-B6DA-CC50-489A-4EC99D979649}"/>
                  </a:ext>
                </a:extLst>
              </p:cNvPr>
              <p:cNvGrpSpPr/>
              <p:nvPr/>
            </p:nvGrpSpPr>
            <p:grpSpPr>
              <a:xfrm>
                <a:off x="2145712" y="2750390"/>
                <a:ext cx="3092155" cy="1371600"/>
                <a:chOff x="1705261" y="2537550"/>
                <a:chExt cx="3092155" cy="1371600"/>
              </a:xfrm>
            </p:grpSpPr>
            <p:sp>
              <p:nvSpPr>
                <p:cNvPr id="35" name="Google Shape;1772;p37">
                  <a:extLst>
                    <a:ext uri="{FF2B5EF4-FFF2-40B4-BE49-F238E27FC236}">
                      <a16:creationId xmlns:a16="http://schemas.microsoft.com/office/drawing/2014/main" id="{A4E9B8FF-A9DD-2485-AAF1-20CFA572810E}"/>
                    </a:ext>
                  </a:extLst>
                </p:cNvPr>
                <p:cNvSpPr/>
                <p:nvPr/>
              </p:nvSpPr>
              <p:spPr>
                <a:xfrm rot="2700000">
                  <a:off x="1906127" y="2738416"/>
                  <a:ext cx="969868" cy="969868"/>
                </a:xfrm>
                <a:prstGeom prst="teardrop">
                  <a:avLst>
                    <a:gd name="adj" fmla="val 100000"/>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36" name="Google Shape;1773;p37">
                  <a:extLst>
                    <a:ext uri="{FF2B5EF4-FFF2-40B4-BE49-F238E27FC236}">
                      <a16:creationId xmlns:a16="http://schemas.microsoft.com/office/drawing/2014/main" id="{A2CB16A9-9232-3C5C-884C-64CEA6B0EC6D}"/>
                    </a:ext>
                  </a:extLst>
                </p:cNvPr>
                <p:cNvSpPr/>
                <p:nvPr/>
              </p:nvSpPr>
              <p:spPr>
                <a:xfrm>
                  <a:off x="3455216" y="3024000"/>
                  <a:ext cx="1342200" cy="398700"/>
                </a:xfrm>
                <a:prstGeom prst="roundRect">
                  <a:avLst>
                    <a:gd name="adj" fmla="val 50000"/>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37" name="Google Shape;1774;p37">
                  <a:extLst>
                    <a:ext uri="{FF2B5EF4-FFF2-40B4-BE49-F238E27FC236}">
                      <a16:creationId xmlns:a16="http://schemas.microsoft.com/office/drawing/2014/main" id="{51741345-C009-5743-FA42-D417213C7CAE}"/>
                    </a:ext>
                  </a:extLst>
                </p:cNvPr>
                <p:cNvSpPr/>
                <p:nvPr/>
              </p:nvSpPr>
              <p:spPr>
                <a:xfrm>
                  <a:off x="3215488" y="3172800"/>
                  <a:ext cx="101100" cy="101100"/>
                </a:xfrm>
                <a:prstGeom prst="ellipse">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sp>
            <p:nvSpPr>
              <p:cNvPr id="26" name="Google Shape;1775;p37">
                <a:extLst>
                  <a:ext uri="{FF2B5EF4-FFF2-40B4-BE49-F238E27FC236}">
                    <a16:creationId xmlns:a16="http://schemas.microsoft.com/office/drawing/2014/main" id="{F0FEEBA4-D61F-E144-58D8-7D08E3BE1C4E}"/>
                  </a:ext>
                </a:extLst>
              </p:cNvPr>
              <p:cNvSpPr/>
              <p:nvPr/>
            </p:nvSpPr>
            <p:spPr>
              <a:xfrm rot="2700000">
                <a:off x="2351802" y="2875059"/>
                <a:ext cx="969868" cy="969868"/>
              </a:xfrm>
              <a:prstGeom prst="teardrop">
                <a:avLst>
                  <a:gd name="adj" fmla="val 100000"/>
                </a:avLst>
              </a:pr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27" name="Google Shape;1776;p37">
                <a:extLst>
                  <a:ext uri="{FF2B5EF4-FFF2-40B4-BE49-F238E27FC236}">
                    <a16:creationId xmlns:a16="http://schemas.microsoft.com/office/drawing/2014/main" id="{A7FA4A98-AE53-4BC6-94C8-B17E971DF238}"/>
                  </a:ext>
                </a:extLst>
              </p:cNvPr>
              <p:cNvSpPr/>
              <p:nvPr/>
            </p:nvSpPr>
            <p:spPr>
              <a:xfrm>
                <a:off x="3900891" y="3160643"/>
                <a:ext cx="1342200" cy="398700"/>
              </a:xfrm>
              <a:prstGeom prst="roundRect">
                <a:avLst>
                  <a:gd name="adj" fmla="val 50000"/>
                </a:avLst>
              </a:pr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white"/>
                    </a:solidFill>
                    <a:effectLst>
                      <a:outerShdw blurRad="38100" dist="38100" dir="2700000" algn="tl">
                        <a:srgbClr val="000000">
                          <a:alpha val="43137"/>
                        </a:srgbClr>
                      </a:outerShdw>
                    </a:effectLst>
                    <a:uLnTx/>
                    <a:uFillTx/>
                    <a:latin typeface="Lora" pitchFamily="2" charset="0"/>
                    <a:ea typeface="Fira Sans Extra Condensed Medium"/>
                    <a:cs typeface="Fira Sans Extra Condensed Medium"/>
                    <a:sym typeface="Fira Sans Extra Condensed Medium"/>
                  </a:rPr>
                  <a:t>Caption 3 </a:t>
                </a:r>
                <a:endParaRPr kumimoji="0" sz="1800" b="1" i="0" u="none" strike="noStrike" kern="0" cap="none" spc="0" normalizeH="0" baseline="0" noProof="0">
                  <a:ln>
                    <a:noFill/>
                  </a:ln>
                  <a:solidFill>
                    <a:prstClr val="black"/>
                  </a:solidFill>
                  <a:effectLst>
                    <a:outerShdw blurRad="38100" dist="38100" dir="2700000" algn="tl">
                      <a:srgbClr val="000000">
                        <a:alpha val="43137"/>
                      </a:srgbClr>
                    </a:outerShdw>
                  </a:effectLst>
                  <a:uLnTx/>
                  <a:uFillTx/>
                  <a:latin typeface="Lora" pitchFamily="2" charset="0"/>
                </a:endParaRPr>
              </a:p>
            </p:txBody>
          </p:sp>
          <p:sp>
            <p:nvSpPr>
              <p:cNvPr id="28" name="Google Shape;1777;p37">
                <a:extLst>
                  <a:ext uri="{FF2B5EF4-FFF2-40B4-BE49-F238E27FC236}">
                    <a16:creationId xmlns:a16="http://schemas.microsoft.com/office/drawing/2014/main" id="{8F417C36-AB63-B7D5-8F17-77262DBB0AB2}"/>
                  </a:ext>
                </a:extLst>
              </p:cNvPr>
              <p:cNvSpPr txBox="1"/>
              <p:nvPr/>
            </p:nvSpPr>
            <p:spPr>
              <a:xfrm>
                <a:off x="457200" y="3094686"/>
                <a:ext cx="1805700" cy="552300"/>
              </a:xfrm>
              <a:prstGeom prst="rect">
                <a:avLst/>
              </a:prstGeom>
              <a:noFill/>
              <a:ln>
                <a:noFill/>
              </a:ln>
            </p:spPr>
            <p:txBody>
              <a:bodyPr spcFirstLastPara="1" wrap="square" lIns="91425" tIns="91425" rIns="91425" bIns="91425" anchor="ctr" anchorCtr="0">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prstClr val="black"/>
                    </a:solidFill>
                    <a:effectLst/>
                    <a:uLnTx/>
                    <a:uFillTx/>
                    <a:latin typeface="Lora" pitchFamily="2" charset="0"/>
                  </a:rPr>
                  <a:t>This slide is an editable slide with all your needs.  </a:t>
                </a:r>
              </a:p>
            </p:txBody>
          </p:sp>
          <p:sp>
            <p:nvSpPr>
              <p:cNvPr id="29" name="Google Shape;1778;p37">
                <a:extLst>
                  <a:ext uri="{FF2B5EF4-FFF2-40B4-BE49-F238E27FC236}">
                    <a16:creationId xmlns:a16="http://schemas.microsoft.com/office/drawing/2014/main" id="{EACAD9BA-A697-C65C-9BDC-8F95FE791ECE}"/>
                  </a:ext>
                </a:extLst>
              </p:cNvPr>
              <p:cNvSpPr/>
              <p:nvPr/>
            </p:nvSpPr>
            <p:spPr>
              <a:xfrm>
                <a:off x="3661163" y="3309443"/>
                <a:ext cx="101100" cy="101100"/>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nvGrpSpPr>
              <p:cNvPr id="30" name="Google Shape;1779;p37">
                <a:extLst>
                  <a:ext uri="{FF2B5EF4-FFF2-40B4-BE49-F238E27FC236}">
                    <a16:creationId xmlns:a16="http://schemas.microsoft.com/office/drawing/2014/main" id="{F869F51C-387C-CECA-81AA-4CD25343875E}"/>
                  </a:ext>
                </a:extLst>
              </p:cNvPr>
              <p:cNvGrpSpPr/>
              <p:nvPr/>
            </p:nvGrpSpPr>
            <p:grpSpPr>
              <a:xfrm>
                <a:off x="2676010" y="3145418"/>
                <a:ext cx="321428" cy="429164"/>
                <a:chOff x="903530" y="3806125"/>
                <a:chExt cx="264550" cy="353222"/>
              </a:xfrm>
            </p:grpSpPr>
            <p:sp>
              <p:nvSpPr>
                <p:cNvPr id="31" name="Google Shape;1780;p37">
                  <a:extLst>
                    <a:ext uri="{FF2B5EF4-FFF2-40B4-BE49-F238E27FC236}">
                      <a16:creationId xmlns:a16="http://schemas.microsoft.com/office/drawing/2014/main" id="{C3A2954F-8850-E0F2-EFD3-88B30BC0EF37}"/>
                    </a:ext>
                  </a:extLst>
                </p:cNvPr>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32" name="Google Shape;1781;p37">
                  <a:extLst>
                    <a:ext uri="{FF2B5EF4-FFF2-40B4-BE49-F238E27FC236}">
                      <a16:creationId xmlns:a16="http://schemas.microsoft.com/office/drawing/2014/main" id="{77CA37F8-D5D2-7742-A339-CAF7B9C10F21}"/>
                    </a:ext>
                  </a:extLst>
                </p:cNvPr>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33" name="Google Shape;1782;p37">
                  <a:extLst>
                    <a:ext uri="{FF2B5EF4-FFF2-40B4-BE49-F238E27FC236}">
                      <a16:creationId xmlns:a16="http://schemas.microsoft.com/office/drawing/2014/main" id="{A9C98F90-75CE-896E-21D3-F781F5910E64}"/>
                    </a:ext>
                  </a:extLst>
                </p:cNvPr>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34" name="Google Shape;1783;p37">
                  <a:extLst>
                    <a:ext uri="{FF2B5EF4-FFF2-40B4-BE49-F238E27FC236}">
                      <a16:creationId xmlns:a16="http://schemas.microsoft.com/office/drawing/2014/main" id="{C15A6990-D533-BA7C-85A5-55E0EB565FF7}"/>
                    </a:ext>
                  </a:extLst>
                </p:cNvPr>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grpSp>
        <p:grpSp>
          <p:nvGrpSpPr>
            <p:cNvPr id="9" name="Google Shape;1784;p37">
              <a:extLst>
                <a:ext uri="{FF2B5EF4-FFF2-40B4-BE49-F238E27FC236}">
                  <a16:creationId xmlns:a16="http://schemas.microsoft.com/office/drawing/2014/main" id="{2D98776E-28C3-6FF5-B34D-F72C8DF1DB90}"/>
                </a:ext>
              </a:extLst>
            </p:cNvPr>
            <p:cNvGrpSpPr/>
            <p:nvPr/>
          </p:nvGrpSpPr>
          <p:grpSpPr>
            <a:xfrm>
              <a:off x="3900900" y="3478165"/>
              <a:ext cx="4785900" cy="1371600"/>
              <a:chOff x="3900900" y="3478165"/>
              <a:chExt cx="4785900" cy="1371600"/>
            </a:xfrm>
          </p:grpSpPr>
          <p:grpSp>
            <p:nvGrpSpPr>
              <p:cNvPr id="10" name="Google Shape;1785;p37">
                <a:extLst>
                  <a:ext uri="{FF2B5EF4-FFF2-40B4-BE49-F238E27FC236}">
                    <a16:creationId xmlns:a16="http://schemas.microsoft.com/office/drawing/2014/main" id="{C1D8D3C7-66F0-F459-30BD-F3744A88B11A}"/>
                  </a:ext>
                </a:extLst>
              </p:cNvPr>
              <p:cNvGrpSpPr/>
              <p:nvPr/>
            </p:nvGrpSpPr>
            <p:grpSpPr>
              <a:xfrm flipH="1">
                <a:off x="3900912" y="3478165"/>
                <a:ext cx="3092155" cy="1371600"/>
                <a:chOff x="1705261" y="2537550"/>
                <a:chExt cx="3092155" cy="1371600"/>
              </a:xfrm>
            </p:grpSpPr>
            <p:sp>
              <p:nvSpPr>
                <p:cNvPr id="22" name="Google Shape;1786;p37">
                  <a:extLst>
                    <a:ext uri="{FF2B5EF4-FFF2-40B4-BE49-F238E27FC236}">
                      <a16:creationId xmlns:a16="http://schemas.microsoft.com/office/drawing/2014/main" id="{EEC92F69-87B8-16ED-6C56-7081E42B276F}"/>
                    </a:ext>
                  </a:extLst>
                </p:cNvPr>
                <p:cNvSpPr/>
                <p:nvPr/>
              </p:nvSpPr>
              <p:spPr>
                <a:xfrm rot="2700000">
                  <a:off x="1906127" y="2738416"/>
                  <a:ext cx="969868" cy="969868"/>
                </a:xfrm>
                <a:prstGeom prst="teardrop">
                  <a:avLst>
                    <a:gd name="adj" fmla="val 100000"/>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23" name="Google Shape;1787;p37">
                  <a:extLst>
                    <a:ext uri="{FF2B5EF4-FFF2-40B4-BE49-F238E27FC236}">
                      <a16:creationId xmlns:a16="http://schemas.microsoft.com/office/drawing/2014/main" id="{6B45D409-8CA5-D47A-D16A-EBB3689AC90D}"/>
                    </a:ext>
                  </a:extLst>
                </p:cNvPr>
                <p:cNvSpPr/>
                <p:nvPr/>
              </p:nvSpPr>
              <p:spPr>
                <a:xfrm>
                  <a:off x="3455216" y="3024000"/>
                  <a:ext cx="1342200" cy="398700"/>
                </a:xfrm>
                <a:prstGeom prst="roundRect">
                  <a:avLst>
                    <a:gd name="adj" fmla="val 50000"/>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24" name="Google Shape;1788;p37">
                  <a:extLst>
                    <a:ext uri="{FF2B5EF4-FFF2-40B4-BE49-F238E27FC236}">
                      <a16:creationId xmlns:a16="http://schemas.microsoft.com/office/drawing/2014/main" id="{3FC945F3-2EA4-7274-FBFD-0BF609CB2025}"/>
                    </a:ext>
                  </a:extLst>
                </p:cNvPr>
                <p:cNvSpPr/>
                <p:nvPr/>
              </p:nvSpPr>
              <p:spPr>
                <a:xfrm>
                  <a:off x="3215488" y="3172800"/>
                  <a:ext cx="101100" cy="101100"/>
                </a:xfrm>
                <a:prstGeom prst="ellipse">
                  <a:avLst/>
                </a:prstGeom>
                <a:solidFill>
                  <a:srgbClr val="000000">
                    <a:alpha val="833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sp>
            <p:nvSpPr>
              <p:cNvPr id="11" name="Google Shape;1789;p37">
                <a:extLst>
                  <a:ext uri="{FF2B5EF4-FFF2-40B4-BE49-F238E27FC236}">
                    <a16:creationId xmlns:a16="http://schemas.microsoft.com/office/drawing/2014/main" id="{C3001F87-6EBE-8223-103E-AFC0624C0AB2}"/>
                  </a:ext>
                </a:extLst>
              </p:cNvPr>
              <p:cNvSpPr/>
              <p:nvPr/>
            </p:nvSpPr>
            <p:spPr>
              <a:xfrm rot="-2700000" flipH="1">
                <a:off x="5822322" y="3602845"/>
                <a:ext cx="969868" cy="969868"/>
              </a:xfrm>
              <a:prstGeom prst="teardrop">
                <a:avLst>
                  <a:gd name="adj" fmla="val 100000"/>
                </a:avLst>
              </a:pr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12" name="Google Shape;1790;p37">
                <a:extLst>
                  <a:ext uri="{FF2B5EF4-FFF2-40B4-BE49-F238E27FC236}">
                    <a16:creationId xmlns:a16="http://schemas.microsoft.com/office/drawing/2014/main" id="{A871C5E8-6EF1-EB22-2DD5-40D2D0A2CA91}"/>
                  </a:ext>
                </a:extLst>
              </p:cNvPr>
              <p:cNvSpPr/>
              <p:nvPr/>
            </p:nvSpPr>
            <p:spPr>
              <a:xfrm flipH="1">
                <a:off x="3900900" y="3888429"/>
                <a:ext cx="1342200" cy="398700"/>
              </a:xfrm>
              <a:prstGeom prst="roundRect">
                <a:avLst>
                  <a:gd name="adj" fmla="val 50000"/>
                </a:avLst>
              </a:pr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white"/>
                    </a:solidFill>
                    <a:effectLst>
                      <a:outerShdw blurRad="38100" dist="38100" dir="2700000" algn="tl">
                        <a:srgbClr val="000000">
                          <a:alpha val="43137"/>
                        </a:srgbClr>
                      </a:outerShdw>
                    </a:effectLst>
                    <a:uLnTx/>
                    <a:uFillTx/>
                    <a:latin typeface="Lora" pitchFamily="2" charset="0"/>
                    <a:ea typeface="Fira Sans Extra Condensed Medium"/>
                    <a:cs typeface="Fira Sans Extra Condensed Medium"/>
                    <a:sym typeface="Fira Sans Extra Condensed Medium"/>
                  </a:rPr>
                  <a:t>Caption 4</a:t>
                </a:r>
                <a:endParaRPr kumimoji="0" sz="1800" b="1" i="0" u="none" strike="noStrike" kern="0" cap="none" spc="0" normalizeH="0" baseline="0" noProof="0">
                  <a:ln>
                    <a:noFill/>
                  </a:ln>
                  <a:solidFill>
                    <a:prstClr val="black"/>
                  </a:solidFill>
                  <a:effectLst>
                    <a:outerShdw blurRad="38100" dist="38100" dir="2700000" algn="tl">
                      <a:srgbClr val="000000">
                        <a:alpha val="43137"/>
                      </a:srgbClr>
                    </a:outerShdw>
                  </a:effectLst>
                  <a:uLnTx/>
                  <a:uFillTx/>
                  <a:latin typeface="Lora" pitchFamily="2" charset="0"/>
                </a:endParaRPr>
              </a:p>
            </p:txBody>
          </p:sp>
          <p:sp>
            <p:nvSpPr>
              <p:cNvPr id="13" name="Google Shape;1791;p37">
                <a:extLst>
                  <a:ext uri="{FF2B5EF4-FFF2-40B4-BE49-F238E27FC236}">
                    <a16:creationId xmlns:a16="http://schemas.microsoft.com/office/drawing/2014/main" id="{C3796CD2-E977-A2BF-CA1A-56F6249E93E8}"/>
                  </a:ext>
                </a:extLst>
              </p:cNvPr>
              <p:cNvSpPr txBox="1"/>
              <p:nvPr/>
            </p:nvSpPr>
            <p:spPr>
              <a:xfrm flipH="1">
                <a:off x="6881100" y="3822461"/>
                <a:ext cx="1805700" cy="552300"/>
              </a:xfrm>
              <a:prstGeom prst="rect">
                <a:avLst/>
              </a:prstGeom>
              <a:no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prstClr val="black"/>
                    </a:solidFill>
                    <a:effectLst/>
                    <a:uLnTx/>
                    <a:uFillTx/>
                    <a:latin typeface="Lora" pitchFamily="2" charset="0"/>
                  </a:rPr>
                  <a:t>This slide is an editable slide with all your needs.  </a:t>
                </a:r>
              </a:p>
            </p:txBody>
          </p:sp>
          <p:sp>
            <p:nvSpPr>
              <p:cNvPr id="14" name="Google Shape;1792;p37">
                <a:extLst>
                  <a:ext uri="{FF2B5EF4-FFF2-40B4-BE49-F238E27FC236}">
                    <a16:creationId xmlns:a16="http://schemas.microsoft.com/office/drawing/2014/main" id="{460AC68D-9C50-E576-F89F-CA2B54A26D5E}"/>
                  </a:ext>
                </a:extLst>
              </p:cNvPr>
              <p:cNvSpPr/>
              <p:nvPr/>
            </p:nvSpPr>
            <p:spPr>
              <a:xfrm flipH="1">
                <a:off x="5381728" y="4037229"/>
                <a:ext cx="101100" cy="101100"/>
              </a:xfrm>
              <a:prstGeom prst="ellipse">
                <a:avLst/>
              </a:prstGeom>
              <a:solidFill>
                <a:schemeClr val="accent3"/>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nvGrpSpPr>
              <p:cNvPr id="15" name="Google Shape;1793;p37">
                <a:extLst>
                  <a:ext uri="{FF2B5EF4-FFF2-40B4-BE49-F238E27FC236}">
                    <a16:creationId xmlns:a16="http://schemas.microsoft.com/office/drawing/2014/main" id="{B132C5FB-B921-7CB9-0A28-7ECB1F3140D1}"/>
                  </a:ext>
                </a:extLst>
              </p:cNvPr>
              <p:cNvGrpSpPr/>
              <p:nvPr/>
            </p:nvGrpSpPr>
            <p:grpSpPr>
              <a:xfrm>
                <a:off x="6092888" y="3872279"/>
                <a:ext cx="428700" cy="430982"/>
                <a:chOff x="3095745" y="3805393"/>
                <a:chExt cx="352840" cy="354717"/>
              </a:xfrm>
            </p:grpSpPr>
            <p:sp>
              <p:nvSpPr>
                <p:cNvPr id="16" name="Google Shape;1794;p37">
                  <a:extLst>
                    <a:ext uri="{FF2B5EF4-FFF2-40B4-BE49-F238E27FC236}">
                      <a16:creationId xmlns:a16="http://schemas.microsoft.com/office/drawing/2014/main" id="{566E0899-EE68-B6A5-D8F3-04340023B0B9}"/>
                    </a:ext>
                  </a:extLst>
                </p:cNvPr>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17" name="Google Shape;1795;p37">
                  <a:extLst>
                    <a:ext uri="{FF2B5EF4-FFF2-40B4-BE49-F238E27FC236}">
                      <a16:creationId xmlns:a16="http://schemas.microsoft.com/office/drawing/2014/main" id="{05119FDA-1D2E-1647-9BFC-6494176FA708}"/>
                    </a:ext>
                  </a:extLst>
                </p:cNvPr>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18" name="Google Shape;1796;p37">
                  <a:extLst>
                    <a:ext uri="{FF2B5EF4-FFF2-40B4-BE49-F238E27FC236}">
                      <a16:creationId xmlns:a16="http://schemas.microsoft.com/office/drawing/2014/main" id="{35733932-9C17-8C51-22D6-56FEDB8438F9}"/>
                    </a:ext>
                  </a:extLst>
                </p:cNvPr>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19" name="Google Shape;1797;p37">
                  <a:extLst>
                    <a:ext uri="{FF2B5EF4-FFF2-40B4-BE49-F238E27FC236}">
                      <a16:creationId xmlns:a16="http://schemas.microsoft.com/office/drawing/2014/main" id="{F1082739-5C0E-F2B2-D4ED-3814A015ADB2}"/>
                    </a:ext>
                  </a:extLst>
                </p:cNvPr>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20" name="Google Shape;1798;p37">
                  <a:extLst>
                    <a:ext uri="{FF2B5EF4-FFF2-40B4-BE49-F238E27FC236}">
                      <a16:creationId xmlns:a16="http://schemas.microsoft.com/office/drawing/2014/main" id="{6955CE57-4D60-7E33-64D3-F4907F06BC19}"/>
                    </a:ext>
                  </a:extLst>
                </p:cNvPr>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sp>
              <p:nvSpPr>
                <p:cNvPr id="21" name="Google Shape;1799;p37">
                  <a:extLst>
                    <a:ext uri="{FF2B5EF4-FFF2-40B4-BE49-F238E27FC236}">
                      <a16:creationId xmlns:a16="http://schemas.microsoft.com/office/drawing/2014/main" id="{578B2463-637D-5D3F-B5DC-48816A2CD536}"/>
                    </a:ext>
                  </a:extLst>
                </p:cNvPr>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prstClr val="black"/>
                    </a:solidFill>
                    <a:effectLst/>
                    <a:uLnTx/>
                    <a:uFillTx/>
                    <a:latin typeface="Lora" pitchFamily="2" charset="0"/>
                  </a:endParaRPr>
                </a:p>
              </p:txBody>
            </p:sp>
          </p:grpSp>
        </p:grpSp>
      </p:grpSp>
    </p:spTree>
    <p:extLst>
      <p:ext uri="{BB962C8B-B14F-4D97-AF65-F5344CB8AC3E}">
        <p14:creationId xmlns:p14="http://schemas.microsoft.com/office/powerpoint/2010/main" val="220666219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0FFD11-9D7A-E8EB-C8AC-61446E5FEA26}"/>
              </a:ext>
            </a:extLst>
          </p:cNvPr>
          <p:cNvSpPr>
            <a:spLocks noGrp="1"/>
          </p:cNvSpPr>
          <p:nvPr>
            <p:ph type="title"/>
          </p:nvPr>
        </p:nvSpPr>
        <p:spPr/>
        <p:txBody>
          <a:bodyPr/>
          <a:lstStyle/>
          <a:p>
            <a:r>
              <a:rPr lang="en-US"/>
              <a:t>Business Model Infographic Diagram Template</a:t>
            </a:r>
            <a:endParaRPr lang="en-IN"/>
          </a:p>
        </p:txBody>
      </p:sp>
      <p:sp>
        <p:nvSpPr>
          <p:cNvPr id="33" name="Freeform: Shape 32">
            <a:extLst>
              <a:ext uri="{FF2B5EF4-FFF2-40B4-BE49-F238E27FC236}">
                <a16:creationId xmlns:a16="http://schemas.microsoft.com/office/drawing/2014/main" id="{A8962D69-19AC-66F6-70B9-5E38EB5BA7BB}"/>
              </a:ext>
            </a:extLst>
          </p:cNvPr>
          <p:cNvSpPr/>
          <p:nvPr/>
        </p:nvSpPr>
        <p:spPr>
          <a:xfrm>
            <a:off x="3664447" y="1196753"/>
            <a:ext cx="4027265" cy="5282373"/>
          </a:xfrm>
          <a:custGeom>
            <a:avLst/>
            <a:gdLst>
              <a:gd name="connsiteX0" fmla="*/ 3088957 w 4027265"/>
              <a:gd name="connsiteY0" fmla="*/ 0 h 5282373"/>
              <a:gd name="connsiteX1" fmla="*/ 3973735 w 4027265"/>
              <a:gd name="connsiteY1" fmla="*/ 0 h 5282373"/>
              <a:gd name="connsiteX2" fmla="*/ 4027265 w 4027265"/>
              <a:gd name="connsiteY2" fmla="*/ 53531 h 5282373"/>
              <a:gd name="connsiteX3" fmla="*/ 4027265 w 4027265"/>
              <a:gd name="connsiteY3" fmla="*/ 938308 h 5282373"/>
              <a:gd name="connsiteX4" fmla="*/ 3973735 w 4027265"/>
              <a:gd name="connsiteY4" fmla="*/ 991838 h 5282373"/>
              <a:gd name="connsiteX5" fmla="*/ 3536134 w 4027265"/>
              <a:gd name="connsiteY5" fmla="*/ 991838 h 5282373"/>
              <a:gd name="connsiteX6" fmla="*/ 3537680 w 4027265"/>
              <a:gd name="connsiteY6" fmla="*/ 994124 h 5282373"/>
              <a:gd name="connsiteX7" fmla="*/ 2979991 w 4027265"/>
              <a:gd name="connsiteY7" fmla="*/ 1208151 h 5282373"/>
              <a:gd name="connsiteX8" fmla="*/ 2778918 w 4027265"/>
              <a:gd name="connsiteY8" fmla="*/ 1739932 h 5282373"/>
              <a:gd name="connsiteX9" fmla="*/ 2777204 w 4027265"/>
              <a:gd name="connsiteY9" fmla="*/ 1738374 h 5282373"/>
              <a:gd name="connsiteX10" fmla="*/ 2777204 w 4027265"/>
              <a:gd name="connsiteY10" fmla="*/ 2010208 h 5282373"/>
              <a:gd name="connsiteX11" fmla="*/ 2782062 w 4027265"/>
              <a:gd name="connsiteY11" fmla="*/ 2008917 h 5282373"/>
              <a:gd name="connsiteX12" fmla="*/ 3392853 w 4027265"/>
              <a:gd name="connsiteY12" fmla="*/ 2633552 h 5282373"/>
              <a:gd name="connsiteX13" fmla="*/ 3486539 w 4027265"/>
              <a:gd name="connsiteY13" fmla="*/ 2641282 h 5282373"/>
              <a:gd name="connsiteX14" fmla="*/ 3964019 w 4027265"/>
              <a:gd name="connsiteY14" fmla="*/ 2641282 h 5282373"/>
              <a:gd name="connsiteX15" fmla="*/ 4017549 w 4027265"/>
              <a:gd name="connsiteY15" fmla="*/ 2694812 h 5282373"/>
              <a:gd name="connsiteX16" fmla="*/ 4017549 w 4027265"/>
              <a:gd name="connsiteY16" fmla="*/ 3565397 h 5282373"/>
              <a:gd name="connsiteX17" fmla="*/ 3964019 w 4027265"/>
              <a:gd name="connsiteY17" fmla="*/ 3618928 h 5282373"/>
              <a:gd name="connsiteX18" fmla="*/ 3093434 w 4027265"/>
              <a:gd name="connsiteY18" fmla="*/ 3618928 h 5282373"/>
              <a:gd name="connsiteX19" fmla="*/ 3039903 w 4027265"/>
              <a:gd name="connsiteY19" fmla="*/ 3565397 h 5282373"/>
              <a:gd name="connsiteX20" fmla="*/ 3039903 w 4027265"/>
              <a:gd name="connsiteY20" fmla="*/ 3078028 h 5282373"/>
              <a:gd name="connsiteX21" fmla="*/ 3038401 w 4027265"/>
              <a:gd name="connsiteY21" fmla="*/ 3057495 h 5282373"/>
              <a:gd name="connsiteX22" fmla="*/ 2237327 w 4027265"/>
              <a:gd name="connsiteY22" fmla="*/ 2407824 h 5282373"/>
              <a:gd name="connsiteX23" fmla="*/ 2237981 w 4027265"/>
              <a:gd name="connsiteY23" fmla="*/ 2407157 h 5282373"/>
              <a:gd name="connsiteX24" fmla="*/ 2186010 w 4027265"/>
              <a:gd name="connsiteY24" fmla="*/ 2407157 h 5282373"/>
              <a:gd name="connsiteX25" fmla="*/ 2188655 w 4027265"/>
              <a:gd name="connsiteY25" fmla="*/ 2411063 h 5282373"/>
              <a:gd name="connsiteX26" fmla="*/ 1398927 w 4027265"/>
              <a:gd name="connsiteY26" fmla="*/ 3110552 h 5282373"/>
              <a:gd name="connsiteX27" fmla="*/ 1395889 w 4027265"/>
              <a:gd name="connsiteY27" fmla="*/ 3148781 h 5282373"/>
              <a:gd name="connsiteX28" fmla="*/ 1395889 w 4027265"/>
              <a:gd name="connsiteY28" fmla="*/ 3316350 h 5282373"/>
              <a:gd name="connsiteX29" fmla="*/ 1411855 w 4027265"/>
              <a:gd name="connsiteY29" fmla="*/ 3435413 h 5282373"/>
              <a:gd name="connsiteX30" fmla="*/ 2044152 w 4027265"/>
              <a:gd name="connsiteY30" fmla="*/ 4069082 h 5282373"/>
              <a:gd name="connsiteX31" fmla="*/ 2070288 w 4027265"/>
              <a:gd name="connsiteY31" fmla="*/ 4071270 h 5282373"/>
              <a:gd name="connsiteX32" fmla="*/ 2786919 w 4027265"/>
              <a:gd name="connsiteY32" fmla="*/ 4071270 h 5282373"/>
              <a:gd name="connsiteX33" fmla="*/ 2840450 w 4027265"/>
              <a:gd name="connsiteY33" fmla="*/ 4124800 h 5282373"/>
              <a:gd name="connsiteX34" fmla="*/ 2840450 w 4027265"/>
              <a:gd name="connsiteY34" fmla="*/ 5228843 h 5282373"/>
              <a:gd name="connsiteX35" fmla="*/ 2786919 w 4027265"/>
              <a:gd name="connsiteY35" fmla="*/ 5282373 h 5282373"/>
              <a:gd name="connsiteX36" fmla="*/ 1682876 w 4027265"/>
              <a:gd name="connsiteY36" fmla="*/ 5282373 h 5282373"/>
              <a:gd name="connsiteX37" fmla="*/ 1629346 w 4027265"/>
              <a:gd name="connsiteY37" fmla="*/ 5228843 h 5282373"/>
              <a:gd name="connsiteX38" fmla="*/ 1629346 w 4027265"/>
              <a:gd name="connsiteY38" fmla="*/ 4672284 h 5282373"/>
              <a:gd name="connsiteX39" fmla="*/ 1623863 w 4027265"/>
              <a:gd name="connsiteY39" fmla="*/ 4593062 h 5282373"/>
              <a:gd name="connsiteX40" fmla="*/ 873171 w 4027265"/>
              <a:gd name="connsiteY40" fmla="*/ 3943827 h 5282373"/>
              <a:gd name="connsiteX41" fmla="*/ 825237 w 4027265"/>
              <a:gd name="connsiteY41" fmla="*/ 3939921 h 5282373"/>
              <a:gd name="connsiteX42" fmla="*/ 53530 w 4027265"/>
              <a:gd name="connsiteY42" fmla="*/ 3939921 h 5282373"/>
              <a:gd name="connsiteX43" fmla="*/ 0 w 4027265"/>
              <a:gd name="connsiteY43" fmla="*/ 3886390 h 5282373"/>
              <a:gd name="connsiteX44" fmla="*/ 0 w 4027265"/>
              <a:gd name="connsiteY44" fmla="*/ 2597562 h 5282373"/>
              <a:gd name="connsiteX45" fmla="*/ 53530 w 4027265"/>
              <a:gd name="connsiteY45" fmla="*/ 2544032 h 5282373"/>
              <a:gd name="connsiteX46" fmla="*/ 946785 w 4027265"/>
              <a:gd name="connsiteY46" fmla="*/ 2544032 h 5282373"/>
              <a:gd name="connsiteX47" fmla="*/ 1682877 w 4027265"/>
              <a:gd name="connsiteY47" fmla="*/ 1879282 h 5282373"/>
              <a:gd name="connsiteX48" fmla="*/ 1683258 w 4027265"/>
              <a:gd name="connsiteY48" fmla="*/ 1878942 h 5282373"/>
              <a:gd name="connsiteX49" fmla="*/ 1683258 w 4027265"/>
              <a:gd name="connsiteY49" fmla="*/ 1366741 h 5282373"/>
              <a:gd name="connsiteX50" fmla="*/ 1736789 w 4027265"/>
              <a:gd name="connsiteY50" fmla="*/ 1313211 h 5282373"/>
              <a:gd name="connsiteX51" fmla="*/ 2359535 w 4027265"/>
              <a:gd name="connsiteY51" fmla="*/ 1313211 h 5282373"/>
              <a:gd name="connsiteX52" fmla="*/ 2459501 w 4027265"/>
              <a:gd name="connsiteY52" fmla="*/ 1301602 h 5282373"/>
              <a:gd name="connsiteX53" fmla="*/ 2850260 w 4027265"/>
              <a:gd name="connsiteY53" fmla="*/ 1091374 h 5282373"/>
              <a:gd name="connsiteX54" fmla="*/ 3033069 w 4027265"/>
              <a:gd name="connsiteY54" fmla="*/ 644466 h 5282373"/>
              <a:gd name="connsiteX55" fmla="*/ 3035427 w 4027265"/>
              <a:gd name="connsiteY55" fmla="*/ 621480 h 5282373"/>
              <a:gd name="connsiteX56" fmla="*/ 3035427 w 4027265"/>
              <a:gd name="connsiteY56" fmla="*/ 53531 h 5282373"/>
              <a:gd name="connsiteX57" fmla="*/ 3088957 w 4027265"/>
              <a:gd name="connsiteY57" fmla="*/ 0 h 528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27265" h="5282373">
                <a:moveTo>
                  <a:pt x="3088957" y="0"/>
                </a:moveTo>
                <a:lnTo>
                  <a:pt x="3973735" y="0"/>
                </a:lnTo>
                <a:cubicBezTo>
                  <a:pt x="4003299" y="0"/>
                  <a:pt x="4027265" y="23966"/>
                  <a:pt x="4027265" y="53531"/>
                </a:cubicBezTo>
                <a:lnTo>
                  <a:pt x="4027265" y="938308"/>
                </a:lnTo>
                <a:cubicBezTo>
                  <a:pt x="4027265" y="967872"/>
                  <a:pt x="4003299" y="991838"/>
                  <a:pt x="3973735" y="991838"/>
                </a:cubicBezTo>
                <a:lnTo>
                  <a:pt x="3536134" y="991838"/>
                </a:lnTo>
                <a:lnTo>
                  <a:pt x="3537680" y="994124"/>
                </a:lnTo>
                <a:cubicBezTo>
                  <a:pt x="3537680" y="994124"/>
                  <a:pt x="3194017" y="987647"/>
                  <a:pt x="2979991" y="1208151"/>
                </a:cubicBezTo>
                <a:cubicBezTo>
                  <a:pt x="2765964" y="1428655"/>
                  <a:pt x="2778918" y="1739932"/>
                  <a:pt x="2778918" y="1739932"/>
                </a:cubicBezTo>
                <a:lnTo>
                  <a:pt x="2777204" y="1738374"/>
                </a:lnTo>
                <a:lnTo>
                  <a:pt x="2777204" y="2010208"/>
                </a:lnTo>
                <a:lnTo>
                  <a:pt x="2782062" y="2008917"/>
                </a:lnTo>
                <a:cubicBezTo>
                  <a:pt x="2782062" y="2008917"/>
                  <a:pt x="2776369" y="2547544"/>
                  <a:pt x="3392853" y="2633552"/>
                </a:cubicBezTo>
                <a:lnTo>
                  <a:pt x="3486539" y="2641282"/>
                </a:lnTo>
                <a:lnTo>
                  <a:pt x="3964019" y="2641282"/>
                </a:lnTo>
                <a:cubicBezTo>
                  <a:pt x="3993583" y="2641282"/>
                  <a:pt x="4017549" y="2665248"/>
                  <a:pt x="4017549" y="2694812"/>
                </a:cubicBezTo>
                <a:lnTo>
                  <a:pt x="4017549" y="3565397"/>
                </a:lnTo>
                <a:cubicBezTo>
                  <a:pt x="4017549" y="3594961"/>
                  <a:pt x="3993583" y="3618928"/>
                  <a:pt x="3964019" y="3618928"/>
                </a:cubicBezTo>
                <a:lnTo>
                  <a:pt x="3093434" y="3618928"/>
                </a:lnTo>
                <a:cubicBezTo>
                  <a:pt x="3063870" y="3618928"/>
                  <a:pt x="3039903" y="3594961"/>
                  <a:pt x="3039903" y="3565397"/>
                </a:cubicBezTo>
                <a:lnTo>
                  <a:pt x="3039903" y="3078028"/>
                </a:lnTo>
                <a:lnTo>
                  <a:pt x="3038401" y="3057495"/>
                </a:lnTo>
                <a:cubicBezTo>
                  <a:pt x="3021285" y="2877301"/>
                  <a:pt x="2912958" y="2378524"/>
                  <a:pt x="2237327" y="2407824"/>
                </a:cubicBezTo>
                <a:lnTo>
                  <a:pt x="2237981" y="2407157"/>
                </a:lnTo>
                <a:lnTo>
                  <a:pt x="2186010" y="2407157"/>
                </a:lnTo>
                <a:lnTo>
                  <a:pt x="2188655" y="2411063"/>
                </a:lnTo>
                <a:cubicBezTo>
                  <a:pt x="1551504" y="2420779"/>
                  <a:pt x="1423238" y="2881032"/>
                  <a:pt x="1398927" y="3110552"/>
                </a:cubicBezTo>
                <a:lnTo>
                  <a:pt x="1395889" y="3148781"/>
                </a:lnTo>
                <a:lnTo>
                  <a:pt x="1395889" y="3316350"/>
                </a:lnTo>
                <a:lnTo>
                  <a:pt x="1411855" y="3435413"/>
                </a:lnTo>
                <a:cubicBezTo>
                  <a:pt x="1507867" y="3931328"/>
                  <a:pt x="1843659" y="4045903"/>
                  <a:pt x="2044152" y="4069082"/>
                </a:cubicBezTo>
                <a:lnTo>
                  <a:pt x="2070288" y="4071270"/>
                </a:lnTo>
                <a:lnTo>
                  <a:pt x="2786919" y="4071270"/>
                </a:lnTo>
                <a:cubicBezTo>
                  <a:pt x="2816483" y="4071270"/>
                  <a:pt x="2840450" y="4095236"/>
                  <a:pt x="2840450" y="4124800"/>
                </a:cubicBezTo>
                <a:lnTo>
                  <a:pt x="2840450" y="5228843"/>
                </a:lnTo>
                <a:cubicBezTo>
                  <a:pt x="2840450" y="5258407"/>
                  <a:pt x="2816483" y="5282373"/>
                  <a:pt x="2786919" y="5282373"/>
                </a:cubicBezTo>
                <a:lnTo>
                  <a:pt x="1682876" y="5282373"/>
                </a:lnTo>
                <a:cubicBezTo>
                  <a:pt x="1653312" y="5282373"/>
                  <a:pt x="1629346" y="5258407"/>
                  <a:pt x="1629346" y="5228843"/>
                </a:cubicBezTo>
                <a:lnTo>
                  <a:pt x="1629346" y="4672284"/>
                </a:lnTo>
                <a:lnTo>
                  <a:pt x="1623863" y="4593062"/>
                </a:lnTo>
                <a:cubicBezTo>
                  <a:pt x="1563080" y="4098107"/>
                  <a:pt x="1141807" y="3972852"/>
                  <a:pt x="873171" y="3943827"/>
                </a:cubicBezTo>
                <a:lnTo>
                  <a:pt x="825237" y="3939921"/>
                </a:lnTo>
                <a:lnTo>
                  <a:pt x="53530" y="3939921"/>
                </a:lnTo>
                <a:cubicBezTo>
                  <a:pt x="23966" y="3939921"/>
                  <a:pt x="0" y="3915954"/>
                  <a:pt x="0" y="3886390"/>
                </a:cubicBezTo>
                <a:lnTo>
                  <a:pt x="0" y="2597562"/>
                </a:lnTo>
                <a:cubicBezTo>
                  <a:pt x="0" y="2567998"/>
                  <a:pt x="23966" y="2544032"/>
                  <a:pt x="53530" y="2544032"/>
                </a:cubicBezTo>
                <a:lnTo>
                  <a:pt x="946785" y="2544032"/>
                </a:lnTo>
                <a:cubicBezTo>
                  <a:pt x="1699070" y="2524505"/>
                  <a:pt x="1682877" y="1879282"/>
                  <a:pt x="1682877" y="1879282"/>
                </a:cubicBezTo>
                <a:lnTo>
                  <a:pt x="1683258" y="1878942"/>
                </a:lnTo>
                <a:lnTo>
                  <a:pt x="1683258" y="1366741"/>
                </a:lnTo>
                <a:cubicBezTo>
                  <a:pt x="1683258" y="1337177"/>
                  <a:pt x="1707225" y="1313211"/>
                  <a:pt x="1736789" y="1313211"/>
                </a:cubicBezTo>
                <a:lnTo>
                  <a:pt x="2359535" y="1313211"/>
                </a:lnTo>
                <a:lnTo>
                  <a:pt x="2459501" y="1301602"/>
                </a:lnTo>
                <a:cubicBezTo>
                  <a:pt x="2597979" y="1274415"/>
                  <a:pt x="2721387" y="1213032"/>
                  <a:pt x="2850260" y="1091374"/>
                </a:cubicBezTo>
                <a:cubicBezTo>
                  <a:pt x="2979133" y="969717"/>
                  <a:pt x="3020460" y="747814"/>
                  <a:pt x="3033069" y="644466"/>
                </a:cubicBezTo>
                <a:lnTo>
                  <a:pt x="3035427" y="621480"/>
                </a:lnTo>
                <a:lnTo>
                  <a:pt x="3035427" y="53531"/>
                </a:lnTo>
                <a:cubicBezTo>
                  <a:pt x="3035427" y="23966"/>
                  <a:pt x="3059393" y="0"/>
                  <a:pt x="3088957" y="0"/>
                </a:cubicBezTo>
                <a:close/>
              </a:path>
            </a:pathLst>
          </a:custGeom>
          <a:gradFill flip="none" rotWithShape="1">
            <a:gsLst>
              <a:gs pos="0">
                <a:schemeClr val="accent5"/>
              </a:gs>
              <a:gs pos="100000">
                <a:schemeClr val="accent3"/>
              </a:gs>
            </a:gsLst>
            <a:lin ang="8100000" scaled="1"/>
            <a:tileRect/>
          </a:gradFill>
          <a:ln w="9525" cap="flat">
            <a:noFill/>
            <a:prstDash val="solid"/>
            <a:miter/>
          </a:ln>
        </p:spPr>
        <p:txBody>
          <a:bodyPr rtlCol="0" anchor="ctr"/>
          <a:lstStyle/>
          <a:p>
            <a:endParaRPr lang="en-IN"/>
          </a:p>
        </p:txBody>
      </p:sp>
      <p:sp>
        <p:nvSpPr>
          <p:cNvPr id="34" name="Rectangle 33">
            <a:extLst>
              <a:ext uri="{FF2B5EF4-FFF2-40B4-BE49-F238E27FC236}">
                <a16:creationId xmlns:a16="http://schemas.microsoft.com/office/drawing/2014/main" id="{B66CC312-0B54-BBA9-678F-9770093DB679}"/>
              </a:ext>
            </a:extLst>
          </p:cNvPr>
          <p:cNvSpPr/>
          <p:nvPr/>
        </p:nvSpPr>
        <p:spPr>
          <a:xfrm rot="2700000">
            <a:off x="6315932" y="1578322"/>
            <a:ext cx="1181130" cy="820110"/>
          </a:xfrm>
          <a:prstGeom prst="rect">
            <a:avLst/>
          </a:prstGeom>
          <a:gradFill flip="none" rotWithShape="1">
            <a:gsLst>
              <a:gs pos="0">
                <a:schemeClr val="tx1">
                  <a:alpha val="20000"/>
                </a:schemeClr>
              </a:gs>
              <a:gs pos="100000">
                <a:schemeClr val="tx1">
                  <a:lumMod val="50000"/>
                  <a:lumOff val="50000"/>
                  <a:alpha val="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8" name="Freeform: Shape 27">
            <a:extLst>
              <a:ext uri="{FF2B5EF4-FFF2-40B4-BE49-F238E27FC236}">
                <a16:creationId xmlns:a16="http://schemas.microsoft.com/office/drawing/2014/main" id="{49A8A7C7-4059-7676-FB2A-9901508EC454}"/>
              </a:ext>
            </a:extLst>
          </p:cNvPr>
          <p:cNvSpPr/>
          <p:nvPr/>
        </p:nvSpPr>
        <p:spPr>
          <a:xfrm>
            <a:off x="6763786" y="1260665"/>
            <a:ext cx="863917" cy="863917"/>
          </a:xfrm>
          <a:custGeom>
            <a:avLst/>
            <a:gdLst>
              <a:gd name="connsiteX0" fmla="*/ 815245 w 863917"/>
              <a:gd name="connsiteY0" fmla="*/ 0 h 863917"/>
              <a:gd name="connsiteX1" fmla="*/ 863917 w 863917"/>
              <a:gd name="connsiteY1" fmla="*/ 48673 h 863917"/>
              <a:gd name="connsiteX2" fmla="*/ 863917 w 863917"/>
              <a:gd name="connsiteY2" fmla="*/ 815245 h 863917"/>
              <a:gd name="connsiteX3" fmla="*/ 815245 w 863917"/>
              <a:gd name="connsiteY3" fmla="*/ 863918 h 863917"/>
              <a:gd name="connsiteX4" fmla="*/ 48673 w 863917"/>
              <a:gd name="connsiteY4" fmla="*/ 863918 h 863917"/>
              <a:gd name="connsiteX5" fmla="*/ 0 w 863917"/>
              <a:gd name="connsiteY5" fmla="*/ 815245 h 863917"/>
              <a:gd name="connsiteX6" fmla="*/ 0 w 863917"/>
              <a:gd name="connsiteY6" fmla="*/ 48673 h 863917"/>
              <a:gd name="connsiteX7" fmla="*/ 48673 w 863917"/>
              <a:gd name="connsiteY7" fmla="*/ 0 h 863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3917" h="863917">
                <a:moveTo>
                  <a:pt x="815245" y="0"/>
                </a:moveTo>
                <a:cubicBezTo>
                  <a:pt x="842126" y="0"/>
                  <a:pt x="863917" y="21792"/>
                  <a:pt x="863917" y="48673"/>
                </a:cubicBezTo>
                <a:lnTo>
                  <a:pt x="863917" y="815245"/>
                </a:lnTo>
                <a:cubicBezTo>
                  <a:pt x="863917" y="842126"/>
                  <a:pt x="842126" y="863918"/>
                  <a:pt x="815245" y="863918"/>
                </a:cubicBezTo>
                <a:lnTo>
                  <a:pt x="48673" y="863918"/>
                </a:lnTo>
                <a:cubicBezTo>
                  <a:pt x="21792" y="863918"/>
                  <a:pt x="0" y="842126"/>
                  <a:pt x="0" y="815245"/>
                </a:cubicBezTo>
                <a:lnTo>
                  <a:pt x="0" y="48673"/>
                </a:lnTo>
                <a:cubicBezTo>
                  <a:pt x="0" y="21792"/>
                  <a:pt x="21792" y="0"/>
                  <a:pt x="48673" y="0"/>
                </a:cubicBezTo>
                <a:close/>
              </a:path>
            </a:pathLst>
          </a:custGeom>
          <a:gradFill flip="none" rotWithShape="1">
            <a:gsLst>
              <a:gs pos="0">
                <a:schemeClr val="bg1"/>
              </a:gs>
              <a:gs pos="100000">
                <a:schemeClr val="bg1">
                  <a:lumMod val="95000"/>
                </a:schemeClr>
              </a:gs>
            </a:gsLst>
            <a:lin ang="18900000" scaled="1"/>
            <a:tileRect/>
          </a:gradFill>
          <a:ln w="9525" cap="flat">
            <a:noFill/>
            <a:prstDash val="solid"/>
            <a:miter/>
          </a:ln>
        </p:spPr>
        <p:txBody>
          <a:bodyPr rtlCol="0" anchor="ctr"/>
          <a:lstStyle/>
          <a:p>
            <a:endParaRPr lang="en-IN"/>
          </a:p>
        </p:txBody>
      </p:sp>
      <p:sp>
        <p:nvSpPr>
          <p:cNvPr id="35" name="Rectangle 34">
            <a:extLst>
              <a:ext uri="{FF2B5EF4-FFF2-40B4-BE49-F238E27FC236}">
                <a16:creationId xmlns:a16="http://schemas.microsoft.com/office/drawing/2014/main" id="{8A46CDFE-1019-E260-7216-B6E9009BE78E}"/>
              </a:ext>
            </a:extLst>
          </p:cNvPr>
          <p:cNvSpPr/>
          <p:nvPr/>
        </p:nvSpPr>
        <p:spPr>
          <a:xfrm rot="2700000">
            <a:off x="4958169" y="2935063"/>
            <a:ext cx="1295943" cy="820110"/>
          </a:xfrm>
          <a:prstGeom prst="rect">
            <a:avLst/>
          </a:prstGeom>
          <a:gradFill flip="none" rotWithShape="1">
            <a:gsLst>
              <a:gs pos="0">
                <a:schemeClr val="tx1">
                  <a:alpha val="20000"/>
                </a:schemeClr>
              </a:gs>
              <a:gs pos="100000">
                <a:schemeClr val="tx1">
                  <a:lumMod val="50000"/>
                  <a:lumOff val="50000"/>
                  <a:alpha val="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5" name="Freeform: Shape 24">
            <a:extLst>
              <a:ext uri="{FF2B5EF4-FFF2-40B4-BE49-F238E27FC236}">
                <a16:creationId xmlns:a16="http://schemas.microsoft.com/office/drawing/2014/main" id="{F626E2D3-5466-773E-2B1D-0D01E44657FC}"/>
              </a:ext>
            </a:extLst>
          </p:cNvPr>
          <p:cNvSpPr/>
          <p:nvPr/>
        </p:nvSpPr>
        <p:spPr>
          <a:xfrm>
            <a:off x="5418285" y="2580544"/>
            <a:ext cx="952881" cy="952880"/>
          </a:xfrm>
          <a:custGeom>
            <a:avLst/>
            <a:gdLst>
              <a:gd name="connsiteX0" fmla="*/ 904208 w 952881"/>
              <a:gd name="connsiteY0" fmla="*/ 0 h 952880"/>
              <a:gd name="connsiteX1" fmla="*/ 952881 w 952881"/>
              <a:gd name="connsiteY1" fmla="*/ 48673 h 952880"/>
              <a:gd name="connsiteX2" fmla="*/ 952881 w 952881"/>
              <a:gd name="connsiteY2" fmla="*/ 904208 h 952880"/>
              <a:gd name="connsiteX3" fmla="*/ 904208 w 952881"/>
              <a:gd name="connsiteY3" fmla="*/ 952881 h 952880"/>
              <a:gd name="connsiteX4" fmla="*/ 48673 w 952881"/>
              <a:gd name="connsiteY4" fmla="*/ 952881 h 952880"/>
              <a:gd name="connsiteX5" fmla="*/ 0 w 952881"/>
              <a:gd name="connsiteY5" fmla="*/ 904208 h 952880"/>
              <a:gd name="connsiteX6" fmla="*/ 0 w 952881"/>
              <a:gd name="connsiteY6" fmla="*/ 48673 h 952880"/>
              <a:gd name="connsiteX7" fmla="*/ 48673 w 952881"/>
              <a:gd name="connsiteY7" fmla="*/ 0 h 952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881" h="952880">
                <a:moveTo>
                  <a:pt x="904208" y="0"/>
                </a:moveTo>
                <a:cubicBezTo>
                  <a:pt x="931089" y="0"/>
                  <a:pt x="952881" y="21792"/>
                  <a:pt x="952881" y="48673"/>
                </a:cubicBezTo>
                <a:lnTo>
                  <a:pt x="952881" y="904208"/>
                </a:lnTo>
                <a:cubicBezTo>
                  <a:pt x="952881" y="931090"/>
                  <a:pt x="931089" y="952881"/>
                  <a:pt x="904208" y="952881"/>
                </a:cubicBezTo>
                <a:lnTo>
                  <a:pt x="48673" y="952881"/>
                </a:lnTo>
                <a:cubicBezTo>
                  <a:pt x="21791" y="952881"/>
                  <a:pt x="0" y="931090"/>
                  <a:pt x="0" y="904208"/>
                </a:cubicBezTo>
                <a:lnTo>
                  <a:pt x="0" y="48673"/>
                </a:lnTo>
                <a:cubicBezTo>
                  <a:pt x="0" y="21792"/>
                  <a:pt x="21791" y="0"/>
                  <a:pt x="48673" y="0"/>
                </a:cubicBezTo>
                <a:close/>
              </a:path>
            </a:pathLst>
          </a:custGeom>
          <a:gradFill flip="none" rotWithShape="1">
            <a:gsLst>
              <a:gs pos="0">
                <a:schemeClr val="bg1"/>
              </a:gs>
              <a:gs pos="100000">
                <a:schemeClr val="bg1">
                  <a:lumMod val="95000"/>
                </a:schemeClr>
              </a:gs>
            </a:gsLst>
            <a:lin ang="18900000" scaled="1"/>
            <a:tileRect/>
          </a:gradFill>
          <a:ln w="9525" cap="flat">
            <a:noFill/>
            <a:prstDash val="solid"/>
            <a:miter/>
          </a:ln>
        </p:spPr>
        <p:txBody>
          <a:bodyPr rtlCol="0" anchor="ctr"/>
          <a:lstStyle/>
          <a:p>
            <a:endParaRPr lang="en-IN"/>
          </a:p>
        </p:txBody>
      </p:sp>
      <p:sp>
        <p:nvSpPr>
          <p:cNvPr id="36" name="Rectangle 35">
            <a:extLst>
              <a:ext uri="{FF2B5EF4-FFF2-40B4-BE49-F238E27FC236}">
                <a16:creationId xmlns:a16="http://schemas.microsoft.com/office/drawing/2014/main" id="{45325237-FA5F-2737-F596-0332D131938D}"/>
              </a:ext>
            </a:extLst>
          </p:cNvPr>
          <p:cNvSpPr/>
          <p:nvPr/>
        </p:nvSpPr>
        <p:spPr>
          <a:xfrm rot="2700000">
            <a:off x="6321769" y="4212070"/>
            <a:ext cx="1162168" cy="820110"/>
          </a:xfrm>
          <a:prstGeom prst="rect">
            <a:avLst/>
          </a:prstGeom>
          <a:gradFill flip="none" rotWithShape="1">
            <a:gsLst>
              <a:gs pos="0">
                <a:schemeClr val="tx1">
                  <a:alpha val="20000"/>
                </a:schemeClr>
              </a:gs>
              <a:gs pos="100000">
                <a:schemeClr val="tx1">
                  <a:lumMod val="50000"/>
                  <a:lumOff val="50000"/>
                  <a:alpha val="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7" name="Rectangle 36">
            <a:extLst>
              <a:ext uri="{FF2B5EF4-FFF2-40B4-BE49-F238E27FC236}">
                <a16:creationId xmlns:a16="http://schemas.microsoft.com/office/drawing/2014/main" id="{68F64FF4-E15A-C9D1-D824-9D181B117F93}"/>
              </a:ext>
            </a:extLst>
          </p:cNvPr>
          <p:cNvSpPr/>
          <p:nvPr/>
        </p:nvSpPr>
        <p:spPr>
          <a:xfrm rot="2700000">
            <a:off x="3103409" y="4256921"/>
            <a:ext cx="1670317" cy="1202814"/>
          </a:xfrm>
          <a:prstGeom prst="rect">
            <a:avLst/>
          </a:prstGeom>
          <a:gradFill flip="none" rotWithShape="1">
            <a:gsLst>
              <a:gs pos="0">
                <a:schemeClr val="tx1">
                  <a:alpha val="20000"/>
                </a:schemeClr>
              </a:gs>
              <a:gs pos="100000">
                <a:schemeClr val="tx1">
                  <a:lumMod val="50000"/>
                  <a:lumOff val="50000"/>
                  <a:alpha val="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8" name="Freeform: Shape 37">
            <a:extLst>
              <a:ext uri="{FF2B5EF4-FFF2-40B4-BE49-F238E27FC236}">
                <a16:creationId xmlns:a16="http://schemas.microsoft.com/office/drawing/2014/main" id="{097B0E18-A97C-6A5B-B88C-32D49F509762}"/>
              </a:ext>
            </a:extLst>
          </p:cNvPr>
          <p:cNvSpPr/>
          <p:nvPr/>
        </p:nvSpPr>
        <p:spPr>
          <a:xfrm>
            <a:off x="3754458" y="3830701"/>
            <a:ext cx="1215961" cy="1215961"/>
          </a:xfrm>
          <a:custGeom>
            <a:avLst/>
            <a:gdLst>
              <a:gd name="connsiteX0" fmla="*/ 1167289 w 1215961"/>
              <a:gd name="connsiteY0" fmla="*/ 0 h 1215961"/>
              <a:gd name="connsiteX1" fmla="*/ 1215962 w 1215961"/>
              <a:gd name="connsiteY1" fmla="*/ 48673 h 1215961"/>
              <a:gd name="connsiteX2" fmla="*/ 1215962 w 1215961"/>
              <a:gd name="connsiteY2" fmla="*/ 1167289 h 1215961"/>
              <a:gd name="connsiteX3" fmla="*/ 1167289 w 1215961"/>
              <a:gd name="connsiteY3" fmla="*/ 1215961 h 1215961"/>
              <a:gd name="connsiteX4" fmla="*/ 48673 w 1215961"/>
              <a:gd name="connsiteY4" fmla="*/ 1215961 h 1215961"/>
              <a:gd name="connsiteX5" fmla="*/ 0 w 1215961"/>
              <a:gd name="connsiteY5" fmla="*/ 1167289 h 1215961"/>
              <a:gd name="connsiteX6" fmla="*/ 0 w 1215961"/>
              <a:gd name="connsiteY6" fmla="*/ 48673 h 1215961"/>
              <a:gd name="connsiteX7" fmla="*/ 48673 w 1215961"/>
              <a:gd name="connsiteY7" fmla="*/ 0 h 121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5961" h="1215961">
                <a:moveTo>
                  <a:pt x="1167289" y="0"/>
                </a:moveTo>
                <a:cubicBezTo>
                  <a:pt x="1194170" y="0"/>
                  <a:pt x="1215962" y="21791"/>
                  <a:pt x="1215962" y="48673"/>
                </a:cubicBezTo>
                <a:lnTo>
                  <a:pt x="1215962" y="1167289"/>
                </a:lnTo>
                <a:cubicBezTo>
                  <a:pt x="1215962" y="1194170"/>
                  <a:pt x="1194170" y="1215961"/>
                  <a:pt x="1167289" y="1215961"/>
                </a:cubicBezTo>
                <a:lnTo>
                  <a:pt x="48673" y="1215961"/>
                </a:lnTo>
                <a:cubicBezTo>
                  <a:pt x="21792" y="1215961"/>
                  <a:pt x="0" y="1194170"/>
                  <a:pt x="0" y="1167289"/>
                </a:cubicBezTo>
                <a:lnTo>
                  <a:pt x="0" y="48673"/>
                </a:lnTo>
                <a:cubicBezTo>
                  <a:pt x="0" y="21791"/>
                  <a:pt x="21792" y="0"/>
                  <a:pt x="48673" y="0"/>
                </a:cubicBezTo>
                <a:close/>
              </a:path>
            </a:pathLst>
          </a:custGeom>
          <a:gradFill flip="none" rotWithShape="1">
            <a:gsLst>
              <a:gs pos="0">
                <a:schemeClr val="bg1"/>
              </a:gs>
              <a:gs pos="100000">
                <a:schemeClr val="bg1">
                  <a:lumMod val="95000"/>
                </a:schemeClr>
              </a:gs>
            </a:gsLst>
            <a:lin ang="18900000" scaled="1"/>
            <a:tileRect/>
          </a:gradFill>
          <a:ln w="9525" cap="flat">
            <a:noFill/>
            <a:prstDash val="solid"/>
            <a:miter/>
          </a:ln>
        </p:spPr>
        <p:txBody>
          <a:bodyPr rtlCol="0" anchor="ctr"/>
          <a:lstStyle/>
          <a:p>
            <a:endParaRPr lang="en-IN"/>
          </a:p>
        </p:txBody>
      </p:sp>
      <p:sp>
        <p:nvSpPr>
          <p:cNvPr id="39" name="Rectangle 38">
            <a:extLst>
              <a:ext uri="{FF2B5EF4-FFF2-40B4-BE49-F238E27FC236}">
                <a16:creationId xmlns:a16="http://schemas.microsoft.com/office/drawing/2014/main" id="{FDA7373F-FC9C-7EEF-5345-39175E40C52F}"/>
              </a:ext>
            </a:extLst>
          </p:cNvPr>
          <p:cNvSpPr/>
          <p:nvPr/>
        </p:nvSpPr>
        <p:spPr>
          <a:xfrm rot="2700000">
            <a:off x="4752248" y="5693754"/>
            <a:ext cx="1444426" cy="1202814"/>
          </a:xfrm>
          <a:prstGeom prst="rect">
            <a:avLst/>
          </a:prstGeom>
          <a:gradFill flip="none" rotWithShape="1">
            <a:gsLst>
              <a:gs pos="0">
                <a:schemeClr val="tx1">
                  <a:alpha val="20000"/>
                </a:schemeClr>
              </a:gs>
              <a:gs pos="100000">
                <a:schemeClr val="tx1">
                  <a:lumMod val="50000"/>
                  <a:lumOff val="50000"/>
                  <a:alpha val="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9" name="Freeform: Shape 18">
            <a:extLst>
              <a:ext uri="{FF2B5EF4-FFF2-40B4-BE49-F238E27FC236}">
                <a16:creationId xmlns:a16="http://schemas.microsoft.com/office/drawing/2014/main" id="{803AAB1F-2969-FDDA-21A7-F64E0FF3529F}"/>
              </a:ext>
            </a:extLst>
          </p:cNvPr>
          <p:cNvSpPr/>
          <p:nvPr/>
        </p:nvSpPr>
        <p:spPr>
          <a:xfrm>
            <a:off x="5371898" y="5346033"/>
            <a:ext cx="1054989" cy="1054989"/>
          </a:xfrm>
          <a:custGeom>
            <a:avLst/>
            <a:gdLst>
              <a:gd name="connsiteX0" fmla="*/ 1006316 w 1054989"/>
              <a:gd name="connsiteY0" fmla="*/ 0 h 1054989"/>
              <a:gd name="connsiteX1" fmla="*/ 1054989 w 1054989"/>
              <a:gd name="connsiteY1" fmla="*/ 48673 h 1054989"/>
              <a:gd name="connsiteX2" fmla="*/ 1054989 w 1054989"/>
              <a:gd name="connsiteY2" fmla="*/ 1006316 h 1054989"/>
              <a:gd name="connsiteX3" fmla="*/ 1006316 w 1054989"/>
              <a:gd name="connsiteY3" fmla="*/ 1054989 h 1054989"/>
              <a:gd name="connsiteX4" fmla="*/ 48673 w 1054989"/>
              <a:gd name="connsiteY4" fmla="*/ 1054989 h 1054989"/>
              <a:gd name="connsiteX5" fmla="*/ 0 w 1054989"/>
              <a:gd name="connsiteY5" fmla="*/ 1006316 h 1054989"/>
              <a:gd name="connsiteX6" fmla="*/ 0 w 1054989"/>
              <a:gd name="connsiteY6" fmla="*/ 48672 h 1054989"/>
              <a:gd name="connsiteX7" fmla="*/ 48673 w 1054989"/>
              <a:gd name="connsiteY7" fmla="*/ 0 h 1054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4989" h="1054989">
                <a:moveTo>
                  <a:pt x="1006316" y="0"/>
                </a:moveTo>
                <a:cubicBezTo>
                  <a:pt x="1033198" y="0"/>
                  <a:pt x="1054989" y="21791"/>
                  <a:pt x="1054989" y="48673"/>
                </a:cubicBezTo>
                <a:lnTo>
                  <a:pt x="1054989" y="1006316"/>
                </a:lnTo>
                <a:cubicBezTo>
                  <a:pt x="1054989" y="1033197"/>
                  <a:pt x="1033198" y="1054989"/>
                  <a:pt x="1006316" y="1054989"/>
                </a:cubicBezTo>
                <a:lnTo>
                  <a:pt x="48673" y="1054989"/>
                </a:lnTo>
                <a:cubicBezTo>
                  <a:pt x="21792" y="1054989"/>
                  <a:pt x="0" y="1033197"/>
                  <a:pt x="0" y="1006316"/>
                </a:cubicBezTo>
                <a:lnTo>
                  <a:pt x="0" y="48672"/>
                </a:lnTo>
                <a:cubicBezTo>
                  <a:pt x="0" y="21791"/>
                  <a:pt x="21792" y="0"/>
                  <a:pt x="48673" y="0"/>
                </a:cubicBezTo>
                <a:close/>
              </a:path>
            </a:pathLst>
          </a:custGeom>
          <a:gradFill flip="none" rotWithShape="1">
            <a:gsLst>
              <a:gs pos="0">
                <a:schemeClr val="bg1"/>
              </a:gs>
              <a:gs pos="100000">
                <a:schemeClr val="bg1">
                  <a:lumMod val="95000"/>
                </a:schemeClr>
              </a:gs>
            </a:gsLst>
            <a:lin ang="18900000" scaled="1"/>
            <a:tileRect/>
          </a:gra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id="{9CBC2B50-33A8-5CEF-95DD-695BB9F6AACC}"/>
              </a:ext>
            </a:extLst>
          </p:cNvPr>
          <p:cNvSpPr/>
          <p:nvPr/>
        </p:nvSpPr>
        <p:spPr>
          <a:xfrm>
            <a:off x="6767310" y="3900994"/>
            <a:ext cx="851630" cy="851630"/>
          </a:xfrm>
          <a:custGeom>
            <a:avLst/>
            <a:gdLst>
              <a:gd name="connsiteX0" fmla="*/ 802958 w 851630"/>
              <a:gd name="connsiteY0" fmla="*/ 0 h 851630"/>
              <a:gd name="connsiteX1" fmla="*/ 851630 w 851630"/>
              <a:gd name="connsiteY1" fmla="*/ 48673 h 851630"/>
              <a:gd name="connsiteX2" fmla="*/ 851630 w 851630"/>
              <a:gd name="connsiteY2" fmla="*/ 802957 h 851630"/>
              <a:gd name="connsiteX3" fmla="*/ 802958 w 851630"/>
              <a:gd name="connsiteY3" fmla="*/ 851630 h 851630"/>
              <a:gd name="connsiteX4" fmla="*/ 48673 w 851630"/>
              <a:gd name="connsiteY4" fmla="*/ 851630 h 851630"/>
              <a:gd name="connsiteX5" fmla="*/ 0 w 851630"/>
              <a:gd name="connsiteY5" fmla="*/ 802957 h 851630"/>
              <a:gd name="connsiteX6" fmla="*/ 0 w 851630"/>
              <a:gd name="connsiteY6" fmla="*/ 48673 h 851630"/>
              <a:gd name="connsiteX7" fmla="*/ 48673 w 851630"/>
              <a:gd name="connsiteY7" fmla="*/ 0 h 851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630" h="851630">
                <a:moveTo>
                  <a:pt x="802958" y="0"/>
                </a:moveTo>
                <a:cubicBezTo>
                  <a:pt x="829839" y="0"/>
                  <a:pt x="851630" y="21791"/>
                  <a:pt x="851630" y="48673"/>
                </a:cubicBezTo>
                <a:lnTo>
                  <a:pt x="851630" y="802957"/>
                </a:lnTo>
                <a:cubicBezTo>
                  <a:pt x="851630" y="829839"/>
                  <a:pt x="829839" y="851630"/>
                  <a:pt x="802958" y="851630"/>
                </a:cubicBezTo>
                <a:lnTo>
                  <a:pt x="48673" y="851630"/>
                </a:lnTo>
                <a:cubicBezTo>
                  <a:pt x="21791" y="851630"/>
                  <a:pt x="0" y="829839"/>
                  <a:pt x="0" y="802957"/>
                </a:cubicBezTo>
                <a:lnTo>
                  <a:pt x="0" y="48673"/>
                </a:lnTo>
                <a:cubicBezTo>
                  <a:pt x="0" y="21791"/>
                  <a:pt x="21791" y="0"/>
                  <a:pt x="48673" y="0"/>
                </a:cubicBezTo>
                <a:close/>
              </a:path>
            </a:pathLst>
          </a:custGeom>
          <a:gradFill flip="none" rotWithShape="1">
            <a:gsLst>
              <a:gs pos="0">
                <a:schemeClr val="bg1"/>
              </a:gs>
              <a:gs pos="100000">
                <a:schemeClr val="bg1">
                  <a:lumMod val="95000"/>
                </a:schemeClr>
              </a:gs>
            </a:gsLst>
            <a:lin ang="18900000" scaled="1"/>
            <a:tileRect/>
          </a:gradFill>
          <a:ln w="9525" cap="flat">
            <a:noFill/>
            <a:prstDash val="solid"/>
            <a:miter/>
          </a:ln>
        </p:spPr>
        <p:txBody>
          <a:bodyPr rtlCol="0" anchor="ctr"/>
          <a:lstStyle/>
          <a:p>
            <a:endParaRPr lang="en-IN"/>
          </a:p>
        </p:txBody>
      </p:sp>
      <p:sp>
        <p:nvSpPr>
          <p:cNvPr id="40" name="TextBox 39">
            <a:extLst>
              <a:ext uri="{FF2B5EF4-FFF2-40B4-BE49-F238E27FC236}">
                <a16:creationId xmlns:a16="http://schemas.microsoft.com/office/drawing/2014/main" id="{3C672B36-866F-101A-2D7B-49BBE7DBE673}"/>
              </a:ext>
            </a:extLst>
          </p:cNvPr>
          <p:cNvSpPr txBox="1"/>
          <p:nvPr/>
        </p:nvSpPr>
        <p:spPr>
          <a:xfrm>
            <a:off x="3828136" y="3980451"/>
            <a:ext cx="1068602" cy="916458"/>
          </a:xfrm>
          <a:prstGeom prst="rect">
            <a:avLst/>
          </a:prstGeom>
          <a:noFill/>
        </p:spPr>
        <p:txBody>
          <a:bodyPr wrap="square" lIns="0" tIns="0" rIns="0" bIns="0" rtlCol="0" anchor="ctr">
            <a:noAutofit/>
          </a:bodyPr>
          <a:lstStyle/>
          <a:p>
            <a:pPr algn="ctr">
              <a:lnSpc>
                <a:spcPct val="90000"/>
              </a:lnSpc>
            </a:pPr>
            <a:r>
              <a:rPr lang="en-US" sz="1400" b="1">
                <a:solidFill>
                  <a:schemeClr val="tx1">
                    <a:lumMod val="85000"/>
                    <a:lumOff val="15000"/>
                  </a:schemeClr>
                </a:solidFill>
              </a:rPr>
              <a:t>4-STEP BUSINESS MODEL</a:t>
            </a:r>
            <a:endParaRPr lang="en-IN" sz="1400" b="1">
              <a:solidFill>
                <a:schemeClr val="tx1">
                  <a:lumMod val="85000"/>
                  <a:lumOff val="15000"/>
                </a:schemeClr>
              </a:solidFill>
            </a:endParaRPr>
          </a:p>
        </p:txBody>
      </p:sp>
      <p:grpSp>
        <p:nvGrpSpPr>
          <p:cNvPr id="53" name="Group 52">
            <a:extLst>
              <a:ext uri="{FF2B5EF4-FFF2-40B4-BE49-F238E27FC236}">
                <a16:creationId xmlns:a16="http://schemas.microsoft.com/office/drawing/2014/main" id="{CEA39E15-186A-BAF8-6158-D45B4E6189B2}"/>
              </a:ext>
            </a:extLst>
          </p:cNvPr>
          <p:cNvGrpSpPr/>
          <p:nvPr/>
        </p:nvGrpSpPr>
        <p:grpSpPr>
          <a:xfrm>
            <a:off x="8046407" y="1070430"/>
            <a:ext cx="3041543" cy="1203708"/>
            <a:chOff x="8461835" y="1770342"/>
            <a:chExt cx="3041543" cy="1203708"/>
          </a:xfrm>
        </p:grpSpPr>
        <p:grpSp>
          <p:nvGrpSpPr>
            <p:cNvPr id="41" name="Group 40">
              <a:extLst>
                <a:ext uri="{FF2B5EF4-FFF2-40B4-BE49-F238E27FC236}">
                  <a16:creationId xmlns:a16="http://schemas.microsoft.com/office/drawing/2014/main" id="{25B1CA60-B603-6998-F5FE-22B3DD9A55EA}"/>
                </a:ext>
              </a:extLst>
            </p:cNvPr>
            <p:cNvGrpSpPr/>
            <p:nvPr/>
          </p:nvGrpSpPr>
          <p:grpSpPr>
            <a:xfrm>
              <a:off x="9690447" y="1873191"/>
              <a:ext cx="1812931" cy="1100859"/>
              <a:chOff x="1003061" y="1834798"/>
              <a:chExt cx="1345369" cy="1026732"/>
            </a:xfrm>
          </p:grpSpPr>
          <p:sp>
            <p:nvSpPr>
              <p:cNvPr id="42" name="TextBox 41">
                <a:extLst>
                  <a:ext uri="{FF2B5EF4-FFF2-40B4-BE49-F238E27FC236}">
                    <a16:creationId xmlns:a16="http://schemas.microsoft.com/office/drawing/2014/main" id="{D1DECA69-DFBE-8969-F21B-8AF45F2186C6}"/>
                  </a:ext>
                </a:extLst>
              </p:cNvPr>
              <p:cNvSpPr txBox="1"/>
              <p:nvPr/>
            </p:nvSpPr>
            <p:spPr>
              <a:xfrm>
                <a:off x="1003061" y="2140629"/>
                <a:ext cx="1345369" cy="720901"/>
              </a:xfrm>
              <a:prstGeom prst="rect">
                <a:avLst/>
              </a:prstGeom>
              <a:noFill/>
            </p:spPr>
            <p:txBody>
              <a:bodyPr wrap="square" lIns="0" tIns="0" rIns="0" bIns="0" rtlCol="0" anchor="t">
                <a:noAutofit/>
              </a:bodyPr>
              <a:lstStyle/>
              <a:p>
                <a:r>
                  <a:rPr lang="en-US" sz="1400">
                    <a:solidFill>
                      <a:schemeClr val="tx1">
                        <a:lumMod val="65000"/>
                        <a:lumOff val="35000"/>
                      </a:schemeClr>
                    </a:solidFill>
                  </a:rPr>
                  <a:t>This is a sample text. Insert your desired text here.</a:t>
                </a:r>
                <a:endParaRPr lang="en-US" sz="1400" b="1">
                  <a:solidFill>
                    <a:schemeClr val="tx1">
                      <a:lumMod val="65000"/>
                      <a:lumOff val="35000"/>
                    </a:schemeClr>
                  </a:solidFill>
                </a:endParaRPr>
              </a:p>
            </p:txBody>
          </p:sp>
          <p:sp>
            <p:nvSpPr>
              <p:cNvPr id="43" name="TextBox 42">
                <a:extLst>
                  <a:ext uri="{FF2B5EF4-FFF2-40B4-BE49-F238E27FC236}">
                    <a16:creationId xmlns:a16="http://schemas.microsoft.com/office/drawing/2014/main" id="{747C2C5A-20C1-D59D-6088-CA9A3343E7B3}"/>
                  </a:ext>
                </a:extLst>
              </p:cNvPr>
              <p:cNvSpPr txBox="1"/>
              <p:nvPr/>
            </p:nvSpPr>
            <p:spPr>
              <a:xfrm>
                <a:off x="1003061" y="1834798"/>
                <a:ext cx="1345369" cy="206700"/>
              </a:xfrm>
              <a:prstGeom prst="rect">
                <a:avLst/>
              </a:prstGeom>
              <a:noFill/>
            </p:spPr>
            <p:txBody>
              <a:bodyPr wrap="square" lIns="0" tIns="0" rIns="0" bIns="0" rtlCol="0" anchor="ctr">
                <a:noAutofit/>
              </a:bodyPr>
              <a:lstStyle/>
              <a:p>
                <a:pPr>
                  <a:lnSpc>
                    <a:spcPct val="90000"/>
                  </a:lnSpc>
                </a:pPr>
                <a:r>
                  <a:rPr lang="en-US" b="1">
                    <a:solidFill>
                      <a:schemeClr val="tx1">
                        <a:lumMod val="85000"/>
                        <a:lumOff val="15000"/>
                      </a:schemeClr>
                    </a:solidFill>
                  </a:rPr>
                  <a:t>Placeholder</a:t>
                </a:r>
                <a:endParaRPr lang="en-US" b="1"/>
              </a:p>
            </p:txBody>
          </p:sp>
        </p:grpSp>
        <p:sp>
          <p:nvSpPr>
            <p:cNvPr id="47" name="TextBox 46">
              <a:extLst>
                <a:ext uri="{FF2B5EF4-FFF2-40B4-BE49-F238E27FC236}">
                  <a16:creationId xmlns:a16="http://schemas.microsoft.com/office/drawing/2014/main" id="{03E60C82-0A0B-6254-C678-19CD2547576E}"/>
                </a:ext>
              </a:extLst>
            </p:cNvPr>
            <p:cNvSpPr txBox="1"/>
            <p:nvPr/>
          </p:nvSpPr>
          <p:spPr>
            <a:xfrm>
              <a:off x="8461835" y="1770342"/>
              <a:ext cx="1209760" cy="772948"/>
            </a:xfrm>
            <a:prstGeom prst="rect">
              <a:avLst/>
            </a:prstGeom>
            <a:noFill/>
          </p:spPr>
          <p:txBody>
            <a:bodyPr wrap="square" lIns="0" tIns="0" rIns="0" bIns="0" rtlCol="0" anchor="ctr">
              <a:noAutofit/>
            </a:bodyPr>
            <a:lstStyle/>
            <a:p>
              <a:pPr algn="ctr"/>
              <a:r>
                <a:rPr lang="en-IN" sz="6000" b="1">
                  <a:gradFill>
                    <a:gsLst>
                      <a:gs pos="0">
                        <a:schemeClr val="accent4"/>
                      </a:gs>
                      <a:gs pos="100000">
                        <a:schemeClr val="accent5"/>
                      </a:gs>
                    </a:gsLst>
                    <a:lin ang="5400000" scaled="1"/>
                  </a:gradFill>
                </a:rPr>
                <a:t>01</a:t>
              </a:r>
            </a:p>
          </p:txBody>
        </p:sp>
      </p:grpSp>
      <p:grpSp>
        <p:nvGrpSpPr>
          <p:cNvPr id="61" name="Group 60">
            <a:extLst>
              <a:ext uri="{FF2B5EF4-FFF2-40B4-BE49-F238E27FC236}">
                <a16:creationId xmlns:a16="http://schemas.microsoft.com/office/drawing/2014/main" id="{52276896-81AC-8361-1C27-53CBD7311E14}"/>
              </a:ext>
            </a:extLst>
          </p:cNvPr>
          <p:cNvGrpSpPr/>
          <p:nvPr/>
        </p:nvGrpSpPr>
        <p:grpSpPr>
          <a:xfrm>
            <a:off x="8046407" y="3712030"/>
            <a:ext cx="3041543" cy="1203708"/>
            <a:chOff x="8461835" y="1770342"/>
            <a:chExt cx="3041543" cy="1203708"/>
          </a:xfrm>
        </p:grpSpPr>
        <p:grpSp>
          <p:nvGrpSpPr>
            <p:cNvPr id="62" name="Group 61">
              <a:extLst>
                <a:ext uri="{FF2B5EF4-FFF2-40B4-BE49-F238E27FC236}">
                  <a16:creationId xmlns:a16="http://schemas.microsoft.com/office/drawing/2014/main" id="{9A93BE42-B94D-F272-E286-171DEBA19E22}"/>
                </a:ext>
              </a:extLst>
            </p:cNvPr>
            <p:cNvGrpSpPr/>
            <p:nvPr/>
          </p:nvGrpSpPr>
          <p:grpSpPr>
            <a:xfrm>
              <a:off x="9690447" y="1873191"/>
              <a:ext cx="1812931" cy="1100859"/>
              <a:chOff x="1003061" y="1834798"/>
              <a:chExt cx="1345369" cy="1026732"/>
            </a:xfrm>
          </p:grpSpPr>
          <p:sp>
            <p:nvSpPr>
              <p:cNvPr id="64" name="TextBox 63">
                <a:extLst>
                  <a:ext uri="{FF2B5EF4-FFF2-40B4-BE49-F238E27FC236}">
                    <a16:creationId xmlns:a16="http://schemas.microsoft.com/office/drawing/2014/main" id="{DEB25B79-45F1-5235-C369-E3FE97860F7B}"/>
                  </a:ext>
                </a:extLst>
              </p:cNvPr>
              <p:cNvSpPr txBox="1"/>
              <p:nvPr/>
            </p:nvSpPr>
            <p:spPr>
              <a:xfrm>
                <a:off x="1003061" y="2140629"/>
                <a:ext cx="1345369" cy="720901"/>
              </a:xfrm>
              <a:prstGeom prst="rect">
                <a:avLst/>
              </a:prstGeom>
              <a:noFill/>
            </p:spPr>
            <p:txBody>
              <a:bodyPr wrap="square" lIns="0" tIns="0" rIns="0" bIns="0" rtlCol="0" anchor="t">
                <a:noAutofit/>
              </a:bodyPr>
              <a:lstStyle/>
              <a:p>
                <a:r>
                  <a:rPr lang="en-US" sz="1400">
                    <a:solidFill>
                      <a:schemeClr val="tx1">
                        <a:lumMod val="65000"/>
                        <a:lumOff val="35000"/>
                      </a:schemeClr>
                    </a:solidFill>
                  </a:rPr>
                  <a:t>This is a sample text. Insert your desired text here.</a:t>
                </a:r>
                <a:endParaRPr lang="en-US" sz="1400" b="1">
                  <a:solidFill>
                    <a:schemeClr val="tx1">
                      <a:lumMod val="65000"/>
                      <a:lumOff val="35000"/>
                    </a:schemeClr>
                  </a:solidFill>
                </a:endParaRPr>
              </a:p>
            </p:txBody>
          </p:sp>
          <p:sp>
            <p:nvSpPr>
              <p:cNvPr id="65" name="TextBox 64">
                <a:extLst>
                  <a:ext uri="{FF2B5EF4-FFF2-40B4-BE49-F238E27FC236}">
                    <a16:creationId xmlns:a16="http://schemas.microsoft.com/office/drawing/2014/main" id="{8FD6CC35-7824-3A73-84AC-4793C1CBBDDD}"/>
                  </a:ext>
                </a:extLst>
              </p:cNvPr>
              <p:cNvSpPr txBox="1"/>
              <p:nvPr/>
            </p:nvSpPr>
            <p:spPr>
              <a:xfrm>
                <a:off x="1003061" y="1834798"/>
                <a:ext cx="1345369" cy="206700"/>
              </a:xfrm>
              <a:prstGeom prst="rect">
                <a:avLst/>
              </a:prstGeom>
              <a:noFill/>
            </p:spPr>
            <p:txBody>
              <a:bodyPr wrap="square" lIns="0" tIns="0" rIns="0" bIns="0" rtlCol="0" anchor="ctr">
                <a:noAutofit/>
              </a:bodyPr>
              <a:lstStyle/>
              <a:p>
                <a:pPr>
                  <a:lnSpc>
                    <a:spcPct val="90000"/>
                  </a:lnSpc>
                </a:pPr>
                <a:r>
                  <a:rPr lang="en-US" b="1">
                    <a:solidFill>
                      <a:schemeClr val="tx1">
                        <a:lumMod val="85000"/>
                        <a:lumOff val="15000"/>
                      </a:schemeClr>
                    </a:solidFill>
                  </a:rPr>
                  <a:t>Placeholder</a:t>
                </a:r>
                <a:endParaRPr lang="en-US" b="1"/>
              </a:p>
            </p:txBody>
          </p:sp>
        </p:grpSp>
        <p:sp>
          <p:nvSpPr>
            <p:cNvPr id="63" name="TextBox 62">
              <a:extLst>
                <a:ext uri="{FF2B5EF4-FFF2-40B4-BE49-F238E27FC236}">
                  <a16:creationId xmlns:a16="http://schemas.microsoft.com/office/drawing/2014/main" id="{A65DC04F-8522-0A12-0CEC-46E5D6910EC2}"/>
                </a:ext>
              </a:extLst>
            </p:cNvPr>
            <p:cNvSpPr txBox="1"/>
            <p:nvPr/>
          </p:nvSpPr>
          <p:spPr>
            <a:xfrm>
              <a:off x="8461835" y="1770342"/>
              <a:ext cx="1209760" cy="772948"/>
            </a:xfrm>
            <a:prstGeom prst="rect">
              <a:avLst/>
            </a:prstGeom>
            <a:noFill/>
          </p:spPr>
          <p:txBody>
            <a:bodyPr wrap="square" lIns="0" tIns="0" rIns="0" bIns="0" rtlCol="0" anchor="ctr">
              <a:noAutofit/>
            </a:bodyPr>
            <a:lstStyle/>
            <a:p>
              <a:pPr algn="ctr"/>
              <a:r>
                <a:rPr lang="en-IN" sz="6000" b="1">
                  <a:gradFill>
                    <a:gsLst>
                      <a:gs pos="0">
                        <a:schemeClr val="accent4"/>
                      </a:gs>
                      <a:gs pos="100000">
                        <a:schemeClr val="accent5"/>
                      </a:gs>
                    </a:gsLst>
                    <a:lin ang="5400000" scaled="1"/>
                  </a:gradFill>
                </a:rPr>
                <a:t>03</a:t>
              </a:r>
            </a:p>
          </p:txBody>
        </p:sp>
      </p:grpSp>
      <p:grpSp>
        <p:nvGrpSpPr>
          <p:cNvPr id="67" name="Group 66">
            <a:extLst>
              <a:ext uri="{FF2B5EF4-FFF2-40B4-BE49-F238E27FC236}">
                <a16:creationId xmlns:a16="http://schemas.microsoft.com/office/drawing/2014/main" id="{CA2EF02D-2770-0314-781F-283CD1985ABF}"/>
              </a:ext>
            </a:extLst>
          </p:cNvPr>
          <p:cNvGrpSpPr/>
          <p:nvPr/>
        </p:nvGrpSpPr>
        <p:grpSpPr>
          <a:xfrm>
            <a:off x="6646584" y="5145719"/>
            <a:ext cx="3712920" cy="972861"/>
            <a:chOff x="8461835" y="1770342"/>
            <a:chExt cx="3712920" cy="972861"/>
          </a:xfrm>
        </p:grpSpPr>
        <p:grpSp>
          <p:nvGrpSpPr>
            <p:cNvPr id="68" name="Group 67">
              <a:extLst>
                <a:ext uri="{FF2B5EF4-FFF2-40B4-BE49-F238E27FC236}">
                  <a16:creationId xmlns:a16="http://schemas.microsoft.com/office/drawing/2014/main" id="{ACDA71D5-96D2-B6EE-A9DB-4CC261844D5D}"/>
                </a:ext>
              </a:extLst>
            </p:cNvPr>
            <p:cNvGrpSpPr/>
            <p:nvPr/>
          </p:nvGrpSpPr>
          <p:grpSpPr>
            <a:xfrm>
              <a:off x="9690447" y="1873192"/>
              <a:ext cx="2484308" cy="870011"/>
              <a:chOff x="1003061" y="1834798"/>
              <a:chExt cx="1843595" cy="811428"/>
            </a:xfrm>
          </p:grpSpPr>
          <p:sp>
            <p:nvSpPr>
              <p:cNvPr id="70" name="TextBox 69">
                <a:extLst>
                  <a:ext uri="{FF2B5EF4-FFF2-40B4-BE49-F238E27FC236}">
                    <a16:creationId xmlns:a16="http://schemas.microsoft.com/office/drawing/2014/main" id="{184FE509-991D-EA6E-A781-7A72048648F1}"/>
                  </a:ext>
                </a:extLst>
              </p:cNvPr>
              <p:cNvSpPr txBox="1"/>
              <p:nvPr/>
            </p:nvSpPr>
            <p:spPr>
              <a:xfrm>
                <a:off x="1003061" y="2140629"/>
                <a:ext cx="1843595" cy="505597"/>
              </a:xfrm>
              <a:prstGeom prst="rect">
                <a:avLst/>
              </a:prstGeom>
              <a:noFill/>
            </p:spPr>
            <p:txBody>
              <a:bodyPr wrap="square" lIns="0" tIns="0" rIns="0" bIns="0" rtlCol="0" anchor="t">
                <a:noAutofit/>
              </a:bodyPr>
              <a:lstStyle/>
              <a:p>
                <a:r>
                  <a:rPr lang="en-US" sz="1400">
                    <a:solidFill>
                      <a:schemeClr val="tx1">
                        <a:lumMod val="65000"/>
                        <a:lumOff val="35000"/>
                      </a:schemeClr>
                    </a:solidFill>
                  </a:rPr>
                  <a:t>This is a sample text. Insert your desired text here.</a:t>
                </a:r>
                <a:endParaRPr lang="en-US" sz="1400" b="1">
                  <a:solidFill>
                    <a:schemeClr val="tx1">
                      <a:lumMod val="65000"/>
                      <a:lumOff val="35000"/>
                    </a:schemeClr>
                  </a:solidFill>
                </a:endParaRPr>
              </a:p>
            </p:txBody>
          </p:sp>
          <p:sp>
            <p:nvSpPr>
              <p:cNvPr id="71" name="TextBox 70">
                <a:extLst>
                  <a:ext uri="{FF2B5EF4-FFF2-40B4-BE49-F238E27FC236}">
                    <a16:creationId xmlns:a16="http://schemas.microsoft.com/office/drawing/2014/main" id="{4DA90993-B35E-44D8-A615-117FA7292B52}"/>
                  </a:ext>
                </a:extLst>
              </p:cNvPr>
              <p:cNvSpPr txBox="1"/>
              <p:nvPr/>
            </p:nvSpPr>
            <p:spPr>
              <a:xfrm>
                <a:off x="1003061" y="1834798"/>
                <a:ext cx="1843594" cy="206700"/>
              </a:xfrm>
              <a:prstGeom prst="rect">
                <a:avLst/>
              </a:prstGeom>
              <a:noFill/>
            </p:spPr>
            <p:txBody>
              <a:bodyPr wrap="square" lIns="0" tIns="0" rIns="0" bIns="0" rtlCol="0" anchor="ctr">
                <a:noAutofit/>
              </a:bodyPr>
              <a:lstStyle/>
              <a:p>
                <a:pPr>
                  <a:lnSpc>
                    <a:spcPct val="90000"/>
                  </a:lnSpc>
                </a:pPr>
                <a:r>
                  <a:rPr lang="en-US" b="1">
                    <a:solidFill>
                      <a:schemeClr val="tx1">
                        <a:lumMod val="85000"/>
                        <a:lumOff val="15000"/>
                      </a:schemeClr>
                    </a:solidFill>
                  </a:rPr>
                  <a:t>Placeholder</a:t>
                </a:r>
                <a:endParaRPr lang="en-US" b="1"/>
              </a:p>
            </p:txBody>
          </p:sp>
        </p:grpSp>
        <p:sp>
          <p:nvSpPr>
            <p:cNvPr id="69" name="TextBox 68">
              <a:extLst>
                <a:ext uri="{FF2B5EF4-FFF2-40B4-BE49-F238E27FC236}">
                  <a16:creationId xmlns:a16="http://schemas.microsoft.com/office/drawing/2014/main" id="{8DF42D13-1690-6C89-F96C-7A256043BBDA}"/>
                </a:ext>
              </a:extLst>
            </p:cNvPr>
            <p:cNvSpPr txBox="1"/>
            <p:nvPr/>
          </p:nvSpPr>
          <p:spPr>
            <a:xfrm>
              <a:off x="8461835" y="1770342"/>
              <a:ext cx="1209760" cy="772948"/>
            </a:xfrm>
            <a:prstGeom prst="rect">
              <a:avLst/>
            </a:prstGeom>
            <a:noFill/>
          </p:spPr>
          <p:txBody>
            <a:bodyPr wrap="square" lIns="0" tIns="0" rIns="0" bIns="0" rtlCol="0" anchor="ctr">
              <a:noAutofit/>
            </a:bodyPr>
            <a:lstStyle/>
            <a:p>
              <a:pPr algn="ctr"/>
              <a:r>
                <a:rPr lang="en-IN" sz="6000" b="1">
                  <a:gradFill>
                    <a:gsLst>
                      <a:gs pos="0">
                        <a:schemeClr val="accent4"/>
                      </a:gs>
                      <a:gs pos="100000">
                        <a:schemeClr val="accent5"/>
                      </a:gs>
                    </a:gsLst>
                    <a:lin ang="5400000" scaled="1"/>
                  </a:gradFill>
                </a:rPr>
                <a:t>04</a:t>
              </a:r>
            </a:p>
          </p:txBody>
        </p:sp>
      </p:grpSp>
      <p:grpSp>
        <p:nvGrpSpPr>
          <p:cNvPr id="73" name="Group 72">
            <a:extLst>
              <a:ext uri="{FF2B5EF4-FFF2-40B4-BE49-F238E27FC236}">
                <a16:creationId xmlns:a16="http://schemas.microsoft.com/office/drawing/2014/main" id="{D977BD55-526E-7BB5-50D8-2350AF1250B8}"/>
              </a:ext>
            </a:extLst>
          </p:cNvPr>
          <p:cNvGrpSpPr/>
          <p:nvPr/>
        </p:nvGrpSpPr>
        <p:grpSpPr>
          <a:xfrm flipH="1">
            <a:off x="1104052" y="2380884"/>
            <a:ext cx="3712920" cy="972861"/>
            <a:chOff x="8461835" y="1770342"/>
            <a:chExt cx="3712920" cy="972861"/>
          </a:xfrm>
        </p:grpSpPr>
        <p:grpSp>
          <p:nvGrpSpPr>
            <p:cNvPr id="74" name="Group 73">
              <a:extLst>
                <a:ext uri="{FF2B5EF4-FFF2-40B4-BE49-F238E27FC236}">
                  <a16:creationId xmlns:a16="http://schemas.microsoft.com/office/drawing/2014/main" id="{C0294858-5B95-E0A4-84E2-28014E896896}"/>
                </a:ext>
              </a:extLst>
            </p:cNvPr>
            <p:cNvGrpSpPr/>
            <p:nvPr/>
          </p:nvGrpSpPr>
          <p:grpSpPr>
            <a:xfrm>
              <a:off x="9690447" y="1873192"/>
              <a:ext cx="2484308" cy="870011"/>
              <a:chOff x="1003061" y="1834798"/>
              <a:chExt cx="1843595" cy="811428"/>
            </a:xfrm>
          </p:grpSpPr>
          <p:sp>
            <p:nvSpPr>
              <p:cNvPr id="76" name="TextBox 75">
                <a:extLst>
                  <a:ext uri="{FF2B5EF4-FFF2-40B4-BE49-F238E27FC236}">
                    <a16:creationId xmlns:a16="http://schemas.microsoft.com/office/drawing/2014/main" id="{7D8786E0-D2FF-9536-9270-7268CBA5D743}"/>
                  </a:ext>
                </a:extLst>
              </p:cNvPr>
              <p:cNvSpPr txBox="1"/>
              <p:nvPr/>
            </p:nvSpPr>
            <p:spPr>
              <a:xfrm>
                <a:off x="1003061" y="2140629"/>
                <a:ext cx="1843595" cy="505597"/>
              </a:xfrm>
              <a:prstGeom prst="rect">
                <a:avLst/>
              </a:prstGeom>
              <a:noFill/>
            </p:spPr>
            <p:txBody>
              <a:bodyPr wrap="square" lIns="0" tIns="0" rIns="0" bIns="0" rtlCol="0" anchor="t">
                <a:noAutofit/>
              </a:bodyPr>
              <a:lstStyle/>
              <a:p>
                <a:pPr algn="r"/>
                <a:r>
                  <a:rPr lang="en-US" sz="1400">
                    <a:solidFill>
                      <a:schemeClr val="tx1">
                        <a:lumMod val="65000"/>
                        <a:lumOff val="35000"/>
                      </a:schemeClr>
                    </a:solidFill>
                  </a:rPr>
                  <a:t>This is a sample text. Insert your desired text here.</a:t>
                </a:r>
                <a:endParaRPr lang="en-US" sz="1400" b="1">
                  <a:solidFill>
                    <a:schemeClr val="tx1">
                      <a:lumMod val="65000"/>
                      <a:lumOff val="35000"/>
                    </a:schemeClr>
                  </a:solidFill>
                </a:endParaRPr>
              </a:p>
            </p:txBody>
          </p:sp>
          <p:sp>
            <p:nvSpPr>
              <p:cNvPr id="77" name="TextBox 76">
                <a:extLst>
                  <a:ext uri="{FF2B5EF4-FFF2-40B4-BE49-F238E27FC236}">
                    <a16:creationId xmlns:a16="http://schemas.microsoft.com/office/drawing/2014/main" id="{5D4C8426-11B9-8EF0-6476-00241760062F}"/>
                  </a:ext>
                </a:extLst>
              </p:cNvPr>
              <p:cNvSpPr txBox="1"/>
              <p:nvPr/>
            </p:nvSpPr>
            <p:spPr>
              <a:xfrm>
                <a:off x="1003061" y="1834798"/>
                <a:ext cx="1843594" cy="206700"/>
              </a:xfrm>
              <a:prstGeom prst="rect">
                <a:avLst/>
              </a:prstGeom>
              <a:noFill/>
            </p:spPr>
            <p:txBody>
              <a:bodyPr wrap="square" lIns="0" tIns="0" rIns="0" bIns="0" rtlCol="0" anchor="ctr">
                <a:noAutofit/>
              </a:bodyPr>
              <a:lstStyle/>
              <a:p>
                <a:pPr algn="r">
                  <a:lnSpc>
                    <a:spcPct val="90000"/>
                  </a:lnSpc>
                </a:pPr>
                <a:r>
                  <a:rPr lang="en-US" b="1">
                    <a:solidFill>
                      <a:schemeClr val="tx1">
                        <a:lumMod val="85000"/>
                        <a:lumOff val="15000"/>
                      </a:schemeClr>
                    </a:solidFill>
                  </a:rPr>
                  <a:t>Placeholder</a:t>
                </a:r>
                <a:endParaRPr lang="en-US" b="1"/>
              </a:p>
            </p:txBody>
          </p:sp>
        </p:grpSp>
        <p:sp>
          <p:nvSpPr>
            <p:cNvPr id="75" name="TextBox 74">
              <a:extLst>
                <a:ext uri="{FF2B5EF4-FFF2-40B4-BE49-F238E27FC236}">
                  <a16:creationId xmlns:a16="http://schemas.microsoft.com/office/drawing/2014/main" id="{2AA9A6F9-9F59-F115-FEB9-25F681672752}"/>
                </a:ext>
              </a:extLst>
            </p:cNvPr>
            <p:cNvSpPr txBox="1"/>
            <p:nvPr/>
          </p:nvSpPr>
          <p:spPr>
            <a:xfrm>
              <a:off x="8461835" y="1770342"/>
              <a:ext cx="1209760" cy="772948"/>
            </a:xfrm>
            <a:prstGeom prst="rect">
              <a:avLst/>
            </a:prstGeom>
            <a:noFill/>
          </p:spPr>
          <p:txBody>
            <a:bodyPr wrap="square" lIns="0" tIns="0" rIns="0" bIns="0" rtlCol="0" anchor="ctr">
              <a:noAutofit/>
            </a:bodyPr>
            <a:lstStyle/>
            <a:p>
              <a:pPr algn="ctr"/>
              <a:r>
                <a:rPr lang="en-IN" sz="6000" b="1">
                  <a:gradFill>
                    <a:gsLst>
                      <a:gs pos="0">
                        <a:schemeClr val="accent4"/>
                      </a:gs>
                      <a:gs pos="100000">
                        <a:schemeClr val="accent5"/>
                      </a:gs>
                    </a:gsLst>
                    <a:lin ang="5400000" scaled="1"/>
                  </a:gradFill>
                </a:rPr>
                <a:t>02</a:t>
              </a:r>
            </a:p>
          </p:txBody>
        </p:sp>
      </p:grpSp>
      <p:grpSp>
        <p:nvGrpSpPr>
          <p:cNvPr id="80" name="Group 79">
            <a:extLst>
              <a:ext uri="{FF2B5EF4-FFF2-40B4-BE49-F238E27FC236}">
                <a16:creationId xmlns:a16="http://schemas.microsoft.com/office/drawing/2014/main" id="{318F20B3-36E9-F193-27C4-F4EB9D0BA7C6}"/>
              </a:ext>
            </a:extLst>
          </p:cNvPr>
          <p:cNvGrpSpPr/>
          <p:nvPr/>
        </p:nvGrpSpPr>
        <p:grpSpPr>
          <a:xfrm>
            <a:off x="5627786" y="2790781"/>
            <a:ext cx="533876" cy="532409"/>
            <a:chOff x="9036051" y="2533650"/>
            <a:chExt cx="2308225" cy="2301875"/>
          </a:xfrm>
          <a:solidFill>
            <a:schemeClr val="tx1">
              <a:lumMod val="65000"/>
              <a:lumOff val="35000"/>
            </a:schemeClr>
          </a:solidFill>
        </p:grpSpPr>
        <p:sp>
          <p:nvSpPr>
            <p:cNvPr id="81" name="Freeform 6">
              <a:extLst>
                <a:ext uri="{FF2B5EF4-FFF2-40B4-BE49-F238E27FC236}">
                  <a16:creationId xmlns:a16="http://schemas.microsoft.com/office/drawing/2014/main" id="{83E32072-A8CF-B0B4-F453-14DAF75F4B8E}"/>
                </a:ext>
              </a:extLst>
            </p:cNvPr>
            <p:cNvSpPr>
              <a:spLocks/>
            </p:cNvSpPr>
            <p:nvPr/>
          </p:nvSpPr>
          <p:spPr bwMode="auto">
            <a:xfrm>
              <a:off x="9180513" y="3184525"/>
              <a:ext cx="1947863" cy="717550"/>
            </a:xfrm>
            <a:custGeom>
              <a:avLst/>
              <a:gdLst>
                <a:gd name="T0" fmla="*/ 890 w 1227"/>
                <a:gd name="T1" fmla="*/ 0 h 452"/>
                <a:gd name="T2" fmla="*/ 901 w 1227"/>
                <a:gd name="T3" fmla="*/ 3 h 452"/>
                <a:gd name="T4" fmla="*/ 901 w 1227"/>
                <a:gd name="T5" fmla="*/ 5 h 452"/>
                <a:gd name="T6" fmla="*/ 1109 w 1227"/>
                <a:gd name="T7" fmla="*/ 212 h 452"/>
                <a:gd name="T8" fmla="*/ 1184 w 1227"/>
                <a:gd name="T9" fmla="*/ 98 h 452"/>
                <a:gd name="T10" fmla="*/ 1194 w 1227"/>
                <a:gd name="T11" fmla="*/ 90 h 452"/>
                <a:gd name="T12" fmla="*/ 1206 w 1227"/>
                <a:gd name="T13" fmla="*/ 89 h 452"/>
                <a:gd name="T14" fmla="*/ 1215 w 1227"/>
                <a:gd name="T15" fmla="*/ 92 h 452"/>
                <a:gd name="T16" fmla="*/ 1223 w 1227"/>
                <a:gd name="T17" fmla="*/ 102 h 452"/>
                <a:gd name="T18" fmla="*/ 1227 w 1227"/>
                <a:gd name="T19" fmla="*/ 114 h 452"/>
                <a:gd name="T20" fmla="*/ 1223 w 1227"/>
                <a:gd name="T21" fmla="*/ 123 h 452"/>
                <a:gd name="T22" fmla="*/ 1132 w 1227"/>
                <a:gd name="T23" fmla="*/ 259 h 452"/>
                <a:gd name="T24" fmla="*/ 1130 w 1227"/>
                <a:gd name="T25" fmla="*/ 261 h 452"/>
                <a:gd name="T26" fmla="*/ 1128 w 1227"/>
                <a:gd name="T27" fmla="*/ 263 h 452"/>
                <a:gd name="T28" fmla="*/ 1118 w 1227"/>
                <a:gd name="T29" fmla="*/ 268 h 452"/>
                <a:gd name="T30" fmla="*/ 1107 w 1227"/>
                <a:gd name="T31" fmla="*/ 270 h 452"/>
                <a:gd name="T32" fmla="*/ 1097 w 1227"/>
                <a:gd name="T33" fmla="*/ 265 h 452"/>
                <a:gd name="T34" fmla="*/ 886 w 1227"/>
                <a:gd name="T35" fmla="*/ 54 h 452"/>
                <a:gd name="T36" fmla="*/ 539 w 1227"/>
                <a:gd name="T37" fmla="*/ 444 h 452"/>
                <a:gd name="T38" fmla="*/ 535 w 1227"/>
                <a:gd name="T39" fmla="*/ 446 h 452"/>
                <a:gd name="T40" fmla="*/ 525 w 1227"/>
                <a:gd name="T41" fmla="*/ 450 h 452"/>
                <a:gd name="T42" fmla="*/ 513 w 1227"/>
                <a:gd name="T43" fmla="*/ 450 h 452"/>
                <a:gd name="T44" fmla="*/ 504 w 1227"/>
                <a:gd name="T45" fmla="*/ 442 h 452"/>
                <a:gd name="T46" fmla="*/ 339 w 1227"/>
                <a:gd name="T47" fmla="*/ 237 h 452"/>
                <a:gd name="T48" fmla="*/ 161 w 1227"/>
                <a:gd name="T49" fmla="*/ 444 h 452"/>
                <a:gd name="T50" fmla="*/ 161 w 1227"/>
                <a:gd name="T51" fmla="*/ 444 h 452"/>
                <a:gd name="T52" fmla="*/ 157 w 1227"/>
                <a:gd name="T53" fmla="*/ 448 h 452"/>
                <a:gd name="T54" fmla="*/ 151 w 1227"/>
                <a:gd name="T55" fmla="*/ 450 h 452"/>
                <a:gd name="T56" fmla="*/ 145 w 1227"/>
                <a:gd name="T57" fmla="*/ 452 h 452"/>
                <a:gd name="T58" fmla="*/ 21 w 1227"/>
                <a:gd name="T59" fmla="*/ 452 h 452"/>
                <a:gd name="T60" fmla="*/ 15 w 1227"/>
                <a:gd name="T61" fmla="*/ 450 h 452"/>
                <a:gd name="T62" fmla="*/ 9 w 1227"/>
                <a:gd name="T63" fmla="*/ 446 h 452"/>
                <a:gd name="T64" fmla="*/ 4 w 1227"/>
                <a:gd name="T65" fmla="*/ 442 h 452"/>
                <a:gd name="T66" fmla="*/ 0 w 1227"/>
                <a:gd name="T67" fmla="*/ 437 h 452"/>
                <a:gd name="T68" fmla="*/ 0 w 1227"/>
                <a:gd name="T69" fmla="*/ 429 h 452"/>
                <a:gd name="T70" fmla="*/ 0 w 1227"/>
                <a:gd name="T71" fmla="*/ 421 h 452"/>
                <a:gd name="T72" fmla="*/ 4 w 1227"/>
                <a:gd name="T73" fmla="*/ 415 h 452"/>
                <a:gd name="T74" fmla="*/ 9 w 1227"/>
                <a:gd name="T75" fmla="*/ 411 h 452"/>
                <a:gd name="T76" fmla="*/ 15 w 1227"/>
                <a:gd name="T77" fmla="*/ 408 h 452"/>
                <a:gd name="T78" fmla="*/ 21 w 1227"/>
                <a:gd name="T79" fmla="*/ 406 h 452"/>
                <a:gd name="T80" fmla="*/ 133 w 1227"/>
                <a:gd name="T81" fmla="*/ 406 h 452"/>
                <a:gd name="T82" fmla="*/ 323 w 1227"/>
                <a:gd name="T83" fmla="*/ 187 h 452"/>
                <a:gd name="T84" fmla="*/ 333 w 1227"/>
                <a:gd name="T85" fmla="*/ 181 h 452"/>
                <a:gd name="T86" fmla="*/ 345 w 1227"/>
                <a:gd name="T87" fmla="*/ 179 h 452"/>
                <a:gd name="T88" fmla="*/ 354 w 1227"/>
                <a:gd name="T89" fmla="*/ 185 h 452"/>
                <a:gd name="T90" fmla="*/ 358 w 1227"/>
                <a:gd name="T91" fmla="*/ 189 h 452"/>
                <a:gd name="T92" fmla="*/ 523 w 1227"/>
                <a:gd name="T93" fmla="*/ 394 h 452"/>
                <a:gd name="T94" fmla="*/ 868 w 1227"/>
                <a:gd name="T95" fmla="*/ 5 h 452"/>
                <a:gd name="T96" fmla="*/ 878 w 1227"/>
                <a:gd name="T97" fmla="*/ 0 h 452"/>
                <a:gd name="T98" fmla="*/ 890 w 1227"/>
                <a:gd name="T99"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27" h="452">
                  <a:moveTo>
                    <a:pt x="890" y="0"/>
                  </a:moveTo>
                  <a:lnTo>
                    <a:pt x="901" y="3"/>
                  </a:lnTo>
                  <a:lnTo>
                    <a:pt x="901" y="5"/>
                  </a:lnTo>
                  <a:lnTo>
                    <a:pt x="1109" y="212"/>
                  </a:lnTo>
                  <a:lnTo>
                    <a:pt x="1184" y="98"/>
                  </a:lnTo>
                  <a:lnTo>
                    <a:pt x="1194" y="90"/>
                  </a:lnTo>
                  <a:lnTo>
                    <a:pt x="1206" y="89"/>
                  </a:lnTo>
                  <a:lnTo>
                    <a:pt x="1215" y="92"/>
                  </a:lnTo>
                  <a:lnTo>
                    <a:pt x="1223" y="102"/>
                  </a:lnTo>
                  <a:lnTo>
                    <a:pt x="1227" y="114"/>
                  </a:lnTo>
                  <a:lnTo>
                    <a:pt x="1223" y="123"/>
                  </a:lnTo>
                  <a:lnTo>
                    <a:pt x="1132" y="259"/>
                  </a:lnTo>
                  <a:lnTo>
                    <a:pt x="1130" y="261"/>
                  </a:lnTo>
                  <a:lnTo>
                    <a:pt x="1128" y="263"/>
                  </a:lnTo>
                  <a:lnTo>
                    <a:pt x="1118" y="268"/>
                  </a:lnTo>
                  <a:lnTo>
                    <a:pt x="1107" y="270"/>
                  </a:lnTo>
                  <a:lnTo>
                    <a:pt x="1097" y="265"/>
                  </a:lnTo>
                  <a:lnTo>
                    <a:pt x="886" y="54"/>
                  </a:lnTo>
                  <a:lnTo>
                    <a:pt x="539" y="444"/>
                  </a:lnTo>
                  <a:lnTo>
                    <a:pt x="535" y="446"/>
                  </a:lnTo>
                  <a:lnTo>
                    <a:pt x="525" y="450"/>
                  </a:lnTo>
                  <a:lnTo>
                    <a:pt x="513" y="450"/>
                  </a:lnTo>
                  <a:lnTo>
                    <a:pt x="504" y="442"/>
                  </a:lnTo>
                  <a:lnTo>
                    <a:pt x="339" y="237"/>
                  </a:lnTo>
                  <a:lnTo>
                    <a:pt x="161" y="444"/>
                  </a:lnTo>
                  <a:lnTo>
                    <a:pt x="161" y="444"/>
                  </a:lnTo>
                  <a:lnTo>
                    <a:pt x="157" y="448"/>
                  </a:lnTo>
                  <a:lnTo>
                    <a:pt x="151" y="450"/>
                  </a:lnTo>
                  <a:lnTo>
                    <a:pt x="145" y="452"/>
                  </a:lnTo>
                  <a:lnTo>
                    <a:pt x="21" y="452"/>
                  </a:lnTo>
                  <a:lnTo>
                    <a:pt x="15" y="450"/>
                  </a:lnTo>
                  <a:lnTo>
                    <a:pt x="9" y="446"/>
                  </a:lnTo>
                  <a:lnTo>
                    <a:pt x="4" y="442"/>
                  </a:lnTo>
                  <a:lnTo>
                    <a:pt x="0" y="437"/>
                  </a:lnTo>
                  <a:lnTo>
                    <a:pt x="0" y="429"/>
                  </a:lnTo>
                  <a:lnTo>
                    <a:pt x="0" y="421"/>
                  </a:lnTo>
                  <a:lnTo>
                    <a:pt x="4" y="415"/>
                  </a:lnTo>
                  <a:lnTo>
                    <a:pt x="9" y="411"/>
                  </a:lnTo>
                  <a:lnTo>
                    <a:pt x="15" y="408"/>
                  </a:lnTo>
                  <a:lnTo>
                    <a:pt x="21" y="406"/>
                  </a:lnTo>
                  <a:lnTo>
                    <a:pt x="133" y="406"/>
                  </a:lnTo>
                  <a:lnTo>
                    <a:pt x="323" y="187"/>
                  </a:lnTo>
                  <a:lnTo>
                    <a:pt x="333" y="181"/>
                  </a:lnTo>
                  <a:lnTo>
                    <a:pt x="345" y="179"/>
                  </a:lnTo>
                  <a:lnTo>
                    <a:pt x="354" y="185"/>
                  </a:lnTo>
                  <a:lnTo>
                    <a:pt x="358" y="189"/>
                  </a:lnTo>
                  <a:lnTo>
                    <a:pt x="523" y="394"/>
                  </a:lnTo>
                  <a:lnTo>
                    <a:pt x="868" y="5"/>
                  </a:lnTo>
                  <a:lnTo>
                    <a:pt x="878" y="0"/>
                  </a:lnTo>
                  <a:lnTo>
                    <a:pt x="89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sp>
          <p:nvSpPr>
            <p:cNvPr id="82" name="Freeform 7">
              <a:extLst>
                <a:ext uri="{FF2B5EF4-FFF2-40B4-BE49-F238E27FC236}">
                  <a16:creationId xmlns:a16="http://schemas.microsoft.com/office/drawing/2014/main" id="{98BCB11D-81EC-618C-02D7-E5F97D1E3C8C}"/>
                </a:ext>
              </a:extLst>
            </p:cNvPr>
            <p:cNvSpPr>
              <a:spLocks/>
            </p:cNvSpPr>
            <p:nvPr/>
          </p:nvSpPr>
          <p:spPr bwMode="auto">
            <a:xfrm>
              <a:off x="9036051" y="2751138"/>
              <a:ext cx="2308225" cy="1439863"/>
            </a:xfrm>
            <a:custGeom>
              <a:avLst/>
              <a:gdLst>
                <a:gd name="T0" fmla="*/ 23 w 1454"/>
                <a:gd name="T1" fmla="*/ 0 h 907"/>
                <a:gd name="T2" fmla="*/ 703 w 1454"/>
                <a:gd name="T3" fmla="*/ 0 h 907"/>
                <a:gd name="T4" fmla="*/ 711 w 1454"/>
                <a:gd name="T5" fmla="*/ 0 h 907"/>
                <a:gd name="T6" fmla="*/ 717 w 1454"/>
                <a:gd name="T7" fmla="*/ 4 h 907"/>
                <a:gd name="T8" fmla="*/ 723 w 1454"/>
                <a:gd name="T9" fmla="*/ 10 h 907"/>
                <a:gd name="T10" fmla="*/ 725 w 1454"/>
                <a:gd name="T11" fmla="*/ 15 h 907"/>
                <a:gd name="T12" fmla="*/ 727 w 1454"/>
                <a:gd name="T13" fmla="*/ 21 h 907"/>
                <a:gd name="T14" fmla="*/ 725 w 1454"/>
                <a:gd name="T15" fmla="*/ 29 h 907"/>
                <a:gd name="T16" fmla="*/ 723 w 1454"/>
                <a:gd name="T17" fmla="*/ 35 h 907"/>
                <a:gd name="T18" fmla="*/ 717 w 1454"/>
                <a:gd name="T19" fmla="*/ 41 h 907"/>
                <a:gd name="T20" fmla="*/ 711 w 1454"/>
                <a:gd name="T21" fmla="*/ 44 h 907"/>
                <a:gd name="T22" fmla="*/ 703 w 1454"/>
                <a:gd name="T23" fmla="*/ 44 h 907"/>
                <a:gd name="T24" fmla="*/ 44 w 1454"/>
                <a:gd name="T25" fmla="*/ 44 h 907"/>
                <a:gd name="T26" fmla="*/ 44 w 1454"/>
                <a:gd name="T27" fmla="*/ 860 h 907"/>
                <a:gd name="T28" fmla="*/ 1407 w 1454"/>
                <a:gd name="T29" fmla="*/ 860 h 907"/>
                <a:gd name="T30" fmla="*/ 1407 w 1454"/>
                <a:gd name="T31" fmla="*/ 44 h 907"/>
                <a:gd name="T32" fmla="*/ 794 w 1454"/>
                <a:gd name="T33" fmla="*/ 44 h 907"/>
                <a:gd name="T34" fmla="*/ 787 w 1454"/>
                <a:gd name="T35" fmla="*/ 44 h 907"/>
                <a:gd name="T36" fmla="*/ 781 w 1454"/>
                <a:gd name="T37" fmla="*/ 41 h 907"/>
                <a:gd name="T38" fmla="*/ 777 w 1454"/>
                <a:gd name="T39" fmla="*/ 35 h 907"/>
                <a:gd name="T40" fmla="*/ 773 w 1454"/>
                <a:gd name="T41" fmla="*/ 29 h 907"/>
                <a:gd name="T42" fmla="*/ 771 w 1454"/>
                <a:gd name="T43" fmla="*/ 21 h 907"/>
                <a:gd name="T44" fmla="*/ 773 w 1454"/>
                <a:gd name="T45" fmla="*/ 15 h 907"/>
                <a:gd name="T46" fmla="*/ 777 w 1454"/>
                <a:gd name="T47" fmla="*/ 10 h 907"/>
                <a:gd name="T48" fmla="*/ 781 w 1454"/>
                <a:gd name="T49" fmla="*/ 4 h 907"/>
                <a:gd name="T50" fmla="*/ 787 w 1454"/>
                <a:gd name="T51" fmla="*/ 0 h 907"/>
                <a:gd name="T52" fmla="*/ 794 w 1454"/>
                <a:gd name="T53" fmla="*/ 0 h 907"/>
                <a:gd name="T54" fmla="*/ 1430 w 1454"/>
                <a:gd name="T55" fmla="*/ 0 h 907"/>
                <a:gd name="T56" fmla="*/ 1438 w 1454"/>
                <a:gd name="T57" fmla="*/ 0 h 907"/>
                <a:gd name="T58" fmla="*/ 1444 w 1454"/>
                <a:gd name="T59" fmla="*/ 4 h 907"/>
                <a:gd name="T60" fmla="*/ 1450 w 1454"/>
                <a:gd name="T61" fmla="*/ 10 h 907"/>
                <a:gd name="T62" fmla="*/ 1452 w 1454"/>
                <a:gd name="T63" fmla="*/ 15 h 907"/>
                <a:gd name="T64" fmla="*/ 1454 w 1454"/>
                <a:gd name="T65" fmla="*/ 21 h 907"/>
                <a:gd name="T66" fmla="*/ 1454 w 1454"/>
                <a:gd name="T67" fmla="*/ 884 h 907"/>
                <a:gd name="T68" fmla="*/ 1452 w 1454"/>
                <a:gd name="T69" fmla="*/ 891 h 907"/>
                <a:gd name="T70" fmla="*/ 1450 w 1454"/>
                <a:gd name="T71" fmla="*/ 897 h 907"/>
                <a:gd name="T72" fmla="*/ 1444 w 1454"/>
                <a:gd name="T73" fmla="*/ 901 h 907"/>
                <a:gd name="T74" fmla="*/ 1438 w 1454"/>
                <a:gd name="T75" fmla="*/ 905 h 907"/>
                <a:gd name="T76" fmla="*/ 1430 w 1454"/>
                <a:gd name="T77" fmla="*/ 907 h 907"/>
                <a:gd name="T78" fmla="*/ 23 w 1454"/>
                <a:gd name="T79" fmla="*/ 907 h 907"/>
                <a:gd name="T80" fmla="*/ 15 w 1454"/>
                <a:gd name="T81" fmla="*/ 905 h 907"/>
                <a:gd name="T82" fmla="*/ 9 w 1454"/>
                <a:gd name="T83" fmla="*/ 901 h 907"/>
                <a:gd name="T84" fmla="*/ 3 w 1454"/>
                <a:gd name="T85" fmla="*/ 897 h 907"/>
                <a:gd name="T86" fmla="*/ 0 w 1454"/>
                <a:gd name="T87" fmla="*/ 891 h 907"/>
                <a:gd name="T88" fmla="*/ 0 w 1454"/>
                <a:gd name="T89" fmla="*/ 884 h 907"/>
                <a:gd name="T90" fmla="*/ 0 w 1454"/>
                <a:gd name="T91" fmla="*/ 21 h 907"/>
                <a:gd name="T92" fmla="*/ 0 w 1454"/>
                <a:gd name="T93" fmla="*/ 15 h 907"/>
                <a:gd name="T94" fmla="*/ 3 w 1454"/>
                <a:gd name="T95" fmla="*/ 10 h 907"/>
                <a:gd name="T96" fmla="*/ 9 w 1454"/>
                <a:gd name="T97" fmla="*/ 4 h 907"/>
                <a:gd name="T98" fmla="*/ 15 w 1454"/>
                <a:gd name="T99" fmla="*/ 0 h 907"/>
                <a:gd name="T100" fmla="*/ 23 w 1454"/>
                <a:gd name="T101" fmla="*/ 0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54" h="907">
                  <a:moveTo>
                    <a:pt x="23" y="0"/>
                  </a:moveTo>
                  <a:lnTo>
                    <a:pt x="703" y="0"/>
                  </a:lnTo>
                  <a:lnTo>
                    <a:pt x="711" y="0"/>
                  </a:lnTo>
                  <a:lnTo>
                    <a:pt x="717" y="4"/>
                  </a:lnTo>
                  <a:lnTo>
                    <a:pt x="723" y="10"/>
                  </a:lnTo>
                  <a:lnTo>
                    <a:pt x="725" y="15"/>
                  </a:lnTo>
                  <a:lnTo>
                    <a:pt x="727" y="21"/>
                  </a:lnTo>
                  <a:lnTo>
                    <a:pt x="725" y="29"/>
                  </a:lnTo>
                  <a:lnTo>
                    <a:pt x="723" y="35"/>
                  </a:lnTo>
                  <a:lnTo>
                    <a:pt x="717" y="41"/>
                  </a:lnTo>
                  <a:lnTo>
                    <a:pt x="711" y="44"/>
                  </a:lnTo>
                  <a:lnTo>
                    <a:pt x="703" y="44"/>
                  </a:lnTo>
                  <a:lnTo>
                    <a:pt x="44" y="44"/>
                  </a:lnTo>
                  <a:lnTo>
                    <a:pt x="44" y="860"/>
                  </a:lnTo>
                  <a:lnTo>
                    <a:pt x="1407" y="860"/>
                  </a:lnTo>
                  <a:lnTo>
                    <a:pt x="1407" y="44"/>
                  </a:lnTo>
                  <a:lnTo>
                    <a:pt x="794" y="44"/>
                  </a:lnTo>
                  <a:lnTo>
                    <a:pt x="787" y="44"/>
                  </a:lnTo>
                  <a:lnTo>
                    <a:pt x="781" y="41"/>
                  </a:lnTo>
                  <a:lnTo>
                    <a:pt x="777" y="35"/>
                  </a:lnTo>
                  <a:lnTo>
                    <a:pt x="773" y="29"/>
                  </a:lnTo>
                  <a:lnTo>
                    <a:pt x="771" y="21"/>
                  </a:lnTo>
                  <a:lnTo>
                    <a:pt x="773" y="15"/>
                  </a:lnTo>
                  <a:lnTo>
                    <a:pt x="777" y="10"/>
                  </a:lnTo>
                  <a:lnTo>
                    <a:pt x="781" y="4"/>
                  </a:lnTo>
                  <a:lnTo>
                    <a:pt x="787" y="0"/>
                  </a:lnTo>
                  <a:lnTo>
                    <a:pt x="794" y="0"/>
                  </a:lnTo>
                  <a:lnTo>
                    <a:pt x="1430" y="0"/>
                  </a:lnTo>
                  <a:lnTo>
                    <a:pt x="1438" y="0"/>
                  </a:lnTo>
                  <a:lnTo>
                    <a:pt x="1444" y="4"/>
                  </a:lnTo>
                  <a:lnTo>
                    <a:pt x="1450" y="10"/>
                  </a:lnTo>
                  <a:lnTo>
                    <a:pt x="1452" y="15"/>
                  </a:lnTo>
                  <a:lnTo>
                    <a:pt x="1454" y="21"/>
                  </a:lnTo>
                  <a:lnTo>
                    <a:pt x="1454" y="884"/>
                  </a:lnTo>
                  <a:lnTo>
                    <a:pt x="1452" y="891"/>
                  </a:lnTo>
                  <a:lnTo>
                    <a:pt x="1450" y="897"/>
                  </a:lnTo>
                  <a:lnTo>
                    <a:pt x="1444" y="901"/>
                  </a:lnTo>
                  <a:lnTo>
                    <a:pt x="1438" y="905"/>
                  </a:lnTo>
                  <a:lnTo>
                    <a:pt x="1430" y="907"/>
                  </a:lnTo>
                  <a:lnTo>
                    <a:pt x="23" y="907"/>
                  </a:lnTo>
                  <a:lnTo>
                    <a:pt x="15" y="905"/>
                  </a:lnTo>
                  <a:lnTo>
                    <a:pt x="9" y="901"/>
                  </a:lnTo>
                  <a:lnTo>
                    <a:pt x="3" y="897"/>
                  </a:lnTo>
                  <a:lnTo>
                    <a:pt x="0" y="891"/>
                  </a:lnTo>
                  <a:lnTo>
                    <a:pt x="0" y="884"/>
                  </a:lnTo>
                  <a:lnTo>
                    <a:pt x="0" y="21"/>
                  </a:lnTo>
                  <a:lnTo>
                    <a:pt x="0" y="15"/>
                  </a:lnTo>
                  <a:lnTo>
                    <a:pt x="3" y="10"/>
                  </a:lnTo>
                  <a:lnTo>
                    <a:pt x="9" y="4"/>
                  </a:lnTo>
                  <a:lnTo>
                    <a:pt x="15"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sp>
          <p:nvSpPr>
            <p:cNvPr id="83" name="Freeform 8">
              <a:extLst>
                <a:ext uri="{FF2B5EF4-FFF2-40B4-BE49-F238E27FC236}">
                  <a16:creationId xmlns:a16="http://schemas.microsoft.com/office/drawing/2014/main" id="{1C584711-5C78-2CBE-699E-84E2200AEADE}"/>
                </a:ext>
              </a:extLst>
            </p:cNvPr>
            <p:cNvSpPr>
              <a:spLocks/>
            </p:cNvSpPr>
            <p:nvPr/>
          </p:nvSpPr>
          <p:spPr bwMode="auto">
            <a:xfrm>
              <a:off x="10115551" y="2533650"/>
              <a:ext cx="74613" cy="287338"/>
            </a:xfrm>
            <a:custGeom>
              <a:avLst/>
              <a:gdLst>
                <a:gd name="T0" fmla="*/ 23 w 47"/>
                <a:gd name="T1" fmla="*/ 0 h 181"/>
                <a:gd name="T2" fmla="*/ 31 w 47"/>
                <a:gd name="T3" fmla="*/ 2 h 181"/>
                <a:gd name="T4" fmla="*/ 37 w 47"/>
                <a:gd name="T5" fmla="*/ 5 h 181"/>
                <a:gd name="T6" fmla="*/ 43 w 47"/>
                <a:gd name="T7" fmla="*/ 9 h 181"/>
                <a:gd name="T8" fmla="*/ 45 w 47"/>
                <a:gd name="T9" fmla="*/ 15 h 181"/>
                <a:gd name="T10" fmla="*/ 47 w 47"/>
                <a:gd name="T11" fmla="*/ 23 h 181"/>
                <a:gd name="T12" fmla="*/ 47 w 47"/>
                <a:gd name="T13" fmla="*/ 158 h 181"/>
                <a:gd name="T14" fmla="*/ 45 w 47"/>
                <a:gd name="T15" fmla="*/ 166 h 181"/>
                <a:gd name="T16" fmla="*/ 43 w 47"/>
                <a:gd name="T17" fmla="*/ 172 h 181"/>
                <a:gd name="T18" fmla="*/ 37 w 47"/>
                <a:gd name="T19" fmla="*/ 178 h 181"/>
                <a:gd name="T20" fmla="*/ 31 w 47"/>
                <a:gd name="T21" fmla="*/ 181 h 181"/>
                <a:gd name="T22" fmla="*/ 23 w 47"/>
                <a:gd name="T23" fmla="*/ 181 h 181"/>
                <a:gd name="T24" fmla="*/ 16 w 47"/>
                <a:gd name="T25" fmla="*/ 181 h 181"/>
                <a:gd name="T26" fmla="*/ 10 w 47"/>
                <a:gd name="T27" fmla="*/ 178 h 181"/>
                <a:gd name="T28" fmla="*/ 6 w 47"/>
                <a:gd name="T29" fmla="*/ 172 h 181"/>
                <a:gd name="T30" fmla="*/ 2 w 47"/>
                <a:gd name="T31" fmla="*/ 166 h 181"/>
                <a:gd name="T32" fmla="*/ 2 w 47"/>
                <a:gd name="T33" fmla="*/ 158 h 181"/>
                <a:gd name="T34" fmla="*/ 0 w 47"/>
                <a:gd name="T35" fmla="*/ 23 h 181"/>
                <a:gd name="T36" fmla="*/ 2 w 47"/>
                <a:gd name="T37" fmla="*/ 15 h 181"/>
                <a:gd name="T38" fmla="*/ 6 w 47"/>
                <a:gd name="T39" fmla="*/ 9 h 181"/>
                <a:gd name="T40" fmla="*/ 10 w 47"/>
                <a:gd name="T41" fmla="*/ 5 h 181"/>
                <a:gd name="T42" fmla="*/ 16 w 47"/>
                <a:gd name="T43" fmla="*/ 2 h 181"/>
                <a:gd name="T44" fmla="*/ 23 w 47"/>
                <a:gd name="T45"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181">
                  <a:moveTo>
                    <a:pt x="23" y="0"/>
                  </a:moveTo>
                  <a:lnTo>
                    <a:pt x="31" y="2"/>
                  </a:lnTo>
                  <a:lnTo>
                    <a:pt x="37" y="5"/>
                  </a:lnTo>
                  <a:lnTo>
                    <a:pt x="43" y="9"/>
                  </a:lnTo>
                  <a:lnTo>
                    <a:pt x="45" y="15"/>
                  </a:lnTo>
                  <a:lnTo>
                    <a:pt x="47" y="23"/>
                  </a:lnTo>
                  <a:lnTo>
                    <a:pt x="47" y="158"/>
                  </a:lnTo>
                  <a:lnTo>
                    <a:pt x="45" y="166"/>
                  </a:lnTo>
                  <a:lnTo>
                    <a:pt x="43" y="172"/>
                  </a:lnTo>
                  <a:lnTo>
                    <a:pt x="37" y="178"/>
                  </a:lnTo>
                  <a:lnTo>
                    <a:pt x="31" y="181"/>
                  </a:lnTo>
                  <a:lnTo>
                    <a:pt x="23" y="181"/>
                  </a:lnTo>
                  <a:lnTo>
                    <a:pt x="16" y="181"/>
                  </a:lnTo>
                  <a:lnTo>
                    <a:pt x="10" y="178"/>
                  </a:lnTo>
                  <a:lnTo>
                    <a:pt x="6" y="172"/>
                  </a:lnTo>
                  <a:lnTo>
                    <a:pt x="2" y="166"/>
                  </a:lnTo>
                  <a:lnTo>
                    <a:pt x="2" y="158"/>
                  </a:lnTo>
                  <a:lnTo>
                    <a:pt x="0" y="23"/>
                  </a:lnTo>
                  <a:lnTo>
                    <a:pt x="2" y="15"/>
                  </a:lnTo>
                  <a:lnTo>
                    <a:pt x="6" y="9"/>
                  </a:lnTo>
                  <a:lnTo>
                    <a:pt x="10" y="5"/>
                  </a:lnTo>
                  <a:lnTo>
                    <a:pt x="16" y="2"/>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sp>
          <p:nvSpPr>
            <p:cNvPr id="84" name="Freeform 9">
              <a:extLst>
                <a:ext uri="{FF2B5EF4-FFF2-40B4-BE49-F238E27FC236}">
                  <a16:creationId xmlns:a16="http://schemas.microsoft.com/office/drawing/2014/main" id="{9C63EA8C-CAED-2C60-95CB-6A4E0D01B331}"/>
                </a:ext>
              </a:extLst>
            </p:cNvPr>
            <p:cNvSpPr>
              <a:spLocks/>
            </p:cNvSpPr>
            <p:nvPr/>
          </p:nvSpPr>
          <p:spPr bwMode="auto">
            <a:xfrm>
              <a:off x="10115551" y="4260850"/>
              <a:ext cx="74613" cy="433388"/>
            </a:xfrm>
            <a:custGeom>
              <a:avLst/>
              <a:gdLst>
                <a:gd name="T0" fmla="*/ 23 w 47"/>
                <a:gd name="T1" fmla="*/ 0 h 273"/>
                <a:gd name="T2" fmla="*/ 31 w 47"/>
                <a:gd name="T3" fmla="*/ 2 h 273"/>
                <a:gd name="T4" fmla="*/ 37 w 47"/>
                <a:gd name="T5" fmla="*/ 4 h 273"/>
                <a:gd name="T6" fmla="*/ 43 w 47"/>
                <a:gd name="T7" fmla="*/ 10 h 273"/>
                <a:gd name="T8" fmla="*/ 45 w 47"/>
                <a:gd name="T9" fmla="*/ 16 h 273"/>
                <a:gd name="T10" fmla="*/ 47 w 47"/>
                <a:gd name="T11" fmla="*/ 24 h 273"/>
                <a:gd name="T12" fmla="*/ 47 w 47"/>
                <a:gd name="T13" fmla="*/ 250 h 273"/>
                <a:gd name="T14" fmla="*/ 45 w 47"/>
                <a:gd name="T15" fmla="*/ 258 h 273"/>
                <a:gd name="T16" fmla="*/ 43 w 47"/>
                <a:gd name="T17" fmla="*/ 263 h 273"/>
                <a:gd name="T18" fmla="*/ 37 w 47"/>
                <a:gd name="T19" fmla="*/ 267 h 273"/>
                <a:gd name="T20" fmla="*/ 31 w 47"/>
                <a:gd name="T21" fmla="*/ 271 h 273"/>
                <a:gd name="T22" fmla="*/ 23 w 47"/>
                <a:gd name="T23" fmla="*/ 273 h 273"/>
                <a:gd name="T24" fmla="*/ 16 w 47"/>
                <a:gd name="T25" fmla="*/ 271 h 273"/>
                <a:gd name="T26" fmla="*/ 10 w 47"/>
                <a:gd name="T27" fmla="*/ 267 h 273"/>
                <a:gd name="T28" fmla="*/ 6 w 47"/>
                <a:gd name="T29" fmla="*/ 263 h 273"/>
                <a:gd name="T30" fmla="*/ 2 w 47"/>
                <a:gd name="T31" fmla="*/ 258 h 273"/>
                <a:gd name="T32" fmla="*/ 0 w 47"/>
                <a:gd name="T33" fmla="*/ 250 h 273"/>
                <a:gd name="T34" fmla="*/ 2 w 47"/>
                <a:gd name="T35" fmla="*/ 24 h 273"/>
                <a:gd name="T36" fmla="*/ 2 w 47"/>
                <a:gd name="T37" fmla="*/ 16 h 273"/>
                <a:gd name="T38" fmla="*/ 6 w 47"/>
                <a:gd name="T39" fmla="*/ 10 h 273"/>
                <a:gd name="T40" fmla="*/ 10 w 47"/>
                <a:gd name="T41" fmla="*/ 4 h 273"/>
                <a:gd name="T42" fmla="*/ 17 w 47"/>
                <a:gd name="T43" fmla="*/ 2 h 273"/>
                <a:gd name="T44" fmla="*/ 23 w 47"/>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73">
                  <a:moveTo>
                    <a:pt x="23" y="0"/>
                  </a:moveTo>
                  <a:lnTo>
                    <a:pt x="31" y="2"/>
                  </a:lnTo>
                  <a:lnTo>
                    <a:pt x="37" y="4"/>
                  </a:lnTo>
                  <a:lnTo>
                    <a:pt x="43" y="10"/>
                  </a:lnTo>
                  <a:lnTo>
                    <a:pt x="45" y="16"/>
                  </a:lnTo>
                  <a:lnTo>
                    <a:pt x="47" y="24"/>
                  </a:lnTo>
                  <a:lnTo>
                    <a:pt x="47" y="250"/>
                  </a:lnTo>
                  <a:lnTo>
                    <a:pt x="45" y="258"/>
                  </a:lnTo>
                  <a:lnTo>
                    <a:pt x="43" y="263"/>
                  </a:lnTo>
                  <a:lnTo>
                    <a:pt x="37" y="267"/>
                  </a:lnTo>
                  <a:lnTo>
                    <a:pt x="31" y="271"/>
                  </a:lnTo>
                  <a:lnTo>
                    <a:pt x="23" y="273"/>
                  </a:lnTo>
                  <a:lnTo>
                    <a:pt x="16" y="271"/>
                  </a:lnTo>
                  <a:lnTo>
                    <a:pt x="10" y="267"/>
                  </a:lnTo>
                  <a:lnTo>
                    <a:pt x="6" y="263"/>
                  </a:lnTo>
                  <a:lnTo>
                    <a:pt x="2" y="258"/>
                  </a:lnTo>
                  <a:lnTo>
                    <a:pt x="0" y="250"/>
                  </a:lnTo>
                  <a:lnTo>
                    <a:pt x="2" y="24"/>
                  </a:lnTo>
                  <a:lnTo>
                    <a:pt x="2" y="16"/>
                  </a:lnTo>
                  <a:lnTo>
                    <a:pt x="6" y="10"/>
                  </a:lnTo>
                  <a:lnTo>
                    <a:pt x="10" y="4"/>
                  </a:lnTo>
                  <a:lnTo>
                    <a:pt x="17" y="2"/>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sp>
          <p:nvSpPr>
            <p:cNvPr id="85" name="Freeform 10">
              <a:extLst>
                <a:ext uri="{FF2B5EF4-FFF2-40B4-BE49-F238E27FC236}">
                  <a16:creationId xmlns:a16="http://schemas.microsoft.com/office/drawing/2014/main" id="{E2ED335D-D8C1-5BF5-CB17-6584A6789F88}"/>
                </a:ext>
              </a:extLst>
            </p:cNvPr>
            <p:cNvSpPr>
              <a:spLocks/>
            </p:cNvSpPr>
            <p:nvPr/>
          </p:nvSpPr>
          <p:spPr bwMode="auto">
            <a:xfrm>
              <a:off x="9469438" y="4260850"/>
              <a:ext cx="215900" cy="574675"/>
            </a:xfrm>
            <a:custGeom>
              <a:avLst/>
              <a:gdLst>
                <a:gd name="T0" fmla="*/ 112 w 136"/>
                <a:gd name="T1" fmla="*/ 0 h 362"/>
                <a:gd name="T2" fmla="*/ 118 w 136"/>
                <a:gd name="T3" fmla="*/ 0 h 362"/>
                <a:gd name="T4" fmla="*/ 126 w 136"/>
                <a:gd name="T5" fmla="*/ 4 h 362"/>
                <a:gd name="T6" fmla="*/ 130 w 136"/>
                <a:gd name="T7" fmla="*/ 8 h 362"/>
                <a:gd name="T8" fmla="*/ 134 w 136"/>
                <a:gd name="T9" fmla="*/ 16 h 362"/>
                <a:gd name="T10" fmla="*/ 136 w 136"/>
                <a:gd name="T11" fmla="*/ 22 h 362"/>
                <a:gd name="T12" fmla="*/ 134 w 136"/>
                <a:gd name="T13" fmla="*/ 29 h 362"/>
                <a:gd name="T14" fmla="*/ 44 w 136"/>
                <a:gd name="T15" fmla="*/ 347 h 362"/>
                <a:gd name="T16" fmla="*/ 41 w 136"/>
                <a:gd name="T17" fmla="*/ 352 h 362"/>
                <a:gd name="T18" fmla="*/ 35 w 136"/>
                <a:gd name="T19" fmla="*/ 358 h 362"/>
                <a:gd name="T20" fmla="*/ 29 w 136"/>
                <a:gd name="T21" fmla="*/ 362 h 362"/>
                <a:gd name="T22" fmla="*/ 23 w 136"/>
                <a:gd name="T23" fmla="*/ 362 h 362"/>
                <a:gd name="T24" fmla="*/ 15 w 136"/>
                <a:gd name="T25" fmla="*/ 362 h 362"/>
                <a:gd name="T26" fmla="*/ 10 w 136"/>
                <a:gd name="T27" fmla="*/ 358 h 362"/>
                <a:gd name="T28" fmla="*/ 4 w 136"/>
                <a:gd name="T29" fmla="*/ 354 h 362"/>
                <a:gd name="T30" fmla="*/ 0 w 136"/>
                <a:gd name="T31" fmla="*/ 348 h 362"/>
                <a:gd name="T32" fmla="*/ 0 w 136"/>
                <a:gd name="T33" fmla="*/ 341 h 362"/>
                <a:gd name="T34" fmla="*/ 0 w 136"/>
                <a:gd name="T35" fmla="*/ 335 h 362"/>
                <a:gd name="T36" fmla="*/ 91 w 136"/>
                <a:gd name="T37" fmla="*/ 16 h 362"/>
                <a:gd name="T38" fmla="*/ 93 w 136"/>
                <a:gd name="T39" fmla="*/ 10 h 362"/>
                <a:gd name="T40" fmla="*/ 99 w 136"/>
                <a:gd name="T41" fmla="*/ 4 h 362"/>
                <a:gd name="T42" fmla="*/ 105 w 136"/>
                <a:gd name="T43" fmla="*/ 2 h 362"/>
                <a:gd name="T44" fmla="*/ 112 w 136"/>
                <a:gd name="T4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362">
                  <a:moveTo>
                    <a:pt x="112" y="0"/>
                  </a:moveTo>
                  <a:lnTo>
                    <a:pt x="118" y="0"/>
                  </a:lnTo>
                  <a:lnTo>
                    <a:pt x="126" y="4"/>
                  </a:lnTo>
                  <a:lnTo>
                    <a:pt x="130" y="8"/>
                  </a:lnTo>
                  <a:lnTo>
                    <a:pt x="134" y="16"/>
                  </a:lnTo>
                  <a:lnTo>
                    <a:pt x="136" y="22"/>
                  </a:lnTo>
                  <a:lnTo>
                    <a:pt x="134" y="29"/>
                  </a:lnTo>
                  <a:lnTo>
                    <a:pt x="44" y="347"/>
                  </a:lnTo>
                  <a:lnTo>
                    <a:pt x="41" y="352"/>
                  </a:lnTo>
                  <a:lnTo>
                    <a:pt x="35" y="358"/>
                  </a:lnTo>
                  <a:lnTo>
                    <a:pt x="29" y="362"/>
                  </a:lnTo>
                  <a:lnTo>
                    <a:pt x="23" y="362"/>
                  </a:lnTo>
                  <a:lnTo>
                    <a:pt x="15" y="362"/>
                  </a:lnTo>
                  <a:lnTo>
                    <a:pt x="10" y="358"/>
                  </a:lnTo>
                  <a:lnTo>
                    <a:pt x="4" y="354"/>
                  </a:lnTo>
                  <a:lnTo>
                    <a:pt x="0" y="348"/>
                  </a:lnTo>
                  <a:lnTo>
                    <a:pt x="0" y="341"/>
                  </a:lnTo>
                  <a:lnTo>
                    <a:pt x="0" y="335"/>
                  </a:lnTo>
                  <a:lnTo>
                    <a:pt x="91" y="16"/>
                  </a:lnTo>
                  <a:lnTo>
                    <a:pt x="93" y="10"/>
                  </a:lnTo>
                  <a:lnTo>
                    <a:pt x="99" y="4"/>
                  </a:lnTo>
                  <a:lnTo>
                    <a:pt x="105" y="2"/>
                  </a:lnTo>
                  <a:lnTo>
                    <a:pt x="1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sp>
          <p:nvSpPr>
            <p:cNvPr id="86" name="Freeform 11">
              <a:extLst>
                <a:ext uri="{FF2B5EF4-FFF2-40B4-BE49-F238E27FC236}">
                  <a16:creationId xmlns:a16="http://schemas.microsoft.com/office/drawing/2014/main" id="{9DA43BA3-9C94-FC21-FF00-4A87EA99631B}"/>
                </a:ext>
              </a:extLst>
            </p:cNvPr>
            <p:cNvSpPr>
              <a:spLocks/>
            </p:cNvSpPr>
            <p:nvPr/>
          </p:nvSpPr>
          <p:spPr bwMode="auto">
            <a:xfrm>
              <a:off x="10623551" y="4260850"/>
              <a:ext cx="215900" cy="574675"/>
            </a:xfrm>
            <a:custGeom>
              <a:avLst/>
              <a:gdLst>
                <a:gd name="T0" fmla="*/ 23 w 136"/>
                <a:gd name="T1" fmla="*/ 0 h 362"/>
                <a:gd name="T2" fmla="*/ 29 w 136"/>
                <a:gd name="T3" fmla="*/ 2 h 362"/>
                <a:gd name="T4" fmla="*/ 35 w 136"/>
                <a:gd name="T5" fmla="*/ 4 h 362"/>
                <a:gd name="T6" fmla="*/ 41 w 136"/>
                <a:gd name="T7" fmla="*/ 10 h 362"/>
                <a:gd name="T8" fmla="*/ 43 w 136"/>
                <a:gd name="T9" fmla="*/ 16 h 362"/>
                <a:gd name="T10" fmla="*/ 134 w 136"/>
                <a:gd name="T11" fmla="*/ 335 h 362"/>
                <a:gd name="T12" fmla="*/ 136 w 136"/>
                <a:gd name="T13" fmla="*/ 341 h 362"/>
                <a:gd name="T14" fmla="*/ 134 w 136"/>
                <a:gd name="T15" fmla="*/ 348 h 362"/>
                <a:gd name="T16" fmla="*/ 130 w 136"/>
                <a:gd name="T17" fmla="*/ 354 h 362"/>
                <a:gd name="T18" fmla="*/ 126 w 136"/>
                <a:gd name="T19" fmla="*/ 358 h 362"/>
                <a:gd name="T20" fmla="*/ 118 w 136"/>
                <a:gd name="T21" fmla="*/ 362 h 362"/>
                <a:gd name="T22" fmla="*/ 112 w 136"/>
                <a:gd name="T23" fmla="*/ 362 h 362"/>
                <a:gd name="T24" fmla="*/ 105 w 136"/>
                <a:gd name="T25" fmla="*/ 362 h 362"/>
                <a:gd name="T26" fmla="*/ 99 w 136"/>
                <a:gd name="T27" fmla="*/ 358 h 362"/>
                <a:gd name="T28" fmla="*/ 93 w 136"/>
                <a:gd name="T29" fmla="*/ 352 h 362"/>
                <a:gd name="T30" fmla="*/ 91 w 136"/>
                <a:gd name="T31" fmla="*/ 347 h 362"/>
                <a:gd name="T32" fmla="*/ 0 w 136"/>
                <a:gd name="T33" fmla="*/ 29 h 362"/>
                <a:gd name="T34" fmla="*/ 0 w 136"/>
                <a:gd name="T35" fmla="*/ 22 h 362"/>
                <a:gd name="T36" fmla="*/ 0 w 136"/>
                <a:gd name="T37" fmla="*/ 16 h 362"/>
                <a:gd name="T38" fmla="*/ 4 w 136"/>
                <a:gd name="T39" fmla="*/ 8 h 362"/>
                <a:gd name="T40" fmla="*/ 10 w 136"/>
                <a:gd name="T41" fmla="*/ 4 h 362"/>
                <a:gd name="T42" fmla="*/ 15 w 136"/>
                <a:gd name="T43" fmla="*/ 0 h 362"/>
                <a:gd name="T44" fmla="*/ 23 w 136"/>
                <a:gd name="T4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362">
                  <a:moveTo>
                    <a:pt x="23" y="0"/>
                  </a:moveTo>
                  <a:lnTo>
                    <a:pt x="29" y="2"/>
                  </a:lnTo>
                  <a:lnTo>
                    <a:pt x="35" y="4"/>
                  </a:lnTo>
                  <a:lnTo>
                    <a:pt x="41" y="10"/>
                  </a:lnTo>
                  <a:lnTo>
                    <a:pt x="43" y="16"/>
                  </a:lnTo>
                  <a:lnTo>
                    <a:pt x="134" y="335"/>
                  </a:lnTo>
                  <a:lnTo>
                    <a:pt x="136" y="341"/>
                  </a:lnTo>
                  <a:lnTo>
                    <a:pt x="134" y="348"/>
                  </a:lnTo>
                  <a:lnTo>
                    <a:pt x="130" y="354"/>
                  </a:lnTo>
                  <a:lnTo>
                    <a:pt x="126" y="358"/>
                  </a:lnTo>
                  <a:lnTo>
                    <a:pt x="118" y="362"/>
                  </a:lnTo>
                  <a:lnTo>
                    <a:pt x="112" y="362"/>
                  </a:lnTo>
                  <a:lnTo>
                    <a:pt x="105" y="362"/>
                  </a:lnTo>
                  <a:lnTo>
                    <a:pt x="99" y="358"/>
                  </a:lnTo>
                  <a:lnTo>
                    <a:pt x="93" y="352"/>
                  </a:lnTo>
                  <a:lnTo>
                    <a:pt x="91" y="347"/>
                  </a:lnTo>
                  <a:lnTo>
                    <a:pt x="0" y="29"/>
                  </a:lnTo>
                  <a:lnTo>
                    <a:pt x="0" y="22"/>
                  </a:lnTo>
                  <a:lnTo>
                    <a:pt x="0" y="16"/>
                  </a:lnTo>
                  <a:lnTo>
                    <a:pt x="4" y="8"/>
                  </a:lnTo>
                  <a:lnTo>
                    <a:pt x="10" y="4"/>
                  </a:lnTo>
                  <a:lnTo>
                    <a:pt x="15"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sp>
          <p:nvSpPr>
            <p:cNvPr id="87" name="Freeform 12">
              <a:extLst>
                <a:ext uri="{FF2B5EF4-FFF2-40B4-BE49-F238E27FC236}">
                  <a16:creationId xmlns:a16="http://schemas.microsoft.com/office/drawing/2014/main" id="{294906EA-798F-638F-E407-99C48E63E9F2}"/>
                </a:ext>
              </a:extLst>
            </p:cNvPr>
            <p:cNvSpPr>
              <a:spLocks/>
            </p:cNvSpPr>
            <p:nvPr/>
          </p:nvSpPr>
          <p:spPr bwMode="auto">
            <a:xfrm>
              <a:off x="9036051" y="4260850"/>
              <a:ext cx="2308225" cy="74613"/>
            </a:xfrm>
            <a:custGeom>
              <a:avLst/>
              <a:gdLst>
                <a:gd name="T0" fmla="*/ 23 w 1454"/>
                <a:gd name="T1" fmla="*/ 0 h 47"/>
                <a:gd name="T2" fmla="*/ 1430 w 1454"/>
                <a:gd name="T3" fmla="*/ 0 h 47"/>
                <a:gd name="T4" fmla="*/ 1438 w 1454"/>
                <a:gd name="T5" fmla="*/ 2 h 47"/>
                <a:gd name="T6" fmla="*/ 1444 w 1454"/>
                <a:gd name="T7" fmla="*/ 4 h 47"/>
                <a:gd name="T8" fmla="*/ 1450 w 1454"/>
                <a:gd name="T9" fmla="*/ 10 h 47"/>
                <a:gd name="T10" fmla="*/ 1452 w 1454"/>
                <a:gd name="T11" fmla="*/ 16 h 47"/>
                <a:gd name="T12" fmla="*/ 1454 w 1454"/>
                <a:gd name="T13" fmla="*/ 24 h 47"/>
                <a:gd name="T14" fmla="*/ 1452 w 1454"/>
                <a:gd name="T15" fmla="*/ 31 h 47"/>
                <a:gd name="T16" fmla="*/ 1450 w 1454"/>
                <a:gd name="T17" fmla="*/ 37 h 47"/>
                <a:gd name="T18" fmla="*/ 1444 w 1454"/>
                <a:gd name="T19" fmla="*/ 41 h 47"/>
                <a:gd name="T20" fmla="*/ 1438 w 1454"/>
                <a:gd name="T21" fmla="*/ 45 h 47"/>
                <a:gd name="T22" fmla="*/ 1430 w 1454"/>
                <a:gd name="T23" fmla="*/ 47 h 47"/>
                <a:gd name="T24" fmla="*/ 23 w 1454"/>
                <a:gd name="T25" fmla="*/ 47 h 47"/>
                <a:gd name="T26" fmla="*/ 15 w 1454"/>
                <a:gd name="T27" fmla="*/ 45 h 47"/>
                <a:gd name="T28" fmla="*/ 9 w 1454"/>
                <a:gd name="T29" fmla="*/ 41 h 47"/>
                <a:gd name="T30" fmla="*/ 3 w 1454"/>
                <a:gd name="T31" fmla="*/ 37 h 47"/>
                <a:gd name="T32" fmla="*/ 0 w 1454"/>
                <a:gd name="T33" fmla="*/ 31 h 47"/>
                <a:gd name="T34" fmla="*/ 0 w 1454"/>
                <a:gd name="T35" fmla="*/ 24 h 47"/>
                <a:gd name="T36" fmla="*/ 0 w 1454"/>
                <a:gd name="T37" fmla="*/ 16 h 47"/>
                <a:gd name="T38" fmla="*/ 3 w 1454"/>
                <a:gd name="T39" fmla="*/ 10 h 47"/>
                <a:gd name="T40" fmla="*/ 9 w 1454"/>
                <a:gd name="T41" fmla="*/ 4 h 47"/>
                <a:gd name="T42" fmla="*/ 15 w 1454"/>
                <a:gd name="T43" fmla="*/ 2 h 47"/>
                <a:gd name="T44" fmla="*/ 23 w 1454"/>
                <a:gd name="T4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54" h="47">
                  <a:moveTo>
                    <a:pt x="23" y="0"/>
                  </a:moveTo>
                  <a:lnTo>
                    <a:pt x="1430" y="0"/>
                  </a:lnTo>
                  <a:lnTo>
                    <a:pt x="1438" y="2"/>
                  </a:lnTo>
                  <a:lnTo>
                    <a:pt x="1444" y="4"/>
                  </a:lnTo>
                  <a:lnTo>
                    <a:pt x="1450" y="10"/>
                  </a:lnTo>
                  <a:lnTo>
                    <a:pt x="1452" y="16"/>
                  </a:lnTo>
                  <a:lnTo>
                    <a:pt x="1454" y="24"/>
                  </a:lnTo>
                  <a:lnTo>
                    <a:pt x="1452" y="31"/>
                  </a:lnTo>
                  <a:lnTo>
                    <a:pt x="1450" y="37"/>
                  </a:lnTo>
                  <a:lnTo>
                    <a:pt x="1444" y="41"/>
                  </a:lnTo>
                  <a:lnTo>
                    <a:pt x="1438" y="45"/>
                  </a:lnTo>
                  <a:lnTo>
                    <a:pt x="1430" y="47"/>
                  </a:lnTo>
                  <a:lnTo>
                    <a:pt x="23" y="47"/>
                  </a:lnTo>
                  <a:lnTo>
                    <a:pt x="15" y="45"/>
                  </a:lnTo>
                  <a:lnTo>
                    <a:pt x="9" y="41"/>
                  </a:lnTo>
                  <a:lnTo>
                    <a:pt x="3" y="37"/>
                  </a:lnTo>
                  <a:lnTo>
                    <a:pt x="0" y="31"/>
                  </a:lnTo>
                  <a:lnTo>
                    <a:pt x="0" y="24"/>
                  </a:lnTo>
                  <a:lnTo>
                    <a:pt x="0" y="16"/>
                  </a:lnTo>
                  <a:lnTo>
                    <a:pt x="3" y="10"/>
                  </a:lnTo>
                  <a:lnTo>
                    <a:pt x="9" y="4"/>
                  </a:lnTo>
                  <a:lnTo>
                    <a:pt x="15" y="2"/>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grpSp>
      <p:grpSp>
        <p:nvGrpSpPr>
          <p:cNvPr id="88" name="Group 87">
            <a:extLst>
              <a:ext uri="{FF2B5EF4-FFF2-40B4-BE49-F238E27FC236}">
                <a16:creationId xmlns:a16="http://schemas.microsoft.com/office/drawing/2014/main" id="{278F7569-10D7-2992-F7ED-798903F208E1}"/>
              </a:ext>
            </a:extLst>
          </p:cNvPr>
          <p:cNvGrpSpPr/>
          <p:nvPr/>
        </p:nvGrpSpPr>
        <p:grpSpPr>
          <a:xfrm>
            <a:off x="6885981" y="4092549"/>
            <a:ext cx="614288" cy="468520"/>
            <a:chOff x="6007101" y="2809875"/>
            <a:chExt cx="2655888" cy="2025650"/>
          </a:xfrm>
          <a:solidFill>
            <a:schemeClr val="tx1">
              <a:lumMod val="65000"/>
              <a:lumOff val="35000"/>
            </a:schemeClr>
          </a:solidFill>
        </p:grpSpPr>
        <p:sp>
          <p:nvSpPr>
            <p:cNvPr id="89" name="Freeform 13">
              <a:extLst>
                <a:ext uri="{FF2B5EF4-FFF2-40B4-BE49-F238E27FC236}">
                  <a16:creationId xmlns:a16="http://schemas.microsoft.com/office/drawing/2014/main" id="{1484BF53-0F67-5047-C200-5F39006FF2A1}"/>
                </a:ext>
              </a:extLst>
            </p:cNvPr>
            <p:cNvSpPr>
              <a:spLocks noEditPoints="1"/>
            </p:cNvSpPr>
            <p:nvPr/>
          </p:nvSpPr>
          <p:spPr bwMode="auto">
            <a:xfrm>
              <a:off x="6007101" y="2809875"/>
              <a:ext cx="2655888" cy="2025650"/>
            </a:xfrm>
            <a:custGeom>
              <a:avLst/>
              <a:gdLst>
                <a:gd name="T0" fmla="*/ 519 w 1673"/>
                <a:gd name="T1" fmla="*/ 1226 h 1276"/>
                <a:gd name="T2" fmla="*/ 1151 w 1673"/>
                <a:gd name="T3" fmla="*/ 1228 h 1276"/>
                <a:gd name="T4" fmla="*/ 1149 w 1673"/>
                <a:gd name="T5" fmla="*/ 885 h 1276"/>
                <a:gd name="T6" fmla="*/ 484 w 1673"/>
                <a:gd name="T7" fmla="*/ 721 h 1276"/>
                <a:gd name="T8" fmla="*/ 386 w 1673"/>
                <a:gd name="T9" fmla="*/ 1156 h 1276"/>
                <a:gd name="T10" fmla="*/ 442 w 1673"/>
                <a:gd name="T11" fmla="*/ 1224 h 1276"/>
                <a:gd name="T12" fmla="*/ 471 w 1673"/>
                <a:gd name="T13" fmla="*/ 887 h 1276"/>
                <a:gd name="T14" fmla="*/ 521 w 1673"/>
                <a:gd name="T15" fmla="*/ 837 h 1276"/>
                <a:gd name="T16" fmla="*/ 1196 w 1673"/>
                <a:gd name="T17" fmla="*/ 868 h 1276"/>
                <a:gd name="T18" fmla="*/ 1208 w 1673"/>
                <a:gd name="T19" fmla="*/ 1228 h 1276"/>
                <a:gd name="T20" fmla="*/ 1281 w 1673"/>
                <a:gd name="T21" fmla="*/ 1179 h 1276"/>
                <a:gd name="T22" fmla="*/ 1206 w 1673"/>
                <a:gd name="T23" fmla="*/ 742 h 1276"/>
                <a:gd name="T24" fmla="*/ 1006 w 1673"/>
                <a:gd name="T25" fmla="*/ 700 h 1276"/>
                <a:gd name="T26" fmla="*/ 880 w 1673"/>
                <a:gd name="T27" fmla="*/ 802 h 1276"/>
                <a:gd name="T28" fmla="*/ 715 w 1673"/>
                <a:gd name="T29" fmla="*/ 764 h 1276"/>
                <a:gd name="T30" fmla="*/ 729 w 1673"/>
                <a:gd name="T31" fmla="*/ 593 h 1276"/>
                <a:gd name="T32" fmla="*/ 719 w 1673"/>
                <a:gd name="T33" fmla="*/ 646 h 1276"/>
                <a:gd name="T34" fmla="*/ 713 w 1673"/>
                <a:gd name="T35" fmla="*/ 684 h 1276"/>
                <a:gd name="T36" fmla="*/ 835 w 1673"/>
                <a:gd name="T37" fmla="*/ 758 h 1276"/>
                <a:gd name="T38" fmla="*/ 958 w 1673"/>
                <a:gd name="T39" fmla="*/ 684 h 1276"/>
                <a:gd name="T40" fmla="*/ 952 w 1673"/>
                <a:gd name="T41" fmla="*/ 646 h 1276"/>
                <a:gd name="T42" fmla="*/ 942 w 1673"/>
                <a:gd name="T43" fmla="*/ 595 h 1276"/>
                <a:gd name="T44" fmla="*/ 830 w 1673"/>
                <a:gd name="T45" fmla="*/ 624 h 1276"/>
                <a:gd name="T46" fmla="*/ 705 w 1673"/>
                <a:gd name="T47" fmla="*/ 232 h 1276"/>
                <a:gd name="T48" fmla="*/ 678 w 1673"/>
                <a:gd name="T49" fmla="*/ 251 h 1276"/>
                <a:gd name="T50" fmla="*/ 698 w 1673"/>
                <a:gd name="T51" fmla="*/ 491 h 1276"/>
                <a:gd name="T52" fmla="*/ 831 w 1673"/>
                <a:gd name="T53" fmla="*/ 576 h 1276"/>
                <a:gd name="T54" fmla="*/ 946 w 1673"/>
                <a:gd name="T55" fmla="*/ 530 h 1276"/>
                <a:gd name="T56" fmla="*/ 994 w 1673"/>
                <a:gd name="T57" fmla="*/ 417 h 1276"/>
                <a:gd name="T58" fmla="*/ 983 w 1673"/>
                <a:gd name="T59" fmla="*/ 238 h 1276"/>
                <a:gd name="T60" fmla="*/ 731 w 1673"/>
                <a:gd name="T61" fmla="*/ 50 h 1276"/>
                <a:gd name="T62" fmla="*/ 705 w 1673"/>
                <a:gd name="T63" fmla="*/ 69 h 1276"/>
                <a:gd name="T64" fmla="*/ 694 w 1673"/>
                <a:gd name="T65" fmla="*/ 96 h 1276"/>
                <a:gd name="T66" fmla="*/ 641 w 1673"/>
                <a:gd name="T67" fmla="*/ 118 h 1276"/>
                <a:gd name="T68" fmla="*/ 626 w 1673"/>
                <a:gd name="T69" fmla="*/ 294 h 1276"/>
                <a:gd name="T70" fmla="*/ 643 w 1673"/>
                <a:gd name="T71" fmla="*/ 214 h 1276"/>
                <a:gd name="T72" fmla="*/ 967 w 1673"/>
                <a:gd name="T73" fmla="*/ 183 h 1276"/>
                <a:gd name="T74" fmla="*/ 1039 w 1673"/>
                <a:gd name="T75" fmla="*/ 236 h 1276"/>
                <a:gd name="T76" fmla="*/ 1047 w 1673"/>
                <a:gd name="T77" fmla="*/ 286 h 1276"/>
                <a:gd name="T78" fmla="*/ 1004 w 1673"/>
                <a:gd name="T79" fmla="*/ 69 h 1276"/>
                <a:gd name="T80" fmla="*/ 731 w 1673"/>
                <a:gd name="T81" fmla="*/ 0 h 1276"/>
                <a:gd name="T82" fmla="*/ 1051 w 1673"/>
                <a:gd name="T83" fmla="*/ 46 h 1276"/>
                <a:gd name="T84" fmla="*/ 1095 w 1673"/>
                <a:gd name="T85" fmla="*/ 286 h 1276"/>
                <a:gd name="T86" fmla="*/ 1043 w 1673"/>
                <a:gd name="T87" fmla="*/ 359 h 1276"/>
                <a:gd name="T88" fmla="*/ 1014 w 1673"/>
                <a:gd name="T89" fmla="*/ 524 h 1276"/>
                <a:gd name="T90" fmla="*/ 1000 w 1673"/>
                <a:gd name="T91" fmla="*/ 603 h 1276"/>
                <a:gd name="T92" fmla="*/ 1254 w 1673"/>
                <a:gd name="T93" fmla="*/ 727 h 1276"/>
                <a:gd name="T94" fmla="*/ 1326 w 1673"/>
                <a:gd name="T95" fmla="*/ 1197 h 1276"/>
                <a:gd name="T96" fmla="*/ 1661 w 1673"/>
                <a:gd name="T97" fmla="*/ 1233 h 1276"/>
                <a:gd name="T98" fmla="*/ 1671 w 1673"/>
                <a:gd name="T99" fmla="*/ 1261 h 1276"/>
                <a:gd name="T100" fmla="*/ 1648 w 1673"/>
                <a:gd name="T101" fmla="*/ 1276 h 1276"/>
                <a:gd name="T102" fmla="*/ 4 w 1673"/>
                <a:gd name="T103" fmla="*/ 1266 h 1276"/>
                <a:gd name="T104" fmla="*/ 4 w 1673"/>
                <a:gd name="T105" fmla="*/ 1237 h 1276"/>
                <a:gd name="T106" fmla="*/ 364 w 1673"/>
                <a:gd name="T107" fmla="*/ 1228 h 1276"/>
                <a:gd name="T108" fmla="*/ 407 w 1673"/>
                <a:gd name="T109" fmla="*/ 760 h 1276"/>
                <a:gd name="T110" fmla="*/ 494 w 1673"/>
                <a:gd name="T111" fmla="*/ 661 h 1276"/>
                <a:gd name="T112" fmla="*/ 680 w 1673"/>
                <a:gd name="T113" fmla="*/ 551 h 1276"/>
                <a:gd name="T114" fmla="*/ 628 w 1673"/>
                <a:gd name="T115" fmla="*/ 410 h 1276"/>
                <a:gd name="T116" fmla="*/ 579 w 1673"/>
                <a:gd name="T117" fmla="*/ 311 h 1276"/>
                <a:gd name="T118" fmla="*/ 591 w 1673"/>
                <a:gd name="T119" fmla="*/ 102 h 1276"/>
                <a:gd name="T120" fmla="*/ 669 w 1673"/>
                <a:gd name="T121" fmla="*/ 33 h 1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3" h="1276">
                  <a:moveTo>
                    <a:pt x="521" y="885"/>
                  </a:moveTo>
                  <a:lnTo>
                    <a:pt x="521" y="885"/>
                  </a:lnTo>
                  <a:lnTo>
                    <a:pt x="519" y="887"/>
                  </a:lnTo>
                  <a:lnTo>
                    <a:pt x="519" y="1226"/>
                  </a:lnTo>
                  <a:lnTo>
                    <a:pt x="521" y="1228"/>
                  </a:lnTo>
                  <a:lnTo>
                    <a:pt x="521" y="1228"/>
                  </a:lnTo>
                  <a:lnTo>
                    <a:pt x="1149" y="1228"/>
                  </a:lnTo>
                  <a:lnTo>
                    <a:pt x="1151" y="1228"/>
                  </a:lnTo>
                  <a:lnTo>
                    <a:pt x="1151" y="1226"/>
                  </a:lnTo>
                  <a:lnTo>
                    <a:pt x="1151" y="887"/>
                  </a:lnTo>
                  <a:lnTo>
                    <a:pt x="1151" y="885"/>
                  </a:lnTo>
                  <a:lnTo>
                    <a:pt x="1149" y="885"/>
                  </a:lnTo>
                  <a:lnTo>
                    <a:pt x="521" y="885"/>
                  </a:lnTo>
                  <a:close/>
                  <a:moveTo>
                    <a:pt x="655" y="659"/>
                  </a:moveTo>
                  <a:lnTo>
                    <a:pt x="510" y="707"/>
                  </a:lnTo>
                  <a:lnTo>
                    <a:pt x="484" y="721"/>
                  </a:lnTo>
                  <a:lnTo>
                    <a:pt x="465" y="742"/>
                  </a:lnTo>
                  <a:lnTo>
                    <a:pt x="455" y="769"/>
                  </a:lnTo>
                  <a:lnTo>
                    <a:pt x="386" y="1133"/>
                  </a:lnTo>
                  <a:lnTo>
                    <a:pt x="386" y="1156"/>
                  </a:lnTo>
                  <a:lnTo>
                    <a:pt x="391" y="1179"/>
                  </a:lnTo>
                  <a:lnTo>
                    <a:pt x="403" y="1199"/>
                  </a:lnTo>
                  <a:lnTo>
                    <a:pt x="420" y="1214"/>
                  </a:lnTo>
                  <a:lnTo>
                    <a:pt x="442" y="1224"/>
                  </a:lnTo>
                  <a:lnTo>
                    <a:pt x="465" y="1228"/>
                  </a:lnTo>
                  <a:lnTo>
                    <a:pt x="471" y="1228"/>
                  </a:lnTo>
                  <a:lnTo>
                    <a:pt x="471" y="1226"/>
                  </a:lnTo>
                  <a:lnTo>
                    <a:pt x="471" y="887"/>
                  </a:lnTo>
                  <a:lnTo>
                    <a:pt x="475" y="868"/>
                  </a:lnTo>
                  <a:lnTo>
                    <a:pt x="486" y="851"/>
                  </a:lnTo>
                  <a:lnTo>
                    <a:pt x="502" y="841"/>
                  </a:lnTo>
                  <a:lnTo>
                    <a:pt x="521" y="837"/>
                  </a:lnTo>
                  <a:lnTo>
                    <a:pt x="1149" y="837"/>
                  </a:lnTo>
                  <a:lnTo>
                    <a:pt x="1169" y="841"/>
                  </a:lnTo>
                  <a:lnTo>
                    <a:pt x="1186" y="851"/>
                  </a:lnTo>
                  <a:lnTo>
                    <a:pt x="1196" y="868"/>
                  </a:lnTo>
                  <a:lnTo>
                    <a:pt x="1200" y="887"/>
                  </a:lnTo>
                  <a:lnTo>
                    <a:pt x="1200" y="1226"/>
                  </a:lnTo>
                  <a:lnTo>
                    <a:pt x="1200" y="1228"/>
                  </a:lnTo>
                  <a:lnTo>
                    <a:pt x="1208" y="1228"/>
                  </a:lnTo>
                  <a:lnTo>
                    <a:pt x="1231" y="1224"/>
                  </a:lnTo>
                  <a:lnTo>
                    <a:pt x="1250" y="1214"/>
                  </a:lnTo>
                  <a:lnTo>
                    <a:pt x="1268" y="1199"/>
                  </a:lnTo>
                  <a:lnTo>
                    <a:pt x="1281" y="1179"/>
                  </a:lnTo>
                  <a:lnTo>
                    <a:pt x="1287" y="1156"/>
                  </a:lnTo>
                  <a:lnTo>
                    <a:pt x="1285" y="1133"/>
                  </a:lnTo>
                  <a:lnTo>
                    <a:pt x="1215" y="769"/>
                  </a:lnTo>
                  <a:lnTo>
                    <a:pt x="1206" y="742"/>
                  </a:lnTo>
                  <a:lnTo>
                    <a:pt x="1188" y="721"/>
                  </a:lnTo>
                  <a:lnTo>
                    <a:pt x="1163" y="707"/>
                  </a:lnTo>
                  <a:lnTo>
                    <a:pt x="1016" y="659"/>
                  </a:lnTo>
                  <a:lnTo>
                    <a:pt x="1006" y="700"/>
                  </a:lnTo>
                  <a:lnTo>
                    <a:pt x="985" y="735"/>
                  </a:lnTo>
                  <a:lnTo>
                    <a:pt x="958" y="764"/>
                  </a:lnTo>
                  <a:lnTo>
                    <a:pt x="921" y="787"/>
                  </a:lnTo>
                  <a:lnTo>
                    <a:pt x="880" y="802"/>
                  </a:lnTo>
                  <a:lnTo>
                    <a:pt x="835" y="806"/>
                  </a:lnTo>
                  <a:lnTo>
                    <a:pt x="791" y="802"/>
                  </a:lnTo>
                  <a:lnTo>
                    <a:pt x="750" y="787"/>
                  </a:lnTo>
                  <a:lnTo>
                    <a:pt x="715" y="764"/>
                  </a:lnTo>
                  <a:lnTo>
                    <a:pt x="686" y="735"/>
                  </a:lnTo>
                  <a:lnTo>
                    <a:pt x="667" y="700"/>
                  </a:lnTo>
                  <a:lnTo>
                    <a:pt x="655" y="659"/>
                  </a:lnTo>
                  <a:close/>
                  <a:moveTo>
                    <a:pt x="729" y="593"/>
                  </a:moveTo>
                  <a:lnTo>
                    <a:pt x="729" y="626"/>
                  </a:lnTo>
                  <a:lnTo>
                    <a:pt x="729" y="634"/>
                  </a:lnTo>
                  <a:lnTo>
                    <a:pt x="725" y="640"/>
                  </a:lnTo>
                  <a:lnTo>
                    <a:pt x="719" y="646"/>
                  </a:lnTo>
                  <a:lnTo>
                    <a:pt x="713" y="649"/>
                  </a:lnTo>
                  <a:lnTo>
                    <a:pt x="705" y="649"/>
                  </a:lnTo>
                  <a:lnTo>
                    <a:pt x="704" y="649"/>
                  </a:lnTo>
                  <a:lnTo>
                    <a:pt x="713" y="684"/>
                  </a:lnTo>
                  <a:lnTo>
                    <a:pt x="733" y="713"/>
                  </a:lnTo>
                  <a:lnTo>
                    <a:pt x="762" y="736"/>
                  </a:lnTo>
                  <a:lnTo>
                    <a:pt x="797" y="752"/>
                  </a:lnTo>
                  <a:lnTo>
                    <a:pt x="835" y="758"/>
                  </a:lnTo>
                  <a:lnTo>
                    <a:pt x="876" y="752"/>
                  </a:lnTo>
                  <a:lnTo>
                    <a:pt x="911" y="736"/>
                  </a:lnTo>
                  <a:lnTo>
                    <a:pt x="938" y="713"/>
                  </a:lnTo>
                  <a:lnTo>
                    <a:pt x="958" y="684"/>
                  </a:lnTo>
                  <a:lnTo>
                    <a:pt x="967" y="649"/>
                  </a:lnTo>
                  <a:lnTo>
                    <a:pt x="967" y="649"/>
                  </a:lnTo>
                  <a:lnTo>
                    <a:pt x="959" y="649"/>
                  </a:lnTo>
                  <a:lnTo>
                    <a:pt x="952" y="646"/>
                  </a:lnTo>
                  <a:lnTo>
                    <a:pt x="948" y="640"/>
                  </a:lnTo>
                  <a:lnTo>
                    <a:pt x="944" y="634"/>
                  </a:lnTo>
                  <a:lnTo>
                    <a:pt x="942" y="626"/>
                  </a:lnTo>
                  <a:lnTo>
                    <a:pt x="942" y="595"/>
                  </a:lnTo>
                  <a:lnTo>
                    <a:pt x="909" y="611"/>
                  </a:lnTo>
                  <a:lnTo>
                    <a:pt x="874" y="620"/>
                  </a:lnTo>
                  <a:lnTo>
                    <a:pt x="835" y="624"/>
                  </a:lnTo>
                  <a:lnTo>
                    <a:pt x="830" y="624"/>
                  </a:lnTo>
                  <a:lnTo>
                    <a:pt x="795" y="620"/>
                  </a:lnTo>
                  <a:lnTo>
                    <a:pt x="760" y="609"/>
                  </a:lnTo>
                  <a:lnTo>
                    <a:pt x="729" y="593"/>
                  </a:lnTo>
                  <a:close/>
                  <a:moveTo>
                    <a:pt x="705" y="232"/>
                  </a:moveTo>
                  <a:lnTo>
                    <a:pt x="696" y="234"/>
                  </a:lnTo>
                  <a:lnTo>
                    <a:pt x="688" y="238"/>
                  </a:lnTo>
                  <a:lnTo>
                    <a:pt x="682" y="243"/>
                  </a:lnTo>
                  <a:lnTo>
                    <a:pt x="678" y="251"/>
                  </a:lnTo>
                  <a:lnTo>
                    <a:pt x="676" y="261"/>
                  </a:lnTo>
                  <a:lnTo>
                    <a:pt x="676" y="410"/>
                  </a:lnTo>
                  <a:lnTo>
                    <a:pt x="682" y="452"/>
                  </a:lnTo>
                  <a:lnTo>
                    <a:pt x="698" y="491"/>
                  </a:lnTo>
                  <a:lnTo>
                    <a:pt x="723" y="524"/>
                  </a:lnTo>
                  <a:lnTo>
                    <a:pt x="754" y="551"/>
                  </a:lnTo>
                  <a:lnTo>
                    <a:pt x="791" y="568"/>
                  </a:lnTo>
                  <a:lnTo>
                    <a:pt x="831" y="576"/>
                  </a:lnTo>
                  <a:lnTo>
                    <a:pt x="863" y="572"/>
                  </a:lnTo>
                  <a:lnTo>
                    <a:pt x="894" y="564"/>
                  </a:lnTo>
                  <a:lnTo>
                    <a:pt x="921" y="551"/>
                  </a:lnTo>
                  <a:lnTo>
                    <a:pt x="946" y="530"/>
                  </a:lnTo>
                  <a:lnTo>
                    <a:pt x="967" y="506"/>
                  </a:lnTo>
                  <a:lnTo>
                    <a:pt x="983" y="479"/>
                  </a:lnTo>
                  <a:lnTo>
                    <a:pt x="990" y="448"/>
                  </a:lnTo>
                  <a:lnTo>
                    <a:pt x="994" y="417"/>
                  </a:lnTo>
                  <a:lnTo>
                    <a:pt x="994" y="261"/>
                  </a:lnTo>
                  <a:lnTo>
                    <a:pt x="992" y="251"/>
                  </a:lnTo>
                  <a:lnTo>
                    <a:pt x="989" y="243"/>
                  </a:lnTo>
                  <a:lnTo>
                    <a:pt x="983" y="238"/>
                  </a:lnTo>
                  <a:lnTo>
                    <a:pt x="975" y="234"/>
                  </a:lnTo>
                  <a:lnTo>
                    <a:pt x="967" y="232"/>
                  </a:lnTo>
                  <a:lnTo>
                    <a:pt x="705" y="232"/>
                  </a:lnTo>
                  <a:close/>
                  <a:moveTo>
                    <a:pt x="731" y="50"/>
                  </a:moveTo>
                  <a:lnTo>
                    <a:pt x="723" y="52"/>
                  </a:lnTo>
                  <a:lnTo>
                    <a:pt x="715" y="56"/>
                  </a:lnTo>
                  <a:lnTo>
                    <a:pt x="709" y="62"/>
                  </a:lnTo>
                  <a:lnTo>
                    <a:pt x="705" y="69"/>
                  </a:lnTo>
                  <a:lnTo>
                    <a:pt x="704" y="77"/>
                  </a:lnTo>
                  <a:lnTo>
                    <a:pt x="702" y="85"/>
                  </a:lnTo>
                  <a:lnTo>
                    <a:pt x="698" y="92"/>
                  </a:lnTo>
                  <a:lnTo>
                    <a:pt x="694" y="96"/>
                  </a:lnTo>
                  <a:lnTo>
                    <a:pt x="686" y="100"/>
                  </a:lnTo>
                  <a:lnTo>
                    <a:pt x="678" y="102"/>
                  </a:lnTo>
                  <a:lnTo>
                    <a:pt x="657" y="106"/>
                  </a:lnTo>
                  <a:lnTo>
                    <a:pt x="641" y="118"/>
                  </a:lnTo>
                  <a:lnTo>
                    <a:pt x="630" y="135"/>
                  </a:lnTo>
                  <a:lnTo>
                    <a:pt x="624" y="156"/>
                  </a:lnTo>
                  <a:lnTo>
                    <a:pt x="624" y="286"/>
                  </a:lnTo>
                  <a:lnTo>
                    <a:pt x="626" y="294"/>
                  </a:lnTo>
                  <a:lnTo>
                    <a:pt x="628" y="299"/>
                  </a:lnTo>
                  <a:lnTo>
                    <a:pt x="628" y="261"/>
                  </a:lnTo>
                  <a:lnTo>
                    <a:pt x="632" y="236"/>
                  </a:lnTo>
                  <a:lnTo>
                    <a:pt x="643" y="214"/>
                  </a:lnTo>
                  <a:lnTo>
                    <a:pt x="659" y="199"/>
                  </a:lnTo>
                  <a:lnTo>
                    <a:pt x="680" y="187"/>
                  </a:lnTo>
                  <a:lnTo>
                    <a:pt x="705" y="183"/>
                  </a:lnTo>
                  <a:lnTo>
                    <a:pt x="967" y="183"/>
                  </a:lnTo>
                  <a:lnTo>
                    <a:pt x="990" y="187"/>
                  </a:lnTo>
                  <a:lnTo>
                    <a:pt x="1012" y="199"/>
                  </a:lnTo>
                  <a:lnTo>
                    <a:pt x="1029" y="214"/>
                  </a:lnTo>
                  <a:lnTo>
                    <a:pt x="1039" y="236"/>
                  </a:lnTo>
                  <a:lnTo>
                    <a:pt x="1043" y="261"/>
                  </a:lnTo>
                  <a:lnTo>
                    <a:pt x="1043" y="299"/>
                  </a:lnTo>
                  <a:lnTo>
                    <a:pt x="1047" y="294"/>
                  </a:lnTo>
                  <a:lnTo>
                    <a:pt x="1047" y="286"/>
                  </a:lnTo>
                  <a:lnTo>
                    <a:pt x="1047" y="156"/>
                  </a:lnTo>
                  <a:lnTo>
                    <a:pt x="1041" y="121"/>
                  </a:lnTo>
                  <a:lnTo>
                    <a:pt x="1027" y="92"/>
                  </a:lnTo>
                  <a:lnTo>
                    <a:pt x="1004" y="69"/>
                  </a:lnTo>
                  <a:lnTo>
                    <a:pt x="975" y="56"/>
                  </a:lnTo>
                  <a:lnTo>
                    <a:pt x="940" y="50"/>
                  </a:lnTo>
                  <a:lnTo>
                    <a:pt x="731" y="50"/>
                  </a:lnTo>
                  <a:close/>
                  <a:moveTo>
                    <a:pt x="731" y="0"/>
                  </a:moveTo>
                  <a:lnTo>
                    <a:pt x="940" y="0"/>
                  </a:lnTo>
                  <a:lnTo>
                    <a:pt x="983" y="5"/>
                  </a:lnTo>
                  <a:lnTo>
                    <a:pt x="1020" y="21"/>
                  </a:lnTo>
                  <a:lnTo>
                    <a:pt x="1051" y="46"/>
                  </a:lnTo>
                  <a:lnTo>
                    <a:pt x="1074" y="77"/>
                  </a:lnTo>
                  <a:lnTo>
                    <a:pt x="1091" y="114"/>
                  </a:lnTo>
                  <a:lnTo>
                    <a:pt x="1095" y="156"/>
                  </a:lnTo>
                  <a:lnTo>
                    <a:pt x="1095" y="286"/>
                  </a:lnTo>
                  <a:lnTo>
                    <a:pt x="1091" y="311"/>
                  </a:lnTo>
                  <a:lnTo>
                    <a:pt x="1082" y="332"/>
                  </a:lnTo>
                  <a:lnTo>
                    <a:pt x="1064" y="348"/>
                  </a:lnTo>
                  <a:lnTo>
                    <a:pt x="1043" y="359"/>
                  </a:lnTo>
                  <a:lnTo>
                    <a:pt x="1043" y="417"/>
                  </a:lnTo>
                  <a:lnTo>
                    <a:pt x="1041" y="454"/>
                  </a:lnTo>
                  <a:lnTo>
                    <a:pt x="1029" y="491"/>
                  </a:lnTo>
                  <a:lnTo>
                    <a:pt x="1014" y="524"/>
                  </a:lnTo>
                  <a:lnTo>
                    <a:pt x="990" y="555"/>
                  </a:lnTo>
                  <a:lnTo>
                    <a:pt x="990" y="601"/>
                  </a:lnTo>
                  <a:lnTo>
                    <a:pt x="996" y="601"/>
                  </a:lnTo>
                  <a:lnTo>
                    <a:pt x="1000" y="603"/>
                  </a:lnTo>
                  <a:lnTo>
                    <a:pt x="1179" y="661"/>
                  </a:lnTo>
                  <a:lnTo>
                    <a:pt x="1210" y="677"/>
                  </a:lnTo>
                  <a:lnTo>
                    <a:pt x="1235" y="700"/>
                  </a:lnTo>
                  <a:lnTo>
                    <a:pt x="1254" y="727"/>
                  </a:lnTo>
                  <a:lnTo>
                    <a:pt x="1264" y="760"/>
                  </a:lnTo>
                  <a:lnTo>
                    <a:pt x="1334" y="1123"/>
                  </a:lnTo>
                  <a:lnTo>
                    <a:pt x="1336" y="1160"/>
                  </a:lnTo>
                  <a:lnTo>
                    <a:pt x="1326" y="1197"/>
                  </a:lnTo>
                  <a:lnTo>
                    <a:pt x="1308" y="1228"/>
                  </a:lnTo>
                  <a:lnTo>
                    <a:pt x="1648" y="1228"/>
                  </a:lnTo>
                  <a:lnTo>
                    <a:pt x="1655" y="1230"/>
                  </a:lnTo>
                  <a:lnTo>
                    <a:pt x="1661" y="1233"/>
                  </a:lnTo>
                  <a:lnTo>
                    <a:pt x="1667" y="1237"/>
                  </a:lnTo>
                  <a:lnTo>
                    <a:pt x="1671" y="1245"/>
                  </a:lnTo>
                  <a:lnTo>
                    <a:pt x="1673" y="1253"/>
                  </a:lnTo>
                  <a:lnTo>
                    <a:pt x="1671" y="1261"/>
                  </a:lnTo>
                  <a:lnTo>
                    <a:pt x="1667" y="1266"/>
                  </a:lnTo>
                  <a:lnTo>
                    <a:pt x="1661" y="1272"/>
                  </a:lnTo>
                  <a:lnTo>
                    <a:pt x="1655" y="1276"/>
                  </a:lnTo>
                  <a:lnTo>
                    <a:pt x="1648" y="1276"/>
                  </a:lnTo>
                  <a:lnTo>
                    <a:pt x="25" y="1276"/>
                  </a:lnTo>
                  <a:lnTo>
                    <a:pt x="17" y="1276"/>
                  </a:lnTo>
                  <a:lnTo>
                    <a:pt x="9" y="1272"/>
                  </a:lnTo>
                  <a:lnTo>
                    <a:pt x="4" y="1266"/>
                  </a:lnTo>
                  <a:lnTo>
                    <a:pt x="2" y="1261"/>
                  </a:lnTo>
                  <a:lnTo>
                    <a:pt x="0" y="1253"/>
                  </a:lnTo>
                  <a:lnTo>
                    <a:pt x="2" y="1245"/>
                  </a:lnTo>
                  <a:lnTo>
                    <a:pt x="4" y="1237"/>
                  </a:lnTo>
                  <a:lnTo>
                    <a:pt x="9" y="1233"/>
                  </a:lnTo>
                  <a:lnTo>
                    <a:pt x="17" y="1230"/>
                  </a:lnTo>
                  <a:lnTo>
                    <a:pt x="25" y="1228"/>
                  </a:lnTo>
                  <a:lnTo>
                    <a:pt x="364" y="1228"/>
                  </a:lnTo>
                  <a:lnTo>
                    <a:pt x="345" y="1197"/>
                  </a:lnTo>
                  <a:lnTo>
                    <a:pt x="337" y="1160"/>
                  </a:lnTo>
                  <a:lnTo>
                    <a:pt x="337" y="1123"/>
                  </a:lnTo>
                  <a:lnTo>
                    <a:pt x="407" y="760"/>
                  </a:lnTo>
                  <a:lnTo>
                    <a:pt x="419" y="727"/>
                  </a:lnTo>
                  <a:lnTo>
                    <a:pt x="438" y="700"/>
                  </a:lnTo>
                  <a:lnTo>
                    <a:pt x="463" y="677"/>
                  </a:lnTo>
                  <a:lnTo>
                    <a:pt x="494" y="661"/>
                  </a:lnTo>
                  <a:lnTo>
                    <a:pt x="671" y="603"/>
                  </a:lnTo>
                  <a:lnTo>
                    <a:pt x="676" y="601"/>
                  </a:lnTo>
                  <a:lnTo>
                    <a:pt x="680" y="601"/>
                  </a:lnTo>
                  <a:lnTo>
                    <a:pt x="680" y="551"/>
                  </a:lnTo>
                  <a:lnTo>
                    <a:pt x="659" y="520"/>
                  </a:lnTo>
                  <a:lnTo>
                    <a:pt x="641" y="487"/>
                  </a:lnTo>
                  <a:lnTo>
                    <a:pt x="632" y="448"/>
                  </a:lnTo>
                  <a:lnTo>
                    <a:pt x="628" y="410"/>
                  </a:lnTo>
                  <a:lnTo>
                    <a:pt x="628" y="359"/>
                  </a:lnTo>
                  <a:lnTo>
                    <a:pt x="607" y="348"/>
                  </a:lnTo>
                  <a:lnTo>
                    <a:pt x="591" y="332"/>
                  </a:lnTo>
                  <a:lnTo>
                    <a:pt x="579" y="311"/>
                  </a:lnTo>
                  <a:lnTo>
                    <a:pt x="576" y="286"/>
                  </a:lnTo>
                  <a:lnTo>
                    <a:pt x="576" y="156"/>
                  </a:lnTo>
                  <a:lnTo>
                    <a:pt x="579" y="127"/>
                  </a:lnTo>
                  <a:lnTo>
                    <a:pt x="591" y="102"/>
                  </a:lnTo>
                  <a:lnTo>
                    <a:pt x="609" y="81"/>
                  </a:lnTo>
                  <a:lnTo>
                    <a:pt x="632" y="65"/>
                  </a:lnTo>
                  <a:lnTo>
                    <a:pt x="657" y="56"/>
                  </a:lnTo>
                  <a:lnTo>
                    <a:pt x="669" y="33"/>
                  </a:lnTo>
                  <a:lnTo>
                    <a:pt x="684" y="15"/>
                  </a:lnTo>
                  <a:lnTo>
                    <a:pt x="705" y="5"/>
                  </a:lnTo>
                  <a:lnTo>
                    <a:pt x="7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sp>
          <p:nvSpPr>
            <p:cNvPr id="90" name="Freeform 14">
              <a:extLst>
                <a:ext uri="{FF2B5EF4-FFF2-40B4-BE49-F238E27FC236}">
                  <a16:creationId xmlns:a16="http://schemas.microsoft.com/office/drawing/2014/main" id="{B1BDA282-91CB-745C-2CD5-9CC8F2BAD785}"/>
                </a:ext>
              </a:extLst>
            </p:cNvPr>
            <p:cNvSpPr>
              <a:spLocks noEditPoints="1"/>
            </p:cNvSpPr>
            <p:nvPr/>
          </p:nvSpPr>
          <p:spPr bwMode="auto">
            <a:xfrm>
              <a:off x="7213601" y="4387850"/>
              <a:ext cx="242888" cy="241300"/>
            </a:xfrm>
            <a:custGeom>
              <a:avLst/>
              <a:gdLst>
                <a:gd name="T0" fmla="*/ 75 w 153"/>
                <a:gd name="T1" fmla="*/ 48 h 152"/>
                <a:gd name="T2" fmla="*/ 68 w 153"/>
                <a:gd name="T3" fmla="*/ 50 h 152"/>
                <a:gd name="T4" fmla="*/ 60 w 153"/>
                <a:gd name="T5" fmla="*/ 54 h 152"/>
                <a:gd name="T6" fmla="*/ 54 w 153"/>
                <a:gd name="T7" fmla="*/ 60 h 152"/>
                <a:gd name="T8" fmla="*/ 50 w 153"/>
                <a:gd name="T9" fmla="*/ 67 h 152"/>
                <a:gd name="T10" fmla="*/ 48 w 153"/>
                <a:gd name="T11" fmla="*/ 75 h 152"/>
                <a:gd name="T12" fmla="*/ 50 w 153"/>
                <a:gd name="T13" fmla="*/ 85 h 152"/>
                <a:gd name="T14" fmla="*/ 54 w 153"/>
                <a:gd name="T15" fmla="*/ 92 h 152"/>
                <a:gd name="T16" fmla="*/ 60 w 153"/>
                <a:gd name="T17" fmla="*/ 98 h 152"/>
                <a:gd name="T18" fmla="*/ 68 w 153"/>
                <a:gd name="T19" fmla="*/ 102 h 152"/>
                <a:gd name="T20" fmla="*/ 75 w 153"/>
                <a:gd name="T21" fmla="*/ 104 h 152"/>
                <a:gd name="T22" fmla="*/ 85 w 153"/>
                <a:gd name="T23" fmla="*/ 102 h 152"/>
                <a:gd name="T24" fmla="*/ 93 w 153"/>
                <a:gd name="T25" fmla="*/ 98 h 152"/>
                <a:gd name="T26" fmla="*/ 99 w 153"/>
                <a:gd name="T27" fmla="*/ 92 h 152"/>
                <a:gd name="T28" fmla="*/ 103 w 153"/>
                <a:gd name="T29" fmla="*/ 85 h 152"/>
                <a:gd name="T30" fmla="*/ 104 w 153"/>
                <a:gd name="T31" fmla="*/ 75 h 152"/>
                <a:gd name="T32" fmla="*/ 103 w 153"/>
                <a:gd name="T33" fmla="*/ 67 h 152"/>
                <a:gd name="T34" fmla="*/ 99 w 153"/>
                <a:gd name="T35" fmla="*/ 60 h 152"/>
                <a:gd name="T36" fmla="*/ 93 w 153"/>
                <a:gd name="T37" fmla="*/ 54 h 152"/>
                <a:gd name="T38" fmla="*/ 85 w 153"/>
                <a:gd name="T39" fmla="*/ 50 h 152"/>
                <a:gd name="T40" fmla="*/ 75 w 153"/>
                <a:gd name="T41" fmla="*/ 48 h 152"/>
                <a:gd name="T42" fmla="*/ 75 w 153"/>
                <a:gd name="T43" fmla="*/ 0 h 152"/>
                <a:gd name="T44" fmla="*/ 101 w 153"/>
                <a:gd name="T45" fmla="*/ 4 h 152"/>
                <a:gd name="T46" fmla="*/ 122 w 153"/>
                <a:gd name="T47" fmla="*/ 13 h 152"/>
                <a:gd name="T48" fmla="*/ 137 w 153"/>
                <a:gd name="T49" fmla="*/ 31 h 152"/>
                <a:gd name="T50" fmla="*/ 149 w 153"/>
                <a:gd name="T51" fmla="*/ 52 h 152"/>
                <a:gd name="T52" fmla="*/ 153 w 153"/>
                <a:gd name="T53" fmla="*/ 75 h 152"/>
                <a:gd name="T54" fmla="*/ 149 w 153"/>
                <a:gd name="T55" fmla="*/ 100 h 152"/>
                <a:gd name="T56" fmla="*/ 137 w 153"/>
                <a:gd name="T57" fmla="*/ 121 h 152"/>
                <a:gd name="T58" fmla="*/ 122 w 153"/>
                <a:gd name="T59" fmla="*/ 137 h 152"/>
                <a:gd name="T60" fmla="*/ 101 w 153"/>
                <a:gd name="T61" fmla="*/ 149 h 152"/>
                <a:gd name="T62" fmla="*/ 75 w 153"/>
                <a:gd name="T63" fmla="*/ 152 h 152"/>
                <a:gd name="T64" fmla="*/ 52 w 153"/>
                <a:gd name="T65" fmla="*/ 149 h 152"/>
                <a:gd name="T66" fmla="*/ 31 w 153"/>
                <a:gd name="T67" fmla="*/ 137 h 152"/>
                <a:gd name="T68" fmla="*/ 13 w 153"/>
                <a:gd name="T69" fmla="*/ 121 h 152"/>
                <a:gd name="T70" fmla="*/ 4 w 153"/>
                <a:gd name="T71" fmla="*/ 100 h 152"/>
                <a:gd name="T72" fmla="*/ 0 w 153"/>
                <a:gd name="T73" fmla="*/ 75 h 152"/>
                <a:gd name="T74" fmla="*/ 4 w 153"/>
                <a:gd name="T75" fmla="*/ 52 h 152"/>
                <a:gd name="T76" fmla="*/ 13 w 153"/>
                <a:gd name="T77" fmla="*/ 31 h 152"/>
                <a:gd name="T78" fmla="*/ 31 w 153"/>
                <a:gd name="T79" fmla="*/ 13 h 152"/>
                <a:gd name="T80" fmla="*/ 52 w 153"/>
                <a:gd name="T81" fmla="*/ 4 h 152"/>
                <a:gd name="T82" fmla="*/ 75 w 153"/>
                <a:gd name="T8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52">
                  <a:moveTo>
                    <a:pt x="75" y="48"/>
                  </a:moveTo>
                  <a:lnTo>
                    <a:pt x="68" y="50"/>
                  </a:lnTo>
                  <a:lnTo>
                    <a:pt x="60" y="54"/>
                  </a:lnTo>
                  <a:lnTo>
                    <a:pt x="54" y="60"/>
                  </a:lnTo>
                  <a:lnTo>
                    <a:pt x="50" y="67"/>
                  </a:lnTo>
                  <a:lnTo>
                    <a:pt x="48" y="75"/>
                  </a:lnTo>
                  <a:lnTo>
                    <a:pt x="50" y="85"/>
                  </a:lnTo>
                  <a:lnTo>
                    <a:pt x="54" y="92"/>
                  </a:lnTo>
                  <a:lnTo>
                    <a:pt x="60" y="98"/>
                  </a:lnTo>
                  <a:lnTo>
                    <a:pt x="68" y="102"/>
                  </a:lnTo>
                  <a:lnTo>
                    <a:pt x="75" y="104"/>
                  </a:lnTo>
                  <a:lnTo>
                    <a:pt x="85" y="102"/>
                  </a:lnTo>
                  <a:lnTo>
                    <a:pt x="93" y="98"/>
                  </a:lnTo>
                  <a:lnTo>
                    <a:pt x="99" y="92"/>
                  </a:lnTo>
                  <a:lnTo>
                    <a:pt x="103" y="85"/>
                  </a:lnTo>
                  <a:lnTo>
                    <a:pt x="104" y="75"/>
                  </a:lnTo>
                  <a:lnTo>
                    <a:pt x="103" y="67"/>
                  </a:lnTo>
                  <a:lnTo>
                    <a:pt x="99" y="60"/>
                  </a:lnTo>
                  <a:lnTo>
                    <a:pt x="93" y="54"/>
                  </a:lnTo>
                  <a:lnTo>
                    <a:pt x="85" y="50"/>
                  </a:lnTo>
                  <a:lnTo>
                    <a:pt x="75" y="48"/>
                  </a:lnTo>
                  <a:close/>
                  <a:moveTo>
                    <a:pt x="75" y="0"/>
                  </a:moveTo>
                  <a:lnTo>
                    <a:pt x="101" y="4"/>
                  </a:lnTo>
                  <a:lnTo>
                    <a:pt x="122" y="13"/>
                  </a:lnTo>
                  <a:lnTo>
                    <a:pt x="137" y="31"/>
                  </a:lnTo>
                  <a:lnTo>
                    <a:pt x="149" y="52"/>
                  </a:lnTo>
                  <a:lnTo>
                    <a:pt x="153" y="75"/>
                  </a:lnTo>
                  <a:lnTo>
                    <a:pt x="149" y="100"/>
                  </a:lnTo>
                  <a:lnTo>
                    <a:pt x="137" y="121"/>
                  </a:lnTo>
                  <a:lnTo>
                    <a:pt x="122" y="137"/>
                  </a:lnTo>
                  <a:lnTo>
                    <a:pt x="101" y="149"/>
                  </a:lnTo>
                  <a:lnTo>
                    <a:pt x="75" y="152"/>
                  </a:lnTo>
                  <a:lnTo>
                    <a:pt x="52" y="149"/>
                  </a:lnTo>
                  <a:lnTo>
                    <a:pt x="31" y="137"/>
                  </a:lnTo>
                  <a:lnTo>
                    <a:pt x="13" y="121"/>
                  </a:lnTo>
                  <a:lnTo>
                    <a:pt x="4" y="100"/>
                  </a:lnTo>
                  <a:lnTo>
                    <a:pt x="0" y="75"/>
                  </a:lnTo>
                  <a:lnTo>
                    <a:pt x="4" y="52"/>
                  </a:lnTo>
                  <a:lnTo>
                    <a:pt x="13" y="31"/>
                  </a:lnTo>
                  <a:lnTo>
                    <a:pt x="31" y="13"/>
                  </a:lnTo>
                  <a:lnTo>
                    <a:pt x="52" y="4"/>
                  </a:lnTo>
                  <a:lnTo>
                    <a:pt x="7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grpSp>
      <p:grpSp>
        <p:nvGrpSpPr>
          <p:cNvPr id="91" name="Group 90">
            <a:extLst>
              <a:ext uri="{FF2B5EF4-FFF2-40B4-BE49-F238E27FC236}">
                <a16:creationId xmlns:a16="http://schemas.microsoft.com/office/drawing/2014/main" id="{E19D8231-4815-10D7-5DBB-69B728A3FE3E}"/>
              </a:ext>
            </a:extLst>
          </p:cNvPr>
          <p:cNvGrpSpPr/>
          <p:nvPr/>
        </p:nvGrpSpPr>
        <p:grpSpPr>
          <a:xfrm>
            <a:off x="6969010" y="1435598"/>
            <a:ext cx="453466" cy="514048"/>
            <a:chOff x="3824288" y="2613025"/>
            <a:chExt cx="1960563" cy="2222500"/>
          </a:xfrm>
          <a:solidFill>
            <a:schemeClr val="tx1">
              <a:lumMod val="65000"/>
              <a:lumOff val="35000"/>
            </a:schemeClr>
          </a:solidFill>
        </p:grpSpPr>
        <p:sp>
          <p:nvSpPr>
            <p:cNvPr id="92" name="Freeform 15">
              <a:extLst>
                <a:ext uri="{FF2B5EF4-FFF2-40B4-BE49-F238E27FC236}">
                  <a16:creationId xmlns:a16="http://schemas.microsoft.com/office/drawing/2014/main" id="{ABC9FE5F-BF26-FAEE-2F9F-E9457B7CFC98}"/>
                </a:ext>
              </a:extLst>
            </p:cNvPr>
            <p:cNvSpPr>
              <a:spLocks noEditPoints="1"/>
            </p:cNvSpPr>
            <p:nvPr/>
          </p:nvSpPr>
          <p:spPr bwMode="auto">
            <a:xfrm>
              <a:off x="3824288" y="2613025"/>
              <a:ext cx="1960563" cy="2222500"/>
            </a:xfrm>
            <a:custGeom>
              <a:avLst/>
              <a:gdLst>
                <a:gd name="T0" fmla="*/ 200 w 1235"/>
                <a:gd name="T1" fmla="*/ 599 h 1400"/>
                <a:gd name="T2" fmla="*/ 215 w 1235"/>
                <a:gd name="T3" fmla="*/ 1152 h 1400"/>
                <a:gd name="T4" fmla="*/ 896 w 1235"/>
                <a:gd name="T5" fmla="*/ 1062 h 1400"/>
                <a:gd name="T6" fmla="*/ 1047 w 1235"/>
                <a:gd name="T7" fmla="*/ 915 h 1400"/>
                <a:gd name="T8" fmla="*/ 1140 w 1235"/>
                <a:gd name="T9" fmla="*/ 669 h 1400"/>
                <a:gd name="T10" fmla="*/ 200 w 1235"/>
                <a:gd name="T11" fmla="*/ 452 h 1400"/>
                <a:gd name="T12" fmla="*/ 774 w 1235"/>
                <a:gd name="T13" fmla="*/ 317 h 1400"/>
                <a:gd name="T14" fmla="*/ 591 w 1235"/>
                <a:gd name="T15" fmla="*/ 329 h 1400"/>
                <a:gd name="T16" fmla="*/ 679 w 1235"/>
                <a:gd name="T17" fmla="*/ 406 h 1400"/>
                <a:gd name="T18" fmla="*/ 529 w 1235"/>
                <a:gd name="T19" fmla="*/ 242 h 1400"/>
                <a:gd name="T20" fmla="*/ 442 w 1235"/>
                <a:gd name="T21" fmla="*/ 373 h 1400"/>
                <a:gd name="T22" fmla="*/ 537 w 1235"/>
                <a:gd name="T23" fmla="*/ 334 h 1400"/>
                <a:gd name="T24" fmla="*/ 619 w 1235"/>
                <a:gd name="T25" fmla="*/ 273 h 1400"/>
                <a:gd name="T26" fmla="*/ 316 w 1235"/>
                <a:gd name="T27" fmla="*/ 186 h 1400"/>
                <a:gd name="T28" fmla="*/ 308 w 1235"/>
                <a:gd name="T29" fmla="*/ 211 h 1400"/>
                <a:gd name="T30" fmla="*/ 330 w 1235"/>
                <a:gd name="T31" fmla="*/ 226 h 1400"/>
                <a:gd name="T32" fmla="*/ 351 w 1235"/>
                <a:gd name="T33" fmla="*/ 211 h 1400"/>
                <a:gd name="T34" fmla="*/ 343 w 1235"/>
                <a:gd name="T35" fmla="*/ 186 h 1400"/>
                <a:gd name="T36" fmla="*/ 1020 w 1235"/>
                <a:gd name="T37" fmla="*/ 406 h 1400"/>
                <a:gd name="T38" fmla="*/ 1191 w 1235"/>
                <a:gd name="T39" fmla="*/ 91 h 1400"/>
                <a:gd name="T40" fmla="*/ 617 w 1235"/>
                <a:gd name="T41" fmla="*/ 75 h 1400"/>
                <a:gd name="T42" fmla="*/ 752 w 1235"/>
                <a:gd name="T43" fmla="*/ 271 h 1400"/>
                <a:gd name="T44" fmla="*/ 896 w 1235"/>
                <a:gd name="T45" fmla="*/ 44 h 1400"/>
                <a:gd name="T46" fmla="*/ 896 w 1235"/>
                <a:gd name="T47" fmla="*/ 44 h 1400"/>
                <a:gd name="T48" fmla="*/ 217 w 1235"/>
                <a:gd name="T49" fmla="*/ 91 h 1400"/>
                <a:gd name="T50" fmla="*/ 175 w 1235"/>
                <a:gd name="T51" fmla="*/ 236 h 1400"/>
                <a:gd name="T52" fmla="*/ 250 w 1235"/>
                <a:gd name="T53" fmla="*/ 340 h 1400"/>
                <a:gd name="T54" fmla="*/ 306 w 1235"/>
                <a:gd name="T55" fmla="*/ 267 h 1400"/>
                <a:gd name="T56" fmla="*/ 262 w 1235"/>
                <a:gd name="T57" fmla="*/ 203 h 1400"/>
                <a:gd name="T58" fmla="*/ 330 w 1235"/>
                <a:gd name="T59" fmla="*/ 135 h 1400"/>
                <a:gd name="T60" fmla="*/ 398 w 1235"/>
                <a:gd name="T61" fmla="*/ 203 h 1400"/>
                <a:gd name="T62" fmla="*/ 351 w 1235"/>
                <a:gd name="T63" fmla="*/ 267 h 1400"/>
                <a:gd name="T64" fmla="*/ 409 w 1235"/>
                <a:gd name="T65" fmla="*/ 340 h 1400"/>
                <a:gd name="T66" fmla="*/ 485 w 1235"/>
                <a:gd name="T67" fmla="*/ 236 h 1400"/>
                <a:gd name="T68" fmla="*/ 442 w 1235"/>
                <a:gd name="T69" fmla="*/ 91 h 1400"/>
                <a:gd name="T70" fmla="*/ 851 w 1235"/>
                <a:gd name="T71" fmla="*/ 0 h 1400"/>
                <a:gd name="T72" fmla="*/ 940 w 1235"/>
                <a:gd name="T73" fmla="*/ 226 h 1400"/>
                <a:gd name="T74" fmla="*/ 878 w 1235"/>
                <a:gd name="T75" fmla="*/ 311 h 1400"/>
                <a:gd name="T76" fmla="*/ 971 w 1235"/>
                <a:gd name="T77" fmla="*/ 406 h 1400"/>
                <a:gd name="T78" fmla="*/ 1134 w 1235"/>
                <a:gd name="T79" fmla="*/ 406 h 1400"/>
                <a:gd name="T80" fmla="*/ 1191 w 1235"/>
                <a:gd name="T81" fmla="*/ 520 h 1400"/>
                <a:gd name="T82" fmla="*/ 1154 w 1235"/>
                <a:gd name="T83" fmla="*/ 810 h 1400"/>
                <a:gd name="T84" fmla="*/ 997 w 1235"/>
                <a:gd name="T85" fmla="*/ 1040 h 1400"/>
                <a:gd name="T86" fmla="*/ 398 w 1235"/>
                <a:gd name="T87" fmla="*/ 1197 h 1400"/>
                <a:gd name="T88" fmla="*/ 155 w 1235"/>
                <a:gd name="T89" fmla="*/ 599 h 1400"/>
                <a:gd name="T90" fmla="*/ 161 w 1235"/>
                <a:gd name="T91" fmla="*/ 406 h 1400"/>
                <a:gd name="T92" fmla="*/ 159 w 1235"/>
                <a:gd name="T93" fmla="*/ 317 h 1400"/>
                <a:gd name="T94" fmla="*/ 130 w 1235"/>
                <a:gd name="T95" fmla="*/ 157 h 1400"/>
                <a:gd name="T96" fmla="*/ 241 w 1235"/>
                <a:gd name="T97" fmla="*/ 21 h 1400"/>
                <a:gd name="T98" fmla="*/ 419 w 1235"/>
                <a:gd name="T99" fmla="*/ 21 h 1400"/>
                <a:gd name="T100" fmla="*/ 528 w 1235"/>
                <a:gd name="T101" fmla="*/ 155 h 1400"/>
                <a:gd name="T102" fmla="*/ 745 w 1235"/>
                <a:gd name="T103" fmla="*/ 147 h 1400"/>
                <a:gd name="T104" fmla="*/ 882 w 1235"/>
                <a:gd name="T105" fmla="*/ 257 h 1400"/>
                <a:gd name="T106" fmla="*/ 851 w 1235"/>
                <a:gd name="T107" fmla="*/ 135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35" h="1400">
                  <a:moveTo>
                    <a:pt x="200" y="452"/>
                  </a:moveTo>
                  <a:lnTo>
                    <a:pt x="194" y="499"/>
                  </a:lnTo>
                  <a:lnTo>
                    <a:pt x="194" y="549"/>
                  </a:lnTo>
                  <a:lnTo>
                    <a:pt x="200" y="599"/>
                  </a:lnTo>
                  <a:lnTo>
                    <a:pt x="202" y="607"/>
                  </a:lnTo>
                  <a:lnTo>
                    <a:pt x="70" y="843"/>
                  </a:lnTo>
                  <a:lnTo>
                    <a:pt x="215" y="876"/>
                  </a:lnTo>
                  <a:lnTo>
                    <a:pt x="215" y="1152"/>
                  </a:lnTo>
                  <a:lnTo>
                    <a:pt x="442" y="1152"/>
                  </a:lnTo>
                  <a:lnTo>
                    <a:pt x="442" y="1356"/>
                  </a:lnTo>
                  <a:lnTo>
                    <a:pt x="896" y="1356"/>
                  </a:lnTo>
                  <a:lnTo>
                    <a:pt x="896" y="1062"/>
                  </a:lnTo>
                  <a:lnTo>
                    <a:pt x="906" y="1056"/>
                  </a:lnTo>
                  <a:lnTo>
                    <a:pt x="960" y="1013"/>
                  </a:lnTo>
                  <a:lnTo>
                    <a:pt x="1006" y="967"/>
                  </a:lnTo>
                  <a:lnTo>
                    <a:pt x="1047" y="915"/>
                  </a:lnTo>
                  <a:lnTo>
                    <a:pt x="1082" y="859"/>
                  </a:lnTo>
                  <a:lnTo>
                    <a:pt x="1109" y="799"/>
                  </a:lnTo>
                  <a:lnTo>
                    <a:pt x="1129" y="735"/>
                  </a:lnTo>
                  <a:lnTo>
                    <a:pt x="1140" y="669"/>
                  </a:lnTo>
                  <a:lnTo>
                    <a:pt x="1146" y="601"/>
                  </a:lnTo>
                  <a:lnTo>
                    <a:pt x="1146" y="520"/>
                  </a:lnTo>
                  <a:lnTo>
                    <a:pt x="1140" y="452"/>
                  </a:lnTo>
                  <a:lnTo>
                    <a:pt x="200" y="452"/>
                  </a:lnTo>
                  <a:close/>
                  <a:moveTo>
                    <a:pt x="688" y="317"/>
                  </a:moveTo>
                  <a:lnTo>
                    <a:pt x="729" y="406"/>
                  </a:lnTo>
                  <a:lnTo>
                    <a:pt x="814" y="406"/>
                  </a:lnTo>
                  <a:lnTo>
                    <a:pt x="774" y="317"/>
                  </a:lnTo>
                  <a:lnTo>
                    <a:pt x="688" y="317"/>
                  </a:lnTo>
                  <a:close/>
                  <a:moveTo>
                    <a:pt x="624" y="317"/>
                  </a:moveTo>
                  <a:lnTo>
                    <a:pt x="607" y="319"/>
                  </a:lnTo>
                  <a:lnTo>
                    <a:pt x="591" y="329"/>
                  </a:lnTo>
                  <a:lnTo>
                    <a:pt x="582" y="344"/>
                  </a:lnTo>
                  <a:lnTo>
                    <a:pt x="578" y="362"/>
                  </a:lnTo>
                  <a:lnTo>
                    <a:pt x="578" y="406"/>
                  </a:lnTo>
                  <a:lnTo>
                    <a:pt x="679" y="406"/>
                  </a:lnTo>
                  <a:lnTo>
                    <a:pt x="638" y="317"/>
                  </a:lnTo>
                  <a:lnTo>
                    <a:pt x="624" y="317"/>
                  </a:lnTo>
                  <a:close/>
                  <a:moveTo>
                    <a:pt x="590" y="211"/>
                  </a:moveTo>
                  <a:lnTo>
                    <a:pt x="529" y="242"/>
                  </a:lnTo>
                  <a:lnTo>
                    <a:pt x="518" y="280"/>
                  </a:lnTo>
                  <a:lnTo>
                    <a:pt x="498" y="315"/>
                  </a:lnTo>
                  <a:lnTo>
                    <a:pt x="473" y="346"/>
                  </a:lnTo>
                  <a:lnTo>
                    <a:pt x="442" y="373"/>
                  </a:lnTo>
                  <a:lnTo>
                    <a:pt x="442" y="406"/>
                  </a:lnTo>
                  <a:lnTo>
                    <a:pt x="533" y="406"/>
                  </a:lnTo>
                  <a:lnTo>
                    <a:pt x="533" y="362"/>
                  </a:lnTo>
                  <a:lnTo>
                    <a:pt x="537" y="334"/>
                  </a:lnTo>
                  <a:lnTo>
                    <a:pt x="549" y="311"/>
                  </a:lnTo>
                  <a:lnTo>
                    <a:pt x="568" y="292"/>
                  </a:lnTo>
                  <a:lnTo>
                    <a:pt x="591" y="278"/>
                  </a:lnTo>
                  <a:lnTo>
                    <a:pt x="619" y="273"/>
                  </a:lnTo>
                  <a:lnTo>
                    <a:pt x="590" y="211"/>
                  </a:lnTo>
                  <a:close/>
                  <a:moveTo>
                    <a:pt x="330" y="182"/>
                  </a:moveTo>
                  <a:lnTo>
                    <a:pt x="322" y="182"/>
                  </a:lnTo>
                  <a:lnTo>
                    <a:pt x="316" y="186"/>
                  </a:lnTo>
                  <a:lnTo>
                    <a:pt x="310" y="189"/>
                  </a:lnTo>
                  <a:lnTo>
                    <a:pt x="308" y="197"/>
                  </a:lnTo>
                  <a:lnTo>
                    <a:pt x="306" y="203"/>
                  </a:lnTo>
                  <a:lnTo>
                    <a:pt x="308" y="211"/>
                  </a:lnTo>
                  <a:lnTo>
                    <a:pt x="310" y="216"/>
                  </a:lnTo>
                  <a:lnTo>
                    <a:pt x="316" y="222"/>
                  </a:lnTo>
                  <a:lnTo>
                    <a:pt x="322" y="224"/>
                  </a:lnTo>
                  <a:lnTo>
                    <a:pt x="330" y="226"/>
                  </a:lnTo>
                  <a:lnTo>
                    <a:pt x="338" y="224"/>
                  </a:lnTo>
                  <a:lnTo>
                    <a:pt x="343" y="222"/>
                  </a:lnTo>
                  <a:lnTo>
                    <a:pt x="347" y="216"/>
                  </a:lnTo>
                  <a:lnTo>
                    <a:pt x="351" y="211"/>
                  </a:lnTo>
                  <a:lnTo>
                    <a:pt x="351" y="203"/>
                  </a:lnTo>
                  <a:lnTo>
                    <a:pt x="351" y="197"/>
                  </a:lnTo>
                  <a:lnTo>
                    <a:pt x="347" y="189"/>
                  </a:lnTo>
                  <a:lnTo>
                    <a:pt x="343" y="186"/>
                  </a:lnTo>
                  <a:lnTo>
                    <a:pt x="338" y="182"/>
                  </a:lnTo>
                  <a:lnTo>
                    <a:pt x="330" y="182"/>
                  </a:lnTo>
                  <a:close/>
                  <a:moveTo>
                    <a:pt x="1134" y="143"/>
                  </a:moveTo>
                  <a:lnTo>
                    <a:pt x="1020" y="406"/>
                  </a:lnTo>
                  <a:lnTo>
                    <a:pt x="1084" y="406"/>
                  </a:lnTo>
                  <a:lnTo>
                    <a:pt x="1185" y="168"/>
                  </a:lnTo>
                  <a:lnTo>
                    <a:pt x="1134" y="143"/>
                  </a:lnTo>
                  <a:close/>
                  <a:moveTo>
                    <a:pt x="1191" y="91"/>
                  </a:moveTo>
                  <a:lnTo>
                    <a:pt x="1165" y="110"/>
                  </a:lnTo>
                  <a:lnTo>
                    <a:pt x="1191" y="122"/>
                  </a:lnTo>
                  <a:lnTo>
                    <a:pt x="1191" y="91"/>
                  </a:lnTo>
                  <a:close/>
                  <a:moveTo>
                    <a:pt x="617" y="75"/>
                  </a:moveTo>
                  <a:lnTo>
                    <a:pt x="591" y="160"/>
                  </a:lnTo>
                  <a:lnTo>
                    <a:pt x="613" y="151"/>
                  </a:lnTo>
                  <a:lnTo>
                    <a:pt x="667" y="271"/>
                  </a:lnTo>
                  <a:lnTo>
                    <a:pt x="752" y="271"/>
                  </a:lnTo>
                  <a:lnTo>
                    <a:pt x="685" y="126"/>
                  </a:lnTo>
                  <a:lnTo>
                    <a:pt x="706" y="114"/>
                  </a:lnTo>
                  <a:lnTo>
                    <a:pt x="617" y="75"/>
                  </a:lnTo>
                  <a:close/>
                  <a:moveTo>
                    <a:pt x="896" y="44"/>
                  </a:moveTo>
                  <a:lnTo>
                    <a:pt x="896" y="91"/>
                  </a:lnTo>
                  <a:lnTo>
                    <a:pt x="940" y="91"/>
                  </a:lnTo>
                  <a:lnTo>
                    <a:pt x="940" y="44"/>
                  </a:lnTo>
                  <a:lnTo>
                    <a:pt x="896" y="44"/>
                  </a:lnTo>
                  <a:close/>
                  <a:moveTo>
                    <a:pt x="330" y="44"/>
                  </a:moveTo>
                  <a:lnTo>
                    <a:pt x="287" y="50"/>
                  </a:lnTo>
                  <a:lnTo>
                    <a:pt x="250" y="68"/>
                  </a:lnTo>
                  <a:lnTo>
                    <a:pt x="217" y="91"/>
                  </a:lnTo>
                  <a:lnTo>
                    <a:pt x="192" y="124"/>
                  </a:lnTo>
                  <a:lnTo>
                    <a:pt x="177" y="162"/>
                  </a:lnTo>
                  <a:lnTo>
                    <a:pt x="171" y="203"/>
                  </a:lnTo>
                  <a:lnTo>
                    <a:pt x="175" y="236"/>
                  </a:lnTo>
                  <a:lnTo>
                    <a:pt x="184" y="269"/>
                  </a:lnTo>
                  <a:lnTo>
                    <a:pt x="202" y="296"/>
                  </a:lnTo>
                  <a:lnTo>
                    <a:pt x="223" y="321"/>
                  </a:lnTo>
                  <a:lnTo>
                    <a:pt x="250" y="340"/>
                  </a:lnTo>
                  <a:lnTo>
                    <a:pt x="262" y="346"/>
                  </a:lnTo>
                  <a:lnTo>
                    <a:pt x="262" y="406"/>
                  </a:lnTo>
                  <a:lnTo>
                    <a:pt x="306" y="406"/>
                  </a:lnTo>
                  <a:lnTo>
                    <a:pt x="306" y="267"/>
                  </a:lnTo>
                  <a:lnTo>
                    <a:pt x="289" y="257"/>
                  </a:lnTo>
                  <a:lnTo>
                    <a:pt x="274" y="244"/>
                  </a:lnTo>
                  <a:lnTo>
                    <a:pt x="264" y="224"/>
                  </a:lnTo>
                  <a:lnTo>
                    <a:pt x="262" y="203"/>
                  </a:lnTo>
                  <a:lnTo>
                    <a:pt x="268" y="178"/>
                  </a:lnTo>
                  <a:lnTo>
                    <a:pt x="281" y="157"/>
                  </a:lnTo>
                  <a:lnTo>
                    <a:pt x="303" y="141"/>
                  </a:lnTo>
                  <a:lnTo>
                    <a:pt x="330" y="135"/>
                  </a:lnTo>
                  <a:lnTo>
                    <a:pt x="355" y="141"/>
                  </a:lnTo>
                  <a:lnTo>
                    <a:pt x="378" y="157"/>
                  </a:lnTo>
                  <a:lnTo>
                    <a:pt x="392" y="178"/>
                  </a:lnTo>
                  <a:lnTo>
                    <a:pt x="398" y="203"/>
                  </a:lnTo>
                  <a:lnTo>
                    <a:pt x="394" y="224"/>
                  </a:lnTo>
                  <a:lnTo>
                    <a:pt x="384" y="244"/>
                  </a:lnTo>
                  <a:lnTo>
                    <a:pt x="370" y="257"/>
                  </a:lnTo>
                  <a:lnTo>
                    <a:pt x="351" y="267"/>
                  </a:lnTo>
                  <a:lnTo>
                    <a:pt x="351" y="406"/>
                  </a:lnTo>
                  <a:lnTo>
                    <a:pt x="398" y="406"/>
                  </a:lnTo>
                  <a:lnTo>
                    <a:pt x="398" y="346"/>
                  </a:lnTo>
                  <a:lnTo>
                    <a:pt x="409" y="340"/>
                  </a:lnTo>
                  <a:lnTo>
                    <a:pt x="436" y="321"/>
                  </a:lnTo>
                  <a:lnTo>
                    <a:pt x="458" y="296"/>
                  </a:lnTo>
                  <a:lnTo>
                    <a:pt x="473" y="269"/>
                  </a:lnTo>
                  <a:lnTo>
                    <a:pt x="485" y="236"/>
                  </a:lnTo>
                  <a:lnTo>
                    <a:pt x="489" y="203"/>
                  </a:lnTo>
                  <a:lnTo>
                    <a:pt x="483" y="162"/>
                  </a:lnTo>
                  <a:lnTo>
                    <a:pt x="465" y="124"/>
                  </a:lnTo>
                  <a:lnTo>
                    <a:pt x="442" y="91"/>
                  </a:lnTo>
                  <a:lnTo>
                    <a:pt x="409" y="68"/>
                  </a:lnTo>
                  <a:lnTo>
                    <a:pt x="372" y="50"/>
                  </a:lnTo>
                  <a:lnTo>
                    <a:pt x="330" y="44"/>
                  </a:lnTo>
                  <a:close/>
                  <a:moveTo>
                    <a:pt x="851" y="0"/>
                  </a:moveTo>
                  <a:lnTo>
                    <a:pt x="987" y="0"/>
                  </a:lnTo>
                  <a:lnTo>
                    <a:pt x="987" y="135"/>
                  </a:lnTo>
                  <a:lnTo>
                    <a:pt x="940" y="135"/>
                  </a:lnTo>
                  <a:lnTo>
                    <a:pt x="940" y="226"/>
                  </a:lnTo>
                  <a:lnTo>
                    <a:pt x="937" y="255"/>
                  </a:lnTo>
                  <a:lnTo>
                    <a:pt x="923" y="278"/>
                  </a:lnTo>
                  <a:lnTo>
                    <a:pt x="904" y="300"/>
                  </a:lnTo>
                  <a:lnTo>
                    <a:pt x="878" y="311"/>
                  </a:lnTo>
                  <a:lnTo>
                    <a:pt x="851" y="317"/>
                  </a:lnTo>
                  <a:lnTo>
                    <a:pt x="824" y="317"/>
                  </a:lnTo>
                  <a:lnTo>
                    <a:pt x="865" y="406"/>
                  </a:lnTo>
                  <a:lnTo>
                    <a:pt x="971" y="406"/>
                  </a:lnTo>
                  <a:lnTo>
                    <a:pt x="1103" y="99"/>
                  </a:lnTo>
                  <a:lnTo>
                    <a:pt x="1235" y="0"/>
                  </a:lnTo>
                  <a:lnTo>
                    <a:pt x="1235" y="162"/>
                  </a:lnTo>
                  <a:lnTo>
                    <a:pt x="1134" y="406"/>
                  </a:lnTo>
                  <a:lnTo>
                    <a:pt x="1179" y="406"/>
                  </a:lnTo>
                  <a:lnTo>
                    <a:pt x="1181" y="425"/>
                  </a:lnTo>
                  <a:lnTo>
                    <a:pt x="1189" y="472"/>
                  </a:lnTo>
                  <a:lnTo>
                    <a:pt x="1191" y="520"/>
                  </a:lnTo>
                  <a:lnTo>
                    <a:pt x="1191" y="601"/>
                  </a:lnTo>
                  <a:lnTo>
                    <a:pt x="1187" y="673"/>
                  </a:lnTo>
                  <a:lnTo>
                    <a:pt x="1173" y="742"/>
                  </a:lnTo>
                  <a:lnTo>
                    <a:pt x="1154" y="810"/>
                  </a:lnTo>
                  <a:lnTo>
                    <a:pt x="1125" y="874"/>
                  </a:lnTo>
                  <a:lnTo>
                    <a:pt x="1090" y="934"/>
                  </a:lnTo>
                  <a:lnTo>
                    <a:pt x="1047" y="990"/>
                  </a:lnTo>
                  <a:lnTo>
                    <a:pt x="997" y="1040"/>
                  </a:lnTo>
                  <a:lnTo>
                    <a:pt x="940" y="1087"/>
                  </a:lnTo>
                  <a:lnTo>
                    <a:pt x="940" y="1400"/>
                  </a:lnTo>
                  <a:lnTo>
                    <a:pt x="398" y="1400"/>
                  </a:lnTo>
                  <a:lnTo>
                    <a:pt x="398" y="1197"/>
                  </a:lnTo>
                  <a:lnTo>
                    <a:pt x="171" y="1197"/>
                  </a:lnTo>
                  <a:lnTo>
                    <a:pt x="171" y="913"/>
                  </a:lnTo>
                  <a:lnTo>
                    <a:pt x="0" y="874"/>
                  </a:lnTo>
                  <a:lnTo>
                    <a:pt x="155" y="599"/>
                  </a:lnTo>
                  <a:lnTo>
                    <a:pt x="149" y="541"/>
                  </a:lnTo>
                  <a:lnTo>
                    <a:pt x="149" y="483"/>
                  </a:lnTo>
                  <a:lnTo>
                    <a:pt x="157" y="425"/>
                  </a:lnTo>
                  <a:lnTo>
                    <a:pt x="161" y="406"/>
                  </a:lnTo>
                  <a:lnTo>
                    <a:pt x="215" y="406"/>
                  </a:lnTo>
                  <a:lnTo>
                    <a:pt x="215" y="373"/>
                  </a:lnTo>
                  <a:lnTo>
                    <a:pt x="184" y="346"/>
                  </a:lnTo>
                  <a:lnTo>
                    <a:pt x="159" y="317"/>
                  </a:lnTo>
                  <a:lnTo>
                    <a:pt x="142" y="282"/>
                  </a:lnTo>
                  <a:lnTo>
                    <a:pt x="130" y="244"/>
                  </a:lnTo>
                  <a:lnTo>
                    <a:pt x="126" y="203"/>
                  </a:lnTo>
                  <a:lnTo>
                    <a:pt x="130" y="157"/>
                  </a:lnTo>
                  <a:lnTo>
                    <a:pt x="146" y="114"/>
                  </a:lnTo>
                  <a:lnTo>
                    <a:pt x="171" y="77"/>
                  </a:lnTo>
                  <a:lnTo>
                    <a:pt x="202" y="44"/>
                  </a:lnTo>
                  <a:lnTo>
                    <a:pt x="241" y="21"/>
                  </a:lnTo>
                  <a:lnTo>
                    <a:pt x="283" y="6"/>
                  </a:lnTo>
                  <a:lnTo>
                    <a:pt x="330" y="0"/>
                  </a:lnTo>
                  <a:lnTo>
                    <a:pt x="376" y="6"/>
                  </a:lnTo>
                  <a:lnTo>
                    <a:pt x="419" y="21"/>
                  </a:lnTo>
                  <a:lnTo>
                    <a:pt x="456" y="44"/>
                  </a:lnTo>
                  <a:lnTo>
                    <a:pt x="487" y="75"/>
                  </a:lnTo>
                  <a:lnTo>
                    <a:pt x="512" y="112"/>
                  </a:lnTo>
                  <a:lnTo>
                    <a:pt x="528" y="155"/>
                  </a:lnTo>
                  <a:lnTo>
                    <a:pt x="533" y="201"/>
                  </a:lnTo>
                  <a:lnTo>
                    <a:pt x="586" y="13"/>
                  </a:lnTo>
                  <a:lnTo>
                    <a:pt x="814" y="112"/>
                  </a:lnTo>
                  <a:lnTo>
                    <a:pt x="745" y="147"/>
                  </a:lnTo>
                  <a:lnTo>
                    <a:pt x="803" y="271"/>
                  </a:lnTo>
                  <a:lnTo>
                    <a:pt x="851" y="271"/>
                  </a:lnTo>
                  <a:lnTo>
                    <a:pt x="869" y="267"/>
                  </a:lnTo>
                  <a:lnTo>
                    <a:pt x="882" y="257"/>
                  </a:lnTo>
                  <a:lnTo>
                    <a:pt x="892" y="244"/>
                  </a:lnTo>
                  <a:lnTo>
                    <a:pt x="896" y="226"/>
                  </a:lnTo>
                  <a:lnTo>
                    <a:pt x="896" y="135"/>
                  </a:lnTo>
                  <a:lnTo>
                    <a:pt x="851" y="135"/>
                  </a:lnTo>
                  <a:lnTo>
                    <a:pt x="8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sp>
          <p:nvSpPr>
            <p:cNvPr id="93" name="Freeform 16">
              <a:extLst>
                <a:ext uri="{FF2B5EF4-FFF2-40B4-BE49-F238E27FC236}">
                  <a16:creationId xmlns:a16="http://schemas.microsoft.com/office/drawing/2014/main" id="{F063180B-F1ED-763A-07FE-DA7115B677AE}"/>
                </a:ext>
              </a:extLst>
            </p:cNvPr>
            <p:cNvSpPr>
              <a:spLocks/>
            </p:cNvSpPr>
            <p:nvPr/>
          </p:nvSpPr>
          <p:spPr bwMode="auto">
            <a:xfrm>
              <a:off x="4240213" y="3438525"/>
              <a:ext cx="360363" cy="177800"/>
            </a:xfrm>
            <a:custGeom>
              <a:avLst/>
              <a:gdLst>
                <a:gd name="T0" fmla="*/ 0 w 227"/>
                <a:gd name="T1" fmla="*/ 0 h 112"/>
                <a:gd name="T2" fmla="*/ 44 w 227"/>
                <a:gd name="T3" fmla="*/ 0 h 112"/>
                <a:gd name="T4" fmla="*/ 48 w 227"/>
                <a:gd name="T5" fmla="*/ 23 h 112"/>
                <a:gd name="T6" fmla="*/ 58 w 227"/>
                <a:gd name="T7" fmla="*/ 43 h 112"/>
                <a:gd name="T8" fmla="*/ 72 w 227"/>
                <a:gd name="T9" fmla="*/ 56 h 112"/>
                <a:gd name="T10" fmla="*/ 91 w 227"/>
                <a:gd name="T11" fmla="*/ 64 h 112"/>
                <a:gd name="T12" fmla="*/ 112 w 227"/>
                <a:gd name="T13" fmla="*/ 68 h 112"/>
                <a:gd name="T14" fmla="*/ 134 w 227"/>
                <a:gd name="T15" fmla="*/ 64 h 112"/>
                <a:gd name="T16" fmla="*/ 153 w 227"/>
                <a:gd name="T17" fmla="*/ 56 h 112"/>
                <a:gd name="T18" fmla="*/ 167 w 227"/>
                <a:gd name="T19" fmla="*/ 43 h 112"/>
                <a:gd name="T20" fmla="*/ 176 w 227"/>
                <a:gd name="T21" fmla="*/ 23 h 112"/>
                <a:gd name="T22" fmla="*/ 180 w 227"/>
                <a:gd name="T23" fmla="*/ 0 h 112"/>
                <a:gd name="T24" fmla="*/ 227 w 227"/>
                <a:gd name="T25" fmla="*/ 0 h 112"/>
                <a:gd name="T26" fmla="*/ 223 w 227"/>
                <a:gd name="T27" fmla="*/ 31 h 112"/>
                <a:gd name="T28" fmla="*/ 211 w 227"/>
                <a:gd name="T29" fmla="*/ 58 h 112"/>
                <a:gd name="T30" fmla="*/ 192 w 227"/>
                <a:gd name="T31" fmla="*/ 81 h 112"/>
                <a:gd name="T32" fmla="*/ 171 w 227"/>
                <a:gd name="T33" fmla="*/ 99 h 112"/>
                <a:gd name="T34" fmla="*/ 143 w 227"/>
                <a:gd name="T35" fmla="*/ 108 h 112"/>
                <a:gd name="T36" fmla="*/ 112 w 227"/>
                <a:gd name="T37" fmla="*/ 112 h 112"/>
                <a:gd name="T38" fmla="*/ 83 w 227"/>
                <a:gd name="T39" fmla="*/ 108 h 112"/>
                <a:gd name="T40" fmla="*/ 56 w 227"/>
                <a:gd name="T41" fmla="*/ 99 h 112"/>
                <a:gd name="T42" fmla="*/ 33 w 227"/>
                <a:gd name="T43" fmla="*/ 81 h 112"/>
                <a:gd name="T44" fmla="*/ 15 w 227"/>
                <a:gd name="T45" fmla="*/ 58 h 112"/>
                <a:gd name="T46" fmla="*/ 4 w 227"/>
                <a:gd name="T47" fmla="*/ 31 h 112"/>
                <a:gd name="T48" fmla="*/ 0 w 227"/>
                <a:gd name="T4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7" h="112">
                  <a:moveTo>
                    <a:pt x="0" y="0"/>
                  </a:moveTo>
                  <a:lnTo>
                    <a:pt x="44" y="0"/>
                  </a:lnTo>
                  <a:lnTo>
                    <a:pt x="48" y="23"/>
                  </a:lnTo>
                  <a:lnTo>
                    <a:pt x="58" y="43"/>
                  </a:lnTo>
                  <a:lnTo>
                    <a:pt x="72" y="56"/>
                  </a:lnTo>
                  <a:lnTo>
                    <a:pt x="91" y="64"/>
                  </a:lnTo>
                  <a:lnTo>
                    <a:pt x="112" y="68"/>
                  </a:lnTo>
                  <a:lnTo>
                    <a:pt x="134" y="64"/>
                  </a:lnTo>
                  <a:lnTo>
                    <a:pt x="153" y="56"/>
                  </a:lnTo>
                  <a:lnTo>
                    <a:pt x="167" y="43"/>
                  </a:lnTo>
                  <a:lnTo>
                    <a:pt x="176" y="23"/>
                  </a:lnTo>
                  <a:lnTo>
                    <a:pt x="180" y="0"/>
                  </a:lnTo>
                  <a:lnTo>
                    <a:pt x="227" y="0"/>
                  </a:lnTo>
                  <a:lnTo>
                    <a:pt x="223" y="31"/>
                  </a:lnTo>
                  <a:lnTo>
                    <a:pt x="211" y="58"/>
                  </a:lnTo>
                  <a:lnTo>
                    <a:pt x="192" y="81"/>
                  </a:lnTo>
                  <a:lnTo>
                    <a:pt x="171" y="99"/>
                  </a:lnTo>
                  <a:lnTo>
                    <a:pt x="143" y="108"/>
                  </a:lnTo>
                  <a:lnTo>
                    <a:pt x="112" y="112"/>
                  </a:lnTo>
                  <a:lnTo>
                    <a:pt x="83" y="108"/>
                  </a:lnTo>
                  <a:lnTo>
                    <a:pt x="56" y="99"/>
                  </a:lnTo>
                  <a:lnTo>
                    <a:pt x="33" y="81"/>
                  </a:lnTo>
                  <a:lnTo>
                    <a:pt x="15" y="58"/>
                  </a:lnTo>
                  <a:lnTo>
                    <a:pt x="4" y="31"/>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grpSp>
      <p:grpSp>
        <p:nvGrpSpPr>
          <p:cNvPr id="94" name="Group 93">
            <a:extLst>
              <a:ext uri="{FF2B5EF4-FFF2-40B4-BE49-F238E27FC236}">
                <a16:creationId xmlns:a16="http://schemas.microsoft.com/office/drawing/2014/main" id="{97B6D6D0-892A-129C-AADE-FD47F3BB0113}"/>
              </a:ext>
            </a:extLst>
          </p:cNvPr>
          <p:cNvGrpSpPr/>
          <p:nvPr/>
        </p:nvGrpSpPr>
        <p:grpSpPr>
          <a:xfrm>
            <a:off x="5631352" y="5606588"/>
            <a:ext cx="536078" cy="533876"/>
            <a:chOff x="1217613" y="2527300"/>
            <a:chExt cx="2317750" cy="2308225"/>
          </a:xfrm>
          <a:solidFill>
            <a:schemeClr val="tx1">
              <a:lumMod val="65000"/>
              <a:lumOff val="35000"/>
            </a:schemeClr>
          </a:solidFill>
        </p:grpSpPr>
        <p:sp>
          <p:nvSpPr>
            <p:cNvPr id="95" name="Freeform 17">
              <a:extLst>
                <a:ext uri="{FF2B5EF4-FFF2-40B4-BE49-F238E27FC236}">
                  <a16:creationId xmlns:a16="http://schemas.microsoft.com/office/drawing/2014/main" id="{FB005E5E-615F-A3DF-83AC-3988157D9205}"/>
                </a:ext>
              </a:extLst>
            </p:cNvPr>
            <p:cNvSpPr>
              <a:spLocks noEditPoints="1"/>
            </p:cNvSpPr>
            <p:nvPr/>
          </p:nvSpPr>
          <p:spPr bwMode="auto">
            <a:xfrm>
              <a:off x="2214563" y="3517900"/>
              <a:ext cx="323850" cy="325438"/>
            </a:xfrm>
            <a:custGeom>
              <a:avLst/>
              <a:gdLst>
                <a:gd name="T0" fmla="*/ 103 w 204"/>
                <a:gd name="T1" fmla="*/ 49 h 205"/>
                <a:gd name="T2" fmla="*/ 82 w 204"/>
                <a:gd name="T3" fmla="*/ 55 h 205"/>
                <a:gd name="T4" fmla="*/ 64 w 204"/>
                <a:gd name="T5" fmla="*/ 66 h 205"/>
                <a:gd name="T6" fmla="*/ 53 w 204"/>
                <a:gd name="T7" fmla="*/ 82 h 205"/>
                <a:gd name="T8" fmla="*/ 49 w 204"/>
                <a:gd name="T9" fmla="*/ 103 h 205"/>
                <a:gd name="T10" fmla="*/ 53 w 204"/>
                <a:gd name="T11" fmla="*/ 124 h 205"/>
                <a:gd name="T12" fmla="*/ 64 w 204"/>
                <a:gd name="T13" fmla="*/ 142 h 205"/>
                <a:gd name="T14" fmla="*/ 82 w 204"/>
                <a:gd name="T15" fmla="*/ 153 h 205"/>
                <a:gd name="T16" fmla="*/ 103 w 204"/>
                <a:gd name="T17" fmla="*/ 157 h 205"/>
                <a:gd name="T18" fmla="*/ 122 w 204"/>
                <a:gd name="T19" fmla="*/ 153 h 205"/>
                <a:gd name="T20" fmla="*/ 140 w 204"/>
                <a:gd name="T21" fmla="*/ 142 h 205"/>
                <a:gd name="T22" fmla="*/ 151 w 204"/>
                <a:gd name="T23" fmla="*/ 124 h 205"/>
                <a:gd name="T24" fmla="*/ 155 w 204"/>
                <a:gd name="T25" fmla="*/ 103 h 205"/>
                <a:gd name="T26" fmla="*/ 151 w 204"/>
                <a:gd name="T27" fmla="*/ 82 h 205"/>
                <a:gd name="T28" fmla="*/ 140 w 204"/>
                <a:gd name="T29" fmla="*/ 66 h 205"/>
                <a:gd name="T30" fmla="*/ 122 w 204"/>
                <a:gd name="T31" fmla="*/ 55 h 205"/>
                <a:gd name="T32" fmla="*/ 103 w 204"/>
                <a:gd name="T33" fmla="*/ 49 h 205"/>
                <a:gd name="T34" fmla="*/ 103 w 204"/>
                <a:gd name="T35" fmla="*/ 0 h 205"/>
                <a:gd name="T36" fmla="*/ 134 w 204"/>
                <a:gd name="T37" fmla="*/ 6 h 205"/>
                <a:gd name="T38" fmla="*/ 163 w 204"/>
                <a:gd name="T39" fmla="*/ 20 h 205"/>
                <a:gd name="T40" fmla="*/ 184 w 204"/>
                <a:gd name="T41" fmla="*/ 43 h 205"/>
                <a:gd name="T42" fmla="*/ 200 w 204"/>
                <a:gd name="T43" fmla="*/ 70 h 205"/>
                <a:gd name="T44" fmla="*/ 204 w 204"/>
                <a:gd name="T45" fmla="*/ 103 h 205"/>
                <a:gd name="T46" fmla="*/ 200 w 204"/>
                <a:gd name="T47" fmla="*/ 136 h 205"/>
                <a:gd name="T48" fmla="*/ 184 w 204"/>
                <a:gd name="T49" fmla="*/ 163 h 205"/>
                <a:gd name="T50" fmla="*/ 163 w 204"/>
                <a:gd name="T51" fmla="*/ 186 h 205"/>
                <a:gd name="T52" fmla="*/ 134 w 204"/>
                <a:gd name="T53" fmla="*/ 200 h 205"/>
                <a:gd name="T54" fmla="*/ 103 w 204"/>
                <a:gd name="T55" fmla="*/ 205 h 205"/>
                <a:gd name="T56" fmla="*/ 70 w 204"/>
                <a:gd name="T57" fmla="*/ 200 h 205"/>
                <a:gd name="T58" fmla="*/ 41 w 204"/>
                <a:gd name="T59" fmla="*/ 186 h 205"/>
                <a:gd name="T60" fmla="*/ 20 w 204"/>
                <a:gd name="T61" fmla="*/ 163 h 205"/>
                <a:gd name="T62" fmla="*/ 4 w 204"/>
                <a:gd name="T63" fmla="*/ 136 h 205"/>
                <a:gd name="T64" fmla="*/ 0 w 204"/>
                <a:gd name="T65" fmla="*/ 103 h 205"/>
                <a:gd name="T66" fmla="*/ 4 w 204"/>
                <a:gd name="T67" fmla="*/ 70 h 205"/>
                <a:gd name="T68" fmla="*/ 20 w 204"/>
                <a:gd name="T69" fmla="*/ 43 h 205"/>
                <a:gd name="T70" fmla="*/ 41 w 204"/>
                <a:gd name="T71" fmla="*/ 20 h 205"/>
                <a:gd name="T72" fmla="*/ 70 w 204"/>
                <a:gd name="T73" fmla="*/ 6 h 205"/>
                <a:gd name="T74" fmla="*/ 103 w 204"/>
                <a:gd name="T75"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4" h="205">
                  <a:moveTo>
                    <a:pt x="103" y="49"/>
                  </a:moveTo>
                  <a:lnTo>
                    <a:pt x="82" y="55"/>
                  </a:lnTo>
                  <a:lnTo>
                    <a:pt x="64" y="66"/>
                  </a:lnTo>
                  <a:lnTo>
                    <a:pt x="53" y="82"/>
                  </a:lnTo>
                  <a:lnTo>
                    <a:pt x="49" y="103"/>
                  </a:lnTo>
                  <a:lnTo>
                    <a:pt x="53" y="124"/>
                  </a:lnTo>
                  <a:lnTo>
                    <a:pt x="64" y="142"/>
                  </a:lnTo>
                  <a:lnTo>
                    <a:pt x="82" y="153"/>
                  </a:lnTo>
                  <a:lnTo>
                    <a:pt x="103" y="157"/>
                  </a:lnTo>
                  <a:lnTo>
                    <a:pt x="122" y="153"/>
                  </a:lnTo>
                  <a:lnTo>
                    <a:pt x="140" y="142"/>
                  </a:lnTo>
                  <a:lnTo>
                    <a:pt x="151" y="124"/>
                  </a:lnTo>
                  <a:lnTo>
                    <a:pt x="155" y="103"/>
                  </a:lnTo>
                  <a:lnTo>
                    <a:pt x="151" y="82"/>
                  </a:lnTo>
                  <a:lnTo>
                    <a:pt x="140" y="66"/>
                  </a:lnTo>
                  <a:lnTo>
                    <a:pt x="122" y="55"/>
                  </a:lnTo>
                  <a:lnTo>
                    <a:pt x="103" y="49"/>
                  </a:lnTo>
                  <a:close/>
                  <a:moveTo>
                    <a:pt x="103" y="0"/>
                  </a:moveTo>
                  <a:lnTo>
                    <a:pt x="134" y="6"/>
                  </a:lnTo>
                  <a:lnTo>
                    <a:pt x="163" y="20"/>
                  </a:lnTo>
                  <a:lnTo>
                    <a:pt x="184" y="43"/>
                  </a:lnTo>
                  <a:lnTo>
                    <a:pt x="200" y="70"/>
                  </a:lnTo>
                  <a:lnTo>
                    <a:pt x="204" y="103"/>
                  </a:lnTo>
                  <a:lnTo>
                    <a:pt x="200" y="136"/>
                  </a:lnTo>
                  <a:lnTo>
                    <a:pt x="184" y="163"/>
                  </a:lnTo>
                  <a:lnTo>
                    <a:pt x="163" y="186"/>
                  </a:lnTo>
                  <a:lnTo>
                    <a:pt x="134" y="200"/>
                  </a:lnTo>
                  <a:lnTo>
                    <a:pt x="103" y="205"/>
                  </a:lnTo>
                  <a:lnTo>
                    <a:pt x="70" y="200"/>
                  </a:lnTo>
                  <a:lnTo>
                    <a:pt x="41" y="186"/>
                  </a:lnTo>
                  <a:lnTo>
                    <a:pt x="20" y="163"/>
                  </a:lnTo>
                  <a:lnTo>
                    <a:pt x="4" y="136"/>
                  </a:lnTo>
                  <a:lnTo>
                    <a:pt x="0" y="103"/>
                  </a:lnTo>
                  <a:lnTo>
                    <a:pt x="4" y="70"/>
                  </a:lnTo>
                  <a:lnTo>
                    <a:pt x="20" y="43"/>
                  </a:lnTo>
                  <a:lnTo>
                    <a:pt x="41" y="20"/>
                  </a:lnTo>
                  <a:lnTo>
                    <a:pt x="70" y="6"/>
                  </a:lnTo>
                  <a:lnTo>
                    <a:pt x="10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sp>
          <p:nvSpPr>
            <p:cNvPr id="96" name="Freeform 18">
              <a:extLst>
                <a:ext uri="{FF2B5EF4-FFF2-40B4-BE49-F238E27FC236}">
                  <a16:creationId xmlns:a16="http://schemas.microsoft.com/office/drawing/2014/main" id="{181ED78B-B4DD-0B37-7B77-7FFBEECDA3DD}"/>
                </a:ext>
              </a:extLst>
            </p:cNvPr>
            <p:cNvSpPr>
              <a:spLocks noEditPoints="1"/>
            </p:cNvSpPr>
            <p:nvPr/>
          </p:nvSpPr>
          <p:spPr bwMode="auto">
            <a:xfrm>
              <a:off x="1217613" y="2527300"/>
              <a:ext cx="2317750" cy="2308225"/>
            </a:xfrm>
            <a:custGeom>
              <a:avLst/>
              <a:gdLst>
                <a:gd name="T0" fmla="*/ 1086 w 1460"/>
                <a:gd name="T1" fmla="*/ 943 h 1454"/>
                <a:gd name="T2" fmla="*/ 886 w 1460"/>
                <a:gd name="T3" fmla="*/ 1112 h 1454"/>
                <a:gd name="T4" fmla="*/ 834 w 1460"/>
                <a:gd name="T5" fmla="*/ 1239 h 1454"/>
                <a:gd name="T6" fmla="*/ 1099 w 1460"/>
                <a:gd name="T7" fmla="*/ 1096 h 1454"/>
                <a:gd name="T8" fmla="*/ 1243 w 1460"/>
                <a:gd name="T9" fmla="*/ 831 h 1454"/>
                <a:gd name="T10" fmla="*/ 217 w 1460"/>
                <a:gd name="T11" fmla="*/ 831 h 1454"/>
                <a:gd name="T12" fmla="*/ 361 w 1460"/>
                <a:gd name="T13" fmla="*/ 1096 h 1454"/>
                <a:gd name="T14" fmla="*/ 626 w 1460"/>
                <a:gd name="T15" fmla="*/ 1239 h 1454"/>
                <a:gd name="T16" fmla="*/ 587 w 1460"/>
                <a:gd name="T17" fmla="*/ 1118 h 1454"/>
                <a:gd name="T18" fmla="*/ 396 w 1460"/>
                <a:gd name="T19" fmla="*/ 974 h 1454"/>
                <a:gd name="T20" fmla="*/ 314 w 1460"/>
                <a:gd name="T21" fmla="*/ 752 h 1454"/>
                <a:gd name="T22" fmla="*/ 589 w 1460"/>
                <a:gd name="T23" fmla="*/ 388 h 1454"/>
                <a:gd name="T24" fmla="*/ 417 w 1460"/>
                <a:gd name="T25" fmla="*/ 535 h 1454"/>
                <a:gd name="T26" fmla="*/ 469 w 1460"/>
                <a:gd name="T27" fmla="*/ 704 h 1454"/>
                <a:gd name="T28" fmla="*/ 392 w 1460"/>
                <a:gd name="T29" fmla="*/ 866 h 1454"/>
                <a:gd name="T30" fmla="*/ 539 w 1460"/>
                <a:gd name="T31" fmla="*/ 1040 h 1454"/>
                <a:gd name="T32" fmla="*/ 706 w 1460"/>
                <a:gd name="T33" fmla="*/ 986 h 1454"/>
                <a:gd name="T34" fmla="*/ 871 w 1460"/>
                <a:gd name="T35" fmla="*/ 1065 h 1454"/>
                <a:gd name="T36" fmla="*/ 1043 w 1460"/>
                <a:gd name="T37" fmla="*/ 918 h 1454"/>
                <a:gd name="T38" fmla="*/ 991 w 1460"/>
                <a:gd name="T39" fmla="*/ 752 h 1454"/>
                <a:gd name="T40" fmla="*/ 1070 w 1460"/>
                <a:gd name="T41" fmla="*/ 588 h 1454"/>
                <a:gd name="T42" fmla="*/ 921 w 1460"/>
                <a:gd name="T43" fmla="*/ 416 h 1454"/>
                <a:gd name="T44" fmla="*/ 754 w 1460"/>
                <a:gd name="T45" fmla="*/ 468 h 1454"/>
                <a:gd name="T46" fmla="*/ 754 w 1460"/>
                <a:gd name="T47" fmla="*/ 313 h 1454"/>
                <a:gd name="T48" fmla="*/ 977 w 1460"/>
                <a:gd name="T49" fmla="*/ 392 h 1454"/>
                <a:gd name="T50" fmla="*/ 1121 w 1460"/>
                <a:gd name="T51" fmla="*/ 584 h 1454"/>
                <a:gd name="T52" fmla="*/ 1243 w 1460"/>
                <a:gd name="T53" fmla="*/ 624 h 1454"/>
                <a:gd name="T54" fmla="*/ 1099 w 1460"/>
                <a:gd name="T55" fmla="*/ 358 h 1454"/>
                <a:gd name="T56" fmla="*/ 834 w 1460"/>
                <a:gd name="T57" fmla="*/ 214 h 1454"/>
                <a:gd name="T58" fmla="*/ 562 w 1460"/>
                <a:gd name="T59" fmla="*/ 232 h 1454"/>
                <a:gd name="T60" fmla="*/ 335 w 1460"/>
                <a:gd name="T61" fmla="*/ 381 h 1454"/>
                <a:gd name="T62" fmla="*/ 215 w 1460"/>
                <a:gd name="T63" fmla="*/ 630 h 1454"/>
                <a:gd name="T64" fmla="*/ 345 w 1460"/>
                <a:gd name="T65" fmla="*/ 568 h 1454"/>
                <a:gd name="T66" fmla="*/ 512 w 1460"/>
                <a:gd name="T67" fmla="*/ 371 h 1454"/>
                <a:gd name="T68" fmla="*/ 706 w 1460"/>
                <a:gd name="T69" fmla="*/ 205 h 1454"/>
                <a:gd name="T70" fmla="*/ 826 w 1460"/>
                <a:gd name="T71" fmla="*/ 164 h 1454"/>
                <a:gd name="T72" fmla="*/ 1080 w 1460"/>
                <a:gd name="T73" fmla="*/ 276 h 1454"/>
                <a:gd name="T74" fmla="*/ 1254 w 1460"/>
                <a:gd name="T75" fmla="*/ 497 h 1454"/>
                <a:gd name="T76" fmla="*/ 1460 w 1460"/>
                <a:gd name="T77" fmla="*/ 704 h 1454"/>
                <a:gd name="T78" fmla="*/ 1280 w 1460"/>
                <a:gd name="T79" fmla="*/ 889 h 1454"/>
                <a:gd name="T80" fmla="*/ 1134 w 1460"/>
                <a:gd name="T81" fmla="*/ 1131 h 1454"/>
                <a:gd name="T82" fmla="*/ 894 w 1460"/>
                <a:gd name="T83" fmla="*/ 1274 h 1454"/>
                <a:gd name="T84" fmla="*/ 706 w 1460"/>
                <a:gd name="T85" fmla="*/ 1454 h 1454"/>
                <a:gd name="T86" fmla="*/ 498 w 1460"/>
                <a:gd name="T87" fmla="*/ 1249 h 1454"/>
                <a:gd name="T88" fmla="*/ 277 w 1460"/>
                <a:gd name="T89" fmla="*/ 1077 h 1454"/>
                <a:gd name="T90" fmla="*/ 165 w 1460"/>
                <a:gd name="T91" fmla="*/ 822 h 1454"/>
                <a:gd name="T92" fmla="*/ 159 w 1460"/>
                <a:gd name="T93" fmla="*/ 704 h 1454"/>
                <a:gd name="T94" fmla="*/ 238 w 1460"/>
                <a:gd name="T95" fmla="*/ 435 h 1454"/>
                <a:gd name="T96" fmla="*/ 436 w 1460"/>
                <a:gd name="T97" fmla="*/ 236 h 1454"/>
                <a:gd name="T98" fmla="*/ 706 w 1460"/>
                <a:gd name="T99" fmla="*/ 156 h 1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0" h="1454">
                  <a:moveTo>
                    <a:pt x="1146" y="752"/>
                  </a:moveTo>
                  <a:lnTo>
                    <a:pt x="1136" y="820"/>
                  </a:lnTo>
                  <a:lnTo>
                    <a:pt x="1115" y="884"/>
                  </a:lnTo>
                  <a:lnTo>
                    <a:pt x="1086" y="943"/>
                  </a:lnTo>
                  <a:lnTo>
                    <a:pt x="1047" y="996"/>
                  </a:lnTo>
                  <a:lnTo>
                    <a:pt x="1000" y="1042"/>
                  </a:lnTo>
                  <a:lnTo>
                    <a:pt x="946" y="1081"/>
                  </a:lnTo>
                  <a:lnTo>
                    <a:pt x="886" y="1112"/>
                  </a:lnTo>
                  <a:lnTo>
                    <a:pt x="822" y="1131"/>
                  </a:lnTo>
                  <a:lnTo>
                    <a:pt x="754" y="1141"/>
                  </a:lnTo>
                  <a:lnTo>
                    <a:pt x="754" y="1249"/>
                  </a:lnTo>
                  <a:lnTo>
                    <a:pt x="834" y="1239"/>
                  </a:lnTo>
                  <a:lnTo>
                    <a:pt x="909" y="1218"/>
                  </a:lnTo>
                  <a:lnTo>
                    <a:pt x="979" y="1187"/>
                  </a:lnTo>
                  <a:lnTo>
                    <a:pt x="1043" y="1147"/>
                  </a:lnTo>
                  <a:lnTo>
                    <a:pt x="1099" y="1096"/>
                  </a:lnTo>
                  <a:lnTo>
                    <a:pt x="1150" y="1038"/>
                  </a:lnTo>
                  <a:lnTo>
                    <a:pt x="1190" y="974"/>
                  </a:lnTo>
                  <a:lnTo>
                    <a:pt x="1221" y="905"/>
                  </a:lnTo>
                  <a:lnTo>
                    <a:pt x="1243" y="831"/>
                  </a:lnTo>
                  <a:lnTo>
                    <a:pt x="1252" y="752"/>
                  </a:lnTo>
                  <a:lnTo>
                    <a:pt x="1146" y="752"/>
                  </a:lnTo>
                  <a:close/>
                  <a:moveTo>
                    <a:pt x="207" y="752"/>
                  </a:moveTo>
                  <a:lnTo>
                    <a:pt x="217" y="831"/>
                  </a:lnTo>
                  <a:lnTo>
                    <a:pt x="238" y="905"/>
                  </a:lnTo>
                  <a:lnTo>
                    <a:pt x="269" y="974"/>
                  </a:lnTo>
                  <a:lnTo>
                    <a:pt x="310" y="1038"/>
                  </a:lnTo>
                  <a:lnTo>
                    <a:pt x="361" y="1096"/>
                  </a:lnTo>
                  <a:lnTo>
                    <a:pt x="417" y="1147"/>
                  </a:lnTo>
                  <a:lnTo>
                    <a:pt x="481" y="1187"/>
                  </a:lnTo>
                  <a:lnTo>
                    <a:pt x="551" y="1218"/>
                  </a:lnTo>
                  <a:lnTo>
                    <a:pt x="626" y="1239"/>
                  </a:lnTo>
                  <a:lnTo>
                    <a:pt x="706" y="1249"/>
                  </a:lnTo>
                  <a:lnTo>
                    <a:pt x="706" y="1141"/>
                  </a:lnTo>
                  <a:lnTo>
                    <a:pt x="646" y="1133"/>
                  </a:lnTo>
                  <a:lnTo>
                    <a:pt x="587" y="1118"/>
                  </a:lnTo>
                  <a:lnTo>
                    <a:pt x="531" y="1092"/>
                  </a:lnTo>
                  <a:lnTo>
                    <a:pt x="481" y="1059"/>
                  </a:lnTo>
                  <a:lnTo>
                    <a:pt x="434" y="1021"/>
                  </a:lnTo>
                  <a:lnTo>
                    <a:pt x="396" y="974"/>
                  </a:lnTo>
                  <a:lnTo>
                    <a:pt x="363" y="924"/>
                  </a:lnTo>
                  <a:lnTo>
                    <a:pt x="339" y="870"/>
                  </a:lnTo>
                  <a:lnTo>
                    <a:pt x="322" y="812"/>
                  </a:lnTo>
                  <a:lnTo>
                    <a:pt x="314" y="752"/>
                  </a:lnTo>
                  <a:lnTo>
                    <a:pt x="207" y="752"/>
                  </a:lnTo>
                  <a:close/>
                  <a:moveTo>
                    <a:pt x="706" y="361"/>
                  </a:moveTo>
                  <a:lnTo>
                    <a:pt x="646" y="371"/>
                  </a:lnTo>
                  <a:lnTo>
                    <a:pt x="589" y="388"/>
                  </a:lnTo>
                  <a:lnTo>
                    <a:pt x="537" y="414"/>
                  </a:lnTo>
                  <a:lnTo>
                    <a:pt x="491" y="448"/>
                  </a:lnTo>
                  <a:lnTo>
                    <a:pt x="450" y="489"/>
                  </a:lnTo>
                  <a:lnTo>
                    <a:pt x="417" y="535"/>
                  </a:lnTo>
                  <a:lnTo>
                    <a:pt x="390" y="586"/>
                  </a:lnTo>
                  <a:lnTo>
                    <a:pt x="372" y="642"/>
                  </a:lnTo>
                  <a:lnTo>
                    <a:pt x="364" y="704"/>
                  </a:lnTo>
                  <a:lnTo>
                    <a:pt x="469" y="704"/>
                  </a:lnTo>
                  <a:lnTo>
                    <a:pt x="469" y="752"/>
                  </a:lnTo>
                  <a:lnTo>
                    <a:pt x="364" y="752"/>
                  </a:lnTo>
                  <a:lnTo>
                    <a:pt x="372" y="810"/>
                  </a:lnTo>
                  <a:lnTo>
                    <a:pt x="392" y="866"/>
                  </a:lnTo>
                  <a:lnTo>
                    <a:pt x="417" y="918"/>
                  </a:lnTo>
                  <a:lnTo>
                    <a:pt x="452" y="965"/>
                  </a:lnTo>
                  <a:lnTo>
                    <a:pt x="492" y="1005"/>
                  </a:lnTo>
                  <a:lnTo>
                    <a:pt x="539" y="1040"/>
                  </a:lnTo>
                  <a:lnTo>
                    <a:pt x="589" y="1065"/>
                  </a:lnTo>
                  <a:lnTo>
                    <a:pt x="646" y="1083"/>
                  </a:lnTo>
                  <a:lnTo>
                    <a:pt x="706" y="1092"/>
                  </a:lnTo>
                  <a:lnTo>
                    <a:pt x="706" y="986"/>
                  </a:lnTo>
                  <a:lnTo>
                    <a:pt x="754" y="986"/>
                  </a:lnTo>
                  <a:lnTo>
                    <a:pt x="754" y="1092"/>
                  </a:lnTo>
                  <a:lnTo>
                    <a:pt x="814" y="1083"/>
                  </a:lnTo>
                  <a:lnTo>
                    <a:pt x="871" y="1065"/>
                  </a:lnTo>
                  <a:lnTo>
                    <a:pt x="921" y="1038"/>
                  </a:lnTo>
                  <a:lnTo>
                    <a:pt x="967" y="1005"/>
                  </a:lnTo>
                  <a:lnTo>
                    <a:pt x="1008" y="965"/>
                  </a:lnTo>
                  <a:lnTo>
                    <a:pt x="1043" y="918"/>
                  </a:lnTo>
                  <a:lnTo>
                    <a:pt x="1070" y="866"/>
                  </a:lnTo>
                  <a:lnTo>
                    <a:pt x="1088" y="810"/>
                  </a:lnTo>
                  <a:lnTo>
                    <a:pt x="1095" y="752"/>
                  </a:lnTo>
                  <a:lnTo>
                    <a:pt x="991" y="752"/>
                  </a:lnTo>
                  <a:lnTo>
                    <a:pt x="991" y="704"/>
                  </a:lnTo>
                  <a:lnTo>
                    <a:pt x="1095" y="704"/>
                  </a:lnTo>
                  <a:lnTo>
                    <a:pt x="1088" y="644"/>
                  </a:lnTo>
                  <a:lnTo>
                    <a:pt x="1070" y="588"/>
                  </a:lnTo>
                  <a:lnTo>
                    <a:pt x="1043" y="535"/>
                  </a:lnTo>
                  <a:lnTo>
                    <a:pt x="1008" y="489"/>
                  </a:lnTo>
                  <a:lnTo>
                    <a:pt x="967" y="448"/>
                  </a:lnTo>
                  <a:lnTo>
                    <a:pt x="921" y="416"/>
                  </a:lnTo>
                  <a:lnTo>
                    <a:pt x="871" y="388"/>
                  </a:lnTo>
                  <a:lnTo>
                    <a:pt x="814" y="371"/>
                  </a:lnTo>
                  <a:lnTo>
                    <a:pt x="754" y="361"/>
                  </a:lnTo>
                  <a:lnTo>
                    <a:pt x="754" y="468"/>
                  </a:lnTo>
                  <a:lnTo>
                    <a:pt x="706" y="468"/>
                  </a:lnTo>
                  <a:lnTo>
                    <a:pt x="706" y="361"/>
                  </a:lnTo>
                  <a:close/>
                  <a:moveTo>
                    <a:pt x="754" y="205"/>
                  </a:moveTo>
                  <a:lnTo>
                    <a:pt x="754" y="313"/>
                  </a:lnTo>
                  <a:lnTo>
                    <a:pt x="814" y="321"/>
                  </a:lnTo>
                  <a:lnTo>
                    <a:pt x="872" y="336"/>
                  </a:lnTo>
                  <a:lnTo>
                    <a:pt x="927" y="361"/>
                  </a:lnTo>
                  <a:lnTo>
                    <a:pt x="977" y="392"/>
                  </a:lnTo>
                  <a:lnTo>
                    <a:pt x="1024" y="433"/>
                  </a:lnTo>
                  <a:lnTo>
                    <a:pt x="1064" y="479"/>
                  </a:lnTo>
                  <a:lnTo>
                    <a:pt x="1095" y="530"/>
                  </a:lnTo>
                  <a:lnTo>
                    <a:pt x="1121" y="584"/>
                  </a:lnTo>
                  <a:lnTo>
                    <a:pt x="1138" y="642"/>
                  </a:lnTo>
                  <a:lnTo>
                    <a:pt x="1146" y="704"/>
                  </a:lnTo>
                  <a:lnTo>
                    <a:pt x="1252" y="704"/>
                  </a:lnTo>
                  <a:lnTo>
                    <a:pt x="1243" y="624"/>
                  </a:lnTo>
                  <a:lnTo>
                    <a:pt x="1221" y="549"/>
                  </a:lnTo>
                  <a:lnTo>
                    <a:pt x="1190" y="479"/>
                  </a:lnTo>
                  <a:lnTo>
                    <a:pt x="1150" y="416"/>
                  </a:lnTo>
                  <a:lnTo>
                    <a:pt x="1099" y="358"/>
                  </a:lnTo>
                  <a:lnTo>
                    <a:pt x="1043" y="309"/>
                  </a:lnTo>
                  <a:lnTo>
                    <a:pt x="979" y="267"/>
                  </a:lnTo>
                  <a:lnTo>
                    <a:pt x="909" y="236"/>
                  </a:lnTo>
                  <a:lnTo>
                    <a:pt x="834" y="214"/>
                  </a:lnTo>
                  <a:lnTo>
                    <a:pt x="754" y="205"/>
                  </a:lnTo>
                  <a:close/>
                  <a:moveTo>
                    <a:pt x="706" y="205"/>
                  </a:moveTo>
                  <a:lnTo>
                    <a:pt x="632" y="214"/>
                  </a:lnTo>
                  <a:lnTo>
                    <a:pt x="562" y="232"/>
                  </a:lnTo>
                  <a:lnTo>
                    <a:pt x="498" y="257"/>
                  </a:lnTo>
                  <a:lnTo>
                    <a:pt x="438" y="292"/>
                  </a:lnTo>
                  <a:lnTo>
                    <a:pt x="384" y="332"/>
                  </a:lnTo>
                  <a:lnTo>
                    <a:pt x="335" y="381"/>
                  </a:lnTo>
                  <a:lnTo>
                    <a:pt x="293" y="435"/>
                  </a:lnTo>
                  <a:lnTo>
                    <a:pt x="258" y="495"/>
                  </a:lnTo>
                  <a:lnTo>
                    <a:pt x="233" y="561"/>
                  </a:lnTo>
                  <a:lnTo>
                    <a:pt x="215" y="630"/>
                  </a:lnTo>
                  <a:lnTo>
                    <a:pt x="207" y="704"/>
                  </a:lnTo>
                  <a:lnTo>
                    <a:pt x="314" y="704"/>
                  </a:lnTo>
                  <a:lnTo>
                    <a:pt x="324" y="634"/>
                  </a:lnTo>
                  <a:lnTo>
                    <a:pt x="345" y="568"/>
                  </a:lnTo>
                  <a:lnTo>
                    <a:pt x="374" y="510"/>
                  </a:lnTo>
                  <a:lnTo>
                    <a:pt x="413" y="456"/>
                  </a:lnTo>
                  <a:lnTo>
                    <a:pt x="459" y="410"/>
                  </a:lnTo>
                  <a:lnTo>
                    <a:pt x="512" y="371"/>
                  </a:lnTo>
                  <a:lnTo>
                    <a:pt x="572" y="342"/>
                  </a:lnTo>
                  <a:lnTo>
                    <a:pt x="636" y="323"/>
                  </a:lnTo>
                  <a:lnTo>
                    <a:pt x="706" y="313"/>
                  </a:lnTo>
                  <a:lnTo>
                    <a:pt x="706" y="205"/>
                  </a:lnTo>
                  <a:close/>
                  <a:moveTo>
                    <a:pt x="706" y="0"/>
                  </a:moveTo>
                  <a:lnTo>
                    <a:pt x="754" y="0"/>
                  </a:lnTo>
                  <a:lnTo>
                    <a:pt x="754" y="156"/>
                  </a:lnTo>
                  <a:lnTo>
                    <a:pt x="826" y="164"/>
                  </a:lnTo>
                  <a:lnTo>
                    <a:pt x="894" y="180"/>
                  </a:lnTo>
                  <a:lnTo>
                    <a:pt x="960" y="205"/>
                  </a:lnTo>
                  <a:lnTo>
                    <a:pt x="1022" y="236"/>
                  </a:lnTo>
                  <a:lnTo>
                    <a:pt x="1080" y="276"/>
                  </a:lnTo>
                  <a:lnTo>
                    <a:pt x="1134" y="323"/>
                  </a:lnTo>
                  <a:lnTo>
                    <a:pt x="1183" y="377"/>
                  </a:lnTo>
                  <a:lnTo>
                    <a:pt x="1221" y="435"/>
                  </a:lnTo>
                  <a:lnTo>
                    <a:pt x="1254" y="497"/>
                  </a:lnTo>
                  <a:lnTo>
                    <a:pt x="1280" y="562"/>
                  </a:lnTo>
                  <a:lnTo>
                    <a:pt x="1295" y="632"/>
                  </a:lnTo>
                  <a:lnTo>
                    <a:pt x="1303" y="704"/>
                  </a:lnTo>
                  <a:lnTo>
                    <a:pt x="1460" y="704"/>
                  </a:lnTo>
                  <a:lnTo>
                    <a:pt x="1460" y="752"/>
                  </a:lnTo>
                  <a:lnTo>
                    <a:pt x="1303" y="752"/>
                  </a:lnTo>
                  <a:lnTo>
                    <a:pt x="1295" y="822"/>
                  </a:lnTo>
                  <a:lnTo>
                    <a:pt x="1280" y="889"/>
                  </a:lnTo>
                  <a:lnTo>
                    <a:pt x="1254" y="955"/>
                  </a:lnTo>
                  <a:lnTo>
                    <a:pt x="1221" y="1019"/>
                  </a:lnTo>
                  <a:lnTo>
                    <a:pt x="1183" y="1077"/>
                  </a:lnTo>
                  <a:lnTo>
                    <a:pt x="1134" y="1131"/>
                  </a:lnTo>
                  <a:lnTo>
                    <a:pt x="1080" y="1177"/>
                  </a:lnTo>
                  <a:lnTo>
                    <a:pt x="1022" y="1218"/>
                  </a:lnTo>
                  <a:lnTo>
                    <a:pt x="960" y="1249"/>
                  </a:lnTo>
                  <a:lnTo>
                    <a:pt x="894" y="1274"/>
                  </a:lnTo>
                  <a:lnTo>
                    <a:pt x="826" y="1290"/>
                  </a:lnTo>
                  <a:lnTo>
                    <a:pt x="754" y="1297"/>
                  </a:lnTo>
                  <a:lnTo>
                    <a:pt x="754" y="1454"/>
                  </a:lnTo>
                  <a:lnTo>
                    <a:pt x="706" y="1454"/>
                  </a:lnTo>
                  <a:lnTo>
                    <a:pt x="706" y="1297"/>
                  </a:lnTo>
                  <a:lnTo>
                    <a:pt x="634" y="1290"/>
                  </a:lnTo>
                  <a:lnTo>
                    <a:pt x="566" y="1274"/>
                  </a:lnTo>
                  <a:lnTo>
                    <a:pt x="498" y="1249"/>
                  </a:lnTo>
                  <a:lnTo>
                    <a:pt x="436" y="1218"/>
                  </a:lnTo>
                  <a:lnTo>
                    <a:pt x="378" y="1177"/>
                  </a:lnTo>
                  <a:lnTo>
                    <a:pt x="324" y="1131"/>
                  </a:lnTo>
                  <a:lnTo>
                    <a:pt x="277" y="1077"/>
                  </a:lnTo>
                  <a:lnTo>
                    <a:pt x="237" y="1019"/>
                  </a:lnTo>
                  <a:lnTo>
                    <a:pt x="206" y="957"/>
                  </a:lnTo>
                  <a:lnTo>
                    <a:pt x="180" y="891"/>
                  </a:lnTo>
                  <a:lnTo>
                    <a:pt x="165" y="822"/>
                  </a:lnTo>
                  <a:lnTo>
                    <a:pt x="159" y="752"/>
                  </a:lnTo>
                  <a:lnTo>
                    <a:pt x="0" y="752"/>
                  </a:lnTo>
                  <a:lnTo>
                    <a:pt x="0" y="704"/>
                  </a:lnTo>
                  <a:lnTo>
                    <a:pt x="159" y="704"/>
                  </a:lnTo>
                  <a:lnTo>
                    <a:pt x="165" y="632"/>
                  </a:lnTo>
                  <a:lnTo>
                    <a:pt x="182" y="562"/>
                  </a:lnTo>
                  <a:lnTo>
                    <a:pt x="206" y="497"/>
                  </a:lnTo>
                  <a:lnTo>
                    <a:pt x="238" y="435"/>
                  </a:lnTo>
                  <a:lnTo>
                    <a:pt x="277" y="377"/>
                  </a:lnTo>
                  <a:lnTo>
                    <a:pt x="324" y="323"/>
                  </a:lnTo>
                  <a:lnTo>
                    <a:pt x="378" y="274"/>
                  </a:lnTo>
                  <a:lnTo>
                    <a:pt x="436" y="236"/>
                  </a:lnTo>
                  <a:lnTo>
                    <a:pt x="498" y="203"/>
                  </a:lnTo>
                  <a:lnTo>
                    <a:pt x="566" y="180"/>
                  </a:lnTo>
                  <a:lnTo>
                    <a:pt x="634" y="164"/>
                  </a:lnTo>
                  <a:lnTo>
                    <a:pt x="706" y="156"/>
                  </a:lnTo>
                  <a:lnTo>
                    <a:pt x="7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IN">
                <a:solidFill>
                  <a:schemeClr val="tx1">
                    <a:lumMod val="75000"/>
                    <a:lumOff val="25000"/>
                  </a:schemeClr>
                </a:solidFill>
              </a:endParaRPr>
            </a:p>
          </p:txBody>
        </p:sp>
      </p:grpSp>
    </p:spTree>
    <p:extLst>
      <p:ext uri="{BB962C8B-B14F-4D97-AF65-F5344CB8AC3E}">
        <p14:creationId xmlns:p14="http://schemas.microsoft.com/office/powerpoint/2010/main" val="219391016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a:extLst>
              <a:ext uri="{FF2B5EF4-FFF2-40B4-BE49-F238E27FC236}">
                <a16:creationId xmlns:a16="http://schemas.microsoft.com/office/drawing/2014/main" id="{89118A88-A221-5D5B-1D4A-DC3BC6E083F3}"/>
              </a:ext>
            </a:extLst>
          </p:cNvPr>
          <p:cNvGrpSpPr/>
          <p:nvPr/>
        </p:nvGrpSpPr>
        <p:grpSpPr>
          <a:xfrm>
            <a:off x="2573508" y="1601472"/>
            <a:ext cx="7044984" cy="941242"/>
            <a:chOff x="2149033" y="1347418"/>
            <a:chExt cx="7893935" cy="1054665"/>
          </a:xfrm>
        </p:grpSpPr>
        <p:sp>
          <p:nvSpPr>
            <p:cNvPr id="87" name="Freeform: Shape 86">
              <a:extLst>
                <a:ext uri="{FF2B5EF4-FFF2-40B4-BE49-F238E27FC236}">
                  <a16:creationId xmlns:a16="http://schemas.microsoft.com/office/drawing/2014/main" id="{900E25EC-F00A-211E-85E9-C71370865965}"/>
                </a:ext>
              </a:extLst>
            </p:cNvPr>
            <p:cNvSpPr/>
            <p:nvPr/>
          </p:nvSpPr>
          <p:spPr>
            <a:xfrm>
              <a:off x="2149033" y="1347418"/>
              <a:ext cx="7893935" cy="1054665"/>
            </a:xfrm>
            <a:custGeom>
              <a:avLst/>
              <a:gdLst>
                <a:gd name="connsiteX0" fmla="*/ 2871517 w 7893935"/>
                <a:gd name="connsiteY0" fmla="*/ 0 h 1054665"/>
                <a:gd name="connsiteX1" fmla="*/ 3649530 w 7893935"/>
                <a:gd name="connsiteY1" fmla="*/ 0 h 1054665"/>
                <a:gd name="connsiteX2" fmla="*/ 5925861 w 7893935"/>
                <a:gd name="connsiteY2" fmla="*/ 0 h 1054665"/>
                <a:gd name="connsiteX3" fmla="*/ 6358942 w 7893935"/>
                <a:gd name="connsiteY3" fmla="*/ 231638 h 1054665"/>
                <a:gd name="connsiteX4" fmla="*/ 6367880 w 7893935"/>
                <a:gd name="connsiteY4" fmla="*/ 248204 h 1054665"/>
                <a:gd name="connsiteX5" fmla="*/ 6399256 w 7893935"/>
                <a:gd name="connsiteY5" fmla="*/ 279139 h 1054665"/>
                <a:gd name="connsiteX6" fmla="*/ 6645257 w 7893935"/>
                <a:gd name="connsiteY6" fmla="*/ 368934 h 1054665"/>
                <a:gd name="connsiteX7" fmla="*/ 6891259 w 7893935"/>
                <a:gd name="connsiteY7" fmla="*/ 279139 h 1054665"/>
                <a:gd name="connsiteX8" fmla="*/ 6925818 w 7893935"/>
                <a:gd name="connsiteY8" fmla="*/ 245066 h 1054665"/>
                <a:gd name="connsiteX9" fmla="*/ 6932170 w 7893935"/>
                <a:gd name="connsiteY9" fmla="*/ 233364 h 1054665"/>
                <a:gd name="connsiteX10" fmla="*/ 7368155 w 7893935"/>
                <a:gd name="connsiteY10" fmla="*/ 1552 h 1054665"/>
                <a:gd name="connsiteX11" fmla="*/ 7893935 w 7893935"/>
                <a:gd name="connsiteY11" fmla="*/ 527332 h 1054665"/>
                <a:gd name="connsiteX12" fmla="*/ 7368155 w 7893935"/>
                <a:gd name="connsiteY12" fmla="*/ 1053112 h 1054665"/>
                <a:gd name="connsiteX13" fmla="*/ 6932170 w 7893935"/>
                <a:gd name="connsiteY13" fmla="*/ 821301 h 1054665"/>
                <a:gd name="connsiteX14" fmla="*/ 6925820 w 7893935"/>
                <a:gd name="connsiteY14" fmla="*/ 809601 h 1054665"/>
                <a:gd name="connsiteX15" fmla="*/ 6891259 w 7893935"/>
                <a:gd name="connsiteY15" fmla="*/ 775526 h 1054665"/>
                <a:gd name="connsiteX16" fmla="*/ 6645257 w 7893935"/>
                <a:gd name="connsiteY16" fmla="*/ 685731 h 1054665"/>
                <a:gd name="connsiteX17" fmla="*/ 6399256 w 7893935"/>
                <a:gd name="connsiteY17" fmla="*/ 775526 h 1054665"/>
                <a:gd name="connsiteX18" fmla="*/ 6367880 w 7893935"/>
                <a:gd name="connsiteY18" fmla="*/ 806463 h 1054665"/>
                <a:gd name="connsiteX19" fmla="*/ 6358942 w 7893935"/>
                <a:gd name="connsiteY19" fmla="*/ 823027 h 1054665"/>
                <a:gd name="connsiteX20" fmla="*/ 5925861 w 7893935"/>
                <a:gd name="connsiteY20" fmla="*/ 1054664 h 1054665"/>
                <a:gd name="connsiteX21" fmla="*/ 5164099 w 7893935"/>
                <a:gd name="connsiteY21" fmla="*/ 1054664 h 1054665"/>
                <a:gd name="connsiteX22" fmla="*/ 5164099 w 7893935"/>
                <a:gd name="connsiteY22" fmla="*/ 1054665 h 1054665"/>
                <a:gd name="connsiteX23" fmla="*/ 5022417 w 7893935"/>
                <a:gd name="connsiteY23" fmla="*/ 1054665 h 1054665"/>
                <a:gd name="connsiteX24" fmla="*/ 3649530 w 7893935"/>
                <a:gd name="connsiteY24" fmla="*/ 1054665 h 1054665"/>
                <a:gd name="connsiteX25" fmla="*/ 1968075 w 7893935"/>
                <a:gd name="connsiteY25" fmla="*/ 1054665 h 1054665"/>
                <a:gd name="connsiteX26" fmla="*/ 1534993 w 7893935"/>
                <a:gd name="connsiteY26" fmla="*/ 823028 h 1054665"/>
                <a:gd name="connsiteX27" fmla="*/ 1526052 w 7893935"/>
                <a:gd name="connsiteY27" fmla="*/ 806457 h 1054665"/>
                <a:gd name="connsiteX28" fmla="*/ 1494680 w 7893935"/>
                <a:gd name="connsiteY28" fmla="*/ 775526 h 1054665"/>
                <a:gd name="connsiteX29" fmla="*/ 1248678 w 7893935"/>
                <a:gd name="connsiteY29" fmla="*/ 685731 h 1054665"/>
                <a:gd name="connsiteX30" fmla="*/ 1002677 w 7893935"/>
                <a:gd name="connsiteY30" fmla="*/ 775526 h 1054665"/>
                <a:gd name="connsiteX31" fmla="*/ 968113 w 7893935"/>
                <a:gd name="connsiteY31" fmla="*/ 809606 h 1054665"/>
                <a:gd name="connsiteX32" fmla="*/ 961765 w 7893935"/>
                <a:gd name="connsiteY32" fmla="*/ 821301 h 1054665"/>
                <a:gd name="connsiteX33" fmla="*/ 525780 w 7893935"/>
                <a:gd name="connsiteY33" fmla="*/ 1053112 h 1054665"/>
                <a:gd name="connsiteX34" fmla="*/ 0 w 7893935"/>
                <a:gd name="connsiteY34" fmla="*/ 527332 h 1054665"/>
                <a:gd name="connsiteX35" fmla="*/ 525780 w 7893935"/>
                <a:gd name="connsiteY35" fmla="*/ 1552 h 1054665"/>
                <a:gd name="connsiteX36" fmla="*/ 961765 w 7893935"/>
                <a:gd name="connsiteY36" fmla="*/ 233364 h 1054665"/>
                <a:gd name="connsiteX37" fmla="*/ 968115 w 7893935"/>
                <a:gd name="connsiteY37" fmla="*/ 245063 h 1054665"/>
                <a:gd name="connsiteX38" fmla="*/ 1002677 w 7893935"/>
                <a:gd name="connsiteY38" fmla="*/ 279139 h 1054665"/>
                <a:gd name="connsiteX39" fmla="*/ 1248678 w 7893935"/>
                <a:gd name="connsiteY39" fmla="*/ 368934 h 1054665"/>
                <a:gd name="connsiteX40" fmla="*/ 1494680 w 7893935"/>
                <a:gd name="connsiteY40" fmla="*/ 279139 h 1054665"/>
                <a:gd name="connsiteX41" fmla="*/ 1526054 w 7893935"/>
                <a:gd name="connsiteY41" fmla="*/ 248206 h 1054665"/>
                <a:gd name="connsiteX42" fmla="*/ 1534993 w 7893935"/>
                <a:gd name="connsiteY42" fmla="*/ 231639 h 1054665"/>
                <a:gd name="connsiteX43" fmla="*/ 1968075 w 7893935"/>
                <a:gd name="connsiteY43" fmla="*/ 2 h 1054665"/>
                <a:gd name="connsiteX44" fmla="*/ 2871503 w 7893935"/>
                <a:gd name="connsiteY44" fmla="*/ 2 h 1054665"/>
                <a:gd name="connsiteX45" fmla="*/ 2871517 w 7893935"/>
                <a:gd name="connsiteY45" fmla="*/ 0 h 10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893935" h="1054665">
                  <a:moveTo>
                    <a:pt x="2871517" y="0"/>
                  </a:moveTo>
                  <a:lnTo>
                    <a:pt x="3649530" y="0"/>
                  </a:lnTo>
                  <a:lnTo>
                    <a:pt x="5925861" y="0"/>
                  </a:lnTo>
                  <a:cubicBezTo>
                    <a:pt x="6106141" y="0"/>
                    <a:pt x="6265085" y="91885"/>
                    <a:pt x="6358942" y="231638"/>
                  </a:cubicBezTo>
                  <a:lnTo>
                    <a:pt x="6367880" y="248204"/>
                  </a:lnTo>
                  <a:lnTo>
                    <a:pt x="6399256" y="279139"/>
                  </a:lnTo>
                  <a:cubicBezTo>
                    <a:pt x="6469478" y="335831"/>
                    <a:pt x="6554133" y="368934"/>
                    <a:pt x="6645257" y="368934"/>
                  </a:cubicBezTo>
                  <a:cubicBezTo>
                    <a:pt x="6736382" y="368934"/>
                    <a:pt x="6821036" y="335831"/>
                    <a:pt x="6891259" y="279139"/>
                  </a:cubicBezTo>
                  <a:lnTo>
                    <a:pt x="6925818" y="245066"/>
                  </a:lnTo>
                  <a:lnTo>
                    <a:pt x="6932170" y="233364"/>
                  </a:lnTo>
                  <a:cubicBezTo>
                    <a:pt x="7026657" y="93505"/>
                    <a:pt x="7186667" y="1552"/>
                    <a:pt x="7368155" y="1552"/>
                  </a:cubicBezTo>
                  <a:cubicBezTo>
                    <a:pt x="7658535" y="1552"/>
                    <a:pt x="7893935" y="236952"/>
                    <a:pt x="7893935" y="527332"/>
                  </a:cubicBezTo>
                  <a:cubicBezTo>
                    <a:pt x="7893935" y="817712"/>
                    <a:pt x="7658535" y="1053112"/>
                    <a:pt x="7368155" y="1053112"/>
                  </a:cubicBezTo>
                  <a:cubicBezTo>
                    <a:pt x="7186667" y="1053112"/>
                    <a:pt x="7026657" y="961159"/>
                    <a:pt x="6932170" y="821301"/>
                  </a:cubicBezTo>
                  <a:lnTo>
                    <a:pt x="6925820" y="809601"/>
                  </a:lnTo>
                  <a:lnTo>
                    <a:pt x="6891259" y="775526"/>
                  </a:lnTo>
                  <a:cubicBezTo>
                    <a:pt x="6821037" y="718834"/>
                    <a:pt x="6736382" y="685731"/>
                    <a:pt x="6645257" y="685731"/>
                  </a:cubicBezTo>
                  <a:cubicBezTo>
                    <a:pt x="6554133" y="685731"/>
                    <a:pt x="6469478" y="718834"/>
                    <a:pt x="6399256" y="775526"/>
                  </a:cubicBezTo>
                  <a:lnTo>
                    <a:pt x="6367880" y="806463"/>
                  </a:lnTo>
                  <a:lnTo>
                    <a:pt x="6358942" y="823027"/>
                  </a:lnTo>
                  <a:cubicBezTo>
                    <a:pt x="6265085" y="962781"/>
                    <a:pt x="6106141" y="1054664"/>
                    <a:pt x="5925861" y="1054664"/>
                  </a:cubicBezTo>
                  <a:lnTo>
                    <a:pt x="5164099" y="1054664"/>
                  </a:lnTo>
                  <a:lnTo>
                    <a:pt x="5164099" y="1054665"/>
                  </a:lnTo>
                  <a:lnTo>
                    <a:pt x="5022417" y="1054665"/>
                  </a:lnTo>
                  <a:lnTo>
                    <a:pt x="3649530" y="1054665"/>
                  </a:lnTo>
                  <a:lnTo>
                    <a:pt x="1968075" y="1054665"/>
                  </a:lnTo>
                  <a:cubicBezTo>
                    <a:pt x="1787795" y="1054665"/>
                    <a:pt x="1628850" y="962782"/>
                    <a:pt x="1534993" y="823028"/>
                  </a:cubicBezTo>
                  <a:lnTo>
                    <a:pt x="1526052" y="806457"/>
                  </a:lnTo>
                  <a:lnTo>
                    <a:pt x="1494680" y="775526"/>
                  </a:lnTo>
                  <a:cubicBezTo>
                    <a:pt x="1424458" y="718834"/>
                    <a:pt x="1339803" y="685731"/>
                    <a:pt x="1248678" y="685731"/>
                  </a:cubicBezTo>
                  <a:cubicBezTo>
                    <a:pt x="1157554" y="685731"/>
                    <a:pt x="1072900" y="718834"/>
                    <a:pt x="1002677" y="775526"/>
                  </a:cubicBezTo>
                  <a:lnTo>
                    <a:pt x="968113" y="809606"/>
                  </a:lnTo>
                  <a:lnTo>
                    <a:pt x="961765" y="821301"/>
                  </a:lnTo>
                  <a:cubicBezTo>
                    <a:pt x="867279" y="961159"/>
                    <a:pt x="707268" y="1053112"/>
                    <a:pt x="525780" y="1053112"/>
                  </a:cubicBezTo>
                  <a:cubicBezTo>
                    <a:pt x="235400" y="1053112"/>
                    <a:pt x="0" y="817712"/>
                    <a:pt x="0" y="527332"/>
                  </a:cubicBezTo>
                  <a:cubicBezTo>
                    <a:pt x="0" y="236952"/>
                    <a:pt x="235400" y="1552"/>
                    <a:pt x="525780" y="1552"/>
                  </a:cubicBezTo>
                  <a:cubicBezTo>
                    <a:pt x="707268" y="1552"/>
                    <a:pt x="867279" y="93505"/>
                    <a:pt x="961765" y="233364"/>
                  </a:cubicBezTo>
                  <a:lnTo>
                    <a:pt x="968115" y="245063"/>
                  </a:lnTo>
                  <a:lnTo>
                    <a:pt x="1002677" y="279139"/>
                  </a:lnTo>
                  <a:cubicBezTo>
                    <a:pt x="1072900" y="335831"/>
                    <a:pt x="1157554" y="368934"/>
                    <a:pt x="1248678" y="368934"/>
                  </a:cubicBezTo>
                  <a:cubicBezTo>
                    <a:pt x="1339803" y="368934"/>
                    <a:pt x="1424458" y="335831"/>
                    <a:pt x="1494680" y="279139"/>
                  </a:cubicBezTo>
                  <a:lnTo>
                    <a:pt x="1526054" y="248206"/>
                  </a:lnTo>
                  <a:lnTo>
                    <a:pt x="1534993" y="231639"/>
                  </a:lnTo>
                  <a:cubicBezTo>
                    <a:pt x="1628850" y="91886"/>
                    <a:pt x="1787795" y="2"/>
                    <a:pt x="1968075" y="2"/>
                  </a:cubicBezTo>
                  <a:lnTo>
                    <a:pt x="2871503" y="2"/>
                  </a:lnTo>
                  <a:cubicBezTo>
                    <a:pt x="2871508" y="1"/>
                    <a:pt x="2871512" y="1"/>
                    <a:pt x="2871517" y="0"/>
                  </a:cubicBezTo>
                  <a:close/>
                </a:path>
              </a:pathLst>
            </a:custGeom>
            <a:solidFill>
              <a:schemeClr val="tx2"/>
            </a:solidFill>
            <a:ln w="0" cap="flat">
              <a:noFill/>
              <a:prstDash val="solid"/>
              <a:miter/>
            </a:ln>
          </p:spPr>
          <p:txBody>
            <a:bodyPr wrap="square" rtlCol="0" anchor="ctr">
              <a:noAutofit/>
            </a:bodyPr>
            <a:lstStyle/>
            <a:p>
              <a:endParaRPr lang="en-US" sz="1400"/>
            </a:p>
          </p:txBody>
        </p:sp>
        <p:sp>
          <p:nvSpPr>
            <p:cNvPr id="52" name="Freeform 6">
              <a:extLst>
                <a:ext uri="{FF2B5EF4-FFF2-40B4-BE49-F238E27FC236}">
                  <a16:creationId xmlns:a16="http://schemas.microsoft.com/office/drawing/2014/main" id="{FD42E497-6C29-0C22-E5DD-818AF1A1561D}"/>
                </a:ext>
              </a:extLst>
            </p:cNvPr>
            <p:cNvSpPr/>
            <p:nvPr/>
          </p:nvSpPr>
          <p:spPr>
            <a:xfrm>
              <a:off x="3668413" y="1421508"/>
              <a:ext cx="4855177" cy="906484"/>
            </a:xfrm>
            <a:custGeom>
              <a:avLst/>
              <a:gdLst>
                <a:gd name="connsiteX0" fmla="*/ 695865 w 767249"/>
                <a:gd name="connsiteY0" fmla="*/ 0 h 143249"/>
                <a:gd name="connsiteX1" fmla="*/ 767250 w 767249"/>
                <a:gd name="connsiteY1" fmla="*/ 71360 h 143249"/>
                <a:gd name="connsiteX2" fmla="*/ 767250 w 767249"/>
                <a:gd name="connsiteY2" fmla="*/ 71889 h 143249"/>
                <a:gd name="connsiteX3" fmla="*/ 695865 w 767249"/>
                <a:gd name="connsiteY3" fmla="*/ 143249 h 143249"/>
                <a:gd name="connsiteX4" fmla="*/ 71385 w 767249"/>
                <a:gd name="connsiteY4" fmla="*/ 143249 h 143249"/>
                <a:gd name="connsiteX5" fmla="*/ 0 w 767249"/>
                <a:gd name="connsiteY5" fmla="*/ 71889 h 143249"/>
                <a:gd name="connsiteX6" fmla="*/ 0 w 767249"/>
                <a:gd name="connsiteY6" fmla="*/ 71360 h 143249"/>
                <a:gd name="connsiteX7" fmla="*/ 71385 w 767249"/>
                <a:gd name="connsiteY7" fmla="*/ 0 h 14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249" h="143249">
                  <a:moveTo>
                    <a:pt x="695865" y="0"/>
                  </a:moveTo>
                  <a:cubicBezTo>
                    <a:pt x="735290" y="0"/>
                    <a:pt x="767250" y="31949"/>
                    <a:pt x="767250" y="71360"/>
                  </a:cubicBezTo>
                  <a:lnTo>
                    <a:pt x="767250" y="71889"/>
                  </a:lnTo>
                  <a:cubicBezTo>
                    <a:pt x="767250" y="111300"/>
                    <a:pt x="735290" y="143249"/>
                    <a:pt x="695865" y="143249"/>
                  </a:cubicBezTo>
                  <a:lnTo>
                    <a:pt x="71385" y="143249"/>
                  </a:lnTo>
                  <a:cubicBezTo>
                    <a:pt x="31960" y="143249"/>
                    <a:pt x="0" y="111300"/>
                    <a:pt x="0" y="71889"/>
                  </a:cubicBezTo>
                  <a:lnTo>
                    <a:pt x="0" y="71360"/>
                  </a:lnTo>
                  <a:cubicBezTo>
                    <a:pt x="0" y="31949"/>
                    <a:pt x="31960" y="0"/>
                    <a:pt x="71385" y="0"/>
                  </a:cubicBezTo>
                  <a:close/>
                </a:path>
              </a:pathLst>
            </a:custGeom>
            <a:solidFill>
              <a:schemeClr val="accent1">
                <a:lumMod val="40000"/>
                <a:lumOff val="60000"/>
              </a:schemeClr>
            </a:solidFill>
            <a:ln w="0" cap="flat">
              <a:noFill/>
              <a:prstDash val="solid"/>
              <a:miter/>
            </a:ln>
          </p:spPr>
          <p:txBody>
            <a:bodyPr rtlCol="0" anchor="ctr"/>
            <a:lstStyle/>
            <a:p>
              <a:endParaRPr lang="en-US" sz="1400"/>
            </a:p>
          </p:txBody>
        </p:sp>
        <p:sp>
          <p:nvSpPr>
            <p:cNvPr id="53" name="Oval 52">
              <a:extLst>
                <a:ext uri="{FF2B5EF4-FFF2-40B4-BE49-F238E27FC236}">
                  <a16:creationId xmlns:a16="http://schemas.microsoft.com/office/drawing/2014/main" id="{883E16F8-710F-EA8D-6B23-05DE8F172AA8}"/>
                </a:ext>
              </a:extLst>
            </p:cNvPr>
            <p:cNvSpPr/>
            <p:nvPr/>
          </p:nvSpPr>
          <p:spPr>
            <a:xfrm>
              <a:off x="9063947" y="1421509"/>
              <a:ext cx="906483" cy="906483"/>
            </a:xfrm>
            <a:prstGeom prst="ellipse">
              <a:avLst/>
            </a:prstGeom>
            <a:solidFill>
              <a:schemeClr val="accent1"/>
            </a:solidFill>
            <a:ln w="0" cap="flat">
              <a:noFill/>
              <a:prstDash val="solid"/>
              <a:miter/>
            </a:ln>
          </p:spPr>
          <p:txBody>
            <a:bodyPr rtlCol="0" anchor="ctr"/>
            <a:lstStyle/>
            <a:p>
              <a:endParaRPr lang="en-US" sz="1400"/>
            </a:p>
          </p:txBody>
        </p:sp>
        <p:sp>
          <p:nvSpPr>
            <p:cNvPr id="54" name="Oval 53">
              <a:extLst>
                <a:ext uri="{FF2B5EF4-FFF2-40B4-BE49-F238E27FC236}">
                  <a16:creationId xmlns:a16="http://schemas.microsoft.com/office/drawing/2014/main" id="{ED4191A9-81D4-9F66-3F3E-40DF100C02B6}"/>
                </a:ext>
              </a:extLst>
            </p:cNvPr>
            <p:cNvSpPr/>
            <p:nvPr/>
          </p:nvSpPr>
          <p:spPr>
            <a:xfrm>
              <a:off x="2223886" y="1421509"/>
              <a:ext cx="906483" cy="906483"/>
            </a:xfrm>
            <a:prstGeom prst="ellipse">
              <a:avLst/>
            </a:prstGeom>
            <a:solidFill>
              <a:schemeClr val="accent1"/>
            </a:solidFill>
            <a:ln w="0" cap="flat">
              <a:noFill/>
              <a:prstDash val="solid"/>
              <a:miter/>
            </a:ln>
          </p:spPr>
          <p:txBody>
            <a:bodyPr rtlCol="0" anchor="ctr"/>
            <a:lstStyle/>
            <a:p>
              <a:pPr algn="ctr"/>
              <a:r>
                <a:rPr lang="en-US" sz="2400" b="1">
                  <a:solidFill>
                    <a:schemeClr val="bg2"/>
                  </a:solidFill>
                </a:rPr>
                <a:t>01</a:t>
              </a:r>
            </a:p>
          </p:txBody>
        </p:sp>
        <p:grpSp>
          <p:nvGrpSpPr>
            <p:cNvPr id="55" name="Group 54">
              <a:extLst>
                <a:ext uri="{FF2B5EF4-FFF2-40B4-BE49-F238E27FC236}">
                  <a16:creationId xmlns:a16="http://schemas.microsoft.com/office/drawing/2014/main" id="{933F0F6E-E954-3656-1281-C5D50B2744C0}"/>
                </a:ext>
              </a:extLst>
            </p:cNvPr>
            <p:cNvGrpSpPr/>
            <p:nvPr/>
          </p:nvGrpSpPr>
          <p:grpSpPr>
            <a:xfrm>
              <a:off x="3962386" y="1406153"/>
              <a:ext cx="4267228" cy="848745"/>
              <a:chOff x="8921977" y="1525461"/>
              <a:chExt cx="2926080" cy="848745"/>
            </a:xfrm>
          </p:grpSpPr>
          <p:sp>
            <p:nvSpPr>
              <p:cNvPr id="57" name="TextBox 56">
                <a:extLst>
                  <a:ext uri="{FF2B5EF4-FFF2-40B4-BE49-F238E27FC236}">
                    <a16:creationId xmlns:a16="http://schemas.microsoft.com/office/drawing/2014/main" id="{39883E75-C390-BF72-9CBE-F8266F2DF02E}"/>
                  </a:ext>
                </a:extLst>
              </p:cNvPr>
              <p:cNvSpPr txBox="1"/>
              <p:nvPr/>
            </p:nvSpPr>
            <p:spPr>
              <a:xfrm>
                <a:off x="8921977" y="1525461"/>
                <a:ext cx="2926080" cy="448325"/>
              </a:xfrm>
              <a:prstGeom prst="rect">
                <a:avLst/>
              </a:prstGeom>
              <a:noFill/>
            </p:spPr>
            <p:txBody>
              <a:bodyPr wrap="square" lIns="0" rIns="0" rtlCol="0" anchor="b">
                <a:spAutoFit/>
              </a:bodyPr>
              <a:lstStyle/>
              <a:p>
                <a:pPr algn="ctr"/>
                <a:r>
                  <a:rPr lang="en-US" sz="2000" b="1" noProof="1"/>
                  <a:t>Lorem Ipsum</a:t>
                </a:r>
              </a:p>
            </p:txBody>
          </p:sp>
          <p:sp>
            <p:nvSpPr>
              <p:cNvPr id="58" name="TextBox 57">
                <a:extLst>
                  <a:ext uri="{FF2B5EF4-FFF2-40B4-BE49-F238E27FC236}">
                    <a16:creationId xmlns:a16="http://schemas.microsoft.com/office/drawing/2014/main" id="{34858123-4691-384B-2AB2-1D62039F2AA9}"/>
                  </a:ext>
                </a:extLst>
              </p:cNvPr>
              <p:cNvSpPr txBox="1"/>
              <p:nvPr/>
            </p:nvSpPr>
            <p:spPr>
              <a:xfrm>
                <a:off x="8921977" y="1925881"/>
                <a:ext cx="2926080" cy="448325"/>
              </a:xfrm>
              <a:prstGeom prst="rect">
                <a:avLst/>
              </a:prstGeom>
              <a:noFill/>
            </p:spPr>
            <p:txBody>
              <a:bodyPr wrap="square" lIns="0" rIns="0" rtlCol="0" anchor="t">
                <a:spAutoFit/>
              </a:bodyPr>
              <a:lstStyle/>
              <a:p>
                <a:pPr algn="ctr"/>
                <a:r>
                  <a:rPr lang="en-US" sz="1000" noProof="1"/>
                  <a:t>Lorem ipsum dolor sit amet, nibh est. A magna maecenas, quam magna nec quis, lorem nunc. Suspendisse viverra sodales mauris.</a:t>
                </a:r>
              </a:p>
            </p:txBody>
          </p:sp>
        </p:grpSp>
        <p:pic>
          <p:nvPicPr>
            <p:cNvPr id="56" name="Graphic 55" descr="Lightbulb with solid fill">
              <a:extLst>
                <a:ext uri="{FF2B5EF4-FFF2-40B4-BE49-F238E27FC236}">
                  <a16:creationId xmlns:a16="http://schemas.microsoft.com/office/drawing/2014/main" id="{3B27CC51-95B1-BC8C-A012-7BFEE705928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9071" y="1616633"/>
              <a:ext cx="516235" cy="516235"/>
            </a:xfrm>
            <a:prstGeom prst="rect">
              <a:avLst/>
            </a:prstGeom>
          </p:spPr>
        </p:pic>
      </p:grpSp>
      <p:grpSp>
        <p:nvGrpSpPr>
          <p:cNvPr id="19" name="Group 18">
            <a:extLst>
              <a:ext uri="{FF2B5EF4-FFF2-40B4-BE49-F238E27FC236}">
                <a16:creationId xmlns:a16="http://schemas.microsoft.com/office/drawing/2014/main" id="{EE4B8369-0C05-A1BB-1BF9-65E159FA3440}"/>
              </a:ext>
            </a:extLst>
          </p:cNvPr>
          <p:cNvGrpSpPr/>
          <p:nvPr/>
        </p:nvGrpSpPr>
        <p:grpSpPr>
          <a:xfrm>
            <a:off x="2573508" y="2716983"/>
            <a:ext cx="7044984" cy="941242"/>
            <a:chOff x="2149033" y="2524146"/>
            <a:chExt cx="7893935" cy="1054665"/>
          </a:xfrm>
        </p:grpSpPr>
        <p:sp>
          <p:nvSpPr>
            <p:cNvPr id="4" name="Freeform: Shape 3">
              <a:extLst>
                <a:ext uri="{FF2B5EF4-FFF2-40B4-BE49-F238E27FC236}">
                  <a16:creationId xmlns:a16="http://schemas.microsoft.com/office/drawing/2014/main" id="{246F1C1D-E0DD-1FA1-F9D4-1956DAD64A6E}"/>
                </a:ext>
              </a:extLst>
            </p:cNvPr>
            <p:cNvSpPr/>
            <p:nvPr/>
          </p:nvSpPr>
          <p:spPr>
            <a:xfrm>
              <a:off x="2149033" y="2524146"/>
              <a:ext cx="7893935" cy="1054665"/>
            </a:xfrm>
            <a:custGeom>
              <a:avLst/>
              <a:gdLst>
                <a:gd name="connsiteX0" fmla="*/ 2871517 w 7893935"/>
                <a:gd name="connsiteY0" fmla="*/ 0 h 1054665"/>
                <a:gd name="connsiteX1" fmla="*/ 3649530 w 7893935"/>
                <a:gd name="connsiteY1" fmla="*/ 0 h 1054665"/>
                <a:gd name="connsiteX2" fmla="*/ 5925861 w 7893935"/>
                <a:gd name="connsiteY2" fmla="*/ 0 h 1054665"/>
                <a:gd name="connsiteX3" fmla="*/ 6358942 w 7893935"/>
                <a:gd name="connsiteY3" fmla="*/ 231638 h 1054665"/>
                <a:gd name="connsiteX4" fmla="*/ 6367880 w 7893935"/>
                <a:gd name="connsiteY4" fmla="*/ 248204 h 1054665"/>
                <a:gd name="connsiteX5" fmla="*/ 6399256 w 7893935"/>
                <a:gd name="connsiteY5" fmla="*/ 279139 h 1054665"/>
                <a:gd name="connsiteX6" fmla="*/ 6645257 w 7893935"/>
                <a:gd name="connsiteY6" fmla="*/ 368934 h 1054665"/>
                <a:gd name="connsiteX7" fmla="*/ 6891259 w 7893935"/>
                <a:gd name="connsiteY7" fmla="*/ 279139 h 1054665"/>
                <a:gd name="connsiteX8" fmla="*/ 6925818 w 7893935"/>
                <a:gd name="connsiteY8" fmla="*/ 245066 h 1054665"/>
                <a:gd name="connsiteX9" fmla="*/ 6932170 w 7893935"/>
                <a:gd name="connsiteY9" fmla="*/ 233364 h 1054665"/>
                <a:gd name="connsiteX10" fmla="*/ 7368155 w 7893935"/>
                <a:gd name="connsiteY10" fmla="*/ 1552 h 1054665"/>
                <a:gd name="connsiteX11" fmla="*/ 7893935 w 7893935"/>
                <a:gd name="connsiteY11" fmla="*/ 527332 h 1054665"/>
                <a:gd name="connsiteX12" fmla="*/ 7368155 w 7893935"/>
                <a:gd name="connsiteY12" fmla="*/ 1053112 h 1054665"/>
                <a:gd name="connsiteX13" fmla="*/ 6932170 w 7893935"/>
                <a:gd name="connsiteY13" fmla="*/ 821301 h 1054665"/>
                <a:gd name="connsiteX14" fmla="*/ 6925820 w 7893935"/>
                <a:gd name="connsiteY14" fmla="*/ 809601 h 1054665"/>
                <a:gd name="connsiteX15" fmla="*/ 6891259 w 7893935"/>
                <a:gd name="connsiteY15" fmla="*/ 775526 h 1054665"/>
                <a:gd name="connsiteX16" fmla="*/ 6645257 w 7893935"/>
                <a:gd name="connsiteY16" fmla="*/ 685731 h 1054665"/>
                <a:gd name="connsiteX17" fmla="*/ 6399256 w 7893935"/>
                <a:gd name="connsiteY17" fmla="*/ 775526 h 1054665"/>
                <a:gd name="connsiteX18" fmla="*/ 6367880 w 7893935"/>
                <a:gd name="connsiteY18" fmla="*/ 806463 h 1054665"/>
                <a:gd name="connsiteX19" fmla="*/ 6358942 w 7893935"/>
                <a:gd name="connsiteY19" fmla="*/ 823027 h 1054665"/>
                <a:gd name="connsiteX20" fmla="*/ 5925861 w 7893935"/>
                <a:gd name="connsiteY20" fmla="*/ 1054664 h 1054665"/>
                <a:gd name="connsiteX21" fmla="*/ 5164099 w 7893935"/>
                <a:gd name="connsiteY21" fmla="*/ 1054664 h 1054665"/>
                <a:gd name="connsiteX22" fmla="*/ 5164099 w 7893935"/>
                <a:gd name="connsiteY22" fmla="*/ 1054665 h 1054665"/>
                <a:gd name="connsiteX23" fmla="*/ 5022417 w 7893935"/>
                <a:gd name="connsiteY23" fmla="*/ 1054665 h 1054665"/>
                <a:gd name="connsiteX24" fmla="*/ 3649530 w 7893935"/>
                <a:gd name="connsiteY24" fmla="*/ 1054665 h 1054665"/>
                <a:gd name="connsiteX25" fmla="*/ 1968075 w 7893935"/>
                <a:gd name="connsiteY25" fmla="*/ 1054665 h 1054665"/>
                <a:gd name="connsiteX26" fmla="*/ 1534993 w 7893935"/>
                <a:gd name="connsiteY26" fmla="*/ 823028 h 1054665"/>
                <a:gd name="connsiteX27" fmla="*/ 1526052 w 7893935"/>
                <a:gd name="connsiteY27" fmla="*/ 806457 h 1054665"/>
                <a:gd name="connsiteX28" fmla="*/ 1494680 w 7893935"/>
                <a:gd name="connsiteY28" fmla="*/ 775526 h 1054665"/>
                <a:gd name="connsiteX29" fmla="*/ 1248678 w 7893935"/>
                <a:gd name="connsiteY29" fmla="*/ 685731 h 1054665"/>
                <a:gd name="connsiteX30" fmla="*/ 1002677 w 7893935"/>
                <a:gd name="connsiteY30" fmla="*/ 775526 h 1054665"/>
                <a:gd name="connsiteX31" fmla="*/ 968113 w 7893935"/>
                <a:gd name="connsiteY31" fmla="*/ 809606 h 1054665"/>
                <a:gd name="connsiteX32" fmla="*/ 961765 w 7893935"/>
                <a:gd name="connsiteY32" fmla="*/ 821301 h 1054665"/>
                <a:gd name="connsiteX33" fmla="*/ 525780 w 7893935"/>
                <a:gd name="connsiteY33" fmla="*/ 1053112 h 1054665"/>
                <a:gd name="connsiteX34" fmla="*/ 0 w 7893935"/>
                <a:gd name="connsiteY34" fmla="*/ 527332 h 1054665"/>
                <a:gd name="connsiteX35" fmla="*/ 525780 w 7893935"/>
                <a:gd name="connsiteY35" fmla="*/ 1552 h 1054665"/>
                <a:gd name="connsiteX36" fmla="*/ 961765 w 7893935"/>
                <a:gd name="connsiteY36" fmla="*/ 233364 h 1054665"/>
                <a:gd name="connsiteX37" fmla="*/ 968115 w 7893935"/>
                <a:gd name="connsiteY37" fmla="*/ 245063 h 1054665"/>
                <a:gd name="connsiteX38" fmla="*/ 1002677 w 7893935"/>
                <a:gd name="connsiteY38" fmla="*/ 279139 h 1054665"/>
                <a:gd name="connsiteX39" fmla="*/ 1248678 w 7893935"/>
                <a:gd name="connsiteY39" fmla="*/ 368934 h 1054665"/>
                <a:gd name="connsiteX40" fmla="*/ 1494680 w 7893935"/>
                <a:gd name="connsiteY40" fmla="*/ 279139 h 1054665"/>
                <a:gd name="connsiteX41" fmla="*/ 1526054 w 7893935"/>
                <a:gd name="connsiteY41" fmla="*/ 248206 h 1054665"/>
                <a:gd name="connsiteX42" fmla="*/ 1534993 w 7893935"/>
                <a:gd name="connsiteY42" fmla="*/ 231639 h 1054665"/>
                <a:gd name="connsiteX43" fmla="*/ 1968075 w 7893935"/>
                <a:gd name="connsiteY43" fmla="*/ 2 h 1054665"/>
                <a:gd name="connsiteX44" fmla="*/ 2871503 w 7893935"/>
                <a:gd name="connsiteY44" fmla="*/ 2 h 1054665"/>
                <a:gd name="connsiteX45" fmla="*/ 2871517 w 7893935"/>
                <a:gd name="connsiteY45" fmla="*/ 0 h 10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893935" h="1054665">
                  <a:moveTo>
                    <a:pt x="2871517" y="0"/>
                  </a:moveTo>
                  <a:lnTo>
                    <a:pt x="3649530" y="0"/>
                  </a:lnTo>
                  <a:lnTo>
                    <a:pt x="5925861" y="0"/>
                  </a:lnTo>
                  <a:cubicBezTo>
                    <a:pt x="6106141" y="0"/>
                    <a:pt x="6265085" y="91885"/>
                    <a:pt x="6358942" y="231638"/>
                  </a:cubicBezTo>
                  <a:lnTo>
                    <a:pt x="6367880" y="248204"/>
                  </a:lnTo>
                  <a:lnTo>
                    <a:pt x="6399256" y="279139"/>
                  </a:lnTo>
                  <a:cubicBezTo>
                    <a:pt x="6469478" y="335831"/>
                    <a:pt x="6554133" y="368934"/>
                    <a:pt x="6645257" y="368934"/>
                  </a:cubicBezTo>
                  <a:cubicBezTo>
                    <a:pt x="6736382" y="368934"/>
                    <a:pt x="6821036" y="335831"/>
                    <a:pt x="6891259" y="279139"/>
                  </a:cubicBezTo>
                  <a:lnTo>
                    <a:pt x="6925818" y="245066"/>
                  </a:lnTo>
                  <a:lnTo>
                    <a:pt x="6932170" y="233364"/>
                  </a:lnTo>
                  <a:cubicBezTo>
                    <a:pt x="7026657" y="93505"/>
                    <a:pt x="7186667" y="1552"/>
                    <a:pt x="7368155" y="1552"/>
                  </a:cubicBezTo>
                  <a:cubicBezTo>
                    <a:pt x="7658535" y="1552"/>
                    <a:pt x="7893935" y="236952"/>
                    <a:pt x="7893935" y="527332"/>
                  </a:cubicBezTo>
                  <a:cubicBezTo>
                    <a:pt x="7893935" y="817712"/>
                    <a:pt x="7658535" y="1053112"/>
                    <a:pt x="7368155" y="1053112"/>
                  </a:cubicBezTo>
                  <a:cubicBezTo>
                    <a:pt x="7186667" y="1053112"/>
                    <a:pt x="7026657" y="961159"/>
                    <a:pt x="6932170" y="821301"/>
                  </a:cubicBezTo>
                  <a:lnTo>
                    <a:pt x="6925820" y="809601"/>
                  </a:lnTo>
                  <a:lnTo>
                    <a:pt x="6891259" y="775526"/>
                  </a:lnTo>
                  <a:cubicBezTo>
                    <a:pt x="6821037" y="718834"/>
                    <a:pt x="6736382" y="685731"/>
                    <a:pt x="6645257" y="685731"/>
                  </a:cubicBezTo>
                  <a:cubicBezTo>
                    <a:pt x="6554133" y="685731"/>
                    <a:pt x="6469478" y="718834"/>
                    <a:pt x="6399256" y="775526"/>
                  </a:cubicBezTo>
                  <a:lnTo>
                    <a:pt x="6367880" y="806463"/>
                  </a:lnTo>
                  <a:lnTo>
                    <a:pt x="6358942" y="823027"/>
                  </a:lnTo>
                  <a:cubicBezTo>
                    <a:pt x="6265085" y="962781"/>
                    <a:pt x="6106141" y="1054664"/>
                    <a:pt x="5925861" y="1054664"/>
                  </a:cubicBezTo>
                  <a:lnTo>
                    <a:pt x="5164099" y="1054664"/>
                  </a:lnTo>
                  <a:lnTo>
                    <a:pt x="5164099" y="1054665"/>
                  </a:lnTo>
                  <a:lnTo>
                    <a:pt x="5022417" y="1054665"/>
                  </a:lnTo>
                  <a:lnTo>
                    <a:pt x="3649530" y="1054665"/>
                  </a:lnTo>
                  <a:lnTo>
                    <a:pt x="1968075" y="1054665"/>
                  </a:lnTo>
                  <a:cubicBezTo>
                    <a:pt x="1787795" y="1054665"/>
                    <a:pt x="1628850" y="962782"/>
                    <a:pt x="1534993" y="823028"/>
                  </a:cubicBezTo>
                  <a:lnTo>
                    <a:pt x="1526052" y="806457"/>
                  </a:lnTo>
                  <a:lnTo>
                    <a:pt x="1494680" y="775526"/>
                  </a:lnTo>
                  <a:cubicBezTo>
                    <a:pt x="1424458" y="718834"/>
                    <a:pt x="1339803" y="685731"/>
                    <a:pt x="1248678" y="685731"/>
                  </a:cubicBezTo>
                  <a:cubicBezTo>
                    <a:pt x="1157554" y="685731"/>
                    <a:pt x="1072900" y="718834"/>
                    <a:pt x="1002677" y="775526"/>
                  </a:cubicBezTo>
                  <a:lnTo>
                    <a:pt x="968113" y="809606"/>
                  </a:lnTo>
                  <a:lnTo>
                    <a:pt x="961765" y="821301"/>
                  </a:lnTo>
                  <a:cubicBezTo>
                    <a:pt x="867279" y="961159"/>
                    <a:pt x="707268" y="1053112"/>
                    <a:pt x="525780" y="1053112"/>
                  </a:cubicBezTo>
                  <a:cubicBezTo>
                    <a:pt x="235400" y="1053112"/>
                    <a:pt x="0" y="817712"/>
                    <a:pt x="0" y="527332"/>
                  </a:cubicBezTo>
                  <a:cubicBezTo>
                    <a:pt x="0" y="236952"/>
                    <a:pt x="235400" y="1552"/>
                    <a:pt x="525780" y="1552"/>
                  </a:cubicBezTo>
                  <a:cubicBezTo>
                    <a:pt x="707268" y="1552"/>
                    <a:pt x="867279" y="93505"/>
                    <a:pt x="961765" y="233364"/>
                  </a:cubicBezTo>
                  <a:lnTo>
                    <a:pt x="968115" y="245063"/>
                  </a:lnTo>
                  <a:lnTo>
                    <a:pt x="1002677" y="279139"/>
                  </a:lnTo>
                  <a:cubicBezTo>
                    <a:pt x="1072900" y="335831"/>
                    <a:pt x="1157554" y="368934"/>
                    <a:pt x="1248678" y="368934"/>
                  </a:cubicBezTo>
                  <a:cubicBezTo>
                    <a:pt x="1339803" y="368934"/>
                    <a:pt x="1424458" y="335831"/>
                    <a:pt x="1494680" y="279139"/>
                  </a:cubicBezTo>
                  <a:lnTo>
                    <a:pt x="1526054" y="248206"/>
                  </a:lnTo>
                  <a:lnTo>
                    <a:pt x="1534993" y="231639"/>
                  </a:lnTo>
                  <a:cubicBezTo>
                    <a:pt x="1628850" y="91886"/>
                    <a:pt x="1787795" y="2"/>
                    <a:pt x="1968075" y="2"/>
                  </a:cubicBezTo>
                  <a:lnTo>
                    <a:pt x="2871503" y="2"/>
                  </a:lnTo>
                  <a:cubicBezTo>
                    <a:pt x="2871508" y="1"/>
                    <a:pt x="2871512" y="1"/>
                    <a:pt x="2871517" y="0"/>
                  </a:cubicBezTo>
                  <a:close/>
                </a:path>
              </a:pathLst>
            </a:custGeom>
            <a:solidFill>
              <a:schemeClr val="tx2"/>
            </a:solidFill>
            <a:ln w="0" cap="flat">
              <a:noFill/>
              <a:prstDash val="solid"/>
              <a:miter/>
            </a:ln>
          </p:spPr>
          <p:txBody>
            <a:bodyPr wrap="square" rtlCol="0" anchor="ctr">
              <a:noAutofit/>
            </a:bodyPr>
            <a:lstStyle/>
            <a:p>
              <a:endParaRPr lang="en-US" sz="1400"/>
            </a:p>
          </p:txBody>
        </p:sp>
        <p:sp>
          <p:nvSpPr>
            <p:cNvPr id="61" name="Freeform 6">
              <a:extLst>
                <a:ext uri="{FF2B5EF4-FFF2-40B4-BE49-F238E27FC236}">
                  <a16:creationId xmlns:a16="http://schemas.microsoft.com/office/drawing/2014/main" id="{DFBDB5EF-4DDF-58C5-9143-644FC7D6BBF6}"/>
                </a:ext>
              </a:extLst>
            </p:cNvPr>
            <p:cNvSpPr/>
            <p:nvPr/>
          </p:nvSpPr>
          <p:spPr>
            <a:xfrm>
              <a:off x="3668413" y="2598236"/>
              <a:ext cx="4855177" cy="906484"/>
            </a:xfrm>
            <a:custGeom>
              <a:avLst/>
              <a:gdLst>
                <a:gd name="connsiteX0" fmla="*/ 695865 w 767249"/>
                <a:gd name="connsiteY0" fmla="*/ 0 h 143249"/>
                <a:gd name="connsiteX1" fmla="*/ 767250 w 767249"/>
                <a:gd name="connsiteY1" fmla="*/ 71360 h 143249"/>
                <a:gd name="connsiteX2" fmla="*/ 767250 w 767249"/>
                <a:gd name="connsiteY2" fmla="*/ 71889 h 143249"/>
                <a:gd name="connsiteX3" fmla="*/ 695865 w 767249"/>
                <a:gd name="connsiteY3" fmla="*/ 143249 h 143249"/>
                <a:gd name="connsiteX4" fmla="*/ 71385 w 767249"/>
                <a:gd name="connsiteY4" fmla="*/ 143249 h 143249"/>
                <a:gd name="connsiteX5" fmla="*/ 0 w 767249"/>
                <a:gd name="connsiteY5" fmla="*/ 71889 h 143249"/>
                <a:gd name="connsiteX6" fmla="*/ 0 w 767249"/>
                <a:gd name="connsiteY6" fmla="*/ 71360 h 143249"/>
                <a:gd name="connsiteX7" fmla="*/ 71385 w 767249"/>
                <a:gd name="connsiteY7" fmla="*/ 0 h 14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249" h="143249">
                  <a:moveTo>
                    <a:pt x="695865" y="0"/>
                  </a:moveTo>
                  <a:cubicBezTo>
                    <a:pt x="735290" y="0"/>
                    <a:pt x="767250" y="31949"/>
                    <a:pt x="767250" y="71360"/>
                  </a:cubicBezTo>
                  <a:lnTo>
                    <a:pt x="767250" y="71889"/>
                  </a:lnTo>
                  <a:cubicBezTo>
                    <a:pt x="767250" y="111300"/>
                    <a:pt x="735290" y="143249"/>
                    <a:pt x="695865" y="143249"/>
                  </a:cubicBezTo>
                  <a:lnTo>
                    <a:pt x="71385" y="143249"/>
                  </a:lnTo>
                  <a:cubicBezTo>
                    <a:pt x="31960" y="143249"/>
                    <a:pt x="0" y="111300"/>
                    <a:pt x="0" y="71889"/>
                  </a:cubicBezTo>
                  <a:lnTo>
                    <a:pt x="0" y="71360"/>
                  </a:lnTo>
                  <a:cubicBezTo>
                    <a:pt x="0" y="31949"/>
                    <a:pt x="31960" y="0"/>
                    <a:pt x="71385" y="0"/>
                  </a:cubicBezTo>
                  <a:close/>
                </a:path>
              </a:pathLst>
            </a:custGeom>
            <a:solidFill>
              <a:schemeClr val="accent5">
                <a:lumMod val="40000"/>
                <a:lumOff val="60000"/>
              </a:schemeClr>
            </a:solidFill>
            <a:ln w="0" cap="flat">
              <a:noFill/>
              <a:prstDash val="solid"/>
              <a:miter/>
            </a:ln>
          </p:spPr>
          <p:txBody>
            <a:bodyPr rtlCol="0" anchor="ctr"/>
            <a:lstStyle/>
            <a:p>
              <a:endParaRPr lang="en-US" sz="1400"/>
            </a:p>
          </p:txBody>
        </p:sp>
        <p:sp>
          <p:nvSpPr>
            <p:cNvPr id="62" name="Oval 61">
              <a:extLst>
                <a:ext uri="{FF2B5EF4-FFF2-40B4-BE49-F238E27FC236}">
                  <a16:creationId xmlns:a16="http://schemas.microsoft.com/office/drawing/2014/main" id="{6B3D97EC-8695-E55D-820F-B75447E82450}"/>
                </a:ext>
              </a:extLst>
            </p:cNvPr>
            <p:cNvSpPr/>
            <p:nvPr/>
          </p:nvSpPr>
          <p:spPr>
            <a:xfrm>
              <a:off x="9063947" y="2598237"/>
              <a:ext cx="906483" cy="906483"/>
            </a:xfrm>
            <a:prstGeom prst="ellipse">
              <a:avLst/>
            </a:prstGeom>
            <a:solidFill>
              <a:schemeClr val="accent5"/>
            </a:solidFill>
            <a:ln w="0" cap="flat">
              <a:noFill/>
              <a:prstDash val="solid"/>
              <a:miter/>
            </a:ln>
          </p:spPr>
          <p:txBody>
            <a:bodyPr rtlCol="0" anchor="ctr"/>
            <a:lstStyle/>
            <a:p>
              <a:endParaRPr lang="en-US" sz="1400"/>
            </a:p>
          </p:txBody>
        </p:sp>
        <p:sp>
          <p:nvSpPr>
            <p:cNvPr id="63" name="Oval 62">
              <a:extLst>
                <a:ext uri="{FF2B5EF4-FFF2-40B4-BE49-F238E27FC236}">
                  <a16:creationId xmlns:a16="http://schemas.microsoft.com/office/drawing/2014/main" id="{24642FA5-7D25-2F0F-D4AB-7E550DBD63C4}"/>
                </a:ext>
              </a:extLst>
            </p:cNvPr>
            <p:cNvSpPr/>
            <p:nvPr/>
          </p:nvSpPr>
          <p:spPr>
            <a:xfrm>
              <a:off x="2223886" y="2598237"/>
              <a:ext cx="906483" cy="906483"/>
            </a:xfrm>
            <a:prstGeom prst="ellipse">
              <a:avLst/>
            </a:prstGeom>
            <a:solidFill>
              <a:schemeClr val="accent5"/>
            </a:solidFill>
            <a:ln w="0" cap="flat">
              <a:noFill/>
              <a:prstDash val="solid"/>
              <a:miter/>
            </a:ln>
          </p:spPr>
          <p:txBody>
            <a:bodyPr rtlCol="0" anchor="ctr"/>
            <a:lstStyle/>
            <a:p>
              <a:pPr algn="ctr"/>
              <a:r>
                <a:rPr lang="en-US" sz="2400" b="1">
                  <a:solidFill>
                    <a:schemeClr val="tx1">
                      <a:lumMod val="85000"/>
                      <a:lumOff val="15000"/>
                    </a:schemeClr>
                  </a:solidFill>
                </a:rPr>
                <a:t>02</a:t>
              </a:r>
            </a:p>
          </p:txBody>
        </p:sp>
        <p:grpSp>
          <p:nvGrpSpPr>
            <p:cNvPr id="64" name="Group 63">
              <a:extLst>
                <a:ext uri="{FF2B5EF4-FFF2-40B4-BE49-F238E27FC236}">
                  <a16:creationId xmlns:a16="http://schemas.microsoft.com/office/drawing/2014/main" id="{B9309AF1-E4E9-AA52-9890-EBF414015CFA}"/>
                </a:ext>
              </a:extLst>
            </p:cNvPr>
            <p:cNvGrpSpPr/>
            <p:nvPr/>
          </p:nvGrpSpPr>
          <p:grpSpPr>
            <a:xfrm>
              <a:off x="3962386" y="2582881"/>
              <a:ext cx="4267228" cy="848745"/>
              <a:chOff x="8921977" y="1525461"/>
              <a:chExt cx="2926080" cy="848745"/>
            </a:xfrm>
          </p:grpSpPr>
          <p:sp>
            <p:nvSpPr>
              <p:cNvPr id="66" name="TextBox 65">
                <a:extLst>
                  <a:ext uri="{FF2B5EF4-FFF2-40B4-BE49-F238E27FC236}">
                    <a16:creationId xmlns:a16="http://schemas.microsoft.com/office/drawing/2014/main" id="{63BE5A4C-324A-6684-7615-9E2D1E4A3338}"/>
                  </a:ext>
                </a:extLst>
              </p:cNvPr>
              <p:cNvSpPr txBox="1"/>
              <p:nvPr/>
            </p:nvSpPr>
            <p:spPr>
              <a:xfrm>
                <a:off x="8921977" y="1525461"/>
                <a:ext cx="2926080" cy="448325"/>
              </a:xfrm>
              <a:prstGeom prst="rect">
                <a:avLst/>
              </a:prstGeom>
              <a:noFill/>
            </p:spPr>
            <p:txBody>
              <a:bodyPr wrap="square" lIns="0" rIns="0" rtlCol="0" anchor="b">
                <a:spAutoFit/>
              </a:bodyPr>
              <a:lstStyle/>
              <a:p>
                <a:pPr algn="ctr"/>
                <a:r>
                  <a:rPr lang="en-US" sz="2000" b="1" noProof="1"/>
                  <a:t>Lorem Ipsum</a:t>
                </a:r>
              </a:p>
            </p:txBody>
          </p:sp>
          <p:sp>
            <p:nvSpPr>
              <p:cNvPr id="67" name="TextBox 66">
                <a:extLst>
                  <a:ext uri="{FF2B5EF4-FFF2-40B4-BE49-F238E27FC236}">
                    <a16:creationId xmlns:a16="http://schemas.microsoft.com/office/drawing/2014/main" id="{F0D19626-E05D-F695-998B-52EAF4C01EF8}"/>
                  </a:ext>
                </a:extLst>
              </p:cNvPr>
              <p:cNvSpPr txBox="1"/>
              <p:nvPr/>
            </p:nvSpPr>
            <p:spPr>
              <a:xfrm>
                <a:off x="8921977" y="1925881"/>
                <a:ext cx="2926080" cy="448325"/>
              </a:xfrm>
              <a:prstGeom prst="rect">
                <a:avLst/>
              </a:prstGeom>
              <a:noFill/>
            </p:spPr>
            <p:txBody>
              <a:bodyPr wrap="square" lIns="0" rIns="0" rtlCol="0" anchor="t">
                <a:spAutoFit/>
              </a:bodyPr>
              <a:lstStyle/>
              <a:p>
                <a:pPr algn="ctr"/>
                <a:r>
                  <a:rPr lang="en-US" sz="1000" noProof="1"/>
                  <a:t>Lorem ipsum dolor sit amet, nibh est. A magna maecenas, quam magna nec quis, lorem nunc. Suspendisse viverra sodales mauris.</a:t>
                </a:r>
              </a:p>
            </p:txBody>
          </p:sp>
        </p:grpSp>
        <p:pic>
          <p:nvPicPr>
            <p:cNvPr id="65" name="Graphic 64" descr="Bullseye with solid fill">
              <a:extLst>
                <a:ext uri="{FF2B5EF4-FFF2-40B4-BE49-F238E27FC236}">
                  <a16:creationId xmlns:a16="http://schemas.microsoft.com/office/drawing/2014/main" id="{4DD1574B-ADBE-25A6-0C2E-EDA2ADF469A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9259071" y="2793361"/>
              <a:ext cx="516235" cy="516235"/>
            </a:xfrm>
            <a:prstGeom prst="rect">
              <a:avLst/>
            </a:prstGeom>
          </p:spPr>
        </p:pic>
      </p:grpSp>
      <p:grpSp>
        <p:nvGrpSpPr>
          <p:cNvPr id="20" name="Group 19">
            <a:extLst>
              <a:ext uri="{FF2B5EF4-FFF2-40B4-BE49-F238E27FC236}">
                <a16:creationId xmlns:a16="http://schemas.microsoft.com/office/drawing/2014/main" id="{592FA7DC-AC4E-1E1F-58D6-2D86CEBFEEA9}"/>
              </a:ext>
            </a:extLst>
          </p:cNvPr>
          <p:cNvGrpSpPr/>
          <p:nvPr/>
        </p:nvGrpSpPr>
        <p:grpSpPr>
          <a:xfrm>
            <a:off x="2573508" y="3832494"/>
            <a:ext cx="7044984" cy="941242"/>
            <a:chOff x="2149033" y="3700874"/>
            <a:chExt cx="7893935" cy="1054665"/>
          </a:xfrm>
        </p:grpSpPr>
        <p:sp>
          <p:nvSpPr>
            <p:cNvPr id="9" name="Freeform: Shape 8">
              <a:extLst>
                <a:ext uri="{FF2B5EF4-FFF2-40B4-BE49-F238E27FC236}">
                  <a16:creationId xmlns:a16="http://schemas.microsoft.com/office/drawing/2014/main" id="{B6F85887-AEB0-50E6-005C-5D2B31366642}"/>
                </a:ext>
              </a:extLst>
            </p:cNvPr>
            <p:cNvSpPr/>
            <p:nvPr/>
          </p:nvSpPr>
          <p:spPr>
            <a:xfrm>
              <a:off x="2149033" y="3700874"/>
              <a:ext cx="7893935" cy="1054665"/>
            </a:xfrm>
            <a:custGeom>
              <a:avLst/>
              <a:gdLst>
                <a:gd name="connsiteX0" fmla="*/ 2871517 w 7893935"/>
                <a:gd name="connsiteY0" fmla="*/ 0 h 1054665"/>
                <a:gd name="connsiteX1" fmla="*/ 3649530 w 7893935"/>
                <a:gd name="connsiteY1" fmla="*/ 0 h 1054665"/>
                <a:gd name="connsiteX2" fmla="*/ 5925861 w 7893935"/>
                <a:gd name="connsiteY2" fmla="*/ 0 h 1054665"/>
                <a:gd name="connsiteX3" fmla="*/ 6358942 w 7893935"/>
                <a:gd name="connsiteY3" fmla="*/ 231638 h 1054665"/>
                <a:gd name="connsiteX4" fmla="*/ 6367880 w 7893935"/>
                <a:gd name="connsiteY4" fmla="*/ 248204 h 1054665"/>
                <a:gd name="connsiteX5" fmla="*/ 6399256 w 7893935"/>
                <a:gd name="connsiteY5" fmla="*/ 279139 h 1054665"/>
                <a:gd name="connsiteX6" fmla="*/ 6645257 w 7893935"/>
                <a:gd name="connsiteY6" fmla="*/ 368934 h 1054665"/>
                <a:gd name="connsiteX7" fmla="*/ 6891259 w 7893935"/>
                <a:gd name="connsiteY7" fmla="*/ 279139 h 1054665"/>
                <a:gd name="connsiteX8" fmla="*/ 6925818 w 7893935"/>
                <a:gd name="connsiteY8" fmla="*/ 245066 h 1054665"/>
                <a:gd name="connsiteX9" fmla="*/ 6932170 w 7893935"/>
                <a:gd name="connsiteY9" fmla="*/ 233364 h 1054665"/>
                <a:gd name="connsiteX10" fmla="*/ 7368155 w 7893935"/>
                <a:gd name="connsiteY10" fmla="*/ 1552 h 1054665"/>
                <a:gd name="connsiteX11" fmla="*/ 7893935 w 7893935"/>
                <a:gd name="connsiteY11" fmla="*/ 527332 h 1054665"/>
                <a:gd name="connsiteX12" fmla="*/ 7368155 w 7893935"/>
                <a:gd name="connsiteY12" fmla="*/ 1053112 h 1054665"/>
                <a:gd name="connsiteX13" fmla="*/ 6932170 w 7893935"/>
                <a:gd name="connsiteY13" fmla="*/ 821301 h 1054665"/>
                <a:gd name="connsiteX14" fmla="*/ 6925820 w 7893935"/>
                <a:gd name="connsiteY14" fmla="*/ 809601 h 1054665"/>
                <a:gd name="connsiteX15" fmla="*/ 6891259 w 7893935"/>
                <a:gd name="connsiteY15" fmla="*/ 775526 h 1054665"/>
                <a:gd name="connsiteX16" fmla="*/ 6645257 w 7893935"/>
                <a:gd name="connsiteY16" fmla="*/ 685731 h 1054665"/>
                <a:gd name="connsiteX17" fmla="*/ 6399256 w 7893935"/>
                <a:gd name="connsiteY17" fmla="*/ 775526 h 1054665"/>
                <a:gd name="connsiteX18" fmla="*/ 6367880 w 7893935"/>
                <a:gd name="connsiteY18" fmla="*/ 806463 h 1054665"/>
                <a:gd name="connsiteX19" fmla="*/ 6358942 w 7893935"/>
                <a:gd name="connsiteY19" fmla="*/ 823027 h 1054665"/>
                <a:gd name="connsiteX20" fmla="*/ 5925861 w 7893935"/>
                <a:gd name="connsiteY20" fmla="*/ 1054664 h 1054665"/>
                <a:gd name="connsiteX21" fmla="*/ 5164099 w 7893935"/>
                <a:gd name="connsiteY21" fmla="*/ 1054664 h 1054665"/>
                <a:gd name="connsiteX22" fmla="*/ 5164099 w 7893935"/>
                <a:gd name="connsiteY22" fmla="*/ 1054665 h 1054665"/>
                <a:gd name="connsiteX23" fmla="*/ 5022417 w 7893935"/>
                <a:gd name="connsiteY23" fmla="*/ 1054665 h 1054665"/>
                <a:gd name="connsiteX24" fmla="*/ 3649530 w 7893935"/>
                <a:gd name="connsiteY24" fmla="*/ 1054665 h 1054665"/>
                <a:gd name="connsiteX25" fmla="*/ 1968075 w 7893935"/>
                <a:gd name="connsiteY25" fmla="*/ 1054665 h 1054665"/>
                <a:gd name="connsiteX26" fmla="*/ 1534993 w 7893935"/>
                <a:gd name="connsiteY26" fmla="*/ 823028 h 1054665"/>
                <a:gd name="connsiteX27" fmla="*/ 1526052 w 7893935"/>
                <a:gd name="connsiteY27" fmla="*/ 806457 h 1054665"/>
                <a:gd name="connsiteX28" fmla="*/ 1494680 w 7893935"/>
                <a:gd name="connsiteY28" fmla="*/ 775526 h 1054665"/>
                <a:gd name="connsiteX29" fmla="*/ 1248678 w 7893935"/>
                <a:gd name="connsiteY29" fmla="*/ 685731 h 1054665"/>
                <a:gd name="connsiteX30" fmla="*/ 1002677 w 7893935"/>
                <a:gd name="connsiteY30" fmla="*/ 775526 h 1054665"/>
                <a:gd name="connsiteX31" fmla="*/ 968113 w 7893935"/>
                <a:gd name="connsiteY31" fmla="*/ 809606 h 1054665"/>
                <a:gd name="connsiteX32" fmla="*/ 961765 w 7893935"/>
                <a:gd name="connsiteY32" fmla="*/ 821301 h 1054665"/>
                <a:gd name="connsiteX33" fmla="*/ 525780 w 7893935"/>
                <a:gd name="connsiteY33" fmla="*/ 1053112 h 1054665"/>
                <a:gd name="connsiteX34" fmla="*/ 0 w 7893935"/>
                <a:gd name="connsiteY34" fmla="*/ 527332 h 1054665"/>
                <a:gd name="connsiteX35" fmla="*/ 525780 w 7893935"/>
                <a:gd name="connsiteY35" fmla="*/ 1552 h 1054665"/>
                <a:gd name="connsiteX36" fmla="*/ 961765 w 7893935"/>
                <a:gd name="connsiteY36" fmla="*/ 233364 h 1054665"/>
                <a:gd name="connsiteX37" fmla="*/ 968115 w 7893935"/>
                <a:gd name="connsiteY37" fmla="*/ 245063 h 1054665"/>
                <a:gd name="connsiteX38" fmla="*/ 1002677 w 7893935"/>
                <a:gd name="connsiteY38" fmla="*/ 279139 h 1054665"/>
                <a:gd name="connsiteX39" fmla="*/ 1248678 w 7893935"/>
                <a:gd name="connsiteY39" fmla="*/ 368934 h 1054665"/>
                <a:gd name="connsiteX40" fmla="*/ 1494680 w 7893935"/>
                <a:gd name="connsiteY40" fmla="*/ 279139 h 1054665"/>
                <a:gd name="connsiteX41" fmla="*/ 1526054 w 7893935"/>
                <a:gd name="connsiteY41" fmla="*/ 248206 h 1054665"/>
                <a:gd name="connsiteX42" fmla="*/ 1534993 w 7893935"/>
                <a:gd name="connsiteY42" fmla="*/ 231639 h 1054665"/>
                <a:gd name="connsiteX43" fmla="*/ 1968075 w 7893935"/>
                <a:gd name="connsiteY43" fmla="*/ 2 h 1054665"/>
                <a:gd name="connsiteX44" fmla="*/ 2871503 w 7893935"/>
                <a:gd name="connsiteY44" fmla="*/ 2 h 1054665"/>
                <a:gd name="connsiteX45" fmla="*/ 2871517 w 7893935"/>
                <a:gd name="connsiteY45" fmla="*/ 0 h 10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893935" h="1054665">
                  <a:moveTo>
                    <a:pt x="2871517" y="0"/>
                  </a:moveTo>
                  <a:lnTo>
                    <a:pt x="3649530" y="0"/>
                  </a:lnTo>
                  <a:lnTo>
                    <a:pt x="5925861" y="0"/>
                  </a:lnTo>
                  <a:cubicBezTo>
                    <a:pt x="6106141" y="0"/>
                    <a:pt x="6265085" y="91885"/>
                    <a:pt x="6358942" y="231638"/>
                  </a:cubicBezTo>
                  <a:lnTo>
                    <a:pt x="6367880" y="248204"/>
                  </a:lnTo>
                  <a:lnTo>
                    <a:pt x="6399256" y="279139"/>
                  </a:lnTo>
                  <a:cubicBezTo>
                    <a:pt x="6469478" y="335831"/>
                    <a:pt x="6554133" y="368934"/>
                    <a:pt x="6645257" y="368934"/>
                  </a:cubicBezTo>
                  <a:cubicBezTo>
                    <a:pt x="6736382" y="368934"/>
                    <a:pt x="6821036" y="335831"/>
                    <a:pt x="6891259" y="279139"/>
                  </a:cubicBezTo>
                  <a:lnTo>
                    <a:pt x="6925818" y="245066"/>
                  </a:lnTo>
                  <a:lnTo>
                    <a:pt x="6932170" y="233364"/>
                  </a:lnTo>
                  <a:cubicBezTo>
                    <a:pt x="7026657" y="93505"/>
                    <a:pt x="7186667" y="1552"/>
                    <a:pt x="7368155" y="1552"/>
                  </a:cubicBezTo>
                  <a:cubicBezTo>
                    <a:pt x="7658535" y="1552"/>
                    <a:pt x="7893935" y="236952"/>
                    <a:pt x="7893935" y="527332"/>
                  </a:cubicBezTo>
                  <a:cubicBezTo>
                    <a:pt x="7893935" y="817712"/>
                    <a:pt x="7658535" y="1053112"/>
                    <a:pt x="7368155" y="1053112"/>
                  </a:cubicBezTo>
                  <a:cubicBezTo>
                    <a:pt x="7186667" y="1053112"/>
                    <a:pt x="7026657" y="961159"/>
                    <a:pt x="6932170" y="821301"/>
                  </a:cubicBezTo>
                  <a:lnTo>
                    <a:pt x="6925820" y="809601"/>
                  </a:lnTo>
                  <a:lnTo>
                    <a:pt x="6891259" y="775526"/>
                  </a:lnTo>
                  <a:cubicBezTo>
                    <a:pt x="6821037" y="718834"/>
                    <a:pt x="6736382" y="685731"/>
                    <a:pt x="6645257" y="685731"/>
                  </a:cubicBezTo>
                  <a:cubicBezTo>
                    <a:pt x="6554133" y="685731"/>
                    <a:pt x="6469478" y="718834"/>
                    <a:pt x="6399256" y="775526"/>
                  </a:cubicBezTo>
                  <a:lnTo>
                    <a:pt x="6367880" y="806463"/>
                  </a:lnTo>
                  <a:lnTo>
                    <a:pt x="6358942" y="823027"/>
                  </a:lnTo>
                  <a:cubicBezTo>
                    <a:pt x="6265085" y="962781"/>
                    <a:pt x="6106141" y="1054664"/>
                    <a:pt x="5925861" y="1054664"/>
                  </a:cubicBezTo>
                  <a:lnTo>
                    <a:pt x="5164099" y="1054664"/>
                  </a:lnTo>
                  <a:lnTo>
                    <a:pt x="5164099" y="1054665"/>
                  </a:lnTo>
                  <a:lnTo>
                    <a:pt x="5022417" y="1054665"/>
                  </a:lnTo>
                  <a:lnTo>
                    <a:pt x="3649530" y="1054665"/>
                  </a:lnTo>
                  <a:lnTo>
                    <a:pt x="1968075" y="1054665"/>
                  </a:lnTo>
                  <a:cubicBezTo>
                    <a:pt x="1787795" y="1054665"/>
                    <a:pt x="1628850" y="962782"/>
                    <a:pt x="1534993" y="823028"/>
                  </a:cubicBezTo>
                  <a:lnTo>
                    <a:pt x="1526052" y="806457"/>
                  </a:lnTo>
                  <a:lnTo>
                    <a:pt x="1494680" y="775526"/>
                  </a:lnTo>
                  <a:cubicBezTo>
                    <a:pt x="1424458" y="718834"/>
                    <a:pt x="1339803" y="685731"/>
                    <a:pt x="1248678" y="685731"/>
                  </a:cubicBezTo>
                  <a:cubicBezTo>
                    <a:pt x="1157554" y="685731"/>
                    <a:pt x="1072900" y="718834"/>
                    <a:pt x="1002677" y="775526"/>
                  </a:cubicBezTo>
                  <a:lnTo>
                    <a:pt x="968113" y="809606"/>
                  </a:lnTo>
                  <a:lnTo>
                    <a:pt x="961765" y="821301"/>
                  </a:lnTo>
                  <a:cubicBezTo>
                    <a:pt x="867279" y="961159"/>
                    <a:pt x="707268" y="1053112"/>
                    <a:pt x="525780" y="1053112"/>
                  </a:cubicBezTo>
                  <a:cubicBezTo>
                    <a:pt x="235400" y="1053112"/>
                    <a:pt x="0" y="817712"/>
                    <a:pt x="0" y="527332"/>
                  </a:cubicBezTo>
                  <a:cubicBezTo>
                    <a:pt x="0" y="236952"/>
                    <a:pt x="235400" y="1552"/>
                    <a:pt x="525780" y="1552"/>
                  </a:cubicBezTo>
                  <a:cubicBezTo>
                    <a:pt x="707268" y="1552"/>
                    <a:pt x="867279" y="93505"/>
                    <a:pt x="961765" y="233364"/>
                  </a:cubicBezTo>
                  <a:lnTo>
                    <a:pt x="968115" y="245063"/>
                  </a:lnTo>
                  <a:lnTo>
                    <a:pt x="1002677" y="279139"/>
                  </a:lnTo>
                  <a:cubicBezTo>
                    <a:pt x="1072900" y="335831"/>
                    <a:pt x="1157554" y="368934"/>
                    <a:pt x="1248678" y="368934"/>
                  </a:cubicBezTo>
                  <a:cubicBezTo>
                    <a:pt x="1339803" y="368934"/>
                    <a:pt x="1424458" y="335831"/>
                    <a:pt x="1494680" y="279139"/>
                  </a:cubicBezTo>
                  <a:lnTo>
                    <a:pt x="1526054" y="248206"/>
                  </a:lnTo>
                  <a:lnTo>
                    <a:pt x="1534993" y="231639"/>
                  </a:lnTo>
                  <a:cubicBezTo>
                    <a:pt x="1628850" y="91886"/>
                    <a:pt x="1787795" y="2"/>
                    <a:pt x="1968075" y="2"/>
                  </a:cubicBezTo>
                  <a:lnTo>
                    <a:pt x="2871503" y="2"/>
                  </a:lnTo>
                  <a:cubicBezTo>
                    <a:pt x="2871508" y="1"/>
                    <a:pt x="2871512" y="1"/>
                    <a:pt x="2871517" y="0"/>
                  </a:cubicBezTo>
                  <a:close/>
                </a:path>
              </a:pathLst>
            </a:custGeom>
            <a:solidFill>
              <a:schemeClr val="tx2"/>
            </a:solidFill>
            <a:ln w="0" cap="flat">
              <a:noFill/>
              <a:prstDash val="solid"/>
              <a:miter/>
            </a:ln>
          </p:spPr>
          <p:txBody>
            <a:bodyPr wrap="square" rtlCol="0" anchor="ctr">
              <a:noAutofit/>
            </a:bodyPr>
            <a:lstStyle/>
            <a:p>
              <a:endParaRPr lang="en-US" sz="1400"/>
            </a:p>
          </p:txBody>
        </p:sp>
        <p:sp>
          <p:nvSpPr>
            <p:cNvPr id="70" name="Freeform 6">
              <a:extLst>
                <a:ext uri="{FF2B5EF4-FFF2-40B4-BE49-F238E27FC236}">
                  <a16:creationId xmlns:a16="http://schemas.microsoft.com/office/drawing/2014/main" id="{EDB75704-2B45-99C9-BBE6-1A6C48A28E24}"/>
                </a:ext>
              </a:extLst>
            </p:cNvPr>
            <p:cNvSpPr/>
            <p:nvPr/>
          </p:nvSpPr>
          <p:spPr>
            <a:xfrm>
              <a:off x="3668413" y="3774964"/>
              <a:ext cx="4855177" cy="906484"/>
            </a:xfrm>
            <a:custGeom>
              <a:avLst/>
              <a:gdLst>
                <a:gd name="connsiteX0" fmla="*/ 695865 w 767249"/>
                <a:gd name="connsiteY0" fmla="*/ 0 h 143249"/>
                <a:gd name="connsiteX1" fmla="*/ 767250 w 767249"/>
                <a:gd name="connsiteY1" fmla="*/ 71360 h 143249"/>
                <a:gd name="connsiteX2" fmla="*/ 767250 w 767249"/>
                <a:gd name="connsiteY2" fmla="*/ 71889 h 143249"/>
                <a:gd name="connsiteX3" fmla="*/ 695865 w 767249"/>
                <a:gd name="connsiteY3" fmla="*/ 143249 h 143249"/>
                <a:gd name="connsiteX4" fmla="*/ 71385 w 767249"/>
                <a:gd name="connsiteY4" fmla="*/ 143249 h 143249"/>
                <a:gd name="connsiteX5" fmla="*/ 0 w 767249"/>
                <a:gd name="connsiteY5" fmla="*/ 71889 h 143249"/>
                <a:gd name="connsiteX6" fmla="*/ 0 w 767249"/>
                <a:gd name="connsiteY6" fmla="*/ 71360 h 143249"/>
                <a:gd name="connsiteX7" fmla="*/ 71385 w 767249"/>
                <a:gd name="connsiteY7" fmla="*/ 0 h 14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249" h="143249">
                  <a:moveTo>
                    <a:pt x="695865" y="0"/>
                  </a:moveTo>
                  <a:cubicBezTo>
                    <a:pt x="735290" y="0"/>
                    <a:pt x="767250" y="31949"/>
                    <a:pt x="767250" y="71360"/>
                  </a:cubicBezTo>
                  <a:lnTo>
                    <a:pt x="767250" y="71889"/>
                  </a:lnTo>
                  <a:cubicBezTo>
                    <a:pt x="767250" y="111300"/>
                    <a:pt x="735290" y="143249"/>
                    <a:pt x="695865" y="143249"/>
                  </a:cubicBezTo>
                  <a:lnTo>
                    <a:pt x="71385" y="143249"/>
                  </a:lnTo>
                  <a:cubicBezTo>
                    <a:pt x="31960" y="143249"/>
                    <a:pt x="0" y="111300"/>
                    <a:pt x="0" y="71889"/>
                  </a:cubicBezTo>
                  <a:lnTo>
                    <a:pt x="0" y="71360"/>
                  </a:lnTo>
                  <a:cubicBezTo>
                    <a:pt x="0" y="31949"/>
                    <a:pt x="31960" y="0"/>
                    <a:pt x="71385" y="0"/>
                  </a:cubicBezTo>
                  <a:close/>
                </a:path>
              </a:pathLst>
            </a:custGeom>
            <a:solidFill>
              <a:schemeClr val="accent4">
                <a:lumMod val="40000"/>
                <a:lumOff val="60000"/>
              </a:schemeClr>
            </a:solidFill>
            <a:ln w="0" cap="flat">
              <a:noFill/>
              <a:prstDash val="solid"/>
              <a:miter/>
            </a:ln>
          </p:spPr>
          <p:txBody>
            <a:bodyPr rtlCol="0" anchor="ctr"/>
            <a:lstStyle/>
            <a:p>
              <a:endParaRPr lang="en-US" sz="1400"/>
            </a:p>
          </p:txBody>
        </p:sp>
        <p:sp>
          <p:nvSpPr>
            <p:cNvPr id="71" name="Oval 70">
              <a:extLst>
                <a:ext uri="{FF2B5EF4-FFF2-40B4-BE49-F238E27FC236}">
                  <a16:creationId xmlns:a16="http://schemas.microsoft.com/office/drawing/2014/main" id="{2D2AB7A8-8E21-6464-6F3A-D4A5053012C1}"/>
                </a:ext>
              </a:extLst>
            </p:cNvPr>
            <p:cNvSpPr/>
            <p:nvPr/>
          </p:nvSpPr>
          <p:spPr>
            <a:xfrm>
              <a:off x="9063947" y="3774965"/>
              <a:ext cx="906483" cy="906483"/>
            </a:xfrm>
            <a:prstGeom prst="ellipse">
              <a:avLst/>
            </a:prstGeom>
            <a:solidFill>
              <a:schemeClr val="accent4"/>
            </a:solidFill>
            <a:ln w="0" cap="flat">
              <a:noFill/>
              <a:prstDash val="solid"/>
              <a:miter/>
            </a:ln>
          </p:spPr>
          <p:txBody>
            <a:bodyPr rtlCol="0" anchor="ctr"/>
            <a:lstStyle/>
            <a:p>
              <a:endParaRPr lang="en-US" sz="1400"/>
            </a:p>
          </p:txBody>
        </p:sp>
        <p:sp>
          <p:nvSpPr>
            <p:cNvPr id="72" name="Oval 71">
              <a:extLst>
                <a:ext uri="{FF2B5EF4-FFF2-40B4-BE49-F238E27FC236}">
                  <a16:creationId xmlns:a16="http://schemas.microsoft.com/office/drawing/2014/main" id="{35220C50-C33B-B450-6687-886B9A55E7F0}"/>
                </a:ext>
              </a:extLst>
            </p:cNvPr>
            <p:cNvSpPr/>
            <p:nvPr/>
          </p:nvSpPr>
          <p:spPr>
            <a:xfrm>
              <a:off x="2223886" y="3774965"/>
              <a:ext cx="906483" cy="906483"/>
            </a:xfrm>
            <a:prstGeom prst="ellipse">
              <a:avLst/>
            </a:prstGeom>
            <a:solidFill>
              <a:schemeClr val="accent4"/>
            </a:solidFill>
            <a:ln w="0" cap="flat">
              <a:noFill/>
              <a:prstDash val="solid"/>
              <a:miter/>
            </a:ln>
          </p:spPr>
          <p:txBody>
            <a:bodyPr rtlCol="0" anchor="ctr"/>
            <a:lstStyle/>
            <a:p>
              <a:pPr algn="ctr"/>
              <a:r>
                <a:rPr lang="en-US" sz="2400" b="1">
                  <a:solidFill>
                    <a:schemeClr val="bg2"/>
                  </a:solidFill>
                </a:rPr>
                <a:t>03</a:t>
              </a:r>
            </a:p>
          </p:txBody>
        </p:sp>
        <p:grpSp>
          <p:nvGrpSpPr>
            <p:cNvPr id="73" name="Group 72">
              <a:extLst>
                <a:ext uri="{FF2B5EF4-FFF2-40B4-BE49-F238E27FC236}">
                  <a16:creationId xmlns:a16="http://schemas.microsoft.com/office/drawing/2014/main" id="{30EBDD8F-CA74-873A-1254-346064DC9FED}"/>
                </a:ext>
              </a:extLst>
            </p:cNvPr>
            <p:cNvGrpSpPr/>
            <p:nvPr/>
          </p:nvGrpSpPr>
          <p:grpSpPr>
            <a:xfrm>
              <a:off x="3962386" y="3759609"/>
              <a:ext cx="4267228" cy="848745"/>
              <a:chOff x="8921977" y="1525461"/>
              <a:chExt cx="2926080" cy="848745"/>
            </a:xfrm>
          </p:grpSpPr>
          <p:sp>
            <p:nvSpPr>
              <p:cNvPr id="75" name="TextBox 74">
                <a:extLst>
                  <a:ext uri="{FF2B5EF4-FFF2-40B4-BE49-F238E27FC236}">
                    <a16:creationId xmlns:a16="http://schemas.microsoft.com/office/drawing/2014/main" id="{686ACE86-B98E-0576-D536-2C56BD9802FA}"/>
                  </a:ext>
                </a:extLst>
              </p:cNvPr>
              <p:cNvSpPr txBox="1"/>
              <p:nvPr/>
            </p:nvSpPr>
            <p:spPr>
              <a:xfrm>
                <a:off x="8921977" y="1525461"/>
                <a:ext cx="2926080" cy="448325"/>
              </a:xfrm>
              <a:prstGeom prst="rect">
                <a:avLst/>
              </a:prstGeom>
              <a:noFill/>
            </p:spPr>
            <p:txBody>
              <a:bodyPr wrap="square" lIns="0" rIns="0" rtlCol="0" anchor="b">
                <a:spAutoFit/>
              </a:bodyPr>
              <a:lstStyle/>
              <a:p>
                <a:pPr algn="ctr"/>
                <a:r>
                  <a:rPr lang="en-US" sz="2000" b="1" noProof="1"/>
                  <a:t>Lorem Ipsum</a:t>
                </a:r>
              </a:p>
            </p:txBody>
          </p:sp>
          <p:sp>
            <p:nvSpPr>
              <p:cNvPr id="76" name="TextBox 75">
                <a:extLst>
                  <a:ext uri="{FF2B5EF4-FFF2-40B4-BE49-F238E27FC236}">
                    <a16:creationId xmlns:a16="http://schemas.microsoft.com/office/drawing/2014/main" id="{1F7A3548-C131-812D-873C-F9C70CE8121E}"/>
                  </a:ext>
                </a:extLst>
              </p:cNvPr>
              <p:cNvSpPr txBox="1"/>
              <p:nvPr/>
            </p:nvSpPr>
            <p:spPr>
              <a:xfrm>
                <a:off x="8921977" y="1925881"/>
                <a:ext cx="2926080" cy="448325"/>
              </a:xfrm>
              <a:prstGeom prst="rect">
                <a:avLst/>
              </a:prstGeom>
              <a:noFill/>
            </p:spPr>
            <p:txBody>
              <a:bodyPr wrap="square" lIns="0" rIns="0" rtlCol="0" anchor="t">
                <a:spAutoFit/>
              </a:bodyPr>
              <a:lstStyle/>
              <a:p>
                <a:pPr algn="ctr"/>
                <a:r>
                  <a:rPr lang="en-US" sz="1000" noProof="1"/>
                  <a:t>Lorem ipsum dolor sit amet, nibh est. A magna maecenas, quam magna nec quis, lorem nunc. Suspendisse viverra sodales mauris.</a:t>
                </a:r>
              </a:p>
            </p:txBody>
          </p:sp>
        </p:grpSp>
        <p:pic>
          <p:nvPicPr>
            <p:cNvPr id="74" name="Graphic 73" descr="Hourglass 60% with solid fill">
              <a:extLst>
                <a:ext uri="{FF2B5EF4-FFF2-40B4-BE49-F238E27FC236}">
                  <a16:creationId xmlns:a16="http://schemas.microsoft.com/office/drawing/2014/main" id="{51B29BA1-5078-4161-2037-22A48E9865B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p:blipFill>
          <p:spPr>
            <a:xfrm>
              <a:off x="9259071" y="3970089"/>
              <a:ext cx="516235" cy="516235"/>
            </a:xfrm>
            <a:prstGeom prst="rect">
              <a:avLst/>
            </a:prstGeom>
          </p:spPr>
        </p:pic>
      </p:grpSp>
      <p:grpSp>
        <p:nvGrpSpPr>
          <p:cNvPr id="21" name="Group 20">
            <a:extLst>
              <a:ext uri="{FF2B5EF4-FFF2-40B4-BE49-F238E27FC236}">
                <a16:creationId xmlns:a16="http://schemas.microsoft.com/office/drawing/2014/main" id="{932A980A-3742-5097-D436-E4A9D1C0EA43}"/>
              </a:ext>
            </a:extLst>
          </p:cNvPr>
          <p:cNvGrpSpPr/>
          <p:nvPr/>
        </p:nvGrpSpPr>
        <p:grpSpPr>
          <a:xfrm>
            <a:off x="2573508" y="4948006"/>
            <a:ext cx="7044984" cy="941242"/>
            <a:chOff x="2149033" y="4877601"/>
            <a:chExt cx="7893935" cy="1054665"/>
          </a:xfrm>
        </p:grpSpPr>
        <p:sp>
          <p:nvSpPr>
            <p:cNvPr id="14" name="Freeform: Shape 13">
              <a:extLst>
                <a:ext uri="{FF2B5EF4-FFF2-40B4-BE49-F238E27FC236}">
                  <a16:creationId xmlns:a16="http://schemas.microsoft.com/office/drawing/2014/main" id="{B87DFB78-1D79-735F-2D5E-5BB986F52FF6}"/>
                </a:ext>
              </a:extLst>
            </p:cNvPr>
            <p:cNvSpPr/>
            <p:nvPr/>
          </p:nvSpPr>
          <p:spPr>
            <a:xfrm>
              <a:off x="2149033" y="4877601"/>
              <a:ext cx="7893935" cy="1054665"/>
            </a:xfrm>
            <a:custGeom>
              <a:avLst/>
              <a:gdLst>
                <a:gd name="connsiteX0" fmla="*/ 2871517 w 7893935"/>
                <a:gd name="connsiteY0" fmla="*/ 0 h 1054665"/>
                <a:gd name="connsiteX1" fmla="*/ 3649530 w 7893935"/>
                <a:gd name="connsiteY1" fmla="*/ 0 h 1054665"/>
                <a:gd name="connsiteX2" fmla="*/ 5925861 w 7893935"/>
                <a:gd name="connsiteY2" fmla="*/ 0 h 1054665"/>
                <a:gd name="connsiteX3" fmla="*/ 6358942 w 7893935"/>
                <a:gd name="connsiteY3" fmla="*/ 231638 h 1054665"/>
                <a:gd name="connsiteX4" fmla="*/ 6367880 w 7893935"/>
                <a:gd name="connsiteY4" fmla="*/ 248204 h 1054665"/>
                <a:gd name="connsiteX5" fmla="*/ 6399256 w 7893935"/>
                <a:gd name="connsiteY5" fmla="*/ 279139 h 1054665"/>
                <a:gd name="connsiteX6" fmla="*/ 6645257 w 7893935"/>
                <a:gd name="connsiteY6" fmla="*/ 368934 h 1054665"/>
                <a:gd name="connsiteX7" fmla="*/ 6891259 w 7893935"/>
                <a:gd name="connsiteY7" fmla="*/ 279139 h 1054665"/>
                <a:gd name="connsiteX8" fmla="*/ 6925818 w 7893935"/>
                <a:gd name="connsiteY8" fmla="*/ 245066 h 1054665"/>
                <a:gd name="connsiteX9" fmla="*/ 6932170 w 7893935"/>
                <a:gd name="connsiteY9" fmla="*/ 233364 h 1054665"/>
                <a:gd name="connsiteX10" fmla="*/ 7368155 w 7893935"/>
                <a:gd name="connsiteY10" fmla="*/ 1552 h 1054665"/>
                <a:gd name="connsiteX11" fmla="*/ 7893935 w 7893935"/>
                <a:gd name="connsiteY11" fmla="*/ 527332 h 1054665"/>
                <a:gd name="connsiteX12" fmla="*/ 7368155 w 7893935"/>
                <a:gd name="connsiteY12" fmla="*/ 1053112 h 1054665"/>
                <a:gd name="connsiteX13" fmla="*/ 6932170 w 7893935"/>
                <a:gd name="connsiteY13" fmla="*/ 821301 h 1054665"/>
                <a:gd name="connsiteX14" fmla="*/ 6925820 w 7893935"/>
                <a:gd name="connsiteY14" fmla="*/ 809601 h 1054665"/>
                <a:gd name="connsiteX15" fmla="*/ 6891259 w 7893935"/>
                <a:gd name="connsiteY15" fmla="*/ 775526 h 1054665"/>
                <a:gd name="connsiteX16" fmla="*/ 6645257 w 7893935"/>
                <a:gd name="connsiteY16" fmla="*/ 685731 h 1054665"/>
                <a:gd name="connsiteX17" fmla="*/ 6399256 w 7893935"/>
                <a:gd name="connsiteY17" fmla="*/ 775526 h 1054665"/>
                <a:gd name="connsiteX18" fmla="*/ 6367880 w 7893935"/>
                <a:gd name="connsiteY18" fmla="*/ 806463 h 1054665"/>
                <a:gd name="connsiteX19" fmla="*/ 6358942 w 7893935"/>
                <a:gd name="connsiteY19" fmla="*/ 823027 h 1054665"/>
                <a:gd name="connsiteX20" fmla="*/ 5925861 w 7893935"/>
                <a:gd name="connsiteY20" fmla="*/ 1054664 h 1054665"/>
                <a:gd name="connsiteX21" fmla="*/ 5164099 w 7893935"/>
                <a:gd name="connsiteY21" fmla="*/ 1054664 h 1054665"/>
                <a:gd name="connsiteX22" fmla="*/ 5164099 w 7893935"/>
                <a:gd name="connsiteY22" fmla="*/ 1054665 h 1054665"/>
                <a:gd name="connsiteX23" fmla="*/ 5022417 w 7893935"/>
                <a:gd name="connsiteY23" fmla="*/ 1054665 h 1054665"/>
                <a:gd name="connsiteX24" fmla="*/ 3649530 w 7893935"/>
                <a:gd name="connsiteY24" fmla="*/ 1054665 h 1054665"/>
                <a:gd name="connsiteX25" fmla="*/ 1968075 w 7893935"/>
                <a:gd name="connsiteY25" fmla="*/ 1054665 h 1054665"/>
                <a:gd name="connsiteX26" fmla="*/ 1534993 w 7893935"/>
                <a:gd name="connsiteY26" fmla="*/ 823028 h 1054665"/>
                <a:gd name="connsiteX27" fmla="*/ 1526052 w 7893935"/>
                <a:gd name="connsiteY27" fmla="*/ 806457 h 1054665"/>
                <a:gd name="connsiteX28" fmla="*/ 1494680 w 7893935"/>
                <a:gd name="connsiteY28" fmla="*/ 775526 h 1054665"/>
                <a:gd name="connsiteX29" fmla="*/ 1248678 w 7893935"/>
                <a:gd name="connsiteY29" fmla="*/ 685731 h 1054665"/>
                <a:gd name="connsiteX30" fmla="*/ 1002677 w 7893935"/>
                <a:gd name="connsiteY30" fmla="*/ 775526 h 1054665"/>
                <a:gd name="connsiteX31" fmla="*/ 968113 w 7893935"/>
                <a:gd name="connsiteY31" fmla="*/ 809606 h 1054665"/>
                <a:gd name="connsiteX32" fmla="*/ 961765 w 7893935"/>
                <a:gd name="connsiteY32" fmla="*/ 821301 h 1054665"/>
                <a:gd name="connsiteX33" fmla="*/ 525780 w 7893935"/>
                <a:gd name="connsiteY33" fmla="*/ 1053112 h 1054665"/>
                <a:gd name="connsiteX34" fmla="*/ 0 w 7893935"/>
                <a:gd name="connsiteY34" fmla="*/ 527332 h 1054665"/>
                <a:gd name="connsiteX35" fmla="*/ 525780 w 7893935"/>
                <a:gd name="connsiteY35" fmla="*/ 1552 h 1054665"/>
                <a:gd name="connsiteX36" fmla="*/ 961765 w 7893935"/>
                <a:gd name="connsiteY36" fmla="*/ 233364 h 1054665"/>
                <a:gd name="connsiteX37" fmla="*/ 968115 w 7893935"/>
                <a:gd name="connsiteY37" fmla="*/ 245063 h 1054665"/>
                <a:gd name="connsiteX38" fmla="*/ 1002677 w 7893935"/>
                <a:gd name="connsiteY38" fmla="*/ 279139 h 1054665"/>
                <a:gd name="connsiteX39" fmla="*/ 1248678 w 7893935"/>
                <a:gd name="connsiteY39" fmla="*/ 368934 h 1054665"/>
                <a:gd name="connsiteX40" fmla="*/ 1494680 w 7893935"/>
                <a:gd name="connsiteY40" fmla="*/ 279139 h 1054665"/>
                <a:gd name="connsiteX41" fmla="*/ 1526054 w 7893935"/>
                <a:gd name="connsiteY41" fmla="*/ 248206 h 1054665"/>
                <a:gd name="connsiteX42" fmla="*/ 1534993 w 7893935"/>
                <a:gd name="connsiteY42" fmla="*/ 231639 h 1054665"/>
                <a:gd name="connsiteX43" fmla="*/ 1968075 w 7893935"/>
                <a:gd name="connsiteY43" fmla="*/ 2 h 1054665"/>
                <a:gd name="connsiteX44" fmla="*/ 2871503 w 7893935"/>
                <a:gd name="connsiteY44" fmla="*/ 2 h 1054665"/>
                <a:gd name="connsiteX45" fmla="*/ 2871517 w 7893935"/>
                <a:gd name="connsiteY45" fmla="*/ 0 h 10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893935" h="1054665">
                  <a:moveTo>
                    <a:pt x="2871517" y="0"/>
                  </a:moveTo>
                  <a:lnTo>
                    <a:pt x="3649530" y="0"/>
                  </a:lnTo>
                  <a:lnTo>
                    <a:pt x="5925861" y="0"/>
                  </a:lnTo>
                  <a:cubicBezTo>
                    <a:pt x="6106141" y="0"/>
                    <a:pt x="6265085" y="91885"/>
                    <a:pt x="6358942" y="231638"/>
                  </a:cubicBezTo>
                  <a:lnTo>
                    <a:pt x="6367880" y="248204"/>
                  </a:lnTo>
                  <a:lnTo>
                    <a:pt x="6399256" y="279139"/>
                  </a:lnTo>
                  <a:cubicBezTo>
                    <a:pt x="6469478" y="335831"/>
                    <a:pt x="6554133" y="368934"/>
                    <a:pt x="6645257" y="368934"/>
                  </a:cubicBezTo>
                  <a:cubicBezTo>
                    <a:pt x="6736382" y="368934"/>
                    <a:pt x="6821036" y="335831"/>
                    <a:pt x="6891259" y="279139"/>
                  </a:cubicBezTo>
                  <a:lnTo>
                    <a:pt x="6925818" y="245066"/>
                  </a:lnTo>
                  <a:lnTo>
                    <a:pt x="6932170" y="233364"/>
                  </a:lnTo>
                  <a:cubicBezTo>
                    <a:pt x="7026657" y="93505"/>
                    <a:pt x="7186667" y="1552"/>
                    <a:pt x="7368155" y="1552"/>
                  </a:cubicBezTo>
                  <a:cubicBezTo>
                    <a:pt x="7658535" y="1552"/>
                    <a:pt x="7893935" y="236952"/>
                    <a:pt x="7893935" y="527332"/>
                  </a:cubicBezTo>
                  <a:cubicBezTo>
                    <a:pt x="7893935" y="817712"/>
                    <a:pt x="7658535" y="1053112"/>
                    <a:pt x="7368155" y="1053112"/>
                  </a:cubicBezTo>
                  <a:cubicBezTo>
                    <a:pt x="7186667" y="1053112"/>
                    <a:pt x="7026657" y="961159"/>
                    <a:pt x="6932170" y="821301"/>
                  </a:cubicBezTo>
                  <a:lnTo>
                    <a:pt x="6925820" y="809601"/>
                  </a:lnTo>
                  <a:lnTo>
                    <a:pt x="6891259" y="775526"/>
                  </a:lnTo>
                  <a:cubicBezTo>
                    <a:pt x="6821037" y="718834"/>
                    <a:pt x="6736382" y="685731"/>
                    <a:pt x="6645257" y="685731"/>
                  </a:cubicBezTo>
                  <a:cubicBezTo>
                    <a:pt x="6554133" y="685731"/>
                    <a:pt x="6469478" y="718834"/>
                    <a:pt x="6399256" y="775526"/>
                  </a:cubicBezTo>
                  <a:lnTo>
                    <a:pt x="6367880" y="806463"/>
                  </a:lnTo>
                  <a:lnTo>
                    <a:pt x="6358942" y="823027"/>
                  </a:lnTo>
                  <a:cubicBezTo>
                    <a:pt x="6265085" y="962781"/>
                    <a:pt x="6106141" y="1054664"/>
                    <a:pt x="5925861" y="1054664"/>
                  </a:cubicBezTo>
                  <a:lnTo>
                    <a:pt x="5164099" y="1054664"/>
                  </a:lnTo>
                  <a:lnTo>
                    <a:pt x="5164099" y="1054665"/>
                  </a:lnTo>
                  <a:lnTo>
                    <a:pt x="5022417" y="1054665"/>
                  </a:lnTo>
                  <a:lnTo>
                    <a:pt x="3649530" y="1054665"/>
                  </a:lnTo>
                  <a:lnTo>
                    <a:pt x="1968075" y="1054665"/>
                  </a:lnTo>
                  <a:cubicBezTo>
                    <a:pt x="1787795" y="1054665"/>
                    <a:pt x="1628850" y="962782"/>
                    <a:pt x="1534993" y="823028"/>
                  </a:cubicBezTo>
                  <a:lnTo>
                    <a:pt x="1526052" y="806457"/>
                  </a:lnTo>
                  <a:lnTo>
                    <a:pt x="1494680" y="775526"/>
                  </a:lnTo>
                  <a:cubicBezTo>
                    <a:pt x="1424458" y="718834"/>
                    <a:pt x="1339803" y="685731"/>
                    <a:pt x="1248678" y="685731"/>
                  </a:cubicBezTo>
                  <a:cubicBezTo>
                    <a:pt x="1157554" y="685731"/>
                    <a:pt x="1072900" y="718834"/>
                    <a:pt x="1002677" y="775526"/>
                  </a:cubicBezTo>
                  <a:lnTo>
                    <a:pt x="968113" y="809606"/>
                  </a:lnTo>
                  <a:lnTo>
                    <a:pt x="961765" y="821301"/>
                  </a:lnTo>
                  <a:cubicBezTo>
                    <a:pt x="867279" y="961159"/>
                    <a:pt x="707268" y="1053112"/>
                    <a:pt x="525780" y="1053112"/>
                  </a:cubicBezTo>
                  <a:cubicBezTo>
                    <a:pt x="235400" y="1053112"/>
                    <a:pt x="0" y="817712"/>
                    <a:pt x="0" y="527332"/>
                  </a:cubicBezTo>
                  <a:cubicBezTo>
                    <a:pt x="0" y="236952"/>
                    <a:pt x="235400" y="1552"/>
                    <a:pt x="525780" y="1552"/>
                  </a:cubicBezTo>
                  <a:cubicBezTo>
                    <a:pt x="707268" y="1552"/>
                    <a:pt x="867279" y="93505"/>
                    <a:pt x="961765" y="233364"/>
                  </a:cubicBezTo>
                  <a:lnTo>
                    <a:pt x="968115" y="245063"/>
                  </a:lnTo>
                  <a:lnTo>
                    <a:pt x="1002677" y="279139"/>
                  </a:lnTo>
                  <a:cubicBezTo>
                    <a:pt x="1072900" y="335831"/>
                    <a:pt x="1157554" y="368934"/>
                    <a:pt x="1248678" y="368934"/>
                  </a:cubicBezTo>
                  <a:cubicBezTo>
                    <a:pt x="1339803" y="368934"/>
                    <a:pt x="1424458" y="335831"/>
                    <a:pt x="1494680" y="279139"/>
                  </a:cubicBezTo>
                  <a:lnTo>
                    <a:pt x="1526054" y="248206"/>
                  </a:lnTo>
                  <a:lnTo>
                    <a:pt x="1534993" y="231639"/>
                  </a:lnTo>
                  <a:cubicBezTo>
                    <a:pt x="1628850" y="91886"/>
                    <a:pt x="1787795" y="2"/>
                    <a:pt x="1968075" y="2"/>
                  </a:cubicBezTo>
                  <a:lnTo>
                    <a:pt x="2871503" y="2"/>
                  </a:lnTo>
                  <a:cubicBezTo>
                    <a:pt x="2871508" y="1"/>
                    <a:pt x="2871512" y="1"/>
                    <a:pt x="2871517" y="0"/>
                  </a:cubicBezTo>
                  <a:close/>
                </a:path>
              </a:pathLst>
            </a:custGeom>
            <a:solidFill>
              <a:schemeClr val="tx2"/>
            </a:solidFill>
            <a:ln w="0" cap="flat">
              <a:noFill/>
              <a:prstDash val="solid"/>
              <a:miter/>
            </a:ln>
          </p:spPr>
          <p:txBody>
            <a:bodyPr wrap="square" rtlCol="0" anchor="ctr">
              <a:noAutofit/>
            </a:bodyPr>
            <a:lstStyle/>
            <a:p>
              <a:endParaRPr lang="en-US" sz="1400"/>
            </a:p>
          </p:txBody>
        </p:sp>
        <p:sp>
          <p:nvSpPr>
            <p:cNvPr id="79" name="Freeform 6">
              <a:extLst>
                <a:ext uri="{FF2B5EF4-FFF2-40B4-BE49-F238E27FC236}">
                  <a16:creationId xmlns:a16="http://schemas.microsoft.com/office/drawing/2014/main" id="{FAE095C9-8E52-B65C-A708-A376BBE7C4A8}"/>
                </a:ext>
              </a:extLst>
            </p:cNvPr>
            <p:cNvSpPr/>
            <p:nvPr/>
          </p:nvSpPr>
          <p:spPr>
            <a:xfrm>
              <a:off x="3668413" y="4951691"/>
              <a:ext cx="4855177" cy="906484"/>
            </a:xfrm>
            <a:custGeom>
              <a:avLst/>
              <a:gdLst>
                <a:gd name="connsiteX0" fmla="*/ 695865 w 767249"/>
                <a:gd name="connsiteY0" fmla="*/ 0 h 143249"/>
                <a:gd name="connsiteX1" fmla="*/ 767250 w 767249"/>
                <a:gd name="connsiteY1" fmla="*/ 71360 h 143249"/>
                <a:gd name="connsiteX2" fmla="*/ 767250 w 767249"/>
                <a:gd name="connsiteY2" fmla="*/ 71889 h 143249"/>
                <a:gd name="connsiteX3" fmla="*/ 695865 w 767249"/>
                <a:gd name="connsiteY3" fmla="*/ 143249 h 143249"/>
                <a:gd name="connsiteX4" fmla="*/ 71385 w 767249"/>
                <a:gd name="connsiteY4" fmla="*/ 143249 h 143249"/>
                <a:gd name="connsiteX5" fmla="*/ 0 w 767249"/>
                <a:gd name="connsiteY5" fmla="*/ 71889 h 143249"/>
                <a:gd name="connsiteX6" fmla="*/ 0 w 767249"/>
                <a:gd name="connsiteY6" fmla="*/ 71360 h 143249"/>
                <a:gd name="connsiteX7" fmla="*/ 71385 w 767249"/>
                <a:gd name="connsiteY7" fmla="*/ 0 h 14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249" h="143249">
                  <a:moveTo>
                    <a:pt x="695865" y="0"/>
                  </a:moveTo>
                  <a:cubicBezTo>
                    <a:pt x="735290" y="0"/>
                    <a:pt x="767250" y="31949"/>
                    <a:pt x="767250" y="71360"/>
                  </a:cubicBezTo>
                  <a:lnTo>
                    <a:pt x="767250" y="71889"/>
                  </a:lnTo>
                  <a:cubicBezTo>
                    <a:pt x="767250" y="111300"/>
                    <a:pt x="735290" y="143249"/>
                    <a:pt x="695865" y="143249"/>
                  </a:cubicBezTo>
                  <a:lnTo>
                    <a:pt x="71385" y="143249"/>
                  </a:lnTo>
                  <a:cubicBezTo>
                    <a:pt x="31960" y="143249"/>
                    <a:pt x="0" y="111300"/>
                    <a:pt x="0" y="71889"/>
                  </a:cubicBezTo>
                  <a:lnTo>
                    <a:pt x="0" y="71360"/>
                  </a:lnTo>
                  <a:cubicBezTo>
                    <a:pt x="0" y="31949"/>
                    <a:pt x="31960" y="0"/>
                    <a:pt x="71385" y="0"/>
                  </a:cubicBezTo>
                  <a:close/>
                </a:path>
              </a:pathLst>
            </a:custGeom>
            <a:solidFill>
              <a:schemeClr val="accent2">
                <a:lumMod val="40000"/>
                <a:lumOff val="60000"/>
              </a:schemeClr>
            </a:solidFill>
            <a:ln w="0" cap="flat">
              <a:noFill/>
              <a:prstDash val="solid"/>
              <a:miter/>
            </a:ln>
          </p:spPr>
          <p:txBody>
            <a:bodyPr rtlCol="0" anchor="ctr"/>
            <a:lstStyle/>
            <a:p>
              <a:endParaRPr lang="en-US" sz="1400"/>
            </a:p>
          </p:txBody>
        </p:sp>
        <p:sp>
          <p:nvSpPr>
            <p:cNvPr id="80" name="Oval 79">
              <a:extLst>
                <a:ext uri="{FF2B5EF4-FFF2-40B4-BE49-F238E27FC236}">
                  <a16:creationId xmlns:a16="http://schemas.microsoft.com/office/drawing/2014/main" id="{DCE79EE8-A0DF-6199-C5FA-96B44E23FD59}"/>
                </a:ext>
              </a:extLst>
            </p:cNvPr>
            <p:cNvSpPr/>
            <p:nvPr/>
          </p:nvSpPr>
          <p:spPr>
            <a:xfrm>
              <a:off x="9063947" y="4951692"/>
              <a:ext cx="906483" cy="906483"/>
            </a:xfrm>
            <a:prstGeom prst="ellipse">
              <a:avLst/>
            </a:prstGeom>
            <a:solidFill>
              <a:schemeClr val="accent2"/>
            </a:solidFill>
            <a:ln w="0" cap="flat">
              <a:noFill/>
              <a:prstDash val="solid"/>
              <a:miter/>
            </a:ln>
          </p:spPr>
          <p:txBody>
            <a:bodyPr rtlCol="0" anchor="ctr"/>
            <a:lstStyle/>
            <a:p>
              <a:endParaRPr lang="en-US" sz="1400"/>
            </a:p>
          </p:txBody>
        </p:sp>
        <p:sp>
          <p:nvSpPr>
            <p:cNvPr id="81" name="Oval 80">
              <a:extLst>
                <a:ext uri="{FF2B5EF4-FFF2-40B4-BE49-F238E27FC236}">
                  <a16:creationId xmlns:a16="http://schemas.microsoft.com/office/drawing/2014/main" id="{DCD4B467-D6F0-4101-3C34-47AD598A7364}"/>
                </a:ext>
              </a:extLst>
            </p:cNvPr>
            <p:cNvSpPr/>
            <p:nvPr/>
          </p:nvSpPr>
          <p:spPr>
            <a:xfrm>
              <a:off x="2223886" y="4951692"/>
              <a:ext cx="906483" cy="906483"/>
            </a:xfrm>
            <a:prstGeom prst="ellipse">
              <a:avLst/>
            </a:prstGeom>
            <a:solidFill>
              <a:schemeClr val="accent2"/>
            </a:solidFill>
            <a:ln w="0" cap="flat">
              <a:noFill/>
              <a:prstDash val="solid"/>
              <a:miter/>
            </a:ln>
          </p:spPr>
          <p:txBody>
            <a:bodyPr rtlCol="0" anchor="ctr"/>
            <a:lstStyle/>
            <a:p>
              <a:pPr algn="ctr"/>
              <a:r>
                <a:rPr lang="en-US" sz="2400" b="1">
                  <a:solidFill>
                    <a:schemeClr val="tx1">
                      <a:lumMod val="85000"/>
                      <a:lumOff val="15000"/>
                    </a:schemeClr>
                  </a:solidFill>
                </a:rPr>
                <a:t>04</a:t>
              </a:r>
            </a:p>
          </p:txBody>
        </p:sp>
        <p:grpSp>
          <p:nvGrpSpPr>
            <p:cNvPr id="82" name="Group 81">
              <a:extLst>
                <a:ext uri="{FF2B5EF4-FFF2-40B4-BE49-F238E27FC236}">
                  <a16:creationId xmlns:a16="http://schemas.microsoft.com/office/drawing/2014/main" id="{14DA71FA-916D-0C89-843B-9934E4E9FD61}"/>
                </a:ext>
              </a:extLst>
            </p:cNvPr>
            <p:cNvGrpSpPr/>
            <p:nvPr/>
          </p:nvGrpSpPr>
          <p:grpSpPr>
            <a:xfrm>
              <a:off x="3962386" y="4936336"/>
              <a:ext cx="4267228" cy="848745"/>
              <a:chOff x="8921977" y="1525461"/>
              <a:chExt cx="2926080" cy="848745"/>
            </a:xfrm>
          </p:grpSpPr>
          <p:sp>
            <p:nvSpPr>
              <p:cNvPr id="84" name="TextBox 83">
                <a:extLst>
                  <a:ext uri="{FF2B5EF4-FFF2-40B4-BE49-F238E27FC236}">
                    <a16:creationId xmlns:a16="http://schemas.microsoft.com/office/drawing/2014/main" id="{CE880A2A-2BCD-DE84-84B0-7580611E8FA8}"/>
                  </a:ext>
                </a:extLst>
              </p:cNvPr>
              <p:cNvSpPr txBox="1"/>
              <p:nvPr/>
            </p:nvSpPr>
            <p:spPr>
              <a:xfrm>
                <a:off x="8921977" y="1525461"/>
                <a:ext cx="2926080" cy="448325"/>
              </a:xfrm>
              <a:prstGeom prst="rect">
                <a:avLst/>
              </a:prstGeom>
              <a:noFill/>
            </p:spPr>
            <p:txBody>
              <a:bodyPr wrap="square" lIns="0" rIns="0" rtlCol="0" anchor="b">
                <a:spAutoFit/>
              </a:bodyPr>
              <a:lstStyle/>
              <a:p>
                <a:pPr algn="ctr"/>
                <a:r>
                  <a:rPr lang="en-US" sz="2000" b="1" noProof="1"/>
                  <a:t>Lorem Ipsum</a:t>
                </a:r>
              </a:p>
            </p:txBody>
          </p:sp>
          <p:sp>
            <p:nvSpPr>
              <p:cNvPr id="85" name="TextBox 84">
                <a:extLst>
                  <a:ext uri="{FF2B5EF4-FFF2-40B4-BE49-F238E27FC236}">
                    <a16:creationId xmlns:a16="http://schemas.microsoft.com/office/drawing/2014/main" id="{7A430C46-74D1-FFEA-D0BB-0BA3AF2FB145}"/>
                  </a:ext>
                </a:extLst>
              </p:cNvPr>
              <p:cNvSpPr txBox="1"/>
              <p:nvPr/>
            </p:nvSpPr>
            <p:spPr>
              <a:xfrm>
                <a:off x="8921977" y="1925881"/>
                <a:ext cx="2926080" cy="448325"/>
              </a:xfrm>
              <a:prstGeom prst="rect">
                <a:avLst/>
              </a:prstGeom>
              <a:noFill/>
            </p:spPr>
            <p:txBody>
              <a:bodyPr wrap="square" lIns="0" rIns="0" rtlCol="0" anchor="t">
                <a:spAutoFit/>
              </a:bodyPr>
              <a:lstStyle/>
              <a:p>
                <a:pPr algn="ctr"/>
                <a:r>
                  <a:rPr lang="en-US" sz="1000" noProof="1"/>
                  <a:t>Lorem ipsum dolor sit amet, nibh est. A magna maecenas, quam magna nec quis, lorem nunc. Suspendisse viverra sodales mauris.</a:t>
                </a:r>
              </a:p>
            </p:txBody>
          </p:sp>
        </p:grpSp>
        <p:pic>
          <p:nvPicPr>
            <p:cNvPr id="83" name="Graphic 82" descr="Magnifying glass with solid fill">
              <a:extLst>
                <a:ext uri="{FF2B5EF4-FFF2-40B4-BE49-F238E27FC236}">
                  <a16:creationId xmlns:a16="http://schemas.microsoft.com/office/drawing/2014/main" id="{F3F7A6EB-1E39-F750-D0C0-7781D71F91D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a:stretch/>
          </p:blipFill>
          <p:spPr>
            <a:xfrm>
              <a:off x="9259071" y="5146816"/>
              <a:ext cx="516235" cy="516235"/>
            </a:xfrm>
            <a:prstGeom prst="rect">
              <a:avLst/>
            </a:prstGeom>
          </p:spPr>
        </p:pic>
      </p:grpSp>
    </p:spTree>
    <p:extLst>
      <p:ext uri="{BB962C8B-B14F-4D97-AF65-F5344CB8AC3E}">
        <p14:creationId xmlns:p14="http://schemas.microsoft.com/office/powerpoint/2010/main" val="337991068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580C8BCD-3973-FA57-5DD5-F05E35F9233E}"/>
              </a:ext>
            </a:extLst>
          </p:cNvPr>
          <p:cNvGrpSpPr/>
          <p:nvPr/>
        </p:nvGrpSpPr>
        <p:grpSpPr>
          <a:xfrm>
            <a:off x="1989595" y="1125382"/>
            <a:ext cx="8212810" cy="1099315"/>
            <a:chOff x="1989595" y="1240929"/>
            <a:chExt cx="8212810" cy="1099315"/>
          </a:xfrm>
        </p:grpSpPr>
        <p:sp>
          <p:nvSpPr>
            <p:cNvPr id="4" name="Rectangle 3">
              <a:extLst>
                <a:ext uri="{FF2B5EF4-FFF2-40B4-BE49-F238E27FC236}">
                  <a16:creationId xmlns:a16="http://schemas.microsoft.com/office/drawing/2014/main" id="{0942B04A-3F2A-F378-6D74-C0AF3958FFB7}"/>
                </a:ext>
              </a:extLst>
            </p:cNvPr>
            <p:cNvSpPr/>
            <p:nvPr/>
          </p:nvSpPr>
          <p:spPr>
            <a:xfrm>
              <a:off x="2956947" y="1333386"/>
              <a:ext cx="6346556" cy="914400"/>
            </a:xfrm>
            <a:prstGeom prst="rect">
              <a:avLst/>
            </a:prstGeom>
            <a:solidFill>
              <a:schemeClr val="bg1"/>
            </a:solidFill>
            <a:ln>
              <a:noFill/>
            </a:ln>
            <a:effectLst>
              <a:outerShdw blurRad="165100" dist="38100" dir="2700000" algn="tl" rotWithShape="0">
                <a:prstClr val="black">
                  <a:alpha val="3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2">
              <a:extLst>
                <a:ext uri="{FF2B5EF4-FFF2-40B4-BE49-F238E27FC236}">
                  <a16:creationId xmlns:a16="http://schemas.microsoft.com/office/drawing/2014/main" id="{AD2DE4D8-EE90-B271-3203-0A74A481AB86}"/>
                </a:ext>
              </a:extLst>
            </p:cNvPr>
            <p:cNvSpPr/>
            <p:nvPr/>
          </p:nvSpPr>
          <p:spPr>
            <a:xfrm>
              <a:off x="1989595" y="1240929"/>
              <a:ext cx="1573552" cy="1099315"/>
            </a:xfrm>
            <a:custGeom>
              <a:avLst/>
              <a:gdLst>
                <a:gd name="connsiteX0" fmla="*/ 0 w 1720311"/>
                <a:gd name="connsiteY0" fmla="*/ 182826 h 1096935"/>
                <a:gd name="connsiteX1" fmla="*/ 182826 w 1720311"/>
                <a:gd name="connsiteY1" fmla="*/ 0 h 1096935"/>
                <a:gd name="connsiteX2" fmla="*/ 1537485 w 1720311"/>
                <a:gd name="connsiteY2" fmla="*/ 0 h 1096935"/>
                <a:gd name="connsiteX3" fmla="*/ 1720311 w 1720311"/>
                <a:gd name="connsiteY3" fmla="*/ 182826 h 1096935"/>
                <a:gd name="connsiteX4" fmla="*/ 1720311 w 1720311"/>
                <a:gd name="connsiteY4" fmla="*/ 914109 h 1096935"/>
                <a:gd name="connsiteX5" fmla="*/ 1537485 w 1720311"/>
                <a:gd name="connsiteY5" fmla="*/ 1096935 h 1096935"/>
                <a:gd name="connsiteX6" fmla="*/ 182826 w 1720311"/>
                <a:gd name="connsiteY6" fmla="*/ 1096935 h 1096935"/>
                <a:gd name="connsiteX7" fmla="*/ 0 w 1720311"/>
                <a:gd name="connsiteY7" fmla="*/ 914109 h 1096935"/>
                <a:gd name="connsiteX8" fmla="*/ 0 w 1720311"/>
                <a:gd name="connsiteY8" fmla="*/ 182826 h 109693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720311 w 1720311"/>
                <a:gd name="connsiteY4" fmla="*/ 914109 h 1099315"/>
                <a:gd name="connsiteX5" fmla="*/ 1537485 w 1720311"/>
                <a:gd name="connsiteY5" fmla="*/ 1096935 h 1099315"/>
                <a:gd name="connsiteX6" fmla="*/ 1097796 w 1720311"/>
                <a:gd name="connsiteY6" fmla="*/ 1099315 h 1099315"/>
                <a:gd name="connsiteX7" fmla="*/ 182826 w 1720311"/>
                <a:gd name="connsiteY7" fmla="*/ 1096935 h 1099315"/>
                <a:gd name="connsiteX8" fmla="*/ 0 w 1720311"/>
                <a:gd name="connsiteY8" fmla="*/ 914109 h 1099315"/>
                <a:gd name="connsiteX9" fmla="*/ 0 w 1720311"/>
                <a:gd name="connsiteY9" fmla="*/ 182826 h 109931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720311 w 1720311"/>
                <a:gd name="connsiteY4" fmla="*/ 914109 h 1099315"/>
                <a:gd name="connsiteX5" fmla="*/ 1097796 w 1720311"/>
                <a:gd name="connsiteY5" fmla="*/ 1099315 h 1099315"/>
                <a:gd name="connsiteX6" fmla="*/ 182826 w 1720311"/>
                <a:gd name="connsiteY6" fmla="*/ 1096935 h 1099315"/>
                <a:gd name="connsiteX7" fmla="*/ 0 w 1720311"/>
                <a:gd name="connsiteY7" fmla="*/ 914109 h 1099315"/>
                <a:gd name="connsiteX8" fmla="*/ 0 w 1720311"/>
                <a:gd name="connsiteY8" fmla="*/ 182826 h 109931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097796 w 1720311"/>
                <a:gd name="connsiteY4" fmla="*/ 1099315 h 1099315"/>
                <a:gd name="connsiteX5" fmla="*/ 182826 w 1720311"/>
                <a:gd name="connsiteY5" fmla="*/ 1096935 h 1099315"/>
                <a:gd name="connsiteX6" fmla="*/ 0 w 1720311"/>
                <a:gd name="connsiteY6" fmla="*/ 914109 h 1099315"/>
                <a:gd name="connsiteX7" fmla="*/ 0 w 1720311"/>
                <a:gd name="connsiteY7" fmla="*/ 182826 h 1099315"/>
                <a:gd name="connsiteX0" fmla="*/ 0 w 1573552"/>
                <a:gd name="connsiteY0" fmla="*/ 182826 h 1099315"/>
                <a:gd name="connsiteX1" fmla="*/ 182826 w 1573552"/>
                <a:gd name="connsiteY1" fmla="*/ 0 h 1099315"/>
                <a:gd name="connsiteX2" fmla="*/ 1537485 w 1573552"/>
                <a:gd name="connsiteY2" fmla="*/ 0 h 1099315"/>
                <a:gd name="connsiteX3" fmla="*/ 1097796 w 1573552"/>
                <a:gd name="connsiteY3" fmla="*/ 1099315 h 1099315"/>
                <a:gd name="connsiteX4" fmla="*/ 182826 w 1573552"/>
                <a:gd name="connsiteY4" fmla="*/ 1096935 h 1099315"/>
                <a:gd name="connsiteX5" fmla="*/ 0 w 1573552"/>
                <a:gd name="connsiteY5" fmla="*/ 914109 h 1099315"/>
                <a:gd name="connsiteX6" fmla="*/ 0 w 1573552"/>
                <a:gd name="connsiteY6" fmla="*/ 182826 h 109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3552" h="1099315">
                  <a:moveTo>
                    <a:pt x="0" y="182826"/>
                  </a:moveTo>
                  <a:cubicBezTo>
                    <a:pt x="0" y="81854"/>
                    <a:pt x="81854" y="0"/>
                    <a:pt x="182826" y="0"/>
                  </a:cubicBezTo>
                  <a:lnTo>
                    <a:pt x="1537485" y="0"/>
                  </a:lnTo>
                  <a:cubicBezTo>
                    <a:pt x="1689980" y="183219"/>
                    <a:pt x="1323572" y="916493"/>
                    <a:pt x="1097796" y="1099315"/>
                  </a:cubicBezTo>
                  <a:lnTo>
                    <a:pt x="182826" y="1096935"/>
                  </a:lnTo>
                  <a:cubicBezTo>
                    <a:pt x="81854" y="1096935"/>
                    <a:pt x="0" y="1015081"/>
                    <a:pt x="0" y="914109"/>
                  </a:cubicBezTo>
                  <a:lnTo>
                    <a:pt x="0" y="182826"/>
                  </a:lnTo>
                  <a:close/>
                </a:path>
              </a:pathLst>
            </a:custGeom>
            <a:ln/>
          </p:spPr>
          <p:style>
            <a:lnRef idx="1">
              <a:schemeClr val="accent1"/>
            </a:lnRef>
            <a:fillRef idx="3">
              <a:schemeClr val="accent1"/>
            </a:fillRef>
            <a:effectRef idx="2">
              <a:schemeClr val="accent1"/>
            </a:effectRef>
            <a:fontRef idx="minor">
              <a:schemeClr val="lt1"/>
            </a:fontRef>
          </p:style>
          <p:txBody>
            <a:bodyPr lIns="457200" rtlCol="0" anchor="ctr"/>
            <a:lstStyle/>
            <a:p>
              <a:r>
                <a:rPr lang="en-US" sz="4000" b="1">
                  <a:effectLst>
                    <a:outerShdw blurRad="38100" dist="38100" dir="2700000" algn="tl">
                      <a:srgbClr val="000000">
                        <a:alpha val="43137"/>
                      </a:srgbClr>
                    </a:outerShdw>
                  </a:effectLst>
                </a:rPr>
                <a:t>01</a:t>
              </a:r>
            </a:p>
          </p:txBody>
        </p:sp>
        <p:sp>
          <p:nvSpPr>
            <p:cNvPr id="6" name="Rectangle: Rounded Corners 5">
              <a:extLst>
                <a:ext uri="{FF2B5EF4-FFF2-40B4-BE49-F238E27FC236}">
                  <a16:creationId xmlns:a16="http://schemas.microsoft.com/office/drawing/2014/main" id="{3B39328B-7D55-3B66-2640-FBF50E766B30}"/>
                </a:ext>
              </a:extLst>
            </p:cNvPr>
            <p:cNvSpPr/>
            <p:nvPr/>
          </p:nvSpPr>
          <p:spPr>
            <a:xfrm>
              <a:off x="9105125" y="1240929"/>
              <a:ext cx="1097280" cy="1096935"/>
            </a:xfrm>
            <a:prstGeom prst="roundRect">
              <a:avLst/>
            </a:prstGeom>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8E5DF0AC-8D1D-EFB0-739F-3E523E0FE385}"/>
                </a:ext>
              </a:extLst>
            </p:cNvPr>
            <p:cNvGrpSpPr/>
            <p:nvPr/>
          </p:nvGrpSpPr>
          <p:grpSpPr>
            <a:xfrm>
              <a:off x="3759611" y="1330176"/>
              <a:ext cx="5149050" cy="849797"/>
              <a:chOff x="8921977" y="1313174"/>
              <a:chExt cx="2926080" cy="849797"/>
            </a:xfrm>
          </p:grpSpPr>
          <p:sp>
            <p:nvSpPr>
              <p:cNvPr id="9" name="TextBox 8">
                <a:extLst>
                  <a:ext uri="{FF2B5EF4-FFF2-40B4-BE49-F238E27FC236}">
                    <a16:creationId xmlns:a16="http://schemas.microsoft.com/office/drawing/2014/main" id="{B59D3B59-31DD-FA8E-B60F-9FC1E82B7586}"/>
                  </a:ext>
                </a:extLst>
              </p:cNvPr>
              <p:cNvSpPr txBox="1"/>
              <p:nvPr/>
            </p:nvSpPr>
            <p:spPr>
              <a:xfrm>
                <a:off x="8921977" y="1313174"/>
                <a:ext cx="2926080" cy="461665"/>
              </a:xfrm>
              <a:prstGeom prst="rect">
                <a:avLst/>
              </a:prstGeom>
              <a:noFill/>
            </p:spPr>
            <p:txBody>
              <a:bodyPr wrap="square" lIns="0" rIns="0" rtlCol="0" anchor="b">
                <a:spAutoFit/>
              </a:bodyPr>
              <a:lstStyle/>
              <a:p>
                <a:r>
                  <a:rPr lang="en-US" sz="2400" b="1" noProof="1"/>
                  <a:t>Lorem Ipsum</a:t>
                </a:r>
              </a:p>
            </p:txBody>
          </p:sp>
          <p:sp>
            <p:nvSpPr>
              <p:cNvPr id="10" name="TextBox 9">
                <a:extLst>
                  <a:ext uri="{FF2B5EF4-FFF2-40B4-BE49-F238E27FC236}">
                    <a16:creationId xmlns:a16="http://schemas.microsoft.com/office/drawing/2014/main" id="{77AD8E9E-7389-E44D-05B9-7CF429B6A05C}"/>
                  </a:ext>
                </a:extLst>
              </p:cNvPr>
              <p:cNvSpPr txBox="1"/>
              <p:nvPr/>
            </p:nvSpPr>
            <p:spPr>
              <a:xfrm>
                <a:off x="8921977" y="1701306"/>
                <a:ext cx="2926080" cy="461665"/>
              </a:xfrm>
              <a:prstGeom prst="rect">
                <a:avLst/>
              </a:prstGeom>
              <a:noFill/>
            </p:spPr>
            <p:txBody>
              <a:bodyPr wrap="square" lIns="0" rIns="0" rtlCol="0" anchor="t">
                <a:spAutoFit/>
              </a:bodyPr>
              <a:lstStyle/>
              <a:p>
                <a:pPr algn="just"/>
                <a:r>
                  <a:rPr lang="en-US" sz="1200" noProof="1">
                    <a:solidFill>
                      <a:schemeClr val="tx1">
                        <a:lumMod val="65000"/>
                        <a:lumOff val="35000"/>
                      </a:schemeClr>
                    </a:solidFill>
                  </a:rPr>
                  <a:t>Lorem ipsum dolor sit amet, nibh est. A magna maecenas, quam magna nec quis, lorem nunc. Suspendisse viverra sodales mauris, cras pharetra proin egestas arcu. </a:t>
                </a:r>
              </a:p>
            </p:txBody>
          </p:sp>
        </p:grpSp>
        <p:pic>
          <p:nvPicPr>
            <p:cNvPr id="8" name="Graphic 7" descr="Rocket with solid fill">
              <a:extLst>
                <a:ext uri="{FF2B5EF4-FFF2-40B4-BE49-F238E27FC236}">
                  <a16:creationId xmlns:a16="http://schemas.microsoft.com/office/drawing/2014/main" id="{8C2B1CA9-88CE-B496-8FCB-1964E20D82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286100" y="1421731"/>
              <a:ext cx="735331" cy="735331"/>
            </a:xfrm>
            <a:prstGeom prst="rect">
              <a:avLst/>
            </a:prstGeom>
          </p:spPr>
        </p:pic>
      </p:grpSp>
      <p:grpSp>
        <p:nvGrpSpPr>
          <p:cNvPr id="11" name="Group 10">
            <a:extLst>
              <a:ext uri="{FF2B5EF4-FFF2-40B4-BE49-F238E27FC236}">
                <a16:creationId xmlns:a16="http://schemas.microsoft.com/office/drawing/2014/main" id="{C3E58E1D-B7A8-F3B3-8B07-24132EB79A6C}"/>
              </a:ext>
            </a:extLst>
          </p:cNvPr>
          <p:cNvGrpSpPr/>
          <p:nvPr/>
        </p:nvGrpSpPr>
        <p:grpSpPr>
          <a:xfrm>
            <a:off x="1989595" y="2372837"/>
            <a:ext cx="8212810" cy="1099315"/>
            <a:chOff x="1989595" y="1240929"/>
            <a:chExt cx="8212810" cy="1099315"/>
          </a:xfrm>
        </p:grpSpPr>
        <p:sp>
          <p:nvSpPr>
            <p:cNvPr id="12" name="Rectangle 11">
              <a:extLst>
                <a:ext uri="{FF2B5EF4-FFF2-40B4-BE49-F238E27FC236}">
                  <a16:creationId xmlns:a16="http://schemas.microsoft.com/office/drawing/2014/main" id="{3025E47B-7BA6-2551-5E90-F9C54166E37F}"/>
                </a:ext>
              </a:extLst>
            </p:cNvPr>
            <p:cNvSpPr/>
            <p:nvPr/>
          </p:nvSpPr>
          <p:spPr>
            <a:xfrm>
              <a:off x="2956947" y="1333386"/>
              <a:ext cx="6346556" cy="914400"/>
            </a:xfrm>
            <a:prstGeom prst="rect">
              <a:avLst/>
            </a:prstGeom>
            <a:solidFill>
              <a:schemeClr val="bg1"/>
            </a:solidFill>
            <a:ln>
              <a:noFill/>
            </a:ln>
            <a:effectLst>
              <a:outerShdw blurRad="165100" dist="38100" dir="2700000" algn="tl" rotWithShape="0">
                <a:prstClr val="black">
                  <a:alpha val="3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2">
              <a:extLst>
                <a:ext uri="{FF2B5EF4-FFF2-40B4-BE49-F238E27FC236}">
                  <a16:creationId xmlns:a16="http://schemas.microsoft.com/office/drawing/2014/main" id="{DBAE9930-EFA8-8461-1EB6-E03F67394C5B}"/>
                </a:ext>
              </a:extLst>
            </p:cNvPr>
            <p:cNvSpPr/>
            <p:nvPr/>
          </p:nvSpPr>
          <p:spPr>
            <a:xfrm>
              <a:off x="1989595" y="1240929"/>
              <a:ext cx="1573552" cy="1099315"/>
            </a:xfrm>
            <a:custGeom>
              <a:avLst/>
              <a:gdLst>
                <a:gd name="connsiteX0" fmla="*/ 0 w 1720311"/>
                <a:gd name="connsiteY0" fmla="*/ 182826 h 1096935"/>
                <a:gd name="connsiteX1" fmla="*/ 182826 w 1720311"/>
                <a:gd name="connsiteY1" fmla="*/ 0 h 1096935"/>
                <a:gd name="connsiteX2" fmla="*/ 1537485 w 1720311"/>
                <a:gd name="connsiteY2" fmla="*/ 0 h 1096935"/>
                <a:gd name="connsiteX3" fmla="*/ 1720311 w 1720311"/>
                <a:gd name="connsiteY3" fmla="*/ 182826 h 1096935"/>
                <a:gd name="connsiteX4" fmla="*/ 1720311 w 1720311"/>
                <a:gd name="connsiteY4" fmla="*/ 914109 h 1096935"/>
                <a:gd name="connsiteX5" fmla="*/ 1537485 w 1720311"/>
                <a:gd name="connsiteY5" fmla="*/ 1096935 h 1096935"/>
                <a:gd name="connsiteX6" fmla="*/ 182826 w 1720311"/>
                <a:gd name="connsiteY6" fmla="*/ 1096935 h 1096935"/>
                <a:gd name="connsiteX7" fmla="*/ 0 w 1720311"/>
                <a:gd name="connsiteY7" fmla="*/ 914109 h 1096935"/>
                <a:gd name="connsiteX8" fmla="*/ 0 w 1720311"/>
                <a:gd name="connsiteY8" fmla="*/ 182826 h 109693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720311 w 1720311"/>
                <a:gd name="connsiteY4" fmla="*/ 914109 h 1099315"/>
                <a:gd name="connsiteX5" fmla="*/ 1537485 w 1720311"/>
                <a:gd name="connsiteY5" fmla="*/ 1096935 h 1099315"/>
                <a:gd name="connsiteX6" fmla="*/ 1097796 w 1720311"/>
                <a:gd name="connsiteY6" fmla="*/ 1099315 h 1099315"/>
                <a:gd name="connsiteX7" fmla="*/ 182826 w 1720311"/>
                <a:gd name="connsiteY7" fmla="*/ 1096935 h 1099315"/>
                <a:gd name="connsiteX8" fmla="*/ 0 w 1720311"/>
                <a:gd name="connsiteY8" fmla="*/ 914109 h 1099315"/>
                <a:gd name="connsiteX9" fmla="*/ 0 w 1720311"/>
                <a:gd name="connsiteY9" fmla="*/ 182826 h 109931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720311 w 1720311"/>
                <a:gd name="connsiteY4" fmla="*/ 914109 h 1099315"/>
                <a:gd name="connsiteX5" fmla="*/ 1097796 w 1720311"/>
                <a:gd name="connsiteY5" fmla="*/ 1099315 h 1099315"/>
                <a:gd name="connsiteX6" fmla="*/ 182826 w 1720311"/>
                <a:gd name="connsiteY6" fmla="*/ 1096935 h 1099315"/>
                <a:gd name="connsiteX7" fmla="*/ 0 w 1720311"/>
                <a:gd name="connsiteY7" fmla="*/ 914109 h 1099315"/>
                <a:gd name="connsiteX8" fmla="*/ 0 w 1720311"/>
                <a:gd name="connsiteY8" fmla="*/ 182826 h 109931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097796 w 1720311"/>
                <a:gd name="connsiteY4" fmla="*/ 1099315 h 1099315"/>
                <a:gd name="connsiteX5" fmla="*/ 182826 w 1720311"/>
                <a:gd name="connsiteY5" fmla="*/ 1096935 h 1099315"/>
                <a:gd name="connsiteX6" fmla="*/ 0 w 1720311"/>
                <a:gd name="connsiteY6" fmla="*/ 914109 h 1099315"/>
                <a:gd name="connsiteX7" fmla="*/ 0 w 1720311"/>
                <a:gd name="connsiteY7" fmla="*/ 182826 h 1099315"/>
                <a:gd name="connsiteX0" fmla="*/ 0 w 1573552"/>
                <a:gd name="connsiteY0" fmla="*/ 182826 h 1099315"/>
                <a:gd name="connsiteX1" fmla="*/ 182826 w 1573552"/>
                <a:gd name="connsiteY1" fmla="*/ 0 h 1099315"/>
                <a:gd name="connsiteX2" fmla="*/ 1537485 w 1573552"/>
                <a:gd name="connsiteY2" fmla="*/ 0 h 1099315"/>
                <a:gd name="connsiteX3" fmla="*/ 1097796 w 1573552"/>
                <a:gd name="connsiteY3" fmla="*/ 1099315 h 1099315"/>
                <a:gd name="connsiteX4" fmla="*/ 182826 w 1573552"/>
                <a:gd name="connsiteY4" fmla="*/ 1096935 h 1099315"/>
                <a:gd name="connsiteX5" fmla="*/ 0 w 1573552"/>
                <a:gd name="connsiteY5" fmla="*/ 914109 h 1099315"/>
                <a:gd name="connsiteX6" fmla="*/ 0 w 1573552"/>
                <a:gd name="connsiteY6" fmla="*/ 182826 h 109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3552" h="1099315">
                  <a:moveTo>
                    <a:pt x="0" y="182826"/>
                  </a:moveTo>
                  <a:cubicBezTo>
                    <a:pt x="0" y="81854"/>
                    <a:pt x="81854" y="0"/>
                    <a:pt x="182826" y="0"/>
                  </a:cubicBezTo>
                  <a:lnTo>
                    <a:pt x="1537485" y="0"/>
                  </a:lnTo>
                  <a:cubicBezTo>
                    <a:pt x="1689980" y="183219"/>
                    <a:pt x="1323572" y="916493"/>
                    <a:pt x="1097796" y="1099315"/>
                  </a:cubicBezTo>
                  <a:lnTo>
                    <a:pt x="182826" y="1096935"/>
                  </a:lnTo>
                  <a:cubicBezTo>
                    <a:pt x="81854" y="1096935"/>
                    <a:pt x="0" y="1015081"/>
                    <a:pt x="0" y="914109"/>
                  </a:cubicBezTo>
                  <a:lnTo>
                    <a:pt x="0" y="182826"/>
                  </a:lnTo>
                  <a:close/>
                </a:path>
              </a:pathLst>
            </a:custGeom>
            <a:ln/>
          </p:spPr>
          <p:style>
            <a:lnRef idx="1">
              <a:schemeClr val="accent2"/>
            </a:lnRef>
            <a:fillRef idx="3">
              <a:schemeClr val="accent2"/>
            </a:fillRef>
            <a:effectRef idx="2">
              <a:schemeClr val="accent2"/>
            </a:effectRef>
            <a:fontRef idx="minor">
              <a:schemeClr val="lt1"/>
            </a:fontRef>
          </p:style>
          <p:txBody>
            <a:bodyPr lIns="457200" rtlCol="0" anchor="ctr"/>
            <a:lstStyle/>
            <a:p>
              <a:r>
                <a:rPr lang="en-US" sz="4000" b="1">
                  <a:effectLst>
                    <a:outerShdw blurRad="38100" dist="38100" dir="2700000" algn="tl">
                      <a:srgbClr val="000000">
                        <a:alpha val="43137"/>
                      </a:srgbClr>
                    </a:outerShdw>
                  </a:effectLst>
                </a:rPr>
                <a:t>02</a:t>
              </a:r>
            </a:p>
          </p:txBody>
        </p:sp>
        <p:sp>
          <p:nvSpPr>
            <p:cNvPr id="14" name="Rectangle: Rounded Corners 13">
              <a:extLst>
                <a:ext uri="{FF2B5EF4-FFF2-40B4-BE49-F238E27FC236}">
                  <a16:creationId xmlns:a16="http://schemas.microsoft.com/office/drawing/2014/main" id="{30C9C002-F3CD-C157-1CB0-DB45C68EDBD6}"/>
                </a:ext>
              </a:extLst>
            </p:cNvPr>
            <p:cNvSpPr/>
            <p:nvPr/>
          </p:nvSpPr>
          <p:spPr>
            <a:xfrm>
              <a:off x="9105125" y="1240929"/>
              <a:ext cx="1097280" cy="1096935"/>
            </a:xfrm>
            <a:prstGeom prst="roundRect">
              <a:avLst/>
            </a:pr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en-US"/>
            </a:p>
          </p:txBody>
        </p:sp>
        <p:grpSp>
          <p:nvGrpSpPr>
            <p:cNvPr id="15" name="Group 14">
              <a:extLst>
                <a:ext uri="{FF2B5EF4-FFF2-40B4-BE49-F238E27FC236}">
                  <a16:creationId xmlns:a16="http://schemas.microsoft.com/office/drawing/2014/main" id="{4B07DFE3-5750-4CD0-97BE-066871AE2755}"/>
                </a:ext>
              </a:extLst>
            </p:cNvPr>
            <p:cNvGrpSpPr/>
            <p:nvPr/>
          </p:nvGrpSpPr>
          <p:grpSpPr>
            <a:xfrm>
              <a:off x="3759611" y="1330176"/>
              <a:ext cx="5149050" cy="849797"/>
              <a:chOff x="8921977" y="1313174"/>
              <a:chExt cx="2926080" cy="849797"/>
            </a:xfrm>
          </p:grpSpPr>
          <p:sp>
            <p:nvSpPr>
              <p:cNvPr id="17" name="TextBox 16">
                <a:extLst>
                  <a:ext uri="{FF2B5EF4-FFF2-40B4-BE49-F238E27FC236}">
                    <a16:creationId xmlns:a16="http://schemas.microsoft.com/office/drawing/2014/main" id="{D48857E5-E9E4-D50B-045E-E2D5F47878CD}"/>
                  </a:ext>
                </a:extLst>
              </p:cNvPr>
              <p:cNvSpPr txBox="1"/>
              <p:nvPr/>
            </p:nvSpPr>
            <p:spPr>
              <a:xfrm>
                <a:off x="8921977" y="1313174"/>
                <a:ext cx="2926080" cy="461665"/>
              </a:xfrm>
              <a:prstGeom prst="rect">
                <a:avLst/>
              </a:prstGeom>
              <a:noFill/>
            </p:spPr>
            <p:txBody>
              <a:bodyPr wrap="square" lIns="0" rIns="0" rtlCol="0" anchor="b">
                <a:spAutoFit/>
              </a:bodyPr>
              <a:lstStyle/>
              <a:p>
                <a:r>
                  <a:rPr lang="en-US" sz="2400" b="1" noProof="1"/>
                  <a:t>Lorem Ipsum</a:t>
                </a:r>
              </a:p>
            </p:txBody>
          </p:sp>
          <p:sp>
            <p:nvSpPr>
              <p:cNvPr id="18" name="TextBox 17">
                <a:extLst>
                  <a:ext uri="{FF2B5EF4-FFF2-40B4-BE49-F238E27FC236}">
                    <a16:creationId xmlns:a16="http://schemas.microsoft.com/office/drawing/2014/main" id="{BD9A487C-B178-D8B6-6B95-3E4A4123B5E1}"/>
                  </a:ext>
                </a:extLst>
              </p:cNvPr>
              <p:cNvSpPr txBox="1"/>
              <p:nvPr/>
            </p:nvSpPr>
            <p:spPr>
              <a:xfrm>
                <a:off x="8921977" y="1701306"/>
                <a:ext cx="2926080" cy="461665"/>
              </a:xfrm>
              <a:prstGeom prst="rect">
                <a:avLst/>
              </a:prstGeom>
              <a:noFill/>
            </p:spPr>
            <p:txBody>
              <a:bodyPr wrap="square" lIns="0" rIns="0" rtlCol="0" anchor="t">
                <a:spAutoFit/>
              </a:bodyPr>
              <a:lstStyle/>
              <a:p>
                <a:pPr algn="just"/>
                <a:r>
                  <a:rPr lang="en-US" sz="1200" noProof="1">
                    <a:solidFill>
                      <a:schemeClr val="tx1">
                        <a:lumMod val="65000"/>
                        <a:lumOff val="35000"/>
                      </a:schemeClr>
                    </a:solidFill>
                  </a:rPr>
                  <a:t>Lorem ipsum dolor sit amet, nibh est. A magna maecenas, quam magna nec quis, lorem nunc. Suspendisse viverra sodales mauris, cras pharetra proin egestas arcu. </a:t>
                </a:r>
              </a:p>
            </p:txBody>
          </p:sp>
        </p:grpSp>
        <p:pic>
          <p:nvPicPr>
            <p:cNvPr id="16" name="Graphic 15" descr="Tools with solid fill">
              <a:extLst>
                <a:ext uri="{FF2B5EF4-FFF2-40B4-BE49-F238E27FC236}">
                  <a16:creationId xmlns:a16="http://schemas.microsoft.com/office/drawing/2014/main" id="{821604BE-E6F4-70C0-9049-7AE18D76CDC4}"/>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9286100" y="1421731"/>
              <a:ext cx="735331" cy="735331"/>
            </a:xfrm>
            <a:prstGeom prst="rect">
              <a:avLst/>
            </a:prstGeom>
          </p:spPr>
        </p:pic>
      </p:grpSp>
      <p:grpSp>
        <p:nvGrpSpPr>
          <p:cNvPr id="19" name="Group 18">
            <a:extLst>
              <a:ext uri="{FF2B5EF4-FFF2-40B4-BE49-F238E27FC236}">
                <a16:creationId xmlns:a16="http://schemas.microsoft.com/office/drawing/2014/main" id="{86D23F96-F3BE-84BE-74B0-1551EB5A0708}"/>
              </a:ext>
            </a:extLst>
          </p:cNvPr>
          <p:cNvGrpSpPr/>
          <p:nvPr/>
        </p:nvGrpSpPr>
        <p:grpSpPr>
          <a:xfrm>
            <a:off x="1989595" y="3620292"/>
            <a:ext cx="8212810" cy="1099315"/>
            <a:chOff x="1989595" y="1240929"/>
            <a:chExt cx="8212810" cy="1099315"/>
          </a:xfrm>
        </p:grpSpPr>
        <p:sp>
          <p:nvSpPr>
            <p:cNvPr id="20" name="Rectangle 19">
              <a:extLst>
                <a:ext uri="{FF2B5EF4-FFF2-40B4-BE49-F238E27FC236}">
                  <a16:creationId xmlns:a16="http://schemas.microsoft.com/office/drawing/2014/main" id="{79E069D7-793F-7F38-E4AD-E37645251E94}"/>
                </a:ext>
              </a:extLst>
            </p:cNvPr>
            <p:cNvSpPr/>
            <p:nvPr/>
          </p:nvSpPr>
          <p:spPr>
            <a:xfrm>
              <a:off x="2956947" y="1333386"/>
              <a:ext cx="6346556" cy="914400"/>
            </a:xfrm>
            <a:prstGeom prst="rect">
              <a:avLst/>
            </a:prstGeom>
            <a:solidFill>
              <a:schemeClr val="bg1"/>
            </a:solidFill>
            <a:ln>
              <a:noFill/>
            </a:ln>
            <a:effectLst>
              <a:outerShdw blurRad="165100" dist="38100" dir="2700000" algn="tl" rotWithShape="0">
                <a:prstClr val="black">
                  <a:alpha val="3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Rounded Corners 2">
              <a:extLst>
                <a:ext uri="{FF2B5EF4-FFF2-40B4-BE49-F238E27FC236}">
                  <a16:creationId xmlns:a16="http://schemas.microsoft.com/office/drawing/2014/main" id="{3BC20CBA-C402-2E1E-11C9-0DBEC7BE1446}"/>
                </a:ext>
              </a:extLst>
            </p:cNvPr>
            <p:cNvSpPr/>
            <p:nvPr/>
          </p:nvSpPr>
          <p:spPr>
            <a:xfrm>
              <a:off x="1989595" y="1240929"/>
              <a:ext cx="1573552" cy="1099315"/>
            </a:xfrm>
            <a:custGeom>
              <a:avLst/>
              <a:gdLst>
                <a:gd name="connsiteX0" fmla="*/ 0 w 1720311"/>
                <a:gd name="connsiteY0" fmla="*/ 182826 h 1096935"/>
                <a:gd name="connsiteX1" fmla="*/ 182826 w 1720311"/>
                <a:gd name="connsiteY1" fmla="*/ 0 h 1096935"/>
                <a:gd name="connsiteX2" fmla="*/ 1537485 w 1720311"/>
                <a:gd name="connsiteY2" fmla="*/ 0 h 1096935"/>
                <a:gd name="connsiteX3" fmla="*/ 1720311 w 1720311"/>
                <a:gd name="connsiteY3" fmla="*/ 182826 h 1096935"/>
                <a:gd name="connsiteX4" fmla="*/ 1720311 w 1720311"/>
                <a:gd name="connsiteY4" fmla="*/ 914109 h 1096935"/>
                <a:gd name="connsiteX5" fmla="*/ 1537485 w 1720311"/>
                <a:gd name="connsiteY5" fmla="*/ 1096935 h 1096935"/>
                <a:gd name="connsiteX6" fmla="*/ 182826 w 1720311"/>
                <a:gd name="connsiteY6" fmla="*/ 1096935 h 1096935"/>
                <a:gd name="connsiteX7" fmla="*/ 0 w 1720311"/>
                <a:gd name="connsiteY7" fmla="*/ 914109 h 1096935"/>
                <a:gd name="connsiteX8" fmla="*/ 0 w 1720311"/>
                <a:gd name="connsiteY8" fmla="*/ 182826 h 109693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720311 w 1720311"/>
                <a:gd name="connsiteY4" fmla="*/ 914109 h 1099315"/>
                <a:gd name="connsiteX5" fmla="*/ 1537485 w 1720311"/>
                <a:gd name="connsiteY5" fmla="*/ 1096935 h 1099315"/>
                <a:gd name="connsiteX6" fmla="*/ 1097796 w 1720311"/>
                <a:gd name="connsiteY6" fmla="*/ 1099315 h 1099315"/>
                <a:gd name="connsiteX7" fmla="*/ 182826 w 1720311"/>
                <a:gd name="connsiteY7" fmla="*/ 1096935 h 1099315"/>
                <a:gd name="connsiteX8" fmla="*/ 0 w 1720311"/>
                <a:gd name="connsiteY8" fmla="*/ 914109 h 1099315"/>
                <a:gd name="connsiteX9" fmla="*/ 0 w 1720311"/>
                <a:gd name="connsiteY9" fmla="*/ 182826 h 109931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720311 w 1720311"/>
                <a:gd name="connsiteY4" fmla="*/ 914109 h 1099315"/>
                <a:gd name="connsiteX5" fmla="*/ 1097796 w 1720311"/>
                <a:gd name="connsiteY5" fmla="*/ 1099315 h 1099315"/>
                <a:gd name="connsiteX6" fmla="*/ 182826 w 1720311"/>
                <a:gd name="connsiteY6" fmla="*/ 1096935 h 1099315"/>
                <a:gd name="connsiteX7" fmla="*/ 0 w 1720311"/>
                <a:gd name="connsiteY7" fmla="*/ 914109 h 1099315"/>
                <a:gd name="connsiteX8" fmla="*/ 0 w 1720311"/>
                <a:gd name="connsiteY8" fmla="*/ 182826 h 109931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097796 w 1720311"/>
                <a:gd name="connsiteY4" fmla="*/ 1099315 h 1099315"/>
                <a:gd name="connsiteX5" fmla="*/ 182826 w 1720311"/>
                <a:gd name="connsiteY5" fmla="*/ 1096935 h 1099315"/>
                <a:gd name="connsiteX6" fmla="*/ 0 w 1720311"/>
                <a:gd name="connsiteY6" fmla="*/ 914109 h 1099315"/>
                <a:gd name="connsiteX7" fmla="*/ 0 w 1720311"/>
                <a:gd name="connsiteY7" fmla="*/ 182826 h 1099315"/>
                <a:gd name="connsiteX0" fmla="*/ 0 w 1573552"/>
                <a:gd name="connsiteY0" fmla="*/ 182826 h 1099315"/>
                <a:gd name="connsiteX1" fmla="*/ 182826 w 1573552"/>
                <a:gd name="connsiteY1" fmla="*/ 0 h 1099315"/>
                <a:gd name="connsiteX2" fmla="*/ 1537485 w 1573552"/>
                <a:gd name="connsiteY2" fmla="*/ 0 h 1099315"/>
                <a:gd name="connsiteX3" fmla="*/ 1097796 w 1573552"/>
                <a:gd name="connsiteY3" fmla="*/ 1099315 h 1099315"/>
                <a:gd name="connsiteX4" fmla="*/ 182826 w 1573552"/>
                <a:gd name="connsiteY4" fmla="*/ 1096935 h 1099315"/>
                <a:gd name="connsiteX5" fmla="*/ 0 w 1573552"/>
                <a:gd name="connsiteY5" fmla="*/ 914109 h 1099315"/>
                <a:gd name="connsiteX6" fmla="*/ 0 w 1573552"/>
                <a:gd name="connsiteY6" fmla="*/ 182826 h 109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3552" h="1099315">
                  <a:moveTo>
                    <a:pt x="0" y="182826"/>
                  </a:moveTo>
                  <a:cubicBezTo>
                    <a:pt x="0" y="81854"/>
                    <a:pt x="81854" y="0"/>
                    <a:pt x="182826" y="0"/>
                  </a:cubicBezTo>
                  <a:lnTo>
                    <a:pt x="1537485" y="0"/>
                  </a:lnTo>
                  <a:cubicBezTo>
                    <a:pt x="1689980" y="183219"/>
                    <a:pt x="1323572" y="916493"/>
                    <a:pt x="1097796" y="1099315"/>
                  </a:cubicBezTo>
                  <a:lnTo>
                    <a:pt x="182826" y="1096935"/>
                  </a:lnTo>
                  <a:cubicBezTo>
                    <a:pt x="81854" y="1096935"/>
                    <a:pt x="0" y="1015081"/>
                    <a:pt x="0" y="914109"/>
                  </a:cubicBezTo>
                  <a:lnTo>
                    <a:pt x="0" y="182826"/>
                  </a:lnTo>
                  <a:close/>
                </a:path>
              </a:pathLst>
            </a:custGeom>
            <a:ln/>
          </p:spPr>
          <p:style>
            <a:lnRef idx="1">
              <a:schemeClr val="accent4"/>
            </a:lnRef>
            <a:fillRef idx="3">
              <a:schemeClr val="accent4"/>
            </a:fillRef>
            <a:effectRef idx="2">
              <a:schemeClr val="accent4"/>
            </a:effectRef>
            <a:fontRef idx="minor">
              <a:schemeClr val="lt1"/>
            </a:fontRef>
          </p:style>
          <p:txBody>
            <a:bodyPr lIns="457200" rtlCol="0" anchor="ctr"/>
            <a:lstStyle/>
            <a:p>
              <a:r>
                <a:rPr lang="en-US" sz="4000" b="1">
                  <a:effectLst>
                    <a:outerShdw blurRad="38100" dist="38100" dir="2700000" algn="tl">
                      <a:srgbClr val="000000">
                        <a:alpha val="43137"/>
                      </a:srgbClr>
                    </a:outerShdw>
                  </a:effectLst>
                </a:rPr>
                <a:t>03</a:t>
              </a:r>
            </a:p>
          </p:txBody>
        </p:sp>
        <p:sp>
          <p:nvSpPr>
            <p:cNvPr id="22" name="Rectangle: Rounded Corners 21">
              <a:extLst>
                <a:ext uri="{FF2B5EF4-FFF2-40B4-BE49-F238E27FC236}">
                  <a16:creationId xmlns:a16="http://schemas.microsoft.com/office/drawing/2014/main" id="{463FDAA7-E1E2-10C1-0BC0-8C521BBC5CA1}"/>
                </a:ext>
              </a:extLst>
            </p:cNvPr>
            <p:cNvSpPr/>
            <p:nvPr/>
          </p:nvSpPr>
          <p:spPr>
            <a:xfrm>
              <a:off x="9105125" y="1240929"/>
              <a:ext cx="1097280" cy="1096935"/>
            </a:xfrm>
            <a:prstGeom prst="roundRect">
              <a:avLst/>
            </a:prstGeom>
            <a:ln/>
          </p:spPr>
          <p:style>
            <a:lnRef idx="1">
              <a:schemeClr val="accent4"/>
            </a:lnRef>
            <a:fillRef idx="3">
              <a:schemeClr val="accent4"/>
            </a:fillRef>
            <a:effectRef idx="2">
              <a:schemeClr val="accent4"/>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E76EEB5F-679D-96A8-C6E3-720123CBB048}"/>
                </a:ext>
              </a:extLst>
            </p:cNvPr>
            <p:cNvGrpSpPr/>
            <p:nvPr/>
          </p:nvGrpSpPr>
          <p:grpSpPr>
            <a:xfrm>
              <a:off x="3759611" y="1330176"/>
              <a:ext cx="5149050" cy="849797"/>
              <a:chOff x="8921977" y="1313174"/>
              <a:chExt cx="2926080" cy="849797"/>
            </a:xfrm>
          </p:grpSpPr>
          <p:sp>
            <p:nvSpPr>
              <p:cNvPr id="25" name="TextBox 24">
                <a:extLst>
                  <a:ext uri="{FF2B5EF4-FFF2-40B4-BE49-F238E27FC236}">
                    <a16:creationId xmlns:a16="http://schemas.microsoft.com/office/drawing/2014/main" id="{44501BCE-FC2E-F788-3F57-12CE73E2FF10}"/>
                  </a:ext>
                </a:extLst>
              </p:cNvPr>
              <p:cNvSpPr txBox="1"/>
              <p:nvPr/>
            </p:nvSpPr>
            <p:spPr>
              <a:xfrm>
                <a:off x="8921977" y="1313174"/>
                <a:ext cx="2926080" cy="461665"/>
              </a:xfrm>
              <a:prstGeom prst="rect">
                <a:avLst/>
              </a:prstGeom>
              <a:noFill/>
            </p:spPr>
            <p:txBody>
              <a:bodyPr wrap="square" lIns="0" rIns="0" rtlCol="0" anchor="b">
                <a:spAutoFit/>
              </a:bodyPr>
              <a:lstStyle/>
              <a:p>
                <a:r>
                  <a:rPr lang="en-US" sz="2400" b="1" noProof="1"/>
                  <a:t>Lorem Ipsum</a:t>
                </a:r>
              </a:p>
            </p:txBody>
          </p:sp>
          <p:sp>
            <p:nvSpPr>
              <p:cNvPr id="26" name="TextBox 25">
                <a:extLst>
                  <a:ext uri="{FF2B5EF4-FFF2-40B4-BE49-F238E27FC236}">
                    <a16:creationId xmlns:a16="http://schemas.microsoft.com/office/drawing/2014/main" id="{E9CE4A0E-D4EE-81C9-40AA-E2375CB717CD}"/>
                  </a:ext>
                </a:extLst>
              </p:cNvPr>
              <p:cNvSpPr txBox="1"/>
              <p:nvPr/>
            </p:nvSpPr>
            <p:spPr>
              <a:xfrm>
                <a:off x="8921977" y="1701306"/>
                <a:ext cx="2926080" cy="461665"/>
              </a:xfrm>
              <a:prstGeom prst="rect">
                <a:avLst/>
              </a:prstGeom>
              <a:noFill/>
            </p:spPr>
            <p:txBody>
              <a:bodyPr wrap="square" lIns="0" rIns="0" rtlCol="0" anchor="t">
                <a:spAutoFit/>
              </a:bodyPr>
              <a:lstStyle/>
              <a:p>
                <a:pPr algn="just"/>
                <a:r>
                  <a:rPr lang="en-US" sz="1200" noProof="1">
                    <a:solidFill>
                      <a:schemeClr val="tx1">
                        <a:lumMod val="65000"/>
                        <a:lumOff val="35000"/>
                      </a:schemeClr>
                    </a:solidFill>
                  </a:rPr>
                  <a:t>Lorem ipsum dolor sit amet, nibh est. A magna maecenas, quam magna nec quis, lorem nunc. Suspendisse viverra sodales mauris, cras pharetra proin egestas arcu. </a:t>
                </a:r>
              </a:p>
            </p:txBody>
          </p:sp>
        </p:grpSp>
        <p:pic>
          <p:nvPicPr>
            <p:cNvPr id="24" name="Graphic 23" descr="Lights On with solid fill">
              <a:extLst>
                <a:ext uri="{FF2B5EF4-FFF2-40B4-BE49-F238E27FC236}">
                  <a16:creationId xmlns:a16="http://schemas.microsoft.com/office/drawing/2014/main" id="{6DF9894C-5C9B-6C41-395C-2C848067EBA4}"/>
                </a:ext>
              </a:extLst>
            </p:cNvPr>
            <p:cNvPicPr>
              <a:picLocks noChangeAspect="1"/>
            </p:cNvPicPr>
            <p:nvPr/>
          </p:nvPicPr>
          <p:blipFill>
            <a:blip r:embed="rId7">
              <a:extLst>
                <a:ext uri="{96DAC541-7B7A-43D3-8B79-37D633B846F1}">
                  <asvg:svgBlip xmlns:asvg="http://schemas.microsoft.com/office/drawing/2016/SVG/main" r:embed="rId8"/>
                </a:ext>
              </a:extLst>
            </a:blip>
            <a:srcRect/>
            <a:stretch/>
          </p:blipFill>
          <p:spPr>
            <a:xfrm>
              <a:off x="9286100" y="1421731"/>
              <a:ext cx="735331" cy="735331"/>
            </a:xfrm>
            <a:prstGeom prst="rect">
              <a:avLst/>
            </a:prstGeom>
          </p:spPr>
        </p:pic>
      </p:grpSp>
      <p:grpSp>
        <p:nvGrpSpPr>
          <p:cNvPr id="27" name="Group 26">
            <a:extLst>
              <a:ext uri="{FF2B5EF4-FFF2-40B4-BE49-F238E27FC236}">
                <a16:creationId xmlns:a16="http://schemas.microsoft.com/office/drawing/2014/main" id="{F286D866-EBE8-223B-895E-FE5F7FEDAB1F}"/>
              </a:ext>
            </a:extLst>
          </p:cNvPr>
          <p:cNvGrpSpPr/>
          <p:nvPr/>
        </p:nvGrpSpPr>
        <p:grpSpPr>
          <a:xfrm>
            <a:off x="1989595" y="4867747"/>
            <a:ext cx="8212810" cy="1099315"/>
            <a:chOff x="1989595" y="1240929"/>
            <a:chExt cx="8212810" cy="1099315"/>
          </a:xfrm>
        </p:grpSpPr>
        <p:sp>
          <p:nvSpPr>
            <p:cNvPr id="28" name="Rectangle 27">
              <a:extLst>
                <a:ext uri="{FF2B5EF4-FFF2-40B4-BE49-F238E27FC236}">
                  <a16:creationId xmlns:a16="http://schemas.microsoft.com/office/drawing/2014/main" id="{9F0CF9FF-857D-6A82-6295-55C34AAF26C0}"/>
                </a:ext>
              </a:extLst>
            </p:cNvPr>
            <p:cNvSpPr/>
            <p:nvPr/>
          </p:nvSpPr>
          <p:spPr>
            <a:xfrm>
              <a:off x="2956947" y="1333386"/>
              <a:ext cx="6346556" cy="914400"/>
            </a:xfrm>
            <a:prstGeom prst="rect">
              <a:avLst/>
            </a:prstGeom>
            <a:solidFill>
              <a:schemeClr val="bg1"/>
            </a:solidFill>
            <a:ln>
              <a:noFill/>
            </a:ln>
            <a:effectLst>
              <a:outerShdw blurRad="165100" dist="38100" dir="2700000" algn="tl" rotWithShape="0">
                <a:prstClr val="black">
                  <a:alpha val="3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Rounded Corners 2">
              <a:extLst>
                <a:ext uri="{FF2B5EF4-FFF2-40B4-BE49-F238E27FC236}">
                  <a16:creationId xmlns:a16="http://schemas.microsoft.com/office/drawing/2014/main" id="{F652191C-29AC-73DF-0711-FFB49C4F8A68}"/>
                </a:ext>
              </a:extLst>
            </p:cNvPr>
            <p:cNvSpPr/>
            <p:nvPr/>
          </p:nvSpPr>
          <p:spPr>
            <a:xfrm>
              <a:off x="1989595" y="1240929"/>
              <a:ext cx="1573552" cy="1099315"/>
            </a:xfrm>
            <a:custGeom>
              <a:avLst/>
              <a:gdLst>
                <a:gd name="connsiteX0" fmla="*/ 0 w 1720311"/>
                <a:gd name="connsiteY0" fmla="*/ 182826 h 1096935"/>
                <a:gd name="connsiteX1" fmla="*/ 182826 w 1720311"/>
                <a:gd name="connsiteY1" fmla="*/ 0 h 1096935"/>
                <a:gd name="connsiteX2" fmla="*/ 1537485 w 1720311"/>
                <a:gd name="connsiteY2" fmla="*/ 0 h 1096935"/>
                <a:gd name="connsiteX3" fmla="*/ 1720311 w 1720311"/>
                <a:gd name="connsiteY3" fmla="*/ 182826 h 1096935"/>
                <a:gd name="connsiteX4" fmla="*/ 1720311 w 1720311"/>
                <a:gd name="connsiteY4" fmla="*/ 914109 h 1096935"/>
                <a:gd name="connsiteX5" fmla="*/ 1537485 w 1720311"/>
                <a:gd name="connsiteY5" fmla="*/ 1096935 h 1096935"/>
                <a:gd name="connsiteX6" fmla="*/ 182826 w 1720311"/>
                <a:gd name="connsiteY6" fmla="*/ 1096935 h 1096935"/>
                <a:gd name="connsiteX7" fmla="*/ 0 w 1720311"/>
                <a:gd name="connsiteY7" fmla="*/ 914109 h 1096935"/>
                <a:gd name="connsiteX8" fmla="*/ 0 w 1720311"/>
                <a:gd name="connsiteY8" fmla="*/ 182826 h 109693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720311 w 1720311"/>
                <a:gd name="connsiteY4" fmla="*/ 914109 h 1099315"/>
                <a:gd name="connsiteX5" fmla="*/ 1537485 w 1720311"/>
                <a:gd name="connsiteY5" fmla="*/ 1096935 h 1099315"/>
                <a:gd name="connsiteX6" fmla="*/ 1097796 w 1720311"/>
                <a:gd name="connsiteY6" fmla="*/ 1099315 h 1099315"/>
                <a:gd name="connsiteX7" fmla="*/ 182826 w 1720311"/>
                <a:gd name="connsiteY7" fmla="*/ 1096935 h 1099315"/>
                <a:gd name="connsiteX8" fmla="*/ 0 w 1720311"/>
                <a:gd name="connsiteY8" fmla="*/ 914109 h 1099315"/>
                <a:gd name="connsiteX9" fmla="*/ 0 w 1720311"/>
                <a:gd name="connsiteY9" fmla="*/ 182826 h 109931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720311 w 1720311"/>
                <a:gd name="connsiteY4" fmla="*/ 914109 h 1099315"/>
                <a:gd name="connsiteX5" fmla="*/ 1097796 w 1720311"/>
                <a:gd name="connsiteY5" fmla="*/ 1099315 h 1099315"/>
                <a:gd name="connsiteX6" fmla="*/ 182826 w 1720311"/>
                <a:gd name="connsiteY6" fmla="*/ 1096935 h 1099315"/>
                <a:gd name="connsiteX7" fmla="*/ 0 w 1720311"/>
                <a:gd name="connsiteY7" fmla="*/ 914109 h 1099315"/>
                <a:gd name="connsiteX8" fmla="*/ 0 w 1720311"/>
                <a:gd name="connsiteY8" fmla="*/ 182826 h 1099315"/>
                <a:gd name="connsiteX0" fmla="*/ 0 w 1720311"/>
                <a:gd name="connsiteY0" fmla="*/ 182826 h 1099315"/>
                <a:gd name="connsiteX1" fmla="*/ 182826 w 1720311"/>
                <a:gd name="connsiteY1" fmla="*/ 0 h 1099315"/>
                <a:gd name="connsiteX2" fmla="*/ 1537485 w 1720311"/>
                <a:gd name="connsiteY2" fmla="*/ 0 h 1099315"/>
                <a:gd name="connsiteX3" fmla="*/ 1720311 w 1720311"/>
                <a:gd name="connsiteY3" fmla="*/ 182826 h 1099315"/>
                <a:gd name="connsiteX4" fmla="*/ 1097796 w 1720311"/>
                <a:gd name="connsiteY4" fmla="*/ 1099315 h 1099315"/>
                <a:gd name="connsiteX5" fmla="*/ 182826 w 1720311"/>
                <a:gd name="connsiteY5" fmla="*/ 1096935 h 1099315"/>
                <a:gd name="connsiteX6" fmla="*/ 0 w 1720311"/>
                <a:gd name="connsiteY6" fmla="*/ 914109 h 1099315"/>
                <a:gd name="connsiteX7" fmla="*/ 0 w 1720311"/>
                <a:gd name="connsiteY7" fmla="*/ 182826 h 1099315"/>
                <a:gd name="connsiteX0" fmla="*/ 0 w 1573552"/>
                <a:gd name="connsiteY0" fmla="*/ 182826 h 1099315"/>
                <a:gd name="connsiteX1" fmla="*/ 182826 w 1573552"/>
                <a:gd name="connsiteY1" fmla="*/ 0 h 1099315"/>
                <a:gd name="connsiteX2" fmla="*/ 1537485 w 1573552"/>
                <a:gd name="connsiteY2" fmla="*/ 0 h 1099315"/>
                <a:gd name="connsiteX3" fmla="*/ 1097796 w 1573552"/>
                <a:gd name="connsiteY3" fmla="*/ 1099315 h 1099315"/>
                <a:gd name="connsiteX4" fmla="*/ 182826 w 1573552"/>
                <a:gd name="connsiteY4" fmla="*/ 1096935 h 1099315"/>
                <a:gd name="connsiteX5" fmla="*/ 0 w 1573552"/>
                <a:gd name="connsiteY5" fmla="*/ 914109 h 1099315"/>
                <a:gd name="connsiteX6" fmla="*/ 0 w 1573552"/>
                <a:gd name="connsiteY6" fmla="*/ 182826 h 109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3552" h="1099315">
                  <a:moveTo>
                    <a:pt x="0" y="182826"/>
                  </a:moveTo>
                  <a:cubicBezTo>
                    <a:pt x="0" y="81854"/>
                    <a:pt x="81854" y="0"/>
                    <a:pt x="182826" y="0"/>
                  </a:cubicBezTo>
                  <a:lnTo>
                    <a:pt x="1537485" y="0"/>
                  </a:lnTo>
                  <a:cubicBezTo>
                    <a:pt x="1689980" y="183219"/>
                    <a:pt x="1323572" y="916493"/>
                    <a:pt x="1097796" y="1099315"/>
                  </a:cubicBezTo>
                  <a:lnTo>
                    <a:pt x="182826" y="1096935"/>
                  </a:lnTo>
                  <a:cubicBezTo>
                    <a:pt x="81854" y="1096935"/>
                    <a:pt x="0" y="1015081"/>
                    <a:pt x="0" y="914109"/>
                  </a:cubicBezTo>
                  <a:lnTo>
                    <a:pt x="0" y="182826"/>
                  </a:lnTo>
                  <a:close/>
                </a:path>
              </a:pathLst>
            </a:custGeom>
            <a:ln/>
          </p:spPr>
          <p:style>
            <a:lnRef idx="1">
              <a:schemeClr val="accent5"/>
            </a:lnRef>
            <a:fillRef idx="3">
              <a:schemeClr val="accent5"/>
            </a:fillRef>
            <a:effectRef idx="2">
              <a:schemeClr val="accent5"/>
            </a:effectRef>
            <a:fontRef idx="minor">
              <a:schemeClr val="lt1"/>
            </a:fontRef>
          </p:style>
          <p:txBody>
            <a:bodyPr lIns="457200" rtlCol="0" anchor="ctr"/>
            <a:lstStyle/>
            <a:p>
              <a:r>
                <a:rPr lang="en-US" sz="4000" b="1">
                  <a:effectLst>
                    <a:outerShdw blurRad="38100" dist="38100" dir="2700000" algn="tl">
                      <a:srgbClr val="000000">
                        <a:alpha val="43137"/>
                      </a:srgbClr>
                    </a:outerShdw>
                  </a:effectLst>
                </a:rPr>
                <a:t>04</a:t>
              </a:r>
            </a:p>
          </p:txBody>
        </p:sp>
        <p:sp>
          <p:nvSpPr>
            <p:cNvPr id="30" name="Rectangle: Rounded Corners 29">
              <a:extLst>
                <a:ext uri="{FF2B5EF4-FFF2-40B4-BE49-F238E27FC236}">
                  <a16:creationId xmlns:a16="http://schemas.microsoft.com/office/drawing/2014/main" id="{B0027646-8539-9542-4435-4481A0FE78B2}"/>
                </a:ext>
              </a:extLst>
            </p:cNvPr>
            <p:cNvSpPr/>
            <p:nvPr/>
          </p:nvSpPr>
          <p:spPr>
            <a:xfrm>
              <a:off x="9105125" y="1240929"/>
              <a:ext cx="1097280" cy="1096935"/>
            </a:xfrm>
            <a:prstGeom prst="roundRect">
              <a:avLst/>
            </a:prstGeom>
            <a:ln/>
          </p:spPr>
          <p:style>
            <a:lnRef idx="1">
              <a:schemeClr val="accent5"/>
            </a:lnRef>
            <a:fillRef idx="3">
              <a:schemeClr val="accent5"/>
            </a:fillRef>
            <a:effectRef idx="2">
              <a:schemeClr val="accent5"/>
            </a:effectRef>
            <a:fontRef idx="minor">
              <a:schemeClr val="lt1"/>
            </a:fontRef>
          </p:style>
          <p:txBody>
            <a:bodyPr rtlCol="0" anchor="ctr"/>
            <a:lstStyle/>
            <a:p>
              <a:pPr algn="ctr"/>
              <a:endParaRPr lang="en-US"/>
            </a:p>
          </p:txBody>
        </p:sp>
        <p:grpSp>
          <p:nvGrpSpPr>
            <p:cNvPr id="31" name="Group 30">
              <a:extLst>
                <a:ext uri="{FF2B5EF4-FFF2-40B4-BE49-F238E27FC236}">
                  <a16:creationId xmlns:a16="http://schemas.microsoft.com/office/drawing/2014/main" id="{EA024FB7-5682-7109-3BED-1975CDA9E73D}"/>
                </a:ext>
              </a:extLst>
            </p:cNvPr>
            <p:cNvGrpSpPr/>
            <p:nvPr/>
          </p:nvGrpSpPr>
          <p:grpSpPr>
            <a:xfrm>
              <a:off x="3759611" y="1330176"/>
              <a:ext cx="5149050" cy="849797"/>
              <a:chOff x="8921977" y="1313174"/>
              <a:chExt cx="2926080" cy="849797"/>
            </a:xfrm>
          </p:grpSpPr>
          <p:sp>
            <p:nvSpPr>
              <p:cNvPr id="33" name="TextBox 32">
                <a:extLst>
                  <a:ext uri="{FF2B5EF4-FFF2-40B4-BE49-F238E27FC236}">
                    <a16:creationId xmlns:a16="http://schemas.microsoft.com/office/drawing/2014/main" id="{05FC5EBA-7523-F1F0-1D1E-E5B9A175476A}"/>
                  </a:ext>
                </a:extLst>
              </p:cNvPr>
              <p:cNvSpPr txBox="1"/>
              <p:nvPr/>
            </p:nvSpPr>
            <p:spPr>
              <a:xfrm>
                <a:off x="8921977" y="1313174"/>
                <a:ext cx="2926080" cy="461665"/>
              </a:xfrm>
              <a:prstGeom prst="rect">
                <a:avLst/>
              </a:prstGeom>
              <a:noFill/>
            </p:spPr>
            <p:txBody>
              <a:bodyPr wrap="square" lIns="0" rIns="0" rtlCol="0" anchor="b">
                <a:spAutoFit/>
              </a:bodyPr>
              <a:lstStyle/>
              <a:p>
                <a:r>
                  <a:rPr lang="en-US" sz="2400" b="1" noProof="1"/>
                  <a:t>Lorem Ipsum</a:t>
                </a:r>
              </a:p>
            </p:txBody>
          </p:sp>
          <p:sp>
            <p:nvSpPr>
              <p:cNvPr id="34" name="TextBox 33">
                <a:extLst>
                  <a:ext uri="{FF2B5EF4-FFF2-40B4-BE49-F238E27FC236}">
                    <a16:creationId xmlns:a16="http://schemas.microsoft.com/office/drawing/2014/main" id="{FD0C8EA5-9D7B-42A9-654A-25E8F14D686A}"/>
                  </a:ext>
                </a:extLst>
              </p:cNvPr>
              <p:cNvSpPr txBox="1"/>
              <p:nvPr/>
            </p:nvSpPr>
            <p:spPr>
              <a:xfrm>
                <a:off x="8921977" y="1701306"/>
                <a:ext cx="2926080" cy="461665"/>
              </a:xfrm>
              <a:prstGeom prst="rect">
                <a:avLst/>
              </a:prstGeom>
              <a:noFill/>
            </p:spPr>
            <p:txBody>
              <a:bodyPr wrap="square" lIns="0" rIns="0" rtlCol="0" anchor="t">
                <a:spAutoFit/>
              </a:bodyPr>
              <a:lstStyle/>
              <a:p>
                <a:pPr algn="just"/>
                <a:r>
                  <a:rPr lang="en-US" sz="1200" noProof="1">
                    <a:solidFill>
                      <a:schemeClr val="tx1">
                        <a:lumMod val="65000"/>
                        <a:lumOff val="35000"/>
                      </a:schemeClr>
                    </a:solidFill>
                  </a:rPr>
                  <a:t>Lorem ipsum dolor sit amet, nibh est. A magna maecenas, quam magna nec quis, lorem nunc. Suspendisse viverra sodales mauris, cras pharetra proin egestas arcu. </a:t>
                </a:r>
              </a:p>
            </p:txBody>
          </p:sp>
        </p:grpSp>
        <p:pic>
          <p:nvPicPr>
            <p:cNvPr id="32" name="Graphic 31" descr="Handshake with solid fill">
              <a:extLst>
                <a:ext uri="{FF2B5EF4-FFF2-40B4-BE49-F238E27FC236}">
                  <a16:creationId xmlns:a16="http://schemas.microsoft.com/office/drawing/2014/main" id="{00CB0D21-8F17-27C0-F83E-9223A2D8E746}"/>
                </a:ext>
              </a:extLst>
            </p:cNvPr>
            <p:cNvPicPr>
              <a:picLocks noChangeAspect="1"/>
            </p:cNvPicPr>
            <p:nvPr/>
          </p:nvPicPr>
          <p:blipFill>
            <a:blip r:embed="rId9">
              <a:extLst>
                <a:ext uri="{96DAC541-7B7A-43D3-8B79-37D633B846F1}">
                  <asvg:svgBlip xmlns:asvg="http://schemas.microsoft.com/office/drawing/2016/SVG/main" r:embed="rId10"/>
                </a:ext>
              </a:extLst>
            </a:blip>
            <a:srcRect/>
            <a:stretch/>
          </p:blipFill>
          <p:spPr>
            <a:xfrm>
              <a:off x="9286100" y="1421731"/>
              <a:ext cx="735331" cy="735331"/>
            </a:xfrm>
            <a:prstGeom prst="rect">
              <a:avLst/>
            </a:prstGeom>
          </p:spPr>
        </p:pic>
      </p:grpSp>
    </p:spTree>
    <p:extLst>
      <p:ext uri="{BB962C8B-B14F-4D97-AF65-F5344CB8AC3E}">
        <p14:creationId xmlns:p14="http://schemas.microsoft.com/office/powerpoint/2010/main" val="181848967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Group 34">
            <a:extLst>
              <a:ext uri="{FF2B5EF4-FFF2-40B4-BE49-F238E27FC236}">
                <a16:creationId xmlns:a16="http://schemas.microsoft.com/office/drawing/2014/main" id="{E235A37C-E888-7B3C-6093-E06A77E7927F}"/>
              </a:ext>
            </a:extLst>
          </p:cNvPr>
          <p:cNvGrpSpPr/>
          <p:nvPr/>
        </p:nvGrpSpPr>
        <p:grpSpPr>
          <a:xfrm>
            <a:off x="2255520" y="4179592"/>
            <a:ext cx="1336894" cy="1047852"/>
            <a:chOff x="319755" y="4399684"/>
            <a:chExt cx="2088994" cy="1238465"/>
          </a:xfrm>
        </p:grpSpPr>
        <p:sp>
          <p:nvSpPr>
            <p:cNvPr id="36" name="TextBox 10">
              <a:extLst>
                <a:ext uri="{FF2B5EF4-FFF2-40B4-BE49-F238E27FC236}">
                  <a16:creationId xmlns:a16="http://schemas.microsoft.com/office/drawing/2014/main" id="{F048EF7D-264F-E075-4C4A-315B96FEEDFB}"/>
                </a:ext>
              </a:extLst>
            </p:cNvPr>
            <p:cNvSpPr txBox="1"/>
            <p:nvPr/>
          </p:nvSpPr>
          <p:spPr>
            <a:xfrm>
              <a:off x="319755" y="4399684"/>
              <a:ext cx="2088992" cy="381951"/>
            </a:xfrm>
            <a:prstGeom prst="rect">
              <a:avLst/>
            </a:prstGeom>
            <a:noFill/>
          </p:spPr>
          <p:txBody>
            <a:bodyPr wrap="square" lIns="0" rIns="0" rtlCol="0" anchor="b">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500" b="1" noProof="1"/>
                <a:t>Lorem Ipsum</a:t>
              </a:r>
            </a:p>
          </p:txBody>
        </p:sp>
        <p:sp>
          <p:nvSpPr>
            <p:cNvPr id="37" name="Rectangle 36">
              <a:extLst>
                <a:ext uri="{FF2B5EF4-FFF2-40B4-BE49-F238E27FC236}">
                  <a16:creationId xmlns:a16="http://schemas.microsoft.com/office/drawing/2014/main" id="{471B663B-FA26-89A2-C44D-9E05BCAE3AFF}"/>
                </a:ext>
              </a:extLst>
            </p:cNvPr>
            <p:cNvSpPr/>
            <p:nvPr/>
          </p:nvSpPr>
          <p:spPr>
            <a:xfrm>
              <a:off x="319757" y="4765116"/>
              <a:ext cx="2088992" cy="873033"/>
            </a:xfrm>
            <a:prstGeom prst="rect">
              <a:avLst/>
            </a:prstGeom>
          </p:spPr>
          <p:txBody>
            <a:bodyPr wrap="square" lIns="0" rIns="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spcBef>
                  <a:spcPts val="900"/>
                </a:spcBef>
              </a:pPr>
              <a:r>
                <a:rPr lang="en-US" sz="1050" noProof="1"/>
                <a:t>Lorem ipsum dolor sit amet, consectetur adipiscing elit. Integer nec odio. </a:t>
              </a:r>
            </a:p>
          </p:txBody>
        </p:sp>
      </p:grpSp>
      <p:grpSp>
        <p:nvGrpSpPr>
          <p:cNvPr id="44" name="Group 43">
            <a:extLst>
              <a:ext uri="{FF2B5EF4-FFF2-40B4-BE49-F238E27FC236}">
                <a16:creationId xmlns:a16="http://schemas.microsoft.com/office/drawing/2014/main" id="{533AC6DF-7092-2D48-26C4-D6C96B983819}"/>
              </a:ext>
            </a:extLst>
          </p:cNvPr>
          <p:cNvGrpSpPr/>
          <p:nvPr/>
        </p:nvGrpSpPr>
        <p:grpSpPr>
          <a:xfrm>
            <a:off x="7577490" y="1863939"/>
            <a:ext cx="2235296" cy="724687"/>
            <a:chOff x="319755" y="4399683"/>
            <a:chExt cx="2088994" cy="856513"/>
          </a:xfrm>
        </p:grpSpPr>
        <p:sp>
          <p:nvSpPr>
            <p:cNvPr id="45" name="TextBox 19">
              <a:extLst>
                <a:ext uri="{FF2B5EF4-FFF2-40B4-BE49-F238E27FC236}">
                  <a16:creationId xmlns:a16="http://schemas.microsoft.com/office/drawing/2014/main" id="{BC6ACBCF-06C7-132B-0ACA-03D9B205D984}"/>
                </a:ext>
              </a:extLst>
            </p:cNvPr>
            <p:cNvSpPr txBox="1"/>
            <p:nvPr/>
          </p:nvSpPr>
          <p:spPr>
            <a:xfrm>
              <a:off x="319755" y="4399683"/>
              <a:ext cx="2088993" cy="381951"/>
            </a:xfrm>
            <a:prstGeom prst="rect">
              <a:avLst/>
            </a:prstGeom>
            <a:noFill/>
          </p:spPr>
          <p:txBody>
            <a:bodyPr wrap="square" lIns="0" rIns="0" rtlCol="0" anchor="b">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500" b="1" noProof="1"/>
                <a:t>Lorem Ipsum</a:t>
              </a:r>
            </a:p>
          </p:txBody>
        </p:sp>
        <p:sp>
          <p:nvSpPr>
            <p:cNvPr id="46" name="Rectangle 45">
              <a:extLst>
                <a:ext uri="{FF2B5EF4-FFF2-40B4-BE49-F238E27FC236}">
                  <a16:creationId xmlns:a16="http://schemas.microsoft.com/office/drawing/2014/main" id="{0233BE02-2D4C-2D9E-7914-93B9E4AEEB8C}"/>
                </a:ext>
              </a:extLst>
            </p:cNvPr>
            <p:cNvSpPr/>
            <p:nvPr/>
          </p:nvSpPr>
          <p:spPr>
            <a:xfrm>
              <a:off x="319756" y="4765116"/>
              <a:ext cx="2088993" cy="491080"/>
            </a:xfrm>
            <a:prstGeom prst="rect">
              <a:avLst/>
            </a:prstGeom>
          </p:spPr>
          <p:txBody>
            <a:bodyPr wrap="square" lIns="0" rIns="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spcBef>
                  <a:spcPts val="900"/>
                </a:spcBef>
              </a:pPr>
              <a:r>
                <a:rPr lang="en-US" sz="1050" noProof="1"/>
                <a:t>Lorem ipsum dolor sit amet, consectetur adipiscing elit. Integer nec odio. </a:t>
              </a:r>
            </a:p>
          </p:txBody>
        </p:sp>
      </p:grpSp>
      <p:sp>
        <p:nvSpPr>
          <p:cNvPr id="28" name="Shape">
            <a:extLst>
              <a:ext uri="{FF2B5EF4-FFF2-40B4-BE49-F238E27FC236}">
                <a16:creationId xmlns:a16="http://schemas.microsoft.com/office/drawing/2014/main" id="{B1A381EC-95F2-A03C-A540-AE3E522F4F31}"/>
              </a:ext>
            </a:extLst>
          </p:cNvPr>
          <p:cNvSpPr/>
          <p:nvPr/>
        </p:nvSpPr>
        <p:spPr>
          <a:xfrm>
            <a:off x="2302940" y="1848572"/>
            <a:ext cx="7633540" cy="3724711"/>
          </a:xfrm>
          <a:custGeom>
            <a:avLst/>
            <a:gdLst/>
            <a:ahLst/>
            <a:cxnLst>
              <a:cxn ang="0">
                <a:pos x="wd2" y="hd2"/>
              </a:cxn>
              <a:cxn ang="5400000">
                <a:pos x="wd2" y="hd2"/>
              </a:cxn>
              <a:cxn ang="10800000">
                <a:pos x="wd2" y="hd2"/>
              </a:cxn>
              <a:cxn ang="16200000">
                <a:pos x="wd2" y="hd2"/>
              </a:cxn>
            </a:cxnLst>
            <a:rect l="0" t="0" r="r" b="b"/>
            <a:pathLst>
              <a:path w="21600" h="21600" extrusionOk="0">
                <a:moveTo>
                  <a:pt x="20369" y="6332"/>
                </a:moveTo>
                <a:lnTo>
                  <a:pt x="15378" y="6332"/>
                </a:lnTo>
                <a:cubicBezTo>
                  <a:pt x="15112" y="6332"/>
                  <a:pt x="14867" y="6502"/>
                  <a:pt x="14668" y="6801"/>
                </a:cubicBezTo>
                <a:lnTo>
                  <a:pt x="14668" y="2523"/>
                </a:lnTo>
                <a:cubicBezTo>
                  <a:pt x="14668" y="1129"/>
                  <a:pt x="14117" y="0"/>
                  <a:pt x="13437" y="0"/>
                </a:cubicBezTo>
                <a:lnTo>
                  <a:pt x="10015" y="0"/>
                </a:lnTo>
                <a:cubicBezTo>
                  <a:pt x="9335" y="0"/>
                  <a:pt x="8784" y="1129"/>
                  <a:pt x="8784" y="2523"/>
                </a:cubicBezTo>
                <a:lnTo>
                  <a:pt x="8784" y="6801"/>
                </a:lnTo>
                <a:cubicBezTo>
                  <a:pt x="8582" y="6509"/>
                  <a:pt x="8336" y="6332"/>
                  <a:pt x="8074" y="6332"/>
                </a:cubicBezTo>
                <a:lnTo>
                  <a:pt x="5256" y="6332"/>
                </a:lnTo>
                <a:cubicBezTo>
                  <a:pt x="4951" y="6332"/>
                  <a:pt x="4669" y="6563"/>
                  <a:pt x="4453" y="6944"/>
                </a:cubicBezTo>
                <a:lnTo>
                  <a:pt x="4453" y="5448"/>
                </a:lnTo>
                <a:cubicBezTo>
                  <a:pt x="4453" y="4053"/>
                  <a:pt x="3903" y="2924"/>
                  <a:pt x="3222" y="2924"/>
                </a:cubicBezTo>
                <a:lnTo>
                  <a:pt x="1231" y="2924"/>
                </a:lnTo>
                <a:cubicBezTo>
                  <a:pt x="551" y="2924"/>
                  <a:pt x="0" y="4053"/>
                  <a:pt x="0" y="5448"/>
                </a:cubicBezTo>
                <a:lnTo>
                  <a:pt x="0" y="9528"/>
                </a:lnTo>
                <a:cubicBezTo>
                  <a:pt x="0" y="10922"/>
                  <a:pt x="551" y="12051"/>
                  <a:pt x="1231" y="12051"/>
                </a:cubicBezTo>
                <a:lnTo>
                  <a:pt x="3222" y="12051"/>
                </a:lnTo>
                <a:cubicBezTo>
                  <a:pt x="3528" y="12051"/>
                  <a:pt x="3810" y="11820"/>
                  <a:pt x="4025" y="11439"/>
                </a:cubicBezTo>
                <a:lnTo>
                  <a:pt x="4025" y="14629"/>
                </a:lnTo>
                <a:cubicBezTo>
                  <a:pt x="4025" y="16023"/>
                  <a:pt x="4576" y="17152"/>
                  <a:pt x="5256" y="17152"/>
                </a:cubicBezTo>
                <a:lnTo>
                  <a:pt x="8074" y="17152"/>
                </a:lnTo>
                <a:cubicBezTo>
                  <a:pt x="8754" y="17152"/>
                  <a:pt x="9305" y="16023"/>
                  <a:pt x="9305" y="14629"/>
                </a:cubicBezTo>
                <a:lnTo>
                  <a:pt x="9305" y="11582"/>
                </a:lnTo>
                <a:cubicBezTo>
                  <a:pt x="9507" y="11875"/>
                  <a:pt x="9753" y="12051"/>
                  <a:pt x="10015" y="12051"/>
                </a:cubicBezTo>
                <a:lnTo>
                  <a:pt x="13437" y="12051"/>
                </a:lnTo>
                <a:cubicBezTo>
                  <a:pt x="13702" y="12051"/>
                  <a:pt x="13948" y="11881"/>
                  <a:pt x="14147" y="11582"/>
                </a:cubicBezTo>
                <a:lnTo>
                  <a:pt x="14147" y="19077"/>
                </a:lnTo>
                <a:cubicBezTo>
                  <a:pt x="14147" y="20471"/>
                  <a:pt x="14698" y="21600"/>
                  <a:pt x="15378" y="21600"/>
                </a:cubicBezTo>
                <a:lnTo>
                  <a:pt x="20369" y="21600"/>
                </a:lnTo>
                <a:cubicBezTo>
                  <a:pt x="21049" y="21600"/>
                  <a:pt x="21600" y="20471"/>
                  <a:pt x="21600" y="19077"/>
                </a:cubicBezTo>
                <a:lnTo>
                  <a:pt x="21600" y="8848"/>
                </a:lnTo>
                <a:cubicBezTo>
                  <a:pt x="21600" y="7461"/>
                  <a:pt x="21049" y="6332"/>
                  <a:pt x="20369" y="6332"/>
                </a:cubicBezTo>
                <a:close/>
              </a:path>
            </a:pathLst>
          </a:custGeom>
          <a:solidFill>
            <a:srgbClr val="F0EEEF"/>
          </a:solidFill>
          <a:ln w="12700">
            <a:miter lim="400000"/>
          </a:ln>
          <a:effectLst>
            <a:outerShdw blurRad="254000" dist="190500" dir="2700000" algn="tl" rotWithShape="0">
              <a:schemeClr val="bg1">
                <a:lumMod val="75000"/>
                <a:alpha val="45000"/>
              </a:schemeClr>
            </a:outerShdw>
          </a:effectLst>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sz="2100">
              <a:solidFill>
                <a:srgbClr val="FFFFFF"/>
              </a:solidFill>
            </a:endParaRPr>
          </a:p>
        </p:txBody>
      </p:sp>
      <p:sp>
        <p:nvSpPr>
          <p:cNvPr id="29" name="Shape">
            <a:extLst>
              <a:ext uri="{FF2B5EF4-FFF2-40B4-BE49-F238E27FC236}">
                <a16:creationId xmlns:a16="http://schemas.microsoft.com/office/drawing/2014/main" id="{81B3BE7D-439D-99E8-BDCF-1AE113975759}"/>
              </a:ext>
            </a:extLst>
          </p:cNvPr>
          <p:cNvSpPr/>
          <p:nvPr/>
        </p:nvSpPr>
        <p:spPr>
          <a:xfrm>
            <a:off x="2302940" y="1848572"/>
            <a:ext cx="7633540" cy="3724711"/>
          </a:xfrm>
          <a:custGeom>
            <a:avLst/>
            <a:gdLst/>
            <a:ahLst/>
            <a:cxnLst>
              <a:cxn ang="0">
                <a:pos x="wd2" y="hd2"/>
              </a:cxn>
              <a:cxn ang="5400000">
                <a:pos x="wd2" y="hd2"/>
              </a:cxn>
              <a:cxn ang="10800000">
                <a:pos x="wd2" y="hd2"/>
              </a:cxn>
              <a:cxn ang="16200000">
                <a:pos x="wd2" y="hd2"/>
              </a:cxn>
            </a:cxnLst>
            <a:rect l="0" t="0" r="r" b="b"/>
            <a:pathLst>
              <a:path w="21600" h="21600" extrusionOk="0">
                <a:moveTo>
                  <a:pt x="20369" y="6332"/>
                </a:moveTo>
                <a:lnTo>
                  <a:pt x="15378" y="6332"/>
                </a:lnTo>
                <a:cubicBezTo>
                  <a:pt x="15112" y="6332"/>
                  <a:pt x="14867" y="6502"/>
                  <a:pt x="14668" y="6801"/>
                </a:cubicBezTo>
                <a:lnTo>
                  <a:pt x="14668" y="2523"/>
                </a:lnTo>
                <a:cubicBezTo>
                  <a:pt x="14668" y="1129"/>
                  <a:pt x="14117" y="0"/>
                  <a:pt x="13437" y="0"/>
                </a:cubicBezTo>
                <a:lnTo>
                  <a:pt x="10015" y="0"/>
                </a:lnTo>
                <a:cubicBezTo>
                  <a:pt x="9335" y="0"/>
                  <a:pt x="8784" y="1129"/>
                  <a:pt x="8784" y="2523"/>
                </a:cubicBezTo>
                <a:lnTo>
                  <a:pt x="8784" y="6801"/>
                </a:lnTo>
                <a:cubicBezTo>
                  <a:pt x="8582" y="6509"/>
                  <a:pt x="8336" y="6332"/>
                  <a:pt x="8074" y="6332"/>
                </a:cubicBezTo>
                <a:lnTo>
                  <a:pt x="5256" y="6332"/>
                </a:lnTo>
                <a:cubicBezTo>
                  <a:pt x="4951" y="6332"/>
                  <a:pt x="4669" y="6563"/>
                  <a:pt x="4453" y="6944"/>
                </a:cubicBezTo>
                <a:lnTo>
                  <a:pt x="4453" y="5448"/>
                </a:lnTo>
                <a:cubicBezTo>
                  <a:pt x="4453" y="4053"/>
                  <a:pt x="3903" y="2924"/>
                  <a:pt x="3222" y="2924"/>
                </a:cubicBezTo>
                <a:lnTo>
                  <a:pt x="1231" y="2924"/>
                </a:lnTo>
                <a:cubicBezTo>
                  <a:pt x="551" y="2924"/>
                  <a:pt x="0" y="4053"/>
                  <a:pt x="0" y="5448"/>
                </a:cubicBezTo>
                <a:lnTo>
                  <a:pt x="0" y="9528"/>
                </a:lnTo>
                <a:cubicBezTo>
                  <a:pt x="0" y="10922"/>
                  <a:pt x="551" y="12051"/>
                  <a:pt x="1231" y="12051"/>
                </a:cubicBezTo>
                <a:lnTo>
                  <a:pt x="3222" y="12051"/>
                </a:lnTo>
                <a:cubicBezTo>
                  <a:pt x="3528" y="12051"/>
                  <a:pt x="3810" y="11820"/>
                  <a:pt x="4025" y="11439"/>
                </a:cubicBezTo>
                <a:lnTo>
                  <a:pt x="4025" y="14629"/>
                </a:lnTo>
                <a:cubicBezTo>
                  <a:pt x="4025" y="16023"/>
                  <a:pt x="4576" y="17152"/>
                  <a:pt x="5256" y="17152"/>
                </a:cubicBezTo>
                <a:lnTo>
                  <a:pt x="8074" y="17152"/>
                </a:lnTo>
                <a:cubicBezTo>
                  <a:pt x="8754" y="17152"/>
                  <a:pt x="9305" y="16023"/>
                  <a:pt x="9305" y="14629"/>
                </a:cubicBezTo>
                <a:lnTo>
                  <a:pt x="9305" y="11582"/>
                </a:lnTo>
                <a:cubicBezTo>
                  <a:pt x="9507" y="11875"/>
                  <a:pt x="9753" y="12051"/>
                  <a:pt x="10015" y="12051"/>
                </a:cubicBezTo>
                <a:lnTo>
                  <a:pt x="13437" y="12051"/>
                </a:lnTo>
                <a:cubicBezTo>
                  <a:pt x="13702" y="12051"/>
                  <a:pt x="13948" y="11881"/>
                  <a:pt x="14147" y="11582"/>
                </a:cubicBezTo>
                <a:lnTo>
                  <a:pt x="14147" y="19077"/>
                </a:lnTo>
                <a:cubicBezTo>
                  <a:pt x="14147" y="20471"/>
                  <a:pt x="14698" y="21600"/>
                  <a:pt x="15378" y="21600"/>
                </a:cubicBezTo>
                <a:lnTo>
                  <a:pt x="20369" y="21600"/>
                </a:lnTo>
                <a:cubicBezTo>
                  <a:pt x="21049" y="21600"/>
                  <a:pt x="21600" y="20471"/>
                  <a:pt x="21600" y="19077"/>
                </a:cubicBezTo>
                <a:lnTo>
                  <a:pt x="21600" y="8848"/>
                </a:lnTo>
                <a:cubicBezTo>
                  <a:pt x="21600" y="7461"/>
                  <a:pt x="21049" y="6332"/>
                  <a:pt x="20369" y="6332"/>
                </a:cubicBezTo>
                <a:close/>
              </a:path>
            </a:pathLst>
          </a:custGeom>
          <a:solidFill>
            <a:srgbClr val="F1EFF0"/>
          </a:solidFill>
          <a:ln w="12700">
            <a:miter lim="400000"/>
          </a:ln>
          <a:effectLst>
            <a:outerShdw blurRad="254000" dist="190500" dir="13500000" algn="tl" rotWithShape="0">
              <a:schemeClr val="bg1"/>
            </a:outerShdw>
          </a:effectLst>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sz="2250">
              <a:solidFill>
                <a:srgbClr val="FFFFFF"/>
              </a:solidFill>
            </a:endParaRPr>
          </a:p>
        </p:txBody>
      </p:sp>
      <p:sp>
        <p:nvSpPr>
          <p:cNvPr id="30" name="Shape">
            <a:extLst>
              <a:ext uri="{FF2B5EF4-FFF2-40B4-BE49-F238E27FC236}">
                <a16:creationId xmlns:a16="http://schemas.microsoft.com/office/drawing/2014/main" id="{6D3F9576-C4E9-D45C-75CC-B9776AD898F2}"/>
              </a:ext>
            </a:extLst>
          </p:cNvPr>
          <p:cNvSpPr/>
          <p:nvPr/>
        </p:nvSpPr>
        <p:spPr>
          <a:xfrm>
            <a:off x="2502313" y="2552234"/>
            <a:ext cx="1175111" cy="1175115"/>
          </a:xfrm>
          <a:custGeom>
            <a:avLst/>
            <a:gdLst/>
            <a:ahLst/>
            <a:cxnLst>
              <a:cxn ang="0">
                <a:pos x="wd2" y="hd2"/>
              </a:cxn>
              <a:cxn ang="5400000">
                <a:pos x="wd2" y="hd2"/>
              </a:cxn>
              <a:cxn ang="10800000">
                <a:pos x="wd2" y="hd2"/>
              </a:cxn>
              <a:cxn ang="16200000">
                <a:pos x="wd2" y="hd2"/>
              </a:cxn>
            </a:cxnLst>
            <a:rect l="0" t="0" r="r" b="b"/>
            <a:pathLst>
              <a:path w="21600" h="21600" extrusionOk="0">
                <a:moveTo>
                  <a:pt x="17267" y="21600"/>
                </a:moveTo>
                <a:lnTo>
                  <a:pt x="4333" y="21600"/>
                </a:lnTo>
                <a:cubicBezTo>
                  <a:pt x="1940" y="21600"/>
                  <a:pt x="0" y="19660"/>
                  <a:pt x="0" y="17267"/>
                </a:cubicBezTo>
                <a:lnTo>
                  <a:pt x="0" y="4333"/>
                </a:lnTo>
                <a:cubicBezTo>
                  <a:pt x="0" y="1940"/>
                  <a:pt x="1940" y="0"/>
                  <a:pt x="4333" y="0"/>
                </a:cubicBezTo>
                <a:lnTo>
                  <a:pt x="17267" y="0"/>
                </a:lnTo>
                <a:cubicBezTo>
                  <a:pt x="19660" y="0"/>
                  <a:pt x="21600" y="1940"/>
                  <a:pt x="21600" y="4333"/>
                </a:cubicBezTo>
                <a:lnTo>
                  <a:pt x="21600" y="17267"/>
                </a:lnTo>
                <a:cubicBezTo>
                  <a:pt x="21600" y="19660"/>
                  <a:pt x="19660" y="21600"/>
                  <a:pt x="17267" y="21600"/>
                </a:cubicBezTo>
                <a:close/>
              </a:path>
            </a:pathLst>
          </a:custGeom>
          <a:gradFill>
            <a:gsLst>
              <a:gs pos="50000">
                <a:schemeClr val="bg1">
                  <a:lumMod val="95000"/>
                </a:schemeClr>
              </a:gs>
              <a:gs pos="100000">
                <a:schemeClr val="bg1"/>
              </a:gs>
            </a:gsLst>
            <a:lin ang="2700000" scaled="0"/>
          </a:gradFill>
          <a:ln w="12700">
            <a:miter lim="400000"/>
          </a:ln>
          <a:effectLst>
            <a:innerShdw blurRad="254000" dist="190500" dir="13500000">
              <a:schemeClr val="bg1">
                <a:lumMod val="75000"/>
                <a:alpha val="40000"/>
              </a:schemeClr>
            </a:innerShdw>
          </a:effectLst>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sz="2250"/>
          </a:p>
        </p:txBody>
      </p:sp>
      <p:sp>
        <p:nvSpPr>
          <p:cNvPr id="31" name="Shape">
            <a:extLst>
              <a:ext uri="{FF2B5EF4-FFF2-40B4-BE49-F238E27FC236}">
                <a16:creationId xmlns:a16="http://schemas.microsoft.com/office/drawing/2014/main" id="{12C03B91-EC03-B187-1482-B53DA179D73C}"/>
              </a:ext>
            </a:extLst>
          </p:cNvPr>
          <p:cNvSpPr/>
          <p:nvPr/>
        </p:nvSpPr>
        <p:spPr>
          <a:xfrm>
            <a:off x="3921358" y="3138615"/>
            <a:ext cx="1467132" cy="1467134"/>
          </a:xfrm>
          <a:custGeom>
            <a:avLst/>
            <a:gdLst/>
            <a:ahLst/>
            <a:cxnLst>
              <a:cxn ang="0">
                <a:pos x="wd2" y="hd2"/>
              </a:cxn>
              <a:cxn ang="5400000">
                <a:pos x="wd2" y="hd2"/>
              </a:cxn>
              <a:cxn ang="10800000">
                <a:pos x="wd2" y="hd2"/>
              </a:cxn>
              <a:cxn ang="16200000">
                <a:pos x="wd2" y="hd2"/>
              </a:cxn>
            </a:cxnLst>
            <a:rect l="0" t="0" r="r" b="b"/>
            <a:pathLst>
              <a:path w="21600" h="21600" extrusionOk="0">
                <a:moveTo>
                  <a:pt x="18130" y="21600"/>
                </a:moveTo>
                <a:lnTo>
                  <a:pt x="3471" y="21600"/>
                </a:lnTo>
                <a:cubicBezTo>
                  <a:pt x="1554" y="21600"/>
                  <a:pt x="0" y="20046"/>
                  <a:pt x="0" y="18129"/>
                </a:cubicBezTo>
                <a:lnTo>
                  <a:pt x="0" y="3471"/>
                </a:lnTo>
                <a:cubicBezTo>
                  <a:pt x="0" y="1554"/>
                  <a:pt x="1554" y="0"/>
                  <a:pt x="3471" y="0"/>
                </a:cubicBezTo>
                <a:lnTo>
                  <a:pt x="18130" y="0"/>
                </a:lnTo>
                <a:cubicBezTo>
                  <a:pt x="20046" y="0"/>
                  <a:pt x="21600" y="1554"/>
                  <a:pt x="21600" y="3471"/>
                </a:cubicBezTo>
                <a:lnTo>
                  <a:pt x="21600" y="18129"/>
                </a:lnTo>
                <a:cubicBezTo>
                  <a:pt x="21600" y="20046"/>
                  <a:pt x="20046" y="21600"/>
                  <a:pt x="18130" y="21600"/>
                </a:cubicBezTo>
                <a:close/>
              </a:path>
            </a:pathLst>
          </a:custGeom>
          <a:gradFill>
            <a:gsLst>
              <a:gs pos="50000">
                <a:schemeClr val="bg1">
                  <a:lumMod val="95000"/>
                </a:schemeClr>
              </a:gs>
              <a:gs pos="100000">
                <a:schemeClr val="bg1"/>
              </a:gs>
            </a:gsLst>
            <a:lin ang="2700000" scaled="0"/>
          </a:gradFill>
          <a:ln w="12700">
            <a:miter lim="400000"/>
          </a:ln>
          <a:effectLst>
            <a:innerShdw blurRad="254000" dist="190500" dir="13500000">
              <a:schemeClr val="bg1">
                <a:lumMod val="75000"/>
                <a:alpha val="40000"/>
              </a:schemeClr>
            </a:innerShdw>
          </a:effectLst>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sz="2250"/>
          </a:p>
        </p:txBody>
      </p:sp>
      <p:sp>
        <p:nvSpPr>
          <p:cNvPr id="32" name="Shape">
            <a:extLst>
              <a:ext uri="{FF2B5EF4-FFF2-40B4-BE49-F238E27FC236}">
                <a16:creationId xmlns:a16="http://schemas.microsoft.com/office/drawing/2014/main" id="{F3742D15-6E28-2C7F-EA05-3517470BECAF}"/>
              </a:ext>
            </a:extLst>
          </p:cNvPr>
          <p:cNvSpPr/>
          <p:nvPr/>
        </p:nvSpPr>
        <p:spPr>
          <a:xfrm>
            <a:off x="5610144" y="2047356"/>
            <a:ext cx="1680577" cy="1680579"/>
          </a:xfrm>
          <a:custGeom>
            <a:avLst/>
            <a:gdLst/>
            <a:ahLst/>
            <a:cxnLst>
              <a:cxn ang="0">
                <a:pos x="wd2" y="hd2"/>
              </a:cxn>
              <a:cxn ang="5400000">
                <a:pos x="wd2" y="hd2"/>
              </a:cxn>
              <a:cxn ang="10800000">
                <a:pos x="wd2" y="hd2"/>
              </a:cxn>
              <a:cxn ang="16200000">
                <a:pos x="wd2" y="hd2"/>
              </a:cxn>
            </a:cxnLst>
            <a:rect l="0" t="0" r="r" b="b"/>
            <a:pathLst>
              <a:path w="21600" h="21600" extrusionOk="0">
                <a:moveTo>
                  <a:pt x="18570" y="21600"/>
                </a:moveTo>
                <a:lnTo>
                  <a:pt x="3030" y="21600"/>
                </a:lnTo>
                <a:cubicBezTo>
                  <a:pt x="1357" y="21600"/>
                  <a:pt x="0" y="20243"/>
                  <a:pt x="0" y="18570"/>
                </a:cubicBezTo>
                <a:lnTo>
                  <a:pt x="0" y="3030"/>
                </a:lnTo>
                <a:cubicBezTo>
                  <a:pt x="0" y="1357"/>
                  <a:pt x="1357" y="0"/>
                  <a:pt x="3030" y="0"/>
                </a:cubicBezTo>
                <a:lnTo>
                  <a:pt x="18570" y="0"/>
                </a:lnTo>
                <a:cubicBezTo>
                  <a:pt x="20243" y="0"/>
                  <a:pt x="21600" y="1357"/>
                  <a:pt x="21600" y="3030"/>
                </a:cubicBezTo>
                <a:lnTo>
                  <a:pt x="21600" y="18570"/>
                </a:lnTo>
                <a:cubicBezTo>
                  <a:pt x="21600" y="20243"/>
                  <a:pt x="20243" y="21600"/>
                  <a:pt x="18570" y="21600"/>
                </a:cubicBezTo>
                <a:close/>
              </a:path>
            </a:pathLst>
          </a:custGeom>
          <a:gradFill>
            <a:gsLst>
              <a:gs pos="50000">
                <a:schemeClr val="bg1">
                  <a:lumMod val="95000"/>
                </a:schemeClr>
              </a:gs>
              <a:gs pos="100000">
                <a:schemeClr val="bg1"/>
              </a:gs>
            </a:gsLst>
            <a:lin ang="2700000" scaled="0"/>
          </a:gradFill>
          <a:ln w="12700">
            <a:miter lim="400000"/>
          </a:ln>
          <a:effectLst>
            <a:innerShdw blurRad="254000" dist="190500" dir="13500000">
              <a:schemeClr val="bg1">
                <a:lumMod val="75000"/>
                <a:alpha val="40000"/>
              </a:schemeClr>
            </a:innerShdw>
          </a:effectLst>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sz="2250"/>
          </a:p>
        </p:txBody>
      </p:sp>
      <p:sp>
        <p:nvSpPr>
          <p:cNvPr id="33" name="Shape">
            <a:extLst>
              <a:ext uri="{FF2B5EF4-FFF2-40B4-BE49-F238E27FC236}">
                <a16:creationId xmlns:a16="http://schemas.microsoft.com/office/drawing/2014/main" id="{FD1EE77E-6373-1217-A265-89A485781485}"/>
              </a:ext>
            </a:extLst>
          </p:cNvPr>
          <p:cNvSpPr/>
          <p:nvPr/>
        </p:nvSpPr>
        <p:spPr>
          <a:xfrm>
            <a:off x="7498298" y="3138616"/>
            <a:ext cx="2235296" cy="2235295"/>
          </a:xfrm>
          <a:custGeom>
            <a:avLst/>
            <a:gdLst/>
            <a:ahLst/>
            <a:cxnLst>
              <a:cxn ang="0">
                <a:pos x="wd2" y="hd2"/>
              </a:cxn>
              <a:cxn ang="5400000">
                <a:pos x="wd2" y="hd2"/>
              </a:cxn>
              <a:cxn ang="10800000">
                <a:pos x="wd2" y="hd2"/>
              </a:cxn>
              <a:cxn ang="16200000">
                <a:pos x="wd2" y="hd2"/>
              </a:cxn>
            </a:cxnLst>
            <a:rect l="0" t="0" r="r" b="b"/>
            <a:pathLst>
              <a:path w="21600" h="21600" extrusionOk="0">
                <a:moveTo>
                  <a:pt x="19322" y="21600"/>
                </a:moveTo>
                <a:lnTo>
                  <a:pt x="2278" y="21600"/>
                </a:lnTo>
                <a:cubicBezTo>
                  <a:pt x="1020" y="21600"/>
                  <a:pt x="0" y="20580"/>
                  <a:pt x="0" y="19322"/>
                </a:cubicBezTo>
                <a:lnTo>
                  <a:pt x="0" y="2278"/>
                </a:lnTo>
                <a:cubicBezTo>
                  <a:pt x="0" y="1020"/>
                  <a:pt x="1020" y="0"/>
                  <a:pt x="2278" y="0"/>
                </a:cubicBezTo>
                <a:lnTo>
                  <a:pt x="19322" y="0"/>
                </a:lnTo>
                <a:cubicBezTo>
                  <a:pt x="20580" y="0"/>
                  <a:pt x="21600" y="1020"/>
                  <a:pt x="21600" y="2278"/>
                </a:cubicBezTo>
                <a:lnTo>
                  <a:pt x="21600" y="19322"/>
                </a:lnTo>
                <a:cubicBezTo>
                  <a:pt x="21600" y="20580"/>
                  <a:pt x="20580" y="21600"/>
                  <a:pt x="19322" y="21600"/>
                </a:cubicBezTo>
                <a:close/>
              </a:path>
            </a:pathLst>
          </a:custGeom>
          <a:gradFill>
            <a:gsLst>
              <a:gs pos="50000">
                <a:schemeClr val="bg1">
                  <a:lumMod val="95000"/>
                </a:schemeClr>
              </a:gs>
              <a:gs pos="100000">
                <a:schemeClr val="bg1"/>
              </a:gs>
            </a:gsLst>
            <a:lin ang="2700000" scaled="0"/>
          </a:gradFill>
          <a:ln w="12700">
            <a:miter lim="400000"/>
          </a:ln>
          <a:effectLst>
            <a:innerShdw blurRad="254000" dist="190500" dir="13500000">
              <a:schemeClr val="bg1">
                <a:lumMod val="75000"/>
                <a:alpha val="40000"/>
              </a:schemeClr>
            </a:innerShdw>
          </a:effectLst>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sz="2250"/>
          </a:p>
        </p:txBody>
      </p:sp>
      <p:sp>
        <p:nvSpPr>
          <p:cNvPr id="34" name="Shape">
            <a:extLst>
              <a:ext uri="{FF2B5EF4-FFF2-40B4-BE49-F238E27FC236}">
                <a16:creationId xmlns:a16="http://schemas.microsoft.com/office/drawing/2014/main" id="{D738D046-146E-7E39-ECC2-06119FCC4E7A}"/>
              </a:ext>
            </a:extLst>
          </p:cNvPr>
          <p:cNvSpPr/>
          <p:nvPr/>
        </p:nvSpPr>
        <p:spPr>
          <a:xfrm>
            <a:off x="5610144" y="2047356"/>
            <a:ext cx="1680577" cy="1680579"/>
          </a:xfrm>
          <a:custGeom>
            <a:avLst/>
            <a:gdLst/>
            <a:ahLst/>
            <a:cxnLst>
              <a:cxn ang="0">
                <a:pos x="wd2" y="hd2"/>
              </a:cxn>
              <a:cxn ang="5400000">
                <a:pos x="wd2" y="hd2"/>
              </a:cxn>
              <a:cxn ang="10800000">
                <a:pos x="wd2" y="hd2"/>
              </a:cxn>
              <a:cxn ang="16200000">
                <a:pos x="wd2" y="hd2"/>
              </a:cxn>
            </a:cxnLst>
            <a:rect l="0" t="0" r="r" b="b"/>
            <a:pathLst>
              <a:path w="21600" h="21600" extrusionOk="0">
                <a:moveTo>
                  <a:pt x="18570" y="21600"/>
                </a:moveTo>
                <a:lnTo>
                  <a:pt x="3030" y="21600"/>
                </a:lnTo>
                <a:cubicBezTo>
                  <a:pt x="1357" y="21600"/>
                  <a:pt x="0" y="20243"/>
                  <a:pt x="0" y="18570"/>
                </a:cubicBezTo>
                <a:lnTo>
                  <a:pt x="0" y="3030"/>
                </a:lnTo>
                <a:cubicBezTo>
                  <a:pt x="0" y="1357"/>
                  <a:pt x="1357" y="0"/>
                  <a:pt x="3030" y="0"/>
                </a:cubicBezTo>
                <a:lnTo>
                  <a:pt x="18570" y="0"/>
                </a:lnTo>
                <a:cubicBezTo>
                  <a:pt x="20243" y="0"/>
                  <a:pt x="21600" y="1357"/>
                  <a:pt x="21600" y="3030"/>
                </a:cubicBezTo>
                <a:lnTo>
                  <a:pt x="21600" y="18570"/>
                </a:lnTo>
                <a:cubicBezTo>
                  <a:pt x="21600" y="20243"/>
                  <a:pt x="20243" y="21600"/>
                  <a:pt x="18570" y="21600"/>
                </a:cubicBezTo>
                <a:close/>
              </a:path>
            </a:pathLst>
          </a:custGeom>
          <a:gradFill>
            <a:gsLst>
              <a:gs pos="50000">
                <a:schemeClr val="accent4"/>
              </a:gs>
              <a:gs pos="100000">
                <a:schemeClr val="accent4">
                  <a:lumMod val="20000"/>
                  <a:lumOff val="80000"/>
                </a:schemeClr>
              </a:gs>
            </a:gsLst>
            <a:lin ang="2700000" scaled="0"/>
          </a:gradFill>
          <a:ln w="12700">
            <a:miter lim="400000"/>
          </a:ln>
          <a:effectLst>
            <a:innerShdw blurRad="254000" dist="190500" dir="13500000">
              <a:schemeClr val="accent4">
                <a:lumMod val="50000"/>
                <a:alpha val="40000"/>
              </a:schemeClr>
            </a:innerShdw>
          </a:effectLst>
        </p:spPr>
        <p:txBody>
          <a:bodyPr lIns="28575" tIns="28575" rIns="28575" bIns="28575"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sz="2250"/>
          </a:p>
        </p:txBody>
      </p:sp>
      <p:grpSp>
        <p:nvGrpSpPr>
          <p:cNvPr id="38" name="Group 37">
            <a:extLst>
              <a:ext uri="{FF2B5EF4-FFF2-40B4-BE49-F238E27FC236}">
                <a16:creationId xmlns:a16="http://schemas.microsoft.com/office/drawing/2014/main" id="{2B6DEA86-190A-2714-19F1-92ADDE36969C}"/>
              </a:ext>
            </a:extLst>
          </p:cNvPr>
          <p:cNvGrpSpPr/>
          <p:nvPr/>
        </p:nvGrpSpPr>
        <p:grpSpPr>
          <a:xfrm>
            <a:off x="5781984" y="4178761"/>
            <a:ext cx="1336894" cy="1047852"/>
            <a:chOff x="319755" y="4399684"/>
            <a:chExt cx="2088994" cy="1238465"/>
          </a:xfrm>
        </p:grpSpPr>
        <p:sp>
          <p:nvSpPr>
            <p:cNvPr id="39" name="TextBox 13">
              <a:extLst>
                <a:ext uri="{FF2B5EF4-FFF2-40B4-BE49-F238E27FC236}">
                  <a16:creationId xmlns:a16="http://schemas.microsoft.com/office/drawing/2014/main" id="{084662DE-E9E0-CCBE-1E9D-7FD0720DF940}"/>
                </a:ext>
              </a:extLst>
            </p:cNvPr>
            <p:cNvSpPr txBox="1"/>
            <p:nvPr/>
          </p:nvSpPr>
          <p:spPr>
            <a:xfrm>
              <a:off x="319755" y="4399684"/>
              <a:ext cx="2088992" cy="381951"/>
            </a:xfrm>
            <a:prstGeom prst="rect">
              <a:avLst/>
            </a:prstGeom>
            <a:noFill/>
          </p:spPr>
          <p:txBody>
            <a:bodyPr wrap="square" lIns="0" rIns="0" rtlCol="0" anchor="b">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500" b="1" noProof="1">
                  <a:solidFill>
                    <a:schemeClr val="accent4">
                      <a:lumMod val="75000"/>
                    </a:schemeClr>
                  </a:solidFill>
                </a:rPr>
                <a:t>Lorem Ipsum</a:t>
              </a:r>
            </a:p>
          </p:txBody>
        </p:sp>
        <p:sp>
          <p:nvSpPr>
            <p:cNvPr id="40" name="Rectangle 39">
              <a:extLst>
                <a:ext uri="{FF2B5EF4-FFF2-40B4-BE49-F238E27FC236}">
                  <a16:creationId xmlns:a16="http://schemas.microsoft.com/office/drawing/2014/main" id="{87BD5256-3A4A-3895-A40F-CA0BCB358727}"/>
                </a:ext>
              </a:extLst>
            </p:cNvPr>
            <p:cNvSpPr/>
            <p:nvPr/>
          </p:nvSpPr>
          <p:spPr>
            <a:xfrm>
              <a:off x="319757" y="4765116"/>
              <a:ext cx="2088992" cy="873033"/>
            </a:xfrm>
            <a:prstGeom prst="rect">
              <a:avLst/>
            </a:prstGeom>
          </p:spPr>
          <p:txBody>
            <a:bodyPr wrap="square" lIns="0" rIns="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spcBef>
                  <a:spcPts val="900"/>
                </a:spcBef>
              </a:pPr>
              <a:r>
                <a:rPr lang="en-US" sz="1050" noProof="1"/>
                <a:t>Lorem ipsum dolor sit amet, consectetur adipiscing elit. Integer nec odio. </a:t>
              </a:r>
            </a:p>
          </p:txBody>
        </p:sp>
      </p:grpSp>
      <p:grpSp>
        <p:nvGrpSpPr>
          <p:cNvPr id="41" name="Group 40">
            <a:extLst>
              <a:ext uri="{FF2B5EF4-FFF2-40B4-BE49-F238E27FC236}">
                <a16:creationId xmlns:a16="http://schemas.microsoft.com/office/drawing/2014/main" id="{66FA55FC-C32E-AEE9-AF60-19FBCE26BB89}"/>
              </a:ext>
            </a:extLst>
          </p:cNvPr>
          <p:cNvGrpSpPr/>
          <p:nvPr/>
        </p:nvGrpSpPr>
        <p:grpSpPr>
          <a:xfrm>
            <a:off x="3986478" y="1742766"/>
            <a:ext cx="1336894" cy="1047852"/>
            <a:chOff x="319755" y="4399684"/>
            <a:chExt cx="2088994" cy="1238465"/>
          </a:xfrm>
        </p:grpSpPr>
        <p:sp>
          <p:nvSpPr>
            <p:cNvPr id="42" name="TextBox 16">
              <a:extLst>
                <a:ext uri="{FF2B5EF4-FFF2-40B4-BE49-F238E27FC236}">
                  <a16:creationId xmlns:a16="http://schemas.microsoft.com/office/drawing/2014/main" id="{FEB048C1-88F2-D409-4C6C-93BDFBC488E1}"/>
                </a:ext>
              </a:extLst>
            </p:cNvPr>
            <p:cNvSpPr txBox="1"/>
            <p:nvPr/>
          </p:nvSpPr>
          <p:spPr>
            <a:xfrm>
              <a:off x="319755" y="4399684"/>
              <a:ext cx="2088992" cy="381951"/>
            </a:xfrm>
            <a:prstGeom prst="rect">
              <a:avLst/>
            </a:prstGeom>
            <a:noFill/>
          </p:spPr>
          <p:txBody>
            <a:bodyPr wrap="square" lIns="0" rIns="0" rtlCol="0" anchor="b">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500" b="1" noProof="1"/>
                <a:t>Lorem Ipsum</a:t>
              </a:r>
            </a:p>
          </p:txBody>
        </p:sp>
        <p:sp>
          <p:nvSpPr>
            <p:cNvPr id="43" name="Rectangle 42">
              <a:extLst>
                <a:ext uri="{FF2B5EF4-FFF2-40B4-BE49-F238E27FC236}">
                  <a16:creationId xmlns:a16="http://schemas.microsoft.com/office/drawing/2014/main" id="{340ADF9F-60A9-C9CB-1159-3565D15F5B2A}"/>
                </a:ext>
              </a:extLst>
            </p:cNvPr>
            <p:cNvSpPr/>
            <p:nvPr/>
          </p:nvSpPr>
          <p:spPr>
            <a:xfrm>
              <a:off x="319757" y="4765116"/>
              <a:ext cx="2088992" cy="873033"/>
            </a:xfrm>
            <a:prstGeom prst="rect">
              <a:avLst/>
            </a:prstGeom>
          </p:spPr>
          <p:txBody>
            <a:bodyPr wrap="square" lIns="0" rIns="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spcBef>
                  <a:spcPts val="900"/>
                </a:spcBef>
              </a:pPr>
              <a:r>
                <a:rPr lang="en-US" sz="1050" noProof="1"/>
                <a:t>Lorem ipsum dolor sit amet, consectetur adipiscing elit. Integer nec odio. </a:t>
              </a:r>
            </a:p>
          </p:txBody>
        </p:sp>
      </p:grpSp>
      <p:pic>
        <p:nvPicPr>
          <p:cNvPr id="47" name="Graphic 21" descr="Head with gears">
            <a:extLst>
              <a:ext uri="{FF2B5EF4-FFF2-40B4-BE49-F238E27FC236}">
                <a16:creationId xmlns:a16="http://schemas.microsoft.com/office/drawing/2014/main" id="{2B5B7B59-4282-DBB0-E56E-61BA02CA419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703034" y="2752958"/>
            <a:ext cx="773664" cy="773664"/>
          </a:xfrm>
          <a:prstGeom prst="rect">
            <a:avLst/>
          </a:prstGeom>
        </p:spPr>
      </p:pic>
      <p:pic>
        <p:nvPicPr>
          <p:cNvPr id="48" name="Graphic 22" descr="Eye">
            <a:extLst>
              <a:ext uri="{FF2B5EF4-FFF2-40B4-BE49-F238E27FC236}">
                <a16:creationId xmlns:a16="http://schemas.microsoft.com/office/drawing/2014/main" id="{8465A588-4D92-EF65-4BA9-A6A865343DD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067371" y="3284628"/>
            <a:ext cx="1175111" cy="1175111"/>
          </a:xfrm>
          <a:prstGeom prst="rect">
            <a:avLst/>
          </a:prstGeom>
        </p:spPr>
      </p:pic>
      <p:pic>
        <p:nvPicPr>
          <p:cNvPr id="49" name="Graphic 23" descr="Bullseye">
            <a:extLst>
              <a:ext uri="{FF2B5EF4-FFF2-40B4-BE49-F238E27FC236}">
                <a16:creationId xmlns:a16="http://schemas.microsoft.com/office/drawing/2014/main" id="{503EFD64-F02C-05AE-B1EE-9E035D7ADB5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858705" y="2295920"/>
            <a:ext cx="1183453" cy="1183453"/>
          </a:xfrm>
          <a:prstGeom prst="rect">
            <a:avLst/>
          </a:prstGeom>
          <a:effectLst>
            <a:outerShdw blurRad="139700" dist="38100" dir="2700000" algn="tl" rotWithShape="0">
              <a:prstClr val="black">
                <a:alpha val="15000"/>
              </a:prstClr>
            </a:outerShdw>
          </a:effectLst>
        </p:spPr>
      </p:pic>
      <p:pic>
        <p:nvPicPr>
          <p:cNvPr id="50" name="Graphic 24" descr="Lights On">
            <a:extLst>
              <a:ext uri="{FF2B5EF4-FFF2-40B4-BE49-F238E27FC236}">
                <a16:creationId xmlns:a16="http://schemas.microsoft.com/office/drawing/2014/main" id="{AEFD3990-04FF-6061-F266-AD6E4C53AF6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759701" y="3400019"/>
            <a:ext cx="1712493" cy="1712493"/>
          </a:xfrm>
          <a:prstGeom prst="rect">
            <a:avLst/>
          </a:prstGeom>
        </p:spPr>
      </p:pic>
    </p:spTree>
    <p:extLst>
      <p:ext uri="{BB962C8B-B14F-4D97-AF65-F5344CB8AC3E}">
        <p14:creationId xmlns:p14="http://schemas.microsoft.com/office/powerpoint/2010/main" val="51416597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414"/>
        <p:cNvGrpSpPr/>
        <p:nvPr/>
      </p:nvGrpSpPr>
      <p:grpSpPr>
        <a:xfrm>
          <a:off x="0" y="0"/>
          <a:ext cx="0" cy="0"/>
          <a:chOff x="0" y="0"/>
          <a:chExt cx="0" cy="0"/>
        </a:xfrm>
      </p:grpSpPr>
      <p:grpSp>
        <p:nvGrpSpPr>
          <p:cNvPr id="415" name="Google Shape;415;p17"/>
          <p:cNvGrpSpPr/>
          <p:nvPr/>
        </p:nvGrpSpPr>
        <p:grpSpPr>
          <a:xfrm>
            <a:off x="0" y="-96441"/>
            <a:ext cx="12192000" cy="6954441"/>
            <a:chOff x="0" y="-38100"/>
            <a:chExt cx="4816593" cy="2747433"/>
          </a:xfrm>
        </p:grpSpPr>
        <p:sp>
          <p:nvSpPr>
            <p:cNvPr id="416" name="Google Shape;416;p17"/>
            <p:cNvSpPr/>
            <p:nvPr/>
          </p:nvSpPr>
          <p:spPr>
            <a:xfrm>
              <a:off x="0" y="0"/>
              <a:ext cx="4816592" cy="2709333"/>
            </a:xfrm>
            <a:custGeom>
              <a:avLst/>
              <a:gdLst/>
              <a:ahLst/>
              <a:cxnLst/>
              <a:rect l="l" t="t" r="r" b="b"/>
              <a:pathLst>
                <a:path w="4816592" h="2709333" extrusionOk="0">
                  <a:moveTo>
                    <a:pt x="0" y="0"/>
                  </a:moveTo>
                  <a:lnTo>
                    <a:pt x="4816592" y="0"/>
                  </a:lnTo>
                  <a:lnTo>
                    <a:pt x="4816592" y="2709333"/>
                  </a:lnTo>
                  <a:lnTo>
                    <a:pt x="0" y="2709333"/>
                  </a:lnTo>
                  <a:close/>
                </a:path>
              </a:pathLst>
            </a:custGeom>
            <a:solidFill>
              <a:srgbClr val="000000">
                <a:alpha val="0"/>
              </a:srgbClr>
            </a:solidFill>
            <a:ln w="190500" cap="sq" cmpd="sng">
              <a:solidFill>
                <a:srgbClr val="7EC0A4"/>
              </a:solidFill>
              <a:prstDash val="solid"/>
              <a:miter lim="8000"/>
              <a:headEnd type="none" w="sm" len="sm"/>
              <a:tailEnd type="none" w="sm" len="sm"/>
            </a:ln>
          </p:spPr>
          <p:txBody>
            <a:bodyPr/>
            <a:lstStyle/>
            <a:p>
              <a:endParaRPr lang="en-IN"/>
            </a:p>
          </p:txBody>
        </p:sp>
        <p:sp>
          <p:nvSpPr>
            <p:cNvPr id="417" name="Google Shape;417;p17"/>
            <p:cNvSpPr txBox="1"/>
            <p:nvPr/>
          </p:nvSpPr>
          <p:spPr>
            <a:xfrm>
              <a:off x="0" y="-38100"/>
              <a:ext cx="4816593" cy="2747433"/>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418" name="Google Shape;418;p17"/>
          <p:cNvGrpSpPr/>
          <p:nvPr/>
        </p:nvGrpSpPr>
        <p:grpSpPr>
          <a:xfrm>
            <a:off x="3586420" y="685800"/>
            <a:ext cx="2509580" cy="2509580"/>
            <a:chOff x="0" y="0"/>
            <a:chExt cx="812800" cy="812800"/>
          </a:xfrm>
        </p:grpSpPr>
        <p:sp>
          <p:nvSpPr>
            <p:cNvPr id="419" name="Google Shape;419;p17"/>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7CD3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420" name="Google Shape;420;p17"/>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421" name="Google Shape;421;p17"/>
          <p:cNvGrpSpPr/>
          <p:nvPr/>
        </p:nvGrpSpPr>
        <p:grpSpPr>
          <a:xfrm>
            <a:off x="6096000" y="685800"/>
            <a:ext cx="2509580" cy="2509580"/>
            <a:chOff x="0" y="0"/>
            <a:chExt cx="812800" cy="812800"/>
          </a:xfrm>
        </p:grpSpPr>
        <p:sp>
          <p:nvSpPr>
            <p:cNvPr id="422" name="Google Shape;422;p17"/>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7EC0A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423" name="Google Shape;423;p17"/>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424" name="Google Shape;424;p17"/>
          <p:cNvGrpSpPr/>
          <p:nvPr/>
        </p:nvGrpSpPr>
        <p:grpSpPr>
          <a:xfrm>
            <a:off x="3586420" y="3195380"/>
            <a:ext cx="2509580" cy="2509580"/>
            <a:chOff x="0" y="0"/>
            <a:chExt cx="812800" cy="812800"/>
          </a:xfrm>
        </p:grpSpPr>
        <p:sp>
          <p:nvSpPr>
            <p:cNvPr id="425" name="Google Shape;425;p17"/>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14975"/>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426" name="Google Shape;426;p17"/>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427" name="Google Shape;427;p17"/>
          <p:cNvGrpSpPr/>
          <p:nvPr/>
        </p:nvGrpSpPr>
        <p:grpSpPr>
          <a:xfrm>
            <a:off x="6096000" y="3195380"/>
            <a:ext cx="2509580" cy="2509580"/>
            <a:chOff x="0" y="0"/>
            <a:chExt cx="812800" cy="812800"/>
          </a:xfrm>
        </p:grpSpPr>
        <p:sp>
          <p:nvSpPr>
            <p:cNvPr id="428" name="Google Shape;428;p17"/>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261E0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429" name="Google Shape;429;p17"/>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sp>
        <p:nvSpPr>
          <p:cNvPr id="430" name="Google Shape;430;p17"/>
          <p:cNvSpPr/>
          <p:nvPr/>
        </p:nvSpPr>
        <p:spPr>
          <a:xfrm>
            <a:off x="4045722" y="1260810"/>
            <a:ext cx="1590976" cy="1359561"/>
          </a:xfrm>
          <a:custGeom>
            <a:avLst/>
            <a:gdLst/>
            <a:ahLst/>
            <a:cxnLst/>
            <a:rect l="l" t="t" r="r" b="b"/>
            <a:pathLst>
              <a:path w="2386464" h="2039342" extrusionOk="0">
                <a:moveTo>
                  <a:pt x="0" y="0"/>
                </a:moveTo>
                <a:lnTo>
                  <a:pt x="2386464" y="0"/>
                </a:lnTo>
                <a:lnTo>
                  <a:pt x="2386464" y="2039342"/>
                </a:lnTo>
                <a:lnTo>
                  <a:pt x="0" y="2039342"/>
                </a:lnTo>
                <a:lnTo>
                  <a:pt x="0" y="0"/>
                </a:lnTo>
                <a:close/>
              </a:path>
            </a:pathLst>
          </a:custGeom>
          <a:blipFill rotWithShape="1">
            <a:blip r:embed="rId3">
              <a:alphaModFix/>
            </a:blip>
            <a:stretch>
              <a:fillRect/>
            </a:stretch>
          </a:blipFill>
          <a:ln>
            <a:noFill/>
          </a:ln>
        </p:spPr>
        <p:txBody>
          <a:bodyPr/>
          <a:lstStyle/>
          <a:p>
            <a:endParaRPr lang="en-IN"/>
          </a:p>
        </p:txBody>
      </p:sp>
      <p:sp>
        <p:nvSpPr>
          <p:cNvPr id="431" name="Google Shape;431;p17"/>
          <p:cNvSpPr/>
          <p:nvPr/>
        </p:nvSpPr>
        <p:spPr>
          <a:xfrm>
            <a:off x="6543710" y="1133510"/>
            <a:ext cx="1614162" cy="1614162"/>
          </a:xfrm>
          <a:custGeom>
            <a:avLst/>
            <a:gdLst/>
            <a:ahLst/>
            <a:cxnLst/>
            <a:rect l="l" t="t" r="r" b="b"/>
            <a:pathLst>
              <a:path w="2421243" h="2421243" extrusionOk="0">
                <a:moveTo>
                  <a:pt x="0" y="0"/>
                </a:moveTo>
                <a:lnTo>
                  <a:pt x="2421242" y="0"/>
                </a:lnTo>
                <a:lnTo>
                  <a:pt x="2421242" y="2421242"/>
                </a:lnTo>
                <a:lnTo>
                  <a:pt x="0" y="2421242"/>
                </a:lnTo>
                <a:lnTo>
                  <a:pt x="0" y="0"/>
                </a:lnTo>
                <a:close/>
              </a:path>
            </a:pathLst>
          </a:custGeom>
          <a:blipFill rotWithShape="1">
            <a:blip r:embed="rId4">
              <a:alphaModFix/>
            </a:blip>
            <a:stretch>
              <a:fillRect/>
            </a:stretch>
          </a:blipFill>
          <a:ln>
            <a:noFill/>
          </a:ln>
        </p:spPr>
        <p:txBody>
          <a:bodyPr/>
          <a:lstStyle/>
          <a:p>
            <a:endParaRPr lang="en-IN"/>
          </a:p>
        </p:txBody>
      </p:sp>
      <p:sp>
        <p:nvSpPr>
          <p:cNvPr id="432" name="Google Shape;432;p17"/>
          <p:cNvSpPr txBox="1"/>
          <p:nvPr/>
        </p:nvSpPr>
        <p:spPr>
          <a:xfrm>
            <a:off x="2227262" y="5819261"/>
            <a:ext cx="7737477" cy="819904"/>
          </a:xfrm>
          <a:prstGeom prst="rect">
            <a:avLst/>
          </a:prstGeom>
          <a:noFill/>
          <a:ln>
            <a:noFill/>
          </a:ln>
        </p:spPr>
        <p:txBody>
          <a:bodyPr spcFirstLastPara="1" wrap="square" lIns="0" tIns="0" rIns="0" bIns="0" anchor="t" anchorCtr="0">
            <a:spAutoFit/>
          </a:bodyPr>
          <a:lstStyle/>
          <a:p>
            <a:pPr algn="ctr">
              <a:lnSpc>
                <a:spcPct val="111000"/>
              </a:lnSpc>
            </a:pPr>
            <a:r>
              <a:rPr lang="en-US" sz="4800" b="1">
                <a:solidFill>
                  <a:srgbClr val="7EC0A4"/>
                </a:solidFill>
                <a:latin typeface="Montserrat Black"/>
                <a:ea typeface="Montserrat Black"/>
                <a:cs typeface="Montserrat Black"/>
                <a:sym typeface="Montserrat Black"/>
              </a:rPr>
              <a:t>RISK FACTORS</a:t>
            </a:r>
            <a:endParaRPr sz="1200"/>
          </a:p>
        </p:txBody>
      </p:sp>
      <p:sp>
        <p:nvSpPr>
          <p:cNvPr id="433" name="Google Shape;433;p17"/>
          <p:cNvSpPr/>
          <p:nvPr/>
        </p:nvSpPr>
        <p:spPr>
          <a:xfrm>
            <a:off x="4045722" y="3813779"/>
            <a:ext cx="1694989" cy="1272783"/>
          </a:xfrm>
          <a:custGeom>
            <a:avLst/>
            <a:gdLst/>
            <a:ahLst/>
            <a:cxnLst/>
            <a:rect l="l" t="t" r="r" b="b"/>
            <a:pathLst>
              <a:path w="2542483" h="1909174" extrusionOk="0">
                <a:moveTo>
                  <a:pt x="0" y="0"/>
                </a:moveTo>
                <a:lnTo>
                  <a:pt x="2542483" y="0"/>
                </a:lnTo>
                <a:lnTo>
                  <a:pt x="2542483" y="1909174"/>
                </a:lnTo>
                <a:lnTo>
                  <a:pt x="0" y="1909174"/>
                </a:lnTo>
                <a:lnTo>
                  <a:pt x="0" y="0"/>
                </a:lnTo>
                <a:close/>
              </a:path>
            </a:pathLst>
          </a:custGeom>
          <a:blipFill rotWithShape="1">
            <a:blip r:embed="rId5">
              <a:alphaModFix/>
            </a:blip>
            <a:stretch>
              <a:fillRect/>
            </a:stretch>
          </a:blipFill>
          <a:ln>
            <a:noFill/>
          </a:ln>
        </p:spPr>
        <p:txBody>
          <a:bodyPr/>
          <a:lstStyle/>
          <a:p>
            <a:endParaRPr lang="en-IN"/>
          </a:p>
        </p:txBody>
      </p:sp>
      <p:sp>
        <p:nvSpPr>
          <p:cNvPr id="434" name="Google Shape;434;p17"/>
          <p:cNvSpPr/>
          <p:nvPr/>
        </p:nvSpPr>
        <p:spPr>
          <a:xfrm>
            <a:off x="6729016" y="3524982"/>
            <a:ext cx="1243548" cy="1628456"/>
          </a:xfrm>
          <a:custGeom>
            <a:avLst/>
            <a:gdLst/>
            <a:ahLst/>
            <a:cxnLst/>
            <a:rect l="l" t="t" r="r" b="b"/>
            <a:pathLst>
              <a:path w="1865322" h="2442684" extrusionOk="0">
                <a:moveTo>
                  <a:pt x="0" y="0"/>
                </a:moveTo>
                <a:lnTo>
                  <a:pt x="1865322" y="0"/>
                </a:lnTo>
                <a:lnTo>
                  <a:pt x="1865322" y="2442684"/>
                </a:lnTo>
                <a:lnTo>
                  <a:pt x="0" y="2442684"/>
                </a:lnTo>
                <a:lnTo>
                  <a:pt x="0" y="0"/>
                </a:lnTo>
                <a:close/>
              </a:path>
            </a:pathLst>
          </a:custGeom>
          <a:blipFill rotWithShape="1">
            <a:blip r:embed="rId6">
              <a:alphaModFix/>
            </a:blip>
            <a:stretch>
              <a:fillRect/>
            </a:stretch>
          </a:blipFill>
          <a:ln>
            <a:noFill/>
          </a:ln>
        </p:spPr>
        <p:txBody>
          <a:bodyPr/>
          <a:lstStyle/>
          <a:p>
            <a:endParaRPr lang="en-IN"/>
          </a:p>
        </p:txBody>
      </p:sp>
      <p:sp>
        <p:nvSpPr>
          <p:cNvPr id="435" name="Google Shape;435;p17"/>
          <p:cNvSpPr txBox="1"/>
          <p:nvPr/>
        </p:nvSpPr>
        <p:spPr>
          <a:xfrm>
            <a:off x="1771579" y="1286209"/>
            <a:ext cx="1555543" cy="409984"/>
          </a:xfrm>
          <a:prstGeom prst="rect">
            <a:avLst/>
          </a:prstGeom>
          <a:noFill/>
          <a:ln>
            <a:noFill/>
          </a:ln>
        </p:spPr>
        <p:txBody>
          <a:bodyPr spcFirstLastPara="1" wrap="square" lIns="0" tIns="0" rIns="0" bIns="0" anchor="t" anchorCtr="0">
            <a:spAutoFit/>
          </a:bodyPr>
          <a:lstStyle/>
          <a:p>
            <a:pPr algn="r">
              <a:lnSpc>
                <a:spcPct val="111000"/>
              </a:lnSpc>
            </a:pPr>
            <a:r>
              <a:rPr lang="en-US" sz="2400" b="1">
                <a:solidFill>
                  <a:srgbClr val="7EC0A4"/>
                </a:solidFill>
                <a:latin typeface="Montserrat"/>
                <a:ea typeface="Montserrat"/>
                <a:cs typeface="Montserrat"/>
                <a:sym typeface="Montserrat"/>
              </a:rPr>
              <a:t>POINT 01</a:t>
            </a:r>
            <a:endParaRPr sz="1200"/>
          </a:p>
        </p:txBody>
      </p:sp>
      <p:sp>
        <p:nvSpPr>
          <p:cNvPr id="436" name="Google Shape;436;p17"/>
          <p:cNvSpPr txBox="1"/>
          <p:nvPr/>
        </p:nvSpPr>
        <p:spPr>
          <a:xfrm>
            <a:off x="917347" y="1747716"/>
            <a:ext cx="2409800" cy="1238801"/>
          </a:xfrm>
          <a:prstGeom prst="rect">
            <a:avLst/>
          </a:prstGeom>
          <a:noFill/>
          <a:ln>
            <a:noFill/>
          </a:ln>
        </p:spPr>
        <p:txBody>
          <a:bodyPr spcFirstLastPara="1" wrap="square" lIns="0" tIns="0" rIns="0" bIns="0" anchor="t" anchorCtr="0">
            <a:spAutoFit/>
          </a:bodyPr>
          <a:lstStyle/>
          <a:p>
            <a:pPr algn="r">
              <a:lnSpc>
                <a:spcPct val="115000"/>
              </a:lnSpc>
            </a:pPr>
            <a:r>
              <a:rPr lang="en-US" sz="1400">
                <a:solidFill>
                  <a:srgbClr val="0A2F1F"/>
                </a:solidFill>
                <a:latin typeface="Montserrat"/>
                <a:ea typeface="Montserrat"/>
                <a:cs typeface="Montserrat"/>
                <a:sym typeface="Montserrat"/>
              </a:rPr>
              <a:t>Lorem ipsum odor amet, consectetuer adipiscing elit. Quam eleifend viverra lectus nostra maximus curabitur vulputate. </a:t>
            </a:r>
            <a:endParaRPr sz="1200"/>
          </a:p>
        </p:txBody>
      </p:sp>
      <p:sp>
        <p:nvSpPr>
          <p:cNvPr id="437" name="Google Shape;437;p17"/>
          <p:cNvSpPr txBox="1"/>
          <p:nvPr/>
        </p:nvSpPr>
        <p:spPr>
          <a:xfrm>
            <a:off x="1771579" y="3648552"/>
            <a:ext cx="1555543" cy="409984"/>
          </a:xfrm>
          <a:prstGeom prst="rect">
            <a:avLst/>
          </a:prstGeom>
          <a:noFill/>
          <a:ln>
            <a:noFill/>
          </a:ln>
        </p:spPr>
        <p:txBody>
          <a:bodyPr spcFirstLastPara="1" wrap="square" lIns="0" tIns="0" rIns="0" bIns="0" anchor="t" anchorCtr="0">
            <a:spAutoFit/>
          </a:bodyPr>
          <a:lstStyle/>
          <a:p>
            <a:pPr algn="r">
              <a:lnSpc>
                <a:spcPct val="111000"/>
              </a:lnSpc>
            </a:pPr>
            <a:r>
              <a:rPr lang="en-US" sz="2400" b="1">
                <a:solidFill>
                  <a:srgbClr val="7EC0A4"/>
                </a:solidFill>
                <a:latin typeface="Montserrat"/>
                <a:ea typeface="Montserrat"/>
                <a:cs typeface="Montserrat"/>
                <a:sym typeface="Montserrat"/>
              </a:rPr>
              <a:t>POINT 02</a:t>
            </a:r>
            <a:endParaRPr sz="1200"/>
          </a:p>
        </p:txBody>
      </p:sp>
      <p:sp>
        <p:nvSpPr>
          <p:cNvPr id="438" name="Google Shape;438;p17"/>
          <p:cNvSpPr txBox="1"/>
          <p:nvPr/>
        </p:nvSpPr>
        <p:spPr>
          <a:xfrm>
            <a:off x="917347" y="4110059"/>
            <a:ext cx="2409800" cy="1238801"/>
          </a:xfrm>
          <a:prstGeom prst="rect">
            <a:avLst/>
          </a:prstGeom>
          <a:noFill/>
          <a:ln>
            <a:noFill/>
          </a:ln>
        </p:spPr>
        <p:txBody>
          <a:bodyPr spcFirstLastPara="1" wrap="square" lIns="0" tIns="0" rIns="0" bIns="0" anchor="t" anchorCtr="0">
            <a:spAutoFit/>
          </a:bodyPr>
          <a:lstStyle/>
          <a:p>
            <a:pPr algn="r">
              <a:lnSpc>
                <a:spcPct val="115000"/>
              </a:lnSpc>
            </a:pPr>
            <a:r>
              <a:rPr lang="en-US" sz="1400">
                <a:solidFill>
                  <a:srgbClr val="0A2F1F"/>
                </a:solidFill>
                <a:latin typeface="Montserrat"/>
                <a:ea typeface="Montserrat"/>
                <a:cs typeface="Montserrat"/>
                <a:sym typeface="Montserrat"/>
              </a:rPr>
              <a:t>Lorem ipsum odor amet, consectetuer adipiscing elit. Quam eleifend viverra lectus nostra maximus curabitur vulputate. </a:t>
            </a:r>
            <a:endParaRPr sz="1200"/>
          </a:p>
        </p:txBody>
      </p:sp>
      <p:sp>
        <p:nvSpPr>
          <p:cNvPr id="439" name="Google Shape;439;p17"/>
          <p:cNvSpPr txBox="1"/>
          <p:nvPr/>
        </p:nvSpPr>
        <p:spPr>
          <a:xfrm>
            <a:off x="8961180" y="1212591"/>
            <a:ext cx="1555543" cy="409984"/>
          </a:xfrm>
          <a:prstGeom prst="rect">
            <a:avLst/>
          </a:prstGeom>
          <a:noFill/>
          <a:ln>
            <a:noFill/>
          </a:ln>
        </p:spPr>
        <p:txBody>
          <a:bodyPr spcFirstLastPara="1" wrap="square" lIns="0" tIns="0" rIns="0" bIns="0" anchor="t" anchorCtr="0">
            <a:spAutoFit/>
          </a:bodyPr>
          <a:lstStyle/>
          <a:p>
            <a:pPr>
              <a:lnSpc>
                <a:spcPct val="111000"/>
              </a:lnSpc>
            </a:pPr>
            <a:r>
              <a:rPr lang="en-US" sz="2400" b="1">
                <a:solidFill>
                  <a:srgbClr val="7EC0A4"/>
                </a:solidFill>
                <a:latin typeface="Montserrat"/>
                <a:ea typeface="Montserrat"/>
                <a:cs typeface="Montserrat"/>
                <a:sym typeface="Montserrat"/>
              </a:rPr>
              <a:t>POINT 03</a:t>
            </a:r>
            <a:endParaRPr sz="1200"/>
          </a:p>
        </p:txBody>
      </p:sp>
      <p:sp>
        <p:nvSpPr>
          <p:cNvPr id="440" name="Google Shape;440;p17"/>
          <p:cNvSpPr txBox="1"/>
          <p:nvPr/>
        </p:nvSpPr>
        <p:spPr>
          <a:xfrm>
            <a:off x="8961180" y="1674098"/>
            <a:ext cx="2409800" cy="1238801"/>
          </a:xfrm>
          <a:prstGeom prst="rect">
            <a:avLst/>
          </a:prstGeom>
          <a:noFill/>
          <a:ln>
            <a:noFill/>
          </a:ln>
        </p:spPr>
        <p:txBody>
          <a:bodyPr spcFirstLastPara="1" wrap="square" lIns="0" tIns="0" rIns="0" bIns="0" anchor="t" anchorCtr="0">
            <a:spAutoFit/>
          </a:bodyPr>
          <a:lstStyle/>
          <a:p>
            <a:pPr>
              <a:lnSpc>
                <a:spcPct val="115000"/>
              </a:lnSpc>
            </a:pPr>
            <a:r>
              <a:rPr lang="en-US" sz="1400">
                <a:solidFill>
                  <a:srgbClr val="0A2F1F"/>
                </a:solidFill>
                <a:latin typeface="Montserrat"/>
                <a:ea typeface="Montserrat"/>
                <a:cs typeface="Montserrat"/>
                <a:sym typeface="Montserrat"/>
              </a:rPr>
              <a:t>Lorem ipsum odor amet, consectetuer adipiscing elit. Quam eleifend viverra lectus nostra maximus curabitur vulputate. </a:t>
            </a:r>
            <a:endParaRPr sz="1200"/>
          </a:p>
        </p:txBody>
      </p:sp>
      <p:sp>
        <p:nvSpPr>
          <p:cNvPr id="441" name="Google Shape;441;p17"/>
          <p:cNvSpPr txBox="1"/>
          <p:nvPr/>
        </p:nvSpPr>
        <p:spPr>
          <a:xfrm>
            <a:off x="8961180" y="3574933"/>
            <a:ext cx="1555543" cy="409984"/>
          </a:xfrm>
          <a:prstGeom prst="rect">
            <a:avLst/>
          </a:prstGeom>
          <a:noFill/>
          <a:ln>
            <a:noFill/>
          </a:ln>
        </p:spPr>
        <p:txBody>
          <a:bodyPr spcFirstLastPara="1" wrap="square" lIns="0" tIns="0" rIns="0" bIns="0" anchor="t" anchorCtr="0">
            <a:spAutoFit/>
          </a:bodyPr>
          <a:lstStyle/>
          <a:p>
            <a:pPr>
              <a:lnSpc>
                <a:spcPct val="111000"/>
              </a:lnSpc>
            </a:pPr>
            <a:r>
              <a:rPr lang="en-US" sz="2400" b="1">
                <a:solidFill>
                  <a:srgbClr val="7EC0A4"/>
                </a:solidFill>
                <a:latin typeface="Montserrat"/>
                <a:ea typeface="Montserrat"/>
                <a:cs typeface="Montserrat"/>
                <a:sym typeface="Montserrat"/>
              </a:rPr>
              <a:t>POINT 04</a:t>
            </a:r>
            <a:endParaRPr sz="1200"/>
          </a:p>
        </p:txBody>
      </p:sp>
      <p:sp>
        <p:nvSpPr>
          <p:cNvPr id="442" name="Google Shape;442;p17"/>
          <p:cNvSpPr txBox="1"/>
          <p:nvPr/>
        </p:nvSpPr>
        <p:spPr>
          <a:xfrm>
            <a:off x="8961180" y="4036440"/>
            <a:ext cx="2409800" cy="1238801"/>
          </a:xfrm>
          <a:prstGeom prst="rect">
            <a:avLst/>
          </a:prstGeom>
          <a:noFill/>
          <a:ln>
            <a:noFill/>
          </a:ln>
        </p:spPr>
        <p:txBody>
          <a:bodyPr spcFirstLastPara="1" wrap="square" lIns="0" tIns="0" rIns="0" bIns="0" anchor="t" anchorCtr="0">
            <a:spAutoFit/>
          </a:bodyPr>
          <a:lstStyle/>
          <a:p>
            <a:pPr>
              <a:lnSpc>
                <a:spcPct val="115000"/>
              </a:lnSpc>
            </a:pPr>
            <a:r>
              <a:rPr lang="en-US" sz="1400">
                <a:solidFill>
                  <a:srgbClr val="0A2F1F"/>
                </a:solidFill>
                <a:latin typeface="Montserrat"/>
                <a:ea typeface="Montserrat"/>
                <a:cs typeface="Montserrat"/>
                <a:sym typeface="Montserrat"/>
              </a:rPr>
              <a:t>Lorem ipsum odor amet, consectetuer adipiscing elit. Quam eleifend viverra lectus nostra maximus curabitur vulputate. </a:t>
            </a:r>
            <a:endParaRPr sz="1200"/>
          </a:p>
        </p:txBody>
      </p:sp>
    </p:spTree>
    <p:extLst>
      <p:ext uri="{BB962C8B-B14F-4D97-AF65-F5344CB8AC3E}">
        <p14:creationId xmlns:p14="http://schemas.microsoft.com/office/powerpoint/2010/main" val="1617589499"/>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Shape 324"/>
        <p:cNvGrpSpPr/>
        <p:nvPr/>
      </p:nvGrpSpPr>
      <p:grpSpPr>
        <a:xfrm>
          <a:off x="0" y="0"/>
          <a:ext cx="0" cy="0"/>
          <a:chOff x="0" y="0"/>
          <a:chExt cx="0" cy="0"/>
        </a:xfrm>
      </p:grpSpPr>
      <p:grpSp>
        <p:nvGrpSpPr>
          <p:cNvPr id="325" name="Google Shape;325;p14"/>
          <p:cNvGrpSpPr/>
          <p:nvPr/>
        </p:nvGrpSpPr>
        <p:grpSpPr>
          <a:xfrm>
            <a:off x="886609" y="691484"/>
            <a:ext cx="2229599" cy="2229599"/>
            <a:chOff x="0" y="0"/>
            <a:chExt cx="812800" cy="812800"/>
          </a:xfrm>
        </p:grpSpPr>
        <p:sp>
          <p:nvSpPr>
            <p:cNvPr id="326" name="Google Shape;326;p14"/>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261E04"/>
            </a:solidFill>
            <a:ln>
              <a:noFill/>
            </a:ln>
          </p:spPr>
          <p:txBody>
            <a:bodyPr spcFirstLastPara="1" wrap="square" lIns="60950" tIns="60950" rIns="60950" bIns="60950" anchor="ctr" anchorCtr="0">
              <a:noAutofit/>
            </a:bodyPr>
            <a:lstStyle/>
            <a:p>
              <a:endParaRPr sz="1200"/>
            </a:p>
          </p:txBody>
        </p:sp>
        <p:sp>
          <p:nvSpPr>
            <p:cNvPr id="327" name="Google Shape;327;p14"/>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328" name="Google Shape;328;p14"/>
          <p:cNvGrpSpPr/>
          <p:nvPr/>
        </p:nvGrpSpPr>
        <p:grpSpPr>
          <a:xfrm>
            <a:off x="6643069" y="691484"/>
            <a:ext cx="2229599" cy="2229599"/>
            <a:chOff x="0" y="0"/>
            <a:chExt cx="812800" cy="812800"/>
          </a:xfrm>
        </p:grpSpPr>
        <p:sp>
          <p:nvSpPr>
            <p:cNvPr id="329" name="Google Shape;329;p14"/>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261E04"/>
            </a:solidFill>
            <a:ln>
              <a:noFill/>
            </a:ln>
          </p:spPr>
          <p:txBody>
            <a:bodyPr spcFirstLastPara="1" wrap="square" lIns="60950" tIns="60950" rIns="60950" bIns="60950" anchor="ctr" anchorCtr="0">
              <a:noAutofit/>
            </a:bodyPr>
            <a:lstStyle/>
            <a:p>
              <a:endParaRPr sz="1200"/>
            </a:p>
          </p:txBody>
        </p:sp>
        <p:sp>
          <p:nvSpPr>
            <p:cNvPr id="330" name="Google Shape;330;p14"/>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331" name="Google Shape;331;p14"/>
          <p:cNvGrpSpPr/>
          <p:nvPr/>
        </p:nvGrpSpPr>
        <p:grpSpPr>
          <a:xfrm>
            <a:off x="3749500" y="3627930"/>
            <a:ext cx="2229599" cy="2229599"/>
            <a:chOff x="0" y="0"/>
            <a:chExt cx="812800" cy="812800"/>
          </a:xfrm>
        </p:grpSpPr>
        <p:sp>
          <p:nvSpPr>
            <p:cNvPr id="332" name="Google Shape;332;p14"/>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261E04"/>
            </a:solidFill>
            <a:ln>
              <a:noFill/>
            </a:ln>
          </p:spPr>
          <p:txBody>
            <a:bodyPr spcFirstLastPara="1" wrap="square" lIns="60950" tIns="60950" rIns="60950" bIns="60950" anchor="ctr" anchorCtr="0">
              <a:noAutofit/>
            </a:bodyPr>
            <a:lstStyle/>
            <a:p>
              <a:endParaRPr sz="1200"/>
            </a:p>
          </p:txBody>
        </p:sp>
        <p:sp>
          <p:nvSpPr>
            <p:cNvPr id="333" name="Google Shape;333;p14"/>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334" name="Google Shape;334;p14"/>
          <p:cNvGrpSpPr/>
          <p:nvPr/>
        </p:nvGrpSpPr>
        <p:grpSpPr>
          <a:xfrm>
            <a:off x="9477824" y="3627930"/>
            <a:ext cx="2229599" cy="2229599"/>
            <a:chOff x="0" y="0"/>
            <a:chExt cx="812800" cy="812800"/>
          </a:xfrm>
        </p:grpSpPr>
        <p:sp>
          <p:nvSpPr>
            <p:cNvPr id="335" name="Google Shape;335;p14"/>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261E04"/>
            </a:solidFill>
            <a:ln>
              <a:noFill/>
            </a:ln>
          </p:spPr>
          <p:txBody>
            <a:bodyPr spcFirstLastPara="1" wrap="square" lIns="60950" tIns="60950" rIns="60950" bIns="60950" anchor="ctr" anchorCtr="0">
              <a:noAutofit/>
            </a:bodyPr>
            <a:lstStyle/>
            <a:p>
              <a:endParaRPr sz="1200"/>
            </a:p>
          </p:txBody>
        </p:sp>
        <p:sp>
          <p:nvSpPr>
            <p:cNvPr id="336" name="Google Shape;336;p14"/>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337" name="Google Shape;337;p14"/>
          <p:cNvGrpSpPr/>
          <p:nvPr/>
        </p:nvGrpSpPr>
        <p:grpSpPr>
          <a:xfrm>
            <a:off x="685801" y="560477"/>
            <a:ext cx="2229599" cy="2229599"/>
            <a:chOff x="0" y="0"/>
            <a:chExt cx="812800" cy="812800"/>
          </a:xfrm>
        </p:grpSpPr>
        <p:sp>
          <p:nvSpPr>
            <p:cNvPr id="338" name="Google Shape;338;p14"/>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7CD3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339" name="Google Shape;339;p14"/>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340" name="Google Shape;340;p14"/>
          <p:cNvGrpSpPr/>
          <p:nvPr/>
        </p:nvGrpSpPr>
        <p:grpSpPr>
          <a:xfrm>
            <a:off x="3549401" y="3427993"/>
            <a:ext cx="2229599" cy="2229599"/>
            <a:chOff x="0" y="0"/>
            <a:chExt cx="812800" cy="812800"/>
          </a:xfrm>
        </p:grpSpPr>
        <p:sp>
          <p:nvSpPr>
            <p:cNvPr id="341" name="Google Shape;341;p14"/>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7CD3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342" name="Google Shape;342;p14"/>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343" name="Google Shape;343;p14"/>
          <p:cNvGrpSpPr/>
          <p:nvPr/>
        </p:nvGrpSpPr>
        <p:grpSpPr>
          <a:xfrm>
            <a:off x="6413001" y="560477"/>
            <a:ext cx="2229599" cy="2229599"/>
            <a:chOff x="0" y="0"/>
            <a:chExt cx="812800" cy="812800"/>
          </a:xfrm>
        </p:grpSpPr>
        <p:sp>
          <p:nvSpPr>
            <p:cNvPr id="344" name="Google Shape;344;p14"/>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7CD3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345" name="Google Shape;345;p14"/>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346" name="Google Shape;346;p14"/>
          <p:cNvGrpSpPr/>
          <p:nvPr/>
        </p:nvGrpSpPr>
        <p:grpSpPr>
          <a:xfrm>
            <a:off x="9276601" y="3427993"/>
            <a:ext cx="2229599" cy="2229599"/>
            <a:chOff x="0" y="0"/>
            <a:chExt cx="812800" cy="812800"/>
          </a:xfrm>
        </p:grpSpPr>
        <p:sp>
          <p:nvSpPr>
            <p:cNvPr id="347" name="Google Shape;347;p14"/>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7CD3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348" name="Google Shape;348;p14"/>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sp>
        <p:nvSpPr>
          <p:cNvPr id="349" name="Google Shape;349;p14"/>
          <p:cNvSpPr txBox="1"/>
          <p:nvPr/>
        </p:nvSpPr>
        <p:spPr>
          <a:xfrm>
            <a:off x="4323581" y="6012405"/>
            <a:ext cx="3544839" cy="819904"/>
          </a:xfrm>
          <a:prstGeom prst="rect">
            <a:avLst/>
          </a:prstGeom>
          <a:noFill/>
          <a:ln>
            <a:noFill/>
          </a:ln>
        </p:spPr>
        <p:txBody>
          <a:bodyPr spcFirstLastPara="1" wrap="square" lIns="0" tIns="0" rIns="0" bIns="0" anchor="t" anchorCtr="0">
            <a:spAutoFit/>
          </a:bodyPr>
          <a:lstStyle/>
          <a:p>
            <a:pPr algn="ctr">
              <a:lnSpc>
                <a:spcPct val="111000"/>
              </a:lnSpc>
            </a:pPr>
            <a:r>
              <a:rPr lang="en-US" sz="4800" b="1">
                <a:solidFill>
                  <a:srgbClr val="7EC0A4"/>
                </a:solidFill>
                <a:latin typeface="Montserrat Black"/>
                <a:ea typeface="Montserrat Black"/>
                <a:cs typeface="Montserrat Black"/>
                <a:sym typeface="Montserrat Black"/>
              </a:rPr>
              <a:t>TIMELINE</a:t>
            </a:r>
            <a:endParaRPr sz="1200"/>
          </a:p>
        </p:txBody>
      </p:sp>
      <p:cxnSp>
        <p:nvCxnSpPr>
          <p:cNvPr id="350" name="Google Shape;350;p14"/>
          <p:cNvCxnSpPr/>
          <p:nvPr/>
        </p:nvCxnSpPr>
        <p:spPr>
          <a:xfrm>
            <a:off x="0" y="6480993"/>
            <a:ext cx="4323581" cy="0"/>
          </a:xfrm>
          <a:prstGeom prst="straightConnector1">
            <a:avLst/>
          </a:prstGeom>
          <a:noFill/>
          <a:ln w="142875" cap="flat" cmpd="sng">
            <a:solidFill>
              <a:srgbClr val="7EC0A4"/>
            </a:solidFill>
            <a:prstDash val="solid"/>
            <a:round/>
            <a:headEnd type="none" w="sm" len="sm"/>
            <a:tailEnd type="none" w="sm" len="sm"/>
          </a:ln>
        </p:spPr>
      </p:cxnSp>
      <p:cxnSp>
        <p:nvCxnSpPr>
          <p:cNvPr id="351" name="Google Shape;351;p14"/>
          <p:cNvCxnSpPr/>
          <p:nvPr/>
        </p:nvCxnSpPr>
        <p:spPr>
          <a:xfrm>
            <a:off x="0" y="6219825"/>
            <a:ext cx="4323581" cy="0"/>
          </a:xfrm>
          <a:prstGeom prst="straightConnector1">
            <a:avLst/>
          </a:prstGeom>
          <a:noFill/>
          <a:ln w="142875" cap="flat" cmpd="sng">
            <a:solidFill>
              <a:srgbClr val="7EC0A4"/>
            </a:solidFill>
            <a:prstDash val="solid"/>
            <a:round/>
            <a:headEnd type="none" w="sm" len="sm"/>
            <a:tailEnd type="none" w="sm" len="sm"/>
          </a:ln>
        </p:spPr>
      </p:cxnSp>
      <p:cxnSp>
        <p:nvCxnSpPr>
          <p:cNvPr id="352" name="Google Shape;352;p14"/>
          <p:cNvCxnSpPr/>
          <p:nvPr/>
        </p:nvCxnSpPr>
        <p:spPr>
          <a:xfrm>
            <a:off x="7868420" y="6480993"/>
            <a:ext cx="4323581" cy="0"/>
          </a:xfrm>
          <a:prstGeom prst="straightConnector1">
            <a:avLst/>
          </a:prstGeom>
          <a:noFill/>
          <a:ln w="142875" cap="flat" cmpd="sng">
            <a:solidFill>
              <a:srgbClr val="7EC0A4"/>
            </a:solidFill>
            <a:prstDash val="solid"/>
            <a:round/>
            <a:headEnd type="none" w="sm" len="sm"/>
            <a:tailEnd type="none" w="sm" len="sm"/>
          </a:ln>
        </p:spPr>
      </p:cxnSp>
      <p:cxnSp>
        <p:nvCxnSpPr>
          <p:cNvPr id="353" name="Google Shape;353;p14"/>
          <p:cNvCxnSpPr/>
          <p:nvPr/>
        </p:nvCxnSpPr>
        <p:spPr>
          <a:xfrm>
            <a:off x="7868420" y="6219825"/>
            <a:ext cx="4323581" cy="0"/>
          </a:xfrm>
          <a:prstGeom prst="straightConnector1">
            <a:avLst/>
          </a:prstGeom>
          <a:noFill/>
          <a:ln w="142875" cap="flat" cmpd="sng">
            <a:solidFill>
              <a:srgbClr val="7EC0A4"/>
            </a:solidFill>
            <a:prstDash val="solid"/>
            <a:round/>
            <a:headEnd type="none" w="sm" len="sm"/>
            <a:tailEnd type="none" w="sm" len="sm"/>
          </a:ln>
        </p:spPr>
      </p:cxnSp>
      <p:sp>
        <p:nvSpPr>
          <p:cNvPr id="354" name="Google Shape;354;p14"/>
          <p:cNvSpPr txBox="1"/>
          <p:nvPr/>
        </p:nvSpPr>
        <p:spPr>
          <a:xfrm>
            <a:off x="1022828" y="3199316"/>
            <a:ext cx="1555400" cy="849463"/>
          </a:xfrm>
          <a:prstGeom prst="rect">
            <a:avLst/>
          </a:prstGeom>
          <a:noFill/>
          <a:ln>
            <a:noFill/>
          </a:ln>
        </p:spPr>
        <p:txBody>
          <a:bodyPr spcFirstLastPara="1" wrap="square" lIns="0" tIns="0" rIns="0" bIns="0" anchor="t" anchorCtr="0">
            <a:spAutoFit/>
          </a:bodyPr>
          <a:lstStyle/>
          <a:p>
            <a:pPr algn="ctr">
              <a:lnSpc>
                <a:spcPct val="115000"/>
              </a:lnSpc>
            </a:pPr>
            <a:r>
              <a:rPr lang="en-US" sz="4800" b="1">
                <a:solidFill>
                  <a:srgbClr val="7EC0A4"/>
                </a:solidFill>
                <a:latin typeface="Montserrat Black"/>
                <a:ea typeface="Montserrat Black"/>
                <a:cs typeface="Montserrat Black"/>
                <a:sym typeface="Montserrat Black"/>
              </a:rPr>
              <a:t>01</a:t>
            </a:r>
            <a:endParaRPr sz="1200"/>
          </a:p>
        </p:txBody>
      </p:sp>
      <p:sp>
        <p:nvSpPr>
          <p:cNvPr id="355" name="Google Shape;355;p14"/>
          <p:cNvSpPr txBox="1"/>
          <p:nvPr/>
        </p:nvSpPr>
        <p:spPr>
          <a:xfrm>
            <a:off x="1022828" y="4101183"/>
            <a:ext cx="1555500" cy="424732"/>
          </a:xfrm>
          <a:prstGeom prst="rect">
            <a:avLst/>
          </a:prstGeom>
          <a:noFill/>
          <a:ln>
            <a:noFill/>
          </a:ln>
        </p:spPr>
        <p:txBody>
          <a:bodyPr spcFirstLastPara="1" wrap="square" lIns="0" tIns="0" rIns="0" bIns="0" anchor="t" anchorCtr="0">
            <a:spAutoFit/>
          </a:bodyPr>
          <a:lstStyle/>
          <a:p>
            <a:pPr algn="ctr">
              <a:lnSpc>
                <a:spcPct val="115000"/>
              </a:lnSpc>
            </a:pPr>
            <a:r>
              <a:rPr lang="en-US" sz="2400" b="1">
                <a:solidFill>
                  <a:srgbClr val="7EC0A4"/>
                </a:solidFill>
                <a:latin typeface="Montserrat"/>
                <a:ea typeface="Montserrat"/>
                <a:cs typeface="Montserrat"/>
                <a:sym typeface="Montserrat"/>
              </a:rPr>
              <a:t>POINT 01</a:t>
            </a:r>
            <a:endParaRPr sz="1200"/>
          </a:p>
        </p:txBody>
      </p:sp>
      <p:sp>
        <p:nvSpPr>
          <p:cNvPr id="356" name="Google Shape;356;p14"/>
          <p:cNvSpPr txBox="1"/>
          <p:nvPr/>
        </p:nvSpPr>
        <p:spPr>
          <a:xfrm>
            <a:off x="595713" y="4495224"/>
            <a:ext cx="2409750" cy="1238801"/>
          </a:xfrm>
          <a:prstGeom prst="rect">
            <a:avLst/>
          </a:prstGeom>
          <a:noFill/>
          <a:ln>
            <a:noFill/>
          </a:ln>
        </p:spPr>
        <p:txBody>
          <a:bodyPr spcFirstLastPara="1" wrap="square" lIns="0" tIns="0" rIns="0" bIns="0" anchor="t" anchorCtr="0">
            <a:spAutoFit/>
          </a:bodyPr>
          <a:lstStyle/>
          <a:p>
            <a:pPr algn="ctr">
              <a:lnSpc>
                <a:spcPct val="115000"/>
              </a:lnSpc>
            </a:pPr>
            <a:r>
              <a:rPr lang="en-US" sz="1400">
                <a:solidFill>
                  <a:srgbClr val="0A2F1F"/>
                </a:solidFill>
                <a:latin typeface="Montserrat"/>
                <a:ea typeface="Montserrat"/>
                <a:cs typeface="Montserrat"/>
                <a:sym typeface="Montserrat"/>
              </a:rPr>
              <a:t>Lorem ipsum odor amet, consectetuer adipiscing elit. Quam eleifend viverra lectus nostra maximus curabitur vulputate. </a:t>
            </a:r>
            <a:endParaRPr sz="1200"/>
          </a:p>
        </p:txBody>
      </p:sp>
      <p:sp>
        <p:nvSpPr>
          <p:cNvPr id="357" name="Google Shape;357;p14"/>
          <p:cNvSpPr txBox="1"/>
          <p:nvPr/>
        </p:nvSpPr>
        <p:spPr>
          <a:xfrm>
            <a:off x="3796341" y="593814"/>
            <a:ext cx="1555400" cy="849463"/>
          </a:xfrm>
          <a:prstGeom prst="rect">
            <a:avLst/>
          </a:prstGeom>
          <a:noFill/>
          <a:ln>
            <a:noFill/>
          </a:ln>
        </p:spPr>
        <p:txBody>
          <a:bodyPr spcFirstLastPara="1" wrap="square" lIns="0" tIns="0" rIns="0" bIns="0" anchor="t" anchorCtr="0">
            <a:spAutoFit/>
          </a:bodyPr>
          <a:lstStyle/>
          <a:p>
            <a:pPr algn="ctr">
              <a:lnSpc>
                <a:spcPct val="115000"/>
              </a:lnSpc>
            </a:pPr>
            <a:r>
              <a:rPr lang="en-US" sz="4800" b="1">
                <a:solidFill>
                  <a:srgbClr val="7EC0A4"/>
                </a:solidFill>
                <a:latin typeface="Montserrat Black"/>
                <a:ea typeface="Montserrat Black"/>
                <a:cs typeface="Montserrat Black"/>
                <a:sym typeface="Montserrat Black"/>
              </a:rPr>
              <a:t>02</a:t>
            </a:r>
            <a:endParaRPr sz="1200"/>
          </a:p>
        </p:txBody>
      </p:sp>
      <p:sp>
        <p:nvSpPr>
          <p:cNvPr id="358" name="Google Shape;358;p14"/>
          <p:cNvSpPr txBox="1"/>
          <p:nvPr/>
        </p:nvSpPr>
        <p:spPr>
          <a:xfrm>
            <a:off x="3796341" y="1495681"/>
            <a:ext cx="1555500" cy="424732"/>
          </a:xfrm>
          <a:prstGeom prst="rect">
            <a:avLst/>
          </a:prstGeom>
          <a:noFill/>
          <a:ln>
            <a:noFill/>
          </a:ln>
        </p:spPr>
        <p:txBody>
          <a:bodyPr spcFirstLastPara="1" wrap="square" lIns="0" tIns="0" rIns="0" bIns="0" anchor="t" anchorCtr="0">
            <a:spAutoFit/>
          </a:bodyPr>
          <a:lstStyle/>
          <a:p>
            <a:pPr algn="ctr">
              <a:lnSpc>
                <a:spcPct val="115000"/>
              </a:lnSpc>
            </a:pPr>
            <a:r>
              <a:rPr lang="en-US" sz="2400" b="1">
                <a:solidFill>
                  <a:srgbClr val="7EC0A4"/>
                </a:solidFill>
                <a:latin typeface="Montserrat"/>
                <a:ea typeface="Montserrat"/>
                <a:cs typeface="Montserrat"/>
                <a:sym typeface="Montserrat"/>
              </a:rPr>
              <a:t>POINT 02</a:t>
            </a:r>
            <a:endParaRPr sz="1200"/>
          </a:p>
        </p:txBody>
      </p:sp>
      <p:sp>
        <p:nvSpPr>
          <p:cNvPr id="359" name="Google Shape;359;p14"/>
          <p:cNvSpPr txBox="1"/>
          <p:nvPr/>
        </p:nvSpPr>
        <p:spPr>
          <a:xfrm>
            <a:off x="3369226" y="1889722"/>
            <a:ext cx="2409750" cy="1238801"/>
          </a:xfrm>
          <a:prstGeom prst="rect">
            <a:avLst/>
          </a:prstGeom>
          <a:noFill/>
          <a:ln>
            <a:noFill/>
          </a:ln>
        </p:spPr>
        <p:txBody>
          <a:bodyPr spcFirstLastPara="1" wrap="square" lIns="0" tIns="0" rIns="0" bIns="0" anchor="t" anchorCtr="0">
            <a:spAutoFit/>
          </a:bodyPr>
          <a:lstStyle/>
          <a:p>
            <a:pPr algn="ctr">
              <a:lnSpc>
                <a:spcPct val="115000"/>
              </a:lnSpc>
            </a:pPr>
            <a:r>
              <a:rPr lang="en-US" sz="1400">
                <a:solidFill>
                  <a:srgbClr val="0A2F1F"/>
                </a:solidFill>
                <a:latin typeface="Montserrat"/>
                <a:ea typeface="Montserrat"/>
                <a:cs typeface="Montserrat"/>
                <a:sym typeface="Montserrat"/>
              </a:rPr>
              <a:t>Lorem ipsum odor amet, consectetuer adipiscing elit. Quam eleifend viverra lectus nostra maximus curabitur vulputate. </a:t>
            </a:r>
            <a:endParaRPr sz="1200"/>
          </a:p>
        </p:txBody>
      </p:sp>
      <p:sp>
        <p:nvSpPr>
          <p:cNvPr id="360" name="Google Shape;360;p14"/>
          <p:cNvSpPr txBox="1"/>
          <p:nvPr/>
        </p:nvSpPr>
        <p:spPr>
          <a:xfrm>
            <a:off x="6752215" y="3199316"/>
            <a:ext cx="1555400" cy="849463"/>
          </a:xfrm>
          <a:prstGeom prst="rect">
            <a:avLst/>
          </a:prstGeom>
          <a:noFill/>
          <a:ln>
            <a:noFill/>
          </a:ln>
        </p:spPr>
        <p:txBody>
          <a:bodyPr spcFirstLastPara="1" wrap="square" lIns="0" tIns="0" rIns="0" bIns="0" anchor="t" anchorCtr="0">
            <a:spAutoFit/>
          </a:bodyPr>
          <a:lstStyle/>
          <a:p>
            <a:pPr algn="ctr">
              <a:lnSpc>
                <a:spcPct val="115000"/>
              </a:lnSpc>
            </a:pPr>
            <a:r>
              <a:rPr lang="en-US" sz="4800" b="1">
                <a:solidFill>
                  <a:srgbClr val="7EC0A4"/>
                </a:solidFill>
                <a:latin typeface="Montserrat Black"/>
                <a:ea typeface="Montserrat Black"/>
                <a:cs typeface="Montserrat Black"/>
                <a:sym typeface="Montserrat Black"/>
              </a:rPr>
              <a:t>03</a:t>
            </a:r>
            <a:endParaRPr sz="1200"/>
          </a:p>
        </p:txBody>
      </p:sp>
      <p:sp>
        <p:nvSpPr>
          <p:cNvPr id="361" name="Google Shape;361;p14"/>
          <p:cNvSpPr txBox="1"/>
          <p:nvPr/>
        </p:nvSpPr>
        <p:spPr>
          <a:xfrm>
            <a:off x="6752215" y="4101183"/>
            <a:ext cx="1555500" cy="424732"/>
          </a:xfrm>
          <a:prstGeom prst="rect">
            <a:avLst/>
          </a:prstGeom>
          <a:noFill/>
          <a:ln>
            <a:noFill/>
          </a:ln>
        </p:spPr>
        <p:txBody>
          <a:bodyPr spcFirstLastPara="1" wrap="square" lIns="0" tIns="0" rIns="0" bIns="0" anchor="t" anchorCtr="0">
            <a:spAutoFit/>
          </a:bodyPr>
          <a:lstStyle/>
          <a:p>
            <a:pPr algn="ctr">
              <a:lnSpc>
                <a:spcPct val="115000"/>
              </a:lnSpc>
            </a:pPr>
            <a:r>
              <a:rPr lang="en-US" sz="2400" b="1">
                <a:solidFill>
                  <a:srgbClr val="7EC0A4"/>
                </a:solidFill>
                <a:latin typeface="Montserrat"/>
                <a:ea typeface="Montserrat"/>
                <a:cs typeface="Montserrat"/>
                <a:sym typeface="Montserrat"/>
              </a:rPr>
              <a:t>POINT 03</a:t>
            </a:r>
            <a:endParaRPr sz="1200"/>
          </a:p>
        </p:txBody>
      </p:sp>
      <p:sp>
        <p:nvSpPr>
          <p:cNvPr id="362" name="Google Shape;362;p14"/>
          <p:cNvSpPr txBox="1"/>
          <p:nvPr/>
        </p:nvSpPr>
        <p:spPr>
          <a:xfrm>
            <a:off x="6325100" y="4495224"/>
            <a:ext cx="2409750" cy="1238801"/>
          </a:xfrm>
          <a:prstGeom prst="rect">
            <a:avLst/>
          </a:prstGeom>
          <a:noFill/>
          <a:ln>
            <a:noFill/>
          </a:ln>
        </p:spPr>
        <p:txBody>
          <a:bodyPr spcFirstLastPara="1" wrap="square" lIns="0" tIns="0" rIns="0" bIns="0" anchor="t" anchorCtr="0">
            <a:spAutoFit/>
          </a:bodyPr>
          <a:lstStyle/>
          <a:p>
            <a:pPr algn="ctr">
              <a:lnSpc>
                <a:spcPct val="115000"/>
              </a:lnSpc>
            </a:pPr>
            <a:r>
              <a:rPr lang="en-US" sz="1400">
                <a:solidFill>
                  <a:srgbClr val="0A2F1F"/>
                </a:solidFill>
                <a:latin typeface="Montserrat"/>
                <a:ea typeface="Montserrat"/>
                <a:cs typeface="Montserrat"/>
                <a:sym typeface="Montserrat"/>
              </a:rPr>
              <a:t>Lorem ipsum odor amet, consectetuer adipiscing elit. Quam eleifend viverra lectus nostra maximus curabitur vulputate. </a:t>
            </a:r>
            <a:endParaRPr sz="1200"/>
          </a:p>
        </p:txBody>
      </p:sp>
      <p:sp>
        <p:nvSpPr>
          <p:cNvPr id="363" name="Google Shape;363;p14"/>
          <p:cNvSpPr txBox="1"/>
          <p:nvPr/>
        </p:nvSpPr>
        <p:spPr>
          <a:xfrm>
            <a:off x="9613629" y="593814"/>
            <a:ext cx="1555400" cy="849463"/>
          </a:xfrm>
          <a:prstGeom prst="rect">
            <a:avLst/>
          </a:prstGeom>
          <a:noFill/>
          <a:ln>
            <a:noFill/>
          </a:ln>
        </p:spPr>
        <p:txBody>
          <a:bodyPr spcFirstLastPara="1" wrap="square" lIns="0" tIns="0" rIns="0" bIns="0" anchor="t" anchorCtr="0">
            <a:spAutoFit/>
          </a:bodyPr>
          <a:lstStyle/>
          <a:p>
            <a:pPr algn="ctr">
              <a:lnSpc>
                <a:spcPct val="115000"/>
              </a:lnSpc>
            </a:pPr>
            <a:r>
              <a:rPr lang="en-US" sz="4800" b="1">
                <a:solidFill>
                  <a:srgbClr val="7EC0A4"/>
                </a:solidFill>
                <a:latin typeface="Montserrat Black"/>
                <a:ea typeface="Montserrat Black"/>
                <a:cs typeface="Montserrat Black"/>
                <a:sym typeface="Montserrat Black"/>
              </a:rPr>
              <a:t>04</a:t>
            </a:r>
            <a:endParaRPr sz="1200"/>
          </a:p>
        </p:txBody>
      </p:sp>
      <p:sp>
        <p:nvSpPr>
          <p:cNvPr id="364" name="Google Shape;364;p14"/>
          <p:cNvSpPr txBox="1"/>
          <p:nvPr/>
        </p:nvSpPr>
        <p:spPr>
          <a:xfrm>
            <a:off x="9613629" y="1495681"/>
            <a:ext cx="1555500" cy="424732"/>
          </a:xfrm>
          <a:prstGeom prst="rect">
            <a:avLst/>
          </a:prstGeom>
          <a:noFill/>
          <a:ln>
            <a:noFill/>
          </a:ln>
        </p:spPr>
        <p:txBody>
          <a:bodyPr spcFirstLastPara="1" wrap="square" lIns="0" tIns="0" rIns="0" bIns="0" anchor="t" anchorCtr="0">
            <a:spAutoFit/>
          </a:bodyPr>
          <a:lstStyle/>
          <a:p>
            <a:pPr algn="ctr">
              <a:lnSpc>
                <a:spcPct val="115000"/>
              </a:lnSpc>
            </a:pPr>
            <a:r>
              <a:rPr lang="en-US" sz="2400" b="1">
                <a:solidFill>
                  <a:srgbClr val="7EC0A4"/>
                </a:solidFill>
                <a:latin typeface="Montserrat"/>
                <a:ea typeface="Montserrat"/>
                <a:cs typeface="Montserrat"/>
                <a:sym typeface="Montserrat"/>
              </a:rPr>
              <a:t>POINT 04</a:t>
            </a:r>
            <a:endParaRPr sz="1200"/>
          </a:p>
        </p:txBody>
      </p:sp>
      <p:sp>
        <p:nvSpPr>
          <p:cNvPr id="365" name="Google Shape;365;p14"/>
          <p:cNvSpPr txBox="1"/>
          <p:nvPr/>
        </p:nvSpPr>
        <p:spPr>
          <a:xfrm>
            <a:off x="9186514" y="1889722"/>
            <a:ext cx="2409750" cy="1238801"/>
          </a:xfrm>
          <a:prstGeom prst="rect">
            <a:avLst/>
          </a:prstGeom>
          <a:noFill/>
          <a:ln>
            <a:noFill/>
          </a:ln>
        </p:spPr>
        <p:txBody>
          <a:bodyPr spcFirstLastPara="1" wrap="square" lIns="0" tIns="0" rIns="0" bIns="0" anchor="t" anchorCtr="0">
            <a:spAutoFit/>
          </a:bodyPr>
          <a:lstStyle/>
          <a:p>
            <a:pPr algn="ctr">
              <a:lnSpc>
                <a:spcPct val="115000"/>
              </a:lnSpc>
            </a:pPr>
            <a:r>
              <a:rPr lang="en-US" sz="1400">
                <a:solidFill>
                  <a:srgbClr val="0A2F1F"/>
                </a:solidFill>
                <a:latin typeface="Montserrat"/>
                <a:ea typeface="Montserrat"/>
                <a:cs typeface="Montserrat"/>
                <a:sym typeface="Montserrat"/>
              </a:rPr>
              <a:t>Lorem ipsum odor amet, consectetuer adipiscing elit. Quam eleifend viverra lectus nostra maximus curabitur vulputate. </a:t>
            </a:r>
            <a:endParaRPr sz="1200"/>
          </a:p>
        </p:txBody>
      </p:sp>
      <p:sp>
        <p:nvSpPr>
          <p:cNvPr id="366" name="Google Shape;366;p14"/>
          <p:cNvSpPr/>
          <p:nvPr/>
        </p:nvSpPr>
        <p:spPr>
          <a:xfrm>
            <a:off x="1237881" y="982480"/>
            <a:ext cx="1125436" cy="1378597"/>
          </a:xfrm>
          <a:custGeom>
            <a:avLst/>
            <a:gdLst/>
            <a:ahLst/>
            <a:cxnLst/>
            <a:rect l="l" t="t" r="r" b="b"/>
            <a:pathLst>
              <a:path w="1688154" h="2067895" extrusionOk="0">
                <a:moveTo>
                  <a:pt x="0" y="0"/>
                </a:moveTo>
                <a:lnTo>
                  <a:pt x="1688154" y="0"/>
                </a:lnTo>
                <a:lnTo>
                  <a:pt x="1688154" y="2067895"/>
                </a:lnTo>
                <a:lnTo>
                  <a:pt x="0" y="2067895"/>
                </a:lnTo>
                <a:lnTo>
                  <a:pt x="0" y="0"/>
                </a:lnTo>
                <a:close/>
              </a:path>
            </a:pathLst>
          </a:custGeom>
          <a:blipFill rotWithShape="1">
            <a:blip r:embed="rId3">
              <a:alphaModFix/>
            </a:blip>
            <a:stretch>
              <a:fillRect/>
            </a:stretch>
          </a:blipFill>
          <a:ln>
            <a:noFill/>
          </a:ln>
        </p:spPr>
        <p:txBody>
          <a:bodyPr/>
          <a:lstStyle/>
          <a:p>
            <a:endParaRPr lang="en-IN"/>
          </a:p>
        </p:txBody>
      </p:sp>
      <p:sp>
        <p:nvSpPr>
          <p:cNvPr id="367" name="Google Shape;367;p14"/>
          <p:cNvSpPr/>
          <p:nvPr/>
        </p:nvSpPr>
        <p:spPr>
          <a:xfrm>
            <a:off x="3996695" y="3973603"/>
            <a:ext cx="1335010" cy="1213645"/>
          </a:xfrm>
          <a:custGeom>
            <a:avLst/>
            <a:gdLst/>
            <a:ahLst/>
            <a:cxnLst/>
            <a:rect l="l" t="t" r="r" b="b"/>
            <a:pathLst>
              <a:path w="2002515" h="1820468" extrusionOk="0">
                <a:moveTo>
                  <a:pt x="0" y="0"/>
                </a:moveTo>
                <a:lnTo>
                  <a:pt x="2002515" y="0"/>
                </a:lnTo>
                <a:lnTo>
                  <a:pt x="2002515" y="1820469"/>
                </a:lnTo>
                <a:lnTo>
                  <a:pt x="0" y="1820469"/>
                </a:lnTo>
                <a:lnTo>
                  <a:pt x="0" y="0"/>
                </a:lnTo>
                <a:close/>
              </a:path>
            </a:pathLst>
          </a:custGeom>
          <a:blipFill rotWithShape="1">
            <a:blip r:embed="rId4">
              <a:alphaModFix/>
            </a:blip>
            <a:stretch>
              <a:fillRect/>
            </a:stretch>
          </a:blipFill>
          <a:ln>
            <a:noFill/>
          </a:ln>
        </p:spPr>
        <p:txBody>
          <a:bodyPr/>
          <a:lstStyle/>
          <a:p>
            <a:endParaRPr lang="en-IN"/>
          </a:p>
        </p:txBody>
      </p:sp>
      <p:sp>
        <p:nvSpPr>
          <p:cNvPr id="368" name="Google Shape;368;p14"/>
          <p:cNvSpPr/>
          <p:nvPr/>
        </p:nvSpPr>
        <p:spPr>
          <a:xfrm>
            <a:off x="7078913" y="989476"/>
            <a:ext cx="897775" cy="1371600"/>
          </a:xfrm>
          <a:custGeom>
            <a:avLst/>
            <a:gdLst/>
            <a:ahLst/>
            <a:cxnLst/>
            <a:rect l="l" t="t" r="r" b="b"/>
            <a:pathLst>
              <a:path w="1346662" h="2057400" extrusionOk="0">
                <a:moveTo>
                  <a:pt x="0" y="0"/>
                </a:moveTo>
                <a:lnTo>
                  <a:pt x="1346662" y="0"/>
                </a:lnTo>
                <a:lnTo>
                  <a:pt x="1346662" y="2057400"/>
                </a:lnTo>
                <a:lnTo>
                  <a:pt x="0" y="2057400"/>
                </a:lnTo>
                <a:lnTo>
                  <a:pt x="0" y="0"/>
                </a:lnTo>
                <a:close/>
              </a:path>
            </a:pathLst>
          </a:custGeom>
          <a:blipFill rotWithShape="1">
            <a:blip r:embed="rId5">
              <a:alphaModFix/>
            </a:blip>
            <a:stretch>
              <a:fillRect/>
            </a:stretch>
          </a:blipFill>
          <a:ln>
            <a:noFill/>
          </a:ln>
        </p:spPr>
        <p:txBody>
          <a:bodyPr/>
          <a:lstStyle/>
          <a:p>
            <a:endParaRPr lang="en-IN"/>
          </a:p>
        </p:txBody>
      </p:sp>
      <p:sp>
        <p:nvSpPr>
          <p:cNvPr id="369" name="Google Shape;369;p14"/>
          <p:cNvSpPr/>
          <p:nvPr/>
        </p:nvSpPr>
        <p:spPr>
          <a:xfrm>
            <a:off x="9843027" y="3898336"/>
            <a:ext cx="1096748" cy="1288913"/>
          </a:xfrm>
          <a:custGeom>
            <a:avLst/>
            <a:gdLst/>
            <a:ahLst/>
            <a:cxnLst/>
            <a:rect l="l" t="t" r="r" b="b"/>
            <a:pathLst>
              <a:path w="1645122" h="1933370" extrusionOk="0">
                <a:moveTo>
                  <a:pt x="0" y="0"/>
                </a:moveTo>
                <a:lnTo>
                  <a:pt x="1645122" y="0"/>
                </a:lnTo>
                <a:lnTo>
                  <a:pt x="1645122" y="1933370"/>
                </a:lnTo>
                <a:lnTo>
                  <a:pt x="0" y="1933370"/>
                </a:lnTo>
                <a:lnTo>
                  <a:pt x="0" y="0"/>
                </a:lnTo>
                <a:close/>
              </a:path>
            </a:pathLst>
          </a:custGeom>
          <a:blipFill rotWithShape="1">
            <a:blip r:embed="rId6">
              <a:alphaModFix/>
            </a:blip>
            <a:stretch>
              <a:fillRect/>
            </a:stretch>
          </a:blipFill>
          <a:ln>
            <a:noFill/>
          </a:ln>
        </p:spPr>
        <p:txBody>
          <a:bodyPr/>
          <a:lstStyle/>
          <a:p>
            <a:endParaRPr lang="en-IN"/>
          </a:p>
        </p:txBody>
      </p:sp>
    </p:spTree>
    <p:extLst>
      <p:ext uri="{BB962C8B-B14F-4D97-AF65-F5344CB8AC3E}">
        <p14:creationId xmlns:p14="http://schemas.microsoft.com/office/powerpoint/2010/main" val="336384707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Shape 446"/>
        <p:cNvGrpSpPr/>
        <p:nvPr/>
      </p:nvGrpSpPr>
      <p:grpSpPr>
        <a:xfrm>
          <a:off x="0" y="0"/>
          <a:ext cx="0" cy="0"/>
          <a:chOff x="0" y="0"/>
          <a:chExt cx="0" cy="0"/>
        </a:xfrm>
      </p:grpSpPr>
      <p:pic>
        <p:nvPicPr>
          <p:cNvPr id="447" name="Google Shape;447;p18"/>
          <p:cNvPicPr preferRelativeResize="0"/>
          <p:nvPr/>
        </p:nvPicPr>
        <p:blipFill>
          <a:blip r:embed="rId3">
            <a:alphaModFix/>
          </a:blip>
          <a:stretch>
            <a:fillRect/>
          </a:stretch>
        </p:blipFill>
        <p:spPr>
          <a:xfrm>
            <a:off x="0" y="0"/>
            <a:ext cx="12192000" cy="6858000"/>
          </a:xfrm>
          <a:prstGeom prst="rect">
            <a:avLst/>
          </a:prstGeom>
          <a:noFill/>
          <a:ln>
            <a:noFill/>
          </a:ln>
        </p:spPr>
      </p:pic>
      <p:grpSp>
        <p:nvGrpSpPr>
          <p:cNvPr id="448" name="Google Shape;448;p18"/>
          <p:cNvGrpSpPr/>
          <p:nvPr/>
        </p:nvGrpSpPr>
        <p:grpSpPr>
          <a:xfrm>
            <a:off x="1068119" y="4694916"/>
            <a:ext cx="1957888" cy="1901657"/>
            <a:chOff x="0" y="0"/>
            <a:chExt cx="3915775" cy="3803314"/>
          </a:xfrm>
        </p:grpSpPr>
        <p:grpSp>
          <p:nvGrpSpPr>
            <p:cNvPr id="449" name="Google Shape;449;p18"/>
            <p:cNvGrpSpPr/>
            <p:nvPr/>
          </p:nvGrpSpPr>
          <p:grpSpPr>
            <a:xfrm>
              <a:off x="323534" y="211073"/>
              <a:ext cx="3592241" cy="3592241"/>
              <a:chOff x="0" y="0"/>
              <a:chExt cx="812800" cy="812800"/>
            </a:xfrm>
          </p:grpSpPr>
          <p:sp>
            <p:nvSpPr>
              <p:cNvPr id="450" name="Google Shape;450;p18"/>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261E04"/>
              </a:solidFill>
              <a:ln>
                <a:noFill/>
              </a:ln>
            </p:spPr>
            <p:txBody>
              <a:bodyPr spcFirstLastPara="1" wrap="square" lIns="60950" tIns="60950" rIns="60950" bIns="60950" anchor="ctr" anchorCtr="0">
                <a:noAutofit/>
              </a:bodyPr>
              <a:lstStyle/>
              <a:p>
                <a:endParaRPr sz="1200"/>
              </a:p>
            </p:txBody>
          </p:sp>
          <p:sp>
            <p:nvSpPr>
              <p:cNvPr id="451" name="Google Shape;451;p18"/>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452" name="Google Shape;452;p18"/>
            <p:cNvGrpSpPr/>
            <p:nvPr/>
          </p:nvGrpSpPr>
          <p:grpSpPr>
            <a:xfrm>
              <a:off x="0" y="0"/>
              <a:ext cx="3592241" cy="3592241"/>
              <a:chOff x="0" y="0"/>
              <a:chExt cx="812800" cy="812800"/>
            </a:xfrm>
          </p:grpSpPr>
          <p:sp>
            <p:nvSpPr>
              <p:cNvPr id="453" name="Google Shape;453;p18"/>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7CD3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454" name="Google Shape;454;p18"/>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grpSp>
        <p:nvGrpSpPr>
          <p:cNvPr id="455" name="Google Shape;455;p18"/>
          <p:cNvGrpSpPr/>
          <p:nvPr/>
        </p:nvGrpSpPr>
        <p:grpSpPr>
          <a:xfrm>
            <a:off x="3403762" y="3964564"/>
            <a:ext cx="2382881" cy="2314445"/>
            <a:chOff x="0" y="0"/>
            <a:chExt cx="4765762" cy="4628889"/>
          </a:xfrm>
        </p:grpSpPr>
        <p:grpSp>
          <p:nvGrpSpPr>
            <p:cNvPr id="456" name="Google Shape;456;p18"/>
            <p:cNvGrpSpPr/>
            <p:nvPr/>
          </p:nvGrpSpPr>
          <p:grpSpPr>
            <a:xfrm>
              <a:off x="393763" y="256890"/>
              <a:ext cx="4371999" cy="4371999"/>
              <a:chOff x="0" y="0"/>
              <a:chExt cx="812800" cy="812800"/>
            </a:xfrm>
          </p:grpSpPr>
          <p:sp>
            <p:nvSpPr>
              <p:cNvPr id="457" name="Google Shape;457;p18"/>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261E04"/>
              </a:solidFill>
              <a:ln>
                <a:noFill/>
              </a:ln>
            </p:spPr>
            <p:txBody>
              <a:bodyPr spcFirstLastPara="1" wrap="square" lIns="60950" tIns="60950" rIns="60950" bIns="60950" anchor="ctr" anchorCtr="0">
                <a:noAutofit/>
              </a:bodyPr>
              <a:lstStyle/>
              <a:p>
                <a:endParaRPr sz="1200"/>
              </a:p>
            </p:txBody>
          </p:sp>
          <p:sp>
            <p:nvSpPr>
              <p:cNvPr id="458" name="Google Shape;458;p18"/>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459" name="Google Shape;459;p18"/>
            <p:cNvGrpSpPr/>
            <p:nvPr/>
          </p:nvGrpSpPr>
          <p:grpSpPr>
            <a:xfrm>
              <a:off x="0" y="0"/>
              <a:ext cx="4371999" cy="4371999"/>
              <a:chOff x="0" y="0"/>
              <a:chExt cx="812800" cy="812800"/>
            </a:xfrm>
          </p:grpSpPr>
          <p:sp>
            <p:nvSpPr>
              <p:cNvPr id="460" name="Google Shape;460;p18"/>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7CD3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461" name="Google Shape;461;p18"/>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grpSp>
        <p:nvGrpSpPr>
          <p:cNvPr id="462" name="Google Shape;462;p18"/>
          <p:cNvGrpSpPr/>
          <p:nvPr/>
        </p:nvGrpSpPr>
        <p:grpSpPr>
          <a:xfrm>
            <a:off x="6013896" y="2827655"/>
            <a:ext cx="2943847" cy="2859299"/>
            <a:chOff x="0" y="0"/>
            <a:chExt cx="5887693" cy="5718599"/>
          </a:xfrm>
        </p:grpSpPr>
        <p:grpSp>
          <p:nvGrpSpPr>
            <p:cNvPr id="463" name="Google Shape;463;p18"/>
            <p:cNvGrpSpPr/>
            <p:nvPr/>
          </p:nvGrpSpPr>
          <p:grpSpPr>
            <a:xfrm>
              <a:off x="486460" y="317366"/>
              <a:ext cx="5401233" cy="5401233"/>
              <a:chOff x="0" y="0"/>
              <a:chExt cx="812800" cy="812800"/>
            </a:xfrm>
          </p:grpSpPr>
          <p:sp>
            <p:nvSpPr>
              <p:cNvPr id="464" name="Google Shape;464;p18"/>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261E04"/>
              </a:solidFill>
              <a:ln>
                <a:noFill/>
              </a:ln>
            </p:spPr>
            <p:txBody>
              <a:bodyPr spcFirstLastPara="1" wrap="square" lIns="60950" tIns="60950" rIns="60950" bIns="60950" anchor="ctr" anchorCtr="0">
                <a:noAutofit/>
              </a:bodyPr>
              <a:lstStyle/>
              <a:p>
                <a:endParaRPr sz="1200"/>
              </a:p>
            </p:txBody>
          </p:sp>
          <p:sp>
            <p:nvSpPr>
              <p:cNvPr id="465" name="Google Shape;465;p18"/>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77"/>
                  </a:lnSpc>
                </a:pPr>
                <a:endParaRPr sz="1200">
                  <a:solidFill>
                    <a:schemeClr val="dk1"/>
                  </a:solidFill>
                  <a:latin typeface="Calibri"/>
                  <a:ea typeface="Calibri"/>
                  <a:cs typeface="Calibri"/>
                  <a:sym typeface="Calibri"/>
                </a:endParaRPr>
              </a:p>
            </p:txBody>
          </p:sp>
        </p:grpSp>
        <p:grpSp>
          <p:nvGrpSpPr>
            <p:cNvPr id="466" name="Google Shape;466;p18"/>
            <p:cNvGrpSpPr/>
            <p:nvPr/>
          </p:nvGrpSpPr>
          <p:grpSpPr>
            <a:xfrm>
              <a:off x="0" y="0"/>
              <a:ext cx="5401233" cy="5401233"/>
              <a:chOff x="0" y="0"/>
              <a:chExt cx="812800" cy="812800"/>
            </a:xfrm>
          </p:grpSpPr>
          <p:sp>
            <p:nvSpPr>
              <p:cNvPr id="467" name="Google Shape;467;p18"/>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7CD3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468" name="Google Shape;468;p18"/>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77"/>
                  </a:lnSpc>
                </a:pPr>
                <a:endParaRPr sz="1200">
                  <a:solidFill>
                    <a:schemeClr val="dk1"/>
                  </a:solidFill>
                  <a:latin typeface="Calibri"/>
                  <a:ea typeface="Calibri"/>
                  <a:cs typeface="Calibri"/>
                  <a:sym typeface="Calibri"/>
                </a:endParaRPr>
              </a:p>
            </p:txBody>
          </p:sp>
        </p:grpSp>
      </p:grpSp>
      <p:grpSp>
        <p:nvGrpSpPr>
          <p:cNvPr id="469" name="Google Shape;469;p18"/>
          <p:cNvGrpSpPr/>
          <p:nvPr/>
        </p:nvGrpSpPr>
        <p:grpSpPr>
          <a:xfrm>
            <a:off x="8486912" y="565149"/>
            <a:ext cx="3204533" cy="3112499"/>
            <a:chOff x="0" y="0"/>
            <a:chExt cx="6409066" cy="6224998"/>
          </a:xfrm>
        </p:grpSpPr>
        <p:grpSp>
          <p:nvGrpSpPr>
            <p:cNvPr id="470" name="Google Shape;470;p18"/>
            <p:cNvGrpSpPr/>
            <p:nvPr/>
          </p:nvGrpSpPr>
          <p:grpSpPr>
            <a:xfrm>
              <a:off x="529538" y="345470"/>
              <a:ext cx="5879528" cy="5879528"/>
              <a:chOff x="0" y="0"/>
              <a:chExt cx="812800" cy="812800"/>
            </a:xfrm>
          </p:grpSpPr>
          <p:sp>
            <p:nvSpPr>
              <p:cNvPr id="471" name="Google Shape;471;p18"/>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261E04"/>
              </a:solidFill>
              <a:ln>
                <a:noFill/>
              </a:ln>
            </p:spPr>
            <p:txBody>
              <a:bodyPr spcFirstLastPara="1" wrap="square" lIns="60950" tIns="60950" rIns="60950" bIns="60950" anchor="ctr" anchorCtr="0">
                <a:noAutofit/>
              </a:bodyPr>
              <a:lstStyle/>
              <a:p>
                <a:endParaRPr sz="1200"/>
              </a:p>
            </p:txBody>
          </p:sp>
          <p:sp>
            <p:nvSpPr>
              <p:cNvPr id="472" name="Google Shape;472;p18"/>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nvGrpSpPr>
            <p:cNvPr id="473" name="Google Shape;473;p18"/>
            <p:cNvGrpSpPr/>
            <p:nvPr/>
          </p:nvGrpSpPr>
          <p:grpSpPr>
            <a:xfrm>
              <a:off x="0" y="0"/>
              <a:ext cx="5879528" cy="5879528"/>
              <a:chOff x="0" y="0"/>
              <a:chExt cx="812800" cy="812800"/>
            </a:xfrm>
          </p:grpSpPr>
          <p:sp>
            <p:nvSpPr>
              <p:cNvPr id="474" name="Google Shape;474;p18"/>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FFFFFF"/>
              </a:solidFill>
              <a:ln w="133350" cap="sq" cmpd="sng">
                <a:solidFill>
                  <a:srgbClr val="F7CD34"/>
                </a:solidFill>
                <a:prstDash val="solid"/>
                <a:miter lim="8000"/>
                <a:headEnd type="none" w="sm" len="sm"/>
                <a:tailEnd type="none" w="sm" len="sm"/>
              </a:ln>
            </p:spPr>
            <p:txBody>
              <a:bodyPr spcFirstLastPara="1" wrap="square" lIns="60950" tIns="60950" rIns="60950" bIns="60950" anchor="ctr" anchorCtr="0">
                <a:noAutofit/>
              </a:bodyPr>
              <a:lstStyle/>
              <a:p>
                <a:endParaRPr sz="1200"/>
              </a:p>
            </p:txBody>
          </p:sp>
          <p:sp>
            <p:nvSpPr>
              <p:cNvPr id="475" name="Google Shape;475;p18"/>
              <p:cNvSpPr txBox="1"/>
              <p:nvPr/>
            </p:nvSpPr>
            <p:spPr>
              <a:xfrm>
                <a:off x="76200" y="38100"/>
                <a:ext cx="660400" cy="698500"/>
              </a:xfrm>
              <a:prstGeom prst="rect">
                <a:avLst/>
              </a:prstGeom>
              <a:noFill/>
              <a:ln>
                <a:noFill/>
              </a:ln>
            </p:spPr>
            <p:txBody>
              <a:bodyPr spcFirstLastPara="1" wrap="square" lIns="33867" tIns="33867" rIns="33867" bIns="33867" anchor="ctr" anchorCtr="0">
                <a:noAutofit/>
              </a:bodyPr>
              <a:lstStyle/>
              <a:p>
                <a:pPr algn="ctr">
                  <a:lnSpc>
                    <a:spcPct val="147722"/>
                  </a:lnSpc>
                </a:pPr>
                <a:endParaRPr sz="1200">
                  <a:solidFill>
                    <a:schemeClr val="dk1"/>
                  </a:solidFill>
                  <a:latin typeface="Calibri"/>
                  <a:ea typeface="Calibri"/>
                  <a:cs typeface="Calibri"/>
                  <a:sym typeface="Calibri"/>
                </a:endParaRPr>
              </a:p>
            </p:txBody>
          </p:sp>
        </p:grpSp>
      </p:grpSp>
      <p:sp>
        <p:nvSpPr>
          <p:cNvPr id="476" name="Google Shape;476;p18"/>
          <p:cNvSpPr txBox="1"/>
          <p:nvPr/>
        </p:nvSpPr>
        <p:spPr>
          <a:xfrm>
            <a:off x="483431" y="1294851"/>
            <a:ext cx="7737400" cy="819904"/>
          </a:xfrm>
          <a:prstGeom prst="rect">
            <a:avLst/>
          </a:prstGeom>
          <a:noFill/>
          <a:ln>
            <a:noFill/>
          </a:ln>
        </p:spPr>
        <p:txBody>
          <a:bodyPr spcFirstLastPara="1" wrap="square" lIns="0" tIns="0" rIns="0" bIns="0" anchor="t" anchorCtr="0">
            <a:spAutoFit/>
          </a:bodyPr>
          <a:lstStyle/>
          <a:p>
            <a:pPr>
              <a:lnSpc>
                <a:spcPct val="111000"/>
              </a:lnSpc>
            </a:pPr>
            <a:r>
              <a:rPr lang="en-US" sz="4800" b="1">
                <a:solidFill>
                  <a:srgbClr val="7EC0A4"/>
                </a:solidFill>
                <a:latin typeface="Montserrat Black"/>
                <a:ea typeface="Montserrat Black"/>
                <a:cs typeface="Montserrat Black"/>
                <a:sym typeface="Montserrat Black"/>
              </a:rPr>
              <a:t>IMPORTANT NUMBERS</a:t>
            </a:r>
            <a:endParaRPr sz="1200"/>
          </a:p>
        </p:txBody>
      </p:sp>
      <p:sp>
        <p:nvSpPr>
          <p:cNvPr id="477" name="Google Shape;477;p18"/>
          <p:cNvSpPr txBox="1"/>
          <p:nvPr/>
        </p:nvSpPr>
        <p:spPr>
          <a:xfrm>
            <a:off x="483431" y="2218227"/>
            <a:ext cx="4977600" cy="1238801"/>
          </a:xfrm>
          <a:prstGeom prst="rect">
            <a:avLst/>
          </a:prstGeom>
          <a:noFill/>
          <a:ln>
            <a:noFill/>
          </a:ln>
        </p:spPr>
        <p:txBody>
          <a:bodyPr spcFirstLastPara="1" wrap="square" lIns="0" tIns="0" rIns="0" bIns="0" anchor="t" anchorCtr="0">
            <a:spAutoFit/>
          </a:bodyPr>
          <a:lstStyle/>
          <a:p>
            <a:pPr>
              <a:lnSpc>
                <a:spcPct val="115000"/>
              </a:lnSpc>
            </a:pPr>
            <a:r>
              <a:rPr lang="en-US" sz="1400">
                <a:solidFill>
                  <a:srgbClr val="0A2F1F"/>
                </a:solidFill>
                <a:latin typeface="Montserrat"/>
                <a:ea typeface="Montserrat"/>
                <a:cs typeface="Montserrat"/>
                <a:sym typeface="Montserrat"/>
              </a:rPr>
              <a:t>Lorem ipsum odor amet, consectetuer adipiscing elit. Quam eleifend viverra lectus nostra maximus curabitur vulputate. Arcu neque nam dui bibendum malesuada turpis tincidunt bibendum. Quam odio habitasse commodo quam tellus felis non.</a:t>
            </a:r>
            <a:endParaRPr sz="1200"/>
          </a:p>
        </p:txBody>
      </p:sp>
      <p:sp>
        <p:nvSpPr>
          <p:cNvPr id="478" name="Google Shape;478;p18"/>
          <p:cNvSpPr txBox="1"/>
          <p:nvPr/>
        </p:nvSpPr>
        <p:spPr>
          <a:xfrm>
            <a:off x="1226940" y="5153536"/>
            <a:ext cx="1513191" cy="637867"/>
          </a:xfrm>
          <a:prstGeom prst="rect">
            <a:avLst/>
          </a:prstGeom>
          <a:noFill/>
          <a:ln>
            <a:noFill/>
          </a:ln>
        </p:spPr>
        <p:txBody>
          <a:bodyPr spcFirstLastPara="1" wrap="square" lIns="0" tIns="0" rIns="0" bIns="0" anchor="t" anchorCtr="0">
            <a:spAutoFit/>
          </a:bodyPr>
          <a:lstStyle/>
          <a:p>
            <a:pPr algn="ctr">
              <a:lnSpc>
                <a:spcPct val="111000"/>
              </a:lnSpc>
            </a:pPr>
            <a:r>
              <a:rPr lang="en-US" sz="3734" b="1">
                <a:solidFill>
                  <a:srgbClr val="F14975"/>
                </a:solidFill>
                <a:latin typeface="Montserrat Black"/>
                <a:ea typeface="Montserrat Black"/>
                <a:cs typeface="Montserrat Black"/>
                <a:sym typeface="Montserrat Black"/>
              </a:rPr>
              <a:t>25%</a:t>
            </a:r>
            <a:endParaRPr sz="1200"/>
          </a:p>
        </p:txBody>
      </p:sp>
      <p:sp>
        <p:nvSpPr>
          <p:cNvPr id="479" name="Google Shape;479;p18"/>
          <p:cNvSpPr txBox="1"/>
          <p:nvPr/>
        </p:nvSpPr>
        <p:spPr>
          <a:xfrm>
            <a:off x="1205763" y="5704209"/>
            <a:ext cx="1555543" cy="318742"/>
          </a:xfrm>
          <a:prstGeom prst="rect">
            <a:avLst/>
          </a:prstGeom>
          <a:noFill/>
          <a:ln>
            <a:noFill/>
          </a:ln>
        </p:spPr>
        <p:txBody>
          <a:bodyPr spcFirstLastPara="1" wrap="square" lIns="0" tIns="0" rIns="0" bIns="0" anchor="t" anchorCtr="0">
            <a:spAutoFit/>
          </a:bodyPr>
          <a:lstStyle/>
          <a:p>
            <a:pPr algn="ctr">
              <a:lnSpc>
                <a:spcPct val="111003"/>
              </a:lnSpc>
            </a:pPr>
            <a:r>
              <a:rPr lang="en-US" sz="1866" b="1">
                <a:solidFill>
                  <a:srgbClr val="7EC0A4"/>
                </a:solidFill>
                <a:latin typeface="Montserrat"/>
                <a:ea typeface="Montserrat"/>
                <a:cs typeface="Montserrat"/>
                <a:sym typeface="Montserrat"/>
              </a:rPr>
              <a:t>POINT 01</a:t>
            </a:r>
            <a:endParaRPr sz="1200"/>
          </a:p>
        </p:txBody>
      </p:sp>
      <p:sp>
        <p:nvSpPr>
          <p:cNvPr id="480" name="Google Shape;480;p18"/>
          <p:cNvSpPr txBox="1"/>
          <p:nvPr/>
        </p:nvSpPr>
        <p:spPr>
          <a:xfrm>
            <a:off x="3750252" y="4602865"/>
            <a:ext cx="1513191" cy="819904"/>
          </a:xfrm>
          <a:prstGeom prst="rect">
            <a:avLst/>
          </a:prstGeom>
          <a:noFill/>
          <a:ln>
            <a:noFill/>
          </a:ln>
        </p:spPr>
        <p:txBody>
          <a:bodyPr spcFirstLastPara="1" wrap="square" lIns="0" tIns="0" rIns="0" bIns="0" anchor="t" anchorCtr="0">
            <a:spAutoFit/>
          </a:bodyPr>
          <a:lstStyle/>
          <a:p>
            <a:pPr algn="ctr">
              <a:lnSpc>
                <a:spcPct val="111000"/>
              </a:lnSpc>
            </a:pPr>
            <a:r>
              <a:rPr lang="en-US" sz="4800" b="1">
                <a:solidFill>
                  <a:srgbClr val="F14975"/>
                </a:solidFill>
                <a:latin typeface="Montserrat Black"/>
                <a:ea typeface="Montserrat Black"/>
                <a:cs typeface="Montserrat Black"/>
                <a:sym typeface="Montserrat Black"/>
              </a:rPr>
              <a:t>50%</a:t>
            </a:r>
            <a:endParaRPr sz="1200"/>
          </a:p>
        </p:txBody>
      </p:sp>
      <p:sp>
        <p:nvSpPr>
          <p:cNvPr id="481" name="Google Shape;481;p18"/>
          <p:cNvSpPr txBox="1"/>
          <p:nvPr/>
        </p:nvSpPr>
        <p:spPr>
          <a:xfrm>
            <a:off x="3729075" y="5285614"/>
            <a:ext cx="1555543" cy="318742"/>
          </a:xfrm>
          <a:prstGeom prst="rect">
            <a:avLst/>
          </a:prstGeom>
          <a:noFill/>
          <a:ln>
            <a:noFill/>
          </a:ln>
        </p:spPr>
        <p:txBody>
          <a:bodyPr spcFirstLastPara="1" wrap="square" lIns="0" tIns="0" rIns="0" bIns="0" anchor="t" anchorCtr="0">
            <a:spAutoFit/>
          </a:bodyPr>
          <a:lstStyle/>
          <a:p>
            <a:pPr algn="ctr">
              <a:lnSpc>
                <a:spcPct val="111003"/>
              </a:lnSpc>
            </a:pPr>
            <a:r>
              <a:rPr lang="en-US" sz="1866" b="1">
                <a:solidFill>
                  <a:srgbClr val="7EC0A4"/>
                </a:solidFill>
                <a:latin typeface="Montserrat"/>
                <a:ea typeface="Montserrat"/>
                <a:cs typeface="Montserrat"/>
                <a:sym typeface="Montserrat"/>
              </a:rPr>
              <a:t>POINT 02</a:t>
            </a:r>
            <a:endParaRPr sz="1200"/>
          </a:p>
        </p:txBody>
      </p:sp>
      <p:sp>
        <p:nvSpPr>
          <p:cNvPr id="482" name="Google Shape;482;p18"/>
          <p:cNvSpPr txBox="1"/>
          <p:nvPr/>
        </p:nvSpPr>
        <p:spPr>
          <a:xfrm>
            <a:off x="6431454" y="3749188"/>
            <a:ext cx="1873039" cy="957570"/>
          </a:xfrm>
          <a:prstGeom prst="rect">
            <a:avLst/>
          </a:prstGeom>
          <a:noFill/>
          <a:ln>
            <a:noFill/>
          </a:ln>
        </p:spPr>
        <p:txBody>
          <a:bodyPr spcFirstLastPara="1" wrap="square" lIns="0" tIns="0" rIns="0" bIns="0" anchor="t" anchorCtr="0">
            <a:spAutoFit/>
          </a:bodyPr>
          <a:lstStyle/>
          <a:p>
            <a:pPr algn="ctr">
              <a:lnSpc>
                <a:spcPct val="111001"/>
              </a:lnSpc>
            </a:pPr>
            <a:r>
              <a:rPr lang="en-US" sz="5606" b="1">
                <a:solidFill>
                  <a:srgbClr val="F14975"/>
                </a:solidFill>
                <a:latin typeface="Montserrat Black"/>
                <a:ea typeface="Montserrat Black"/>
                <a:cs typeface="Montserrat Black"/>
                <a:sym typeface="Montserrat Black"/>
              </a:rPr>
              <a:t>75%</a:t>
            </a:r>
            <a:endParaRPr sz="1200"/>
          </a:p>
        </p:txBody>
      </p:sp>
      <p:sp>
        <p:nvSpPr>
          <p:cNvPr id="483" name="Google Shape;483;p18"/>
          <p:cNvSpPr txBox="1"/>
          <p:nvPr/>
        </p:nvSpPr>
        <p:spPr>
          <a:xfrm>
            <a:off x="6624817" y="4559773"/>
            <a:ext cx="1486313" cy="304571"/>
          </a:xfrm>
          <a:prstGeom prst="rect">
            <a:avLst/>
          </a:prstGeom>
          <a:noFill/>
          <a:ln>
            <a:noFill/>
          </a:ln>
        </p:spPr>
        <p:txBody>
          <a:bodyPr spcFirstLastPara="1" wrap="square" lIns="0" tIns="0" rIns="0" bIns="0" anchor="t" anchorCtr="0">
            <a:spAutoFit/>
          </a:bodyPr>
          <a:lstStyle/>
          <a:p>
            <a:pPr algn="ctr">
              <a:lnSpc>
                <a:spcPct val="110990"/>
              </a:lnSpc>
            </a:pPr>
            <a:r>
              <a:rPr lang="en-US" sz="1783" b="1">
                <a:solidFill>
                  <a:srgbClr val="7EC0A4"/>
                </a:solidFill>
                <a:latin typeface="Montserrat"/>
                <a:ea typeface="Montserrat"/>
                <a:cs typeface="Montserrat"/>
                <a:sym typeface="Montserrat"/>
              </a:rPr>
              <a:t>POINT 03</a:t>
            </a:r>
            <a:endParaRPr sz="1200"/>
          </a:p>
        </p:txBody>
      </p:sp>
      <p:sp>
        <p:nvSpPr>
          <p:cNvPr id="484" name="Google Shape;484;p18"/>
          <p:cNvSpPr txBox="1"/>
          <p:nvPr/>
        </p:nvSpPr>
        <p:spPr>
          <a:xfrm>
            <a:off x="8856716" y="1575688"/>
            <a:ext cx="2237786" cy="1002006"/>
          </a:xfrm>
          <a:prstGeom prst="rect">
            <a:avLst/>
          </a:prstGeom>
          <a:noFill/>
          <a:ln>
            <a:noFill/>
          </a:ln>
        </p:spPr>
        <p:txBody>
          <a:bodyPr spcFirstLastPara="1" wrap="square" lIns="0" tIns="0" rIns="0" bIns="0" anchor="t" anchorCtr="0">
            <a:spAutoFit/>
          </a:bodyPr>
          <a:lstStyle/>
          <a:p>
            <a:pPr algn="ctr">
              <a:lnSpc>
                <a:spcPct val="111001"/>
              </a:lnSpc>
            </a:pPr>
            <a:r>
              <a:rPr lang="en-US" sz="5866" b="1">
                <a:solidFill>
                  <a:srgbClr val="F14975"/>
                </a:solidFill>
                <a:latin typeface="Montserrat Black"/>
                <a:ea typeface="Montserrat Black"/>
                <a:cs typeface="Montserrat Black"/>
                <a:sym typeface="Montserrat Black"/>
              </a:rPr>
              <a:t>100%</a:t>
            </a:r>
            <a:endParaRPr sz="1200"/>
          </a:p>
        </p:txBody>
      </p:sp>
      <p:sp>
        <p:nvSpPr>
          <p:cNvPr id="485" name="Google Shape;485;p18"/>
          <p:cNvSpPr txBox="1"/>
          <p:nvPr/>
        </p:nvSpPr>
        <p:spPr>
          <a:xfrm>
            <a:off x="9197838" y="2430143"/>
            <a:ext cx="1555543" cy="318742"/>
          </a:xfrm>
          <a:prstGeom prst="rect">
            <a:avLst/>
          </a:prstGeom>
          <a:noFill/>
          <a:ln>
            <a:noFill/>
          </a:ln>
        </p:spPr>
        <p:txBody>
          <a:bodyPr spcFirstLastPara="1" wrap="square" lIns="0" tIns="0" rIns="0" bIns="0" anchor="t" anchorCtr="0">
            <a:spAutoFit/>
          </a:bodyPr>
          <a:lstStyle/>
          <a:p>
            <a:pPr algn="ctr">
              <a:lnSpc>
                <a:spcPct val="111003"/>
              </a:lnSpc>
            </a:pPr>
            <a:r>
              <a:rPr lang="en-US" sz="1866" b="1">
                <a:solidFill>
                  <a:srgbClr val="7EC0A4"/>
                </a:solidFill>
                <a:latin typeface="Montserrat"/>
                <a:ea typeface="Montserrat"/>
                <a:cs typeface="Montserrat"/>
                <a:sym typeface="Montserrat"/>
              </a:rPr>
              <a:t>POINT 04</a:t>
            </a:r>
            <a:endParaRPr sz="1200"/>
          </a:p>
        </p:txBody>
      </p:sp>
      <p:sp>
        <p:nvSpPr>
          <p:cNvPr id="486" name="Google Shape;486;p18"/>
          <p:cNvSpPr/>
          <p:nvPr/>
        </p:nvSpPr>
        <p:spPr>
          <a:xfrm flipH="1">
            <a:off x="8486912" y="4257305"/>
            <a:ext cx="4012102" cy="3012724"/>
          </a:xfrm>
          <a:custGeom>
            <a:avLst/>
            <a:gdLst/>
            <a:ahLst/>
            <a:cxnLst/>
            <a:rect l="l" t="t" r="r" b="b"/>
            <a:pathLst>
              <a:path w="6018153" h="4519086" extrusionOk="0">
                <a:moveTo>
                  <a:pt x="6018154" y="0"/>
                </a:moveTo>
                <a:lnTo>
                  <a:pt x="0" y="0"/>
                </a:lnTo>
                <a:lnTo>
                  <a:pt x="0" y="4519086"/>
                </a:lnTo>
                <a:lnTo>
                  <a:pt x="6018154" y="4519086"/>
                </a:lnTo>
                <a:lnTo>
                  <a:pt x="6018154" y="0"/>
                </a:lnTo>
                <a:close/>
              </a:path>
            </a:pathLst>
          </a:custGeom>
          <a:blipFill rotWithShape="1">
            <a:blip r:embed="rId4">
              <a:alphaModFix/>
            </a:blip>
            <a:stretch>
              <a:fillRect/>
            </a:stretch>
          </a:blipFill>
          <a:ln>
            <a:noFill/>
          </a:ln>
        </p:spPr>
        <p:txBody>
          <a:bodyPr/>
          <a:lstStyle/>
          <a:p>
            <a:endParaRPr lang="en-IN"/>
          </a:p>
        </p:txBody>
      </p:sp>
    </p:spTree>
    <p:extLst>
      <p:ext uri="{BB962C8B-B14F-4D97-AF65-F5344CB8AC3E}">
        <p14:creationId xmlns:p14="http://schemas.microsoft.com/office/powerpoint/2010/main" val="361490293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Group 65">
            <a:extLst>
              <a:ext uri="{FF2B5EF4-FFF2-40B4-BE49-F238E27FC236}">
                <a16:creationId xmlns:a16="http://schemas.microsoft.com/office/drawing/2014/main" id="{111F39D5-ECB8-2883-F6EA-5A0E7623B5B3}"/>
              </a:ext>
            </a:extLst>
          </p:cNvPr>
          <p:cNvGrpSpPr/>
          <p:nvPr/>
        </p:nvGrpSpPr>
        <p:grpSpPr>
          <a:xfrm>
            <a:off x="7256967" y="1457053"/>
            <a:ext cx="2062689" cy="4258208"/>
            <a:chOff x="476509" y="1679791"/>
            <a:chExt cx="2062689" cy="4258208"/>
          </a:xfrm>
        </p:grpSpPr>
        <p:grpSp>
          <p:nvGrpSpPr>
            <p:cNvPr id="67" name="Group 66">
              <a:extLst>
                <a:ext uri="{FF2B5EF4-FFF2-40B4-BE49-F238E27FC236}">
                  <a16:creationId xmlns:a16="http://schemas.microsoft.com/office/drawing/2014/main" id="{5133B42C-42B3-25DB-E474-F6CB73472495}"/>
                </a:ext>
              </a:extLst>
            </p:cNvPr>
            <p:cNvGrpSpPr/>
            <p:nvPr/>
          </p:nvGrpSpPr>
          <p:grpSpPr>
            <a:xfrm>
              <a:off x="476509" y="1679791"/>
              <a:ext cx="1602046" cy="2600862"/>
              <a:chOff x="1197868" y="1877990"/>
              <a:chExt cx="1733740" cy="2814661"/>
            </a:xfrm>
          </p:grpSpPr>
          <p:sp>
            <p:nvSpPr>
              <p:cNvPr id="69" name="TextBox 68">
                <a:extLst>
                  <a:ext uri="{FF2B5EF4-FFF2-40B4-BE49-F238E27FC236}">
                    <a16:creationId xmlns:a16="http://schemas.microsoft.com/office/drawing/2014/main" id="{091BE3CB-08A4-DEA5-344B-416C81E76C84}"/>
                  </a:ext>
                </a:extLst>
              </p:cNvPr>
              <p:cNvSpPr txBox="1"/>
              <p:nvPr/>
            </p:nvSpPr>
            <p:spPr>
              <a:xfrm>
                <a:off x="1197868" y="2132856"/>
                <a:ext cx="1143312" cy="1152128"/>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3800" b="1" i="0" u="none" strike="noStrike" kern="1200" cap="none" spc="0" normalizeH="0" baseline="0" noProof="0">
                    <a:ln>
                      <a:noFill/>
                    </a:ln>
                    <a:solidFill>
                      <a:srgbClr val="51A9E1"/>
                    </a:solidFill>
                    <a:effectLst/>
                    <a:uLnTx/>
                    <a:uFillTx/>
                    <a:latin typeface="Segoe UI"/>
                    <a:ea typeface="Segoe UI Black" panose="020B0A02040204020203" pitchFamily="34" charset="0"/>
                    <a:cs typeface="+mn-cs"/>
                  </a:rPr>
                  <a:t>4</a:t>
                </a:r>
                <a:endParaRPr kumimoji="0" lang="en-US" sz="13800" b="1" i="0" u="none" strike="noStrike" kern="1200" cap="none" spc="0" normalizeH="0" baseline="0" noProof="0">
                  <a:ln>
                    <a:noFill/>
                  </a:ln>
                  <a:solidFill>
                    <a:srgbClr val="51A9E1"/>
                  </a:solidFill>
                  <a:effectLst/>
                  <a:uLnTx/>
                  <a:uFillTx/>
                  <a:latin typeface="Segoe UI"/>
                  <a:ea typeface="Segoe UI Black" panose="020B0A02040204020203" pitchFamily="34" charset="0"/>
                  <a:cs typeface="+mn-cs"/>
                </a:endParaRPr>
              </a:p>
            </p:txBody>
          </p:sp>
          <p:sp>
            <p:nvSpPr>
              <p:cNvPr id="70" name="Oval 69">
                <a:extLst>
                  <a:ext uri="{FF2B5EF4-FFF2-40B4-BE49-F238E27FC236}">
                    <a16:creationId xmlns:a16="http://schemas.microsoft.com/office/drawing/2014/main" id="{A2B4FCCD-FFDB-4378-61B9-86904F3C049B}"/>
                  </a:ext>
                </a:extLst>
              </p:cNvPr>
              <p:cNvSpPr/>
              <p:nvPr/>
            </p:nvSpPr>
            <p:spPr>
              <a:xfrm rot="18528917">
                <a:off x="732381" y="2720914"/>
                <a:ext cx="2451186" cy="765337"/>
              </a:xfrm>
              <a:prstGeom prst="ellipse">
                <a:avLst/>
              </a:prstGeom>
              <a:gradFill flip="none" rotWithShape="1">
                <a:gsLst>
                  <a:gs pos="8000">
                    <a:schemeClr val="tx1">
                      <a:alpha val="27000"/>
                    </a:schemeClr>
                  </a:gs>
                  <a:gs pos="99000">
                    <a:schemeClr val="tx1">
                      <a:alpha val="0"/>
                    </a:scheme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71" name="Rectangle 70">
                <a:extLst>
                  <a:ext uri="{FF2B5EF4-FFF2-40B4-BE49-F238E27FC236}">
                    <a16:creationId xmlns:a16="http://schemas.microsoft.com/office/drawing/2014/main" id="{D1B361F8-144D-2290-324C-931827053276}"/>
                  </a:ext>
                </a:extLst>
              </p:cNvPr>
              <p:cNvSpPr/>
              <p:nvPr/>
            </p:nvSpPr>
            <p:spPr>
              <a:xfrm rot="2350203">
                <a:off x="1779480" y="1989783"/>
                <a:ext cx="1152128" cy="270286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68" name="Freeform: Shape 67">
              <a:extLst>
                <a:ext uri="{FF2B5EF4-FFF2-40B4-BE49-F238E27FC236}">
                  <a16:creationId xmlns:a16="http://schemas.microsoft.com/office/drawing/2014/main" id="{FFD0674D-459B-A05B-22AA-7DEAC703736C}"/>
                </a:ext>
              </a:extLst>
            </p:cNvPr>
            <p:cNvSpPr/>
            <p:nvPr/>
          </p:nvSpPr>
          <p:spPr>
            <a:xfrm>
              <a:off x="609586" y="2404175"/>
              <a:ext cx="1929612" cy="3533824"/>
            </a:xfrm>
            <a:custGeom>
              <a:avLst/>
              <a:gdLst>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9" fmla="*/ 550999 w 1929612"/>
                <a:gd name="connsiteY9" fmla="*/ 479702 h 3533824"/>
                <a:gd name="connsiteX10" fmla="*/ 956656 w 1929612"/>
                <a:gd name="connsiteY10" fmla="*/ 0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10" fmla="*/ 642439 w 1929612"/>
                <a:gd name="connsiteY10" fmla="*/ 571142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9612" h="3533824">
                  <a:moveTo>
                    <a:pt x="956656" y="0"/>
                  </a:moveTo>
                  <a:lnTo>
                    <a:pt x="1929612" y="0"/>
                  </a:lnTo>
                  <a:lnTo>
                    <a:pt x="1929612" y="562708"/>
                  </a:lnTo>
                  <a:lnTo>
                    <a:pt x="1929612" y="562708"/>
                  </a:lnTo>
                  <a:cubicBezTo>
                    <a:pt x="1929612" y="1553080"/>
                    <a:pt x="1929611" y="2543452"/>
                    <a:pt x="1929611" y="3533824"/>
                  </a:cubicBezTo>
                  <a:lnTo>
                    <a:pt x="0" y="3533824"/>
                  </a:lnTo>
                  <a:lnTo>
                    <a:pt x="0" y="2971116"/>
                  </a:lnTo>
                  <a:lnTo>
                    <a:pt x="0" y="1736937"/>
                  </a:lnTo>
                  <a:lnTo>
                    <a:pt x="0" y="1174229"/>
                  </a:lnTo>
                </a:path>
              </a:pathLst>
            </a:cu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60" name="Group 59">
            <a:extLst>
              <a:ext uri="{FF2B5EF4-FFF2-40B4-BE49-F238E27FC236}">
                <a16:creationId xmlns:a16="http://schemas.microsoft.com/office/drawing/2014/main" id="{6DA836E9-B159-C4B0-B2D6-51CB172959E6}"/>
              </a:ext>
            </a:extLst>
          </p:cNvPr>
          <p:cNvGrpSpPr/>
          <p:nvPr/>
        </p:nvGrpSpPr>
        <p:grpSpPr>
          <a:xfrm>
            <a:off x="4997344" y="1457053"/>
            <a:ext cx="2062689" cy="4258208"/>
            <a:chOff x="476509" y="1679791"/>
            <a:chExt cx="2062689" cy="4258208"/>
          </a:xfrm>
        </p:grpSpPr>
        <p:grpSp>
          <p:nvGrpSpPr>
            <p:cNvPr id="61" name="Group 60">
              <a:extLst>
                <a:ext uri="{FF2B5EF4-FFF2-40B4-BE49-F238E27FC236}">
                  <a16:creationId xmlns:a16="http://schemas.microsoft.com/office/drawing/2014/main" id="{5B9E6AA4-287E-53DF-FFCF-C7861E34FA88}"/>
                </a:ext>
              </a:extLst>
            </p:cNvPr>
            <p:cNvGrpSpPr/>
            <p:nvPr/>
          </p:nvGrpSpPr>
          <p:grpSpPr>
            <a:xfrm>
              <a:off x="476509" y="1679791"/>
              <a:ext cx="1529172" cy="2774048"/>
              <a:chOff x="1197868" y="1877990"/>
              <a:chExt cx="1654875" cy="3002084"/>
            </a:xfrm>
          </p:grpSpPr>
          <p:sp>
            <p:nvSpPr>
              <p:cNvPr id="63" name="TextBox 62">
                <a:extLst>
                  <a:ext uri="{FF2B5EF4-FFF2-40B4-BE49-F238E27FC236}">
                    <a16:creationId xmlns:a16="http://schemas.microsoft.com/office/drawing/2014/main" id="{161849A9-6C71-D3AC-B7DF-7343D4AA3924}"/>
                  </a:ext>
                </a:extLst>
              </p:cNvPr>
              <p:cNvSpPr txBox="1"/>
              <p:nvPr/>
            </p:nvSpPr>
            <p:spPr>
              <a:xfrm>
                <a:off x="1197868" y="2132856"/>
                <a:ext cx="1143312" cy="1152128"/>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3800" b="1" i="0" u="none" strike="noStrike" kern="1200" cap="none" spc="0" normalizeH="0" baseline="0" noProof="0">
                    <a:ln>
                      <a:noFill/>
                    </a:ln>
                    <a:solidFill>
                      <a:srgbClr val="4FBAAA"/>
                    </a:solidFill>
                    <a:effectLst/>
                    <a:uLnTx/>
                    <a:uFillTx/>
                    <a:latin typeface="Segoe UI"/>
                    <a:ea typeface="Segoe UI Black" panose="020B0A02040204020203" pitchFamily="34" charset="0"/>
                    <a:cs typeface="+mn-cs"/>
                  </a:rPr>
                  <a:t>3</a:t>
                </a:r>
                <a:endParaRPr kumimoji="0" lang="en-US" sz="13800" b="1" i="0" u="none" strike="noStrike" kern="1200" cap="none" spc="0" normalizeH="0" baseline="0" noProof="0">
                  <a:ln>
                    <a:noFill/>
                  </a:ln>
                  <a:solidFill>
                    <a:srgbClr val="4FBAAA"/>
                  </a:solidFill>
                  <a:effectLst/>
                  <a:uLnTx/>
                  <a:uFillTx/>
                  <a:latin typeface="Segoe UI"/>
                  <a:ea typeface="Segoe UI Black" panose="020B0A02040204020203" pitchFamily="34" charset="0"/>
                  <a:cs typeface="+mn-cs"/>
                </a:endParaRPr>
              </a:p>
            </p:txBody>
          </p:sp>
          <p:sp>
            <p:nvSpPr>
              <p:cNvPr id="64" name="Oval 63">
                <a:extLst>
                  <a:ext uri="{FF2B5EF4-FFF2-40B4-BE49-F238E27FC236}">
                    <a16:creationId xmlns:a16="http://schemas.microsoft.com/office/drawing/2014/main" id="{BAFD2700-1055-CFDF-CDCF-83CD31C9D955}"/>
                  </a:ext>
                </a:extLst>
              </p:cNvPr>
              <p:cNvSpPr/>
              <p:nvPr/>
            </p:nvSpPr>
            <p:spPr>
              <a:xfrm rot="18528917">
                <a:off x="732381" y="2720914"/>
                <a:ext cx="2451186" cy="765337"/>
              </a:xfrm>
              <a:prstGeom prst="ellipse">
                <a:avLst/>
              </a:prstGeom>
              <a:gradFill flip="none" rotWithShape="1">
                <a:gsLst>
                  <a:gs pos="8000">
                    <a:schemeClr val="tx1">
                      <a:alpha val="27000"/>
                    </a:schemeClr>
                  </a:gs>
                  <a:gs pos="99000">
                    <a:schemeClr val="tx1">
                      <a:alpha val="0"/>
                    </a:scheme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5" name="Rectangle 64">
                <a:extLst>
                  <a:ext uri="{FF2B5EF4-FFF2-40B4-BE49-F238E27FC236}">
                    <a16:creationId xmlns:a16="http://schemas.microsoft.com/office/drawing/2014/main" id="{AD7820AF-1E3B-CEAD-3357-4A94758DF263}"/>
                  </a:ext>
                </a:extLst>
              </p:cNvPr>
              <p:cNvSpPr/>
              <p:nvPr/>
            </p:nvSpPr>
            <p:spPr>
              <a:xfrm rot="2350203">
                <a:off x="1700615" y="1995959"/>
                <a:ext cx="1152128" cy="28841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62" name="Freeform: Shape 61">
              <a:extLst>
                <a:ext uri="{FF2B5EF4-FFF2-40B4-BE49-F238E27FC236}">
                  <a16:creationId xmlns:a16="http://schemas.microsoft.com/office/drawing/2014/main" id="{2DC12B5B-3F60-9F17-F469-0848B4B51AB0}"/>
                </a:ext>
              </a:extLst>
            </p:cNvPr>
            <p:cNvSpPr/>
            <p:nvPr/>
          </p:nvSpPr>
          <p:spPr>
            <a:xfrm>
              <a:off x="609586" y="2404175"/>
              <a:ext cx="1929612" cy="3533824"/>
            </a:xfrm>
            <a:custGeom>
              <a:avLst/>
              <a:gdLst>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9" fmla="*/ 550999 w 1929612"/>
                <a:gd name="connsiteY9" fmla="*/ 479702 h 3533824"/>
                <a:gd name="connsiteX10" fmla="*/ 956656 w 1929612"/>
                <a:gd name="connsiteY10" fmla="*/ 0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10" fmla="*/ 642439 w 1929612"/>
                <a:gd name="connsiteY10" fmla="*/ 571142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9612" h="3533824">
                  <a:moveTo>
                    <a:pt x="956656" y="0"/>
                  </a:moveTo>
                  <a:lnTo>
                    <a:pt x="1929612" y="0"/>
                  </a:lnTo>
                  <a:lnTo>
                    <a:pt x="1929612" y="562708"/>
                  </a:lnTo>
                  <a:lnTo>
                    <a:pt x="1929612" y="562708"/>
                  </a:lnTo>
                  <a:cubicBezTo>
                    <a:pt x="1929612" y="1553080"/>
                    <a:pt x="1929611" y="2543452"/>
                    <a:pt x="1929611" y="3533824"/>
                  </a:cubicBezTo>
                  <a:lnTo>
                    <a:pt x="0" y="3533824"/>
                  </a:lnTo>
                  <a:lnTo>
                    <a:pt x="0" y="2971116"/>
                  </a:lnTo>
                  <a:lnTo>
                    <a:pt x="0" y="1736937"/>
                  </a:lnTo>
                  <a:lnTo>
                    <a:pt x="0" y="1174229"/>
                  </a:lnTo>
                </a:path>
              </a:pathLst>
            </a:cu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54" name="Group 53">
            <a:extLst>
              <a:ext uri="{FF2B5EF4-FFF2-40B4-BE49-F238E27FC236}">
                <a16:creationId xmlns:a16="http://schemas.microsoft.com/office/drawing/2014/main" id="{ABC753AC-F330-16C1-77F6-DAC2E743A0BC}"/>
              </a:ext>
            </a:extLst>
          </p:cNvPr>
          <p:cNvGrpSpPr/>
          <p:nvPr/>
        </p:nvGrpSpPr>
        <p:grpSpPr>
          <a:xfrm>
            <a:off x="2737721" y="1457053"/>
            <a:ext cx="2062689" cy="4258209"/>
            <a:chOff x="476509" y="1679790"/>
            <a:chExt cx="2062689" cy="4258209"/>
          </a:xfrm>
        </p:grpSpPr>
        <p:grpSp>
          <p:nvGrpSpPr>
            <p:cNvPr id="55" name="Group 54">
              <a:extLst>
                <a:ext uri="{FF2B5EF4-FFF2-40B4-BE49-F238E27FC236}">
                  <a16:creationId xmlns:a16="http://schemas.microsoft.com/office/drawing/2014/main" id="{DD6CB18D-5A52-AA8B-85A4-CEFB34A35EFD}"/>
                </a:ext>
              </a:extLst>
            </p:cNvPr>
            <p:cNvGrpSpPr/>
            <p:nvPr/>
          </p:nvGrpSpPr>
          <p:grpSpPr>
            <a:xfrm>
              <a:off x="476509" y="1679790"/>
              <a:ext cx="1521031" cy="2796438"/>
              <a:chOff x="1197868" y="1877990"/>
              <a:chExt cx="1646065" cy="3026315"/>
            </a:xfrm>
          </p:grpSpPr>
          <p:sp>
            <p:nvSpPr>
              <p:cNvPr id="57" name="TextBox 56">
                <a:extLst>
                  <a:ext uri="{FF2B5EF4-FFF2-40B4-BE49-F238E27FC236}">
                    <a16:creationId xmlns:a16="http://schemas.microsoft.com/office/drawing/2014/main" id="{A7EA5938-DB30-13A9-AC1D-A9EDFA16BC88}"/>
                  </a:ext>
                </a:extLst>
              </p:cNvPr>
              <p:cNvSpPr txBox="1"/>
              <p:nvPr/>
            </p:nvSpPr>
            <p:spPr>
              <a:xfrm>
                <a:off x="1197868" y="2132856"/>
                <a:ext cx="1143312" cy="1152128"/>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3800" b="1" i="0" u="none" strike="noStrike" kern="1200" cap="none" spc="0" normalizeH="0" baseline="0" noProof="0">
                    <a:ln>
                      <a:noFill/>
                    </a:ln>
                    <a:solidFill>
                      <a:srgbClr val="49B46C"/>
                    </a:solidFill>
                    <a:effectLst/>
                    <a:uLnTx/>
                    <a:uFillTx/>
                    <a:latin typeface="Segoe UI"/>
                    <a:ea typeface="Segoe UI Black" panose="020B0A02040204020203" pitchFamily="34" charset="0"/>
                    <a:cs typeface="+mn-cs"/>
                  </a:rPr>
                  <a:t>2</a:t>
                </a:r>
                <a:endParaRPr kumimoji="0" lang="en-US" sz="13800" b="1" i="0" u="none" strike="noStrike" kern="1200" cap="none" spc="0" normalizeH="0" baseline="0" noProof="0">
                  <a:ln>
                    <a:noFill/>
                  </a:ln>
                  <a:solidFill>
                    <a:srgbClr val="49B46C"/>
                  </a:solidFill>
                  <a:effectLst/>
                  <a:uLnTx/>
                  <a:uFillTx/>
                  <a:latin typeface="Segoe UI"/>
                  <a:ea typeface="Segoe UI Black" panose="020B0A02040204020203" pitchFamily="34" charset="0"/>
                  <a:cs typeface="+mn-cs"/>
                </a:endParaRPr>
              </a:p>
            </p:txBody>
          </p:sp>
          <p:sp>
            <p:nvSpPr>
              <p:cNvPr id="58" name="Oval 57">
                <a:extLst>
                  <a:ext uri="{FF2B5EF4-FFF2-40B4-BE49-F238E27FC236}">
                    <a16:creationId xmlns:a16="http://schemas.microsoft.com/office/drawing/2014/main" id="{27EB1B27-3A84-B0B0-778B-3FD82A7B0EA0}"/>
                  </a:ext>
                </a:extLst>
              </p:cNvPr>
              <p:cNvSpPr/>
              <p:nvPr/>
            </p:nvSpPr>
            <p:spPr>
              <a:xfrm rot="18528917">
                <a:off x="732381" y="2720914"/>
                <a:ext cx="2451186" cy="765337"/>
              </a:xfrm>
              <a:prstGeom prst="ellipse">
                <a:avLst/>
              </a:prstGeom>
              <a:gradFill flip="none" rotWithShape="1">
                <a:gsLst>
                  <a:gs pos="8000">
                    <a:schemeClr val="tx1">
                      <a:alpha val="27000"/>
                    </a:schemeClr>
                  </a:gs>
                  <a:gs pos="99000">
                    <a:schemeClr val="tx1">
                      <a:alpha val="0"/>
                    </a:scheme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59" name="Rectangle 58">
                <a:extLst>
                  <a:ext uri="{FF2B5EF4-FFF2-40B4-BE49-F238E27FC236}">
                    <a16:creationId xmlns:a16="http://schemas.microsoft.com/office/drawing/2014/main" id="{CEE3DEFE-AD8F-A64F-9163-6E93F1AB12FD}"/>
                  </a:ext>
                </a:extLst>
              </p:cNvPr>
              <p:cNvSpPr/>
              <p:nvPr/>
            </p:nvSpPr>
            <p:spPr>
              <a:xfrm rot="2350203">
                <a:off x="1691805" y="1993356"/>
                <a:ext cx="1152128" cy="29109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56" name="Freeform: Shape 55">
              <a:extLst>
                <a:ext uri="{FF2B5EF4-FFF2-40B4-BE49-F238E27FC236}">
                  <a16:creationId xmlns:a16="http://schemas.microsoft.com/office/drawing/2014/main" id="{3B12594C-BCB5-4644-58DB-FF4EA86EE294}"/>
                </a:ext>
              </a:extLst>
            </p:cNvPr>
            <p:cNvSpPr/>
            <p:nvPr/>
          </p:nvSpPr>
          <p:spPr>
            <a:xfrm>
              <a:off x="609586" y="2404175"/>
              <a:ext cx="1929612" cy="3533824"/>
            </a:xfrm>
            <a:custGeom>
              <a:avLst/>
              <a:gdLst>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9" fmla="*/ 550999 w 1929612"/>
                <a:gd name="connsiteY9" fmla="*/ 479702 h 3533824"/>
                <a:gd name="connsiteX10" fmla="*/ 956656 w 1929612"/>
                <a:gd name="connsiteY10" fmla="*/ 0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10" fmla="*/ 642439 w 1929612"/>
                <a:gd name="connsiteY10" fmla="*/ 571142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9612" h="3533824">
                  <a:moveTo>
                    <a:pt x="956656" y="0"/>
                  </a:moveTo>
                  <a:lnTo>
                    <a:pt x="1929612" y="0"/>
                  </a:lnTo>
                  <a:lnTo>
                    <a:pt x="1929612" y="562708"/>
                  </a:lnTo>
                  <a:lnTo>
                    <a:pt x="1929612" y="562708"/>
                  </a:lnTo>
                  <a:cubicBezTo>
                    <a:pt x="1929612" y="1553080"/>
                    <a:pt x="1929611" y="2543452"/>
                    <a:pt x="1929611" y="3533824"/>
                  </a:cubicBezTo>
                  <a:lnTo>
                    <a:pt x="0" y="3533824"/>
                  </a:lnTo>
                  <a:lnTo>
                    <a:pt x="0" y="2971116"/>
                  </a:lnTo>
                  <a:lnTo>
                    <a:pt x="0" y="1736937"/>
                  </a:lnTo>
                  <a:lnTo>
                    <a:pt x="0" y="1174229"/>
                  </a:lnTo>
                </a:path>
              </a:pathLst>
            </a:cu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2" name="Title 1">
            <a:extLst>
              <a:ext uri="{FF2B5EF4-FFF2-40B4-BE49-F238E27FC236}">
                <a16:creationId xmlns:a16="http://schemas.microsoft.com/office/drawing/2014/main" id="{1A480E39-2D93-160F-22C4-14C54B349D27}"/>
              </a:ext>
            </a:extLst>
          </p:cNvPr>
          <p:cNvSpPr>
            <a:spLocks noGrp="1"/>
          </p:cNvSpPr>
          <p:nvPr>
            <p:ph type="title"/>
          </p:nvPr>
        </p:nvSpPr>
        <p:spPr>
          <a:xfrm>
            <a:off x="611030" y="274640"/>
            <a:ext cx="10969943" cy="711081"/>
          </a:xfrm>
        </p:spPr>
        <p:txBody>
          <a:bodyPr/>
          <a:lstStyle/>
          <a:p>
            <a:r>
              <a:rPr lang="en-US" b="0" i="0">
                <a:solidFill>
                  <a:srgbClr val="000000"/>
                </a:solidFill>
                <a:effectLst/>
              </a:rPr>
              <a:t>5-Item Numbered Infographic Slide Template</a:t>
            </a:r>
            <a:endParaRPr lang="en-US"/>
          </a:p>
        </p:txBody>
      </p:sp>
      <p:grpSp>
        <p:nvGrpSpPr>
          <p:cNvPr id="53" name="Group 52">
            <a:extLst>
              <a:ext uri="{FF2B5EF4-FFF2-40B4-BE49-F238E27FC236}">
                <a16:creationId xmlns:a16="http://schemas.microsoft.com/office/drawing/2014/main" id="{098E8172-1B33-03D0-7B58-717D2D739B70}"/>
              </a:ext>
            </a:extLst>
          </p:cNvPr>
          <p:cNvGrpSpPr/>
          <p:nvPr/>
        </p:nvGrpSpPr>
        <p:grpSpPr>
          <a:xfrm>
            <a:off x="478098" y="1457053"/>
            <a:ext cx="2062689" cy="4258209"/>
            <a:chOff x="476509" y="1679790"/>
            <a:chExt cx="2062689" cy="4258209"/>
          </a:xfrm>
        </p:grpSpPr>
        <p:grpSp>
          <p:nvGrpSpPr>
            <p:cNvPr id="14" name="Group 13">
              <a:extLst>
                <a:ext uri="{FF2B5EF4-FFF2-40B4-BE49-F238E27FC236}">
                  <a16:creationId xmlns:a16="http://schemas.microsoft.com/office/drawing/2014/main" id="{1A767533-3DE1-4F10-F5EF-2689A570D85A}"/>
                </a:ext>
              </a:extLst>
            </p:cNvPr>
            <p:cNvGrpSpPr/>
            <p:nvPr/>
          </p:nvGrpSpPr>
          <p:grpSpPr>
            <a:xfrm>
              <a:off x="476509" y="1679790"/>
              <a:ext cx="1535644" cy="2788846"/>
              <a:chOff x="1197868" y="1877990"/>
              <a:chExt cx="1661879" cy="3018098"/>
            </a:xfrm>
          </p:grpSpPr>
          <p:sp>
            <p:nvSpPr>
              <p:cNvPr id="11" name="TextBox 10">
                <a:extLst>
                  <a:ext uri="{FF2B5EF4-FFF2-40B4-BE49-F238E27FC236}">
                    <a16:creationId xmlns:a16="http://schemas.microsoft.com/office/drawing/2014/main" id="{A61C35E2-2311-D0CB-9D86-40147BFA7454}"/>
                  </a:ext>
                </a:extLst>
              </p:cNvPr>
              <p:cNvSpPr txBox="1"/>
              <p:nvPr/>
            </p:nvSpPr>
            <p:spPr>
              <a:xfrm>
                <a:off x="1197868" y="2132856"/>
                <a:ext cx="1143312" cy="1152128"/>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3800" b="1" i="0" u="none" strike="noStrike" kern="1200" cap="none" spc="0" normalizeH="0" baseline="0" noProof="0">
                    <a:ln>
                      <a:noFill/>
                    </a:ln>
                    <a:solidFill>
                      <a:srgbClr val="93C63D"/>
                    </a:solidFill>
                    <a:effectLst/>
                    <a:uLnTx/>
                    <a:uFillTx/>
                    <a:latin typeface="Segoe UI"/>
                    <a:ea typeface="Segoe UI Black" panose="020B0A02040204020203" pitchFamily="34" charset="0"/>
                    <a:cs typeface="+mn-cs"/>
                  </a:rPr>
                  <a:t>1</a:t>
                </a:r>
                <a:endParaRPr kumimoji="0" lang="en-US" sz="13800" b="1" i="0" u="none" strike="noStrike" kern="1200" cap="none" spc="0" normalizeH="0" baseline="0" noProof="0">
                  <a:ln>
                    <a:noFill/>
                  </a:ln>
                  <a:solidFill>
                    <a:srgbClr val="93C63D"/>
                  </a:solidFill>
                  <a:effectLst/>
                  <a:uLnTx/>
                  <a:uFillTx/>
                  <a:latin typeface="Segoe UI"/>
                  <a:ea typeface="Segoe UI Black" panose="020B0A02040204020203" pitchFamily="34" charset="0"/>
                  <a:cs typeface="+mn-cs"/>
                </a:endParaRPr>
              </a:p>
            </p:txBody>
          </p:sp>
          <p:sp>
            <p:nvSpPr>
              <p:cNvPr id="13" name="Oval 12">
                <a:extLst>
                  <a:ext uri="{FF2B5EF4-FFF2-40B4-BE49-F238E27FC236}">
                    <a16:creationId xmlns:a16="http://schemas.microsoft.com/office/drawing/2014/main" id="{AE127B06-C4A4-D66C-46DD-935E51FAC9B1}"/>
                  </a:ext>
                </a:extLst>
              </p:cNvPr>
              <p:cNvSpPr/>
              <p:nvPr/>
            </p:nvSpPr>
            <p:spPr>
              <a:xfrm rot="18528917">
                <a:off x="732381" y="2720914"/>
                <a:ext cx="2451186" cy="765337"/>
              </a:xfrm>
              <a:prstGeom prst="ellipse">
                <a:avLst/>
              </a:prstGeom>
              <a:gradFill flip="none" rotWithShape="1">
                <a:gsLst>
                  <a:gs pos="8000">
                    <a:schemeClr val="tx1">
                      <a:alpha val="27000"/>
                    </a:schemeClr>
                  </a:gs>
                  <a:gs pos="99000">
                    <a:schemeClr val="tx1">
                      <a:alpha val="0"/>
                    </a:scheme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101A408-131B-BF4F-92BA-9A7D104F978E}"/>
                  </a:ext>
                </a:extLst>
              </p:cNvPr>
              <p:cNvSpPr/>
              <p:nvPr/>
            </p:nvSpPr>
            <p:spPr>
              <a:xfrm rot="2350203">
                <a:off x="1707619" y="1962751"/>
                <a:ext cx="1152128" cy="293333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52" name="Freeform: Shape 51">
              <a:extLst>
                <a:ext uri="{FF2B5EF4-FFF2-40B4-BE49-F238E27FC236}">
                  <a16:creationId xmlns:a16="http://schemas.microsoft.com/office/drawing/2014/main" id="{61AE25B5-9CC1-1EC9-9E5E-05828791DA8C}"/>
                </a:ext>
              </a:extLst>
            </p:cNvPr>
            <p:cNvSpPr/>
            <p:nvPr/>
          </p:nvSpPr>
          <p:spPr>
            <a:xfrm>
              <a:off x="609586" y="2404175"/>
              <a:ext cx="1929612" cy="3533824"/>
            </a:xfrm>
            <a:custGeom>
              <a:avLst/>
              <a:gdLst>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9" fmla="*/ 550999 w 1929612"/>
                <a:gd name="connsiteY9" fmla="*/ 479702 h 3533824"/>
                <a:gd name="connsiteX10" fmla="*/ 956656 w 1929612"/>
                <a:gd name="connsiteY10" fmla="*/ 0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10" fmla="*/ 642439 w 1929612"/>
                <a:gd name="connsiteY10" fmla="*/ 571142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9612" h="3533824">
                  <a:moveTo>
                    <a:pt x="956656" y="0"/>
                  </a:moveTo>
                  <a:lnTo>
                    <a:pt x="1929612" y="0"/>
                  </a:lnTo>
                  <a:lnTo>
                    <a:pt x="1929612" y="562708"/>
                  </a:lnTo>
                  <a:lnTo>
                    <a:pt x="1929612" y="562708"/>
                  </a:lnTo>
                  <a:cubicBezTo>
                    <a:pt x="1929612" y="1553080"/>
                    <a:pt x="1929611" y="2543452"/>
                    <a:pt x="1929611" y="3533824"/>
                  </a:cubicBezTo>
                  <a:lnTo>
                    <a:pt x="0" y="3533824"/>
                  </a:lnTo>
                  <a:lnTo>
                    <a:pt x="0" y="2971116"/>
                  </a:lnTo>
                  <a:lnTo>
                    <a:pt x="0" y="1736937"/>
                  </a:lnTo>
                  <a:lnTo>
                    <a:pt x="0" y="1174229"/>
                  </a:lnTo>
                </a:path>
              </a:pathLst>
            </a:cu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72" name="Group 71">
            <a:extLst>
              <a:ext uri="{FF2B5EF4-FFF2-40B4-BE49-F238E27FC236}">
                <a16:creationId xmlns:a16="http://schemas.microsoft.com/office/drawing/2014/main" id="{37D6E65C-F85A-10C2-A389-8F142E704FDA}"/>
              </a:ext>
            </a:extLst>
          </p:cNvPr>
          <p:cNvGrpSpPr/>
          <p:nvPr/>
        </p:nvGrpSpPr>
        <p:grpSpPr>
          <a:xfrm>
            <a:off x="9516590" y="1457053"/>
            <a:ext cx="2062689" cy="4258208"/>
            <a:chOff x="476509" y="1679791"/>
            <a:chExt cx="2062689" cy="4258208"/>
          </a:xfrm>
        </p:grpSpPr>
        <p:grpSp>
          <p:nvGrpSpPr>
            <p:cNvPr id="73" name="Group 72">
              <a:extLst>
                <a:ext uri="{FF2B5EF4-FFF2-40B4-BE49-F238E27FC236}">
                  <a16:creationId xmlns:a16="http://schemas.microsoft.com/office/drawing/2014/main" id="{6A781350-F2DD-E43E-A79D-F259BC185EDF}"/>
                </a:ext>
              </a:extLst>
            </p:cNvPr>
            <p:cNvGrpSpPr/>
            <p:nvPr/>
          </p:nvGrpSpPr>
          <p:grpSpPr>
            <a:xfrm>
              <a:off x="476509" y="1679791"/>
              <a:ext cx="1602046" cy="2600862"/>
              <a:chOff x="1197868" y="1877990"/>
              <a:chExt cx="1733740" cy="2814661"/>
            </a:xfrm>
          </p:grpSpPr>
          <p:sp>
            <p:nvSpPr>
              <p:cNvPr id="75" name="TextBox 74">
                <a:extLst>
                  <a:ext uri="{FF2B5EF4-FFF2-40B4-BE49-F238E27FC236}">
                    <a16:creationId xmlns:a16="http://schemas.microsoft.com/office/drawing/2014/main" id="{04B825EF-3450-51E5-14D5-BEB2F5C65AC6}"/>
                  </a:ext>
                </a:extLst>
              </p:cNvPr>
              <p:cNvSpPr txBox="1"/>
              <p:nvPr/>
            </p:nvSpPr>
            <p:spPr>
              <a:xfrm>
                <a:off x="1197868" y="2132856"/>
                <a:ext cx="1143312" cy="1152128"/>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3800" b="1" i="0" u="none" strike="noStrike" kern="1200" cap="none" spc="0" normalizeH="0" baseline="0" noProof="0">
                    <a:ln>
                      <a:noFill/>
                    </a:ln>
                    <a:solidFill>
                      <a:srgbClr val="6089FB"/>
                    </a:solidFill>
                    <a:effectLst/>
                    <a:uLnTx/>
                    <a:uFillTx/>
                    <a:latin typeface="Segoe UI"/>
                    <a:ea typeface="Segoe UI Black" panose="020B0A02040204020203" pitchFamily="34" charset="0"/>
                    <a:cs typeface="+mn-cs"/>
                  </a:rPr>
                  <a:t>5</a:t>
                </a:r>
                <a:endParaRPr kumimoji="0" lang="en-US" sz="13800" b="1" i="0" u="none" strike="noStrike" kern="1200" cap="none" spc="0" normalizeH="0" baseline="0" noProof="0">
                  <a:ln>
                    <a:noFill/>
                  </a:ln>
                  <a:solidFill>
                    <a:srgbClr val="6089FB"/>
                  </a:solidFill>
                  <a:effectLst/>
                  <a:uLnTx/>
                  <a:uFillTx/>
                  <a:latin typeface="Segoe UI"/>
                  <a:ea typeface="Segoe UI Black" panose="020B0A02040204020203" pitchFamily="34" charset="0"/>
                  <a:cs typeface="+mn-cs"/>
                </a:endParaRPr>
              </a:p>
            </p:txBody>
          </p:sp>
          <p:sp>
            <p:nvSpPr>
              <p:cNvPr id="76" name="Oval 75">
                <a:extLst>
                  <a:ext uri="{FF2B5EF4-FFF2-40B4-BE49-F238E27FC236}">
                    <a16:creationId xmlns:a16="http://schemas.microsoft.com/office/drawing/2014/main" id="{FB0D9B98-165F-F6AD-6B2F-F715AF8334AB}"/>
                  </a:ext>
                </a:extLst>
              </p:cNvPr>
              <p:cNvSpPr/>
              <p:nvPr/>
            </p:nvSpPr>
            <p:spPr>
              <a:xfrm rot="18528917">
                <a:off x="732381" y="2720914"/>
                <a:ext cx="2451186" cy="765337"/>
              </a:xfrm>
              <a:prstGeom prst="ellipse">
                <a:avLst/>
              </a:prstGeom>
              <a:gradFill flip="none" rotWithShape="1">
                <a:gsLst>
                  <a:gs pos="8000">
                    <a:schemeClr val="tx1">
                      <a:alpha val="27000"/>
                    </a:schemeClr>
                  </a:gs>
                  <a:gs pos="99000">
                    <a:schemeClr val="tx1">
                      <a:alpha val="0"/>
                    </a:scheme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77" name="Rectangle 76">
                <a:extLst>
                  <a:ext uri="{FF2B5EF4-FFF2-40B4-BE49-F238E27FC236}">
                    <a16:creationId xmlns:a16="http://schemas.microsoft.com/office/drawing/2014/main" id="{DC0F7BCB-58DE-E908-AC53-1A8BAA0E6E90}"/>
                  </a:ext>
                </a:extLst>
              </p:cNvPr>
              <p:cNvSpPr/>
              <p:nvPr/>
            </p:nvSpPr>
            <p:spPr>
              <a:xfrm rot="2350203">
                <a:off x="1779480" y="1989783"/>
                <a:ext cx="1152128" cy="270286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74" name="Freeform: Shape 73">
              <a:extLst>
                <a:ext uri="{FF2B5EF4-FFF2-40B4-BE49-F238E27FC236}">
                  <a16:creationId xmlns:a16="http://schemas.microsoft.com/office/drawing/2014/main" id="{2485CDA1-0880-5ACA-E229-33F56EFB9AAC}"/>
                </a:ext>
              </a:extLst>
            </p:cNvPr>
            <p:cNvSpPr/>
            <p:nvPr/>
          </p:nvSpPr>
          <p:spPr>
            <a:xfrm>
              <a:off x="609586" y="2404175"/>
              <a:ext cx="1929612" cy="3533824"/>
            </a:xfrm>
            <a:custGeom>
              <a:avLst/>
              <a:gdLst>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 name="connsiteX9" fmla="*/ 550999 w 1929612"/>
                <a:gd name="connsiteY9" fmla="*/ 479702 h 3533824"/>
                <a:gd name="connsiteX10" fmla="*/ 956656 w 1929612"/>
                <a:gd name="connsiteY10" fmla="*/ 0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10" fmla="*/ 642439 w 1929612"/>
                <a:gd name="connsiteY10" fmla="*/ 571142 h 3533824"/>
                <a:gd name="connsiteX0" fmla="*/ 550999 w 1929612"/>
                <a:gd name="connsiteY0" fmla="*/ 479702 h 3533824"/>
                <a:gd name="connsiteX1" fmla="*/ 956656 w 1929612"/>
                <a:gd name="connsiteY1" fmla="*/ 0 h 3533824"/>
                <a:gd name="connsiteX2" fmla="*/ 1929612 w 1929612"/>
                <a:gd name="connsiteY2" fmla="*/ 0 h 3533824"/>
                <a:gd name="connsiteX3" fmla="*/ 1929612 w 1929612"/>
                <a:gd name="connsiteY3" fmla="*/ 562708 h 3533824"/>
                <a:gd name="connsiteX4" fmla="*/ 1929612 w 1929612"/>
                <a:gd name="connsiteY4" fmla="*/ 562708 h 3533824"/>
                <a:gd name="connsiteX5" fmla="*/ 1929611 w 1929612"/>
                <a:gd name="connsiteY5" fmla="*/ 3533824 h 3533824"/>
                <a:gd name="connsiteX6" fmla="*/ 0 w 1929612"/>
                <a:gd name="connsiteY6" fmla="*/ 3533824 h 3533824"/>
                <a:gd name="connsiteX7" fmla="*/ 0 w 1929612"/>
                <a:gd name="connsiteY7" fmla="*/ 2971116 h 3533824"/>
                <a:gd name="connsiteX8" fmla="*/ 0 w 1929612"/>
                <a:gd name="connsiteY8" fmla="*/ 1736937 h 3533824"/>
                <a:gd name="connsiteX9" fmla="*/ 0 w 1929612"/>
                <a:gd name="connsiteY9" fmla="*/ 1174229 h 3533824"/>
                <a:gd name="connsiteX0" fmla="*/ 956656 w 1929612"/>
                <a:gd name="connsiteY0" fmla="*/ 0 h 3533824"/>
                <a:gd name="connsiteX1" fmla="*/ 1929612 w 1929612"/>
                <a:gd name="connsiteY1" fmla="*/ 0 h 3533824"/>
                <a:gd name="connsiteX2" fmla="*/ 1929612 w 1929612"/>
                <a:gd name="connsiteY2" fmla="*/ 562708 h 3533824"/>
                <a:gd name="connsiteX3" fmla="*/ 1929612 w 1929612"/>
                <a:gd name="connsiteY3" fmla="*/ 562708 h 3533824"/>
                <a:gd name="connsiteX4" fmla="*/ 1929611 w 1929612"/>
                <a:gd name="connsiteY4" fmla="*/ 3533824 h 3533824"/>
                <a:gd name="connsiteX5" fmla="*/ 0 w 1929612"/>
                <a:gd name="connsiteY5" fmla="*/ 3533824 h 3533824"/>
                <a:gd name="connsiteX6" fmla="*/ 0 w 1929612"/>
                <a:gd name="connsiteY6" fmla="*/ 2971116 h 3533824"/>
                <a:gd name="connsiteX7" fmla="*/ 0 w 1929612"/>
                <a:gd name="connsiteY7" fmla="*/ 1736937 h 3533824"/>
                <a:gd name="connsiteX8" fmla="*/ 0 w 1929612"/>
                <a:gd name="connsiteY8" fmla="*/ 1174229 h 353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9612" h="3533824">
                  <a:moveTo>
                    <a:pt x="956656" y="0"/>
                  </a:moveTo>
                  <a:lnTo>
                    <a:pt x="1929612" y="0"/>
                  </a:lnTo>
                  <a:lnTo>
                    <a:pt x="1929612" y="562708"/>
                  </a:lnTo>
                  <a:lnTo>
                    <a:pt x="1929612" y="562708"/>
                  </a:lnTo>
                  <a:cubicBezTo>
                    <a:pt x="1929612" y="1553080"/>
                    <a:pt x="1929611" y="2543452"/>
                    <a:pt x="1929611" y="3533824"/>
                  </a:cubicBezTo>
                  <a:lnTo>
                    <a:pt x="0" y="3533824"/>
                  </a:lnTo>
                  <a:lnTo>
                    <a:pt x="0" y="2971116"/>
                  </a:lnTo>
                  <a:lnTo>
                    <a:pt x="0" y="1736937"/>
                  </a:lnTo>
                  <a:lnTo>
                    <a:pt x="0" y="1174229"/>
                  </a:lnTo>
                </a:path>
              </a:pathLst>
            </a:cu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80" name="Group 79">
            <a:extLst>
              <a:ext uri="{FF2B5EF4-FFF2-40B4-BE49-F238E27FC236}">
                <a16:creationId xmlns:a16="http://schemas.microsoft.com/office/drawing/2014/main" id="{8BE2B06B-FC99-143D-585A-B8C1330FDE7C}"/>
              </a:ext>
            </a:extLst>
          </p:cNvPr>
          <p:cNvGrpSpPr/>
          <p:nvPr/>
        </p:nvGrpSpPr>
        <p:grpSpPr>
          <a:xfrm>
            <a:off x="837746" y="3891173"/>
            <a:ext cx="1461566" cy="1606952"/>
            <a:chOff x="6598468" y="2623637"/>
            <a:chExt cx="2443932" cy="1606952"/>
          </a:xfrm>
        </p:grpSpPr>
        <p:sp>
          <p:nvSpPr>
            <p:cNvPr id="81" name="Rectangle 80">
              <a:extLst>
                <a:ext uri="{FF2B5EF4-FFF2-40B4-BE49-F238E27FC236}">
                  <a16:creationId xmlns:a16="http://schemas.microsoft.com/office/drawing/2014/main" id="{3FC5BC78-6CC9-CA0A-59C4-581514113213}"/>
                </a:ext>
              </a:extLst>
            </p:cNvPr>
            <p:cNvSpPr/>
            <p:nvPr/>
          </p:nvSpPr>
          <p:spPr>
            <a:xfrm>
              <a:off x="6598468" y="2996953"/>
              <a:ext cx="2443932" cy="1233636"/>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Insert your desired text here.</a:t>
              </a:r>
            </a:p>
          </p:txBody>
        </p:sp>
        <p:sp>
          <p:nvSpPr>
            <p:cNvPr id="82" name="Rectangle 81">
              <a:extLst>
                <a:ext uri="{FF2B5EF4-FFF2-40B4-BE49-F238E27FC236}">
                  <a16:creationId xmlns:a16="http://schemas.microsoft.com/office/drawing/2014/main" id="{743E2790-FCDF-4910-866C-50199140DCB6}"/>
                </a:ext>
              </a:extLst>
            </p:cNvPr>
            <p:cNvSpPr/>
            <p:nvPr/>
          </p:nvSpPr>
          <p:spPr>
            <a:xfrm>
              <a:off x="6598468" y="2623637"/>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grpSp>
        <p:nvGrpSpPr>
          <p:cNvPr id="83" name="Group 82">
            <a:extLst>
              <a:ext uri="{FF2B5EF4-FFF2-40B4-BE49-F238E27FC236}">
                <a16:creationId xmlns:a16="http://schemas.microsoft.com/office/drawing/2014/main" id="{539B474D-B826-8FD4-3BF0-FC12F46AA725}"/>
              </a:ext>
            </a:extLst>
          </p:cNvPr>
          <p:cNvGrpSpPr/>
          <p:nvPr/>
        </p:nvGrpSpPr>
        <p:grpSpPr>
          <a:xfrm>
            <a:off x="3100300" y="3891173"/>
            <a:ext cx="1461566" cy="1606952"/>
            <a:chOff x="6598468" y="2623637"/>
            <a:chExt cx="2443932" cy="1606952"/>
          </a:xfrm>
        </p:grpSpPr>
        <p:sp>
          <p:nvSpPr>
            <p:cNvPr id="84" name="Rectangle 83">
              <a:extLst>
                <a:ext uri="{FF2B5EF4-FFF2-40B4-BE49-F238E27FC236}">
                  <a16:creationId xmlns:a16="http://schemas.microsoft.com/office/drawing/2014/main" id="{9700C619-C03B-B311-5801-FCE9DCC74D44}"/>
                </a:ext>
              </a:extLst>
            </p:cNvPr>
            <p:cNvSpPr/>
            <p:nvPr/>
          </p:nvSpPr>
          <p:spPr>
            <a:xfrm>
              <a:off x="6598468" y="2996953"/>
              <a:ext cx="2443932" cy="1233636"/>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Insert your desired text here.</a:t>
              </a:r>
            </a:p>
          </p:txBody>
        </p:sp>
        <p:sp>
          <p:nvSpPr>
            <p:cNvPr id="85" name="Rectangle 84">
              <a:extLst>
                <a:ext uri="{FF2B5EF4-FFF2-40B4-BE49-F238E27FC236}">
                  <a16:creationId xmlns:a16="http://schemas.microsoft.com/office/drawing/2014/main" id="{1CB51D2E-201C-6A64-DF53-5265545666DF}"/>
                </a:ext>
              </a:extLst>
            </p:cNvPr>
            <p:cNvSpPr/>
            <p:nvPr/>
          </p:nvSpPr>
          <p:spPr>
            <a:xfrm>
              <a:off x="6598468" y="2623637"/>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grpSp>
        <p:nvGrpSpPr>
          <p:cNvPr id="86" name="Group 85">
            <a:extLst>
              <a:ext uri="{FF2B5EF4-FFF2-40B4-BE49-F238E27FC236}">
                <a16:creationId xmlns:a16="http://schemas.microsoft.com/office/drawing/2014/main" id="{C60DA6D0-1C72-03EC-319D-FF7C887801DF}"/>
              </a:ext>
            </a:extLst>
          </p:cNvPr>
          <p:cNvGrpSpPr/>
          <p:nvPr/>
        </p:nvGrpSpPr>
        <p:grpSpPr>
          <a:xfrm>
            <a:off x="5362854" y="3891173"/>
            <a:ext cx="1461566" cy="1606952"/>
            <a:chOff x="6598468" y="2623637"/>
            <a:chExt cx="2443932" cy="1606952"/>
          </a:xfrm>
        </p:grpSpPr>
        <p:sp>
          <p:nvSpPr>
            <p:cNvPr id="87" name="Rectangle 86">
              <a:extLst>
                <a:ext uri="{FF2B5EF4-FFF2-40B4-BE49-F238E27FC236}">
                  <a16:creationId xmlns:a16="http://schemas.microsoft.com/office/drawing/2014/main" id="{68D089B7-C94A-4EDF-1CFB-0759C813B9FB}"/>
                </a:ext>
              </a:extLst>
            </p:cNvPr>
            <p:cNvSpPr/>
            <p:nvPr/>
          </p:nvSpPr>
          <p:spPr>
            <a:xfrm>
              <a:off x="6598468" y="2996953"/>
              <a:ext cx="2443932" cy="1233636"/>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Insert your desired text here.</a:t>
              </a:r>
            </a:p>
          </p:txBody>
        </p:sp>
        <p:sp>
          <p:nvSpPr>
            <p:cNvPr id="88" name="Rectangle 87">
              <a:extLst>
                <a:ext uri="{FF2B5EF4-FFF2-40B4-BE49-F238E27FC236}">
                  <a16:creationId xmlns:a16="http://schemas.microsoft.com/office/drawing/2014/main" id="{41CF0180-3546-1E46-3BFE-E0D26B035B74}"/>
                </a:ext>
              </a:extLst>
            </p:cNvPr>
            <p:cNvSpPr/>
            <p:nvPr/>
          </p:nvSpPr>
          <p:spPr>
            <a:xfrm>
              <a:off x="6598468" y="2623637"/>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grpSp>
        <p:nvGrpSpPr>
          <p:cNvPr id="89" name="Group 88">
            <a:extLst>
              <a:ext uri="{FF2B5EF4-FFF2-40B4-BE49-F238E27FC236}">
                <a16:creationId xmlns:a16="http://schemas.microsoft.com/office/drawing/2014/main" id="{603BA931-0C17-99E7-7E3C-DED5B94FF92B}"/>
              </a:ext>
            </a:extLst>
          </p:cNvPr>
          <p:cNvGrpSpPr/>
          <p:nvPr/>
        </p:nvGrpSpPr>
        <p:grpSpPr>
          <a:xfrm>
            <a:off x="7625408" y="3891173"/>
            <a:ext cx="1461566" cy="1606952"/>
            <a:chOff x="6598468" y="2623637"/>
            <a:chExt cx="2443932" cy="1606952"/>
          </a:xfrm>
        </p:grpSpPr>
        <p:sp>
          <p:nvSpPr>
            <p:cNvPr id="90" name="Rectangle 89">
              <a:extLst>
                <a:ext uri="{FF2B5EF4-FFF2-40B4-BE49-F238E27FC236}">
                  <a16:creationId xmlns:a16="http://schemas.microsoft.com/office/drawing/2014/main" id="{890C35FC-E0F2-5816-C149-FB3C2B2A9090}"/>
                </a:ext>
              </a:extLst>
            </p:cNvPr>
            <p:cNvSpPr/>
            <p:nvPr/>
          </p:nvSpPr>
          <p:spPr>
            <a:xfrm>
              <a:off x="6598468" y="2996953"/>
              <a:ext cx="2443932" cy="1233636"/>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Insert your desired text here.</a:t>
              </a:r>
            </a:p>
          </p:txBody>
        </p:sp>
        <p:sp>
          <p:nvSpPr>
            <p:cNvPr id="91" name="Rectangle 90">
              <a:extLst>
                <a:ext uri="{FF2B5EF4-FFF2-40B4-BE49-F238E27FC236}">
                  <a16:creationId xmlns:a16="http://schemas.microsoft.com/office/drawing/2014/main" id="{45FC16E1-586E-4E14-845F-E8A473DA17DC}"/>
                </a:ext>
              </a:extLst>
            </p:cNvPr>
            <p:cNvSpPr/>
            <p:nvPr/>
          </p:nvSpPr>
          <p:spPr>
            <a:xfrm>
              <a:off x="6598468" y="2623637"/>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grpSp>
        <p:nvGrpSpPr>
          <p:cNvPr id="92" name="Group 91">
            <a:extLst>
              <a:ext uri="{FF2B5EF4-FFF2-40B4-BE49-F238E27FC236}">
                <a16:creationId xmlns:a16="http://schemas.microsoft.com/office/drawing/2014/main" id="{25F07E3D-13A9-E7F1-5E97-E333D346750C}"/>
              </a:ext>
            </a:extLst>
          </p:cNvPr>
          <p:cNvGrpSpPr/>
          <p:nvPr/>
        </p:nvGrpSpPr>
        <p:grpSpPr>
          <a:xfrm>
            <a:off x="9887961" y="3891173"/>
            <a:ext cx="1461566" cy="1606952"/>
            <a:chOff x="6598468" y="2623637"/>
            <a:chExt cx="2443932" cy="1606952"/>
          </a:xfrm>
        </p:grpSpPr>
        <p:sp>
          <p:nvSpPr>
            <p:cNvPr id="93" name="Rectangle 92">
              <a:extLst>
                <a:ext uri="{FF2B5EF4-FFF2-40B4-BE49-F238E27FC236}">
                  <a16:creationId xmlns:a16="http://schemas.microsoft.com/office/drawing/2014/main" id="{EC6FA4AD-9F2D-6E26-9D45-5620951CCAE8}"/>
                </a:ext>
              </a:extLst>
            </p:cNvPr>
            <p:cNvSpPr/>
            <p:nvPr/>
          </p:nvSpPr>
          <p:spPr>
            <a:xfrm>
              <a:off x="6598468" y="2996953"/>
              <a:ext cx="2443932" cy="1233636"/>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Insert your desired text here.</a:t>
              </a:r>
            </a:p>
          </p:txBody>
        </p:sp>
        <p:sp>
          <p:nvSpPr>
            <p:cNvPr id="94" name="Rectangle 93">
              <a:extLst>
                <a:ext uri="{FF2B5EF4-FFF2-40B4-BE49-F238E27FC236}">
                  <a16:creationId xmlns:a16="http://schemas.microsoft.com/office/drawing/2014/main" id="{872CF74D-9347-7198-6E4E-36DA92BBB44C}"/>
                </a:ext>
              </a:extLst>
            </p:cNvPr>
            <p:cNvSpPr/>
            <p:nvPr/>
          </p:nvSpPr>
          <p:spPr>
            <a:xfrm>
              <a:off x="6598468" y="2623637"/>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pic>
        <p:nvPicPr>
          <p:cNvPr id="97" name="Graphic 96" descr="Advertising with solid fill">
            <a:extLst>
              <a:ext uri="{FF2B5EF4-FFF2-40B4-BE49-F238E27FC236}">
                <a16:creationId xmlns:a16="http://schemas.microsoft.com/office/drawing/2014/main" id="{95F679E0-D012-F1ED-2D85-19200038B1D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37747" y="3094893"/>
            <a:ext cx="556047" cy="556047"/>
          </a:xfrm>
          <a:prstGeom prst="rect">
            <a:avLst/>
          </a:prstGeom>
        </p:spPr>
      </p:pic>
      <p:pic>
        <p:nvPicPr>
          <p:cNvPr id="99" name="Graphic 98" descr="Branching diagram with solid fill">
            <a:extLst>
              <a:ext uri="{FF2B5EF4-FFF2-40B4-BE49-F238E27FC236}">
                <a16:creationId xmlns:a16="http://schemas.microsoft.com/office/drawing/2014/main" id="{76B99393-4B25-4929-D943-EA95848FD8A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625409" y="3094893"/>
            <a:ext cx="556047" cy="556047"/>
          </a:xfrm>
          <a:prstGeom prst="rect">
            <a:avLst/>
          </a:prstGeom>
        </p:spPr>
      </p:pic>
      <p:pic>
        <p:nvPicPr>
          <p:cNvPr id="101" name="Graphic 100" descr="Decision chart with solid fill">
            <a:extLst>
              <a:ext uri="{FF2B5EF4-FFF2-40B4-BE49-F238E27FC236}">
                <a16:creationId xmlns:a16="http://schemas.microsoft.com/office/drawing/2014/main" id="{D57357F6-0E20-8F72-494B-B140C038FD1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362855" y="3094893"/>
            <a:ext cx="556047" cy="556047"/>
          </a:xfrm>
          <a:prstGeom prst="rect">
            <a:avLst/>
          </a:prstGeom>
        </p:spPr>
      </p:pic>
      <p:pic>
        <p:nvPicPr>
          <p:cNvPr id="103" name="Graphic 102" descr="Diamond with solid fill">
            <a:extLst>
              <a:ext uri="{FF2B5EF4-FFF2-40B4-BE49-F238E27FC236}">
                <a16:creationId xmlns:a16="http://schemas.microsoft.com/office/drawing/2014/main" id="{B8400E3D-460A-4E61-02DD-F15D72909FD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887962" y="3094893"/>
            <a:ext cx="556047" cy="556047"/>
          </a:xfrm>
          <a:prstGeom prst="rect">
            <a:avLst/>
          </a:prstGeom>
        </p:spPr>
      </p:pic>
      <p:pic>
        <p:nvPicPr>
          <p:cNvPr id="105" name="Graphic 104" descr="Door Open with solid fill">
            <a:extLst>
              <a:ext uri="{FF2B5EF4-FFF2-40B4-BE49-F238E27FC236}">
                <a16:creationId xmlns:a16="http://schemas.microsoft.com/office/drawing/2014/main" id="{068EC0A0-7489-BF45-15DD-2368228F0473}"/>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100301" y="3094893"/>
            <a:ext cx="556047" cy="556047"/>
          </a:xfrm>
          <a:prstGeom prst="rect">
            <a:avLst/>
          </a:prstGeom>
        </p:spPr>
      </p:pic>
    </p:spTree>
    <p:extLst>
      <p:ext uri="{BB962C8B-B14F-4D97-AF65-F5344CB8AC3E}">
        <p14:creationId xmlns:p14="http://schemas.microsoft.com/office/powerpoint/2010/main" val="213819879"/>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5B935839-26AC-4C43-9963-07B0EF9DBE3F}"/>
              </a:ext>
            </a:extLst>
          </p:cNvPr>
          <p:cNvGrpSpPr/>
          <p:nvPr/>
        </p:nvGrpSpPr>
        <p:grpSpPr>
          <a:xfrm>
            <a:off x="1322604" y="443421"/>
            <a:ext cx="9546791" cy="5712976"/>
            <a:chOff x="482112" y="-755137"/>
            <a:chExt cx="11241412" cy="6727070"/>
          </a:xfrm>
        </p:grpSpPr>
        <p:sp>
          <p:nvSpPr>
            <p:cNvPr id="61" name="Freeform: Shape 60">
              <a:extLst>
                <a:ext uri="{FF2B5EF4-FFF2-40B4-BE49-F238E27FC236}">
                  <a16:creationId xmlns:a16="http://schemas.microsoft.com/office/drawing/2014/main" id="{73F10E3A-6798-4412-A043-E533D08FC6B5}"/>
                </a:ext>
              </a:extLst>
            </p:cNvPr>
            <p:cNvSpPr/>
            <p:nvPr/>
          </p:nvSpPr>
          <p:spPr>
            <a:xfrm rot="10800000">
              <a:off x="5226244" y="340584"/>
              <a:ext cx="1739511" cy="1986043"/>
            </a:xfrm>
            <a:custGeom>
              <a:avLst/>
              <a:gdLst>
                <a:gd name="connsiteX0" fmla="*/ 869755 w 1739511"/>
                <a:gd name="connsiteY0" fmla="*/ 1986043 h 1986043"/>
                <a:gd name="connsiteX1" fmla="*/ 0 w 1739511"/>
                <a:gd name="connsiteY1" fmla="*/ 1116288 h 1986043"/>
                <a:gd name="connsiteX2" fmla="*/ 434878 w 1739511"/>
                <a:gd name="connsiteY2" fmla="*/ 1116288 h 1986043"/>
                <a:gd name="connsiteX3" fmla="*/ 434878 w 1739511"/>
                <a:gd name="connsiteY3" fmla="*/ 0 h 1986043"/>
                <a:gd name="connsiteX4" fmla="*/ 484805 w 1739511"/>
                <a:gd name="connsiteY4" fmla="*/ 24051 h 1986043"/>
                <a:gd name="connsiteX5" fmla="*/ 877795 w 1739511"/>
                <a:gd name="connsiteY5" fmla="*/ 103392 h 1986043"/>
                <a:gd name="connsiteX6" fmla="*/ 1270785 w 1739511"/>
                <a:gd name="connsiteY6" fmla="*/ 24051 h 1986043"/>
                <a:gd name="connsiteX7" fmla="*/ 1304633 w 1739511"/>
                <a:gd name="connsiteY7" fmla="*/ 7746 h 1986043"/>
                <a:gd name="connsiteX8" fmla="*/ 1304633 w 1739511"/>
                <a:gd name="connsiteY8" fmla="*/ 1116288 h 1986043"/>
                <a:gd name="connsiteX9" fmla="*/ 1739511 w 1739511"/>
                <a:gd name="connsiteY9" fmla="*/ 1116288 h 1986043"/>
                <a:gd name="connsiteX10" fmla="*/ 869755 w 1739511"/>
                <a:gd name="connsiteY10" fmla="*/ 1986043 h 198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9511" h="1986043">
                  <a:moveTo>
                    <a:pt x="869755" y="1986043"/>
                  </a:moveTo>
                  <a:lnTo>
                    <a:pt x="0" y="1116288"/>
                  </a:lnTo>
                  <a:lnTo>
                    <a:pt x="434878" y="1116288"/>
                  </a:lnTo>
                  <a:lnTo>
                    <a:pt x="434878" y="0"/>
                  </a:lnTo>
                  <a:lnTo>
                    <a:pt x="484805" y="24051"/>
                  </a:lnTo>
                  <a:cubicBezTo>
                    <a:pt x="605594" y="75140"/>
                    <a:pt x="738395" y="103392"/>
                    <a:pt x="877795" y="103392"/>
                  </a:cubicBezTo>
                  <a:cubicBezTo>
                    <a:pt x="1017194" y="103392"/>
                    <a:pt x="1149995" y="75140"/>
                    <a:pt x="1270785" y="24051"/>
                  </a:cubicBezTo>
                  <a:lnTo>
                    <a:pt x="1304633" y="7746"/>
                  </a:lnTo>
                  <a:lnTo>
                    <a:pt x="1304633" y="1116288"/>
                  </a:lnTo>
                  <a:lnTo>
                    <a:pt x="1739511" y="1116288"/>
                  </a:lnTo>
                  <a:lnTo>
                    <a:pt x="869755" y="1986043"/>
                  </a:lnTo>
                  <a:close/>
                </a:path>
              </a:pathLst>
            </a:custGeom>
            <a:solidFill>
              <a:schemeClr val="accent1"/>
            </a:solidFill>
            <a:ln>
              <a:noFill/>
            </a:ln>
            <a:scene3d>
              <a:camera prst="perspectiveFront"/>
              <a:lightRig rig="threePt" dir="t"/>
            </a:scene3d>
            <a:sp3d extrusionH="6350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 name="Freeform: Shape 55">
              <a:extLst>
                <a:ext uri="{FF2B5EF4-FFF2-40B4-BE49-F238E27FC236}">
                  <a16:creationId xmlns:a16="http://schemas.microsoft.com/office/drawing/2014/main" id="{51D1571E-85FC-43C1-AF1E-43A216914CAB}"/>
                </a:ext>
              </a:extLst>
            </p:cNvPr>
            <p:cNvSpPr/>
            <p:nvPr/>
          </p:nvSpPr>
          <p:spPr>
            <a:xfrm rot="10800000">
              <a:off x="4255276" y="3840026"/>
              <a:ext cx="1799767" cy="2131907"/>
            </a:xfrm>
            <a:custGeom>
              <a:avLst/>
              <a:gdLst>
                <a:gd name="connsiteX0" fmla="*/ 772361 w 1799767"/>
                <a:gd name="connsiteY0" fmla="*/ 2131907 h 2131907"/>
                <a:gd name="connsiteX1" fmla="*/ 746156 w 1799767"/>
                <a:gd name="connsiteY1" fmla="*/ 2096864 h 2131907"/>
                <a:gd name="connsiteX2" fmla="*/ 70311 w 1799767"/>
                <a:gd name="connsiteY2" fmla="*/ 1734669 h 2131907"/>
                <a:gd name="connsiteX3" fmla="*/ 0 w 1799767"/>
                <a:gd name="connsiteY3" fmla="*/ 1731118 h 2131907"/>
                <a:gd name="connsiteX4" fmla="*/ 660544 w 1799767"/>
                <a:gd name="connsiteY4" fmla="*/ 547550 h 2131907"/>
                <a:gd name="connsiteX5" fmla="*/ 280802 w 1799767"/>
                <a:gd name="connsiteY5" fmla="*/ 335618 h 2131907"/>
                <a:gd name="connsiteX6" fmla="*/ 1464148 w 1799767"/>
                <a:gd name="connsiteY6" fmla="*/ 0 h 2131907"/>
                <a:gd name="connsiteX7" fmla="*/ 1799767 w 1799767"/>
                <a:gd name="connsiteY7" fmla="*/ 1183346 h 2131907"/>
                <a:gd name="connsiteX8" fmla="*/ 1420026 w 1799767"/>
                <a:gd name="connsiteY8" fmla="*/ 971414 h 2131907"/>
                <a:gd name="connsiteX9" fmla="*/ 772361 w 1799767"/>
                <a:gd name="connsiteY9" fmla="*/ 2131907 h 2131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9767" h="2131907">
                  <a:moveTo>
                    <a:pt x="772361" y="2131907"/>
                  </a:moveTo>
                  <a:lnTo>
                    <a:pt x="746156" y="2096864"/>
                  </a:lnTo>
                  <a:cubicBezTo>
                    <a:pt x="581551" y="1897410"/>
                    <a:pt x="341834" y="1762243"/>
                    <a:pt x="70311" y="1734669"/>
                  </a:cubicBezTo>
                  <a:lnTo>
                    <a:pt x="0" y="1731118"/>
                  </a:lnTo>
                  <a:lnTo>
                    <a:pt x="660544" y="547550"/>
                  </a:lnTo>
                  <a:lnTo>
                    <a:pt x="280802" y="335618"/>
                  </a:lnTo>
                  <a:lnTo>
                    <a:pt x="1464148" y="0"/>
                  </a:lnTo>
                  <a:lnTo>
                    <a:pt x="1799767" y="1183346"/>
                  </a:lnTo>
                  <a:lnTo>
                    <a:pt x="1420026" y="971414"/>
                  </a:lnTo>
                  <a:lnTo>
                    <a:pt x="772361" y="2131907"/>
                  </a:lnTo>
                  <a:close/>
                </a:path>
              </a:pathLst>
            </a:custGeom>
            <a:solidFill>
              <a:schemeClr val="accent3"/>
            </a:solidFill>
            <a:ln>
              <a:noFill/>
            </a:ln>
            <a:scene3d>
              <a:camera prst="perspectiveFront"/>
              <a:lightRig rig="threePt" dir="t"/>
            </a:scene3d>
            <a:sp3d extrusionH="6350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 name="Circle: Hollow 9">
              <a:extLst>
                <a:ext uri="{FF2B5EF4-FFF2-40B4-BE49-F238E27FC236}">
                  <a16:creationId xmlns:a16="http://schemas.microsoft.com/office/drawing/2014/main" id="{DB2CA628-A549-4F94-8756-E253CF982769}"/>
                </a:ext>
              </a:extLst>
            </p:cNvPr>
            <p:cNvSpPr/>
            <p:nvPr/>
          </p:nvSpPr>
          <p:spPr>
            <a:xfrm>
              <a:off x="5207721" y="2366977"/>
              <a:ext cx="1758472" cy="1758472"/>
            </a:xfrm>
            <a:prstGeom prst="donut">
              <a:avLst>
                <a:gd name="adj" fmla="val 12957"/>
              </a:avLst>
            </a:prstGeom>
            <a:solidFill>
              <a:schemeClr val="tx1">
                <a:lumMod val="85000"/>
                <a:lumOff val="15000"/>
              </a:schemeClr>
            </a:solidFill>
            <a:ln>
              <a:noFill/>
            </a:ln>
            <a:scene3d>
              <a:camera prst="perspectiveFront"/>
              <a:lightRig rig="threePt" dir="t"/>
            </a:scene3d>
            <a:sp3d extrusionH="1270000">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16" name="Straight Connector 15">
              <a:extLst>
                <a:ext uri="{FF2B5EF4-FFF2-40B4-BE49-F238E27FC236}">
                  <a16:creationId xmlns:a16="http://schemas.microsoft.com/office/drawing/2014/main" id="{3FBE1922-1F02-493D-8ADB-8BAF5AF6DD71}"/>
                </a:ext>
              </a:extLst>
            </p:cNvPr>
            <p:cNvCxnSpPr>
              <a:cxnSpLocks/>
              <a:stCxn id="61" idx="5"/>
              <a:endCxn id="30" idx="2"/>
            </p:cNvCxnSpPr>
            <p:nvPr/>
          </p:nvCxnSpPr>
          <p:spPr>
            <a:xfrm flipV="1">
              <a:off x="6087960" y="1280812"/>
              <a:ext cx="8038" cy="942424"/>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EF095A4B-7358-4E1D-961A-9927BEB9BBBF}"/>
                </a:ext>
              </a:extLst>
            </p:cNvPr>
            <p:cNvGrpSpPr/>
            <p:nvPr/>
          </p:nvGrpSpPr>
          <p:grpSpPr>
            <a:xfrm>
              <a:off x="482112" y="2671672"/>
              <a:ext cx="2509670" cy="1008153"/>
              <a:chOff x="246283" y="2894878"/>
              <a:chExt cx="3086628" cy="1008153"/>
            </a:xfrm>
          </p:grpSpPr>
          <p:sp>
            <p:nvSpPr>
              <p:cNvPr id="19" name="TextBox 18">
                <a:extLst>
                  <a:ext uri="{FF2B5EF4-FFF2-40B4-BE49-F238E27FC236}">
                    <a16:creationId xmlns:a16="http://schemas.microsoft.com/office/drawing/2014/main" id="{70B33622-8756-45F8-A915-8915161B072B}"/>
                  </a:ext>
                </a:extLst>
              </p:cNvPr>
              <p:cNvSpPr txBox="1"/>
              <p:nvPr/>
            </p:nvSpPr>
            <p:spPr>
              <a:xfrm>
                <a:off x="246284" y="2894878"/>
                <a:ext cx="3086627" cy="369332"/>
              </a:xfrm>
              <a:prstGeom prst="rect">
                <a:avLst/>
              </a:prstGeom>
              <a:noFill/>
            </p:spPr>
            <p:txBody>
              <a:bodyPr wrap="square" rtlCol="0">
                <a:spAutoFit/>
              </a:bodyPr>
              <a:lstStyle/>
              <a:p>
                <a:pPr algn="r"/>
                <a:r>
                  <a:rPr lang="en-US" sz="1400" b="1">
                    <a:latin typeface="Georgia" panose="02040502050405020303" pitchFamily="18" charset="0"/>
                  </a:rPr>
                  <a:t>Caption 5</a:t>
                </a:r>
              </a:p>
            </p:txBody>
          </p:sp>
          <p:sp>
            <p:nvSpPr>
              <p:cNvPr id="20" name="TextBox 19">
                <a:extLst>
                  <a:ext uri="{FF2B5EF4-FFF2-40B4-BE49-F238E27FC236}">
                    <a16:creationId xmlns:a16="http://schemas.microsoft.com/office/drawing/2014/main" id="{97AD0762-4CBC-4478-AF6B-E65BAA42777F}"/>
                  </a:ext>
                </a:extLst>
              </p:cNvPr>
              <p:cNvSpPr txBox="1"/>
              <p:nvPr/>
            </p:nvSpPr>
            <p:spPr>
              <a:xfrm>
                <a:off x="246283" y="3286936"/>
                <a:ext cx="3086627" cy="616095"/>
              </a:xfrm>
              <a:prstGeom prst="rect">
                <a:avLst/>
              </a:prstGeom>
              <a:noFill/>
            </p:spPr>
            <p:txBody>
              <a:bodyPr wrap="square" rtlCol="0">
                <a:spAutoFit/>
              </a:bodyPr>
              <a:lstStyle/>
              <a:p>
                <a:pPr lvl="0" algn="r"/>
                <a:r>
                  <a:rPr lang="en-US" sz="1400">
                    <a:latin typeface="Georgia Pro Light" panose="02040302050405020303" pitchFamily="18" charset="0"/>
                  </a:rPr>
                  <a:t>This slide is an editable slide with all your needs.  </a:t>
                </a:r>
              </a:p>
            </p:txBody>
          </p:sp>
        </p:grpSp>
        <p:grpSp>
          <p:nvGrpSpPr>
            <p:cNvPr id="21" name="Group 20">
              <a:extLst>
                <a:ext uri="{FF2B5EF4-FFF2-40B4-BE49-F238E27FC236}">
                  <a16:creationId xmlns:a16="http://schemas.microsoft.com/office/drawing/2014/main" id="{00AA32E8-AFD7-4894-BAFF-664BAE49A956}"/>
                </a:ext>
              </a:extLst>
            </p:cNvPr>
            <p:cNvGrpSpPr/>
            <p:nvPr/>
          </p:nvGrpSpPr>
          <p:grpSpPr>
            <a:xfrm>
              <a:off x="9213854" y="2671672"/>
              <a:ext cx="2509670" cy="1008153"/>
              <a:chOff x="246283" y="2894878"/>
              <a:chExt cx="3086628" cy="1008153"/>
            </a:xfrm>
          </p:grpSpPr>
          <p:sp>
            <p:nvSpPr>
              <p:cNvPr id="22" name="TextBox 21">
                <a:extLst>
                  <a:ext uri="{FF2B5EF4-FFF2-40B4-BE49-F238E27FC236}">
                    <a16:creationId xmlns:a16="http://schemas.microsoft.com/office/drawing/2014/main" id="{7378E18C-66FA-4967-AC7F-7616FD1E399A}"/>
                  </a:ext>
                </a:extLst>
              </p:cNvPr>
              <p:cNvSpPr txBox="1"/>
              <p:nvPr/>
            </p:nvSpPr>
            <p:spPr>
              <a:xfrm>
                <a:off x="246284" y="2894878"/>
                <a:ext cx="3086627" cy="369332"/>
              </a:xfrm>
              <a:prstGeom prst="rect">
                <a:avLst/>
              </a:prstGeom>
              <a:noFill/>
            </p:spPr>
            <p:txBody>
              <a:bodyPr wrap="square" rtlCol="0">
                <a:spAutoFit/>
              </a:bodyPr>
              <a:lstStyle/>
              <a:p>
                <a:r>
                  <a:rPr lang="en-US" sz="1400" b="1">
                    <a:latin typeface="Georgia" panose="02040502050405020303" pitchFamily="18" charset="0"/>
                  </a:rPr>
                  <a:t>Caption 2</a:t>
                </a:r>
              </a:p>
            </p:txBody>
          </p:sp>
          <p:sp>
            <p:nvSpPr>
              <p:cNvPr id="23" name="TextBox 22">
                <a:extLst>
                  <a:ext uri="{FF2B5EF4-FFF2-40B4-BE49-F238E27FC236}">
                    <a16:creationId xmlns:a16="http://schemas.microsoft.com/office/drawing/2014/main" id="{76FD3A1E-EEA4-4A1B-9191-94DD886FF30F}"/>
                  </a:ext>
                </a:extLst>
              </p:cNvPr>
              <p:cNvSpPr txBox="1"/>
              <p:nvPr/>
            </p:nvSpPr>
            <p:spPr>
              <a:xfrm>
                <a:off x="246283" y="3286936"/>
                <a:ext cx="3086627" cy="616095"/>
              </a:xfrm>
              <a:prstGeom prst="rect">
                <a:avLst/>
              </a:prstGeom>
              <a:noFill/>
            </p:spPr>
            <p:txBody>
              <a:bodyPr wrap="square" rtlCol="0">
                <a:spAutoFit/>
              </a:bodyPr>
              <a:lstStyle/>
              <a:p>
                <a:pPr lvl="0"/>
                <a:r>
                  <a:rPr lang="en-US" sz="1400">
                    <a:latin typeface="Georgia Pro Light" panose="02040302050405020303" pitchFamily="18" charset="0"/>
                  </a:rPr>
                  <a:t>This slide is an editable slide with all your needs.  </a:t>
                </a:r>
              </a:p>
            </p:txBody>
          </p:sp>
        </p:grpSp>
        <p:grpSp>
          <p:nvGrpSpPr>
            <p:cNvPr id="24" name="Group 23">
              <a:extLst>
                <a:ext uri="{FF2B5EF4-FFF2-40B4-BE49-F238E27FC236}">
                  <a16:creationId xmlns:a16="http://schemas.microsoft.com/office/drawing/2014/main" id="{91EB9958-8D63-4B56-B0BE-EB8071E0D72F}"/>
                </a:ext>
              </a:extLst>
            </p:cNvPr>
            <p:cNvGrpSpPr/>
            <p:nvPr/>
          </p:nvGrpSpPr>
          <p:grpSpPr>
            <a:xfrm>
              <a:off x="4939959" y="-755137"/>
              <a:ext cx="2509669" cy="1008154"/>
              <a:chOff x="-2256718" y="1718330"/>
              <a:chExt cx="3086628" cy="1008154"/>
            </a:xfrm>
          </p:grpSpPr>
          <p:sp>
            <p:nvSpPr>
              <p:cNvPr id="25" name="TextBox 24">
                <a:extLst>
                  <a:ext uri="{FF2B5EF4-FFF2-40B4-BE49-F238E27FC236}">
                    <a16:creationId xmlns:a16="http://schemas.microsoft.com/office/drawing/2014/main" id="{EAC7F528-A743-45D3-A2D7-3D2E34C649ED}"/>
                  </a:ext>
                </a:extLst>
              </p:cNvPr>
              <p:cNvSpPr txBox="1"/>
              <p:nvPr/>
            </p:nvSpPr>
            <p:spPr>
              <a:xfrm>
                <a:off x="-2256717" y="1718330"/>
                <a:ext cx="3086627" cy="362408"/>
              </a:xfrm>
              <a:prstGeom prst="rect">
                <a:avLst/>
              </a:prstGeom>
              <a:noFill/>
            </p:spPr>
            <p:txBody>
              <a:bodyPr wrap="square" rtlCol="0">
                <a:spAutoFit/>
              </a:bodyPr>
              <a:lstStyle/>
              <a:p>
                <a:pPr algn="ctr"/>
                <a:r>
                  <a:rPr lang="en-US" sz="1400" b="1">
                    <a:latin typeface="Georgia" panose="02040502050405020303" pitchFamily="18" charset="0"/>
                  </a:rPr>
                  <a:t>Caption 1</a:t>
                </a:r>
              </a:p>
            </p:txBody>
          </p:sp>
          <p:sp>
            <p:nvSpPr>
              <p:cNvPr id="26" name="TextBox 25">
                <a:extLst>
                  <a:ext uri="{FF2B5EF4-FFF2-40B4-BE49-F238E27FC236}">
                    <a16:creationId xmlns:a16="http://schemas.microsoft.com/office/drawing/2014/main" id="{2E33E90E-98E3-4581-B967-762CF4E0D923}"/>
                  </a:ext>
                </a:extLst>
              </p:cNvPr>
              <p:cNvSpPr txBox="1"/>
              <p:nvPr/>
            </p:nvSpPr>
            <p:spPr>
              <a:xfrm>
                <a:off x="-2256718" y="2110388"/>
                <a:ext cx="3086628" cy="616096"/>
              </a:xfrm>
              <a:prstGeom prst="rect">
                <a:avLst/>
              </a:prstGeom>
              <a:noFill/>
            </p:spPr>
            <p:txBody>
              <a:bodyPr wrap="square" rtlCol="0">
                <a:spAutoFit/>
              </a:bodyPr>
              <a:lstStyle/>
              <a:p>
                <a:pPr lvl="0" algn="ctr"/>
                <a:r>
                  <a:rPr lang="en-US" sz="1400">
                    <a:latin typeface="Georgia Pro Light" panose="02040302050405020303" pitchFamily="18" charset="0"/>
                  </a:rPr>
                  <a:t>This slide is an editable slide with all your needs.  </a:t>
                </a:r>
              </a:p>
            </p:txBody>
          </p:sp>
        </p:grpSp>
        <p:grpSp>
          <p:nvGrpSpPr>
            <p:cNvPr id="27" name="Group 26">
              <a:extLst>
                <a:ext uri="{FF2B5EF4-FFF2-40B4-BE49-F238E27FC236}">
                  <a16:creationId xmlns:a16="http://schemas.microsoft.com/office/drawing/2014/main" id="{34F798E4-1317-4BCF-8044-FCF1199E7F79}"/>
                </a:ext>
              </a:extLst>
            </p:cNvPr>
            <p:cNvGrpSpPr/>
            <p:nvPr/>
          </p:nvGrpSpPr>
          <p:grpSpPr>
            <a:xfrm>
              <a:off x="1702451" y="4915980"/>
              <a:ext cx="2509670" cy="1008153"/>
              <a:chOff x="246283" y="2894878"/>
              <a:chExt cx="3086628" cy="1008153"/>
            </a:xfrm>
          </p:grpSpPr>
          <p:sp>
            <p:nvSpPr>
              <p:cNvPr id="28" name="TextBox 27">
                <a:extLst>
                  <a:ext uri="{FF2B5EF4-FFF2-40B4-BE49-F238E27FC236}">
                    <a16:creationId xmlns:a16="http://schemas.microsoft.com/office/drawing/2014/main" id="{9A9DECF1-FA2D-44D2-A385-76F5422F5FBA}"/>
                  </a:ext>
                </a:extLst>
              </p:cNvPr>
              <p:cNvSpPr txBox="1"/>
              <p:nvPr/>
            </p:nvSpPr>
            <p:spPr>
              <a:xfrm>
                <a:off x="246284" y="2894878"/>
                <a:ext cx="3086627" cy="369332"/>
              </a:xfrm>
              <a:prstGeom prst="rect">
                <a:avLst/>
              </a:prstGeom>
              <a:noFill/>
            </p:spPr>
            <p:txBody>
              <a:bodyPr wrap="square" rtlCol="0">
                <a:spAutoFit/>
              </a:bodyPr>
              <a:lstStyle/>
              <a:p>
                <a:pPr algn="r"/>
                <a:r>
                  <a:rPr lang="en-US" sz="1400" b="1">
                    <a:latin typeface="Georgia" panose="02040502050405020303" pitchFamily="18" charset="0"/>
                  </a:rPr>
                  <a:t>Caption 4</a:t>
                </a:r>
              </a:p>
            </p:txBody>
          </p:sp>
          <p:sp>
            <p:nvSpPr>
              <p:cNvPr id="29" name="TextBox 28">
                <a:extLst>
                  <a:ext uri="{FF2B5EF4-FFF2-40B4-BE49-F238E27FC236}">
                    <a16:creationId xmlns:a16="http://schemas.microsoft.com/office/drawing/2014/main" id="{733BC324-BE93-4F54-B1A3-0F6FD0C91EFD}"/>
                  </a:ext>
                </a:extLst>
              </p:cNvPr>
              <p:cNvSpPr txBox="1"/>
              <p:nvPr/>
            </p:nvSpPr>
            <p:spPr>
              <a:xfrm>
                <a:off x="246283" y="3286936"/>
                <a:ext cx="3086627" cy="616095"/>
              </a:xfrm>
              <a:prstGeom prst="rect">
                <a:avLst/>
              </a:prstGeom>
              <a:noFill/>
            </p:spPr>
            <p:txBody>
              <a:bodyPr wrap="square" rtlCol="0">
                <a:spAutoFit/>
              </a:bodyPr>
              <a:lstStyle/>
              <a:p>
                <a:pPr lvl="0" algn="r"/>
                <a:r>
                  <a:rPr lang="en-US" sz="1400">
                    <a:latin typeface="Georgia Pro Light" panose="02040302050405020303" pitchFamily="18" charset="0"/>
                  </a:rPr>
                  <a:t>This slide is an editable slide with all your needs.  </a:t>
                </a:r>
              </a:p>
            </p:txBody>
          </p:sp>
        </p:grpSp>
        <p:sp>
          <p:nvSpPr>
            <p:cNvPr id="30" name="TextBox 29">
              <a:extLst>
                <a:ext uri="{FF2B5EF4-FFF2-40B4-BE49-F238E27FC236}">
                  <a16:creationId xmlns:a16="http://schemas.microsoft.com/office/drawing/2014/main" id="{3B6AA75B-EA40-4F73-84F5-94F2E42E682A}"/>
                </a:ext>
              </a:extLst>
            </p:cNvPr>
            <p:cNvSpPr txBox="1"/>
            <p:nvPr/>
          </p:nvSpPr>
          <p:spPr>
            <a:xfrm>
              <a:off x="5721990" y="664716"/>
              <a:ext cx="748012" cy="616095"/>
            </a:xfrm>
            <a:prstGeom prst="rect">
              <a:avLst/>
            </a:prstGeom>
            <a:noFill/>
          </p:spPr>
          <p:txBody>
            <a:bodyPr wrap="square" rtlCol="0">
              <a:spAutoFit/>
            </a:bodyPr>
            <a:lstStyle/>
            <a:p>
              <a:pPr algn="ctr"/>
              <a:r>
                <a:rPr lang="en-US" sz="2800" b="1">
                  <a:solidFill>
                    <a:schemeClr val="bg1"/>
                  </a:solidFill>
                  <a:effectLst>
                    <a:outerShdw blurRad="50800" dist="38100" dir="2700000" algn="tl" rotWithShape="0">
                      <a:prstClr val="black">
                        <a:alpha val="40000"/>
                      </a:prstClr>
                    </a:outerShdw>
                  </a:effectLst>
                  <a:latin typeface="Georgia Pro Cond" panose="02040506050405020303" pitchFamily="18" charset="0"/>
                </a:rPr>
                <a:t>01</a:t>
              </a:r>
            </a:p>
          </p:txBody>
        </p:sp>
        <p:cxnSp>
          <p:nvCxnSpPr>
            <p:cNvPr id="17" name="Straight Connector 16">
              <a:extLst>
                <a:ext uri="{FF2B5EF4-FFF2-40B4-BE49-F238E27FC236}">
                  <a16:creationId xmlns:a16="http://schemas.microsoft.com/office/drawing/2014/main" id="{20B6B4F7-0F0F-4843-9D1F-00841EF13A97}"/>
                </a:ext>
              </a:extLst>
            </p:cNvPr>
            <p:cNvCxnSpPr>
              <a:cxnSpLocks/>
              <a:stCxn id="31" idx="0"/>
            </p:cNvCxnSpPr>
            <p:nvPr/>
          </p:nvCxnSpPr>
          <p:spPr>
            <a:xfrm flipV="1">
              <a:off x="5135725" y="4135622"/>
              <a:ext cx="480009" cy="916835"/>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02F2F09C-7AA9-4100-907E-E923FA378ED2}"/>
                </a:ext>
              </a:extLst>
            </p:cNvPr>
            <p:cNvSpPr txBox="1"/>
            <p:nvPr/>
          </p:nvSpPr>
          <p:spPr>
            <a:xfrm rot="1749942">
              <a:off x="4557041" y="5013401"/>
              <a:ext cx="857124" cy="616095"/>
            </a:xfrm>
            <a:prstGeom prst="rect">
              <a:avLst/>
            </a:prstGeom>
            <a:noFill/>
          </p:spPr>
          <p:txBody>
            <a:bodyPr wrap="square" rtlCol="0">
              <a:spAutoFit/>
            </a:bodyPr>
            <a:lstStyle/>
            <a:p>
              <a:pPr algn="ctr"/>
              <a:r>
                <a:rPr lang="en-US" sz="2800" b="1">
                  <a:solidFill>
                    <a:schemeClr val="bg1"/>
                  </a:solidFill>
                  <a:effectLst>
                    <a:outerShdw blurRad="50800" dist="38100" dir="2700000" algn="tl" rotWithShape="0">
                      <a:prstClr val="black">
                        <a:alpha val="40000"/>
                      </a:prstClr>
                    </a:outerShdw>
                  </a:effectLst>
                  <a:latin typeface="Georgia Pro Cond" panose="02040506050405020303" pitchFamily="18" charset="0"/>
                </a:rPr>
                <a:t>04</a:t>
              </a:r>
            </a:p>
          </p:txBody>
        </p:sp>
        <p:sp>
          <p:nvSpPr>
            <p:cNvPr id="60" name="Freeform: Shape 59">
              <a:extLst>
                <a:ext uri="{FF2B5EF4-FFF2-40B4-BE49-F238E27FC236}">
                  <a16:creationId xmlns:a16="http://schemas.microsoft.com/office/drawing/2014/main" id="{192AD8E6-8128-49A9-96B7-E2543D37AC6F}"/>
                </a:ext>
              </a:extLst>
            </p:cNvPr>
            <p:cNvSpPr/>
            <p:nvPr/>
          </p:nvSpPr>
          <p:spPr>
            <a:xfrm rot="10800000">
              <a:off x="3032618" y="2209042"/>
              <a:ext cx="2236428" cy="1739511"/>
            </a:xfrm>
            <a:custGeom>
              <a:avLst/>
              <a:gdLst>
                <a:gd name="connsiteX0" fmla="*/ 1366673 w 2236428"/>
                <a:gd name="connsiteY0" fmla="*/ 1739511 h 1739511"/>
                <a:gd name="connsiteX1" fmla="*/ 1366673 w 2236428"/>
                <a:gd name="connsiteY1" fmla="*/ 1304633 h 1739511"/>
                <a:gd name="connsiteX2" fmla="*/ 0 w 2236428"/>
                <a:gd name="connsiteY2" fmla="*/ 1304633 h 1739511"/>
                <a:gd name="connsiteX3" fmla="*/ 18281 w 2236428"/>
                <a:gd name="connsiteY3" fmla="*/ 1280186 h 1739511"/>
                <a:gd name="connsiteX4" fmla="*/ 190708 w 2236428"/>
                <a:gd name="connsiteY4" fmla="*/ 715697 h 1739511"/>
                <a:gd name="connsiteX5" fmla="*/ 170196 w 2236428"/>
                <a:gd name="connsiteY5" fmla="*/ 512223 h 1739511"/>
                <a:gd name="connsiteX6" fmla="*/ 150308 w 2236428"/>
                <a:gd name="connsiteY6" fmla="*/ 434878 h 1739511"/>
                <a:gd name="connsiteX7" fmla="*/ 1366673 w 2236428"/>
                <a:gd name="connsiteY7" fmla="*/ 434878 h 1739511"/>
                <a:gd name="connsiteX8" fmla="*/ 1366673 w 2236428"/>
                <a:gd name="connsiteY8" fmla="*/ 0 h 1739511"/>
                <a:gd name="connsiteX9" fmla="*/ 2236428 w 2236428"/>
                <a:gd name="connsiteY9" fmla="*/ 869756 h 1739511"/>
                <a:gd name="connsiteX10" fmla="*/ 1366673 w 2236428"/>
                <a:gd name="connsiteY10" fmla="*/ 1739511 h 173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6428" h="1739511">
                  <a:moveTo>
                    <a:pt x="1366673" y="1739511"/>
                  </a:moveTo>
                  <a:lnTo>
                    <a:pt x="1366673" y="1304633"/>
                  </a:lnTo>
                  <a:lnTo>
                    <a:pt x="0" y="1304633"/>
                  </a:lnTo>
                  <a:lnTo>
                    <a:pt x="18281" y="1280186"/>
                  </a:lnTo>
                  <a:cubicBezTo>
                    <a:pt x="127142" y="1119049"/>
                    <a:pt x="190708" y="924796"/>
                    <a:pt x="190708" y="715697"/>
                  </a:cubicBezTo>
                  <a:cubicBezTo>
                    <a:pt x="190708" y="645997"/>
                    <a:pt x="183645" y="577947"/>
                    <a:pt x="170196" y="512223"/>
                  </a:cubicBezTo>
                  <a:lnTo>
                    <a:pt x="150308" y="434878"/>
                  </a:lnTo>
                  <a:lnTo>
                    <a:pt x="1366673" y="434878"/>
                  </a:lnTo>
                  <a:lnTo>
                    <a:pt x="1366673" y="0"/>
                  </a:lnTo>
                  <a:lnTo>
                    <a:pt x="2236428" y="869756"/>
                  </a:lnTo>
                  <a:lnTo>
                    <a:pt x="1366673" y="1739511"/>
                  </a:lnTo>
                  <a:close/>
                </a:path>
              </a:pathLst>
            </a:custGeom>
            <a:solidFill>
              <a:schemeClr val="accent5"/>
            </a:solidFill>
            <a:ln>
              <a:noFill/>
            </a:ln>
            <a:scene3d>
              <a:camera prst="perspectiveFront"/>
              <a:lightRig rig="threePt" dir="t"/>
            </a:scene3d>
            <a:sp3d extrusionH="6350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 name="Freeform: Shape 58">
              <a:extLst>
                <a:ext uri="{FF2B5EF4-FFF2-40B4-BE49-F238E27FC236}">
                  <a16:creationId xmlns:a16="http://schemas.microsoft.com/office/drawing/2014/main" id="{CD28898C-D478-44F4-8E70-DBBAE0670CA3}"/>
                </a:ext>
              </a:extLst>
            </p:cNvPr>
            <p:cNvSpPr/>
            <p:nvPr/>
          </p:nvSpPr>
          <p:spPr>
            <a:xfrm rot="10800000">
              <a:off x="6917486" y="2223235"/>
              <a:ext cx="2249817" cy="1739511"/>
            </a:xfrm>
            <a:custGeom>
              <a:avLst/>
              <a:gdLst>
                <a:gd name="connsiteX0" fmla="*/ 869755 w 2249817"/>
                <a:gd name="connsiteY0" fmla="*/ 1739511 h 1739511"/>
                <a:gd name="connsiteX1" fmla="*/ 0 w 2249817"/>
                <a:gd name="connsiteY1" fmla="*/ 869755 h 1739511"/>
                <a:gd name="connsiteX2" fmla="*/ 869755 w 2249817"/>
                <a:gd name="connsiteY2" fmla="*/ 0 h 1739511"/>
                <a:gd name="connsiteX3" fmla="*/ 869755 w 2249817"/>
                <a:gd name="connsiteY3" fmla="*/ 434878 h 1739511"/>
                <a:gd name="connsiteX4" fmla="*/ 2113771 w 2249817"/>
                <a:gd name="connsiteY4" fmla="*/ 434878 h 1739511"/>
                <a:gd name="connsiteX5" fmla="*/ 2090234 w 2249817"/>
                <a:gd name="connsiteY5" fmla="*/ 526416 h 1739511"/>
                <a:gd name="connsiteX6" fmla="*/ 2069722 w 2249817"/>
                <a:gd name="connsiteY6" fmla="*/ 729890 h 1739511"/>
                <a:gd name="connsiteX7" fmla="*/ 2242149 w 2249817"/>
                <a:gd name="connsiteY7" fmla="*/ 1294379 h 1739511"/>
                <a:gd name="connsiteX8" fmla="*/ 2249817 w 2249817"/>
                <a:gd name="connsiteY8" fmla="*/ 1304633 h 1739511"/>
                <a:gd name="connsiteX9" fmla="*/ 869755 w 2249817"/>
                <a:gd name="connsiteY9" fmla="*/ 1304633 h 1739511"/>
                <a:gd name="connsiteX10" fmla="*/ 869755 w 2249817"/>
                <a:gd name="connsiteY10" fmla="*/ 1739511 h 173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49817" h="1739511">
                  <a:moveTo>
                    <a:pt x="869755" y="1739511"/>
                  </a:moveTo>
                  <a:lnTo>
                    <a:pt x="0" y="869755"/>
                  </a:lnTo>
                  <a:lnTo>
                    <a:pt x="869755" y="0"/>
                  </a:lnTo>
                  <a:lnTo>
                    <a:pt x="869755" y="434878"/>
                  </a:lnTo>
                  <a:lnTo>
                    <a:pt x="2113771" y="434878"/>
                  </a:lnTo>
                  <a:lnTo>
                    <a:pt x="2090234" y="526416"/>
                  </a:lnTo>
                  <a:cubicBezTo>
                    <a:pt x="2076785" y="592140"/>
                    <a:pt x="2069722" y="660190"/>
                    <a:pt x="2069722" y="729890"/>
                  </a:cubicBezTo>
                  <a:cubicBezTo>
                    <a:pt x="2069722" y="938989"/>
                    <a:pt x="2133287" y="1133242"/>
                    <a:pt x="2242149" y="1294379"/>
                  </a:cubicBezTo>
                  <a:lnTo>
                    <a:pt x="2249817" y="1304633"/>
                  </a:lnTo>
                  <a:lnTo>
                    <a:pt x="869755" y="1304633"/>
                  </a:lnTo>
                  <a:lnTo>
                    <a:pt x="869755" y="1739511"/>
                  </a:lnTo>
                  <a:close/>
                </a:path>
              </a:pathLst>
            </a:custGeom>
            <a:solidFill>
              <a:schemeClr val="accent2"/>
            </a:solidFill>
            <a:ln>
              <a:noFill/>
            </a:ln>
            <a:scene3d>
              <a:camera prst="perspectiveFront"/>
              <a:lightRig rig="threePt" dir="t"/>
            </a:scene3d>
            <a:sp3d extrusionH="6350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 name="Freeform: Shape 56">
              <a:extLst>
                <a:ext uri="{FF2B5EF4-FFF2-40B4-BE49-F238E27FC236}">
                  <a16:creationId xmlns:a16="http://schemas.microsoft.com/office/drawing/2014/main" id="{04594327-37DF-423F-A580-2E677FC9789A}"/>
                </a:ext>
              </a:extLst>
            </p:cNvPr>
            <p:cNvSpPr/>
            <p:nvPr/>
          </p:nvSpPr>
          <p:spPr>
            <a:xfrm rot="10800000">
              <a:off x="6189890" y="3780697"/>
              <a:ext cx="1906875" cy="2028629"/>
            </a:xfrm>
            <a:custGeom>
              <a:avLst/>
              <a:gdLst>
                <a:gd name="connsiteX0" fmla="*/ 1161497 w 1906875"/>
                <a:gd name="connsiteY0" fmla="*/ 2028629 h 2028629"/>
                <a:gd name="connsiteX1" fmla="*/ 346273 w 1906875"/>
                <a:gd name="connsiteY1" fmla="*/ 955630 h 2028629"/>
                <a:gd name="connsiteX2" fmla="*/ 0 w 1906875"/>
                <a:gd name="connsiteY2" fmla="*/ 1218715 h 2028629"/>
                <a:gd name="connsiteX3" fmla="*/ 166376 w 1906875"/>
                <a:gd name="connsiteY3" fmla="*/ 0 h 2028629"/>
                <a:gd name="connsiteX4" fmla="*/ 1385092 w 1906875"/>
                <a:gd name="connsiteY4" fmla="*/ 166375 h 2028629"/>
                <a:gd name="connsiteX5" fmla="*/ 1038819 w 1906875"/>
                <a:gd name="connsiteY5" fmla="*/ 429460 h 2028629"/>
                <a:gd name="connsiteX6" fmla="*/ 1906875 w 1906875"/>
                <a:gd name="connsiteY6" fmla="*/ 1571996 h 2028629"/>
                <a:gd name="connsiteX7" fmla="*/ 1905577 w 1906875"/>
                <a:gd name="connsiteY7" fmla="*/ 1572062 h 2028629"/>
                <a:gd name="connsiteX8" fmla="*/ 1171611 w 1906875"/>
                <a:gd name="connsiteY8" fmla="*/ 2011981 h 2028629"/>
                <a:gd name="connsiteX9" fmla="*/ 1161497 w 1906875"/>
                <a:gd name="connsiteY9" fmla="*/ 2028629 h 202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6875" h="2028629">
                  <a:moveTo>
                    <a:pt x="1161497" y="2028629"/>
                  </a:moveTo>
                  <a:lnTo>
                    <a:pt x="346273" y="955630"/>
                  </a:lnTo>
                  <a:lnTo>
                    <a:pt x="0" y="1218715"/>
                  </a:lnTo>
                  <a:lnTo>
                    <a:pt x="166376" y="0"/>
                  </a:lnTo>
                  <a:lnTo>
                    <a:pt x="1385092" y="166375"/>
                  </a:lnTo>
                  <a:lnTo>
                    <a:pt x="1038819" y="429460"/>
                  </a:lnTo>
                  <a:lnTo>
                    <a:pt x="1906875" y="1571996"/>
                  </a:lnTo>
                  <a:lnTo>
                    <a:pt x="1905577" y="1572062"/>
                  </a:lnTo>
                  <a:cubicBezTo>
                    <a:pt x="1600113" y="1603083"/>
                    <a:pt x="1334904" y="1770276"/>
                    <a:pt x="1171611" y="2011981"/>
                  </a:cubicBezTo>
                  <a:lnTo>
                    <a:pt x="1161497" y="2028629"/>
                  </a:lnTo>
                  <a:close/>
                </a:path>
              </a:pathLst>
            </a:custGeom>
            <a:solidFill>
              <a:schemeClr val="accent6"/>
            </a:solidFill>
            <a:ln>
              <a:noFill/>
            </a:ln>
            <a:scene3d>
              <a:camera prst="perspectiveFront"/>
              <a:lightRig rig="threePt" dir="t"/>
            </a:scene3d>
            <a:sp3d extrusionH="6350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cxnSp>
          <p:nvCxnSpPr>
            <p:cNvPr id="15" name="Straight Connector 14">
              <a:extLst>
                <a:ext uri="{FF2B5EF4-FFF2-40B4-BE49-F238E27FC236}">
                  <a16:creationId xmlns:a16="http://schemas.microsoft.com/office/drawing/2014/main" id="{486AD044-6321-4810-A783-2726D8E02E82}"/>
                </a:ext>
              </a:extLst>
            </p:cNvPr>
            <p:cNvCxnSpPr>
              <a:cxnSpLocks/>
            </p:cNvCxnSpPr>
            <p:nvPr/>
          </p:nvCxnSpPr>
          <p:spPr>
            <a:xfrm>
              <a:off x="4039839" y="3077281"/>
              <a:ext cx="990748" cy="2267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8BE80CF1-3B1F-4B53-B233-1A02174644C7}"/>
                </a:ext>
              </a:extLst>
            </p:cNvPr>
            <p:cNvSpPr txBox="1"/>
            <p:nvPr/>
          </p:nvSpPr>
          <p:spPr>
            <a:xfrm>
              <a:off x="3172061" y="2786411"/>
              <a:ext cx="857125" cy="616095"/>
            </a:xfrm>
            <a:prstGeom prst="rect">
              <a:avLst/>
            </a:prstGeom>
            <a:noFill/>
          </p:spPr>
          <p:txBody>
            <a:bodyPr wrap="square" rtlCol="0">
              <a:spAutoFit/>
            </a:bodyPr>
            <a:lstStyle/>
            <a:p>
              <a:pPr algn="ctr"/>
              <a:r>
                <a:rPr lang="en-US" sz="2800" b="1">
                  <a:solidFill>
                    <a:schemeClr val="bg1"/>
                  </a:solidFill>
                  <a:effectLst>
                    <a:outerShdw blurRad="50800" dist="38100" dir="2700000" algn="tl" rotWithShape="0">
                      <a:prstClr val="black">
                        <a:alpha val="40000"/>
                      </a:prstClr>
                    </a:outerShdw>
                  </a:effectLst>
                  <a:latin typeface="Georgia Pro Cond" panose="02040506050405020303" pitchFamily="18" charset="0"/>
                </a:rPr>
                <a:t>05</a:t>
              </a:r>
            </a:p>
          </p:txBody>
        </p:sp>
        <p:cxnSp>
          <p:nvCxnSpPr>
            <p:cNvPr id="14" name="Straight Connector 13">
              <a:extLst>
                <a:ext uri="{FF2B5EF4-FFF2-40B4-BE49-F238E27FC236}">
                  <a16:creationId xmlns:a16="http://schemas.microsoft.com/office/drawing/2014/main" id="{3054484C-A704-4A91-B3FE-7305922A671B}"/>
                </a:ext>
              </a:extLst>
            </p:cNvPr>
            <p:cNvCxnSpPr>
              <a:cxnSpLocks/>
            </p:cNvCxnSpPr>
            <p:nvPr/>
          </p:nvCxnSpPr>
          <p:spPr>
            <a:xfrm flipV="1">
              <a:off x="7143327" y="3063730"/>
              <a:ext cx="953438" cy="2216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A623437-9554-446F-8887-3DA43AF5829E}"/>
                </a:ext>
              </a:extLst>
            </p:cNvPr>
            <p:cNvSpPr txBox="1"/>
            <p:nvPr/>
          </p:nvSpPr>
          <p:spPr>
            <a:xfrm>
              <a:off x="8186070" y="2786411"/>
              <a:ext cx="857125" cy="616095"/>
            </a:xfrm>
            <a:prstGeom prst="rect">
              <a:avLst/>
            </a:prstGeom>
            <a:noFill/>
          </p:spPr>
          <p:txBody>
            <a:bodyPr wrap="square" rtlCol="0">
              <a:spAutoFit/>
            </a:bodyPr>
            <a:lstStyle/>
            <a:p>
              <a:pPr algn="ctr"/>
              <a:r>
                <a:rPr lang="en-US" sz="2800" b="1">
                  <a:solidFill>
                    <a:schemeClr val="bg1"/>
                  </a:solidFill>
                  <a:effectLst>
                    <a:outerShdw blurRad="50800" dist="38100" dir="2700000" algn="tl" rotWithShape="0">
                      <a:prstClr val="black">
                        <a:alpha val="40000"/>
                      </a:prstClr>
                    </a:outerShdw>
                  </a:effectLst>
                  <a:latin typeface="Georgia Pro Cond" panose="02040506050405020303" pitchFamily="18" charset="0"/>
                </a:rPr>
                <a:t>02</a:t>
              </a:r>
            </a:p>
          </p:txBody>
        </p:sp>
        <p:cxnSp>
          <p:nvCxnSpPr>
            <p:cNvPr id="50" name="Straight Connector 49">
              <a:extLst>
                <a:ext uri="{FF2B5EF4-FFF2-40B4-BE49-F238E27FC236}">
                  <a16:creationId xmlns:a16="http://schemas.microsoft.com/office/drawing/2014/main" id="{03470EEA-0E4E-478B-9F0C-39099F6457BA}"/>
                </a:ext>
              </a:extLst>
            </p:cNvPr>
            <p:cNvCxnSpPr>
              <a:cxnSpLocks/>
            </p:cNvCxnSpPr>
            <p:nvPr/>
          </p:nvCxnSpPr>
          <p:spPr>
            <a:xfrm rot="13966429" flipV="1">
              <a:off x="6479451" y="4548766"/>
              <a:ext cx="992541" cy="4406"/>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C5F0ACEA-C3C4-4778-9639-9364E11BCB7D}"/>
                </a:ext>
              </a:extLst>
            </p:cNvPr>
            <p:cNvSpPr txBox="1"/>
            <p:nvPr/>
          </p:nvSpPr>
          <p:spPr>
            <a:xfrm rot="19366429">
              <a:off x="7074614" y="4975920"/>
              <a:ext cx="857124" cy="616095"/>
            </a:xfrm>
            <a:prstGeom prst="rect">
              <a:avLst/>
            </a:prstGeom>
            <a:noFill/>
          </p:spPr>
          <p:txBody>
            <a:bodyPr wrap="square" rtlCol="0">
              <a:spAutoFit/>
            </a:bodyPr>
            <a:lstStyle/>
            <a:p>
              <a:pPr algn="ctr"/>
              <a:r>
                <a:rPr lang="en-US" sz="2800" b="1">
                  <a:solidFill>
                    <a:schemeClr val="bg1"/>
                  </a:solidFill>
                  <a:effectLst>
                    <a:outerShdw blurRad="50800" dist="38100" dir="2700000" algn="tl" rotWithShape="0">
                      <a:prstClr val="black">
                        <a:alpha val="40000"/>
                      </a:prstClr>
                    </a:outerShdw>
                  </a:effectLst>
                  <a:latin typeface="Georgia Pro Cond" panose="02040506050405020303" pitchFamily="18" charset="0"/>
                </a:rPr>
                <a:t>03</a:t>
              </a:r>
            </a:p>
          </p:txBody>
        </p:sp>
        <p:sp>
          <p:nvSpPr>
            <p:cNvPr id="67" name="Oval 66">
              <a:extLst>
                <a:ext uri="{FF2B5EF4-FFF2-40B4-BE49-F238E27FC236}">
                  <a16:creationId xmlns:a16="http://schemas.microsoft.com/office/drawing/2014/main" id="{F418B93F-6112-4686-8694-14D899FE9BD6}"/>
                </a:ext>
              </a:extLst>
            </p:cNvPr>
            <p:cNvSpPr/>
            <p:nvPr/>
          </p:nvSpPr>
          <p:spPr>
            <a:xfrm>
              <a:off x="5581409" y="2740665"/>
              <a:ext cx="1011096" cy="101109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8" name="Group 77">
              <a:extLst>
                <a:ext uri="{FF2B5EF4-FFF2-40B4-BE49-F238E27FC236}">
                  <a16:creationId xmlns:a16="http://schemas.microsoft.com/office/drawing/2014/main" id="{EAE077CA-BECD-41D1-A20D-0F3D4482D56B}"/>
                </a:ext>
              </a:extLst>
            </p:cNvPr>
            <p:cNvGrpSpPr/>
            <p:nvPr/>
          </p:nvGrpSpPr>
          <p:grpSpPr>
            <a:xfrm>
              <a:off x="8085182" y="4915980"/>
              <a:ext cx="2509670" cy="1008153"/>
              <a:chOff x="246283" y="2894878"/>
              <a:chExt cx="3086628" cy="1008153"/>
            </a:xfrm>
          </p:grpSpPr>
          <p:sp>
            <p:nvSpPr>
              <p:cNvPr id="79" name="TextBox 78">
                <a:extLst>
                  <a:ext uri="{FF2B5EF4-FFF2-40B4-BE49-F238E27FC236}">
                    <a16:creationId xmlns:a16="http://schemas.microsoft.com/office/drawing/2014/main" id="{D226FECD-D484-4296-9324-C73E9525C7AC}"/>
                  </a:ext>
                </a:extLst>
              </p:cNvPr>
              <p:cNvSpPr txBox="1"/>
              <p:nvPr/>
            </p:nvSpPr>
            <p:spPr>
              <a:xfrm>
                <a:off x="246284" y="2894878"/>
                <a:ext cx="3086627" cy="369332"/>
              </a:xfrm>
              <a:prstGeom prst="rect">
                <a:avLst/>
              </a:prstGeom>
              <a:noFill/>
            </p:spPr>
            <p:txBody>
              <a:bodyPr wrap="square" rtlCol="0">
                <a:spAutoFit/>
              </a:bodyPr>
              <a:lstStyle/>
              <a:p>
                <a:r>
                  <a:rPr lang="en-US" sz="1400" b="1">
                    <a:latin typeface="Georgia" panose="02040502050405020303" pitchFamily="18" charset="0"/>
                  </a:rPr>
                  <a:t>Caption 3</a:t>
                </a:r>
              </a:p>
            </p:txBody>
          </p:sp>
          <p:sp>
            <p:nvSpPr>
              <p:cNvPr id="80" name="TextBox 79">
                <a:extLst>
                  <a:ext uri="{FF2B5EF4-FFF2-40B4-BE49-F238E27FC236}">
                    <a16:creationId xmlns:a16="http://schemas.microsoft.com/office/drawing/2014/main" id="{0A814420-EC39-4FE0-BC9A-DEE9B8A3B0B6}"/>
                  </a:ext>
                </a:extLst>
              </p:cNvPr>
              <p:cNvSpPr txBox="1"/>
              <p:nvPr/>
            </p:nvSpPr>
            <p:spPr>
              <a:xfrm>
                <a:off x="246283" y="3286936"/>
                <a:ext cx="3086627" cy="616095"/>
              </a:xfrm>
              <a:prstGeom prst="rect">
                <a:avLst/>
              </a:prstGeom>
              <a:noFill/>
            </p:spPr>
            <p:txBody>
              <a:bodyPr wrap="square" rtlCol="0">
                <a:spAutoFit/>
              </a:bodyPr>
              <a:lstStyle/>
              <a:p>
                <a:pPr lvl="0"/>
                <a:r>
                  <a:rPr lang="en-US" sz="1400">
                    <a:latin typeface="Georgia Pro Light" panose="02040302050405020303" pitchFamily="18" charset="0"/>
                  </a:rPr>
                  <a:t>This slide is an editable slide with all your needs.  </a:t>
                </a:r>
              </a:p>
            </p:txBody>
          </p:sp>
        </p:grpSp>
        <p:pic>
          <p:nvPicPr>
            <p:cNvPr id="37" name="Graphic 36" descr="Handshake">
              <a:extLst>
                <a:ext uri="{FF2B5EF4-FFF2-40B4-BE49-F238E27FC236}">
                  <a16:creationId xmlns:a16="http://schemas.microsoft.com/office/drawing/2014/main" id="{BDC70411-CE2D-4E49-BF7F-5FE5B3DA850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744542" y="3000649"/>
              <a:ext cx="657220" cy="657220"/>
            </a:xfrm>
            <a:prstGeom prst="rect">
              <a:avLst/>
            </a:prstGeom>
          </p:spPr>
        </p:pic>
      </p:grpSp>
    </p:spTree>
    <p:extLst>
      <p:ext uri="{BB962C8B-B14F-4D97-AF65-F5344CB8AC3E}">
        <p14:creationId xmlns:p14="http://schemas.microsoft.com/office/powerpoint/2010/main" val="130157348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F4CF10-DEE6-C232-4A58-FB05375C8103}"/>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72DADB93-AB80-F55A-175E-A8792639A8E8}"/>
              </a:ext>
            </a:extLst>
          </p:cNvPr>
          <p:cNvSpPr>
            <a:spLocks noGrp="1"/>
          </p:cNvSpPr>
          <p:nvPr>
            <p:ph type="title"/>
          </p:nvPr>
        </p:nvSpPr>
        <p:spPr/>
        <p:txBody>
          <a:bodyPr/>
          <a:lstStyle/>
          <a:p>
            <a:r>
              <a:rPr lang="en-IN"/>
              <a:t>5-Step Semicircle Infographic Slide Template</a:t>
            </a:r>
          </a:p>
        </p:txBody>
      </p:sp>
      <p:sp>
        <p:nvSpPr>
          <p:cNvPr id="34" name="Freeform: Shape 33">
            <a:extLst>
              <a:ext uri="{FF2B5EF4-FFF2-40B4-BE49-F238E27FC236}">
                <a16:creationId xmlns:a16="http://schemas.microsoft.com/office/drawing/2014/main" id="{22F13D19-7F24-B477-73BE-48AD6A97A7B0}"/>
              </a:ext>
            </a:extLst>
          </p:cNvPr>
          <p:cNvSpPr/>
          <p:nvPr/>
        </p:nvSpPr>
        <p:spPr>
          <a:xfrm>
            <a:off x="1956862" y="3072825"/>
            <a:ext cx="2410784" cy="1494317"/>
          </a:xfrm>
          <a:custGeom>
            <a:avLst/>
            <a:gdLst>
              <a:gd name="connsiteX0" fmla="*/ 2293959 w 2410784"/>
              <a:gd name="connsiteY0" fmla="*/ 1494318 h 1494317"/>
              <a:gd name="connsiteX1" fmla="*/ 2410785 w 2410784"/>
              <a:gd name="connsiteY1" fmla="*/ 741527 h 1494317"/>
              <a:gd name="connsiteX2" fmla="*/ 2297647 w 2410784"/>
              <a:gd name="connsiteY2" fmla="*/ 0 h 1494317"/>
              <a:gd name="connsiteX3" fmla="*/ 0 w 2410784"/>
              <a:gd name="connsiteY3" fmla="*/ 741726 h 1494317"/>
              <a:gd name="connsiteX4" fmla="*/ 2293959 w 2410784"/>
              <a:gd name="connsiteY4" fmla="*/ 1494318 h 149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784" h="1494317">
                <a:moveTo>
                  <a:pt x="2293959" y="1494318"/>
                </a:moveTo>
                <a:cubicBezTo>
                  <a:pt x="2369716" y="1256977"/>
                  <a:pt x="2410785" y="1004087"/>
                  <a:pt x="2410785" y="741527"/>
                </a:cubicBezTo>
                <a:cubicBezTo>
                  <a:pt x="2410785" y="478967"/>
                  <a:pt x="2371112" y="234151"/>
                  <a:pt x="2297647" y="0"/>
                </a:cubicBezTo>
                <a:lnTo>
                  <a:pt x="0" y="741726"/>
                </a:lnTo>
                <a:lnTo>
                  <a:pt x="2293959" y="1494318"/>
                </a:lnTo>
                <a:close/>
              </a:path>
            </a:pathLst>
          </a:custGeom>
          <a:gradFill flip="none" rotWithShape="1">
            <a:gsLst>
              <a:gs pos="0">
                <a:schemeClr val="bg1">
                  <a:lumMod val="95000"/>
                </a:schemeClr>
              </a:gs>
              <a:gs pos="100000">
                <a:schemeClr val="bg1">
                  <a:lumMod val="85000"/>
                </a:schemeClr>
              </a:gs>
            </a:gsLst>
            <a:lin ang="54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35" name="Freeform: Shape 34">
            <a:extLst>
              <a:ext uri="{FF2B5EF4-FFF2-40B4-BE49-F238E27FC236}">
                <a16:creationId xmlns:a16="http://schemas.microsoft.com/office/drawing/2014/main" id="{DD1D04F1-EFDD-0DC0-9444-C7214F8BB627}"/>
              </a:ext>
            </a:extLst>
          </p:cNvPr>
          <p:cNvSpPr/>
          <p:nvPr/>
        </p:nvSpPr>
        <p:spPr>
          <a:xfrm>
            <a:off x="1944901" y="1825815"/>
            <a:ext cx="2297547" cy="1951454"/>
          </a:xfrm>
          <a:custGeom>
            <a:avLst/>
            <a:gdLst>
              <a:gd name="connsiteX0" fmla="*/ 2297547 w 2297547"/>
              <a:gd name="connsiteY0" fmla="*/ 1209828 h 1951454"/>
              <a:gd name="connsiteX1" fmla="*/ 1420654 w 2297547"/>
              <a:gd name="connsiteY1" fmla="*/ 0 h 1951454"/>
              <a:gd name="connsiteX2" fmla="*/ 0 w 2297547"/>
              <a:gd name="connsiteY2" fmla="*/ 1951455 h 1951454"/>
              <a:gd name="connsiteX3" fmla="*/ 2297547 w 2297547"/>
              <a:gd name="connsiteY3" fmla="*/ 1209828 h 1951454"/>
            </a:gdLst>
            <a:ahLst/>
            <a:cxnLst>
              <a:cxn ang="0">
                <a:pos x="connsiteX0" y="connsiteY0"/>
              </a:cxn>
              <a:cxn ang="0">
                <a:pos x="connsiteX1" y="connsiteY1"/>
              </a:cxn>
              <a:cxn ang="0">
                <a:pos x="connsiteX2" y="connsiteY2"/>
              </a:cxn>
              <a:cxn ang="0">
                <a:pos x="connsiteX3" y="connsiteY3"/>
              </a:cxn>
            </a:cxnLst>
            <a:rect l="l" t="t" r="r" b="b"/>
            <a:pathLst>
              <a:path w="2297547" h="1951454">
                <a:moveTo>
                  <a:pt x="2297547" y="1209828"/>
                </a:moveTo>
                <a:cubicBezTo>
                  <a:pt x="2135665" y="721292"/>
                  <a:pt x="1825657" y="300239"/>
                  <a:pt x="1420654" y="0"/>
                </a:cubicBezTo>
                <a:lnTo>
                  <a:pt x="0" y="1951455"/>
                </a:lnTo>
                <a:lnTo>
                  <a:pt x="2297547" y="1209828"/>
                </a:lnTo>
                <a:close/>
              </a:path>
            </a:pathLst>
          </a:custGeom>
          <a:gradFill flip="none" rotWithShape="1">
            <a:gsLst>
              <a:gs pos="0">
                <a:schemeClr val="bg1">
                  <a:lumMod val="95000"/>
                </a:schemeClr>
              </a:gs>
              <a:gs pos="100000">
                <a:schemeClr val="bg1">
                  <a:lumMod val="85000"/>
                </a:schemeClr>
              </a:gs>
            </a:gsLst>
            <a:lin ang="54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36" name="Freeform: Shape 35">
            <a:extLst>
              <a:ext uri="{FF2B5EF4-FFF2-40B4-BE49-F238E27FC236}">
                <a16:creationId xmlns:a16="http://schemas.microsoft.com/office/drawing/2014/main" id="{C3C636A8-C993-C087-BB85-F61514E7F12A}"/>
              </a:ext>
            </a:extLst>
          </p:cNvPr>
          <p:cNvSpPr/>
          <p:nvPr/>
        </p:nvSpPr>
        <p:spPr>
          <a:xfrm>
            <a:off x="1913402" y="1340769"/>
            <a:ext cx="1420653" cy="2413575"/>
          </a:xfrm>
          <a:custGeom>
            <a:avLst/>
            <a:gdLst>
              <a:gd name="connsiteX0" fmla="*/ 1420653 w 1420653"/>
              <a:gd name="connsiteY0" fmla="*/ 462121 h 2413575"/>
              <a:gd name="connsiteX1" fmla="*/ 0 w 1420653"/>
              <a:gd name="connsiteY1" fmla="*/ 0 h 2413575"/>
              <a:gd name="connsiteX2" fmla="*/ 0 w 1420653"/>
              <a:gd name="connsiteY2" fmla="*/ 2413576 h 2413575"/>
              <a:gd name="connsiteX3" fmla="*/ 1420653 w 1420653"/>
              <a:gd name="connsiteY3" fmla="*/ 462121 h 2413575"/>
            </a:gdLst>
            <a:ahLst/>
            <a:cxnLst>
              <a:cxn ang="0">
                <a:pos x="connsiteX0" y="connsiteY0"/>
              </a:cxn>
              <a:cxn ang="0">
                <a:pos x="connsiteX1" y="connsiteY1"/>
              </a:cxn>
              <a:cxn ang="0">
                <a:pos x="connsiteX2" y="connsiteY2"/>
              </a:cxn>
              <a:cxn ang="0">
                <a:pos x="connsiteX3" y="connsiteY3"/>
              </a:cxn>
            </a:cxnLst>
            <a:rect l="l" t="t" r="r" b="b"/>
            <a:pathLst>
              <a:path w="1420653" h="2413575">
                <a:moveTo>
                  <a:pt x="1420653" y="462121"/>
                </a:moveTo>
                <a:cubicBezTo>
                  <a:pt x="1019936" y="174641"/>
                  <a:pt x="529804" y="4087"/>
                  <a:pt x="0" y="0"/>
                </a:cubicBezTo>
                <a:lnTo>
                  <a:pt x="0" y="2413576"/>
                </a:lnTo>
                <a:lnTo>
                  <a:pt x="1420653" y="462121"/>
                </a:lnTo>
                <a:close/>
              </a:path>
            </a:pathLst>
          </a:custGeom>
          <a:gradFill flip="none" rotWithShape="1">
            <a:gsLst>
              <a:gs pos="0">
                <a:schemeClr val="bg1">
                  <a:lumMod val="95000"/>
                </a:schemeClr>
              </a:gs>
              <a:gs pos="100000">
                <a:schemeClr val="bg1">
                  <a:lumMod val="85000"/>
                </a:schemeClr>
              </a:gs>
            </a:gsLst>
            <a:lin ang="27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38" name="Freeform: Shape 37">
            <a:extLst>
              <a:ext uri="{FF2B5EF4-FFF2-40B4-BE49-F238E27FC236}">
                <a16:creationId xmlns:a16="http://schemas.microsoft.com/office/drawing/2014/main" id="{736F809E-A849-322B-4B8D-B28A0FBB33BF}"/>
              </a:ext>
            </a:extLst>
          </p:cNvPr>
          <p:cNvSpPr/>
          <p:nvPr/>
        </p:nvSpPr>
        <p:spPr>
          <a:xfrm>
            <a:off x="1913401" y="3874759"/>
            <a:ext cx="1411084" cy="2413077"/>
          </a:xfrm>
          <a:custGeom>
            <a:avLst/>
            <a:gdLst>
              <a:gd name="connsiteX0" fmla="*/ 0 w 1411084"/>
              <a:gd name="connsiteY0" fmla="*/ 2413077 h 2413077"/>
              <a:gd name="connsiteX1" fmla="*/ 1411084 w 1411084"/>
              <a:gd name="connsiteY1" fmla="*/ 1957934 h 2413077"/>
              <a:gd name="connsiteX2" fmla="*/ 0 w 1411084"/>
              <a:gd name="connsiteY2" fmla="*/ 0 h 2413077"/>
              <a:gd name="connsiteX3" fmla="*/ 0 w 1411084"/>
              <a:gd name="connsiteY3" fmla="*/ 2413077 h 2413077"/>
            </a:gdLst>
            <a:ahLst/>
            <a:cxnLst>
              <a:cxn ang="0">
                <a:pos x="connsiteX0" y="connsiteY0"/>
              </a:cxn>
              <a:cxn ang="0">
                <a:pos x="connsiteX1" y="connsiteY1"/>
              </a:cxn>
              <a:cxn ang="0">
                <a:pos x="connsiteX2" y="connsiteY2"/>
              </a:cxn>
              <a:cxn ang="0">
                <a:pos x="connsiteX3" y="connsiteY3"/>
              </a:cxn>
            </a:cxnLst>
            <a:rect l="l" t="t" r="r" b="b"/>
            <a:pathLst>
              <a:path w="1411084" h="2413077">
                <a:moveTo>
                  <a:pt x="0" y="2413077"/>
                </a:moveTo>
                <a:cubicBezTo>
                  <a:pt x="525618" y="2408991"/>
                  <a:pt x="1012161" y="2241227"/>
                  <a:pt x="1411084" y="1957934"/>
                </a:cubicBezTo>
                <a:lnTo>
                  <a:pt x="0" y="0"/>
                </a:lnTo>
                <a:lnTo>
                  <a:pt x="0" y="2413077"/>
                </a:lnTo>
                <a:close/>
              </a:path>
            </a:pathLst>
          </a:custGeom>
          <a:gradFill flip="none" rotWithShape="1">
            <a:gsLst>
              <a:gs pos="0">
                <a:schemeClr val="bg1">
                  <a:lumMod val="95000"/>
                </a:schemeClr>
              </a:gs>
              <a:gs pos="100000">
                <a:schemeClr val="bg1">
                  <a:lumMod val="85000"/>
                </a:schemeClr>
              </a:gs>
            </a:gsLst>
            <a:lin ang="54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39" name="Freeform: Shape 38">
            <a:extLst>
              <a:ext uri="{FF2B5EF4-FFF2-40B4-BE49-F238E27FC236}">
                <a16:creationId xmlns:a16="http://schemas.microsoft.com/office/drawing/2014/main" id="{386213B5-01F3-B4F2-642F-0AD7E0D0A7E5}"/>
              </a:ext>
            </a:extLst>
          </p:cNvPr>
          <p:cNvSpPr/>
          <p:nvPr/>
        </p:nvSpPr>
        <p:spPr>
          <a:xfrm>
            <a:off x="1944701" y="3851532"/>
            <a:ext cx="2294058" cy="1958232"/>
          </a:xfrm>
          <a:custGeom>
            <a:avLst/>
            <a:gdLst>
              <a:gd name="connsiteX0" fmla="*/ 1411284 w 2294058"/>
              <a:gd name="connsiteY0" fmla="*/ 1958233 h 1958232"/>
              <a:gd name="connsiteX1" fmla="*/ 2294058 w 2294058"/>
              <a:gd name="connsiteY1" fmla="*/ 752691 h 1958232"/>
              <a:gd name="connsiteX2" fmla="*/ 0 w 2294058"/>
              <a:gd name="connsiteY2" fmla="*/ 0 h 1958232"/>
              <a:gd name="connsiteX3" fmla="*/ 1411284 w 2294058"/>
              <a:gd name="connsiteY3" fmla="*/ 1958133 h 1958232"/>
            </a:gdLst>
            <a:ahLst/>
            <a:cxnLst>
              <a:cxn ang="0">
                <a:pos x="connsiteX0" y="connsiteY0"/>
              </a:cxn>
              <a:cxn ang="0">
                <a:pos x="connsiteX1" y="connsiteY1"/>
              </a:cxn>
              <a:cxn ang="0">
                <a:pos x="connsiteX2" y="connsiteY2"/>
              </a:cxn>
              <a:cxn ang="0">
                <a:pos x="connsiteX3" y="connsiteY3"/>
              </a:cxn>
            </a:cxnLst>
            <a:rect l="l" t="t" r="r" b="b"/>
            <a:pathLst>
              <a:path w="2294058" h="1958232">
                <a:moveTo>
                  <a:pt x="1411284" y="1958233"/>
                </a:moveTo>
                <a:cubicBezTo>
                  <a:pt x="1817783" y="1659788"/>
                  <a:pt x="2129884" y="1240331"/>
                  <a:pt x="2294058" y="752691"/>
                </a:cubicBezTo>
                <a:lnTo>
                  <a:pt x="0" y="0"/>
                </a:lnTo>
                <a:lnTo>
                  <a:pt x="1411284" y="1958133"/>
                </a:lnTo>
                <a:close/>
              </a:path>
            </a:pathLst>
          </a:custGeom>
          <a:gradFill flip="none" rotWithShape="1">
            <a:gsLst>
              <a:gs pos="0">
                <a:schemeClr val="bg1">
                  <a:lumMod val="95000"/>
                </a:schemeClr>
              </a:gs>
              <a:gs pos="100000">
                <a:schemeClr val="bg1">
                  <a:lumMod val="85000"/>
                </a:schemeClr>
              </a:gs>
            </a:gsLst>
            <a:lin ang="54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44" name="Freeform: Shape 43">
            <a:extLst>
              <a:ext uri="{FF2B5EF4-FFF2-40B4-BE49-F238E27FC236}">
                <a16:creationId xmlns:a16="http://schemas.microsoft.com/office/drawing/2014/main" id="{A3D05E9E-1A8D-BCA3-09D8-D514E6CC538C}"/>
              </a:ext>
            </a:extLst>
          </p:cNvPr>
          <p:cNvSpPr/>
          <p:nvPr/>
        </p:nvSpPr>
        <p:spPr>
          <a:xfrm>
            <a:off x="3916990" y="3072825"/>
            <a:ext cx="450657" cy="1494317"/>
          </a:xfrm>
          <a:custGeom>
            <a:avLst/>
            <a:gdLst>
              <a:gd name="connsiteX0" fmla="*/ 100 w 450657"/>
              <a:gd name="connsiteY0" fmla="*/ 1384768 h 1494317"/>
              <a:gd name="connsiteX1" fmla="*/ 333832 w 450657"/>
              <a:gd name="connsiteY1" fmla="*/ 1494318 h 1494317"/>
              <a:gd name="connsiteX2" fmla="*/ 450658 w 450657"/>
              <a:gd name="connsiteY2" fmla="*/ 741527 h 1494317"/>
              <a:gd name="connsiteX3" fmla="*/ 337520 w 450657"/>
              <a:gd name="connsiteY3" fmla="*/ 0 h 1494317"/>
              <a:gd name="connsiteX4" fmla="*/ 3190 w 450657"/>
              <a:gd name="connsiteY4" fmla="*/ 107955 h 1494317"/>
              <a:gd name="connsiteX5" fmla="*/ 99382 w 450657"/>
              <a:gd name="connsiteY5" fmla="*/ 741527 h 1494317"/>
              <a:gd name="connsiteX6" fmla="*/ 0 w 450657"/>
              <a:gd name="connsiteY6" fmla="*/ 1384768 h 149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0657" h="1494317">
                <a:moveTo>
                  <a:pt x="100" y="1384768"/>
                </a:moveTo>
                <a:lnTo>
                  <a:pt x="333832" y="1494318"/>
                </a:lnTo>
                <a:cubicBezTo>
                  <a:pt x="409589" y="1256977"/>
                  <a:pt x="450658" y="1004087"/>
                  <a:pt x="450658" y="741527"/>
                </a:cubicBezTo>
                <a:cubicBezTo>
                  <a:pt x="450658" y="478967"/>
                  <a:pt x="410985" y="234151"/>
                  <a:pt x="337520" y="0"/>
                </a:cubicBezTo>
                <a:lnTo>
                  <a:pt x="3190" y="107955"/>
                </a:lnTo>
                <a:cubicBezTo>
                  <a:pt x="65690" y="308014"/>
                  <a:pt x="99382" y="520833"/>
                  <a:pt x="99382" y="741527"/>
                </a:cubicBezTo>
                <a:cubicBezTo>
                  <a:pt x="99382" y="962221"/>
                  <a:pt x="64494" y="1181917"/>
                  <a:pt x="0" y="1384768"/>
                </a:cubicBez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45" name="Freeform: Shape 44">
            <a:extLst>
              <a:ext uri="{FF2B5EF4-FFF2-40B4-BE49-F238E27FC236}">
                <a16:creationId xmlns:a16="http://schemas.microsoft.com/office/drawing/2014/main" id="{4487EB28-8801-A079-9534-04FC7E77DF19}"/>
              </a:ext>
            </a:extLst>
          </p:cNvPr>
          <p:cNvSpPr/>
          <p:nvPr/>
        </p:nvSpPr>
        <p:spPr>
          <a:xfrm>
            <a:off x="3158915" y="1825815"/>
            <a:ext cx="1083632" cy="1317782"/>
          </a:xfrm>
          <a:custGeom>
            <a:avLst/>
            <a:gdLst>
              <a:gd name="connsiteX0" fmla="*/ 749302 w 1083632"/>
              <a:gd name="connsiteY0" fmla="*/ 1317783 h 1317782"/>
              <a:gd name="connsiteX1" fmla="*/ 1083632 w 1083632"/>
              <a:gd name="connsiteY1" fmla="*/ 1209828 h 1317782"/>
              <a:gd name="connsiteX2" fmla="*/ 206739 w 1083632"/>
              <a:gd name="connsiteY2" fmla="*/ 0 h 1317782"/>
              <a:gd name="connsiteX3" fmla="*/ 0 w 1083632"/>
              <a:gd name="connsiteY3" fmla="*/ 283991 h 1317782"/>
              <a:gd name="connsiteX4" fmla="*/ 749302 w 1083632"/>
              <a:gd name="connsiteY4" fmla="*/ 1317783 h 131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632" h="1317782">
                <a:moveTo>
                  <a:pt x="749302" y="1317783"/>
                </a:moveTo>
                <a:lnTo>
                  <a:pt x="1083632" y="1209828"/>
                </a:lnTo>
                <a:cubicBezTo>
                  <a:pt x="921750" y="721292"/>
                  <a:pt x="611743" y="300239"/>
                  <a:pt x="206739" y="0"/>
                </a:cubicBezTo>
                <a:lnTo>
                  <a:pt x="0" y="283991"/>
                </a:lnTo>
                <a:cubicBezTo>
                  <a:pt x="345694" y="540969"/>
                  <a:pt x="610447" y="900618"/>
                  <a:pt x="749302" y="1317783"/>
                </a:cubicBez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46" name="Freeform: Shape 45">
            <a:extLst>
              <a:ext uri="{FF2B5EF4-FFF2-40B4-BE49-F238E27FC236}">
                <a16:creationId xmlns:a16="http://schemas.microsoft.com/office/drawing/2014/main" id="{BC5DB50D-15E4-BBF3-447E-249CFEF1C7CA}"/>
              </a:ext>
            </a:extLst>
          </p:cNvPr>
          <p:cNvSpPr/>
          <p:nvPr/>
        </p:nvSpPr>
        <p:spPr>
          <a:xfrm>
            <a:off x="1913402" y="1340768"/>
            <a:ext cx="1420753" cy="746012"/>
          </a:xfrm>
          <a:custGeom>
            <a:avLst/>
            <a:gdLst>
              <a:gd name="connsiteX0" fmla="*/ 1420653 w 1420753"/>
              <a:gd name="connsiteY0" fmla="*/ 462121 h 746012"/>
              <a:gd name="connsiteX1" fmla="*/ 0 w 1420753"/>
              <a:gd name="connsiteY1" fmla="*/ 0 h 746012"/>
              <a:gd name="connsiteX2" fmla="*/ 0 w 1420753"/>
              <a:gd name="connsiteY2" fmla="*/ 351176 h 746012"/>
              <a:gd name="connsiteX3" fmla="*/ 1214015 w 1420753"/>
              <a:gd name="connsiteY3" fmla="*/ 746013 h 746012"/>
              <a:gd name="connsiteX4" fmla="*/ 1420753 w 1420753"/>
              <a:gd name="connsiteY4" fmla="*/ 462021 h 746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53" h="746012">
                <a:moveTo>
                  <a:pt x="1420653" y="462121"/>
                </a:moveTo>
                <a:cubicBezTo>
                  <a:pt x="1019936" y="174641"/>
                  <a:pt x="529804" y="4087"/>
                  <a:pt x="0" y="0"/>
                </a:cubicBezTo>
                <a:lnTo>
                  <a:pt x="0" y="351176"/>
                </a:lnTo>
                <a:cubicBezTo>
                  <a:pt x="452552" y="355263"/>
                  <a:pt x="871212" y="500897"/>
                  <a:pt x="1214015" y="746013"/>
                </a:cubicBezTo>
                <a:lnTo>
                  <a:pt x="1420753" y="462021"/>
                </a:ln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48" name="Freeform: Shape 47">
            <a:extLst>
              <a:ext uri="{FF2B5EF4-FFF2-40B4-BE49-F238E27FC236}">
                <a16:creationId xmlns:a16="http://schemas.microsoft.com/office/drawing/2014/main" id="{D0B207A3-37D9-047F-68DF-48A64BE7D536}"/>
              </a:ext>
            </a:extLst>
          </p:cNvPr>
          <p:cNvSpPr/>
          <p:nvPr/>
        </p:nvSpPr>
        <p:spPr>
          <a:xfrm>
            <a:off x="1913401" y="5547705"/>
            <a:ext cx="1411084" cy="740131"/>
          </a:xfrm>
          <a:custGeom>
            <a:avLst/>
            <a:gdLst>
              <a:gd name="connsiteX0" fmla="*/ 0 w 1411084"/>
              <a:gd name="connsiteY0" fmla="*/ 740131 h 740131"/>
              <a:gd name="connsiteX1" fmla="*/ 1411084 w 1411084"/>
              <a:gd name="connsiteY1" fmla="*/ 284988 h 740131"/>
              <a:gd name="connsiteX2" fmla="*/ 1205741 w 1411084"/>
              <a:gd name="connsiteY2" fmla="*/ 0 h 740131"/>
              <a:gd name="connsiteX3" fmla="*/ 0 w 1411084"/>
              <a:gd name="connsiteY3" fmla="*/ 388955 h 740131"/>
              <a:gd name="connsiteX4" fmla="*/ 0 w 1411084"/>
              <a:gd name="connsiteY4" fmla="*/ 740131 h 740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084" h="740131">
                <a:moveTo>
                  <a:pt x="0" y="740131"/>
                </a:moveTo>
                <a:cubicBezTo>
                  <a:pt x="525618" y="736044"/>
                  <a:pt x="1012161" y="568281"/>
                  <a:pt x="1411084" y="284988"/>
                </a:cubicBezTo>
                <a:lnTo>
                  <a:pt x="1205741" y="0"/>
                </a:lnTo>
                <a:cubicBezTo>
                  <a:pt x="864533" y="241627"/>
                  <a:pt x="448963" y="384868"/>
                  <a:pt x="0" y="388955"/>
                </a:cubicBezTo>
                <a:lnTo>
                  <a:pt x="0" y="740131"/>
                </a:ln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49" name="Freeform: Shape 48">
            <a:extLst>
              <a:ext uri="{FF2B5EF4-FFF2-40B4-BE49-F238E27FC236}">
                <a16:creationId xmlns:a16="http://schemas.microsoft.com/office/drawing/2014/main" id="{789F36BE-1F79-C321-FC3A-3BA78471D7C3}"/>
              </a:ext>
            </a:extLst>
          </p:cNvPr>
          <p:cNvSpPr/>
          <p:nvPr/>
        </p:nvSpPr>
        <p:spPr>
          <a:xfrm>
            <a:off x="3150642" y="4494575"/>
            <a:ext cx="1088117" cy="1315091"/>
          </a:xfrm>
          <a:custGeom>
            <a:avLst/>
            <a:gdLst>
              <a:gd name="connsiteX0" fmla="*/ 0 w 1088117"/>
              <a:gd name="connsiteY0" fmla="*/ 1030203 h 1315091"/>
              <a:gd name="connsiteX1" fmla="*/ 205343 w 1088117"/>
              <a:gd name="connsiteY1" fmla="*/ 1315091 h 1315091"/>
              <a:gd name="connsiteX2" fmla="*/ 1088118 w 1088117"/>
              <a:gd name="connsiteY2" fmla="*/ 109549 h 1315091"/>
              <a:gd name="connsiteX3" fmla="*/ 754386 w 1088117"/>
              <a:gd name="connsiteY3" fmla="*/ 0 h 1315091"/>
              <a:gd name="connsiteX4" fmla="*/ 0 w 1088117"/>
              <a:gd name="connsiteY4" fmla="*/ 1030103 h 1315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7" h="1315091">
                <a:moveTo>
                  <a:pt x="0" y="1030203"/>
                </a:moveTo>
                <a:lnTo>
                  <a:pt x="205343" y="1315091"/>
                </a:lnTo>
                <a:cubicBezTo>
                  <a:pt x="611842" y="1016646"/>
                  <a:pt x="923943" y="597189"/>
                  <a:pt x="1088118" y="109549"/>
                </a:cubicBezTo>
                <a:lnTo>
                  <a:pt x="754386" y="0"/>
                </a:lnTo>
                <a:cubicBezTo>
                  <a:pt x="613536" y="416367"/>
                  <a:pt x="346990" y="774720"/>
                  <a:pt x="0" y="1030103"/>
                </a:cubicBez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53" name="Freeform: Shape 52">
            <a:extLst>
              <a:ext uri="{FF2B5EF4-FFF2-40B4-BE49-F238E27FC236}">
                <a16:creationId xmlns:a16="http://schemas.microsoft.com/office/drawing/2014/main" id="{8979047E-AE66-48DD-1DC1-6F88E09E4438}"/>
              </a:ext>
            </a:extLst>
          </p:cNvPr>
          <p:cNvSpPr/>
          <p:nvPr/>
        </p:nvSpPr>
        <p:spPr>
          <a:xfrm>
            <a:off x="522625" y="2601687"/>
            <a:ext cx="2682377" cy="2682375"/>
          </a:xfrm>
          <a:custGeom>
            <a:avLst/>
            <a:gdLst>
              <a:gd name="connsiteX0" fmla="*/ 1908692 w 1908691"/>
              <a:gd name="connsiteY0" fmla="*/ 954346 h 1908691"/>
              <a:gd name="connsiteX1" fmla="*/ 954346 w 1908691"/>
              <a:gd name="connsiteY1" fmla="*/ 1908691 h 1908691"/>
              <a:gd name="connsiteX2" fmla="*/ 0 w 1908691"/>
              <a:gd name="connsiteY2" fmla="*/ 954346 h 1908691"/>
              <a:gd name="connsiteX3" fmla="*/ 954346 w 1908691"/>
              <a:gd name="connsiteY3" fmla="*/ 0 h 1908691"/>
              <a:gd name="connsiteX4" fmla="*/ 1908692 w 1908691"/>
              <a:gd name="connsiteY4" fmla="*/ 954346 h 1908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8691" h="1908691">
                <a:moveTo>
                  <a:pt x="1908692" y="954346"/>
                </a:moveTo>
                <a:cubicBezTo>
                  <a:pt x="1908692" y="1481416"/>
                  <a:pt x="1481416" y="1908691"/>
                  <a:pt x="954346" y="1908691"/>
                </a:cubicBezTo>
                <a:cubicBezTo>
                  <a:pt x="427275" y="1908691"/>
                  <a:pt x="0" y="1481416"/>
                  <a:pt x="0" y="954346"/>
                </a:cubicBezTo>
                <a:cubicBezTo>
                  <a:pt x="0" y="427275"/>
                  <a:pt x="427275" y="0"/>
                  <a:pt x="954346" y="0"/>
                </a:cubicBezTo>
                <a:cubicBezTo>
                  <a:pt x="1481416" y="0"/>
                  <a:pt x="1908692" y="427275"/>
                  <a:pt x="1908692" y="954346"/>
                </a:cubicBezTo>
                <a:close/>
              </a:path>
            </a:pathLst>
          </a:custGeom>
          <a:solidFill>
            <a:schemeClr val="tx1">
              <a:alpha val="31000"/>
            </a:schemeClr>
          </a:solidFill>
          <a:ln w="9967" cap="flat">
            <a:noFill/>
            <a:prstDash val="solid"/>
            <a:miter/>
          </a:ln>
          <a:effectLst>
            <a:softEdge rad="266700"/>
          </a:effectLst>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50" name="Freeform: Shape 49">
            <a:extLst>
              <a:ext uri="{FF2B5EF4-FFF2-40B4-BE49-F238E27FC236}">
                <a16:creationId xmlns:a16="http://schemas.microsoft.com/office/drawing/2014/main" id="{AE80F786-9D61-1361-2FD3-FC65AD3F49A7}"/>
              </a:ext>
            </a:extLst>
          </p:cNvPr>
          <p:cNvSpPr/>
          <p:nvPr/>
        </p:nvSpPr>
        <p:spPr>
          <a:xfrm>
            <a:off x="792568" y="2713056"/>
            <a:ext cx="2202592" cy="2202590"/>
          </a:xfrm>
          <a:custGeom>
            <a:avLst/>
            <a:gdLst>
              <a:gd name="connsiteX0" fmla="*/ 1908692 w 1908691"/>
              <a:gd name="connsiteY0" fmla="*/ 954346 h 1908691"/>
              <a:gd name="connsiteX1" fmla="*/ 954346 w 1908691"/>
              <a:gd name="connsiteY1" fmla="*/ 1908691 h 1908691"/>
              <a:gd name="connsiteX2" fmla="*/ 0 w 1908691"/>
              <a:gd name="connsiteY2" fmla="*/ 954346 h 1908691"/>
              <a:gd name="connsiteX3" fmla="*/ 954346 w 1908691"/>
              <a:gd name="connsiteY3" fmla="*/ 0 h 1908691"/>
              <a:gd name="connsiteX4" fmla="*/ 1908692 w 1908691"/>
              <a:gd name="connsiteY4" fmla="*/ 954346 h 1908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8691" h="1908691">
                <a:moveTo>
                  <a:pt x="1908692" y="954346"/>
                </a:moveTo>
                <a:cubicBezTo>
                  <a:pt x="1908692" y="1481416"/>
                  <a:pt x="1481416" y="1908691"/>
                  <a:pt x="954346" y="1908691"/>
                </a:cubicBezTo>
                <a:cubicBezTo>
                  <a:pt x="427275" y="1908691"/>
                  <a:pt x="0" y="1481416"/>
                  <a:pt x="0" y="954346"/>
                </a:cubicBezTo>
                <a:cubicBezTo>
                  <a:pt x="0" y="427275"/>
                  <a:pt x="427275" y="0"/>
                  <a:pt x="954346" y="0"/>
                </a:cubicBezTo>
                <a:cubicBezTo>
                  <a:pt x="1481416" y="0"/>
                  <a:pt x="1908692" y="427275"/>
                  <a:pt x="1908692" y="954346"/>
                </a:cubicBezTo>
                <a:close/>
              </a:path>
            </a:pathLst>
          </a:custGeom>
          <a:gradFill flip="none" rotWithShape="1">
            <a:gsLst>
              <a:gs pos="0">
                <a:schemeClr val="bg1"/>
              </a:gs>
              <a:gs pos="100000">
                <a:schemeClr val="bg1">
                  <a:lumMod val="75000"/>
                </a:schemeClr>
              </a:gs>
            </a:gsLst>
            <a:lin ang="3600000" scaled="0"/>
            <a:tileRect/>
          </a:gradFill>
          <a:ln w="9967" cap="flat">
            <a:solidFill>
              <a:schemeClr val="bg1"/>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51" name="Freeform: Shape 50">
            <a:extLst>
              <a:ext uri="{FF2B5EF4-FFF2-40B4-BE49-F238E27FC236}">
                <a16:creationId xmlns:a16="http://schemas.microsoft.com/office/drawing/2014/main" id="{AE2FC6A8-260E-C982-6681-C523CB88CB20}"/>
              </a:ext>
            </a:extLst>
          </p:cNvPr>
          <p:cNvSpPr/>
          <p:nvPr/>
        </p:nvSpPr>
        <p:spPr>
          <a:xfrm>
            <a:off x="1130026" y="3050515"/>
            <a:ext cx="1527676" cy="1527674"/>
          </a:xfrm>
          <a:custGeom>
            <a:avLst/>
            <a:gdLst>
              <a:gd name="connsiteX0" fmla="*/ 1206339 w 1206339"/>
              <a:gd name="connsiteY0" fmla="*/ 603170 h 1206339"/>
              <a:gd name="connsiteX1" fmla="*/ 603170 w 1206339"/>
              <a:gd name="connsiteY1" fmla="*/ 1206339 h 1206339"/>
              <a:gd name="connsiteX2" fmla="*/ 0 w 1206339"/>
              <a:gd name="connsiteY2" fmla="*/ 603170 h 1206339"/>
              <a:gd name="connsiteX3" fmla="*/ 603170 w 1206339"/>
              <a:gd name="connsiteY3" fmla="*/ 0 h 1206339"/>
              <a:gd name="connsiteX4" fmla="*/ 1206339 w 1206339"/>
              <a:gd name="connsiteY4" fmla="*/ 603170 h 120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39" h="1206339">
                <a:moveTo>
                  <a:pt x="1206339" y="603170"/>
                </a:moveTo>
                <a:cubicBezTo>
                  <a:pt x="1206339" y="936291"/>
                  <a:pt x="936291" y="1206339"/>
                  <a:pt x="603170" y="1206339"/>
                </a:cubicBezTo>
                <a:cubicBezTo>
                  <a:pt x="270048" y="1206339"/>
                  <a:pt x="0" y="936291"/>
                  <a:pt x="0" y="603170"/>
                </a:cubicBezTo>
                <a:cubicBezTo>
                  <a:pt x="0" y="270048"/>
                  <a:pt x="270048" y="0"/>
                  <a:pt x="603170" y="0"/>
                </a:cubicBezTo>
                <a:cubicBezTo>
                  <a:pt x="936291" y="0"/>
                  <a:pt x="1206339" y="270048"/>
                  <a:pt x="1206339" y="603170"/>
                </a:cubicBezTo>
                <a:close/>
              </a:path>
            </a:pathLst>
          </a:custGeom>
          <a:gradFill>
            <a:gsLst>
              <a:gs pos="0">
                <a:schemeClr val="accent1"/>
              </a:gs>
              <a:gs pos="100000">
                <a:schemeClr val="accent1">
                  <a:lumMod val="60000"/>
                  <a:lumOff val="40000"/>
                </a:schemeClr>
              </a:gs>
            </a:gsLst>
            <a:lin ang="16200000" scaled="1"/>
          </a:gradFill>
          <a:ln w="9967"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pic>
        <p:nvPicPr>
          <p:cNvPr id="55" name="Graphic 54" descr="City with solid fill">
            <a:extLst>
              <a:ext uri="{FF2B5EF4-FFF2-40B4-BE49-F238E27FC236}">
                <a16:creationId xmlns:a16="http://schemas.microsoft.com/office/drawing/2014/main" id="{0198D389-71C5-54FE-9664-2C47482CE62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535492" y="3455980"/>
            <a:ext cx="716744" cy="716744"/>
          </a:xfrm>
          <a:prstGeom prst="rect">
            <a:avLst/>
          </a:prstGeom>
        </p:spPr>
      </p:pic>
      <p:sp>
        <p:nvSpPr>
          <p:cNvPr id="56" name="TextBox 55">
            <a:extLst>
              <a:ext uri="{FF2B5EF4-FFF2-40B4-BE49-F238E27FC236}">
                <a16:creationId xmlns:a16="http://schemas.microsoft.com/office/drawing/2014/main" id="{5212BBF8-B704-3DB2-FF9D-F9E69D0E5E30}"/>
              </a:ext>
            </a:extLst>
          </p:cNvPr>
          <p:cNvSpPr txBox="1"/>
          <p:nvPr/>
        </p:nvSpPr>
        <p:spPr>
          <a:xfrm rot="1152506">
            <a:off x="1846263" y="1654461"/>
            <a:ext cx="1392852" cy="519091"/>
          </a:xfrm>
          <a:prstGeom prst="rect">
            <a:avLst/>
          </a:prstGeom>
          <a:noFill/>
        </p:spPr>
        <p:txBody>
          <a:bodyPr spcFirstLastPara="1" wrap="square" lIns="0" tIns="0" rIns="0" bIns="0" numCol="1" rtlCol="0" anchor="ctr">
            <a:prstTxWarp prst="textArchUp">
              <a:avLst/>
            </a:prstTxWarp>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uLnTx/>
                <a:uFillTx/>
                <a:latin typeface="Segoe UI"/>
                <a:ea typeface="+mn-ea"/>
                <a:cs typeface="+mn-cs"/>
              </a:rPr>
              <a:t>STEP 01</a:t>
            </a:r>
            <a:endParaRPr kumimoji="0" lang="en-IN" sz="1400" b="1" i="0" u="none" strike="noStrike" kern="1200" cap="none" spc="0" normalizeH="0" baseline="0" noProof="0">
              <a:ln>
                <a:noFill/>
              </a:ln>
              <a:solidFill>
                <a:prstClr val="white"/>
              </a:solidFill>
              <a:effectLst/>
              <a:uLnTx/>
              <a:uFillTx/>
              <a:latin typeface="Segoe UI"/>
              <a:ea typeface="+mn-ea"/>
              <a:cs typeface="+mn-cs"/>
            </a:endParaRPr>
          </a:p>
        </p:txBody>
      </p:sp>
      <p:sp>
        <p:nvSpPr>
          <p:cNvPr id="57" name="TextBox 56">
            <a:extLst>
              <a:ext uri="{FF2B5EF4-FFF2-40B4-BE49-F238E27FC236}">
                <a16:creationId xmlns:a16="http://schemas.microsoft.com/office/drawing/2014/main" id="{DDCD721C-D557-7A91-DC27-695CBD79F312}"/>
              </a:ext>
            </a:extLst>
          </p:cNvPr>
          <p:cNvSpPr txBox="1"/>
          <p:nvPr/>
        </p:nvSpPr>
        <p:spPr>
          <a:xfrm rot="3275186">
            <a:off x="2836863" y="2372920"/>
            <a:ext cx="1392852" cy="519091"/>
          </a:xfrm>
          <a:prstGeom prst="rect">
            <a:avLst/>
          </a:prstGeom>
          <a:noFill/>
        </p:spPr>
        <p:txBody>
          <a:bodyPr spcFirstLastPara="1" wrap="square" lIns="0" tIns="0" rIns="0" bIns="0" numCol="1" rtlCol="0" anchor="ctr">
            <a:prstTxWarp prst="textArchUp">
              <a:avLst/>
            </a:prstTxWarp>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uLnTx/>
                <a:uFillTx/>
                <a:latin typeface="Segoe UI"/>
                <a:ea typeface="+mn-ea"/>
                <a:cs typeface="+mn-cs"/>
              </a:rPr>
              <a:t>STEP 02</a:t>
            </a:r>
            <a:endParaRPr kumimoji="0" lang="en-IN" sz="1400" b="1" i="0" u="none" strike="noStrike" kern="1200" cap="none" spc="0" normalizeH="0" baseline="0" noProof="0">
              <a:ln>
                <a:noFill/>
              </a:ln>
              <a:solidFill>
                <a:prstClr val="white"/>
              </a:solidFill>
              <a:effectLst/>
              <a:uLnTx/>
              <a:uFillTx/>
              <a:latin typeface="Segoe UI"/>
              <a:ea typeface="+mn-ea"/>
              <a:cs typeface="+mn-cs"/>
            </a:endParaRPr>
          </a:p>
        </p:txBody>
      </p:sp>
      <p:sp>
        <p:nvSpPr>
          <p:cNvPr id="58" name="TextBox 57">
            <a:extLst>
              <a:ext uri="{FF2B5EF4-FFF2-40B4-BE49-F238E27FC236}">
                <a16:creationId xmlns:a16="http://schemas.microsoft.com/office/drawing/2014/main" id="{4C672BA2-76AE-FDD9-9061-99C3C13FEFEA}"/>
              </a:ext>
            </a:extLst>
          </p:cNvPr>
          <p:cNvSpPr txBox="1"/>
          <p:nvPr/>
        </p:nvSpPr>
        <p:spPr>
          <a:xfrm rot="5400000">
            <a:off x="3217864" y="3559464"/>
            <a:ext cx="1392852" cy="519091"/>
          </a:xfrm>
          <a:prstGeom prst="rect">
            <a:avLst/>
          </a:prstGeom>
          <a:noFill/>
        </p:spPr>
        <p:txBody>
          <a:bodyPr spcFirstLastPara="1" wrap="square" lIns="0" tIns="0" rIns="0" bIns="0" numCol="1" rtlCol="0" anchor="ctr">
            <a:prstTxWarp prst="textArchUp">
              <a:avLst/>
            </a:prstTxWarp>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uLnTx/>
                <a:uFillTx/>
                <a:latin typeface="Segoe UI"/>
                <a:ea typeface="+mn-ea"/>
                <a:cs typeface="+mn-cs"/>
              </a:rPr>
              <a:t>STEP 03</a:t>
            </a:r>
            <a:endParaRPr kumimoji="0" lang="en-IN" sz="1400" b="1" i="0" u="none" strike="noStrike" kern="1200" cap="none" spc="0" normalizeH="0" baseline="0" noProof="0">
              <a:ln>
                <a:noFill/>
              </a:ln>
              <a:solidFill>
                <a:prstClr val="white"/>
              </a:solidFill>
              <a:effectLst/>
              <a:uLnTx/>
              <a:uFillTx/>
              <a:latin typeface="Segoe UI"/>
              <a:ea typeface="+mn-ea"/>
              <a:cs typeface="+mn-cs"/>
            </a:endParaRPr>
          </a:p>
        </p:txBody>
      </p:sp>
      <p:sp>
        <p:nvSpPr>
          <p:cNvPr id="59" name="TextBox 58">
            <a:extLst>
              <a:ext uri="{FF2B5EF4-FFF2-40B4-BE49-F238E27FC236}">
                <a16:creationId xmlns:a16="http://schemas.microsoft.com/office/drawing/2014/main" id="{052CE94F-C1FB-651A-EBBC-F8E036697A8E}"/>
              </a:ext>
            </a:extLst>
          </p:cNvPr>
          <p:cNvSpPr txBox="1"/>
          <p:nvPr/>
        </p:nvSpPr>
        <p:spPr>
          <a:xfrm rot="18366919">
            <a:off x="2869520" y="4756894"/>
            <a:ext cx="1392852" cy="519091"/>
          </a:xfrm>
          <a:prstGeom prst="rect">
            <a:avLst/>
          </a:prstGeom>
          <a:noFill/>
        </p:spPr>
        <p:txBody>
          <a:bodyPr spcFirstLastPara="1" wrap="square" lIns="0" tIns="0" rIns="0" bIns="0" numCol="1" rtlCol="0" anchor="ctr">
            <a:prstTxWarp prst="textArchDown">
              <a:avLst/>
            </a:prstTxWarp>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uLnTx/>
                <a:uFillTx/>
                <a:latin typeface="Segoe UI"/>
                <a:ea typeface="+mn-ea"/>
                <a:cs typeface="+mn-cs"/>
              </a:rPr>
              <a:t>STEP 04</a:t>
            </a:r>
            <a:endParaRPr kumimoji="0" lang="en-IN" sz="1400" b="1" i="0" u="none" strike="noStrike" kern="1200" cap="none" spc="0" normalizeH="0" baseline="0" noProof="0">
              <a:ln>
                <a:noFill/>
              </a:ln>
              <a:solidFill>
                <a:prstClr val="white"/>
              </a:solidFill>
              <a:effectLst/>
              <a:uLnTx/>
              <a:uFillTx/>
              <a:latin typeface="Segoe UI"/>
              <a:ea typeface="+mn-ea"/>
              <a:cs typeface="+mn-cs"/>
            </a:endParaRPr>
          </a:p>
        </p:txBody>
      </p:sp>
      <p:sp>
        <p:nvSpPr>
          <p:cNvPr id="60" name="TextBox 59">
            <a:extLst>
              <a:ext uri="{FF2B5EF4-FFF2-40B4-BE49-F238E27FC236}">
                <a16:creationId xmlns:a16="http://schemas.microsoft.com/office/drawing/2014/main" id="{FA9BC422-066E-0D90-8392-7E74566DACA0}"/>
              </a:ext>
            </a:extLst>
          </p:cNvPr>
          <p:cNvSpPr txBox="1"/>
          <p:nvPr/>
        </p:nvSpPr>
        <p:spPr>
          <a:xfrm rot="20574728">
            <a:off x="1824492" y="5508009"/>
            <a:ext cx="1392852" cy="519091"/>
          </a:xfrm>
          <a:prstGeom prst="rect">
            <a:avLst/>
          </a:prstGeom>
          <a:noFill/>
        </p:spPr>
        <p:txBody>
          <a:bodyPr spcFirstLastPara="1" wrap="square" lIns="0" tIns="0" rIns="0" bIns="0" numCol="1" rtlCol="0" anchor="ctr">
            <a:prstTxWarp prst="textArchDown">
              <a:avLst/>
            </a:prstTxWarp>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uLnTx/>
                <a:uFillTx/>
                <a:latin typeface="Segoe UI"/>
                <a:ea typeface="+mn-ea"/>
                <a:cs typeface="+mn-cs"/>
              </a:rPr>
              <a:t>STEP 05</a:t>
            </a:r>
            <a:endParaRPr kumimoji="0" lang="en-IN" sz="1400" b="1" i="0" u="none" strike="noStrike" kern="1200" cap="none" spc="0" normalizeH="0" baseline="0" noProof="0">
              <a:ln>
                <a:noFill/>
              </a:ln>
              <a:solidFill>
                <a:prstClr val="white"/>
              </a:solidFill>
              <a:effectLst/>
              <a:uLnTx/>
              <a:uFillTx/>
              <a:latin typeface="Segoe UI"/>
              <a:ea typeface="+mn-ea"/>
              <a:cs typeface="+mn-cs"/>
            </a:endParaRPr>
          </a:p>
        </p:txBody>
      </p:sp>
      <p:grpSp>
        <p:nvGrpSpPr>
          <p:cNvPr id="61" name="Group 60">
            <a:extLst>
              <a:ext uri="{FF2B5EF4-FFF2-40B4-BE49-F238E27FC236}">
                <a16:creationId xmlns:a16="http://schemas.microsoft.com/office/drawing/2014/main" id="{9E3E48A1-66C0-19A0-8AAB-66492E240487}"/>
              </a:ext>
            </a:extLst>
          </p:cNvPr>
          <p:cNvGrpSpPr/>
          <p:nvPr/>
        </p:nvGrpSpPr>
        <p:grpSpPr>
          <a:xfrm>
            <a:off x="6912636" y="1284454"/>
            <a:ext cx="2241952" cy="824098"/>
            <a:chOff x="1045520" y="1147685"/>
            <a:chExt cx="2241952" cy="824098"/>
          </a:xfrm>
        </p:grpSpPr>
        <p:sp>
          <p:nvSpPr>
            <p:cNvPr id="62" name="TextBox 61">
              <a:extLst>
                <a:ext uri="{FF2B5EF4-FFF2-40B4-BE49-F238E27FC236}">
                  <a16:creationId xmlns:a16="http://schemas.microsoft.com/office/drawing/2014/main" id="{494D801A-882D-1A4A-6598-D355665356F9}"/>
                </a:ext>
              </a:extLst>
            </p:cNvPr>
            <p:cNvSpPr txBox="1"/>
            <p:nvPr/>
          </p:nvSpPr>
          <p:spPr>
            <a:xfrm>
              <a:off x="1045520" y="1500525"/>
              <a:ext cx="2241952" cy="471258"/>
            </a:xfrm>
            <a:prstGeom prst="rect">
              <a:avLst/>
            </a:prstGeom>
            <a:noFill/>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a:t>
              </a:r>
            </a:p>
          </p:txBody>
        </p:sp>
        <p:sp>
          <p:nvSpPr>
            <p:cNvPr id="63" name="TextBox 62">
              <a:extLst>
                <a:ext uri="{FF2B5EF4-FFF2-40B4-BE49-F238E27FC236}">
                  <a16:creationId xmlns:a16="http://schemas.microsoft.com/office/drawing/2014/main" id="{C3201AAB-ACC0-81B6-09EF-E35E8FA77A9C}"/>
                </a:ext>
              </a:extLst>
            </p:cNvPr>
            <p:cNvSpPr txBox="1"/>
            <p:nvPr/>
          </p:nvSpPr>
          <p:spPr>
            <a:xfrm>
              <a:off x="1045520" y="1147685"/>
              <a:ext cx="2241952" cy="283394"/>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Placeholder</a:t>
              </a:r>
            </a:p>
          </p:txBody>
        </p:sp>
      </p:grpSp>
      <p:grpSp>
        <p:nvGrpSpPr>
          <p:cNvPr id="64" name="Group 63">
            <a:extLst>
              <a:ext uri="{FF2B5EF4-FFF2-40B4-BE49-F238E27FC236}">
                <a16:creationId xmlns:a16="http://schemas.microsoft.com/office/drawing/2014/main" id="{C16394C2-B4DE-D21C-BCAB-8826B710EF7A}"/>
              </a:ext>
            </a:extLst>
          </p:cNvPr>
          <p:cNvGrpSpPr/>
          <p:nvPr/>
        </p:nvGrpSpPr>
        <p:grpSpPr>
          <a:xfrm>
            <a:off x="9177469" y="2351254"/>
            <a:ext cx="2241952" cy="824098"/>
            <a:chOff x="1045520" y="1147685"/>
            <a:chExt cx="2241952" cy="824098"/>
          </a:xfrm>
        </p:grpSpPr>
        <p:sp>
          <p:nvSpPr>
            <p:cNvPr id="65" name="TextBox 64">
              <a:extLst>
                <a:ext uri="{FF2B5EF4-FFF2-40B4-BE49-F238E27FC236}">
                  <a16:creationId xmlns:a16="http://schemas.microsoft.com/office/drawing/2014/main" id="{C55A1213-A47A-C528-3BCE-D669606AC99A}"/>
                </a:ext>
              </a:extLst>
            </p:cNvPr>
            <p:cNvSpPr txBox="1"/>
            <p:nvPr/>
          </p:nvSpPr>
          <p:spPr>
            <a:xfrm>
              <a:off x="1045520" y="1500525"/>
              <a:ext cx="2241952" cy="471258"/>
            </a:xfrm>
            <a:prstGeom prst="rect">
              <a:avLst/>
            </a:prstGeom>
            <a:noFill/>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a:t>
              </a:r>
            </a:p>
          </p:txBody>
        </p:sp>
        <p:sp>
          <p:nvSpPr>
            <p:cNvPr id="66" name="TextBox 65">
              <a:extLst>
                <a:ext uri="{FF2B5EF4-FFF2-40B4-BE49-F238E27FC236}">
                  <a16:creationId xmlns:a16="http://schemas.microsoft.com/office/drawing/2014/main" id="{DAB3F4F2-7B8F-562D-2EFC-91350F47824D}"/>
                </a:ext>
              </a:extLst>
            </p:cNvPr>
            <p:cNvSpPr txBox="1"/>
            <p:nvPr/>
          </p:nvSpPr>
          <p:spPr>
            <a:xfrm>
              <a:off x="1045520" y="1147685"/>
              <a:ext cx="2241952" cy="283394"/>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Placeholder</a:t>
              </a:r>
            </a:p>
          </p:txBody>
        </p:sp>
      </p:grpSp>
      <p:grpSp>
        <p:nvGrpSpPr>
          <p:cNvPr id="67" name="Group 66">
            <a:extLst>
              <a:ext uri="{FF2B5EF4-FFF2-40B4-BE49-F238E27FC236}">
                <a16:creationId xmlns:a16="http://schemas.microsoft.com/office/drawing/2014/main" id="{D0FBFE55-78BF-07A1-1A98-0C1A9B12F4C4}"/>
              </a:ext>
            </a:extLst>
          </p:cNvPr>
          <p:cNvGrpSpPr/>
          <p:nvPr/>
        </p:nvGrpSpPr>
        <p:grpSpPr>
          <a:xfrm>
            <a:off x="6912636" y="5551653"/>
            <a:ext cx="2241952" cy="824098"/>
            <a:chOff x="1045520" y="1147685"/>
            <a:chExt cx="2241952" cy="824098"/>
          </a:xfrm>
        </p:grpSpPr>
        <p:sp>
          <p:nvSpPr>
            <p:cNvPr id="68" name="TextBox 67">
              <a:extLst>
                <a:ext uri="{FF2B5EF4-FFF2-40B4-BE49-F238E27FC236}">
                  <a16:creationId xmlns:a16="http://schemas.microsoft.com/office/drawing/2014/main" id="{110D9E42-4776-E435-70A5-2F8689BE18F9}"/>
                </a:ext>
              </a:extLst>
            </p:cNvPr>
            <p:cNvSpPr txBox="1"/>
            <p:nvPr/>
          </p:nvSpPr>
          <p:spPr>
            <a:xfrm>
              <a:off x="1045520" y="1500525"/>
              <a:ext cx="2241952" cy="471258"/>
            </a:xfrm>
            <a:prstGeom prst="rect">
              <a:avLst/>
            </a:prstGeom>
            <a:noFill/>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a:t>
              </a:r>
            </a:p>
          </p:txBody>
        </p:sp>
        <p:sp>
          <p:nvSpPr>
            <p:cNvPr id="69" name="TextBox 68">
              <a:extLst>
                <a:ext uri="{FF2B5EF4-FFF2-40B4-BE49-F238E27FC236}">
                  <a16:creationId xmlns:a16="http://schemas.microsoft.com/office/drawing/2014/main" id="{4FD0DF0F-CD10-DA3F-4754-3343318FDCB8}"/>
                </a:ext>
              </a:extLst>
            </p:cNvPr>
            <p:cNvSpPr txBox="1"/>
            <p:nvPr/>
          </p:nvSpPr>
          <p:spPr>
            <a:xfrm>
              <a:off x="1045520" y="1147685"/>
              <a:ext cx="2241952" cy="283394"/>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Placeholder</a:t>
              </a:r>
            </a:p>
          </p:txBody>
        </p:sp>
      </p:grpSp>
      <p:grpSp>
        <p:nvGrpSpPr>
          <p:cNvPr id="70" name="Group 69">
            <a:extLst>
              <a:ext uri="{FF2B5EF4-FFF2-40B4-BE49-F238E27FC236}">
                <a16:creationId xmlns:a16="http://schemas.microsoft.com/office/drawing/2014/main" id="{CD86A3DC-305F-8DD0-A9CC-82B4E0387F51}"/>
              </a:ext>
            </a:extLst>
          </p:cNvPr>
          <p:cNvGrpSpPr/>
          <p:nvPr/>
        </p:nvGrpSpPr>
        <p:grpSpPr>
          <a:xfrm>
            <a:off x="9177469" y="4484854"/>
            <a:ext cx="2241952" cy="824098"/>
            <a:chOff x="1045520" y="1147685"/>
            <a:chExt cx="2241952" cy="824098"/>
          </a:xfrm>
        </p:grpSpPr>
        <p:sp>
          <p:nvSpPr>
            <p:cNvPr id="71" name="TextBox 70">
              <a:extLst>
                <a:ext uri="{FF2B5EF4-FFF2-40B4-BE49-F238E27FC236}">
                  <a16:creationId xmlns:a16="http://schemas.microsoft.com/office/drawing/2014/main" id="{8FCA995D-1AAA-74FE-D51E-68845F79A4BB}"/>
                </a:ext>
              </a:extLst>
            </p:cNvPr>
            <p:cNvSpPr txBox="1"/>
            <p:nvPr/>
          </p:nvSpPr>
          <p:spPr>
            <a:xfrm>
              <a:off x="1045520" y="1500525"/>
              <a:ext cx="2241952" cy="471258"/>
            </a:xfrm>
            <a:prstGeom prst="rect">
              <a:avLst/>
            </a:prstGeom>
            <a:noFill/>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a:t>
              </a:r>
            </a:p>
          </p:txBody>
        </p:sp>
        <p:sp>
          <p:nvSpPr>
            <p:cNvPr id="72" name="TextBox 71">
              <a:extLst>
                <a:ext uri="{FF2B5EF4-FFF2-40B4-BE49-F238E27FC236}">
                  <a16:creationId xmlns:a16="http://schemas.microsoft.com/office/drawing/2014/main" id="{1D77251A-1FBA-1683-51DA-ADE604FF112D}"/>
                </a:ext>
              </a:extLst>
            </p:cNvPr>
            <p:cNvSpPr txBox="1"/>
            <p:nvPr/>
          </p:nvSpPr>
          <p:spPr>
            <a:xfrm>
              <a:off x="1045520" y="1147685"/>
              <a:ext cx="2241952" cy="283394"/>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Placeholder</a:t>
              </a:r>
            </a:p>
          </p:txBody>
        </p:sp>
      </p:grpSp>
      <p:grpSp>
        <p:nvGrpSpPr>
          <p:cNvPr id="73" name="Group 72">
            <a:extLst>
              <a:ext uri="{FF2B5EF4-FFF2-40B4-BE49-F238E27FC236}">
                <a16:creationId xmlns:a16="http://schemas.microsoft.com/office/drawing/2014/main" id="{C8406B5A-AA66-4F0B-62B0-5005720F2459}"/>
              </a:ext>
            </a:extLst>
          </p:cNvPr>
          <p:cNvGrpSpPr/>
          <p:nvPr/>
        </p:nvGrpSpPr>
        <p:grpSpPr>
          <a:xfrm>
            <a:off x="6912636" y="3418054"/>
            <a:ext cx="2241952" cy="824098"/>
            <a:chOff x="1045520" y="1147685"/>
            <a:chExt cx="2241952" cy="824098"/>
          </a:xfrm>
        </p:grpSpPr>
        <p:sp>
          <p:nvSpPr>
            <p:cNvPr id="74" name="TextBox 73">
              <a:extLst>
                <a:ext uri="{FF2B5EF4-FFF2-40B4-BE49-F238E27FC236}">
                  <a16:creationId xmlns:a16="http://schemas.microsoft.com/office/drawing/2014/main" id="{D648F1D6-0D19-5556-5585-D536AAD6242F}"/>
                </a:ext>
              </a:extLst>
            </p:cNvPr>
            <p:cNvSpPr txBox="1"/>
            <p:nvPr/>
          </p:nvSpPr>
          <p:spPr>
            <a:xfrm>
              <a:off x="1045520" y="1500525"/>
              <a:ext cx="2241952" cy="471258"/>
            </a:xfrm>
            <a:prstGeom prst="rect">
              <a:avLst/>
            </a:prstGeom>
            <a:noFill/>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prstClr val="black">
                      <a:lumMod val="85000"/>
                      <a:lumOff val="15000"/>
                    </a:prstClr>
                  </a:solidFill>
                  <a:effectLst/>
                  <a:uLnTx/>
                  <a:uFillTx/>
                  <a:latin typeface="Segoe UI"/>
                  <a:ea typeface="Open Sans" panose="020B0606030504020204" pitchFamily="34" charset="0"/>
                  <a:cs typeface="Open Sans" panose="020B0606030504020204" pitchFamily="34" charset="0"/>
                </a:rPr>
                <a:t>This is a sample text. Insert your desired text here</a:t>
              </a:r>
            </a:p>
          </p:txBody>
        </p:sp>
        <p:sp>
          <p:nvSpPr>
            <p:cNvPr id="75" name="TextBox 74">
              <a:extLst>
                <a:ext uri="{FF2B5EF4-FFF2-40B4-BE49-F238E27FC236}">
                  <a16:creationId xmlns:a16="http://schemas.microsoft.com/office/drawing/2014/main" id="{CEB673CB-D1D3-ABD2-F3FF-DABA156A4D2B}"/>
                </a:ext>
              </a:extLst>
            </p:cNvPr>
            <p:cNvSpPr txBox="1"/>
            <p:nvPr/>
          </p:nvSpPr>
          <p:spPr>
            <a:xfrm>
              <a:off x="1045520" y="1147685"/>
              <a:ext cx="2241952" cy="283394"/>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Placeholder</a:t>
              </a:r>
            </a:p>
          </p:txBody>
        </p:sp>
      </p:grpSp>
      <p:cxnSp>
        <p:nvCxnSpPr>
          <p:cNvPr id="80" name="Straight Connector 79">
            <a:extLst>
              <a:ext uri="{FF2B5EF4-FFF2-40B4-BE49-F238E27FC236}">
                <a16:creationId xmlns:a16="http://schemas.microsoft.com/office/drawing/2014/main" id="{5B9E38C1-BE31-E72B-622C-CFF4ECC624FA}"/>
              </a:ext>
            </a:extLst>
          </p:cNvPr>
          <p:cNvCxnSpPr>
            <a:cxnSpLocks/>
          </p:cNvCxnSpPr>
          <p:nvPr/>
        </p:nvCxnSpPr>
        <p:spPr>
          <a:xfrm flipH="1">
            <a:off x="3531761" y="1600322"/>
            <a:ext cx="2562317"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07BDF039-F278-41A3-FC7D-CAD3CBDCBA8A}"/>
              </a:ext>
            </a:extLst>
          </p:cNvPr>
          <p:cNvCxnSpPr>
            <a:cxnSpLocks/>
          </p:cNvCxnSpPr>
          <p:nvPr/>
        </p:nvCxnSpPr>
        <p:spPr>
          <a:xfrm flipH="1">
            <a:off x="4363791" y="2612694"/>
            <a:ext cx="3954483"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1FC8971A-41D6-5F5D-072E-EB880CACF88E}"/>
              </a:ext>
            </a:extLst>
          </p:cNvPr>
          <p:cNvCxnSpPr>
            <a:cxnSpLocks/>
          </p:cNvCxnSpPr>
          <p:nvPr/>
        </p:nvCxnSpPr>
        <p:spPr>
          <a:xfrm flipH="1">
            <a:off x="4578811" y="3723037"/>
            <a:ext cx="1515267"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7E5114E6-5A93-94E6-80B8-4BA57D88F952}"/>
              </a:ext>
            </a:extLst>
          </p:cNvPr>
          <p:cNvCxnSpPr>
            <a:cxnSpLocks/>
          </p:cNvCxnSpPr>
          <p:nvPr/>
        </p:nvCxnSpPr>
        <p:spPr>
          <a:xfrm flipH="1">
            <a:off x="4494671" y="4768065"/>
            <a:ext cx="3823602"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E72BD9F1-8610-E1D6-CA34-B811824FA185}"/>
              </a:ext>
            </a:extLst>
          </p:cNvPr>
          <p:cNvCxnSpPr>
            <a:cxnSpLocks/>
          </p:cNvCxnSpPr>
          <p:nvPr/>
        </p:nvCxnSpPr>
        <p:spPr>
          <a:xfrm flipH="1">
            <a:off x="3485017" y="6041694"/>
            <a:ext cx="2609061"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D063465A-762E-F6AE-CA73-6C7113716652}"/>
              </a:ext>
            </a:extLst>
          </p:cNvPr>
          <p:cNvSpPr txBox="1"/>
          <p:nvPr/>
        </p:nvSpPr>
        <p:spPr>
          <a:xfrm>
            <a:off x="949239" y="2872155"/>
            <a:ext cx="1889250" cy="1882890"/>
          </a:xfrm>
          <a:prstGeom prst="rect">
            <a:avLst/>
          </a:prstGeom>
          <a:noFill/>
        </p:spPr>
        <p:txBody>
          <a:bodyPr spcFirstLastPara="1" wrap="square" lIns="0" tIns="0" rIns="0" bIns="0" numCol="1" anchor="ctr">
            <a:prstTxWarp prst="textArchDown">
              <a:avLst/>
            </a:prstTxWarp>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Segoe UI"/>
                <a:ea typeface="+mn-ea"/>
                <a:cs typeface="+mn-cs"/>
              </a:rPr>
              <a:t>5-Step Semi-circular Infographic</a:t>
            </a:r>
            <a:endParaRPr kumimoji="0" lang="en-IN" sz="14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endParaRPr>
          </a:p>
        </p:txBody>
      </p:sp>
      <p:sp>
        <p:nvSpPr>
          <p:cNvPr id="93" name="Graphic 50" descr="Advertising with solid fill">
            <a:extLst>
              <a:ext uri="{FF2B5EF4-FFF2-40B4-BE49-F238E27FC236}">
                <a16:creationId xmlns:a16="http://schemas.microsoft.com/office/drawing/2014/main" id="{814C350A-67F0-B359-BB3F-24DB0037F30B}"/>
              </a:ext>
            </a:extLst>
          </p:cNvPr>
          <p:cNvSpPr/>
          <p:nvPr/>
        </p:nvSpPr>
        <p:spPr>
          <a:xfrm>
            <a:off x="2190283" y="2121877"/>
            <a:ext cx="336282" cy="336282"/>
          </a:xfrm>
          <a:custGeom>
            <a:avLst/>
            <a:gdLst>
              <a:gd name="connsiteX0" fmla="*/ 535828 w 535828"/>
              <a:gd name="connsiteY0" fmla="*/ 341591 h 535828"/>
              <a:gd name="connsiteX1" fmla="*/ 535828 w 535828"/>
              <a:gd name="connsiteY1" fmla="*/ 46885 h 535828"/>
              <a:gd name="connsiteX2" fmla="*/ 442058 w 535828"/>
              <a:gd name="connsiteY2" fmla="*/ 46885 h 535828"/>
              <a:gd name="connsiteX3" fmla="*/ 442058 w 535828"/>
              <a:gd name="connsiteY3" fmla="*/ 26791 h 535828"/>
              <a:gd name="connsiteX4" fmla="*/ 455454 w 535828"/>
              <a:gd name="connsiteY4" fmla="*/ 13396 h 535828"/>
              <a:gd name="connsiteX5" fmla="*/ 442058 w 535828"/>
              <a:gd name="connsiteY5" fmla="*/ 0 h 535828"/>
              <a:gd name="connsiteX6" fmla="*/ 415267 w 535828"/>
              <a:gd name="connsiteY6" fmla="*/ 0 h 535828"/>
              <a:gd name="connsiteX7" fmla="*/ 401871 w 535828"/>
              <a:gd name="connsiteY7" fmla="*/ 13396 h 535828"/>
              <a:gd name="connsiteX8" fmla="*/ 415267 w 535828"/>
              <a:gd name="connsiteY8" fmla="*/ 26791 h 535828"/>
              <a:gd name="connsiteX9" fmla="*/ 415267 w 535828"/>
              <a:gd name="connsiteY9" fmla="*/ 46885 h 535828"/>
              <a:gd name="connsiteX10" fmla="*/ 281310 w 535828"/>
              <a:gd name="connsiteY10" fmla="*/ 46885 h 535828"/>
              <a:gd name="connsiteX11" fmla="*/ 281310 w 535828"/>
              <a:gd name="connsiteY11" fmla="*/ 26791 h 535828"/>
              <a:gd name="connsiteX12" fmla="*/ 294706 w 535828"/>
              <a:gd name="connsiteY12" fmla="*/ 13396 h 535828"/>
              <a:gd name="connsiteX13" fmla="*/ 281310 w 535828"/>
              <a:gd name="connsiteY13" fmla="*/ 0 h 535828"/>
              <a:gd name="connsiteX14" fmla="*/ 254518 w 535828"/>
              <a:gd name="connsiteY14" fmla="*/ 0 h 535828"/>
              <a:gd name="connsiteX15" fmla="*/ 241123 w 535828"/>
              <a:gd name="connsiteY15" fmla="*/ 13396 h 535828"/>
              <a:gd name="connsiteX16" fmla="*/ 254518 w 535828"/>
              <a:gd name="connsiteY16" fmla="*/ 26791 h 535828"/>
              <a:gd name="connsiteX17" fmla="*/ 254518 w 535828"/>
              <a:gd name="connsiteY17" fmla="*/ 46885 h 535828"/>
              <a:gd name="connsiteX18" fmla="*/ 120561 w 535828"/>
              <a:gd name="connsiteY18" fmla="*/ 46885 h 535828"/>
              <a:gd name="connsiteX19" fmla="*/ 120561 w 535828"/>
              <a:gd name="connsiteY19" fmla="*/ 26791 h 535828"/>
              <a:gd name="connsiteX20" fmla="*/ 133957 w 535828"/>
              <a:gd name="connsiteY20" fmla="*/ 13396 h 535828"/>
              <a:gd name="connsiteX21" fmla="*/ 120561 w 535828"/>
              <a:gd name="connsiteY21" fmla="*/ 0 h 535828"/>
              <a:gd name="connsiteX22" fmla="*/ 93770 w 535828"/>
              <a:gd name="connsiteY22" fmla="*/ 0 h 535828"/>
              <a:gd name="connsiteX23" fmla="*/ 80374 w 535828"/>
              <a:gd name="connsiteY23" fmla="*/ 13396 h 535828"/>
              <a:gd name="connsiteX24" fmla="*/ 93770 w 535828"/>
              <a:gd name="connsiteY24" fmla="*/ 26791 h 535828"/>
              <a:gd name="connsiteX25" fmla="*/ 93770 w 535828"/>
              <a:gd name="connsiteY25" fmla="*/ 46885 h 535828"/>
              <a:gd name="connsiteX26" fmla="*/ 0 w 535828"/>
              <a:gd name="connsiteY26" fmla="*/ 46885 h 535828"/>
              <a:gd name="connsiteX27" fmla="*/ 0 w 535828"/>
              <a:gd name="connsiteY27" fmla="*/ 341591 h 535828"/>
              <a:gd name="connsiteX28" fmla="*/ 16745 w 535828"/>
              <a:gd name="connsiteY28" fmla="*/ 341591 h 535828"/>
              <a:gd name="connsiteX29" fmla="*/ 16745 w 535828"/>
              <a:gd name="connsiteY29" fmla="*/ 368382 h 535828"/>
              <a:gd name="connsiteX30" fmla="*/ 13396 w 535828"/>
              <a:gd name="connsiteY30" fmla="*/ 368382 h 535828"/>
              <a:gd name="connsiteX31" fmla="*/ 0 w 535828"/>
              <a:gd name="connsiteY31" fmla="*/ 381778 h 535828"/>
              <a:gd name="connsiteX32" fmla="*/ 13396 w 535828"/>
              <a:gd name="connsiteY32" fmla="*/ 395173 h 535828"/>
              <a:gd name="connsiteX33" fmla="*/ 87072 w 535828"/>
              <a:gd name="connsiteY33" fmla="*/ 395173 h 535828"/>
              <a:gd name="connsiteX34" fmla="*/ 87072 w 535828"/>
              <a:gd name="connsiteY34" fmla="*/ 535828 h 535828"/>
              <a:gd name="connsiteX35" fmla="*/ 127259 w 535828"/>
              <a:gd name="connsiteY35" fmla="*/ 535828 h 535828"/>
              <a:gd name="connsiteX36" fmla="*/ 127259 w 535828"/>
              <a:gd name="connsiteY36" fmla="*/ 395173 h 535828"/>
              <a:gd name="connsiteX37" fmla="*/ 408569 w 535828"/>
              <a:gd name="connsiteY37" fmla="*/ 395173 h 535828"/>
              <a:gd name="connsiteX38" fmla="*/ 408569 w 535828"/>
              <a:gd name="connsiteY38" fmla="*/ 535828 h 535828"/>
              <a:gd name="connsiteX39" fmla="*/ 448756 w 535828"/>
              <a:gd name="connsiteY39" fmla="*/ 535828 h 535828"/>
              <a:gd name="connsiteX40" fmla="*/ 448756 w 535828"/>
              <a:gd name="connsiteY40" fmla="*/ 395173 h 535828"/>
              <a:gd name="connsiteX41" fmla="*/ 522433 w 535828"/>
              <a:gd name="connsiteY41" fmla="*/ 395173 h 535828"/>
              <a:gd name="connsiteX42" fmla="*/ 535828 w 535828"/>
              <a:gd name="connsiteY42" fmla="*/ 381778 h 535828"/>
              <a:gd name="connsiteX43" fmla="*/ 522433 w 535828"/>
              <a:gd name="connsiteY43" fmla="*/ 368382 h 535828"/>
              <a:gd name="connsiteX44" fmla="*/ 519084 w 535828"/>
              <a:gd name="connsiteY44" fmla="*/ 368382 h 535828"/>
              <a:gd name="connsiteX45" fmla="*/ 519084 w 535828"/>
              <a:gd name="connsiteY45" fmla="*/ 341591 h 535828"/>
              <a:gd name="connsiteX46" fmla="*/ 338242 w 535828"/>
              <a:gd name="connsiteY46" fmla="*/ 341591 h 535828"/>
              <a:gd name="connsiteX47" fmla="*/ 338242 w 535828"/>
              <a:gd name="connsiteY47" fmla="*/ 368382 h 535828"/>
              <a:gd name="connsiteX48" fmla="*/ 308905 w 535828"/>
              <a:gd name="connsiteY48" fmla="*/ 368382 h 535828"/>
              <a:gd name="connsiteX49" fmla="*/ 335696 w 535828"/>
              <a:gd name="connsiteY49" fmla="*/ 341591 h 535828"/>
              <a:gd name="connsiteX50" fmla="*/ 358335 w 535828"/>
              <a:gd name="connsiteY50" fmla="*/ 368382 h 535828"/>
              <a:gd name="connsiteX51" fmla="*/ 358335 w 535828"/>
              <a:gd name="connsiteY51" fmla="*/ 341591 h 535828"/>
              <a:gd name="connsiteX52" fmla="*/ 387672 w 535828"/>
              <a:gd name="connsiteY52" fmla="*/ 341591 h 535828"/>
              <a:gd name="connsiteX53" fmla="*/ 360880 w 535828"/>
              <a:gd name="connsiteY53" fmla="*/ 368382 h 535828"/>
              <a:gd name="connsiteX54" fmla="*/ 280506 w 535828"/>
              <a:gd name="connsiteY54" fmla="*/ 368382 h 535828"/>
              <a:gd name="connsiteX55" fmla="*/ 277961 w 535828"/>
              <a:gd name="connsiteY55" fmla="*/ 368382 h 535828"/>
              <a:gd name="connsiteX56" fmla="*/ 277961 w 535828"/>
              <a:gd name="connsiteY56" fmla="*/ 341591 h 535828"/>
              <a:gd name="connsiteX57" fmla="*/ 307298 w 535828"/>
              <a:gd name="connsiteY57" fmla="*/ 341591 h 535828"/>
              <a:gd name="connsiteX58" fmla="*/ 257867 w 535828"/>
              <a:gd name="connsiteY58" fmla="*/ 341591 h 535828"/>
              <a:gd name="connsiteX59" fmla="*/ 257867 w 535828"/>
              <a:gd name="connsiteY59" fmla="*/ 368382 h 535828"/>
              <a:gd name="connsiteX60" fmla="*/ 228531 w 535828"/>
              <a:gd name="connsiteY60" fmla="*/ 368382 h 535828"/>
              <a:gd name="connsiteX61" fmla="*/ 255322 w 535828"/>
              <a:gd name="connsiteY61" fmla="*/ 341591 h 535828"/>
              <a:gd name="connsiteX62" fmla="*/ 200132 w 535828"/>
              <a:gd name="connsiteY62" fmla="*/ 368382 h 535828"/>
              <a:gd name="connsiteX63" fmla="*/ 197587 w 535828"/>
              <a:gd name="connsiteY63" fmla="*/ 368382 h 535828"/>
              <a:gd name="connsiteX64" fmla="*/ 197587 w 535828"/>
              <a:gd name="connsiteY64" fmla="*/ 341591 h 535828"/>
              <a:gd name="connsiteX65" fmla="*/ 226923 w 535828"/>
              <a:gd name="connsiteY65" fmla="*/ 341591 h 535828"/>
              <a:gd name="connsiteX66" fmla="*/ 177493 w 535828"/>
              <a:gd name="connsiteY66" fmla="*/ 341591 h 535828"/>
              <a:gd name="connsiteX67" fmla="*/ 177493 w 535828"/>
              <a:gd name="connsiteY67" fmla="*/ 368382 h 535828"/>
              <a:gd name="connsiteX68" fmla="*/ 148157 w 535828"/>
              <a:gd name="connsiteY68" fmla="*/ 368382 h 535828"/>
              <a:gd name="connsiteX69" fmla="*/ 174948 w 535828"/>
              <a:gd name="connsiteY69" fmla="*/ 341591 h 535828"/>
              <a:gd name="connsiteX70" fmla="*/ 119758 w 535828"/>
              <a:gd name="connsiteY70" fmla="*/ 368382 h 535828"/>
              <a:gd name="connsiteX71" fmla="*/ 117212 w 535828"/>
              <a:gd name="connsiteY71" fmla="*/ 368382 h 535828"/>
              <a:gd name="connsiteX72" fmla="*/ 117212 w 535828"/>
              <a:gd name="connsiteY72" fmla="*/ 341591 h 535828"/>
              <a:gd name="connsiteX73" fmla="*/ 146549 w 535828"/>
              <a:gd name="connsiteY73" fmla="*/ 341591 h 535828"/>
              <a:gd name="connsiteX74" fmla="*/ 97119 w 535828"/>
              <a:gd name="connsiteY74" fmla="*/ 341591 h 535828"/>
              <a:gd name="connsiteX75" fmla="*/ 97119 w 535828"/>
              <a:gd name="connsiteY75" fmla="*/ 368382 h 535828"/>
              <a:gd name="connsiteX76" fmla="*/ 67782 w 535828"/>
              <a:gd name="connsiteY76" fmla="*/ 368382 h 535828"/>
              <a:gd name="connsiteX77" fmla="*/ 94574 w 535828"/>
              <a:gd name="connsiteY77" fmla="*/ 341591 h 535828"/>
              <a:gd name="connsiteX78" fmla="*/ 416071 w 535828"/>
              <a:gd name="connsiteY78" fmla="*/ 341591 h 535828"/>
              <a:gd name="connsiteX79" fmla="*/ 418616 w 535828"/>
              <a:gd name="connsiteY79" fmla="*/ 341591 h 535828"/>
              <a:gd name="connsiteX80" fmla="*/ 418616 w 535828"/>
              <a:gd name="connsiteY80" fmla="*/ 368382 h 535828"/>
              <a:gd name="connsiteX81" fmla="*/ 389279 w 535828"/>
              <a:gd name="connsiteY81" fmla="*/ 368382 h 535828"/>
              <a:gd name="connsiteX82" fmla="*/ 438709 w 535828"/>
              <a:gd name="connsiteY82" fmla="*/ 368382 h 535828"/>
              <a:gd name="connsiteX83" fmla="*/ 438709 w 535828"/>
              <a:gd name="connsiteY83" fmla="*/ 341591 h 535828"/>
              <a:gd name="connsiteX84" fmla="*/ 468046 w 535828"/>
              <a:gd name="connsiteY84" fmla="*/ 341591 h 535828"/>
              <a:gd name="connsiteX85" fmla="*/ 441255 w 535828"/>
              <a:gd name="connsiteY85" fmla="*/ 368382 h 535828"/>
              <a:gd name="connsiteX86" fmla="*/ 26791 w 535828"/>
              <a:gd name="connsiteY86" fmla="*/ 73676 h 535828"/>
              <a:gd name="connsiteX87" fmla="*/ 509037 w 535828"/>
              <a:gd name="connsiteY87" fmla="*/ 73676 h 535828"/>
              <a:gd name="connsiteX88" fmla="*/ 509037 w 535828"/>
              <a:gd name="connsiteY88" fmla="*/ 314799 h 535828"/>
              <a:gd name="connsiteX89" fmla="*/ 26791 w 535828"/>
              <a:gd name="connsiteY89" fmla="*/ 314799 h 535828"/>
              <a:gd name="connsiteX90" fmla="*/ 36838 w 535828"/>
              <a:gd name="connsiteY90" fmla="*/ 341591 h 535828"/>
              <a:gd name="connsiteX91" fmla="*/ 66175 w 535828"/>
              <a:gd name="connsiteY91" fmla="*/ 341591 h 535828"/>
              <a:gd name="connsiteX92" fmla="*/ 39383 w 535828"/>
              <a:gd name="connsiteY92" fmla="*/ 368382 h 535828"/>
              <a:gd name="connsiteX93" fmla="*/ 36838 w 535828"/>
              <a:gd name="connsiteY93" fmla="*/ 368382 h 535828"/>
              <a:gd name="connsiteX94" fmla="*/ 498990 w 535828"/>
              <a:gd name="connsiteY94" fmla="*/ 368382 h 535828"/>
              <a:gd name="connsiteX95" fmla="*/ 469654 w 535828"/>
              <a:gd name="connsiteY95" fmla="*/ 368382 h 535828"/>
              <a:gd name="connsiteX96" fmla="*/ 496445 w 535828"/>
              <a:gd name="connsiteY96" fmla="*/ 341591 h 535828"/>
              <a:gd name="connsiteX97" fmla="*/ 498990 w 535828"/>
              <a:gd name="connsiteY97" fmla="*/ 341591 h 5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35828" h="535828">
                <a:moveTo>
                  <a:pt x="535828" y="341591"/>
                </a:moveTo>
                <a:lnTo>
                  <a:pt x="535828" y="46885"/>
                </a:lnTo>
                <a:lnTo>
                  <a:pt x="442058" y="46885"/>
                </a:lnTo>
                <a:lnTo>
                  <a:pt x="442058" y="26791"/>
                </a:lnTo>
                <a:cubicBezTo>
                  <a:pt x="449457" y="26791"/>
                  <a:pt x="455454" y="20794"/>
                  <a:pt x="455454" y="13396"/>
                </a:cubicBezTo>
                <a:cubicBezTo>
                  <a:pt x="455454" y="5997"/>
                  <a:pt x="449457" y="0"/>
                  <a:pt x="442058" y="0"/>
                </a:cubicBezTo>
                <a:lnTo>
                  <a:pt x="415267" y="0"/>
                </a:lnTo>
                <a:cubicBezTo>
                  <a:pt x="407869" y="0"/>
                  <a:pt x="401871" y="5997"/>
                  <a:pt x="401871" y="13396"/>
                </a:cubicBezTo>
                <a:cubicBezTo>
                  <a:pt x="401871" y="20794"/>
                  <a:pt x="407869" y="26791"/>
                  <a:pt x="415267" y="26791"/>
                </a:cubicBezTo>
                <a:lnTo>
                  <a:pt x="415267" y="46885"/>
                </a:lnTo>
                <a:lnTo>
                  <a:pt x="281310" y="46885"/>
                </a:lnTo>
                <a:lnTo>
                  <a:pt x="281310" y="26791"/>
                </a:lnTo>
                <a:cubicBezTo>
                  <a:pt x="288708" y="26791"/>
                  <a:pt x="294706" y="20794"/>
                  <a:pt x="294706" y="13396"/>
                </a:cubicBezTo>
                <a:cubicBezTo>
                  <a:pt x="294706" y="5997"/>
                  <a:pt x="288708" y="0"/>
                  <a:pt x="281310" y="0"/>
                </a:cubicBezTo>
                <a:lnTo>
                  <a:pt x="254518" y="0"/>
                </a:lnTo>
                <a:cubicBezTo>
                  <a:pt x="247120" y="0"/>
                  <a:pt x="241123" y="5997"/>
                  <a:pt x="241123" y="13396"/>
                </a:cubicBezTo>
                <a:cubicBezTo>
                  <a:pt x="241123" y="20794"/>
                  <a:pt x="247120" y="26791"/>
                  <a:pt x="254518" y="26791"/>
                </a:cubicBezTo>
                <a:lnTo>
                  <a:pt x="254518" y="46885"/>
                </a:lnTo>
                <a:lnTo>
                  <a:pt x="120561" y="46885"/>
                </a:lnTo>
                <a:lnTo>
                  <a:pt x="120561" y="26791"/>
                </a:lnTo>
                <a:cubicBezTo>
                  <a:pt x="127960" y="26791"/>
                  <a:pt x="133957" y="20794"/>
                  <a:pt x="133957" y="13396"/>
                </a:cubicBezTo>
                <a:cubicBezTo>
                  <a:pt x="133957" y="5997"/>
                  <a:pt x="127960" y="0"/>
                  <a:pt x="120561" y="0"/>
                </a:cubicBezTo>
                <a:lnTo>
                  <a:pt x="93770" y="0"/>
                </a:lnTo>
                <a:cubicBezTo>
                  <a:pt x="86372" y="0"/>
                  <a:pt x="80374" y="5997"/>
                  <a:pt x="80374" y="13396"/>
                </a:cubicBezTo>
                <a:cubicBezTo>
                  <a:pt x="80374" y="20794"/>
                  <a:pt x="86372" y="26791"/>
                  <a:pt x="93770" y="26791"/>
                </a:cubicBezTo>
                <a:lnTo>
                  <a:pt x="93770" y="46885"/>
                </a:lnTo>
                <a:lnTo>
                  <a:pt x="0" y="46885"/>
                </a:lnTo>
                <a:lnTo>
                  <a:pt x="0" y="341591"/>
                </a:lnTo>
                <a:lnTo>
                  <a:pt x="16745" y="341591"/>
                </a:lnTo>
                <a:lnTo>
                  <a:pt x="16745" y="368382"/>
                </a:lnTo>
                <a:lnTo>
                  <a:pt x="13396" y="368382"/>
                </a:lnTo>
                <a:cubicBezTo>
                  <a:pt x="5997" y="368382"/>
                  <a:pt x="0" y="374379"/>
                  <a:pt x="0" y="381778"/>
                </a:cubicBezTo>
                <a:cubicBezTo>
                  <a:pt x="0" y="389176"/>
                  <a:pt x="5997" y="395173"/>
                  <a:pt x="13396" y="395173"/>
                </a:cubicBezTo>
                <a:lnTo>
                  <a:pt x="87072" y="395173"/>
                </a:lnTo>
                <a:lnTo>
                  <a:pt x="87072" y="535828"/>
                </a:lnTo>
                <a:lnTo>
                  <a:pt x="127259" y="535828"/>
                </a:lnTo>
                <a:lnTo>
                  <a:pt x="127259" y="395173"/>
                </a:lnTo>
                <a:lnTo>
                  <a:pt x="408569" y="395173"/>
                </a:lnTo>
                <a:lnTo>
                  <a:pt x="408569" y="535828"/>
                </a:lnTo>
                <a:lnTo>
                  <a:pt x="448756" y="535828"/>
                </a:lnTo>
                <a:lnTo>
                  <a:pt x="448756" y="395173"/>
                </a:lnTo>
                <a:lnTo>
                  <a:pt x="522433" y="395173"/>
                </a:lnTo>
                <a:cubicBezTo>
                  <a:pt x="529831" y="395173"/>
                  <a:pt x="535828" y="389176"/>
                  <a:pt x="535828" y="381778"/>
                </a:cubicBezTo>
                <a:cubicBezTo>
                  <a:pt x="535828" y="374379"/>
                  <a:pt x="529831" y="368382"/>
                  <a:pt x="522433" y="368382"/>
                </a:cubicBezTo>
                <a:lnTo>
                  <a:pt x="519084" y="368382"/>
                </a:lnTo>
                <a:lnTo>
                  <a:pt x="519084" y="341591"/>
                </a:lnTo>
                <a:close/>
                <a:moveTo>
                  <a:pt x="338242" y="341591"/>
                </a:moveTo>
                <a:lnTo>
                  <a:pt x="338242" y="368382"/>
                </a:lnTo>
                <a:lnTo>
                  <a:pt x="308905" y="368382"/>
                </a:lnTo>
                <a:lnTo>
                  <a:pt x="335696" y="341591"/>
                </a:lnTo>
                <a:close/>
                <a:moveTo>
                  <a:pt x="358335" y="368382"/>
                </a:moveTo>
                <a:lnTo>
                  <a:pt x="358335" y="341591"/>
                </a:lnTo>
                <a:lnTo>
                  <a:pt x="387672" y="341591"/>
                </a:lnTo>
                <a:lnTo>
                  <a:pt x="360880" y="368382"/>
                </a:lnTo>
                <a:close/>
                <a:moveTo>
                  <a:pt x="280506" y="368382"/>
                </a:moveTo>
                <a:lnTo>
                  <a:pt x="277961" y="368382"/>
                </a:lnTo>
                <a:lnTo>
                  <a:pt x="277961" y="341591"/>
                </a:lnTo>
                <a:lnTo>
                  <a:pt x="307298" y="341591"/>
                </a:lnTo>
                <a:close/>
                <a:moveTo>
                  <a:pt x="257867" y="341591"/>
                </a:moveTo>
                <a:lnTo>
                  <a:pt x="257867" y="368382"/>
                </a:lnTo>
                <a:lnTo>
                  <a:pt x="228531" y="368382"/>
                </a:lnTo>
                <a:lnTo>
                  <a:pt x="255322" y="341591"/>
                </a:lnTo>
                <a:close/>
                <a:moveTo>
                  <a:pt x="200132" y="368382"/>
                </a:moveTo>
                <a:lnTo>
                  <a:pt x="197587" y="368382"/>
                </a:lnTo>
                <a:lnTo>
                  <a:pt x="197587" y="341591"/>
                </a:lnTo>
                <a:lnTo>
                  <a:pt x="226923" y="341591"/>
                </a:lnTo>
                <a:close/>
                <a:moveTo>
                  <a:pt x="177493" y="341591"/>
                </a:moveTo>
                <a:lnTo>
                  <a:pt x="177493" y="368382"/>
                </a:lnTo>
                <a:lnTo>
                  <a:pt x="148157" y="368382"/>
                </a:lnTo>
                <a:lnTo>
                  <a:pt x="174948" y="341591"/>
                </a:lnTo>
                <a:close/>
                <a:moveTo>
                  <a:pt x="119758" y="368382"/>
                </a:moveTo>
                <a:lnTo>
                  <a:pt x="117212" y="368382"/>
                </a:lnTo>
                <a:lnTo>
                  <a:pt x="117212" y="341591"/>
                </a:lnTo>
                <a:lnTo>
                  <a:pt x="146549" y="341591"/>
                </a:lnTo>
                <a:close/>
                <a:moveTo>
                  <a:pt x="97119" y="341591"/>
                </a:moveTo>
                <a:lnTo>
                  <a:pt x="97119" y="368382"/>
                </a:lnTo>
                <a:lnTo>
                  <a:pt x="67782" y="368382"/>
                </a:lnTo>
                <a:lnTo>
                  <a:pt x="94574" y="341591"/>
                </a:lnTo>
                <a:close/>
                <a:moveTo>
                  <a:pt x="416071" y="341591"/>
                </a:moveTo>
                <a:lnTo>
                  <a:pt x="418616" y="341591"/>
                </a:lnTo>
                <a:lnTo>
                  <a:pt x="418616" y="368382"/>
                </a:lnTo>
                <a:lnTo>
                  <a:pt x="389279" y="368382"/>
                </a:lnTo>
                <a:close/>
                <a:moveTo>
                  <a:pt x="438709" y="368382"/>
                </a:moveTo>
                <a:lnTo>
                  <a:pt x="438709" y="341591"/>
                </a:lnTo>
                <a:lnTo>
                  <a:pt x="468046" y="341591"/>
                </a:lnTo>
                <a:lnTo>
                  <a:pt x="441255" y="368382"/>
                </a:lnTo>
                <a:close/>
                <a:moveTo>
                  <a:pt x="26791" y="73676"/>
                </a:moveTo>
                <a:lnTo>
                  <a:pt x="509037" y="73676"/>
                </a:lnTo>
                <a:lnTo>
                  <a:pt x="509037" y="314799"/>
                </a:lnTo>
                <a:lnTo>
                  <a:pt x="26791" y="314799"/>
                </a:lnTo>
                <a:close/>
                <a:moveTo>
                  <a:pt x="36838" y="341591"/>
                </a:moveTo>
                <a:lnTo>
                  <a:pt x="66175" y="341591"/>
                </a:lnTo>
                <a:lnTo>
                  <a:pt x="39383" y="368382"/>
                </a:lnTo>
                <a:lnTo>
                  <a:pt x="36838" y="368382"/>
                </a:lnTo>
                <a:close/>
                <a:moveTo>
                  <a:pt x="498990" y="368382"/>
                </a:moveTo>
                <a:lnTo>
                  <a:pt x="469654" y="368382"/>
                </a:lnTo>
                <a:lnTo>
                  <a:pt x="496445" y="341591"/>
                </a:lnTo>
                <a:lnTo>
                  <a:pt x="498990" y="341591"/>
                </a:lnTo>
                <a:close/>
              </a:path>
            </a:pathLst>
          </a:custGeom>
          <a:solidFill>
            <a:schemeClr val="tx1">
              <a:lumMod val="75000"/>
              <a:lumOff val="25000"/>
            </a:schemeClr>
          </a:solidFill>
          <a:ln w="664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94" name="Graphic 52" descr="Bank with solid fill">
            <a:extLst>
              <a:ext uri="{FF2B5EF4-FFF2-40B4-BE49-F238E27FC236}">
                <a16:creationId xmlns:a16="http://schemas.microsoft.com/office/drawing/2014/main" id="{8A3C49CC-7D17-FA8F-4E41-A48CA2ED34D8}"/>
              </a:ext>
            </a:extLst>
          </p:cNvPr>
          <p:cNvSpPr/>
          <p:nvPr/>
        </p:nvSpPr>
        <p:spPr>
          <a:xfrm>
            <a:off x="3036061" y="2669682"/>
            <a:ext cx="319470" cy="302654"/>
          </a:xfrm>
          <a:custGeom>
            <a:avLst/>
            <a:gdLst>
              <a:gd name="connsiteX0" fmla="*/ 462152 w 509036"/>
              <a:gd name="connsiteY0" fmla="*/ 421965 h 482245"/>
              <a:gd name="connsiteX1" fmla="*/ 462152 w 509036"/>
              <a:gd name="connsiteY1" fmla="*/ 408569 h 482245"/>
              <a:gd name="connsiteX2" fmla="*/ 435361 w 509036"/>
              <a:gd name="connsiteY2" fmla="*/ 408569 h 482245"/>
              <a:gd name="connsiteX3" fmla="*/ 435361 w 509036"/>
              <a:gd name="connsiteY3" fmla="*/ 180842 h 482245"/>
              <a:gd name="connsiteX4" fmla="*/ 462152 w 509036"/>
              <a:gd name="connsiteY4" fmla="*/ 180842 h 482245"/>
              <a:gd name="connsiteX5" fmla="*/ 462152 w 509036"/>
              <a:gd name="connsiteY5" fmla="*/ 167446 h 482245"/>
              <a:gd name="connsiteX6" fmla="*/ 482246 w 509036"/>
              <a:gd name="connsiteY6" fmla="*/ 167446 h 482245"/>
              <a:gd name="connsiteX7" fmla="*/ 482246 w 509036"/>
              <a:gd name="connsiteY7" fmla="*/ 127259 h 482245"/>
              <a:gd name="connsiteX8" fmla="*/ 462152 w 509036"/>
              <a:gd name="connsiteY8" fmla="*/ 127259 h 482245"/>
              <a:gd name="connsiteX9" fmla="*/ 254518 w 509036"/>
              <a:gd name="connsiteY9" fmla="*/ 0 h 482245"/>
              <a:gd name="connsiteX10" fmla="*/ 46885 w 509036"/>
              <a:gd name="connsiteY10" fmla="*/ 127259 h 482245"/>
              <a:gd name="connsiteX11" fmla="*/ 26791 w 509036"/>
              <a:gd name="connsiteY11" fmla="*/ 127259 h 482245"/>
              <a:gd name="connsiteX12" fmla="*/ 26791 w 509036"/>
              <a:gd name="connsiteY12" fmla="*/ 167446 h 482245"/>
              <a:gd name="connsiteX13" fmla="*/ 46885 w 509036"/>
              <a:gd name="connsiteY13" fmla="*/ 167446 h 482245"/>
              <a:gd name="connsiteX14" fmla="*/ 46885 w 509036"/>
              <a:gd name="connsiteY14" fmla="*/ 180842 h 482245"/>
              <a:gd name="connsiteX15" fmla="*/ 73676 w 509036"/>
              <a:gd name="connsiteY15" fmla="*/ 180842 h 482245"/>
              <a:gd name="connsiteX16" fmla="*/ 73676 w 509036"/>
              <a:gd name="connsiteY16" fmla="*/ 408569 h 482245"/>
              <a:gd name="connsiteX17" fmla="*/ 46885 w 509036"/>
              <a:gd name="connsiteY17" fmla="*/ 408569 h 482245"/>
              <a:gd name="connsiteX18" fmla="*/ 46885 w 509036"/>
              <a:gd name="connsiteY18" fmla="*/ 421965 h 482245"/>
              <a:gd name="connsiteX19" fmla="*/ 0 w 509036"/>
              <a:gd name="connsiteY19" fmla="*/ 455454 h 482245"/>
              <a:gd name="connsiteX20" fmla="*/ 0 w 509036"/>
              <a:gd name="connsiteY20" fmla="*/ 482246 h 482245"/>
              <a:gd name="connsiteX21" fmla="*/ 254518 w 509036"/>
              <a:gd name="connsiteY21" fmla="*/ 482246 h 482245"/>
              <a:gd name="connsiteX22" fmla="*/ 509037 w 509036"/>
              <a:gd name="connsiteY22" fmla="*/ 482246 h 482245"/>
              <a:gd name="connsiteX23" fmla="*/ 509037 w 509036"/>
              <a:gd name="connsiteY23" fmla="*/ 455454 h 482245"/>
              <a:gd name="connsiteX24" fmla="*/ 462152 w 509036"/>
              <a:gd name="connsiteY24" fmla="*/ 421965 h 482245"/>
              <a:gd name="connsiteX25" fmla="*/ 154051 w 509036"/>
              <a:gd name="connsiteY25" fmla="*/ 408569 h 482245"/>
              <a:gd name="connsiteX26" fmla="*/ 113864 w 509036"/>
              <a:gd name="connsiteY26" fmla="*/ 408569 h 482245"/>
              <a:gd name="connsiteX27" fmla="*/ 113864 w 509036"/>
              <a:gd name="connsiteY27" fmla="*/ 180842 h 482245"/>
              <a:gd name="connsiteX28" fmla="*/ 154051 w 509036"/>
              <a:gd name="connsiteY28" fmla="*/ 180842 h 482245"/>
              <a:gd name="connsiteX29" fmla="*/ 154051 w 509036"/>
              <a:gd name="connsiteY29" fmla="*/ 408569 h 482245"/>
              <a:gd name="connsiteX30" fmla="*/ 234425 w 509036"/>
              <a:gd name="connsiteY30" fmla="*/ 408569 h 482245"/>
              <a:gd name="connsiteX31" fmla="*/ 194238 w 509036"/>
              <a:gd name="connsiteY31" fmla="*/ 408569 h 482245"/>
              <a:gd name="connsiteX32" fmla="*/ 194238 w 509036"/>
              <a:gd name="connsiteY32" fmla="*/ 180842 h 482245"/>
              <a:gd name="connsiteX33" fmla="*/ 234425 w 509036"/>
              <a:gd name="connsiteY33" fmla="*/ 180842 h 482245"/>
              <a:gd name="connsiteX34" fmla="*/ 234425 w 509036"/>
              <a:gd name="connsiteY34" fmla="*/ 408569 h 482245"/>
              <a:gd name="connsiteX35" fmla="*/ 247821 w 509036"/>
              <a:gd name="connsiteY35" fmla="*/ 113864 h 482245"/>
              <a:gd name="connsiteX36" fmla="*/ 221029 w 509036"/>
              <a:gd name="connsiteY36" fmla="*/ 87072 h 482245"/>
              <a:gd name="connsiteX37" fmla="*/ 247821 w 509036"/>
              <a:gd name="connsiteY37" fmla="*/ 60281 h 482245"/>
              <a:gd name="connsiteX38" fmla="*/ 274612 w 509036"/>
              <a:gd name="connsiteY38" fmla="*/ 87072 h 482245"/>
              <a:gd name="connsiteX39" fmla="*/ 247821 w 509036"/>
              <a:gd name="connsiteY39" fmla="*/ 113864 h 482245"/>
              <a:gd name="connsiteX40" fmla="*/ 314799 w 509036"/>
              <a:gd name="connsiteY40" fmla="*/ 408569 h 482245"/>
              <a:gd name="connsiteX41" fmla="*/ 274612 w 509036"/>
              <a:gd name="connsiteY41" fmla="*/ 408569 h 482245"/>
              <a:gd name="connsiteX42" fmla="*/ 274612 w 509036"/>
              <a:gd name="connsiteY42" fmla="*/ 180842 h 482245"/>
              <a:gd name="connsiteX43" fmla="*/ 314799 w 509036"/>
              <a:gd name="connsiteY43" fmla="*/ 180842 h 482245"/>
              <a:gd name="connsiteX44" fmla="*/ 314799 w 509036"/>
              <a:gd name="connsiteY44" fmla="*/ 408569 h 482245"/>
              <a:gd name="connsiteX45" fmla="*/ 395173 w 509036"/>
              <a:gd name="connsiteY45" fmla="*/ 408569 h 482245"/>
              <a:gd name="connsiteX46" fmla="*/ 354986 w 509036"/>
              <a:gd name="connsiteY46" fmla="*/ 408569 h 482245"/>
              <a:gd name="connsiteX47" fmla="*/ 354986 w 509036"/>
              <a:gd name="connsiteY47" fmla="*/ 180842 h 482245"/>
              <a:gd name="connsiteX48" fmla="*/ 395173 w 509036"/>
              <a:gd name="connsiteY48" fmla="*/ 180842 h 482245"/>
              <a:gd name="connsiteX49" fmla="*/ 395173 w 509036"/>
              <a:gd name="connsiteY49" fmla="*/ 408569 h 48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09036" h="482245">
                <a:moveTo>
                  <a:pt x="462152" y="421965"/>
                </a:moveTo>
                <a:lnTo>
                  <a:pt x="462152" y="408569"/>
                </a:lnTo>
                <a:lnTo>
                  <a:pt x="435361" y="408569"/>
                </a:lnTo>
                <a:lnTo>
                  <a:pt x="435361" y="180842"/>
                </a:lnTo>
                <a:lnTo>
                  <a:pt x="462152" y="180842"/>
                </a:lnTo>
                <a:lnTo>
                  <a:pt x="462152" y="167446"/>
                </a:lnTo>
                <a:lnTo>
                  <a:pt x="482246" y="167446"/>
                </a:lnTo>
                <a:lnTo>
                  <a:pt x="482246" y="127259"/>
                </a:lnTo>
                <a:lnTo>
                  <a:pt x="462152" y="127259"/>
                </a:lnTo>
                <a:lnTo>
                  <a:pt x="254518" y="0"/>
                </a:lnTo>
                <a:lnTo>
                  <a:pt x="46885" y="127259"/>
                </a:lnTo>
                <a:lnTo>
                  <a:pt x="26791" y="127259"/>
                </a:lnTo>
                <a:lnTo>
                  <a:pt x="26791" y="167446"/>
                </a:lnTo>
                <a:lnTo>
                  <a:pt x="46885" y="167446"/>
                </a:lnTo>
                <a:lnTo>
                  <a:pt x="46885" y="180842"/>
                </a:lnTo>
                <a:lnTo>
                  <a:pt x="73676" y="180842"/>
                </a:lnTo>
                <a:lnTo>
                  <a:pt x="73676" y="408569"/>
                </a:lnTo>
                <a:lnTo>
                  <a:pt x="46885" y="408569"/>
                </a:lnTo>
                <a:lnTo>
                  <a:pt x="46885" y="421965"/>
                </a:lnTo>
                <a:lnTo>
                  <a:pt x="0" y="455454"/>
                </a:lnTo>
                <a:lnTo>
                  <a:pt x="0" y="482246"/>
                </a:lnTo>
                <a:lnTo>
                  <a:pt x="254518" y="482246"/>
                </a:lnTo>
                <a:lnTo>
                  <a:pt x="509037" y="482246"/>
                </a:lnTo>
                <a:lnTo>
                  <a:pt x="509037" y="455454"/>
                </a:lnTo>
                <a:lnTo>
                  <a:pt x="462152" y="421965"/>
                </a:lnTo>
                <a:close/>
                <a:moveTo>
                  <a:pt x="154051" y="408569"/>
                </a:moveTo>
                <a:lnTo>
                  <a:pt x="113864" y="408569"/>
                </a:lnTo>
                <a:lnTo>
                  <a:pt x="113864" y="180842"/>
                </a:lnTo>
                <a:lnTo>
                  <a:pt x="154051" y="180842"/>
                </a:lnTo>
                <a:lnTo>
                  <a:pt x="154051" y="408569"/>
                </a:lnTo>
                <a:close/>
                <a:moveTo>
                  <a:pt x="234425" y="408569"/>
                </a:moveTo>
                <a:lnTo>
                  <a:pt x="194238" y="408569"/>
                </a:lnTo>
                <a:lnTo>
                  <a:pt x="194238" y="180842"/>
                </a:lnTo>
                <a:lnTo>
                  <a:pt x="234425" y="180842"/>
                </a:lnTo>
                <a:lnTo>
                  <a:pt x="234425" y="408569"/>
                </a:lnTo>
                <a:close/>
                <a:moveTo>
                  <a:pt x="247821" y="113864"/>
                </a:moveTo>
                <a:cubicBezTo>
                  <a:pt x="233085" y="113864"/>
                  <a:pt x="221029" y="101807"/>
                  <a:pt x="221029" y="87072"/>
                </a:cubicBezTo>
                <a:cubicBezTo>
                  <a:pt x="221029" y="72337"/>
                  <a:pt x="233085" y="60281"/>
                  <a:pt x="247821" y="60281"/>
                </a:cubicBezTo>
                <a:cubicBezTo>
                  <a:pt x="262556" y="60281"/>
                  <a:pt x="274612" y="72337"/>
                  <a:pt x="274612" y="87072"/>
                </a:cubicBezTo>
                <a:cubicBezTo>
                  <a:pt x="274612" y="101807"/>
                  <a:pt x="262556" y="113864"/>
                  <a:pt x="247821" y="113864"/>
                </a:cubicBezTo>
                <a:close/>
                <a:moveTo>
                  <a:pt x="314799" y="408569"/>
                </a:moveTo>
                <a:lnTo>
                  <a:pt x="274612" y="408569"/>
                </a:lnTo>
                <a:lnTo>
                  <a:pt x="274612" y="180842"/>
                </a:lnTo>
                <a:lnTo>
                  <a:pt x="314799" y="180842"/>
                </a:lnTo>
                <a:lnTo>
                  <a:pt x="314799" y="408569"/>
                </a:lnTo>
                <a:close/>
                <a:moveTo>
                  <a:pt x="395173" y="408569"/>
                </a:moveTo>
                <a:lnTo>
                  <a:pt x="354986" y="408569"/>
                </a:lnTo>
                <a:lnTo>
                  <a:pt x="354986" y="180842"/>
                </a:lnTo>
                <a:lnTo>
                  <a:pt x="395173" y="180842"/>
                </a:lnTo>
                <a:lnTo>
                  <a:pt x="395173" y="408569"/>
                </a:lnTo>
                <a:close/>
              </a:path>
            </a:pathLst>
          </a:custGeom>
          <a:solidFill>
            <a:schemeClr val="tx1">
              <a:lumMod val="75000"/>
              <a:lumOff val="25000"/>
            </a:schemeClr>
          </a:solidFill>
          <a:ln w="664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95" name="Graphic 54" descr="Board Of Directors with solid fill">
            <a:extLst>
              <a:ext uri="{FF2B5EF4-FFF2-40B4-BE49-F238E27FC236}">
                <a16:creationId xmlns:a16="http://schemas.microsoft.com/office/drawing/2014/main" id="{219156F4-8AB7-4F97-9EEE-B9D0265326C8}"/>
              </a:ext>
            </a:extLst>
          </p:cNvPr>
          <p:cNvSpPr/>
          <p:nvPr/>
        </p:nvSpPr>
        <p:spPr>
          <a:xfrm>
            <a:off x="3295440" y="3645877"/>
            <a:ext cx="386718" cy="302648"/>
          </a:xfrm>
          <a:custGeom>
            <a:avLst/>
            <a:gdLst>
              <a:gd name="connsiteX0" fmla="*/ 585584 w 616191"/>
              <a:gd name="connsiteY0" fmla="*/ 341952 h 482237"/>
              <a:gd name="connsiteX1" fmla="*/ 600125 w 616191"/>
              <a:gd name="connsiteY1" fmla="*/ 325013 h 482237"/>
              <a:gd name="connsiteX2" fmla="*/ 616046 w 616191"/>
              <a:gd name="connsiteY2" fmla="*/ 192356 h 482237"/>
              <a:gd name="connsiteX3" fmla="*/ 598533 w 616191"/>
              <a:gd name="connsiteY3" fmla="*/ 170049 h 482237"/>
              <a:gd name="connsiteX4" fmla="*/ 597292 w 616191"/>
              <a:gd name="connsiteY4" fmla="*/ 169938 h 482237"/>
              <a:gd name="connsiteX5" fmla="*/ 523575 w 616191"/>
              <a:gd name="connsiteY5" fmla="*/ 165598 h 482237"/>
              <a:gd name="connsiteX6" fmla="*/ 502497 w 616191"/>
              <a:gd name="connsiteY6" fmla="*/ 183059 h 482237"/>
              <a:gd name="connsiteX7" fmla="*/ 497929 w 616191"/>
              <a:gd name="connsiteY7" fmla="*/ 218477 h 482237"/>
              <a:gd name="connsiteX8" fmla="*/ 486670 w 616191"/>
              <a:gd name="connsiteY8" fmla="*/ 201237 h 482237"/>
              <a:gd name="connsiteX9" fmla="*/ 489235 w 616191"/>
              <a:gd name="connsiteY9" fmla="*/ 181351 h 482237"/>
              <a:gd name="connsiteX10" fmla="*/ 522430 w 616191"/>
              <a:gd name="connsiteY10" fmla="*/ 152195 h 482237"/>
              <a:gd name="connsiteX11" fmla="*/ 524439 w 616191"/>
              <a:gd name="connsiteY11" fmla="*/ 152256 h 482237"/>
              <a:gd name="connsiteX12" fmla="*/ 556281 w 616191"/>
              <a:gd name="connsiteY12" fmla="*/ 154124 h 482237"/>
              <a:gd name="connsiteX13" fmla="*/ 560882 w 616191"/>
              <a:gd name="connsiteY13" fmla="*/ 125879 h 482237"/>
              <a:gd name="connsiteX14" fmla="*/ 544231 w 616191"/>
              <a:gd name="connsiteY14" fmla="*/ 102852 h 482237"/>
              <a:gd name="connsiteX15" fmla="*/ 542416 w 616191"/>
              <a:gd name="connsiteY15" fmla="*/ 102645 h 482237"/>
              <a:gd name="connsiteX16" fmla="*/ 482477 w 616191"/>
              <a:gd name="connsiteY16" fmla="*/ 98626 h 482237"/>
              <a:gd name="connsiteX17" fmla="*/ 461318 w 616191"/>
              <a:gd name="connsiteY17" fmla="*/ 115585 h 482237"/>
              <a:gd name="connsiteX18" fmla="*/ 455451 w 616191"/>
              <a:gd name="connsiteY18" fmla="*/ 153354 h 482237"/>
              <a:gd name="connsiteX19" fmla="*/ 444507 w 616191"/>
              <a:gd name="connsiteY19" fmla="*/ 136609 h 482237"/>
              <a:gd name="connsiteX20" fmla="*/ 448057 w 616191"/>
              <a:gd name="connsiteY20" fmla="*/ 113582 h 482237"/>
              <a:gd name="connsiteX21" fmla="*/ 481091 w 616191"/>
              <a:gd name="connsiteY21" fmla="*/ 85244 h 482237"/>
              <a:gd name="connsiteX22" fmla="*/ 483328 w 616191"/>
              <a:gd name="connsiteY22" fmla="*/ 85324 h 482237"/>
              <a:gd name="connsiteX23" fmla="*/ 496549 w 616191"/>
              <a:gd name="connsiteY23" fmla="*/ 86201 h 482237"/>
              <a:gd name="connsiteX24" fmla="*/ 498632 w 616191"/>
              <a:gd name="connsiteY24" fmla="*/ 67447 h 482237"/>
              <a:gd name="connsiteX25" fmla="*/ 480850 w 616191"/>
              <a:gd name="connsiteY25" fmla="*/ 45282 h 482237"/>
              <a:gd name="connsiteX26" fmla="*/ 480233 w 616191"/>
              <a:gd name="connsiteY26" fmla="*/ 45224 h 482237"/>
              <a:gd name="connsiteX27" fmla="*/ 433442 w 616191"/>
              <a:gd name="connsiteY27" fmla="*/ 41627 h 482237"/>
              <a:gd name="connsiteX28" fmla="*/ 411915 w 616191"/>
              <a:gd name="connsiteY28" fmla="*/ 59531 h 482237"/>
              <a:gd name="connsiteX29" fmla="*/ 408881 w 616191"/>
              <a:gd name="connsiteY29" fmla="*/ 88372 h 482237"/>
              <a:gd name="connsiteX30" fmla="*/ 366309 w 616191"/>
              <a:gd name="connsiteY30" fmla="*/ 73569 h 482237"/>
              <a:gd name="connsiteX31" fmla="*/ 360462 w 616191"/>
              <a:gd name="connsiteY31" fmla="*/ 73569 h 482237"/>
              <a:gd name="connsiteX32" fmla="*/ 360462 w 616191"/>
              <a:gd name="connsiteY32" fmla="*/ 26684 h 482237"/>
              <a:gd name="connsiteX33" fmla="*/ 355104 w 616191"/>
              <a:gd name="connsiteY33" fmla="*/ 13751 h 482237"/>
              <a:gd name="connsiteX34" fmla="*/ 346946 w 616191"/>
              <a:gd name="connsiteY34" fmla="*/ 8721 h 482237"/>
              <a:gd name="connsiteX35" fmla="*/ 268990 w 616191"/>
              <a:gd name="connsiteY35" fmla="*/ 8386 h 482237"/>
              <a:gd name="connsiteX36" fmla="*/ 259311 w 616191"/>
              <a:gd name="connsiteY36" fmla="*/ 13744 h 482237"/>
              <a:gd name="connsiteX37" fmla="*/ 253953 w 616191"/>
              <a:gd name="connsiteY37" fmla="*/ 26678 h 482237"/>
              <a:gd name="connsiteX38" fmla="*/ 253953 w 616191"/>
              <a:gd name="connsiteY38" fmla="*/ 73563 h 482237"/>
              <a:gd name="connsiteX39" fmla="*/ 247510 w 616191"/>
              <a:gd name="connsiteY39" fmla="*/ 73563 h 482237"/>
              <a:gd name="connsiteX40" fmla="*/ 207122 w 616191"/>
              <a:gd name="connsiteY40" fmla="*/ 86684 h 482237"/>
              <a:gd name="connsiteX41" fmla="*/ 204282 w 616191"/>
              <a:gd name="connsiteY41" fmla="*/ 59531 h 482237"/>
              <a:gd name="connsiteX42" fmla="*/ 182795 w 616191"/>
              <a:gd name="connsiteY42" fmla="*/ 41627 h 482237"/>
              <a:gd name="connsiteX43" fmla="*/ 136004 w 616191"/>
              <a:gd name="connsiteY43" fmla="*/ 45224 h 482237"/>
              <a:gd name="connsiteX44" fmla="*/ 117546 w 616191"/>
              <a:gd name="connsiteY44" fmla="*/ 66831 h 482237"/>
              <a:gd name="connsiteX45" fmla="*/ 117605 w 616191"/>
              <a:gd name="connsiteY45" fmla="*/ 67447 h 482237"/>
              <a:gd name="connsiteX46" fmla="*/ 119688 w 616191"/>
              <a:gd name="connsiteY46" fmla="*/ 86201 h 482237"/>
              <a:gd name="connsiteX47" fmla="*/ 132909 w 616191"/>
              <a:gd name="connsiteY47" fmla="*/ 85324 h 482237"/>
              <a:gd name="connsiteX48" fmla="*/ 135146 w 616191"/>
              <a:gd name="connsiteY48" fmla="*/ 85244 h 482237"/>
              <a:gd name="connsiteX49" fmla="*/ 168173 w 616191"/>
              <a:gd name="connsiteY49" fmla="*/ 113582 h 482237"/>
              <a:gd name="connsiteX50" fmla="*/ 171288 w 616191"/>
              <a:gd name="connsiteY50" fmla="*/ 133716 h 482237"/>
              <a:gd name="connsiteX51" fmla="*/ 160344 w 616191"/>
              <a:gd name="connsiteY51" fmla="*/ 150461 h 482237"/>
              <a:gd name="connsiteX52" fmla="*/ 154985 w 616191"/>
              <a:gd name="connsiteY52" fmla="*/ 115592 h 482237"/>
              <a:gd name="connsiteX53" fmla="*/ 133827 w 616191"/>
              <a:gd name="connsiteY53" fmla="*/ 98633 h 482237"/>
              <a:gd name="connsiteX54" fmla="*/ 73888 w 616191"/>
              <a:gd name="connsiteY54" fmla="*/ 102651 h 482237"/>
              <a:gd name="connsiteX55" fmla="*/ 55214 w 616191"/>
              <a:gd name="connsiteY55" fmla="*/ 124071 h 482237"/>
              <a:gd name="connsiteX56" fmla="*/ 55422 w 616191"/>
              <a:gd name="connsiteY56" fmla="*/ 125886 h 482237"/>
              <a:gd name="connsiteX57" fmla="*/ 60023 w 616191"/>
              <a:gd name="connsiteY57" fmla="*/ 154131 h 482237"/>
              <a:gd name="connsiteX58" fmla="*/ 91865 w 616191"/>
              <a:gd name="connsiteY58" fmla="*/ 152262 h 482237"/>
              <a:gd name="connsiteX59" fmla="*/ 93874 w 616191"/>
              <a:gd name="connsiteY59" fmla="*/ 152202 h 482237"/>
              <a:gd name="connsiteX60" fmla="*/ 127015 w 616191"/>
              <a:gd name="connsiteY60" fmla="*/ 181358 h 482237"/>
              <a:gd name="connsiteX61" fmla="*/ 129199 w 616191"/>
              <a:gd name="connsiteY61" fmla="*/ 198310 h 482237"/>
              <a:gd name="connsiteX62" fmla="*/ 117879 w 616191"/>
              <a:gd name="connsiteY62" fmla="*/ 215557 h 482237"/>
              <a:gd name="connsiteX63" fmla="*/ 113686 w 616191"/>
              <a:gd name="connsiteY63" fmla="*/ 183059 h 482237"/>
              <a:gd name="connsiteX64" fmla="*/ 92608 w 616191"/>
              <a:gd name="connsiteY64" fmla="*/ 165598 h 482237"/>
              <a:gd name="connsiteX65" fmla="*/ 18898 w 616191"/>
              <a:gd name="connsiteY65" fmla="*/ 169938 h 482237"/>
              <a:gd name="connsiteX66" fmla="*/ 34 w 616191"/>
              <a:gd name="connsiteY66" fmla="*/ 191113 h 482237"/>
              <a:gd name="connsiteX67" fmla="*/ 144 w 616191"/>
              <a:gd name="connsiteY67" fmla="*/ 192356 h 482237"/>
              <a:gd name="connsiteX68" fmla="*/ 16072 w 616191"/>
              <a:gd name="connsiteY68" fmla="*/ 325013 h 482237"/>
              <a:gd name="connsiteX69" fmla="*/ 30620 w 616191"/>
              <a:gd name="connsiteY69" fmla="*/ 341952 h 482237"/>
              <a:gd name="connsiteX70" fmla="*/ 58456 w 616191"/>
              <a:gd name="connsiteY70" fmla="*/ 349688 h 482237"/>
              <a:gd name="connsiteX71" fmla="*/ 58456 w 616191"/>
              <a:gd name="connsiteY71" fmla="*/ 377819 h 482237"/>
              <a:gd name="connsiteX72" fmla="*/ 35067 w 616191"/>
              <a:gd name="connsiteY72" fmla="*/ 377819 h 482237"/>
              <a:gd name="connsiteX73" fmla="*/ 11665 w 616191"/>
              <a:gd name="connsiteY73" fmla="*/ 401215 h 482237"/>
              <a:gd name="connsiteX74" fmla="*/ 11665 w 616191"/>
              <a:gd name="connsiteY74" fmla="*/ 405823 h 482237"/>
              <a:gd name="connsiteX75" fmla="*/ 12851 w 616191"/>
              <a:gd name="connsiteY75" fmla="*/ 424730 h 482237"/>
              <a:gd name="connsiteX76" fmla="*/ 31758 w 616191"/>
              <a:gd name="connsiteY76" fmla="*/ 423544 h 482237"/>
              <a:gd name="connsiteX77" fmla="*/ 31758 w 616191"/>
              <a:gd name="connsiteY77" fmla="*/ 405823 h 482237"/>
              <a:gd name="connsiteX78" fmla="*/ 31758 w 616191"/>
              <a:gd name="connsiteY78" fmla="*/ 401215 h 482237"/>
              <a:gd name="connsiteX79" fmla="*/ 35107 w 616191"/>
              <a:gd name="connsiteY79" fmla="*/ 397866 h 482237"/>
              <a:gd name="connsiteX80" fmla="*/ 58469 w 616191"/>
              <a:gd name="connsiteY80" fmla="*/ 397866 h 482237"/>
              <a:gd name="connsiteX81" fmla="*/ 58469 w 616191"/>
              <a:gd name="connsiteY81" fmla="*/ 405816 h 482237"/>
              <a:gd name="connsiteX82" fmla="*/ 59620 w 616191"/>
              <a:gd name="connsiteY82" fmla="*/ 424726 h 482237"/>
              <a:gd name="connsiteX83" fmla="*/ 78529 w 616191"/>
              <a:gd name="connsiteY83" fmla="*/ 423575 h 482237"/>
              <a:gd name="connsiteX84" fmla="*/ 78529 w 616191"/>
              <a:gd name="connsiteY84" fmla="*/ 405816 h 482237"/>
              <a:gd name="connsiteX85" fmla="*/ 78529 w 616191"/>
              <a:gd name="connsiteY85" fmla="*/ 397866 h 482237"/>
              <a:gd name="connsiteX86" fmla="*/ 101932 w 616191"/>
              <a:gd name="connsiteY86" fmla="*/ 397866 h 482237"/>
              <a:gd name="connsiteX87" fmla="*/ 105281 w 616191"/>
              <a:gd name="connsiteY87" fmla="*/ 401215 h 482237"/>
              <a:gd name="connsiteX88" fmla="*/ 105281 w 616191"/>
              <a:gd name="connsiteY88" fmla="*/ 405823 h 482237"/>
              <a:gd name="connsiteX89" fmla="*/ 106467 w 616191"/>
              <a:gd name="connsiteY89" fmla="*/ 424730 h 482237"/>
              <a:gd name="connsiteX90" fmla="*/ 125374 w 616191"/>
              <a:gd name="connsiteY90" fmla="*/ 423544 h 482237"/>
              <a:gd name="connsiteX91" fmla="*/ 125374 w 616191"/>
              <a:gd name="connsiteY91" fmla="*/ 405823 h 482237"/>
              <a:gd name="connsiteX92" fmla="*/ 125374 w 616191"/>
              <a:gd name="connsiteY92" fmla="*/ 401215 h 482237"/>
              <a:gd name="connsiteX93" fmla="*/ 101972 w 616191"/>
              <a:gd name="connsiteY93" fmla="*/ 377813 h 482237"/>
              <a:gd name="connsiteX94" fmla="*/ 78529 w 616191"/>
              <a:gd name="connsiteY94" fmla="*/ 377813 h 482237"/>
              <a:gd name="connsiteX95" fmla="*/ 78529 w 616191"/>
              <a:gd name="connsiteY95" fmla="*/ 358838 h 482237"/>
              <a:gd name="connsiteX96" fmla="*/ 92039 w 616191"/>
              <a:gd name="connsiteY96" fmla="*/ 364913 h 482237"/>
              <a:gd name="connsiteX97" fmla="*/ 135146 w 616191"/>
              <a:gd name="connsiteY97" fmla="*/ 376433 h 482237"/>
              <a:gd name="connsiteX98" fmla="*/ 200008 w 616191"/>
              <a:gd name="connsiteY98" fmla="*/ 390318 h 482237"/>
              <a:gd name="connsiteX99" fmla="*/ 200008 w 616191"/>
              <a:gd name="connsiteY99" fmla="*/ 452527 h 482237"/>
              <a:gd name="connsiteX100" fmla="*/ 215206 w 616191"/>
              <a:gd name="connsiteY100" fmla="*/ 471951 h 482237"/>
              <a:gd name="connsiteX101" fmla="*/ 225286 w 616191"/>
              <a:gd name="connsiteY101" fmla="*/ 474469 h 482237"/>
              <a:gd name="connsiteX102" fmla="*/ 388386 w 616191"/>
              <a:gd name="connsiteY102" fmla="*/ 473197 h 482237"/>
              <a:gd name="connsiteX103" fmla="*/ 392404 w 616191"/>
              <a:gd name="connsiteY103" fmla="*/ 472125 h 482237"/>
              <a:gd name="connsiteX104" fmla="*/ 407300 w 616191"/>
              <a:gd name="connsiteY104" fmla="*/ 452788 h 482237"/>
              <a:gd name="connsiteX105" fmla="*/ 407300 w 616191"/>
              <a:gd name="connsiteY105" fmla="*/ 391269 h 482237"/>
              <a:gd name="connsiteX106" fmla="*/ 477768 w 616191"/>
              <a:gd name="connsiteY106" fmla="*/ 376634 h 482237"/>
              <a:gd name="connsiteX107" fmla="*/ 521874 w 616191"/>
              <a:gd name="connsiteY107" fmla="*/ 364899 h 482237"/>
              <a:gd name="connsiteX108" fmla="*/ 537687 w 616191"/>
              <a:gd name="connsiteY108" fmla="*/ 357290 h 482237"/>
              <a:gd name="connsiteX109" fmla="*/ 537687 w 616191"/>
              <a:gd name="connsiteY109" fmla="*/ 377813 h 482237"/>
              <a:gd name="connsiteX110" fmla="*/ 514285 w 616191"/>
              <a:gd name="connsiteY110" fmla="*/ 377813 h 482237"/>
              <a:gd name="connsiteX111" fmla="*/ 490883 w 616191"/>
              <a:gd name="connsiteY111" fmla="*/ 401215 h 482237"/>
              <a:gd name="connsiteX112" fmla="*/ 490883 w 616191"/>
              <a:gd name="connsiteY112" fmla="*/ 405823 h 482237"/>
              <a:gd name="connsiteX113" fmla="*/ 492034 w 616191"/>
              <a:gd name="connsiteY113" fmla="*/ 424732 h 482237"/>
              <a:gd name="connsiteX114" fmla="*/ 510943 w 616191"/>
              <a:gd name="connsiteY114" fmla="*/ 423582 h 482237"/>
              <a:gd name="connsiteX115" fmla="*/ 510943 w 616191"/>
              <a:gd name="connsiteY115" fmla="*/ 405823 h 482237"/>
              <a:gd name="connsiteX116" fmla="*/ 510943 w 616191"/>
              <a:gd name="connsiteY116" fmla="*/ 401215 h 482237"/>
              <a:gd name="connsiteX117" fmla="*/ 514292 w 616191"/>
              <a:gd name="connsiteY117" fmla="*/ 397866 h 482237"/>
              <a:gd name="connsiteX118" fmla="*/ 537694 w 616191"/>
              <a:gd name="connsiteY118" fmla="*/ 397866 h 482237"/>
              <a:gd name="connsiteX119" fmla="*/ 537694 w 616191"/>
              <a:gd name="connsiteY119" fmla="*/ 405816 h 482237"/>
              <a:gd name="connsiteX120" fmla="*/ 538845 w 616191"/>
              <a:gd name="connsiteY120" fmla="*/ 424726 h 482237"/>
              <a:gd name="connsiteX121" fmla="*/ 557754 w 616191"/>
              <a:gd name="connsiteY121" fmla="*/ 423575 h 482237"/>
              <a:gd name="connsiteX122" fmla="*/ 557754 w 616191"/>
              <a:gd name="connsiteY122" fmla="*/ 405816 h 482237"/>
              <a:gd name="connsiteX123" fmla="*/ 557754 w 616191"/>
              <a:gd name="connsiteY123" fmla="*/ 397866 h 482237"/>
              <a:gd name="connsiteX124" fmla="*/ 581156 w 616191"/>
              <a:gd name="connsiteY124" fmla="*/ 397866 h 482237"/>
              <a:gd name="connsiteX125" fmla="*/ 584505 w 616191"/>
              <a:gd name="connsiteY125" fmla="*/ 401215 h 482237"/>
              <a:gd name="connsiteX126" fmla="*/ 584505 w 616191"/>
              <a:gd name="connsiteY126" fmla="*/ 405823 h 482237"/>
              <a:gd name="connsiteX127" fmla="*/ 585692 w 616191"/>
              <a:gd name="connsiteY127" fmla="*/ 424730 h 482237"/>
              <a:gd name="connsiteX128" fmla="*/ 604599 w 616191"/>
              <a:gd name="connsiteY128" fmla="*/ 423544 h 482237"/>
              <a:gd name="connsiteX129" fmla="*/ 604599 w 616191"/>
              <a:gd name="connsiteY129" fmla="*/ 405823 h 482237"/>
              <a:gd name="connsiteX130" fmla="*/ 604599 w 616191"/>
              <a:gd name="connsiteY130" fmla="*/ 401215 h 482237"/>
              <a:gd name="connsiteX131" fmla="*/ 581156 w 616191"/>
              <a:gd name="connsiteY131" fmla="*/ 377813 h 482237"/>
              <a:gd name="connsiteX132" fmla="*/ 557748 w 616191"/>
              <a:gd name="connsiteY132" fmla="*/ 377813 h 482237"/>
              <a:gd name="connsiteX133" fmla="*/ 557748 w 616191"/>
              <a:gd name="connsiteY133" fmla="*/ 349682 h 482237"/>
              <a:gd name="connsiteX134" fmla="*/ 470890 w 616191"/>
              <a:gd name="connsiteY134" fmla="*/ 350787 h 482237"/>
              <a:gd name="connsiteX135" fmla="*/ 306839 w 616191"/>
              <a:gd name="connsiteY135" fmla="*/ 372220 h 482237"/>
              <a:gd name="connsiteX136" fmla="*/ 142072 w 616191"/>
              <a:gd name="connsiteY136" fmla="*/ 350579 h 482237"/>
              <a:gd name="connsiteX137" fmla="*/ 98965 w 616191"/>
              <a:gd name="connsiteY137" fmla="*/ 339059 h 482237"/>
              <a:gd name="connsiteX138" fmla="*/ 84945 w 616191"/>
              <a:gd name="connsiteY138" fmla="*/ 317229 h 482237"/>
              <a:gd name="connsiteX139" fmla="*/ 87625 w 616191"/>
              <a:gd name="connsiteY139" fmla="*/ 310928 h 482237"/>
              <a:gd name="connsiteX140" fmla="*/ 213806 w 616191"/>
              <a:gd name="connsiteY140" fmla="*/ 117467 h 482237"/>
              <a:gd name="connsiteX141" fmla="*/ 247523 w 616191"/>
              <a:gd name="connsiteY141" fmla="*/ 100314 h 482237"/>
              <a:gd name="connsiteX142" fmla="*/ 366370 w 616191"/>
              <a:gd name="connsiteY142" fmla="*/ 100314 h 482237"/>
              <a:gd name="connsiteX143" fmla="*/ 400087 w 616191"/>
              <a:gd name="connsiteY143" fmla="*/ 117454 h 482237"/>
              <a:gd name="connsiteX144" fmla="*/ 526355 w 616191"/>
              <a:gd name="connsiteY144" fmla="*/ 310901 h 482237"/>
              <a:gd name="connsiteX145" fmla="*/ 521327 w 616191"/>
              <a:gd name="connsiteY145" fmla="*/ 336344 h 482237"/>
              <a:gd name="connsiteX146" fmla="*/ 515002 w 616191"/>
              <a:gd name="connsiteY146" fmla="*/ 339032 h 482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616191" h="482237">
                <a:moveTo>
                  <a:pt x="585584" y="341952"/>
                </a:moveTo>
                <a:cubicBezTo>
                  <a:pt x="593416" y="339775"/>
                  <a:pt x="599159" y="333085"/>
                  <a:pt x="600125" y="325013"/>
                </a:cubicBezTo>
                <a:lnTo>
                  <a:pt x="616046" y="192356"/>
                </a:lnTo>
                <a:cubicBezTo>
                  <a:pt x="617370" y="181360"/>
                  <a:pt x="609529" y="171373"/>
                  <a:pt x="598533" y="170049"/>
                </a:cubicBezTo>
                <a:cubicBezTo>
                  <a:pt x="598121" y="169999"/>
                  <a:pt x="597707" y="169962"/>
                  <a:pt x="597292" y="169938"/>
                </a:cubicBezTo>
                <a:lnTo>
                  <a:pt x="523575" y="165598"/>
                </a:lnTo>
                <a:cubicBezTo>
                  <a:pt x="513058" y="164993"/>
                  <a:pt x="503859" y="172613"/>
                  <a:pt x="502497" y="183059"/>
                </a:cubicBezTo>
                <a:lnTo>
                  <a:pt x="497929" y="218477"/>
                </a:lnTo>
                <a:lnTo>
                  <a:pt x="486670" y="201237"/>
                </a:lnTo>
                <a:lnTo>
                  <a:pt x="489235" y="181351"/>
                </a:lnTo>
                <a:cubicBezTo>
                  <a:pt x="491411" y="164677"/>
                  <a:pt x="505614" y="152202"/>
                  <a:pt x="522430" y="152195"/>
                </a:cubicBezTo>
                <a:cubicBezTo>
                  <a:pt x="523099" y="152195"/>
                  <a:pt x="523769" y="152195"/>
                  <a:pt x="524439" y="152256"/>
                </a:cubicBezTo>
                <a:lnTo>
                  <a:pt x="556281" y="154124"/>
                </a:lnTo>
                <a:lnTo>
                  <a:pt x="560882" y="125879"/>
                </a:lnTo>
                <a:cubicBezTo>
                  <a:pt x="562643" y="114922"/>
                  <a:pt x="555188" y="104613"/>
                  <a:pt x="544231" y="102852"/>
                </a:cubicBezTo>
                <a:cubicBezTo>
                  <a:pt x="543630" y="102756"/>
                  <a:pt x="543024" y="102686"/>
                  <a:pt x="542416" y="102645"/>
                </a:cubicBezTo>
                <a:lnTo>
                  <a:pt x="482477" y="98626"/>
                </a:lnTo>
                <a:cubicBezTo>
                  <a:pt x="472098" y="97951"/>
                  <a:pt x="462919" y="105308"/>
                  <a:pt x="461318" y="115585"/>
                </a:cubicBezTo>
                <a:lnTo>
                  <a:pt x="455451" y="153354"/>
                </a:lnTo>
                <a:lnTo>
                  <a:pt x="444507" y="136609"/>
                </a:lnTo>
                <a:lnTo>
                  <a:pt x="448057" y="113582"/>
                </a:lnTo>
                <a:cubicBezTo>
                  <a:pt x="450499" y="97241"/>
                  <a:pt x="464568" y="85172"/>
                  <a:pt x="481091" y="85244"/>
                </a:cubicBezTo>
                <a:cubicBezTo>
                  <a:pt x="481827" y="85244"/>
                  <a:pt x="482578" y="85244"/>
                  <a:pt x="483328" y="85324"/>
                </a:cubicBezTo>
                <a:lnTo>
                  <a:pt x="496549" y="86201"/>
                </a:lnTo>
                <a:lnTo>
                  <a:pt x="498632" y="67447"/>
                </a:lnTo>
                <a:cubicBezTo>
                  <a:pt x="499843" y="56416"/>
                  <a:pt x="491881" y="46493"/>
                  <a:pt x="480850" y="45282"/>
                </a:cubicBezTo>
                <a:cubicBezTo>
                  <a:pt x="480645" y="45259"/>
                  <a:pt x="480440" y="45240"/>
                  <a:pt x="480233" y="45224"/>
                </a:cubicBezTo>
                <a:lnTo>
                  <a:pt x="433442" y="41627"/>
                </a:lnTo>
                <a:cubicBezTo>
                  <a:pt x="422605" y="40791"/>
                  <a:pt x="413068" y="48723"/>
                  <a:pt x="411915" y="59531"/>
                </a:cubicBezTo>
                <a:lnTo>
                  <a:pt x="408881" y="88372"/>
                </a:lnTo>
                <a:cubicBezTo>
                  <a:pt x="396773" y="78763"/>
                  <a:pt x="381766" y="73546"/>
                  <a:pt x="366309" y="73569"/>
                </a:cubicBezTo>
                <a:lnTo>
                  <a:pt x="360462" y="73569"/>
                </a:lnTo>
                <a:lnTo>
                  <a:pt x="360462" y="26684"/>
                </a:lnTo>
                <a:cubicBezTo>
                  <a:pt x="360457" y="21834"/>
                  <a:pt x="358530" y="17184"/>
                  <a:pt x="355104" y="13751"/>
                </a:cubicBezTo>
                <a:cubicBezTo>
                  <a:pt x="352643" y="11686"/>
                  <a:pt x="349895" y="9992"/>
                  <a:pt x="346946" y="8721"/>
                </a:cubicBezTo>
                <a:cubicBezTo>
                  <a:pt x="322260" y="-2789"/>
                  <a:pt x="293773" y="-2911"/>
                  <a:pt x="268990" y="8386"/>
                </a:cubicBezTo>
                <a:cubicBezTo>
                  <a:pt x="265550" y="9757"/>
                  <a:pt x="262298" y="11557"/>
                  <a:pt x="259311" y="13744"/>
                </a:cubicBezTo>
                <a:cubicBezTo>
                  <a:pt x="255885" y="17177"/>
                  <a:pt x="253958" y="21828"/>
                  <a:pt x="253953" y="26678"/>
                </a:cubicBezTo>
                <a:lnTo>
                  <a:pt x="253953" y="73563"/>
                </a:lnTo>
                <a:lnTo>
                  <a:pt x="247510" y="73563"/>
                </a:lnTo>
                <a:cubicBezTo>
                  <a:pt x="232997" y="73546"/>
                  <a:pt x="218853" y="78141"/>
                  <a:pt x="207122" y="86684"/>
                </a:cubicBezTo>
                <a:lnTo>
                  <a:pt x="204282" y="59531"/>
                </a:lnTo>
                <a:cubicBezTo>
                  <a:pt x="203130" y="48740"/>
                  <a:pt x="193617" y="40813"/>
                  <a:pt x="182795" y="41627"/>
                </a:cubicBezTo>
                <a:lnTo>
                  <a:pt x="136004" y="45224"/>
                </a:lnTo>
                <a:cubicBezTo>
                  <a:pt x="124940" y="46093"/>
                  <a:pt x="116677" y="55767"/>
                  <a:pt x="117546" y="66831"/>
                </a:cubicBezTo>
                <a:cubicBezTo>
                  <a:pt x="117563" y="67036"/>
                  <a:pt x="117582" y="67242"/>
                  <a:pt x="117605" y="67447"/>
                </a:cubicBezTo>
                <a:lnTo>
                  <a:pt x="119688" y="86201"/>
                </a:lnTo>
                <a:lnTo>
                  <a:pt x="132909" y="85324"/>
                </a:lnTo>
                <a:cubicBezTo>
                  <a:pt x="133659" y="85270"/>
                  <a:pt x="134410" y="85244"/>
                  <a:pt x="135146" y="85244"/>
                </a:cubicBezTo>
                <a:cubicBezTo>
                  <a:pt x="151668" y="85169"/>
                  <a:pt x="165737" y="97241"/>
                  <a:pt x="168173" y="113582"/>
                </a:cubicBezTo>
                <a:lnTo>
                  <a:pt x="171288" y="133716"/>
                </a:lnTo>
                <a:lnTo>
                  <a:pt x="160344" y="150461"/>
                </a:lnTo>
                <a:lnTo>
                  <a:pt x="154985" y="115592"/>
                </a:lnTo>
                <a:cubicBezTo>
                  <a:pt x="153385" y="105314"/>
                  <a:pt x="144206" y="97957"/>
                  <a:pt x="133827" y="98633"/>
                </a:cubicBezTo>
                <a:lnTo>
                  <a:pt x="73888" y="102651"/>
                </a:lnTo>
                <a:cubicBezTo>
                  <a:pt x="62816" y="103410"/>
                  <a:pt x="54456" y="113000"/>
                  <a:pt x="55214" y="124071"/>
                </a:cubicBezTo>
                <a:cubicBezTo>
                  <a:pt x="55256" y="124679"/>
                  <a:pt x="55325" y="125285"/>
                  <a:pt x="55422" y="125886"/>
                </a:cubicBezTo>
                <a:lnTo>
                  <a:pt x="60023" y="154131"/>
                </a:lnTo>
                <a:lnTo>
                  <a:pt x="91865" y="152262"/>
                </a:lnTo>
                <a:cubicBezTo>
                  <a:pt x="92535" y="152222"/>
                  <a:pt x="93204" y="152202"/>
                  <a:pt x="93874" y="152202"/>
                </a:cubicBezTo>
                <a:cubicBezTo>
                  <a:pt x="110669" y="152236"/>
                  <a:pt x="124842" y="164704"/>
                  <a:pt x="127015" y="181358"/>
                </a:cubicBezTo>
                <a:lnTo>
                  <a:pt x="129199" y="198310"/>
                </a:lnTo>
                <a:lnTo>
                  <a:pt x="117879" y="215557"/>
                </a:lnTo>
                <a:lnTo>
                  <a:pt x="113686" y="183059"/>
                </a:lnTo>
                <a:cubicBezTo>
                  <a:pt x="112324" y="172613"/>
                  <a:pt x="103125" y="164993"/>
                  <a:pt x="92608" y="165598"/>
                </a:cubicBezTo>
                <a:lnTo>
                  <a:pt x="18898" y="169938"/>
                </a:lnTo>
                <a:cubicBezTo>
                  <a:pt x="7842" y="170576"/>
                  <a:pt x="-604" y="180057"/>
                  <a:pt x="34" y="191113"/>
                </a:cubicBezTo>
                <a:cubicBezTo>
                  <a:pt x="58" y="191529"/>
                  <a:pt x="95" y="191943"/>
                  <a:pt x="144" y="192356"/>
                </a:cubicBezTo>
                <a:lnTo>
                  <a:pt x="16072" y="325013"/>
                </a:lnTo>
                <a:cubicBezTo>
                  <a:pt x="17039" y="333087"/>
                  <a:pt x="22785" y="339777"/>
                  <a:pt x="30620" y="341952"/>
                </a:cubicBezTo>
                <a:lnTo>
                  <a:pt x="58456" y="349688"/>
                </a:lnTo>
                <a:lnTo>
                  <a:pt x="58456" y="377819"/>
                </a:lnTo>
                <a:lnTo>
                  <a:pt x="35067" y="377819"/>
                </a:lnTo>
                <a:cubicBezTo>
                  <a:pt x="22154" y="377841"/>
                  <a:pt x="11691" y="388302"/>
                  <a:pt x="11665" y="401215"/>
                </a:cubicBezTo>
                <a:lnTo>
                  <a:pt x="11665" y="405823"/>
                </a:lnTo>
                <a:cubicBezTo>
                  <a:pt x="6771" y="411372"/>
                  <a:pt x="7302" y="419837"/>
                  <a:pt x="12851" y="424730"/>
                </a:cubicBezTo>
                <a:cubicBezTo>
                  <a:pt x="18400" y="429624"/>
                  <a:pt x="26865" y="429093"/>
                  <a:pt x="31758" y="423544"/>
                </a:cubicBezTo>
                <a:cubicBezTo>
                  <a:pt x="36224" y="418481"/>
                  <a:pt x="36224" y="410886"/>
                  <a:pt x="31758" y="405823"/>
                </a:cubicBezTo>
                <a:lnTo>
                  <a:pt x="31758" y="401215"/>
                </a:lnTo>
                <a:cubicBezTo>
                  <a:pt x="31758" y="399366"/>
                  <a:pt x="33258" y="397866"/>
                  <a:pt x="35107" y="397866"/>
                </a:cubicBezTo>
                <a:lnTo>
                  <a:pt x="58469" y="397866"/>
                </a:lnTo>
                <a:lnTo>
                  <a:pt x="58469" y="405816"/>
                </a:lnTo>
                <a:cubicBezTo>
                  <a:pt x="53565" y="411355"/>
                  <a:pt x="54080" y="419822"/>
                  <a:pt x="59620" y="424726"/>
                </a:cubicBezTo>
                <a:cubicBezTo>
                  <a:pt x="65159" y="429630"/>
                  <a:pt x="73625" y="429115"/>
                  <a:pt x="78529" y="423575"/>
                </a:cubicBezTo>
                <a:cubicBezTo>
                  <a:pt x="83017" y="418506"/>
                  <a:pt x="83017" y="410885"/>
                  <a:pt x="78529" y="405816"/>
                </a:cubicBezTo>
                <a:lnTo>
                  <a:pt x="78529" y="397866"/>
                </a:lnTo>
                <a:lnTo>
                  <a:pt x="101932" y="397866"/>
                </a:lnTo>
                <a:cubicBezTo>
                  <a:pt x="103781" y="397866"/>
                  <a:pt x="105281" y="399366"/>
                  <a:pt x="105281" y="401215"/>
                </a:cubicBezTo>
                <a:lnTo>
                  <a:pt x="105281" y="405823"/>
                </a:lnTo>
                <a:cubicBezTo>
                  <a:pt x="100387" y="411372"/>
                  <a:pt x="100918" y="419837"/>
                  <a:pt x="106467" y="424730"/>
                </a:cubicBezTo>
                <a:cubicBezTo>
                  <a:pt x="112016" y="429624"/>
                  <a:pt x="120481" y="429093"/>
                  <a:pt x="125374" y="423544"/>
                </a:cubicBezTo>
                <a:cubicBezTo>
                  <a:pt x="129840" y="418481"/>
                  <a:pt x="129840" y="410886"/>
                  <a:pt x="125374" y="405823"/>
                </a:cubicBezTo>
                <a:lnTo>
                  <a:pt x="125374" y="401215"/>
                </a:lnTo>
                <a:cubicBezTo>
                  <a:pt x="125352" y="388299"/>
                  <a:pt x="114887" y="377835"/>
                  <a:pt x="101972" y="377813"/>
                </a:cubicBezTo>
                <a:lnTo>
                  <a:pt x="78529" y="377813"/>
                </a:lnTo>
                <a:lnTo>
                  <a:pt x="78529" y="358838"/>
                </a:lnTo>
                <a:cubicBezTo>
                  <a:pt x="82686" y="361558"/>
                  <a:pt x="87245" y="363608"/>
                  <a:pt x="92039" y="364913"/>
                </a:cubicBezTo>
                <a:lnTo>
                  <a:pt x="135146" y="376433"/>
                </a:lnTo>
                <a:cubicBezTo>
                  <a:pt x="156539" y="382144"/>
                  <a:pt x="178160" y="386772"/>
                  <a:pt x="200008" y="390318"/>
                </a:cubicBezTo>
                <a:lnTo>
                  <a:pt x="200008" y="452527"/>
                </a:lnTo>
                <a:cubicBezTo>
                  <a:pt x="200038" y="461715"/>
                  <a:pt x="206295" y="469713"/>
                  <a:pt x="215206" y="471951"/>
                </a:cubicBezTo>
                <a:lnTo>
                  <a:pt x="225286" y="474469"/>
                </a:lnTo>
                <a:cubicBezTo>
                  <a:pt x="279164" y="485239"/>
                  <a:pt x="334682" y="484805"/>
                  <a:pt x="388386" y="473197"/>
                </a:cubicBezTo>
                <a:lnTo>
                  <a:pt x="392404" y="472125"/>
                </a:lnTo>
                <a:cubicBezTo>
                  <a:pt x="401164" y="469780"/>
                  <a:pt x="407267" y="461857"/>
                  <a:pt x="407300" y="452788"/>
                </a:cubicBezTo>
                <a:lnTo>
                  <a:pt x="407300" y="391269"/>
                </a:lnTo>
                <a:cubicBezTo>
                  <a:pt x="431036" y="387662"/>
                  <a:pt x="454560" y="382777"/>
                  <a:pt x="477768" y="376634"/>
                </a:cubicBezTo>
                <a:lnTo>
                  <a:pt x="521874" y="364899"/>
                </a:lnTo>
                <a:cubicBezTo>
                  <a:pt x="527575" y="363376"/>
                  <a:pt x="532939" y="360795"/>
                  <a:pt x="537687" y="357290"/>
                </a:cubicBezTo>
                <a:lnTo>
                  <a:pt x="537687" y="377813"/>
                </a:lnTo>
                <a:lnTo>
                  <a:pt x="514285" y="377813"/>
                </a:lnTo>
                <a:cubicBezTo>
                  <a:pt x="501370" y="377835"/>
                  <a:pt x="490905" y="388299"/>
                  <a:pt x="490883" y="401215"/>
                </a:cubicBezTo>
                <a:lnTo>
                  <a:pt x="490883" y="405823"/>
                </a:lnTo>
                <a:cubicBezTo>
                  <a:pt x="485979" y="411362"/>
                  <a:pt x="486494" y="419828"/>
                  <a:pt x="492034" y="424732"/>
                </a:cubicBezTo>
                <a:cubicBezTo>
                  <a:pt x="497573" y="429637"/>
                  <a:pt x="506039" y="429121"/>
                  <a:pt x="510943" y="423582"/>
                </a:cubicBezTo>
                <a:cubicBezTo>
                  <a:pt x="515430" y="418513"/>
                  <a:pt x="515430" y="410892"/>
                  <a:pt x="510943" y="405823"/>
                </a:cubicBezTo>
                <a:lnTo>
                  <a:pt x="510943" y="401215"/>
                </a:lnTo>
                <a:cubicBezTo>
                  <a:pt x="510943" y="399366"/>
                  <a:pt x="512443" y="397866"/>
                  <a:pt x="514292" y="397866"/>
                </a:cubicBezTo>
                <a:lnTo>
                  <a:pt x="537694" y="397866"/>
                </a:lnTo>
                <a:lnTo>
                  <a:pt x="537694" y="405816"/>
                </a:lnTo>
                <a:cubicBezTo>
                  <a:pt x="532790" y="411355"/>
                  <a:pt x="533305" y="419822"/>
                  <a:pt x="538845" y="424726"/>
                </a:cubicBezTo>
                <a:cubicBezTo>
                  <a:pt x="544384" y="429630"/>
                  <a:pt x="552850" y="429115"/>
                  <a:pt x="557754" y="423575"/>
                </a:cubicBezTo>
                <a:cubicBezTo>
                  <a:pt x="562242" y="418506"/>
                  <a:pt x="562242" y="410885"/>
                  <a:pt x="557754" y="405816"/>
                </a:cubicBezTo>
                <a:lnTo>
                  <a:pt x="557754" y="397866"/>
                </a:lnTo>
                <a:lnTo>
                  <a:pt x="581156" y="397866"/>
                </a:lnTo>
                <a:cubicBezTo>
                  <a:pt x="583006" y="397866"/>
                  <a:pt x="584505" y="399366"/>
                  <a:pt x="584505" y="401215"/>
                </a:cubicBezTo>
                <a:lnTo>
                  <a:pt x="584505" y="405823"/>
                </a:lnTo>
                <a:cubicBezTo>
                  <a:pt x="579612" y="411372"/>
                  <a:pt x="580143" y="419837"/>
                  <a:pt x="585692" y="424730"/>
                </a:cubicBezTo>
                <a:cubicBezTo>
                  <a:pt x="591241" y="429624"/>
                  <a:pt x="599706" y="429093"/>
                  <a:pt x="604599" y="423544"/>
                </a:cubicBezTo>
                <a:cubicBezTo>
                  <a:pt x="609064" y="418481"/>
                  <a:pt x="609064" y="410886"/>
                  <a:pt x="604599" y="405823"/>
                </a:cubicBezTo>
                <a:lnTo>
                  <a:pt x="604599" y="401215"/>
                </a:lnTo>
                <a:cubicBezTo>
                  <a:pt x="604577" y="388283"/>
                  <a:pt x="594088" y="377813"/>
                  <a:pt x="581156" y="377813"/>
                </a:cubicBezTo>
                <a:lnTo>
                  <a:pt x="557748" y="377813"/>
                </a:lnTo>
                <a:lnTo>
                  <a:pt x="557748" y="349682"/>
                </a:lnTo>
                <a:close/>
                <a:moveTo>
                  <a:pt x="470890" y="350787"/>
                </a:moveTo>
                <a:cubicBezTo>
                  <a:pt x="417368" y="365020"/>
                  <a:pt x="362221" y="372225"/>
                  <a:pt x="306839" y="372220"/>
                </a:cubicBezTo>
                <a:cubicBezTo>
                  <a:pt x="251209" y="372215"/>
                  <a:pt x="195817" y="364940"/>
                  <a:pt x="142072" y="350579"/>
                </a:cubicBezTo>
                <a:lnTo>
                  <a:pt x="98965" y="339059"/>
                </a:lnTo>
                <a:cubicBezTo>
                  <a:pt x="89065" y="336902"/>
                  <a:pt x="82788" y="327129"/>
                  <a:pt x="84945" y="317229"/>
                </a:cubicBezTo>
                <a:cubicBezTo>
                  <a:pt x="85435" y="314979"/>
                  <a:pt x="86344" y="312841"/>
                  <a:pt x="87625" y="310928"/>
                </a:cubicBezTo>
                <a:lnTo>
                  <a:pt x="213806" y="117467"/>
                </a:lnTo>
                <a:cubicBezTo>
                  <a:pt x="221567" y="106584"/>
                  <a:pt x="234156" y="100178"/>
                  <a:pt x="247523" y="100314"/>
                </a:cubicBezTo>
                <a:lnTo>
                  <a:pt x="366370" y="100314"/>
                </a:lnTo>
                <a:cubicBezTo>
                  <a:pt x="379733" y="100179"/>
                  <a:pt x="392321" y="106578"/>
                  <a:pt x="400087" y="117454"/>
                </a:cubicBezTo>
                <a:lnTo>
                  <a:pt x="526355" y="310901"/>
                </a:lnTo>
                <a:cubicBezTo>
                  <a:pt x="531992" y="319315"/>
                  <a:pt x="529742" y="330707"/>
                  <a:pt x="521327" y="336344"/>
                </a:cubicBezTo>
                <a:cubicBezTo>
                  <a:pt x="519407" y="337631"/>
                  <a:pt x="517261" y="338542"/>
                  <a:pt x="515002" y="339032"/>
                </a:cubicBezTo>
                <a:close/>
              </a:path>
            </a:pathLst>
          </a:custGeom>
          <a:solidFill>
            <a:schemeClr val="tx1">
              <a:lumMod val="75000"/>
              <a:lumOff val="25000"/>
            </a:schemeClr>
          </a:solidFill>
          <a:ln w="664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96" name="Graphic 56" descr="Brain in head with solid fill">
            <a:extLst>
              <a:ext uri="{FF2B5EF4-FFF2-40B4-BE49-F238E27FC236}">
                <a16:creationId xmlns:a16="http://schemas.microsoft.com/office/drawing/2014/main" id="{4E4378DC-C98B-7286-968D-88814B61B7DD}"/>
              </a:ext>
            </a:extLst>
          </p:cNvPr>
          <p:cNvSpPr/>
          <p:nvPr/>
        </p:nvSpPr>
        <p:spPr>
          <a:xfrm>
            <a:off x="3034673" y="4583770"/>
            <a:ext cx="285966" cy="336282"/>
          </a:xfrm>
          <a:custGeom>
            <a:avLst/>
            <a:gdLst>
              <a:gd name="connsiteX0" fmla="*/ 306226 w 455655"/>
              <a:gd name="connsiteY0" fmla="*/ 219690 h 535828"/>
              <a:gd name="connsiteX1" fmla="*/ 246616 w 455655"/>
              <a:gd name="connsiteY1" fmla="*/ 219690 h 535828"/>
              <a:gd name="connsiteX2" fmla="*/ 200400 w 455655"/>
              <a:gd name="connsiteY2" fmla="*/ 265235 h 535828"/>
              <a:gd name="connsiteX3" fmla="*/ 200400 w 455655"/>
              <a:gd name="connsiteY3" fmla="*/ 314799 h 535828"/>
              <a:gd name="connsiteX4" fmla="*/ 170260 w 455655"/>
              <a:gd name="connsiteY4" fmla="*/ 314799 h 535828"/>
              <a:gd name="connsiteX5" fmla="*/ 170260 w 455655"/>
              <a:gd name="connsiteY5" fmla="*/ 275282 h 535828"/>
              <a:gd name="connsiteX6" fmla="*/ 160883 w 455655"/>
              <a:gd name="connsiteY6" fmla="*/ 231746 h 535828"/>
              <a:gd name="connsiteX7" fmla="*/ 140789 w 455655"/>
              <a:gd name="connsiteY7" fmla="*/ 214331 h 535828"/>
              <a:gd name="connsiteX8" fmla="*/ 126054 w 455655"/>
              <a:gd name="connsiteY8" fmla="*/ 201605 h 535828"/>
              <a:gd name="connsiteX9" fmla="*/ 121366 w 455655"/>
              <a:gd name="connsiteY9" fmla="*/ 192228 h 535828"/>
              <a:gd name="connsiteX10" fmla="*/ 146148 w 455655"/>
              <a:gd name="connsiteY10" fmla="*/ 188880 h 535828"/>
              <a:gd name="connsiteX11" fmla="*/ 153515 w 455655"/>
              <a:gd name="connsiteY11" fmla="*/ 182182 h 535828"/>
              <a:gd name="connsiteX12" fmla="*/ 148157 w 455655"/>
              <a:gd name="connsiteY12" fmla="*/ 173474 h 535828"/>
              <a:gd name="connsiteX13" fmla="*/ 117347 w 455655"/>
              <a:gd name="connsiteY13" fmla="*/ 176823 h 535828"/>
              <a:gd name="connsiteX14" fmla="*/ 116677 w 455655"/>
              <a:gd name="connsiteY14" fmla="*/ 173474 h 535828"/>
              <a:gd name="connsiteX15" fmla="*/ 118687 w 455655"/>
              <a:gd name="connsiteY15" fmla="*/ 155390 h 535828"/>
              <a:gd name="connsiteX16" fmla="*/ 150166 w 455655"/>
              <a:gd name="connsiteY16" fmla="*/ 130608 h 535828"/>
              <a:gd name="connsiteX17" fmla="*/ 158204 w 455655"/>
              <a:gd name="connsiteY17" fmla="*/ 128599 h 535828"/>
              <a:gd name="connsiteX18" fmla="*/ 160213 w 455655"/>
              <a:gd name="connsiteY18" fmla="*/ 127929 h 535828"/>
              <a:gd name="connsiteX19" fmla="*/ 160883 w 455655"/>
              <a:gd name="connsiteY19" fmla="*/ 127929 h 535828"/>
              <a:gd name="connsiteX20" fmla="*/ 169590 w 455655"/>
              <a:gd name="connsiteY20" fmla="*/ 129938 h 535828"/>
              <a:gd name="connsiteX21" fmla="*/ 172939 w 455655"/>
              <a:gd name="connsiteY21" fmla="*/ 130608 h 535828"/>
              <a:gd name="connsiteX22" fmla="*/ 176958 w 455655"/>
              <a:gd name="connsiteY22" fmla="*/ 131278 h 535828"/>
              <a:gd name="connsiteX23" fmla="*/ 186335 w 455655"/>
              <a:gd name="connsiteY23" fmla="*/ 159409 h 535828"/>
              <a:gd name="connsiteX24" fmla="*/ 172939 w 455655"/>
              <a:gd name="connsiteY24" fmla="*/ 185531 h 535828"/>
              <a:gd name="connsiteX25" fmla="*/ 172269 w 455655"/>
              <a:gd name="connsiteY25" fmla="*/ 196247 h 535828"/>
              <a:gd name="connsiteX26" fmla="*/ 182316 w 455655"/>
              <a:gd name="connsiteY26" fmla="*/ 196917 h 535828"/>
              <a:gd name="connsiteX27" fmla="*/ 193702 w 455655"/>
              <a:gd name="connsiteY27" fmla="*/ 182851 h 535828"/>
              <a:gd name="connsiteX28" fmla="*/ 194372 w 455655"/>
              <a:gd name="connsiteY28" fmla="*/ 182851 h 535828"/>
              <a:gd name="connsiteX29" fmla="*/ 227192 w 455655"/>
              <a:gd name="connsiteY29" fmla="*/ 172805 h 535828"/>
              <a:gd name="connsiteX30" fmla="*/ 230541 w 455655"/>
              <a:gd name="connsiteY30" fmla="*/ 168116 h 535828"/>
              <a:gd name="connsiteX31" fmla="*/ 229201 w 455655"/>
              <a:gd name="connsiteY31" fmla="*/ 162758 h 535828"/>
              <a:gd name="connsiteX32" fmla="*/ 219154 w 455655"/>
              <a:gd name="connsiteY32" fmla="*/ 160749 h 535828"/>
              <a:gd name="connsiteX33" fmla="*/ 199731 w 455655"/>
              <a:gd name="connsiteY33" fmla="*/ 167446 h 535828"/>
              <a:gd name="connsiteX34" fmla="*/ 201070 w 455655"/>
              <a:gd name="connsiteY34" fmla="*/ 160749 h 535828"/>
              <a:gd name="connsiteX35" fmla="*/ 197051 w 455655"/>
              <a:gd name="connsiteY35" fmla="*/ 135966 h 535828"/>
              <a:gd name="connsiteX36" fmla="*/ 213126 w 455655"/>
              <a:gd name="connsiteY36" fmla="*/ 137306 h 535828"/>
              <a:gd name="connsiteX37" fmla="*/ 227192 w 455655"/>
              <a:gd name="connsiteY37" fmla="*/ 135966 h 535828"/>
              <a:gd name="connsiteX38" fmla="*/ 260681 w 455655"/>
              <a:gd name="connsiteY38" fmla="*/ 157400 h 535828"/>
              <a:gd name="connsiteX39" fmla="*/ 294170 w 455655"/>
              <a:gd name="connsiteY39" fmla="*/ 196247 h 535828"/>
              <a:gd name="connsiteX40" fmla="*/ 297519 w 455655"/>
              <a:gd name="connsiteY40" fmla="*/ 203615 h 535828"/>
              <a:gd name="connsiteX41" fmla="*/ 305557 w 455655"/>
              <a:gd name="connsiteY41" fmla="*/ 203615 h 535828"/>
              <a:gd name="connsiteX42" fmla="*/ 308906 w 455655"/>
              <a:gd name="connsiteY42" fmla="*/ 196247 h 535828"/>
              <a:gd name="connsiteX43" fmla="*/ 290821 w 455655"/>
              <a:gd name="connsiteY43" fmla="*/ 159409 h 535828"/>
              <a:gd name="connsiteX44" fmla="*/ 314264 w 455655"/>
              <a:gd name="connsiteY44" fmla="*/ 147353 h 535828"/>
              <a:gd name="connsiteX45" fmla="*/ 313594 w 455655"/>
              <a:gd name="connsiteY45" fmla="*/ 136636 h 535828"/>
              <a:gd name="connsiteX46" fmla="*/ 302878 w 455655"/>
              <a:gd name="connsiteY46" fmla="*/ 137306 h 535828"/>
              <a:gd name="connsiteX47" fmla="*/ 278095 w 455655"/>
              <a:gd name="connsiteY47" fmla="*/ 144004 h 535828"/>
              <a:gd name="connsiteX48" fmla="*/ 243267 w 455655"/>
              <a:gd name="connsiteY48" fmla="*/ 131278 h 535828"/>
              <a:gd name="connsiteX49" fmla="*/ 269388 w 455655"/>
              <a:gd name="connsiteY49" fmla="*/ 108505 h 535828"/>
              <a:gd name="connsiteX50" fmla="*/ 266709 w 455655"/>
              <a:gd name="connsiteY50" fmla="*/ 97789 h 535828"/>
              <a:gd name="connsiteX51" fmla="*/ 256662 w 455655"/>
              <a:gd name="connsiteY51" fmla="*/ 100468 h 535828"/>
              <a:gd name="connsiteX52" fmla="*/ 182986 w 455655"/>
              <a:gd name="connsiteY52" fmla="*/ 117882 h 535828"/>
              <a:gd name="connsiteX53" fmla="*/ 194372 w 455655"/>
              <a:gd name="connsiteY53" fmla="*/ 87742 h 535828"/>
              <a:gd name="connsiteX54" fmla="*/ 190354 w 455655"/>
              <a:gd name="connsiteY54" fmla="*/ 81044 h 535828"/>
              <a:gd name="connsiteX55" fmla="*/ 182316 w 455655"/>
              <a:gd name="connsiteY55" fmla="*/ 81714 h 535828"/>
              <a:gd name="connsiteX56" fmla="*/ 178967 w 455655"/>
              <a:gd name="connsiteY56" fmla="*/ 89081 h 535828"/>
              <a:gd name="connsiteX57" fmla="*/ 154855 w 455655"/>
              <a:gd name="connsiteY57" fmla="*/ 114533 h 535828"/>
              <a:gd name="connsiteX58" fmla="*/ 148157 w 455655"/>
              <a:gd name="connsiteY58" fmla="*/ 116543 h 535828"/>
              <a:gd name="connsiteX59" fmla="*/ 125384 w 455655"/>
              <a:gd name="connsiteY59" fmla="*/ 97119 h 535828"/>
              <a:gd name="connsiteX60" fmla="*/ 118017 w 455655"/>
              <a:gd name="connsiteY60" fmla="*/ 99128 h 535828"/>
              <a:gd name="connsiteX61" fmla="*/ 116007 w 455655"/>
              <a:gd name="connsiteY61" fmla="*/ 107166 h 535828"/>
              <a:gd name="connsiteX62" fmla="*/ 122035 w 455655"/>
              <a:gd name="connsiteY62" fmla="*/ 112524 h 535828"/>
              <a:gd name="connsiteX63" fmla="*/ 134092 w 455655"/>
              <a:gd name="connsiteY63" fmla="*/ 122571 h 535828"/>
              <a:gd name="connsiteX64" fmla="*/ 134092 w 455655"/>
              <a:gd name="connsiteY64" fmla="*/ 123241 h 535828"/>
              <a:gd name="connsiteX65" fmla="*/ 106630 w 455655"/>
              <a:gd name="connsiteY65" fmla="*/ 151372 h 535828"/>
              <a:gd name="connsiteX66" fmla="*/ 104621 w 455655"/>
              <a:gd name="connsiteY66" fmla="*/ 160749 h 535828"/>
              <a:gd name="connsiteX67" fmla="*/ 101272 w 455655"/>
              <a:gd name="connsiteY67" fmla="*/ 156060 h 535828"/>
              <a:gd name="connsiteX68" fmla="*/ 95914 w 455655"/>
              <a:gd name="connsiteY68" fmla="*/ 137976 h 535828"/>
              <a:gd name="connsiteX69" fmla="*/ 91225 w 455655"/>
              <a:gd name="connsiteY69" fmla="*/ 131948 h 535828"/>
              <a:gd name="connsiteX70" fmla="*/ 83858 w 455655"/>
              <a:gd name="connsiteY70" fmla="*/ 133287 h 535828"/>
              <a:gd name="connsiteX71" fmla="*/ 81848 w 455655"/>
              <a:gd name="connsiteY71" fmla="*/ 140655 h 535828"/>
              <a:gd name="connsiteX72" fmla="*/ 89216 w 455655"/>
              <a:gd name="connsiteY72" fmla="*/ 162758 h 535828"/>
              <a:gd name="connsiteX73" fmla="*/ 105961 w 455655"/>
              <a:gd name="connsiteY73" fmla="*/ 178163 h 535828"/>
              <a:gd name="connsiteX74" fmla="*/ 114668 w 455655"/>
              <a:gd name="connsiteY74" fmla="*/ 205624 h 535828"/>
              <a:gd name="connsiteX75" fmla="*/ 97253 w 455655"/>
              <a:gd name="connsiteY75" fmla="*/ 220359 h 535828"/>
              <a:gd name="connsiteX76" fmla="*/ 93235 w 455655"/>
              <a:gd name="connsiteY76" fmla="*/ 227057 h 535828"/>
              <a:gd name="connsiteX77" fmla="*/ 97253 w 455655"/>
              <a:gd name="connsiteY77" fmla="*/ 233755 h 535828"/>
              <a:gd name="connsiteX78" fmla="*/ 104621 w 455655"/>
              <a:gd name="connsiteY78" fmla="*/ 233085 h 535828"/>
              <a:gd name="connsiteX79" fmla="*/ 122705 w 455655"/>
              <a:gd name="connsiteY79" fmla="*/ 217680 h 535828"/>
              <a:gd name="connsiteX80" fmla="*/ 134761 w 455655"/>
              <a:gd name="connsiteY80" fmla="*/ 226387 h 535828"/>
              <a:gd name="connsiteX81" fmla="*/ 152176 w 455655"/>
              <a:gd name="connsiteY81" fmla="*/ 241123 h 535828"/>
              <a:gd name="connsiteX82" fmla="*/ 158204 w 455655"/>
              <a:gd name="connsiteY82" fmla="*/ 274612 h 535828"/>
              <a:gd name="connsiteX83" fmla="*/ 158204 w 455655"/>
              <a:gd name="connsiteY83" fmla="*/ 314799 h 535828"/>
              <a:gd name="connsiteX84" fmla="*/ 127394 w 455655"/>
              <a:gd name="connsiteY84" fmla="*/ 314799 h 535828"/>
              <a:gd name="connsiteX85" fmla="*/ 100602 w 455655"/>
              <a:gd name="connsiteY85" fmla="*/ 261216 h 535828"/>
              <a:gd name="connsiteX86" fmla="*/ 58406 w 455655"/>
              <a:gd name="connsiteY86" fmla="*/ 216341 h 535828"/>
              <a:gd name="connsiteX87" fmla="*/ 57736 w 455655"/>
              <a:gd name="connsiteY87" fmla="*/ 211652 h 535828"/>
              <a:gd name="connsiteX88" fmla="*/ 59745 w 455655"/>
              <a:gd name="connsiteY88" fmla="*/ 158069 h 535828"/>
              <a:gd name="connsiteX89" fmla="*/ 57736 w 455655"/>
              <a:gd name="connsiteY89" fmla="*/ 144004 h 535828"/>
              <a:gd name="connsiteX90" fmla="*/ 94574 w 455655"/>
              <a:gd name="connsiteY90" fmla="*/ 99798 h 535828"/>
              <a:gd name="connsiteX91" fmla="*/ 138110 w 455655"/>
              <a:gd name="connsiteY91" fmla="*/ 68988 h 535828"/>
              <a:gd name="connsiteX92" fmla="*/ 148827 w 455655"/>
              <a:gd name="connsiteY92" fmla="*/ 70327 h 535828"/>
              <a:gd name="connsiteX93" fmla="*/ 180977 w 455655"/>
              <a:gd name="connsiteY93" fmla="*/ 54253 h 535828"/>
              <a:gd name="connsiteX94" fmla="*/ 215136 w 455655"/>
              <a:gd name="connsiteY94" fmla="*/ 66309 h 535828"/>
              <a:gd name="connsiteX95" fmla="*/ 255323 w 455655"/>
              <a:gd name="connsiteY95" fmla="*/ 60281 h 535828"/>
              <a:gd name="connsiteX96" fmla="*/ 284793 w 455655"/>
              <a:gd name="connsiteY96" fmla="*/ 88412 h 535828"/>
              <a:gd name="connsiteX97" fmla="*/ 287472 w 455655"/>
              <a:gd name="connsiteY97" fmla="*/ 88412 h 535828"/>
              <a:gd name="connsiteX98" fmla="*/ 333688 w 455655"/>
              <a:gd name="connsiteY98" fmla="*/ 133957 h 535828"/>
              <a:gd name="connsiteX99" fmla="*/ 333688 w 455655"/>
              <a:gd name="connsiteY99" fmla="*/ 135966 h 535828"/>
              <a:gd name="connsiteX100" fmla="*/ 356460 w 455655"/>
              <a:gd name="connsiteY100" fmla="*/ 178833 h 535828"/>
              <a:gd name="connsiteX101" fmla="*/ 306226 w 455655"/>
              <a:gd name="connsiteY101" fmla="*/ 219690 h 535828"/>
              <a:gd name="connsiteX102" fmla="*/ 448891 w 455655"/>
              <a:gd name="connsiteY102" fmla="*/ 290017 h 535828"/>
              <a:gd name="connsiteX103" fmla="*/ 402676 w 455655"/>
              <a:gd name="connsiteY103" fmla="*/ 210313 h 535828"/>
              <a:gd name="connsiteX104" fmla="*/ 402676 w 455655"/>
              <a:gd name="connsiteY104" fmla="*/ 207633 h 535828"/>
              <a:gd name="connsiteX105" fmla="*/ 304217 w 455655"/>
              <a:gd name="connsiteY105" fmla="*/ 28131 h 535828"/>
              <a:gd name="connsiteX106" fmla="*/ 98593 w 455655"/>
              <a:gd name="connsiteY106" fmla="*/ 28131 h 535828"/>
              <a:gd name="connsiteX107" fmla="*/ 134 w 455655"/>
              <a:gd name="connsiteY107" fmla="*/ 207633 h 535828"/>
              <a:gd name="connsiteX108" fmla="*/ 79169 w 455655"/>
              <a:gd name="connsiteY108" fmla="*/ 368382 h 535828"/>
              <a:gd name="connsiteX109" fmla="*/ 79169 w 455655"/>
              <a:gd name="connsiteY109" fmla="*/ 535828 h 535828"/>
              <a:gd name="connsiteX110" fmla="*/ 290821 w 455655"/>
              <a:gd name="connsiteY110" fmla="*/ 535828 h 535828"/>
              <a:gd name="connsiteX111" fmla="*/ 290821 w 455655"/>
              <a:gd name="connsiteY111" fmla="*/ 456124 h 535828"/>
              <a:gd name="connsiteX112" fmla="*/ 323641 w 455655"/>
              <a:gd name="connsiteY112" fmla="*/ 456124 h 535828"/>
              <a:gd name="connsiteX113" fmla="*/ 379903 w 455655"/>
              <a:gd name="connsiteY113" fmla="*/ 432681 h 535828"/>
              <a:gd name="connsiteX114" fmla="*/ 402676 w 455655"/>
              <a:gd name="connsiteY114" fmla="*/ 376419 h 535828"/>
              <a:gd name="connsiteX115" fmla="*/ 402676 w 455655"/>
              <a:gd name="connsiteY115" fmla="*/ 336232 h 535828"/>
              <a:gd name="connsiteX116" fmla="*/ 432146 w 455655"/>
              <a:gd name="connsiteY116" fmla="*/ 336232 h 535828"/>
              <a:gd name="connsiteX117" fmla="*/ 448891 w 455655"/>
              <a:gd name="connsiteY117" fmla="*/ 290017 h 5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55655" h="535828">
                <a:moveTo>
                  <a:pt x="306226" y="219690"/>
                </a:moveTo>
                <a:lnTo>
                  <a:pt x="246616" y="219690"/>
                </a:lnTo>
                <a:cubicBezTo>
                  <a:pt x="221164" y="219690"/>
                  <a:pt x="200400" y="239783"/>
                  <a:pt x="200400" y="265235"/>
                </a:cubicBezTo>
                <a:lnTo>
                  <a:pt x="200400" y="314799"/>
                </a:lnTo>
                <a:lnTo>
                  <a:pt x="170260" y="314799"/>
                </a:lnTo>
                <a:lnTo>
                  <a:pt x="170260" y="275282"/>
                </a:lnTo>
                <a:cubicBezTo>
                  <a:pt x="170260" y="261216"/>
                  <a:pt x="170930" y="243132"/>
                  <a:pt x="160883" y="231746"/>
                </a:cubicBezTo>
                <a:cubicBezTo>
                  <a:pt x="154855" y="225048"/>
                  <a:pt x="148157" y="219690"/>
                  <a:pt x="140789" y="214331"/>
                </a:cubicBezTo>
                <a:cubicBezTo>
                  <a:pt x="135431" y="210982"/>
                  <a:pt x="130073" y="206964"/>
                  <a:pt x="126054" y="201605"/>
                </a:cubicBezTo>
                <a:cubicBezTo>
                  <a:pt x="124045" y="198926"/>
                  <a:pt x="122705" y="195577"/>
                  <a:pt x="121366" y="192228"/>
                </a:cubicBezTo>
                <a:cubicBezTo>
                  <a:pt x="129403" y="188880"/>
                  <a:pt x="138110" y="188210"/>
                  <a:pt x="146148" y="188880"/>
                </a:cubicBezTo>
                <a:cubicBezTo>
                  <a:pt x="150166" y="188880"/>
                  <a:pt x="153515" y="186200"/>
                  <a:pt x="153515" y="182182"/>
                </a:cubicBezTo>
                <a:cubicBezTo>
                  <a:pt x="154185" y="178163"/>
                  <a:pt x="151506" y="174814"/>
                  <a:pt x="148157" y="173474"/>
                </a:cubicBezTo>
                <a:cubicBezTo>
                  <a:pt x="138110" y="172135"/>
                  <a:pt x="127394" y="173474"/>
                  <a:pt x="117347" y="176823"/>
                </a:cubicBezTo>
                <a:cubicBezTo>
                  <a:pt x="117347" y="175484"/>
                  <a:pt x="117347" y="174144"/>
                  <a:pt x="116677" y="173474"/>
                </a:cubicBezTo>
                <a:cubicBezTo>
                  <a:pt x="116007" y="167446"/>
                  <a:pt x="117347" y="161418"/>
                  <a:pt x="118687" y="155390"/>
                </a:cubicBezTo>
                <a:cubicBezTo>
                  <a:pt x="124045" y="141325"/>
                  <a:pt x="137441" y="135297"/>
                  <a:pt x="150166" y="130608"/>
                </a:cubicBezTo>
                <a:cubicBezTo>
                  <a:pt x="152176" y="129938"/>
                  <a:pt x="154855" y="129269"/>
                  <a:pt x="158204" y="128599"/>
                </a:cubicBezTo>
                <a:lnTo>
                  <a:pt x="160213" y="127929"/>
                </a:lnTo>
                <a:lnTo>
                  <a:pt x="160883" y="127929"/>
                </a:lnTo>
                <a:cubicBezTo>
                  <a:pt x="164232" y="128599"/>
                  <a:pt x="166911" y="129269"/>
                  <a:pt x="169590" y="129938"/>
                </a:cubicBezTo>
                <a:lnTo>
                  <a:pt x="172939" y="130608"/>
                </a:lnTo>
                <a:lnTo>
                  <a:pt x="176958" y="131278"/>
                </a:lnTo>
                <a:cubicBezTo>
                  <a:pt x="183656" y="139315"/>
                  <a:pt x="187005" y="149362"/>
                  <a:pt x="186335" y="159409"/>
                </a:cubicBezTo>
                <a:cubicBezTo>
                  <a:pt x="185665" y="169456"/>
                  <a:pt x="180977" y="178833"/>
                  <a:pt x="172939" y="185531"/>
                </a:cubicBezTo>
                <a:cubicBezTo>
                  <a:pt x="170260" y="188210"/>
                  <a:pt x="169590" y="192898"/>
                  <a:pt x="172269" y="196247"/>
                </a:cubicBezTo>
                <a:cubicBezTo>
                  <a:pt x="174948" y="198926"/>
                  <a:pt x="178967" y="199596"/>
                  <a:pt x="182316" y="196917"/>
                </a:cubicBezTo>
                <a:cubicBezTo>
                  <a:pt x="187005" y="192898"/>
                  <a:pt x="191023" y="188210"/>
                  <a:pt x="193702" y="182851"/>
                </a:cubicBezTo>
                <a:lnTo>
                  <a:pt x="194372" y="182851"/>
                </a:lnTo>
                <a:cubicBezTo>
                  <a:pt x="205759" y="181512"/>
                  <a:pt x="217145" y="178163"/>
                  <a:pt x="227192" y="172805"/>
                </a:cubicBezTo>
                <a:cubicBezTo>
                  <a:pt x="228531" y="171465"/>
                  <a:pt x="229871" y="170126"/>
                  <a:pt x="230541" y="168116"/>
                </a:cubicBezTo>
                <a:cubicBezTo>
                  <a:pt x="231210" y="166107"/>
                  <a:pt x="230541" y="164097"/>
                  <a:pt x="229201" y="162758"/>
                </a:cubicBezTo>
                <a:cubicBezTo>
                  <a:pt x="226522" y="159409"/>
                  <a:pt x="222503" y="158739"/>
                  <a:pt x="219154" y="160749"/>
                </a:cubicBezTo>
                <a:cubicBezTo>
                  <a:pt x="213126" y="164097"/>
                  <a:pt x="207098" y="166777"/>
                  <a:pt x="199731" y="167446"/>
                </a:cubicBezTo>
                <a:cubicBezTo>
                  <a:pt x="200400" y="165437"/>
                  <a:pt x="201070" y="162758"/>
                  <a:pt x="201070" y="160749"/>
                </a:cubicBezTo>
                <a:cubicBezTo>
                  <a:pt x="201740" y="152041"/>
                  <a:pt x="200400" y="143334"/>
                  <a:pt x="197051" y="135966"/>
                </a:cubicBezTo>
                <a:cubicBezTo>
                  <a:pt x="202410" y="136636"/>
                  <a:pt x="207768" y="137306"/>
                  <a:pt x="213126" y="137306"/>
                </a:cubicBezTo>
                <a:cubicBezTo>
                  <a:pt x="217815" y="137306"/>
                  <a:pt x="222503" y="136636"/>
                  <a:pt x="227192" y="135966"/>
                </a:cubicBezTo>
                <a:cubicBezTo>
                  <a:pt x="235899" y="146683"/>
                  <a:pt x="247285" y="154051"/>
                  <a:pt x="260681" y="157400"/>
                </a:cubicBezTo>
                <a:cubicBezTo>
                  <a:pt x="278095" y="166107"/>
                  <a:pt x="294170" y="177493"/>
                  <a:pt x="294170" y="196247"/>
                </a:cubicBezTo>
                <a:cubicBezTo>
                  <a:pt x="294170" y="198926"/>
                  <a:pt x="295510" y="202275"/>
                  <a:pt x="297519" y="203615"/>
                </a:cubicBezTo>
                <a:cubicBezTo>
                  <a:pt x="300198" y="204954"/>
                  <a:pt x="302878" y="204954"/>
                  <a:pt x="305557" y="203615"/>
                </a:cubicBezTo>
                <a:cubicBezTo>
                  <a:pt x="308236" y="202275"/>
                  <a:pt x="309575" y="198926"/>
                  <a:pt x="308906" y="196247"/>
                </a:cubicBezTo>
                <a:cubicBezTo>
                  <a:pt x="308906" y="181512"/>
                  <a:pt x="302208" y="168116"/>
                  <a:pt x="290821" y="159409"/>
                </a:cubicBezTo>
                <a:cubicBezTo>
                  <a:pt x="300198" y="158739"/>
                  <a:pt x="308236" y="154051"/>
                  <a:pt x="314264" y="147353"/>
                </a:cubicBezTo>
                <a:cubicBezTo>
                  <a:pt x="316943" y="144004"/>
                  <a:pt x="316273" y="139315"/>
                  <a:pt x="313594" y="136636"/>
                </a:cubicBezTo>
                <a:cubicBezTo>
                  <a:pt x="310245" y="133957"/>
                  <a:pt x="305557" y="134627"/>
                  <a:pt x="302878" y="137306"/>
                </a:cubicBezTo>
                <a:cubicBezTo>
                  <a:pt x="299529" y="141325"/>
                  <a:pt x="290821" y="144674"/>
                  <a:pt x="278095" y="144004"/>
                </a:cubicBezTo>
                <a:cubicBezTo>
                  <a:pt x="265370" y="144004"/>
                  <a:pt x="252644" y="139315"/>
                  <a:pt x="243267" y="131278"/>
                </a:cubicBezTo>
                <a:cubicBezTo>
                  <a:pt x="253983" y="126589"/>
                  <a:pt x="263360" y="118552"/>
                  <a:pt x="269388" y="108505"/>
                </a:cubicBezTo>
                <a:cubicBezTo>
                  <a:pt x="271398" y="105156"/>
                  <a:pt x="270058" y="100468"/>
                  <a:pt x="266709" y="97789"/>
                </a:cubicBezTo>
                <a:cubicBezTo>
                  <a:pt x="263360" y="95779"/>
                  <a:pt x="258672" y="97119"/>
                  <a:pt x="256662" y="100468"/>
                </a:cubicBezTo>
                <a:cubicBezTo>
                  <a:pt x="245276" y="121231"/>
                  <a:pt x="221164" y="127259"/>
                  <a:pt x="182986" y="117882"/>
                </a:cubicBezTo>
                <a:cubicBezTo>
                  <a:pt x="191693" y="110515"/>
                  <a:pt x="195712" y="99128"/>
                  <a:pt x="194372" y="87742"/>
                </a:cubicBezTo>
                <a:cubicBezTo>
                  <a:pt x="194372" y="85063"/>
                  <a:pt x="193033" y="82384"/>
                  <a:pt x="190354" y="81044"/>
                </a:cubicBezTo>
                <a:cubicBezTo>
                  <a:pt x="187674" y="79704"/>
                  <a:pt x="184995" y="79704"/>
                  <a:pt x="182316" y="81714"/>
                </a:cubicBezTo>
                <a:cubicBezTo>
                  <a:pt x="179637" y="83053"/>
                  <a:pt x="178967" y="86402"/>
                  <a:pt x="178967" y="89081"/>
                </a:cubicBezTo>
                <a:cubicBezTo>
                  <a:pt x="179637" y="106496"/>
                  <a:pt x="170260" y="109845"/>
                  <a:pt x="154855" y="114533"/>
                </a:cubicBezTo>
                <a:cubicBezTo>
                  <a:pt x="152846" y="115203"/>
                  <a:pt x="150166" y="115873"/>
                  <a:pt x="148157" y="116543"/>
                </a:cubicBezTo>
                <a:cubicBezTo>
                  <a:pt x="144138" y="107166"/>
                  <a:pt x="135431" y="99798"/>
                  <a:pt x="125384" y="97119"/>
                </a:cubicBezTo>
                <a:cubicBezTo>
                  <a:pt x="122705" y="96449"/>
                  <a:pt x="120026" y="97119"/>
                  <a:pt x="118017" y="99128"/>
                </a:cubicBezTo>
                <a:cubicBezTo>
                  <a:pt x="116007" y="101138"/>
                  <a:pt x="115338" y="103817"/>
                  <a:pt x="116007" y="107166"/>
                </a:cubicBezTo>
                <a:cubicBezTo>
                  <a:pt x="116677" y="109845"/>
                  <a:pt x="118687" y="111854"/>
                  <a:pt x="122035" y="112524"/>
                </a:cubicBezTo>
                <a:cubicBezTo>
                  <a:pt x="127394" y="113864"/>
                  <a:pt x="131412" y="117882"/>
                  <a:pt x="134092" y="122571"/>
                </a:cubicBezTo>
                <a:lnTo>
                  <a:pt x="134092" y="123241"/>
                </a:lnTo>
                <a:cubicBezTo>
                  <a:pt x="121366" y="128599"/>
                  <a:pt x="111319" y="138646"/>
                  <a:pt x="106630" y="151372"/>
                </a:cubicBezTo>
                <a:cubicBezTo>
                  <a:pt x="105291" y="154051"/>
                  <a:pt x="104621" y="157400"/>
                  <a:pt x="104621" y="160749"/>
                </a:cubicBezTo>
                <a:cubicBezTo>
                  <a:pt x="103281" y="159409"/>
                  <a:pt x="101942" y="158069"/>
                  <a:pt x="101272" y="156060"/>
                </a:cubicBezTo>
                <a:cubicBezTo>
                  <a:pt x="98593" y="150702"/>
                  <a:pt x="96584" y="144004"/>
                  <a:pt x="95914" y="137976"/>
                </a:cubicBezTo>
                <a:cubicBezTo>
                  <a:pt x="95244" y="135297"/>
                  <a:pt x="93235" y="132618"/>
                  <a:pt x="91225" y="131948"/>
                </a:cubicBezTo>
                <a:cubicBezTo>
                  <a:pt x="88546" y="130608"/>
                  <a:pt x="85867" y="131278"/>
                  <a:pt x="83858" y="133287"/>
                </a:cubicBezTo>
                <a:cubicBezTo>
                  <a:pt x="81848" y="135297"/>
                  <a:pt x="80509" y="137976"/>
                  <a:pt x="81848" y="140655"/>
                </a:cubicBezTo>
                <a:cubicBezTo>
                  <a:pt x="83188" y="148692"/>
                  <a:pt x="85197" y="156060"/>
                  <a:pt x="89216" y="162758"/>
                </a:cubicBezTo>
                <a:cubicBezTo>
                  <a:pt x="93235" y="169456"/>
                  <a:pt x="98593" y="174814"/>
                  <a:pt x="105961" y="178163"/>
                </a:cubicBezTo>
                <a:cubicBezTo>
                  <a:pt x="106630" y="187540"/>
                  <a:pt x="109979" y="196917"/>
                  <a:pt x="114668" y="205624"/>
                </a:cubicBezTo>
                <a:cubicBezTo>
                  <a:pt x="109979" y="211652"/>
                  <a:pt x="103951" y="216341"/>
                  <a:pt x="97253" y="220359"/>
                </a:cubicBezTo>
                <a:cubicBezTo>
                  <a:pt x="95244" y="221699"/>
                  <a:pt x="93904" y="224378"/>
                  <a:pt x="93235" y="227057"/>
                </a:cubicBezTo>
                <a:cubicBezTo>
                  <a:pt x="93235" y="229736"/>
                  <a:pt x="94574" y="232416"/>
                  <a:pt x="97253" y="233755"/>
                </a:cubicBezTo>
                <a:cubicBezTo>
                  <a:pt x="99933" y="235095"/>
                  <a:pt x="102612" y="235095"/>
                  <a:pt x="104621" y="233085"/>
                </a:cubicBezTo>
                <a:cubicBezTo>
                  <a:pt x="111319" y="228397"/>
                  <a:pt x="117347" y="223708"/>
                  <a:pt x="122705" y="217680"/>
                </a:cubicBezTo>
                <a:cubicBezTo>
                  <a:pt x="126724" y="221029"/>
                  <a:pt x="130743" y="223708"/>
                  <a:pt x="134761" y="226387"/>
                </a:cubicBezTo>
                <a:cubicBezTo>
                  <a:pt x="141459" y="230406"/>
                  <a:pt x="146818" y="235095"/>
                  <a:pt x="152176" y="241123"/>
                </a:cubicBezTo>
                <a:cubicBezTo>
                  <a:pt x="158204" y="248490"/>
                  <a:pt x="158204" y="262556"/>
                  <a:pt x="158204" y="274612"/>
                </a:cubicBezTo>
                <a:lnTo>
                  <a:pt x="158204" y="314799"/>
                </a:lnTo>
                <a:lnTo>
                  <a:pt x="127394" y="314799"/>
                </a:lnTo>
                <a:cubicBezTo>
                  <a:pt x="127394" y="265235"/>
                  <a:pt x="103281" y="262556"/>
                  <a:pt x="100602" y="261216"/>
                </a:cubicBezTo>
                <a:cubicBezTo>
                  <a:pt x="90556" y="258537"/>
                  <a:pt x="64434" y="244472"/>
                  <a:pt x="58406" y="216341"/>
                </a:cubicBezTo>
                <a:cubicBezTo>
                  <a:pt x="57736" y="215001"/>
                  <a:pt x="57736" y="212992"/>
                  <a:pt x="57736" y="211652"/>
                </a:cubicBezTo>
                <a:cubicBezTo>
                  <a:pt x="46350" y="195577"/>
                  <a:pt x="47019" y="173474"/>
                  <a:pt x="59745" y="158069"/>
                </a:cubicBezTo>
                <a:cubicBezTo>
                  <a:pt x="58406" y="153381"/>
                  <a:pt x="57736" y="148692"/>
                  <a:pt x="57736" y="144004"/>
                </a:cubicBezTo>
                <a:cubicBezTo>
                  <a:pt x="57736" y="122571"/>
                  <a:pt x="73141" y="103817"/>
                  <a:pt x="94574" y="99798"/>
                </a:cubicBezTo>
                <a:cubicBezTo>
                  <a:pt x="101272" y="81044"/>
                  <a:pt x="118687" y="68318"/>
                  <a:pt x="138110" y="68988"/>
                </a:cubicBezTo>
                <a:cubicBezTo>
                  <a:pt x="141459" y="68988"/>
                  <a:pt x="145478" y="69658"/>
                  <a:pt x="148827" y="70327"/>
                </a:cubicBezTo>
                <a:cubicBezTo>
                  <a:pt x="156864" y="60950"/>
                  <a:pt x="168251" y="55592"/>
                  <a:pt x="180977" y="54253"/>
                </a:cubicBezTo>
                <a:cubicBezTo>
                  <a:pt x="193702" y="53583"/>
                  <a:pt x="205759" y="57602"/>
                  <a:pt x="215136" y="66309"/>
                </a:cubicBezTo>
                <a:cubicBezTo>
                  <a:pt x="227192" y="58271"/>
                  <a:pt x="241927" y="56262"/>
                  <a:pt x="255323" y="60281"/>
                </a:cubicBezTo>
                <a:cubicBezTo>
                  <a:pt x="269388" y="64299"/>
                  <a:pt x="280105" y="75016"/>
                  <a:pt x="284793" y="88412"/>
                </a:cubicBezTo>
                <a:lnTo>
                  <a:pt x="287472" y="88412"/>
                </a:lnTo>
                <a:cubicBezTo>
                  <a:pt x="312924" y="88412"/>
                  <a:pt x="333018" y="108505"/>
                  <a:pt x="333688" y="133957"/>
                </a:cubicBezTo>
                <a:lnTo>
                  <a:pt x="333688" y="135966"/>
                </a:lnTo>
                <a:cubicBezTo>
                  <a:pt x="349093" y="144674"/>
                  <a:pt x="357800" y="161418"/>
                  <a:pt x="356460" y="178833"/>
                </a:cubicBezTo>
                <a:cubicBezTo>
                  <a:pt x="351102" y="202275"/>
                  <a:pt x="330339" y="220359"/>
                  <a:pt x="306226" y="219690"/>
                </a:cubicBezTo>
                <a:close/>
                <a:moveTo>
                  <a:pt x="448891" y="290017"/>
                </a:moveTo>
                <a:lnTo>
                  <a:pt x="402676" y="210313"/>
                </a:lnTo>
                <a:lnTo>
                  <a:pt x="402676" y="207633"/>
                </a:lnTo>
                <a:cubicBezTo>
                  <a:pt x="405355" y="133957"/>
                  <a:pt x="367847" y="64969"/>
                  <a:pt x="304217" y="28131"/>
                </a:cubicBezTo>
                <a:cubicBezTo>
                  <a:pt x="240587" y="-9377"/>
                  <a:pt x="162223" y="-9377"/>
                  <a:pt x="98593" y="28131"/>
                </a:cubicBezTo>
                <a:cubicBezTo>
                  <a:pt x="34963" y="64969"/>
                  <a:pt x="-2545" y="133957"/>
                  <a:pt x="134" y="207633"/>
                </a:cubicBezTo>
                <a:cubicBezTo>
                  <a:pt x="134" y="270593"/>
                  <a:pt x="28935" y="330204"/>
                  <a:pt x="79169" y="368382"/>
                </a:cubicBezTo>
                <a:lnTo>
                  <a:pt x="79169" y="535828"/>
                </a:lnTo>
                <a:lnTo>
                  <a:pt x="290821" y="535828"/>
                </a:lnTo>
                <a:lnTo>
                  <a:pt x="290821" y="456124"/>
                </a:lnTo>
                <a:lnTo>
                  <a:pt x="323641" y="456124"/>
                </a:lnTo>
                <a:cubicBezTo>
                  <a:pt x="345074" y="456124"/>
                  <a:pt x="365168" y="448086"/>
                  <a:pt x="379903" y="432681"/>
                </a:cubicBezTo>
                <a:cubicBezTo>
                  <a:pt x="394638" y="417946"/>
                  <a:pt x="402676" y="397183"/>
                  <a:pt x="402676" y="376419"/>
                </a:cubicBezTo>
                <a:lnTo>
                  <a:pt x="402676" y="336232"/>
                </a:lnTo>
                <a:lnTo>
                  <a:pt x="432146" y="336232"/>
                </a:lnTo>
                <a:cubicBezTo>
                  <a:pt x="449561" y="334893"/>
                  <a:pt x="464966" y="314799"/>
                  <a:pt x="448891" y="290017"/>
                </a:cubicBezTo>
                <a:close/>
              </a:path>
            </a:pathLst>
          </a:custGeom>
          <a:solidFill>
            <a:schemeClr val="tx1">
              <a:lumMod val="75000"/>
              <a:lumOff val="25000"/>
            </a:schemeClr>
          </a:solidFill>
          <a:ln w="664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nvGrpSpPr>
          <p:cNvPr id="97" name="Group 96">
            <a:extLst>
              <a:ext uri="{FF2B5EF4-FFF2-40B4-BE49-F238E27FC236}">
                <a16:creationId xmlns:a16="http://schemas.microsoft.com/office/drawing/2014/main" id="{2F05762C-3757-7C44-236B-2494DEA742CC}"/>
              </a:ext>
            </a:extLst>
          </p:cNvPr>
          <p:cNvGrpSpPr/>
          <p:nvPr/>
        </p:nvGrpSpPr>
        <p:grpSpPr>
          <a:xfrm>
            <a:off x="2202486" y="5178676"/>
            <a:ext cx="332080" cy="332080"/>
            <a:chOff x="8207181" y="3414922"/>
            <a:chExt cx="529130" cy="529130"/>
          </a:xfrm>
          <a:solidFill>
            <a:schemeClr val="tx1">
              <a:lumMod val="75000"/>
              <a:lumOff val="25000"/>
            </a:schemeClr>
          </a:solidFill>
        </p:grpSpPr>
        <p:sp>
          <p:nvSpPr>
            <p:cNvPr id="98" name="Freeform: Shape 97">
              <a:extLst>
                <a:ext uri="{FF2B5EF4-FFF2-40B4-BE49-F238E27FC236}">
                  <a16:creationId xmlns:a16="http://schemas.microsoft.com/office/drawing/2014/main" id="{1A009A4E-A0A4-CF3F-98C3-763E263F47B1}"/>
                </a:ext>
              </a:extLst>
            </p:cNvPr>
            <p:cNvSpPr/>
            <p:nvPr/>
          </p:nvSpPr>
          <p:spPr>
            <a:xfrm>
              <a:off x="8394051" y="3414922"/>
              <a:ext cx="342260" cy="341590"/>
            </a:xfrm>
            <a:custGeom>
              <a:avLst/>
              <a:gdLst>
                <a:gd name="connsiteX0" fmla="*/ 281980 w 342260"/>
                <a:gd name="connsiteY0" fmla="*/ 60281 h 341590"/>
                <a:gd name="connsiteX1" fmla="*/ 275282 w 342260"/>
                <a:gd name="connsiteY1" fmla="*/ 0 h 341590"/>
                <a:gd name="connsiteX2" fmla="*/ 201605 w 342260"/>
                <a:gd name="connsiteY2" fmla="*/ 73676 h 341590"/>
                <a:gd name="connsiteX3" fmla="*/ 205624 w 342260"/>
                <a:gd name="connsiteY3" fmla="*/ 108505 h 341590"/>
                <a:gd name="connsiteX4" fmla="*/ 98458 w 342260"/>
                <a:gd name="connsiteY4" fmla="*/ 215671 h 341590"/>
                <a:gd name="connsiteX5" fmla="*/ 66979 w 342260"/>
                <a:gd name="connsiteY5" fmla="*/ 207633 h 341590"/>
                <a:gd name="connsiteX6" fmla="*/ 0 w 342260"/>
                <a:gd name="connsiteY6" fmla="*/ 274612 h 341590"/>
                <a:gd name="connsiteX7" fmla="*/ 66979 w 342260"/>
                <a:gd name="connsiteY7" fmla="*/ 341591 h 341590"/>
                <a:gd name="connsiteX8" fmla="*/ 133957 w 342260"/>
                <a:gd name="connsiteY8" fmla="*/ 274612 h 341590"/>
                <a:gd name="connsiteX9" fmla="*/ 126589 w 342260"/>
                <a:gd name="connsiteY9" fmla="*/ 243802 h 341590"/>
                <a:gd name="connsiteX10" fmla="*/ 233755 w 342260"/>
                <a:gd name="connsiteY10" fmla="*/ 136636 h 341590"/>
                <a:gd name="connsiteX11" fmla="*/ 268584 w 342260"/>
                <a:gd name="connsiteY11" fmla="*/ 140655 h 341590"/>
                <a:gd name="connsiteX12" fmla="*/ 342260 w 342260"/>
                <a:gd name="connsiteY12" fmla="*/ 66979 h 341590"/>
                <a:gd name="connsiteX13" fmla="*/ 281980 w 342260"/>
                <a:gd name="connsiteY13" fmla="*/ 60281 h 34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260" h="341590">
                  <a:moveTo>
                    <a:pt x="281980" y="60281"/>
                  </a:moveTo>
                  <a:lnTo>
                    <a:pt x="275282" y="0"/>
                  </a:lnTo>
                  <a:lnTo>
                    <a:pt x="201605" y="73676"/>
                  </a:lnTo>
                  <a:lnTo>
                    <a:pt x="205624" y="108505"/>
                  </a:lnTo>
                  <a:lnTo>
                    <a:pt x="98458" y="215671"/>
                  </a:lnTo>
                  <a:cubicBezTo>
                    <a:pt x="89081" y="210982"/>
                    <a:pt x="78365" y="207633"/>
                    <a:pt x="66979" y="207633"/>
                  </a:cubicBezTo>
                  <a:cubicBezTo>
                    <a:pt x="30140" y="207633"/>
                    <a:pt x="0" y="237774"/>
                    <a:pt x="0" y="274612"/>
                  </a:cubicBezTo>
                  <a:cubicBezTo>
                    <a:pt x="0" y="311450"/>
                    <a:pt x="30140" y="341591"/>
                    <a:pt x="66979" y="341591"/>
                  </a:cubicBezTo>
                  <a:cubicBezTo>
                    <a:pt x="103817" y="341591"/>
                    <a:pt x="133957" y="311450"/>
                    <a:pt x="133957" y="274612"/>
                  </a:cubicBezTo>
                  <a:cubicBezTo>
                    <a:pt x="133957" y="263226"/>
                    <a:pt x="131278" y="253179"/>
                    <a:pt x="126589" y="243802"/>
                  </a:cubicBezTo>
                  <a:lnTo>
                    <a:pt x="233755" y="136636"/>
                  </a:lnTo>
                  <a:lnTo>
                    <a:pt x="268584" y="140655"/>
                  </a:lnTo>
                  <a:lnTo>
                    <a:pt x="342260" y="66979"/>
                  </a:lnTo>
                  <a:lnTo>
                    <a:pt x="281980" y="60281"/>
                  </a:lnTo>
                  <a:close/>
                </a:path>
              </a:pathLst>
            </a:custGeom>
            <a:grpFill/>
            <a:ln w="664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99" name="Freeform: Shape 98">
              <a:extLst>
                <a:ext uri="{FF2B5EF4-FFF2-40B4-BE49-F238E27FC236}">
                  <a16:creationId xmlns:a16="http://schemas.microsoft.com/office/drawing/2014/main" id="{65340F68-003D-1FEF-9277-2322FA8E2648}"/>
                </a:ext>
              </a:extLst>
            </p:cNvPr>
            <p:cNvSpPr/>
            <p:nvPr/>
          </p:nvSpPr>
          <p:spPr>
            <a:xfrm>
              <a:off x="8207181" y="3435016"/>
              <a:ext cx="509036" cy="509036"/>
            </a:xfrm>
            <a:custGeom>
              <a:avLst/>
              <a:gdLst>
                <a:gd name="connsiteX0" fmla="*/ 474208 w 509036"/>
                <a:gd name="connsiteY0" fmla="*/ 139315 h 509036"/>
                <a:gd name="connsiteX1" fmla="*/ 465501 w 509036"/>
                <a:gd name="connsiteY1" fmla="*/ 148692 h 509036"/>
                <a:gd name="connsiteX2" fmla="*/ 452775 w 509036"/>
                <a:gd name="connsiteY2" fmla="*/ 147353 h 509036"/>
                <a:gd name="connsiteX3" fmla="*/ 438709 w 509036"/>
                <a:gd name="connsiteY3" fmla="*/ 145343 h 509036"/>
                <a:gd name="connsiteX4" fmla="*/ 468850 w 509036"/>
                <a:gd name="connsiteY4" fmla="*/ 254518 h 509036"/>
                <a:gd name="connsiteX5" fmla="*/ 254518 w 509036"/>
                <a:gd name="connsiteY5" fmla="*/ 468850 h 509036"/>
                <a:gd name="connsiteX6" fmla="*/ 40187 w 509036"/>
                <a:gd name="connsiteY6" fmla="*/ 254518 h 509036"/>
                <a:gd name="connsiteX7" fmla="*/ 254518 w 509036"/>
                <a:gd name="connsiteY7" fmla="*/ 40187 h 509036"/>
                <a:gd name="connsiteX8" fmla="*/ 363693 w 509036"/>
                <a:gd name="connsiteY8" fmla="*/ 70327 h 509036"/>
                <a:gd name="connsiteX9" fmla="*/ 362354 w 509036"/>
                <a:gd name="connsiteY9" fmla="*/ 56932 h 509036"/>
                <a:gd name="connsiteX10" fmla="*/ 360345 w 509036"/>
                <a:gd name="connsiteY10" fmla="*/ 43536 h 509036"/>
                <a:gd name="connsiteX11" fmla="*/ 369722 w 509036"/>
                <a:gd name="connsiteY11" fmla="*/ 34159 h 509036"/>
                <a:gd name="connsiteX12" fmla="*/ 374410 w 509036"/>
                <a:gd name="connsiteY12" fmla="*/ 29471 h 509036"/>
                <a:gd name="connsiteX13" fmla="*/ 254518 w 509036"/>
                <a:gd name="connsiteY13" fmla="*/ 0 h 509036"/>
                <a:gd name="connsiteX14" fmla="*/ 0 w 509036"/>
                <a:gd name="connsiteY14" fmla="*/ 254518 h 509036"/>
                <a:gd name="connsiteX15" fmla="*/ 254518 w 509036"/>
                <a:gd name="connsiteY15" fmla="*/ 509037 h 509036"/>
                <a:gd name="connsiteX16" fmla="*/ 509037 w 509036"/>
                <a:gd name="connsiteY16" fmla="*/ 254518 h 509036"/>
                <a:gd name="connsiteX17" fmla="*/ 478897 w 509036"/>
                <a:gd name="connsiteY17" fmla="*/ 135297 h 509036"/>
                <a:gd name="connsiteX18" fmla="*/ 474208 w 509036"/>
                <a:gd name="connsiteY18" fmla="*/ 139315 h 50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9036" h="509036">
                  <a:moveTo>
                    <a:pt x="474208" y="139315"/>
                  </a:moveTo>
                  <a:lnTo>
                    <a:pt x="465501" y="148692"/>
                  </a:lnTo>
                  <a:lnTo>
                    <a:pt x="452775" y="147353"/>
                  </a:lnTo>
                  <a:lnTo>
                    <a:pt x="438709" y="145343"/>
                  </a:lnTo>
                  <a:cubicBezTo>
                    <a:pt x="457463" y="177493"/>
                    <a:pt x="468850" y="214331"/>
                    <a:pt x="468850" y="254518"/>
                  </a:cubicBezTo>
                  <a:cubicBezTo>
                    <a:pt x="468850" y="372401"/>
                    <a:pt x="372401" y="468850"/>
                    <a:pt x="254518" y="468850"/>
                  </a:cubicBezTo>
                  <a:cubicBezTo>
                    <a:pt x="136636" y="468850"/>
                    <a:pt x="40187" y="372401"/>
                    <a:pt x="40187" y="254518"/>
                  </a:cubicBezTo>
                  <a:cubicBezTo>
                    <a:pt x="40187" y="136636"/>
                    <a:pt x="136636" y="40187"/>
                    <a:pt x="254518" y="40187"/>
                  </a:cubicBezTo>
                  <a:cubicBezTo>
                    <a:pt x="294036" y="40187"/>
                    <a:pt x="331544" y="50904"/>
                    <a:pt x="363693" y="70327"/>
                  </a:cubicBezTo>
                  <a:lnTo>
                    <a:pt x="362354" y="56932"/>
                  </a:lnTo>
                  <a:lnTo>
                    <a:pt x="360345" y="43536"/>
                  </a:lnTo>
                  <a:lnTo>
                    <a:pt x="369722" y="34159"/>
                  </a:lnTo>
                  <a:lnTo>
                    <a:pt x="374410" y="29471"/>
                  </a:lnTo>
                  <a:cubicBezTo>
                    <a:pt x="338242" y="10717"/>
                    <a:pt x="298055" y="0"/>
                    <a:pt x="254518" y="0"/>
                  </a:cubicBezTo>
                  <a:cubicBezTo>
                    <a:pt x="113864" y="0"/>
                    <a:pt x="0" y="113864"/>
                    <a:pt x="0" y="254518"/>
                  </a:cubicBezTo>
                  <a:cubicBezTo>
                    <a:pt x="0" y="395173"/>
                    <a:pt x="113864" y="509037"/>
                    <a:pt x="254518" y="509037"/>
                  </a:cubicBezTo>
                  <a:cubicBezTo>
                    <a:pt x="395173" y="509037"/>
                    <a:pt x="509037" y="395173"/>
                    <a:pt x="509037" y="254518"/>
                  </a:cubicBezTo>
                  <a:cubicBezTo>
                    <a:pt x="509037" y="210982"/>
                    <a:pt x="498320" y="170795"/>
                    <a:pt x="478897" y="135297"/>
                  </a:cubicBezTo>
                  <a:lnTo>
                    <a:pt x="474208" y="139315"/>
                  </a:lnTo>
                  <a:close/>
                </a:path>
              </a:pathLst>
            </a:custGeom>
            <a:grpFill/>
            <a:ln w="664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0" name="Freeform: Shape 99">
              <a:extLst>
                <a:ext uri="{FF2B5EF4-FFF2-40B4-BE49-F238E27FC236}">
                  <a16:creationId xmlns:a16="http://schemas.microsoft.com/office/drawing/2014/main" id="{D6364B50-1032-5A0C-5306-C2C7115A6A86}"/>
                </a:ext>
              </a:extLst>
            </p:cNvPr>
            <p:cNvSpPr/>
            <p:nvPr/>
          </p:nvSpPr>
          <p:spPr>
            <a:xfrm>
              <a:off x="8300951" y="3528786"/>
              <a:ext cx="321497" cy="321497"/>
            </a:xfrm>
            <a:custGeom>
              <a:avLst/>
              <a:gdLst>
                <a:gd name="connsiteX0" fmla="*/ 272603 w 321497"/>
                <a:gd name="connsiteY0" fmla="*/ 115203 h 321497"/>
                <a:gd name="connsiteX1" fmla="*/ 281310 w 321497"/>
                <a:gd name="connsiteY1" fmla="*/ 160749 h 321497"/>
                <a:gd name="connsiteX2" fmla="*/ 160749 w 321497"/>
                <a:gd name="connsiteY2" fmla="*/ 281310 h 321497"/>
                <a:gd name="connsiteX3" fmla="*/ 40187 w 321497"/>
                <a:gd name="connsiteY3" fmla="*/ 160749 h 321497"/>
                <a:gd name="connsiteX4" fmla="*/ 160749 w 321497"/>
                <a:gd name="connsiteY4" fmla="*/ 40187 h 321497"/>
                <a:gd name="connsiteX5" fmla="*/ 206294 w 321497"/>
                <a:gd name="connsiteY5" fmla="*/ 48894 h 321497"/>
                <a:gd name="connsiteX6" fmla="*/ 236434 w 321497"/>
                <a:gd name="connsiteY6" fmla="*/ 18754 h 321497"/>
                <a:gd name="connsiteX7" fmla="*/ 160749 w 321497"/>
                <a:gd name="connsiteY7" fmla="*/ 0 h 321497"/>
                <a:gd name="connsiteX8" fmla="*/ 0 w 321497"/>
                <a:gd name="connsiteY8" fmla="*/ 160749 h 321497"/>
                <a:gd name="connsiteX9" fmla="*/ 160749 w 321497"/>
                <a:gd name="connsiteY9" fmla="*/ 321497 h 321497"/>
                <a:gd name="connsiteX10" fmla="*/ 321497 w 321497"/>
                <a:gd name="connsiteY10" fmla="*/ 160749 h 321497"/>
                <a:gd name="connsiteX11" fmla="*/ 302743 w 321497"/>
                <a:gd name="connsiteY11" fmla="*/ 85063 h 321497"/>
                <a:gd name="connsiteX12" fmla="*/ 272603 w 321497"/>
                <a:gd name="connsiteY12" fmla="*/ 115203 h 321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497" h="321497">
                  <a:moveTo>
                    <a:pt x="272603" y="115203"/>
                  </a:moveTo>
                  <a:cubicBezTo>
                    <a:pt x="278631" y="129269"/>
                    <a:pt x="281310" y="144674"/>
                    <a:pt x="281310" y="160749"/>
                  </a:cubicBezTo>
                  <a:cubicBezTo>
                    <a:pt x="281310" y="227057"/>
                    <a:pt x="227057" y="281310"/>
                    <a:pt x="160749" y="281310"/>
                  </a:cubicBezTo>
                  <a:cubicBezTo>
                    <a:pt x="94440" y="281310"/>
                    <a:pt x="40187" y="227057"/>
                    <a:pt x="40187" y="160749"/>
                  </a:cubicBezTo>
                  <a:cubicBezTo>
                    <a:pt x="40187" y="94440"/>
                    <a:pt x="94440" y="40187"/>
                    <a:pt x="160749" y="40187"/>
                  </a:cubicBezTo>
                  <a:cubicBezTo>
                    <a:pt x="176823" y="40187"/>
                    <a:pt x="192228" y="43536"/>
                    <a:pt x="206294" y="48894"/>
                  </a:cubicBezTo>
                  <a:lnTo>
                    <a:pt x="236434" y="18754"/>
                  </a:lnTo>
                  <a:cubicBezTo>
                    <a:pt x="213662" y="6698"/>
                    <a:pt x="188210" y="0"/>
                    <a:pt x="160749" y="0"/>
                  </a:cubicBezTo>
                  <a:cubicBezTo>
                    <a:pt x="72337" y="0"/>
                    <a:pt x="0" y="72337"/>
                    <a:pt x="0" y="160749"/>
                  </a:cubicBezTo>
                  <a:cubicBezTo>
                    <a:pt x="0" y="249160"/>
                    <a:pt x="72337" y="321497"/>
                    <a:pt x="160749" y="321497"/>
                  </a:cubicBezTo>
                  <a:cubicBezTo>
                    <a:pt x="249160" y="321497"/>
                    <a:pt x="321497" y="249160"/>
                    <a:pt x="321497" y="160749"/>
                  </a:cubicBezTo>
                  <a:cubicBezTo>
                    <a:pt x="321497" y="133287"/>
                    <a:pt x="314799" y="107835"/>
                    <a:pt x="302743" y="85063"/>
                  </a:cubicBezTo>
                  <a:lnTo>
                    <a:pt x="272603" y="115203"/>
                  </a:lnTo>
                  <a:close/>
                </a:path>
              </a:pathLst>
            </a:custGeom>
            <a:grpFill/>
            <a:ln w="664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sp>
        <p:nvSpPr>
          <p:cNvPr id="2" name="TextBox 1">
            <a:extLst>
              <a:ext uri="{FF2B5EF4-FFF2-40B4-BE49-F238E27FC236}">
                <a16:creationId xmlns:a16="http://schemas.microsoft.com/office/drawing/2014/main" id="{25312874-A145-F8EC-EE69-0522844E7B72}"/>
              </a:ext>
            </a:extLst>
          </p:cNvPr>
          <p:cNvSpPr txBox="1"/>
          <p:nvPr/>
        </p:nvSpPr>
        <p:spPr>
          <a:xfrm>
            <a:off x="6308211" y="1267747"/>
            <a:ext cx="590376" cy="607481"/>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54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1</a:t>
            </a:r>
          </a:p>
        </p:txBody>
      </p:sp>
      <p:sp>
        <p:nvSpPr>
          <p:cNvPr id="3" name="TextBox 2">
            <a:extLst>
              <a:ext uri="{FF2B5EF4-FFF2-40B4-BE49-F238E27FC236}">
                <a16:creationId xmlns:a16="http://schemas.microsoft.com/office/drawing/2014/main" id="{BAEF201A-C283-EEA7-B0A9-9A925FBD1C09}"/>
              </a:ext>
            </a:extLst>
          </p:cNvPr>
          <p:cNvSpPr txBox="1"/>
          <p:nvPr/>
        </p:nvSpPr>
        <p:spPr>
          <a:xfrm>
            <a:off x="8594001" y="2332243"/>
            <a:ext cx="590376" cy="607481"/>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54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2</a:t>
            </a:r>
          </a:p>
        </p:txBody>
      </p:sp>
      <p:sp>
        <p:nvSpPr>
          <p:cNvPr id="5" name="TextBox 4">
            <a:extLst>
              <a:ext uri="{FF2B5EF4-FFF2-40B4-BE49-F238E27FC236}">
                <a16:creationId xmlns:a16="http://schemas.microsoft.com/office/drawing/2014/main" id="{FC86BA7C-D6DD-AE6F-C2A8-AB8EF202ECDE}"/>
              </a:ext>
            </a:extLst>
          </p:cNvPr>
          <p:cNvSpPr txBox="1"/>
          <p:nvPr/>
        </p:nvSpPr>
        <p:spPr>
          <a:xfrm>
            <a:off x="8613306" y="4513400"/>
            <a:ext cx="590376" cy="607481"/>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54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4</a:t>
            </a:r>
          </a:p>
        </p:txBody>
      </p:sp>
      <p:sp>
        <p:nvSpPr>
          <p:cNvPr id="6" name="TextBox 5">
            <a:extLst>
              <a:ext uri="{FF2B5EF4-FFF2-40B4-BE49-F238E27FC236}">
                <a16:creationId xmlns:a16="http://schemas.microsoft.com/office/drawing/2014/main" id="{98C5D882-58BA-7FF0-E528-BE2B669BF5F0}"/>
              </a:ext>
            </a:extLst>
          </p:cNvPr>
          <p:cNvSpPr txBox="1"/>
          <p:nvPr/>
        </p:nvSpPr>
        <p:spPr>
          <a:xfrm>
            <a:off x="6357438" y="3426281"/>
            <a:ext cx="590376" cy="607481"/>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54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3</a:t>
            </a:r>
          </a:p>
        </p:txBody>
      </p:sp>
      <p:sp>
        <p:nvSpPr>
          <p:cNvPr id="7" name="TextBox 6">
            <a:extLst>
              <a:ext uri="{FF2B5EF4-FFF2-40B4-BE49-F238E27FC236}">
                <a16:creationId xmlns:a16="http://schemas.microsoft.com/office/drawing/2014/main" id="{D404FE70-DB23-D2D4-5C85-70B81E51DB05}"/>
              </a:ext>
            </a:extLst>
          </p:cNvPr>
          <p:cNvSpPr txBox="1"/>
          <p:nvPr/>
        </p:nvSpPr>
        <p:spPr>
          <a:xfrm>
            <a:off x="6357438" y="5561147"/>
            <a:ext cx="590376" cy="607481"/>
          </a:xfrm>
          <a:prstGeom prst="rect">
            <a:avLst/>
          </a:prstGeom>
          <a:noFill/>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5400" b="1" i="0" u="none" strike="noStrike" kern="1200" cap="none" spc="0" normalizeH="0" baseline="0" noProof="0">
                <a:ln>
                  <a:noFill/>
                </a:ln>
                <a:solidFill>
                  <a:prstClr val="black">
                    <a:lumMod val="85000"/>
                    <a:lumOff val="15000"/>
                  </a:prstClr>
                </a:solidFill>
                <a:effectLst/>
                <a:uLnTx/>
                <a:uFillTx/>
                <a:latin typeface="Segoe UI"/>
                <a:ea typeface="Segoe UI Black" panose="020B0A02040204020203" pitchFamily="34" charset="0"/>
                <a:cs typeface="Segoe UI Light" panose="020B0502040204020203" pitchFamily="34" charset="0"/>
              </a:rPr>
              <a:t>5</a:t>
            </a:r>
          </a:p>
        </p:txBody>
      </p:sp>
    </p:spTree>
    <p:extLst>
      <p:ext uri="{BB962C8B-B14F-4D97-AF65-F5344CB8AC3E}">
        <p14:creationId xmlns:p14="http://schemas.microsoft.com/office/powerpoint/2010/main" val="1726609226"/>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Shape 594"/>
        <p:cNvGrpSpPr/>
        <p:nvPr/>
      </p:nvGrpSpPr>
      <p:grpSpPr>
        <a:xfrm>
          <a:off x="0" y="0"/>
          <a:ext cx="0" cy="0"/>
          <a:chOff x="0" y="0"/>
          <a:chExt cx="0" cy="0"/>
        </a:xfrm>
      </p:grpSpPr>
      <p:sp>
        <p:nvSpPr>
          <p:cNvPr id="595" name="Google Shape;595;p25"/>
          <p:cNvSpPr/>
          <p:nvPr/>
        </p:nvSpPr>
        <p:spPr>
          <a:xfrm rot="2700000">
            <a:off x="5510476" y="2037417"/>
            <a:ext cx="1153432" cy="1153432"/>
          </a:xfrm>
          <a:prstGeom prst="rect">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 name="Google Shape;596;p25"/>
          <p:cNvSpPr/>
          <p:nvPr/>
        </p:nvSpPr>
        <p:spPr>
          <a:xfrm rot="2700000">
            <a:off x="7308633" y="2037417"/>
            <a:ext cx="1153432" cy="1153432"/>
          </a:xfrm>
          <a:prstGeom prst="rect">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 name="Google Shape;597;p25"/>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598" name="Google Shape;598;p25"/>
          <p:cNvGrpSpPr/>
          <p:nvPr/>
        </p:nvGrpSpPr>
        <p:grpSpPr>
          <a:xfrm>
            <a:off x="4954000" y="3659700"/>
            <a:ext cx="2284000" cy="2077733"/>
            <a:chOff x="3715500" y="2744775"/>
            <a:chExt cx="1713000" cy="1558300"/>
          </a:xfrm>
        </p:grpSpPr>
        <p:cxnSp>
          <p:nvCxnSpPr>
            <p:cNvPr id="599" name="Google Shape;599;p25"/>
            <p:cNvCxnSpPr>
              <a:endCxn id="600" idx="0"/>
            </p:cNvCxnSpPr>
            <p:nvPr/>
          </p:nvCxnSpPr>
          <p:spPr>
            <a:xfrm>
              <a:off x="4572000" y="2744775"/>
              <a:ext cx="0" cy="543900"/>
            </a:xfrm>
            <a:prstGeom prst="straightConnector1">
              <a:avLst/>
            </a:prstGeom>
            <a:noFill/>
            <a:ln w="9525" cap="flat" cmpd="sng">
              <a:solidFill>
                <a:schemeClr val="accent3"/>
              </a:solidFill>
              <a:prstDash val="solid"/>
              <a:round/>
              <a:headEnd type="none" w="med" len="med"/>
              <a:tailEnd type="none" w="med" len="med"/>
            </a:ln>
          </p:spPr>
        </p:cxnSp>
        <p:sp>
          <p:nvSpPr>
            <p:cNvPr id="601" name="Google Shape;601;p25"/>
            <p:cNvSpPr txBox="1"/>
            <p:nvPr/>
          </p:nvSpPr>
          <p:spPr>
            <a:xfrm>
              <a:off x="3715500" y="3548275"/>
              <a:ext cx="1713000" cy="7548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has a beautiful name, but it is terribly hot there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600" name="Google Shape;600;p25"/>
            <p:cNvSpPr txBox="1"/>
            <p:nvPr/>
          </p:nvSpPr>
          <p:spPr>
            <a:xfrm>
              <a:off x="3715500" y="3288675"/>
              <a:ext cx="1713000" cy="2910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Venus</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602" name="Google Shape;602;p25"/>
          <p:cNvGrpSpPr/>
          <p:nvPr/>
        </p:nvGrpSpPr>
        <p:grpSpPr>
          <a:xfrm>
            <a:off x="8820567" y="1653134"/>
            <a:ext cx="2424475" cy="1595167"/>
            <a:chOff x="6615425" y="1239850"/>
            <a:chExt cx="1818356" cy="1196375"/>
          </a:xfrm>
        </p:grpSpPr>
        <p:sp>
          <p:nvSpPr>
            <p:cNvPr id="603" name="Google Shape;603;p25"/>
            <p:cNvSpPr/>
            <p:nvPr/>
          </p:nvSpPr>
          <p:spPr>
            <a:xfrm>
              <a:off x="6615425" y="1239850"/>
              <a:ext cx="1818356" cy="336900"/>
            </a:xfrm>
            <a:custGeom>
              <a:avLst/>
              <a:gdLst/>
              <a:ahLst/>
              <a:cxnLst/>
              <a:rect l="l" t="t" r="r" b="b"/>
              <a:pathLst>
                <a:path w="71950" h="13476" extrusionOk="0">
                  <a:moveTo>
                    <a:pt x="0" y="13476"/>
                  </a:moveTo>
                  <a:lnTo>
                    <a:pt x="13477" y="0"/>
                  </a:lnTo>
                  <a:lnTo>
                    <a:pt x="71950" y="0"/>
                  </a:lnTo>
                </a:path>
              </a:pathLst>
            </a:custGeom>
            <a:noFill/>
            <a:ln w="9525" cap="flat" cmpd="sng">
              <a:solidFill>
                <a:schemeClr val="accent6"/>
              </a:solidFill>
              <a:prstDash val="solid"/>
              <a:round/>
              <a:headEnd type="none" w="med" len="med"/>
              <a:tailEnd type="none" w="med" len="med"/>
            </a:ln>
          </p:spPr>
          <p:txBody>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en-IN"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 name="Google Shape;604;p25"/>
            <p:cNvSpPr txBox="1"/>
            <p:nvPr/>
          </p:nvSpPr>
          <p:spPr>
            <a:xfrm>
              <a:off x="6690700" y="1681425"/>
              <a:ext cx="1743000" cy="7548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cold place full of iron oxide dust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605" name="Google Shape;605;p25"/>
            <p:cNvSpPr txBox="1"/>
            <p:nvPr/>
          </p:nvSpPr>
          <p:spPr>
            <a:xfrm>
              <a:off x="6962200" y="1421825"/>
              <a:ext cx="1471500" cy="2910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grpSp>
      <p:sp>
        <p:nvSpPr>
          <p:cNvPr id="606" name="Google Shape;606;p25"/>
          <p:cNvSpPr/>
          <p:nvPr/>
        </p:nvSpPr>
        <p:spPr>
          <a:xfrm rot="2700000">
            <a:off x="3713117" y="2037417"/>
            <a:ext cx="1153432" cy="1153432"/>
          </a:xfrm>
          <a:prstGeom prst="rect">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607" name="Google Shape;607;p25"/>
          <p:cNvGrpSpPr/>
          <p:nvPr/>
        </p:nvGrpSpPr>
        <p:grpSpPr>
          <a:xfrm>
            <a:off x="946967" y="1653134"/>
            <a:ext cx="2424475" cy="1595167"/>
            <a:chOff x="710225" y="1239850"/>
            <a:chExt cx="1818356" cy="1196375"/>
          </a:xfrm>
        </p:grpSpPr>
        <p:sp>
          <p:nvSpPr>
            <p:cNvPr id="608" name="Google Shape;608;p25"/>
            <p:cNvSpPr/>
            <p:nvPr/>
          </p:nvSpPr>
          <p:spPr>
            <a:xfrm flipH="1">
              <a:off x="710225" y="1239850"/>
              <a:ext cx="1818356" cy="336900"/>
            </a:xfrm>
            <a:custGeom>
              <a:avLst/>
              <a:gdLst/>
              <a:ahLst/>
              <a:cxnLst/>
              <a:rect l="l" t="t" r="r" b="b"/>
              <a:pathLst>
                <a:path w="71950" h="13476" extrusionOk="0">
                  <a:moveTo>
                    <a:pt x="0" y="13476"/>
                  </a:moveTo>
                  <a:lnTo>
                    <a:pt x="13477" y="0"/>
                  </a:lnTo>
                  <a:lnTo>
                    <a:pt x="71950" y="0"/>
                  </a:lnTo>
                </a:path>
              </a:pathLst>
            </a:custGeom>
            <a:noFill/>
            <a:ln w="9525" cap="flat" cmpd="sng">
              <a:solidFill>
                <a:schemeClr val="accent1"/>
              </a:solidFill>
              <a:prstDash val="solid"/>
              <a:round/>
              <a:headEnd type="none" w="med" len="med"/>
              <a:tailEnd type="none" w="med" len="med"/>
            </a:ln>
          </p:spPr>
          <p:txBody>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en-IN"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 name="Google Shape;609;p25"/>
            <p:cNvSpPr txBox="1"/>
            <p:nvPr/>
          </p:nvSpPr>
          <p:spPr>
            <a:xfrm>
              <a:off x="710300" y="1681425"/>
              <a:ext cx="1743000" cy="7548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a gas giant composed mostly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610" name="Google Shape;610;p25"/>
            <p:cNvSpPr txBox="1"/>
            <p:nvPr/>
          </p:nvSpPr>
          <p:spPr>
            <a:xfrm>
              <a:off x="710288" y="1421825"/>
              <a:ext cx="1471500" cy="2910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grpSp>
      <p:sp>
        <p:nvSpPr>
          <p:cNvPr id="611" name="Google Shape;611;p25"/>
          <p:cNvSpPr/>
          <p:nvPr/>
        </p:nvSpPr>
        <p:spPr>
          <a:xfrm rot="2701683">
            <a:off x="4610665" y="3121994"/>
            <a:ext cx="1155696" cy="1155412"/>
          </a:xfrm>
          <a:prstGeom prst="rect">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612" name="Google Shape;612;p25"/>
          <p:cNvGrpSpPr/>
          <p:nvPr/>
        </p:nvGrpSpPr>
        <p:grpSpPr>
          <a:xfrm>
            <a:off x="947051" y="3693067"/>
            <a:ext cx="3264851" cy="2044367"/>
            <a:chOff x="710288" y="2769800"/>
            <a:chExt cx="2448638" cy="1533275"/>
          </a:xfrm>
        </p:grpSpPr>
        <p:sp>
          <p:nvSpPr>
            <p:cNvPr id="613" name="Google Shape;613;p25"/>
            <p:cNvSpPr/>
            <p:nvPr/>
          </p:nvSpPr>
          <p:spPr>
            <a:xfrm>
              <a:off x="710800" y="2769800"/>
              <a:ext cx="2448125" cy="337125"/>
            </a:xfrm>
            <a:custGeom>
              <a:avLst/>
              <a:gdLst/>
              <a:ahLst/>
              <a:cxnLst/>
              <a:rect l="l" t="t" r="r" b="b"/>
              <a:pathLst>
                <a:path w="97925" h="13485" extrusionOk="0">
                  <a:moveTo>
                    <a:pt x="97925" y="0"/>
                  </a:moveTo>
                  <a:lnTo>
                    <a:pt x="84301" y="13476"/>
                  </a:lnTo>
                  <a:lnTo>
                    <a:pt x="0" y="13485"/>
                  </a:lnTo>
                </a:path>
              </a:pathLst>
            </a:custGeom>
            <a:noFill/>
            <a:ln w="9525" cap="flat" cmpd="sng">
              <a:solidFill>
                <a:schemeClr val="accent2"/>
              </a:solidFill>
              <a:prstDash val="solid"/>
              <a:round/>
              <a:headEnd type="none" w="med" len="med"/>
              <a:tailEnd type="none" w="med" len="med"/>
            </a:ln>
          </p:spPr>
          <p:txBody>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en-IN"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 name="Google Shape;614;p25"/>
            <p:cNvSpPr txBox="1"/>
            <p:nvPr/>
          </p:nvSpPr>
          <p:spPr>
            <a:xfrm>
              <a:off x="710300" y="3548275"/>
              <a:ext cx="1743000" cy="7548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615" name="Google Shape;615;p25"/>
            <p:cNvSpPr txBox="1"/>
            <p:nvPr/>
          </p:nvSpPr>
          <p:spPr>
            <a:xfrm>
              <a:off x="710288" y="3288675"/>
              <a:ext cx="1471500" cy="2910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grpSp>
      <p:sp>
        <p:nvSpPr>
          <p:cNvPr id="616" name="Google Shape;616;p25"/>
          <p:cNvSpPr/>
          <p:nvPr/>
        </p:nvSpPr>
        <p:spPr>
          <a:xfrm rot="2700000">
            <a:off x="6408423" y="3121687"/>
            <a:ext cx="1155695" cy="1155695"/>
          </a:xfrm>
          <a:prstGeom prst="rect">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617" name="Google Shape;617;p25"/>
          <p:cNvGrpSpPr/>
          <p:nvPr/>
        </p:nvGrpSpPr>
        <p:grpSpPr>
          <a:xfrm>
            <a:off x="7965467" y="3693067"/>
            <a:ext cx="3281967" cy="2044367"/>
            <a:chOff x="5974100" y="2769800"/>
            <a:chExt cx="2461475" cy="1533275"/>
          </a:xfrm>
        </p:grpSpPr>
        <p:sp>
          <p:nvSpPr>
            <p:cNvPr id="618" name="Google Shape;618;p25"/>
            <p:cNvSpPr/>
            <p:nvPr/>
          </p:nvSpPr>
          <p:spPr>
            <a:xfrm>
              <a:off x="5974100" y="2769800"/>
              <a:ext cx="2461475" cy="337125"/>
            </a:xfrm>
            <a:custGeom>
              <a:avLst/>
              <a:gdLst/>
              <a:ahLst/>
              <a:cxnLst/>
              <a:rect l="l" t="t" r="r" b="b"/>
              <a:pathLst>
                <a:path w="98459" h="13485" extrusionOk="0">
                  <a:moveTo>
                    <a:pt x="0" y="0"/>
                  </a:moveTo>
                  <a:lnTo>
                    <a:pt x="13624" y="13476"/>
                  </a:lnTo>
                  <a:lnTo>
                    <a:pt x="98459" y="13485"/>
                  </a:lnTo>
                </a:path>
              </a:pathLst>
            </a:custGeom>
            <a:noFill/>
            <a:ln w="9525" cap="flat" cmpd="sng">
              <a:solidFill>
                <a:schemeClr val="accent4"/>
              </a:solidFill>
              <a:prstDash val="solid"/>
              <a:round/>
              <a:headEnd type="none" w="med" len="med"/>
              <a:tailEnd type="none" w="med" len="med"/>
            </a:ln>
          </p:spPr>
          <p:txBody>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en-IN"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 name="Google Shape;619;p25"/>
            <p:cNvSpPr txBox="1"/>
            <p:nvPr/>
          </p:nvSpPr>
          <p:spPr>
            <a:xfrm>
              <a:off x="6690700" y="3548275"/>
              <a:ext cx="1743000" cy="7548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a:t>
              </a:r>
              <a:br>
                <a:rPr kumimoji="0" lang="en" sz="1600" b="0" i="0" u="none" strike="noStrike" kern="0" cap="none" spc="0" normalizeH="0" baseline="0" noProof="0">
                  <a:ln>
                    <a:noFill/>
                  </a:ln>
                  <a:solidFill>
                    <a:srgbClr val="000000"/>
                  </a:solidFill>
                  <a:effectLst/>
                  <a:uLnTx/>
                  <a:uFillTx/>
                  <a:latin typeface="Roboto"/>
                  <a:ea typeface="Roboto"/>
                  <a:cs typeface="Roboto"/>
                  <a:sym typeface="Roboto"/>
                </a:rPr>
              </a:b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620" name="Google Shape;620;p25"/>
            <p:cNvSpPr txBox="1"/>
            <p:nvPr/>
          </p:nvSpPr>
          <p:spPr>
            <a:xfrm>
              <a:off x="6962200" y="3288675"/>
              <a:ext cx="1471500" cy="2910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621" name="Google Shape;621;p25"/>
          <p:cNvGrpSpPr/>
          <p:nvPr/>
        </p:nvGrpSpPr>
        <p:grpSpPr>
          <a:xfrm>
            <a:off x="5857144" y="2375277"/>
            <a:ext cx="477713" cy="477713"/>
            <a:chOff x="5660400" y="238125"/>
            <a:chExt cx="481825" cy="481825"/>
          </a:xfrm>
        </p:grpSpPr>
        <p:sp>
          <p:nvSpPr>
            <p:cNvPr id="622" name="Google Shape;622;p25"/>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623" name="Google Shape;623;p25"/>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624" name="Google Shape;624;p25"/>
          <p:cNvSpPr/>
          <p:nvPr/>
        </p:nvSpPr>
        <p:spPr>
          <a:xfrm>
            <a:off x="4077065" y="2375277"/>
            <a:ext cx="425537" cy="47771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625" name="Google Shape;625;p25"/>
          <p:cNvGrpSpPr/>
          <p:nvPr/>
        </p:nvGrpSpPr>
        <p:grpSpPr>
          <a:xfrm>
            <a:off x="4949657" y="3460508"/>
            <a:ext cx="477713" cy="477713"/>
            <a:chOff x="900750" y="1436075"/>
            <a:chExt cx="481825" cy="481825"/>
          </a:xfrm>
        </p:grpSpPr>
        <p:sp>
          <p:nvSpPr>
            <p:cNvPr id="626" name="Google Shape;626;p25"/>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627" name="Google Shape;627;p25"/>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628" name="Google Shape;628;p25"/>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629" name="Google Shape;629;p25"/>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630" name="Google Shape;630;p25"/>
          <p:cNvGrpSpPr/>
          <p:nvPr/>
        </p:nvGrpSpPr>
        <p:grpSpPr>
          <a:xfrm>
            <a:off x="6747341" y="3460508"/>
            <a:ext cx="477863" cy="477713"/>
            <a:chOff x="5642475" y="1435075"/>
            <a:chExt cx="481975" cy="481825"/>
          </a:xfrm>
        </p:grpSpPr>
        <p:sp>
          <p:nvSpPr>
            <p:cNvPr id="631" name="Google Shape;631;p25"/>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632" name="Google Shape;632;p25"/>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633" name="Google Shape;633;p25"/>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634" name="Google Shape;634;p25"/>
          <p:cNvGrpSpPr/>
          <p:nvPr/>
        </p:nvGrpSpPr>
        <p:grpSpPr>
          <a:xfrm>
            <a:off x="7689412" y="2375277"/>
            <a:ext cx="391877" cy="477713"/>
            <a:chOff x="3907325" y="2620775"/>
            <a:chExt cx="395250" cy="481825"/>
          </a:xfrm>
        </p:grpSpPr>
        <p:sp>
          <p:nvSpPr>
            <p:cNvPr id="635" name="Google Shape;635;p25"/>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636" name="Google Shape;636;p25"/>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637" name="Google Shape;637;p25"/>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638" name="Google Shape;638;p25"/>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Tree>
    <p:extLst>
      <p:ext uri="{BB962C8B-B14F-4D97-AF65-F5344CB8AC3E}">
        <p14:creationId xmlns:p14="http://schemas.microsoft.com/office/powerpoint/2010/main" val="723463903"/>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Shape 788"/>
        <p:cNvGrpSpPr/>
        <p:nvPr/>
      </p:nvGrpSpPr>
      <p:grpSpPr>
        <a:xfrm>
          <a:off x="0" y="0"/>
          <a:ext cx="0" cy="0"/>
          <a:chOff x="0" y="0"/>
          <a:chExt cx="0" cy="0"/>
        </a:xfrm>
      </p:grpSpPr>
      <p:sp>
        <p:nvSpPr>
          <p:cNvPr id="789" name="Google Shape;789;p29"/>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sp>
        <p:nvSpPr>
          <p:cNvPr id="790" name="Google Shape;790;p29"/>
          <p:cNvSpPr/>
          <p:nvPr/>
        </p:nvSpPr>
        <p:spPr>
          <a:xfrm>
            <a:off x="6032101" y="1665700"/>
            <a:ext cx="127833" cy="5192325"/>
          </a:xfrm>
          <a:custGeom>
            <a:avLst/>
            <a:gdLst/>
            <a:ahLst/>
            <a:cxnLst/>
            <a:rect l="l" t="t" r="r" b="b"/>
            <a:pathLst>
              <a:path w="3835" h="137351" extrusionOk="0">
                <a:moveTo>
                  <a:pt x="1918" y="0"/>
                </a:moveTo>
                <a:cubicBezTo>
                  <a:pt x="858" y="0"/>
                  <a:pt x="1" y="857"/>
                  <a:pt x="1" y="1917"/>
                </a:cubicBezTo>
                <a:lnTo>
                  <a:pt x="1" y="137350"/>
                </a:lnTo>
                <a:lnTo>
                  <a:pt x="3835" y="137350"/>
                </a:lnTo>
                <a:lnTo>
                  <a:pt x="3835" y="1917"/>
                </a:lnTo>
                <a:cubicBezTo>
                  <a:pt x="3835" y="857"/>
                  <a:pt x="2977" y="0"/>
                  <a:pt x="1918" y="0"/>
                </a:cubicBezTo>
                <a:close/>
              </a:path>
            </a:pathLst>
          </a:custGeom>
          <a:solidFill>
            <a:srgbClr val="AFBD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791" name="Google Shape;791;p29"/>
          <p:cNvGrpSpPr/>
          <p:nvPr/>
        </p:nvGrpSpPr>
        <p:grpSpPr>
          <a:xfrm>
            <a:off x="6032085" y="4358292"/>
            <a:ext cx="5212919" cy="718400"/>
            <a:chOff x="4524063" y="3268719"/>
            <a:chExt cx="3909689" cy="538800"/>
          </a:xfrm>
        </p:grpSpPr>
        <p:sp>
          <p:nvSpPr>
            <p:cNvPr id="792" name="Google Shape;792;p29"/>
            <p:cNvSpPr/>
            <p:nvPr/>
          </p:nvSpPr>
          <p:spPr>
            <a:xfrm>
              <a:off x="4998850" y="3339574"/>
              <a:ext cx="1422982" cy="397100"/>
            </a:xfrm>
            <a:custGeom>
              <a:avLst/>
              <a:gdLst/>
              <a:ahLst/>
              <a:cxnLst/>
              <a:rect l="l" t="t" r="r" b="b"/>
              <a:pathLst>
                <a:path w="66116" h="15884" fill="none" extrusionOk="0">
                  <a:moveTo>
                    <a:pt x="0" y="15884"/>
                  </a:moveTo>
                  <a:lnTo>
                    <a:pt x="66116" y="15884"/>
                  </a:lnTo>
                  <a:lnTo>
                    <a:pt x="60436" y="7847"/>
                  </a:lnTo>
                  <a:lnTo>
                    <a:pt x="66116" y="1"/>
                  </a:lnTo>
                  <a:lnTo>
                    <a:pt x="0" y="1"/>
                  </a:lnTo>
                  <a:close/>
                </a:path>
              </a:pathLst>
            </a:custGeom>
            <a:noFill/>
            <a:ln w="9525" cap="flat" cmpd="sng">
              <a:solidFill>
                <a:srgbClr val="000000"/>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rPr>
                <a:t>Mars</a:t>
              </a:r>
              <a:endParaRPr kumimoji="0" sz="1867" b="0" i="0" u="none" strike="noStrike" kern="0" cap="none" spc="0" normalizeH="0" baseline="0" noProof="0">
                <a:ln>
                  <a:noFill/>
                </a:ln>
                <a:solidFill>
                  <a:srgbClr val="E850E0"/>
                </a:solidFill>
                <a:effectLst/>
                <a:uLnTx/>
                <a:uFillTx/>
                <a:latin typeface="Arial"/>
                <a:ea typeface="+mn-ea"/>
                <a:cs typeface="Arial"/>
                <a:sym typeface="Arial"/>
              </a:endParaRPr>
            </a:p>
          </p:txBody>
        </p:sp>
        <p:sp>
          <p:nvSpPr>
            <p:cNvPr id="793" name="Google Shape;793;p29"/>
            <p:cNvSpPr/>
            <p:nvPr/>
          </p:nvSpPr>
          <p:spPr>
            <a:xfrm>
              <a:off x="4524063" y="3268719"/>
              <a:ext cx="560225" cy="538800"/>
            </a:xfrm>
            <a:custGeom>
              <a:avLst/>
              <a:gdLst/>
              <a:ahLst/>
              <a:cxnLst/>
              <a:rect l="l" t="t" r="r" b="b"/>
              <a:pathLst>
                <a:path w="22409" h="21552" extrusionOk="0">
                  <a:moveTo>
                    <a:pt x="1" y="1"/>
                  </a:moveTo>
                  <a:lnTo>
                    <a:pt x="1" y="21551"/>
                  </a:lnTo>
                  <a:lnTo>
                    <a:pt x="22408" y="21551"/>
                  </a:lnTo>
                  <a:lnTo>
                    <a:pt x="22408"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 name="Google Shape;794;p29"/>
            <p:cNvSpPr txBox="1"/>
            <p:nvPr/>
          </p:nvSpPr>
          <p:spPr>
            <a:xfrm>
              <a:off x="6626551" y="3270669"/>
              <a:ext cx="18072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a:t>
              </a:r>
              <a:br>
                <a:rPr kumimoji="0" lang="en" sz="1600" b="0" i="0" u="none" strike="noStrike" kern="0" cap="none" spc="0" normalizeH="0" baseline="0" noProof="0">
                  <a:ln>
                    <a:noFill/>
                  </a:ln>
                  <a:solidFill>
                    <a:srgbClr val="000000"/>
                  </a:solidFill>
                  <a:effectLst/>
                  <a:uLnTx/>
                  <a:uFillTx/>
                  <a:latin typeface="Roboto"/>
                  <a:ea typeface="Roboto"/>
                  <a:cs typeface="Roboto"/>
                  <a:sym typeface="Roboto"/>
                </a:rPr>
              </a:b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Mars is a cold place</a:t>
              </a:r>
              <a:br>
                <a:rPr kumimoji="0" lang="en" sz="1600" b="0" i="0" u="none" strike="noStrike" kern="0" cap="none" spc="0" normalizeH="0" baseline="0" noProof="0">
                  <a:ln>
                    <a:noFill/>
                  </a:ln>
                  <a:solidFill>
                    <a:srgbClr val="000000"/>
                  </a:solidFill>
                  <a:effectLst/>
                  <a:uLnTx/>
                  <a:uFillTx/>
                  <a:latin typeface="Roboto"/>
                  <a:ea typeface="Roboto"/>
                  <a:cs typeface="Roboto"/>
                  <a:sym typeface="Roboto"/>
                </a:rPr>
              </a:b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full of iron oxide dust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795" name="Google Shape;795;p29"/>
          <p:cNvGrpSpPr/>
          <p:nvPr/>
        </p:nvGrpSpPr>
        <p:grpSpPr>
          <a:xfrm>
            <a:off x="6032085" y="2668009"/>
            <a:ext cx="5212919" cy="717967"/>
            <a:chOff x="4524063" y="2001006"/>
            <a:chExt cx="3909689" cy="538475"/>
          </a:xfrm>
        </p:grpSpPr>
        <p:sp>
          <p:nvSpPr>
            <p:cNvPr id="796" name="Google Shape;796;p29"/>
            <p:cNvSpPr/>
            <p:nvPr/>
          </p:nvSpPr>
          <p:spPr>
            <a:xfrm>
              <a:off x="4998850" y="2071550"/>
              <a:ext cx="1422982" cy="397375"/>
            </a:xfrm>
            <a:custGeom>
              <a:avLst/>
              <a:gdLst/>
              <a:ahLst/>
              <a:cxnLst/>
              <a:rect l="l" t="t" r="r" b="b"/>
              <a:pathLst>
                <a:path w="66116" h="15895" fill="none" extrusionOk="0">
                  <a:moveTo>
                    <a:pt x="0" y="15895"/>
                  </a:moveTo>
                  <a:lnTo>
                    <a:pt x="66116" y="15895"/>
                  </a:lnTo>
                  <a:lnTo>
                    <a:pt x="60436" y="7858"/>
                  </a:lnTo>
                  <a:lnTo>
                    <a:pt x="66116" y="0"/>
                  </a:lnTo>
                  <a:lnTo>
                    <a:pt x="0" y="0"/>
                  </a:lnTo>
                  <a:close/>
                </a:path>
              </a:pathLst>
            </a:custGeom>
            <a:noFill/>
            <a:ln w="9525" cap="flat" cmpd="sng">
              <a:solidFill>
                <a:srgbClr val="000000"/>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Mercury</a:t>
              </a:r>
              <a:endParaRPr kumimoji="0" sz="1867" b="0" i="0" u="none" strike="noStrike" kern="0" cap="none" spc="0" normalizeH="0" baseline="0" noProof="0">
                <a:ln>
                  <a:noFill/>
                </a:ln>
                <a:solidFill>
                  <a:srgbClr val="FB8569"/>
                </a:solidFill>
                <a:effectLst/>
                <a:uLnTx/>
                <a:uFillTx/>
                <a:latin typeface="Arial"/>
                <a:ea typeface="+mn-ea"/>
                <a:cs typeface="Arial"/>
                <a:sym typeface="Arial"/>
              </a:endParaRPr>
            </a:p>
          </p:txBody>
        </p:sp>
        <p:sp>
          <p:nvSpPr>
            <p:cNvPr id="797" name="Google Shape;797;p29"/>
            <p:cNvSpPr/>
            <p:nvPr/>
          </p:nvSpPr>
          <p:spPr>
            <a:xfrm>
              <a:off x="4524063" y="2001006"/>
              <a:ext cx="560225" cy="538475"/>
            </a:xfrm>
            <a:custGeom>
              <a:avLst/>
              <a:gdLst/>
              <a:ahLst/>
              <a:cxnLst/>
              <a:rect l="l" t="t" r="r" b="b"/>
              <a:pathLst>
                <a:path w="22409" h="21539" extrusionOk="0">
                  <a:moveTo>
                    <a:pt x="1" y="0"/>
                  </a:moveTo>
                  <a:lnTo>
                    <a:pt x="1" y="21539"/>
                  </a:lnTo>
                  <a:lnTo>
                    <a:pt x="22408" y="21539"/>
                  </a:lnTo>
                  <a:lnTo>
                    <a:pt x="22408"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 name="Google Shape;798;p29"/>
            <p:cNvSpPr txBox="1"/>
            <p:nvPr/>
          </p:nvSpPr>
          <p:spPr>
            <a:xfrm>
              <a:off x="6626551" y="2002788"/>
              <a:ext cx="18072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closest planet to the Sun and the smallest one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799" name="Google Shape;799;p29"/>
          <p:cNvGrpSpPr/>
          <p:nvPr/>
        </p:nvGrpSpPr>
        <p:grpSpPr>
          <a:xfrm>
            <a:off x="947036" y="5203867"/>
            <a:ext cx="5212881" cy="718367"/>
            <a:chOff x="710276" y="3902900"/>
            <a:chExt cx="3909661" cy="538775"/>
          </a:xfrm>
        </p:grpSpPr>
        <p:sp>
          <p:nvSpPr>
            <p:cNvPr id="800" name="Google Shape;800;p29"/>
            <p:cNvSpPr/>
            <p:nvPr/>
          </p:nvSpPr>
          <p:spPr>
            <a:xfrm>
              <a:off x="2722199" y="3973725"/>
              <a:ext cx="1422982" cy="397100"/>
            </a:xfrm>
            <a:custGeom>
              <a:avLst/>
              <a:gdLst/>
              <a:ahLst/>
              <a:cxnLst/>
              <a:rect l="l" t="t" r="r" b="b"/>
              <a:pathLst>
                <a:path w="66116" h="15884" fill="none" extrusionOk="0">
                  <a:moveTo>
                    <a:pt x="66116" y="15884"/>
                  </a:moveTo>
                  <a:lnTo>
                    <a:pt x="1" y="15884"/>
                  </a:lnTo>
                  <a:lnTo>
                    <a:pt x="5680" y="7847"/>
                  </a:lnTo>
                  <a:lnTo>
                    <a:pt x="1" y="1"/>
                  </a:lnTo>
                  <a:lnTo>
                    <a:pt x="66116" y="1"/>
                  </a:lnTo>
                  <a:close/>
                </a:path>
              </a:pathLst>
            </a:custGeom>
            <a:noFill/>
            <a:ln w="9525" cap="flat" cmpd="sng">
              <a:solidFill>
                <a:srgbClr val="000000"/>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Jupiter</a:t>
              </a:r>
              <a:endParaRPr kumimoji="0" sz="1867" b="0" i="0" u="none" strike="noStrike" kern="0" cap="none" spc="0" normalizeH="0" baseline="0" noProof="0">
                <a:ln>
                  <a:noFill/>
                </a:ln>
                <a:solidFill>
                  <a:srgbClr val="9C27B0"/>
                </a:solidFill>
                <a:effectLst/>
                <a:uLnTx/>
                <a:uFillTx/>
                <a:latin typeface="Arial"/>
                <a:ea typeface="+mn-ea"/>
                <a:cs typeface="Arial"/>
                <a:sym typeface="Arial"/>
              </a:endParaRPr>
            </a:p>
          </p:txBody>
        </p:sp>
        <p:sp>
          <p:nvSpPr>
            <p:cNvPr id="801" name="Google Shape;801;p29"/>
            <p:cNvSpPr/>
            <p:nvPr/>
          </p:nvSpPr>
          <p:spPr>
            <a:xfrm>
              <a:off x="4059738" y="3902900"/>
              <a:ext cx="560200" cy="538775"/>
            </a:xfrm>
            <a:custGeom>
              <a:avLst/>
              <a:gdLst/>
              <a:ahLst/>
              <a:cxnLst/>
              <a:rect l="l" t="t" r="r" b="b"/>
              <a:pathLst>
                <a:path w="22408" h="21551" extrusionOk="0">
                  <a:moveTo>
                    <a:pt x="0" y="0"/>
                  </a:moveTo>
                  <a:lnTo>
                    <a:pt x="0" y="21551"/>
                  </a:lnTo>
                  <a:lnTo>
                    <a:pt x="22408" y="21551"/>
                  </a:lnTo>
                  <a:lnTo>
                    <a:pt x="22408"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 name="Google Shape;802;p29"/>
            <p:cNvSpPr txBox="1"/>
            <p:nvPr/>
          </p:nvSpPr>
          <p:spPr>
            <a:xfrm>
              <a:off x="710276" y="3904838"/>
              <a:ext cx="18072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803" name="Google Shape;803;p29"/>
          <p:cNvGrpSpPr/>
          <p:nvPr/>
        </p:nvGrpSpPr>
        <p:grpSpPr>
          <a:xfrm>
            <a:off x="947034" y="3513151"/>
            <a:ext cx="5212884" cy="717967"/>
            <a:chOff x="710275" y="2634863"/>
            <a:chExt cx="3909663" cy="538475"/>
          </a:xfrm>
        </p:grpSpPr>
        <p:sp>
          <p:nvSpPr>
            <p:cNvPr id="804" name="Google Shape;804;p29"/>
            <p:cNvSpPr/>
            <p:nvPr/>
          </p:nvSpPr>
          <p:spPr>
            <a:xfrm>
              <a:off x="2722199" y="2705413"/>
              <a:ext cx="1422982" cy="397400"/>
            </a:xfrm>
            <a:custGeom>
              <a:avLst/>
              <a:gdLst/>
              <a:ahLst/>
              <a:cxnLst/>
              <a:rect l="l" t="t" r="r" b="b"/>
              <a:pathLst>
                <a:path w="66116" h="15896" fill="none" extrusionOk="0">
                  <a:moveTo>
                    <a:pt x="66116" y="15895"/>
                  </a:moveTo>
                  <a:lnTo>
                    <a:pt x="1" y="15895"/>
                  </a:lnTo>
                  <a:lnTo>
                    <a:pt x="5680" y="7859"/>
                  </a:lnTo>
                  <a:lnTo>
                    <a:pt x="1" y="0"/>
                  </a:lnTo>
                  <a:lnTo>
                    <a:pt x="66116" y="0"/>
                  </a:lnTo>
                  <a:close/>
                </a:path>
              </a:pathLst>
            </a:custGeom>
            <a:noFill/>
            <a:ln w="9525" cap="flat" cmpd="sng">
              <a:solidFill>
                <a:srgbClr val="000000"/>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Earth</a:t>
              </a:r>
              <a:endParaRPr kumimoji="0" sz="1867" b="0" i="0" u="none" strike="noStrike" kern="0" cap="none" spc="0" normalizeH="0" baseline="0" noProof="0">
                <a:ln>
                  <a:noFill/>
                </a:ln>
                <a:solidFill>
                  <a:srgbClr val="FB569C"/>
                </a:solidFill>
                <a:effectLst/>
                <a:uLnTx/>
                <a:uFillTx/>
                <a:latin typeface="Arial"/>
                <a:ea typeface="+mn-ea"/>
                <a:cs typeface="Arial"/>
                <a:sym typeface="Arial"/>
              </a:endParaRPr>
            </a:p>
          </p:txBody>
        </p:sp>
        <p:sp>
          <p:nvSpPr>
            <p:cNvPr id="805" name="Google Shape;805;p29"/>
            <p:cNvSpPr/>
            <p:nvPr/>
          </p:nvSpPr>
          <p:spPr>
            <a:xfrm>
              <a:off x="4059738" y="2634863"/>
              <a:ext cx="560200" cy="538475"/>
            </a:xfrm>
            <a:custGeom>
              <a:avLst/>
              <a:gdLst/>
              <a:ahLst/>
              <a:cxnLst/>
              <a:rect l="l" t="t" r="r" b="b"/>
              <a:pathLst>
                <a:path w="22408" h="21539" extrusionOk="0">
                  <a:moveTo>
                    <a:pt x="0" y="1"/>
                  </a:moveTo>
                  <a:lnTo>
                    <a:pt x="0" y="21539"/>
                  </a:lnTo>
                  <a:lnTo>
                    <a:pt x="22408" y="21539"/>
                  </a:lnTo>
                  <a:lnTo>
                    <a:pt x="22408"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 name="Google Shape;806;p29"/>
            <p:cNvSpPr txBox="1"/>
            <p:nvPr/>
          </p:nvSpPr>
          <p:spPr>
            <a:xfrm>
              <a:off x="710275" y="2636675"/>
              <a:ext cx="18072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 and the one that harbors life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807" name="Google Shape;807;p29"/>
          <p:cNvGrpSpPr/>
          <p:nvPr/>
        </p:nvGrpSpPr>
        <p:grpSpPr>
          <a:xfrm>
            <a:off x="947034" y="1822467"/>
            <a:ext cx="5212884" cy="745100"/>
            <a:chOff x="710275" y="1366850"/>
            <a:chExt cx="3909663" cy="558825"/>
          </a:xfrm>
        </p:grpSpPr>
        <p:sp>
          <p:nvSpPr>
            <p:cNvPr id="808" name="Google Shape;808;p29"/>
            <p:cNvSpPr/>
            <p:nvPr/>
          </p:nvSpPr>
          <p:spPr>
            <a:xfrm>
              <a:off x="2722199" y="1437675"/>
              <a:ext cx="1422982" cy="397100"/>
            </a:xfrm>
            <a:custGeom>
              <a:avLst/>
              <a:gdLst/>
              <a:ahLst/>
              <a:cxnLst/>
              <a:rect l="l" t="t" r="r" b="b"/>
              <a:pathLst>
                <a:path w="66116" h="15884" fill="none" extrusionOk="0">
                  <a:moveTo>
                    <a:pt x="66116" y="15884"/>
                  </a:moveTo>
                  <a:lnTo>
                    <a:pt x="1" y="15884"/>
                  </a:lnTo>
                  <a:lnTo>
                    <a:pt x="5680" y="7847"/>
                  </a:lnTo>
                  <a:lnTo>
                    <a:pt x="1" y="1"/>
                  </a:lnTo>
                  <a:lnTo>
                    <a:pt x="66116" y="1"/>
                  </a:lnTo>
                  <a:close/>
                </a:path>
              </a:pathLst>
            </a:custGeom>
            <a:noFill/>
            <a:ln w="9525" cap="flat" cmpd="sng">
              <a:solidFill>
                <a:srgbClr val="000000"/>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Neptune</a:t>
              </a:r>
              <a:endParaRPr kumimoji="0" sz="1867" b="0" i="0" u="none" strike="noStrike" kern="0" cap="none" spc="0" normalizeH="0" baseline="0" noProof="0">
                <a:ln>
                  <a:noFill/>
                </a:ln>
                <a:solidFill>
                  <a:srgbClr val="FBB831"/>
                </a:solidFill>
                <a:effectLst/>
                <a:uLnTx/>
                <a:uFillTx/>
                <a:latin typeface="Arial"/>
                <a:ea typeface="+mn-ea"/>
                <a:cs typeface="Arial"/>
                <a:sym typeface="Arial"/>
              </a:endParaRPr>
            </a:p>
          </p:txBody>
        </p:sp>
        <p:sp>
          <p:nvSpPr>
            <p:cNvPr id="809" name="Google Shape;809;p29"/>
            <p:cNvSpPr/>
            <p:nvPr/>
          </p:nvSpPr>
          <p:spPr>
            <a:xfrm>
              <a:off x="4059738" y="1366850"/>
              <a:ext cx="560200" cy="538775"/>
            </a:xfrm>
            <a:custGeom>
              <a:avLst/>
              <a:gdLst/>
              <a:ahLst/>
              <a:cxnLst/>
              <a:rect l="l" t="t" r="r" b="b"/>
              <a:pathLst>
                <a:path w="22408" h="21551" extrusionOk="0">
                  <a:moveTo>
                    <a:pt x="0" y="0"/>
                  </a:moveTo>
                  <a:lnTo>
                    <a:pt x="0" y="21550"/>
                  </a:lnTo>
                  <a:lnTo>
                    <a:pt x="22408" y="21550"/>
                  </a:lnTo>
                  <a:lnTo>
                    <a:pt x="22408"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endParaRPr kumimoji="0" sz="1733" b="0" i="0" u="none" strike="noStrike" kern="0" cap="none" spc="0" normalizeH="0" baseline="0" noProof="0">
                <a:ln>
                  <a:noFill/>
                </a:ln>
                <a:solidFill>
                  <a:srgbClr val="FFFFFF"/>
                </a:solidFill>
                <a:effectLst/>
                <a:uLnTx/>
                <a:uFillTx/>
                <a:latin typeface="Roboto"/>
                <a:ea typeface="Roboto"/>
                <a:cs typeface="Roboto"/>
                <a:sym typeface="Roboto"/>
              </a:endParaRPr>
            </a:p>
          </p:txBody>
        </p:sp>
        <p:sp>
          <p:nvSpPr>
            <p:cNvPr id="810" name="Google Shape;810;p29"/>
            <p:cNvSpPr txBox="1"/>
            <p:nvPr/>
          </p:nvSpPr>
          <p:spPr>
            <a:xfrm>
              <a:off x="710275" y="1390775"/>
              <a:ext cx="18072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a gas giant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811" name="Google Shape;811;p29"/>
          <p:cNvGrpSpPr/>
          <p:nvPr/>
        </p:nvGrpSpPr>
        <p:grpSpPr>
          <a:xfrm>
            <a:off x="5577227" y="1979228"/>
            <a:ext cx="404860" cy="404797"/>
            <a:chOff x="2685825" y="840375"/>
            <a:chExt cx="481900" cy="481825"/>
          </a:xfrm>
        </p:grpSpPr>
        <p:sp>
          <p:nvSpPr>
            <p:cNvPr id="812" name="Google Shape;812;p29"/>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813" name="Google Shape;813;p29"/>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814" name="Google Shape;814;p29"/>
          <p:cNvGrpSpPr/>
          <p:nvPr/>
        </p:nvGrpSpPr>
        <p:grpSpPr>
          <a:xfrm>
            <a:off x="5570590" y="3669584"/>
            <a:ext cx="418135" cy="405553"/>
            <a:chOff x="3270675" y="841800"/>
            <a:chExt cx="497700" cy="482725"/>
          </a:xfrm>
        </p:grpSpPr>
        <p:sp>
          <p:nvSpPr>
            <p:cNvPr id="815" name="Google Shape;815;p29"/>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816" name="Google Shape;816;p29"/>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817" name="Google Shape;817;p29"/>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818" name="Google Shape;818;p29"/>
          <p:cNvSpPr/>
          <p:nvPr/>
        </p:nvSpPr>
        <p:spPr>
          <a:xfrm>
            <a:off x="6209434" y="2837240"/>
            <a:ext cx="404797" cy="379509"/>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819" name="Google Shape;819;p29"/>
          <p:cNvGrpSpPr/>
          <p:nvPr/>
        </p:nvGrpSpPr>
        <p:grpSpPr>
          <a:xfrm>
            <a:off x="6209434" y="4515094"/>
            <a:ext cx="404797" cy="404797"/>
            <a:chOff x="3271200" y="1435075"/>
            <a:chExt cx="481825" cy="481825"/>
          </a:xfrm>
        </p:grpSpPr>
        <p:sp>
          <p:nvSpPr>
            <p:cNvPr id="820" name="Google Shape;820;p29"/>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821" name="Google Shape;821;p29"/>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822" name="Google Shape;822;p29"/>
          <p:cNvGrpSpPr/>
          <p:nvPr/>
        </p:nvGrpSpPr>
        <p:grpSpPr>
          <a:xfrm>
            <a:off x="5581060" y="5360257"/>
            <a:ext cx="397195" cy="397195"/>
            <a:chOff x="6239925" y="2032450"/>
            <a:chExt cx="472775" cy="472775"/>
          </a:xfrm>
        </p:grpSpPr>
        <p:sp>
          <p:nvSpPr>
            <p:cNvPr id="823" name="Google Shape;823;p29"/>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824" name="Google Shape;824;p29"/>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Tree>
    <p:extLst>
      <p:ext uri="{BB962C8B-B14F-4D97-AF65-F5344CB8AC3E}">
        <p14:creationId xmlns:p14="http://schemas.microsoft.com/office/powerpoint/2010/main" val="2019050643"/>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Shape 930"/>
        <p:cNvGrpSpPr/>
        <p:nvPr/>
      </p:nvGrpSpPr>
      <p:grpSpPr>
        <a:xfrm>
          <a:off x="0" y="0"/>
          <a:ext cx="0" cy="0"/>
          <a:chOff x="0" y="0"/>
          <a:chExt cx="0" cy="0"/>
        </a:xfrm>
      </p:grpSpPr>
      <p:sp>
        <p:nvSpPr>
          <p:cNvPr id="931" name="Google Shape;931;p32"/>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932" name="Google Shape;932;p32"/>
          <p:cNvGrpSpPr/>
          <p:nvPr/>
        </p:nvGrpSpPr>
        <p:grpSpPr>
          <a:xfrm>
            <a:off x="947031" y="1652167"/>
            <a:ext cx="8022915" cy="1054733"/>
            <a:chOff x="852325" y="1239125"/>
            <a:chExt cx="5906730" cy="791050"/>
          </a:xfrm>
        </p:grpSpPr>
        <p:sp>
          <p:nvSpPr>
            <p:cNvPr id="933" name="Google Shape;933;p32"/>
            <p:cNvSpPr/>
            <p:nvPr/>
          </p:nvSpPr>
          <p:spPr>
            <a:xfrm>
              <a:off x="852325" y="1478375"/>
              <a:ext cx="448325" cy="551800"/>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1"/>
              </a:solidFill>
              <a:prstDash val="solid"/>
              <a:round/>
              <a:headEnd type="none" w="med" len="med"/>
              <a:tailEnd type="oval" w="med" len="med"/>
            </a:ln>
          </p:spPr>
          <p:txBody>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en-IN"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 name="Google Shape;934;p32"/>
            <p:cNvSpPr/>
            <p:nvPr/>
          </p:nvSpPr>
          <p:spPr>
            <a:xfrm>
              <a:off x="985350" y="1239125"/>
              <a:ext cx="1361100" cy="478500"/>
            </a:xfrm>
            <a:prstGeom prst="roundRect">
              <a:avLst>
                <a:gd name="adj" fmla="val 50000"/>
              </a:avLst>
            </a:pr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Why 1</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 name="Google Shape;935;p32"/>
            <p:cNvSpPr/>
            <p:nvPr/>
          </p:nvSpPr>
          <p:spPr>
            <a:xfrm>
              <a:off x="2857255" y="1239125"/>
              <a:ext cx="3901800" cy="478500"/>
            </a:xfrm>
            <a:prstGeom prst="roundRect">
              <a:avLst>
                <a:gd name="adj" fmla="val 50000"/>
              </a:avLst>
            </a:prstGeom>
            <a:solidFill>
              <a:srgbClr val="EEEEEE"/>
            </a:solidFill>
            <a:ln>
              <a:noFill/>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closest to the Sun and the smallest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cxnSp>
          <p:nvCxnSpPr>
            <p:cNvPr id="936" name="Google Shape;936;p32"/>
            <p:cNvCxnSpPr>
              <a:stCxn id="934" idx="3"/>
              <a:endCxn id="935" idx="1"/>
            </p:cNvCxnSpPr>
            <p:nvPr/>
          </p:nvCxnSpPr>
          <p:spPr>
            <a:xfrm>
              <a:off x="2346450" y="1478375"/>
              <a:ext cx="510900" cy="0"/>
            </a:xfrm>
            <a:prstGeom prst="straightConnector1">
              <a:avLst/>
            </a:prstGeom>
            <a:noFill/>
            <a:ln w="9525" cap="flat" cmpd="sng">
              <a:solidFill>
                <a:srgbClr val="000000"/>
              </a:solidFill>
              <a:prstDash val="solid"/>
              <a:round/>
              <a:headEnd type="none" w="med" len="med"/>
              <a:tailEnd type="oval" w="med" len="med"/>
            </a:ln>
          </p:spPr>
        </p:cxnSp>
      </p:grpSp>
      <p:grpSp>
        <p:nvGrpSpPr>
          <p:cNvPr id="937" name="Google Shape;937;p32"/>
          <p:cNvGrpSpPr/>
          <p:nvPr/>
        </p:nvGrpSpPr>
        <p:grpSpPr>
          <a:xfrm>
            <a:off x="1489080" y="2550700"/>
            <a:ext cx="8049555" cy="1054733"/>
            <a:chOff x="1251400" y="1913025"/>
            <a:chExt cx="5926343" cy="791050"/>
          </a:xfrm>
        </p:grpSpPr>
        <p:sp>
          <p:nvSpPr>
            <p:cNvPr id="938" name="Google Shape;938;p32"/>
            <p:cNvSpPr/>
            <p:nvPr/>
          </p:nvSpPr>
          <p:spPr>
            <a:xfrm>
              <a:off x="1251400" y="2152275"/>
              <a:ext cx="448325" cy="551800"/>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2"/>
              </a:solidFill>
              <a:prstDash val="solid"/>
              <a:round/>
              <a:headEnd type="none" w="med" len="med"/>
              <a:tailEnd type="oval" w="med" len="med"/>
            </a:ln>
          </p:spPr>
          <p:txBody>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en-IN"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 name="Google Shape;939;p32"/>
            <p:cNvSpPr/>
            <p:nvPr/>
          </p:nvSpPr>
          <p:spPr>
            <a:xfrm>
              <a:off x="3275943" y="1913050"/>
              <a:ext cx="3901800" cy="478500"/>
            </a:xfrm>
            <a:prstGeom prst="roundRect">
              <a:avLst>
                <a:gd name="adj" fmla="val 50000"/>
              </a:avLst>
            </a:prstGeom>
            <a:solidFill>
              <a:srgbClr val="EEEEEE"/>
            </a:solidFill>
            <a:ln>
              <a:noFill/>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is the second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940" name="Google Shape;940;p32"/>
            <p:cNvSpPr/>
            <p:nvPr/>
          </p:nvSpPr>
          <p:spPr>
            <a:xfrm>
              <a:off x="1404039" y="1913025"/>
              <a:ext cx="1361100" cy="478500"/>
            </a:xfrm>
            <a:prstGeom prst="roundRect">
              <a:avLst>
                <a:gd name="adj" fmla="val 50000"/>
              </a:avLst>
            </a:pr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Why 2</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941" name="Google Shape;941;p32"/>
            <p:cNvCxnSpPr>
              <a:stCxn id="940" idx="3"/>
              <a:endCxn id="939" idx="1"/>
            </p:cNvCxnSpPr>
            <p:nvPr/>
          </p:nvCxnSpPr>
          <p:spPr>
            <a:xfrm>
              <a:off x="2765139" y="2152275"/>
              <a:ext cx="510900" cy="0"/>
            </a:xfrm>
            <a:prstGeom prst="straightConnector1">
              <a:avLst/>
            </a:prstGeom>
            <a:noFill/>
            <a:ln w="9525" cap="flat" cmpd="sng">
              <a:solidFill>
                <a:srgbClr val="000000"/>
              </a:solidFill>
              <a:prstDash val="solid"/>
              <a:round/>
              <a:headEnd type="none" w="med" len="med"/>
              <a:tailEnd type="oval" w="med" len="med"/>
            </a:ln>
          </p:spPr>
        </p:cxnSp>
      </p:grpSp>
      <p:grpSp>
        <p:nvGrpSpPr>
          <p:cNvPr id="942" name="Google Shape;942;p32"/>
          <p:cNvGrpSpPr/>
          <p:nvPr/>
        </p:nvGrpSpPr>
        <p:grpSpPr>
          <a:xfrm>
            <a:off x="2057855" y="3449266"/>
            <a:ext cx="8049471" cy="1054701"/>
            <a:chOff x="1670150" y="2586949"/>
            <a:chExt cx="5926282" cy="791026"/>
          </a:xfrm>
        </p:grpSpPr>
        <p:sp>
          <p:nvSpPr>
            <p:cNvPr id="943" name="Google Shape;943;p32"/>
            <p:cNvSpPr/>
            <p:nvPr/>
          </p:nvSpPr>
          <p:spPr>
            <a:xfrm>
              <a:off x="1670150" y="2826175"/>
              <a:ext cx="448325" cy="551800"/>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3"/>
              </a:solidFill>
              <a:prstDash val="solid"/>
              <a:round/>
              <a:headEnd type="none" w="med" len="med"/>
              <a:tailEnd type="oval" w="med" len="med"/>
            </a:ln>
          </p:spPr>
          <p:txBody>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en-IN"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 name="Google Shape;944;p32"/>
            <p:cNvSpPr/>
            <p:nvPr/>
          </p:nvSpPr>
          <p:spPr>
            <a:xfrm>
              <a:off x="1822728" y="2586950"/>
              <a:ext cx="1361100" cy="478500"/>
            </a:xfrm>
            <a:prstGeom prst="roundRect">
              <a:avLst>
                <a:gd name="adj" fmla="val 50000"/>
              </a:avLst>
            </a:pr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Why 3</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 name="Google Shape;945;p32"/>
            <p:cNvSpPr/>
            <p:nvPr/>
          </p:nvSpPr>
          <p:spPr>
            <a:xfrm>
              <a:off x="3694632" y="2586949"/>
              <a:ext cx="3901800" cy="478500"/>
            </a:xfrm>
            <a:prstGeom prst="roundRect">
              <a:avLst>
                <a:gd name="adj" fmla="val 50000"/>
              </a:avLst>
            </a:prstGeom>
            <a:solidFill>
              <a:srgbClr val="EEEEEE"/>
            </a:solidFill>
            <a:ln>
              <a:noFill/>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cxnSp>
          <p:nvCxnSpPr>
            <p:cNvPr id="946" name="Google Shape;946;p32"/>
            <p:cNvCxnSpPr>
              <a:stCxn id="944" idx="3"/>
              <a:endCxn id="945" idx="1"/>
            </p:cNvCxnSpPr>
            <p:nvPr/>
          </p:nvCxnSpPr>
          <p:spPr>
            <a:xfrm>
              <a:off x="3183828" y="2826200"/>
              <a:ext cx="510900" cy="0"/>
            </a:xfrm>
            <a:prstGeom prst="straightConnector1">
              <a:avLst/>
            </a:prstGeom>
            <a:noFill/>
            <a:ln w="9525" cap="flat" cmpd="sng">
              <a:solidFill>
                <a:srgbClr val="000000"/>
              </a:solidFill>
              <a:prstDash val="solid"/>
              <a:round/>
              <a:headEnd type="none" w="med" len="med"/>
              <a:tailEnd type="oval" w="med" len="med"/>
            </a:ln>
          </p:spPr>
        </p:cxnSp>
      </p:grpSp>
      <p:grpSp>
        <p:nvGrpSpPr>
          <p:cNvPr id="947" name="Google Shape;947;p32"/>
          <p:cNvGrpSpPr/>
          <p:nvPr/>
        </p:nvGrpSpPr>
        <p:grpSpPr>
          <a:xfrm>
            <a:off x="2626664" y="4347817"/>
            <a:ext cx="8049353" cy="1054683"/>
            <a:chOff x="2088925" y="3260863"/>
            <a:chExt cx="5926195" cy="791012"/>
          </a:xfrm>
        </p:grpSpPr>
        <p:sp>
          <p:nvSpPr>
            <p:cNvPr id="948" name="Google Shape;948;p32"/>
            <p:cNvSpPr/>
            <p:nvPr/>
          </p:nvSpPr>
          <p:spPr>
            <a:xfrm>
              <a:off x="2088925" y="3500075"/>
              <a:ext cx="448325" cy="551800"/>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4"/>
              </a:solidFill>
              <a:prstDash val="solid"/>
              <a:round/>
              <a:headEnd type="none" w="med" len="med"/>
              <a:tailEnd type="oval" w="med" len="med"/>
            </a:ln>
          </p:spPr>
          <p:txBody>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en-IN"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 name="Google Shape;949;p32"/>
            <p:cNvSpPr/>
            <p:nvPr/>
          </p:nvSpPr>
          <p:spPr>
            <a:xfrm>
              <a:off x="2241417" y="3260863"/>
              <a:ext cx="1361100" cy="478500"/>
            </a:xfrm>
            <a:prstGeom prst="roundRect">
              <a:avLst>
                <a:gd name="adj" fmla="val 50000"/>
              </a:avLst>
            </a:prstGeom>
            <a:solidFill>
              <a:schemeClr val="accent4"/>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Why 4</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 name="Google Shape;950;p32"/>
            <p:cNvSpPr/>
            <p:nvPr/>
          </p:nvSpPr>
          <p:spPr>
            <a:xfrm>
              <a:off x="4113320" y="3260874"/>
              <a:ext cx="3901800" cy="478500"/>
            </a:xfrm>
            <a:prstGeom prst="roundRect">
              <a:avLst>
                <a:gd name="adj" fmla="val 50000"/>
              </a:avLst>
            </a:prstGeom>
            <a:solidFill>
              <a:srgbClr val="EEEEEE"/>
            </a:solidFill>
            <a:ln>
              <a:noFill/>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the biggest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cxnSp>
          <p:nvCxnSpPr>
            <p:cNvPr id="951" name="Google Shape;951;p32"/>
            <p:cNvCxnSpPr>
              <a:stCxn id="949" idx="3"/>
              <a:endCxn id="950" idx="1"/>
            </p:cNvCxnSpPr>
            <p:nvPr/>
          </p:nvCxnSpPr>
          <p:spPr>
            <a:xfrm>
              <a:off x="3602517" y="3500113"/>
              <a:ext cx="510900" cy="0"/>
            </a:xfrm>
            <a:prstGeom prst="straightConnector1">
              <a:avLst/>
            </a:prstGeom>
            <a:noFill/>
            <a:ln w="9525" cap="flat" cmpd="sng">
              <a:solidFill>
                <a:srgbClr val="000000"/>
              </a:solidFill>
              <a:prstDash val="solid"/>
              <a:round/>
              <a:headEnd type="none" w="med" len="med"/>
              <a:tailEnd type="oval" w="med" len="med"/>
            </a:ln>
          </p:spPr>
        </p:cxnSp>
      </p:grpSp>
      <p:grpSp>
        <p:nvGrpSpPr>
          <p:cNvPr id="952" name="Google Shape;952;p32"/>
          <p:cNvGrpSpPr/>
          <p:nvPr/>
        </p:nvGrpSpPr>
        <p:grpSpPr>
          <a:xfrm>
            <a:off x="3402479" y="5246365"/>
            <a:ext cx="7842229" cy="638003"/>
            <a:chOff x="2660105" y="3934774"/>
            <a:chExt cx="5773703" cy="478502"/>
          </a:xfrm>
        </p:grpSpPr>
        <p:sp>
          <p:nvSpPr>
            <p:cNvPr id="953" name="Google Shape;953;p32"/>
            <p:cNvSpPr/>
            <p:nvPr/>
          </p:nvSpPr>
          <p:spPr>
            <a:xfrm>
              <a:off x="2660105" y="3934775"/>
              <a:ext cx="1361100" cy="478500"/>
            </a:xfrm>
            <a:prstGeom prst="roundRect">
              <a:avLst>
                <a:gd name="adj" fmla="val 50000"/>
              </a:avLst>
            </a:pr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Why 5</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 name="Google Shape;954;p32"/>
            <p:cNvSpPr/>
            <p:nvPr/>
          </p:nvSpPr>
          <p:spPr>
            <a:xfrm>
              <a:off x="4532009" y="3934774"/>
              <a:ext cx="3901800" cy="478500"/>
            </a:xfrm>
            <a:prstGeom prst="roundRect">
              <a:avLst>
                <a:gd name="adj" fmla="val 50000"/>
              </a:avLst>
            </a:prstGeom>
            <a:solidFill>
              <a:srgbClr val="EEEEEE"/>
            </a:solidFill>
            <a:ln>
              <a:noFill/>
            </a:ln>
          </p:spPr>
          <p:txBody>
            <a:bodyPr spcFirstLastPara="1" wrap="square" lIns="243833"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Pts val="1100"/>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composed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cxnSp>
          <p:nvCxnSpPr>
            <p:cNvPr id="955" name="Google Shape;955;p32"/>
            <p:cNvCxnSpPr>
              <a:stCxn id="953" idx="3"/>
              <a:endCxn id="954" idx="1"/>
            </p:cNvCxnSpPr>
            <p:nvPr/>
          </p:nvCxnSpPr>
          <p:spPr>
            <a:xfrm>
              <a:off x="4021205" y="4174025"/>
              <a:ext cx="510900" cy="0"/>
            </a:xfrm>
            <a:prstGeom prst="straightConnector1">
              <a:avLst/>
            </a:prstGeom>
            <a:noFill/>
            <a:ln w="9525" cap="flat" cmpd="sng">
              <a:solidFill>
                <a:srgbClr val="000000"/>
              </a:solidFill>
              <a:prstDash val="solid"/>
              <a:round/>
              <a:headEnd type="none" w="med" len="med"/>
              <a:tailEnd type="oval" w="med" len="med"/>
            </a:ln>
          </p:spPr>
        </p:cxnSp>
      </p:grpSp>
    </p:spTree>
    <p:extLst>
      <p:ext uri="{BB962C8B-B14F-4D97-AF65-F5344CB8AC3E}">
        <p14:creationId xmlns:p14="http://schemas.microsoft.com/office/powerpoint/2010/main" val="36358153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Shape 995"/>
        <p:cNvGrpSpPr/>
        <p:nvPr/>
      </p:nvGrpSpPr>
      <p:grpSpPr>
        <a:xfrm>
          <a:off x="0" y="0"/>
          <a:ext cx="0" cy="0"/>
          <a:chOff x="0" y="0"/>
          <a:chExt cx="0" cy="0"/>
        </a:xfrm>
      </p:grpSpPr>
      <p:sp>
        <p:nvSpPr>
          <p:cNvPr id="996" name="Google Shape;996;p34"/>
          <p:cNvSpPr/>
          <p:nvPr/>
        </p:nvSpPr>
        <p:spPr>
          <a:xfrm>
            <a:off x="4531497" y="1697829"/>
            <a:ext cx="1760139" cy="1403724"/>
          </a:xfrm>
          <a:custGeom>
            <a:avLst/>
            <a:gdLst/>
            <a:ahLst/>
            <a:cxnLst/>
            <a:rect l="l" t="t" r="r" b="b"/>
            <a:pathLst>
              <a:path w="60032" h="47876" extrusionOk="0">
                <a:moveTo>
                  <a:pt x="53554" y="0"/>
                </a:moveTo>
                <a:cubicBezTo>
                  <a:pt x="28527" y="0"/>
                  <a:pt x="7322" y="16324"/>
                  <a:pt x="0" y="38898"/>
                </a:cubicBezTo>
                <a:lnTo>
                  <a:pt x="27646" y="47875"/>
                </a:lnTo>
                <a:cubicBezTo>
                  <a:pt x="31183" y="36957"/>
                  <a:pt x="41446" y="29052"/>
                  <a:pt x="53554" y="29052"/>
                </a:cubicBezTo>
                <a:lnTo>
                  <a:pt x="53554" y="23289"/>
                </a:lnTo>
                <a:cubicBezTo>
                  <a:pt x="53554" y="20098"/>
                  <a:pt x="55352" y="17181"/>
                  <a:pt x="58198" y="15752"/>
                </a:cubicBezTo>
                <a:lnTo>
                  <a:pt x="59591" y="15062"/>
                </a:lnTo>
                <a:cubicBezTo>
                  <a:pt x="60031" y="14847"/>
                  <a:pt x="60031" y="14216"/>
                  <a:pt x="59591" y="13990"/>
                </a:cubicBezTo>
                <a:lnTo>
                  <a:pt x="58198" y="13300"/>
                </a:lnTo>
                <a:cubicBezTo>
                  <a:pt x="55352" y="11871"/>
                  <a:pt x="53554" y="8966"/>
                  <a:pt x="53554" y="5775"/>
                </a:cubicBezTo>
                <a:lnTo>
                  <a:pt x="53554"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 name="Google Shape;997;p34"/>
          <p:cNvSpPr/>
          <p:nvPr/>
        </p:nvSpPr>
        <p:spPr>
          <a:xfrm>
            <a:off x="4305634" y="2790916"/>
            <a:ext cx="1327287" cy="1892635"/>
          </a:xfrm>
          <a:custGeom>
            <a:avLst/>
            <a:gdLst/>
            <a:ahLst/>
            <a:cxnLst/>
            <a:rect l="l" t="t" r="r" b="b"/>
            <a:pathLst>
              <a:path w="45269" h="64551" extrusionOk="0">
                <a:moveTo>
                  <a:pt x="23339" y="1"/>
                </a:moveTo>
                <a:cubicBezTo>
                  <a:pt x="23186" y="1"/>
                  <a:pt x="23031" y="59"/>
                  <a:pt x="22908" y="185"/>
                </a:cubicBezTo>
                <a:lnTo>
                  <a:pt x="21825" y="1281"/>
                </a:lnTo>
                <a:cubicBezTo>
                  <a:pt x="20214" y="2917"/>
                  <a:pt x="18036" y="3795"/>
                  <a:pt x="15815" y="3795"/>
                </a:cubicBezTo>
                <a:cubicBezTo>
                  <a:pt x="14949" y="3795"/>
                  <a:pt x="14077" y="3662"/>
                  <a:pt x="13229" y="3388"/>
                </a:cubicBezTo>
                <a:lnTo>
                  <a:pt x="7740" y="1602"/>
                </a:lnTo>
                <a:lnTo>
                  <a:pt x="7740" y="1602"/>
                </a:lnTo>
                <a:cubicBezTo>
                  <a:pt x="1" y="25403"/>
                  <a:pt x="8966" y="50608"/>
                  <a:pt x="28183" y="64550"/>
                </a:cubicBezTo>
                <a:lnTo>
                  <a:pt x="45268" y="41036"/>
                </a:lnTo>
                <a:cubicBezTo>
                  <a:pt x="35970" y="34285"/>
                  <a:pt x="31636" y="22093"/>
                  <a:pt x="35374" y="10579"/>
                </a:cubicBezTo>
                <a:lnTo>
                  <a:pt x="29885" y="8793"/>
                </a:lnTo>
                <a:cubicBezTo>
                  <a:pt x="26849" y="7805"/>
                  <a:pt x="24635" y="5198"/>
                  <a:pt x="24159" y="2043"/>
                </a:cubicBezTo>
                <a:lnTo>
                  <a:pt x="23932" y="507"/>
                </a:lnTo>
                <a:cubicBezTo>
                  <a:pt x="23886" y="192"/>
                  <a:pt x="23617" y="1"/>
                  <a:pt x="23339"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 name="Google Shape;998;p34"/>
          <p:cNvSpPr/>
          <p:nvPr/>
        </p:nvSpPr>
        <p:spPr>
          <a:xfrm>
            <a:off x="5131868" y="3992922"/>
            <a:ext cx="1940632" cy="1004767"/>
          </a:xfrm>
          <a:custGeom>
            <a:avLst/>
            <a:gdLst/>
            <a:ahLst/>
            <a:cxnLst/>
            <a:rect l="l" t="t" r="r" b="b"/>
            <a:pathLst>
              <a:path w="66188" h="34269" extrusionOk="0">
                <a:moveTo>
                  <a:pt x="17074" y="1"/>
                </a:moveTo>
                <a:lnTo>
                  <a:pt x="13681" y="4680"/>
                </a:lnTo>
                <a:cubicBezTo>
                  <a:pt x="12087" y="6874"/>
                  <a:pt x="9548" y="8140"/>
                  <a:pt x="6878" y="8140"/>
                </a:cubicBezTo>
                <a:cubicBezTo>
                  <a:pt x="6418" y="8140"/>
                  <a:pt x="5954" y="8103"/>
                  <a:pt x="5490" y="8026"/>
                </a:cubicBezTo>
                <a:lnTo>
                  <a:pt x="3966" y="7776"/>
                </a:lnTo>
                <a:cubicBezTo>
                  <a:pt x="3930" y="7770"/>
                  <a:pt x="3895" y="7767"/>
                  <a:pt x="3861" y="7767"/>
                </a:cubicBezTo>
                <a:cubicBezTo>
                  <a:pt x="3427" y="7767"/>
                  <a:pt x="3125" y="8236"/>
                  <a:pt x="3335" y="8645"/>
                </a:cubicBezTo>
                <a:lnTo>
                  <a:pt x="4049" y="10014"/>
                </a:lnTo>
                <a:cubicBezTo>
                  <a:pt x="5513" y="12848"/>
                  <a:pt x="5263" y="16265"/>
                  <a:pt x="3394" y="18848"/>
                </a:cubicBezTo>
                <a:lnTo>
                  <a:pt x="1" y="23516"/>
                </a:lnTo>
                <a:cubicBezTo>
                  <a:pt x="9991" y="30773"/>
                  <a:pt x="21565" y="34269"/>
                  <a:pt x="33034" y="34269"/>
                </a:cubicBezTo>
                <a:cubicBezTo>
                  <a:pt x="44803" y="34269"/>
                  <a:pt x="56462" y="30588"/>
                  <a:pt x="66188" y="23516"/>
                </a:cubicBezTo>
                <a:lnTo>
                  <a:pt x="49102" y="13"/>
                </a:lnTo>
                <a:cubicBezTo>
                  <a:pt x="44401" y="3430"/>
                  <a:pt x="38763" y="5209"/>
                  <a:pt x="33070" y="5209"/>
                </a:cubicBezTo>
                <a:cubicBezTo>
                  <a:pt x="27518" y="5209"/>
                  <a:pt x="21913" y="3516"/>
                  <a:pt x="170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 name="Google Shape;999;p34"/>
          <p:cNvSpPr/>
          <p:nvPr/>
        </p:nvSpPr>
        <p:spPr>
          <a:xfrm>
            <a:off x="6570379" y="2836829"/>
            <a:ext cx="1316116" cy="1845665"/>
          </a:xfrm>
          <a:custGeom>
            <a:avLst/>
            <a:gdLst/>
            <a:ahLst/>
            <a:cxnLst/>
            <a:rect l="l" t="t" r="r" b="b"/>
            <a:pathLst>
              <a:path w="44888" h="62949" extrusionOk="0">
                <a:moveTo>
                  <a:pt x="37541" y="0"/>
                </a:moveTo>
                <a:lnTo>
                  <a:pt x="9895" y="8978"/>
                </a:lnTo>
                <a:cubicBezTo>
                  <a:pt x="13455" y="19908"/>
                  <a:pt x="9799" y="32326"/>
                  <a:pt x="1" y="39434"/>
                </a:cubicBezTo>
                <a:lnTo>
                  <a:pt x="3394" y="44113"/>
                </a:lnTo>
                <a:cubicBezTo>
                  <a:pt x="5263" y="46685"/>
                  <a:pt x="5525" y="50102"/>
                  <a:pt x="4061" y="52935"/>
                </a:cubicBezTo>
                <a:lnTo>
                  <a:pt x="3346" y="54305"/>
                </a:lnTo>
                <a:cubicBezTo>
                  <a:pt x="3125" y="54713"/>
                  <a:pt x="3437" y="55183"/>
                  <a:pt x="3872" y="55183"/>
                </a:cubicBezTo>
                <a:cubicBezTo>
                  <a:pt x="3907" y="55183"/>
                  <a:pt x="3942" y="55180"/>
                  <a:pt x="3977" y="55174"/>
                </a:cubicBezTo>
                <a:lnTo>
                  <a:pt x="5501" y="54924"/>
                </a:lnTo>
                <a:cubicBezTo>
                  <a:pt x="5963" y="54847"/>
                  <a:pt x="6426" y="54809"/>
                  <a:pt x="6884" y="54809"/>
                </a:cubicBezTo>
                <a:cubicBezTo>
                  <a:pt x="9548" y="54809"/>
                  <a:pt x="12088" y="56077"/>
                  <a:pt x="13693" y="58281"/>
                </a:cubicBezTo>
                <a:lnTo>
                  <a:pt x="17086" y="62949"/>
                </a:lnTo>
                <a:cubicBezTo>
                  <a:pt x="37327" y="48244"/>
                  <a:pt x="44887" y="22575"/>
                  <a:pt x="37541"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 name="Google Shape;1000;p34"/>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sp>
        <p:nvSpPr>
          <p:cNvPr id="1001" name="Google Shape;1001;p34"/>
          <p:cNvSpPr/>
          <p:nvPr/>
        </p:nvSpPr>
        <p:spPr>
          <a:xfrm>
            <a:off x="6100531" y="1697125"/>
            <a:ext cx="1570232" cy="1450929"/>
          </a:xfrm>
          <a:custGeom>
            <a:avLst/>
            <a:gdLst/>
            <a:ahLst/>
            <a:cxnLst/>
            <a:rect l="l" t="t" r="r" b="b"/>
            <a:pathLst>
              <a:path w="53555" h="49486" extrusionOk="0">
                <a:moveTo>
                  <a:pt x="29" y="1"/>
                </a:moveTo>
                <a:cubicBezTo>
                  <a:pt x="19" y="1"/>
                  <a:pt x="10" y="1"/>
                  <a:pt x="1" y="1"/>
                </a:cubicBezTo>
                <a:lnTo>
                  <a:pt x="1" y="29064"/>
                </a:lnTo>
                <a:cubicBezTo>
                  <a:pt x="10" y="29064"/>
                  <a:pt x="19" y="29064"/>
                  <a:pt x="29" y="29064"/>
                </a:cubicBezTo>
                <a:cubicBezTo>
                  <a:pt x="11508" y="29064"/>
                  <a:pt x="22173" y="36383"/>
                  <a:pt x="25909" y="47887"/>
                </a:cubicBezTo>
                <a:lnTo>
                  <a:pt x="31397" y="46101"/>
                </a:lnTo>
                <a:cubicBezTo>
                  <a:pt x="32251" y="45824"/>
                  <a:pt x="33128" y="45689"/>
                  <a:pt x="33997" y="45689"/>
                </a:cubicBezTo>
                <a:cubicBezTo>
                  <a:pt x="36221" y="45689"/>
                  <a:pt x="38396" y="46571"/>
                  <a:pt x="40006" y="48197"/>
                </a:cubicBezTo>
                <a:lnTo>
                  <a:pt x="41089" y="49304"/>
                </a:lnTo>
                <a:cubicBezTo>
                  <a:pt x="41210" y="49429"/>
                  <a:pt x="41361" y="49485"/>
                  <a:pt x="41509" y="49485"/>
                </a:cubicBezTo>
                <a:cubicBezTo>
                  <a:pt x="41786" y="49485"/>
                  <a:pt x="42055" y="49289"/>
                  <a:pt x="42101" y="48971"/>
                </a:cubicBezTo>
                <a:lnTo>
                  <a:pt x="42339" y="47447"/>
                </a:lnTo>
                <a:cubicBezTo>
                  <a:pt x="42816" y="44292"/>
                  <a:pt x="45030" y="41672"/>
                  <a:pt x="48054" y="40696"/>
                </a:cubicBezTo>
                <a:lnTo>
                  <a:pt x="53555" y="38910"/>
                </a:lnTo>
                <a:cubicBezTo>
                  <a:pt x="45819" y="15119"/>
                  <a:pt x="23759" y="1"/>
                  <a:pt x="29"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002" name="Google Shape;1002;p34"/>
          <p:cNvGrpSpPr/>
          <p:nvPr/>
        </p:nvGrpSpPr>
        <p:grpSpPr>
          <a:xfrm>
            <a:off x="4750316" y="3404347"/>
            <a:ext cx="381536" cy="461917"/>
            <a:chOff x="1836637" y="2891510"/>
            <a:chExt cx="286152" cy="346438"/>
          </a:xfrm>
        </p:grpSpPr>
        <p:sp>
          <p:nvSpPr>
            <p:cNvPr id="1003" name="Google Shape;1003;p34"/>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 name="Google Shape;1004;p34"/>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 name="Google Shape;1005;p34"/>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06" name="Google Shape;1006;p34"/>
          <p:cNvGrpSpPr/>
          <p:nvPr/>
        </p:nvGrpSpPr>
        <p:grpSpPr>
          <a:xfrm>
            <a:off x="6996484" y="3428622"/>
            <a:ext cx="463912" cy="413365"/>
            <a:chOff x="1327676" y="2910480"/>
            <a:chExt cx="347934" cy="310024"/>
          </a:xfrm>
        </p:grpSpPr>
        <p:sp>
          <p:nvSpPr>
            <p:cNvPr id="1007" name="Google Shape;1007;p34"/>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 name="Google Shape;1008;p34"/>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 name="Google Shape;1009;p34"/>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 name="Google Shape;1010;p34"/>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 name="Google Shape;1011;p34"/>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12" name="Google Shape;1012;p34"/>
          <p:cNvGrpSpPr/>
          <p:nvPr/>
        </p:nvGrpSpPr>
        <p:grpSpPr>
          <a:xfrm>
            <a:off x="6683000" y="2132123"/>
            <a:ext cx="340115" cy="402247"/>
            <a:chOff x="8065100" y="2000174"/>
            <a:chExt cx="255086" cy="301685"/>
          </a:xfrm>
        </p:grpSpPr>
        <p:sp>
          <p:nvSpPr>
            <p:cNvPr id="1013" name="Google Shape;1013;p34"/>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 name="Google Shape;1014;p34"/>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 name="Google Shape;1015;p34"/>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 name="Google Shape;1016;p34"/>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17" name="Google Shape;1017;p34"/>
          <p:cNvGrpSpPr/>
          <p:nvPr/>
        </p:nvGrpSpPr>
        <p:grpSpPr>
          <a:xfrm>
            <a:off x="5874013" y="4322734"/>
            <a:ext cx="455296" cy="446765"/>
            <a:chOff x="1329585" y="1989925"/>
            <a:chExt cx="341472" cy="335074"/>
          </a:xfrm>
        </p:grpSpPr>
        <p:sp>
          <p:nvSpPr>
            <p:cNvPr id="1018" name="Google Shape;1018;p34"/>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 name="Google Shape;1019;p34"/>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 name="Google Shape;1020;p34"/>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21" name="Google Shape;1021;p34"/>
          <p:cNvGrpSpPr/>
          <p:nvPr/>
        </p:nvGrpSpPr>
        <p:grpSpPr>
          <a:xfrm>
            <a:off x="5286803" y="2102563"/>
            <a:ext cx="346140" cy="461365"/>
            <a:chOff x="5194002" y="1511297"/>
            <a:chExt cx="259605" cy="346024"/>
          </a:xfrm>
        </p:grpSpPr>
        <p:sp>
          <p:nvSpPr>
            <p:cNvPr id="1022" name="Google Shape;1022;p34"/>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 name="Google Shape;1023;p34"/>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 name="Google Shape;1024;p34"/>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 name="Google Shape;1025;p34"/>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026" name="Google Shape;1026;p34"/>
          <p:cNvSpPr/>
          <p:nvPr/>
        </p:nvSpPr>
        <p:spPr>
          <a:xfrm>
            <a:off x="5951831" y="1697829"/>
            <a:ext cx="339701" cy="866113"/>
          </a:xfrm>
          <a:custGeom>
            <a:avLst/>
            <a:gdLst/>
            <a:ahLst/>
            <a:cxnLst/>
            <a:rect l="l" t="t" r="r" b="b"/>
            <a:pathLst>
              <a:path w="11586" h="29540" extrusionOk="0">
                <a:moveTo>
                  <a:pt x="5061" y="0"/>
                </a:moveTo>
                <a:cubicBezTo>
                  <a:pt x="3418" y="0"/>
                  <a:pt x="1679" y="84"/>
                  <a:pt x="1" y="227"/>
                </a:cubicBezTo>
                <a:lnTo>
                  <a:pt x="1" y="29540"/>
                </a:lnTo>
                <a:cubicBezTo>
                  <a:pt x="1656" y="29218"/>
                  <a:pt x="3418" y="29063"/>
                  <a:pt x="5061" y="29063"/>
                </a:cubicBezTo>
                <a:lnTo>
                  <a:pt x="5061" y="23289"/>
                </a:lnTo>
                <a:cubicBezTo>
                  <a:pt x="5061" y="20098"/>
                  <a:pt x="6882" y="17181"/>
                  <a:pt x="9728" y="15764"/>
                </a:cubicBezTo>
                <a:lnTo>
                  <a:pt x="11133" y="15062"/>
                </a:lnTo>
                <a:cubicBezTo>
                  <a:pt x="11574" y="14847"/>
                  <a:pt x="11585" y="14216"/>
                  <a:pt x="11145" y="13990"/>
                </a:cubicBezTo>
                <a:lnTo>
                  <a:pt x="9728" y="13300"/>
                </a:lnTo>
                <a:cubicBezTo>
                  <a:pt x="6882" y="11871"/>
                  <a:pt x="5061" y="8966"/>
                  <a:pt x="5061" y="5775"/>
                </a:cubicBezTo>
                <a:lnTo>
                  <a:pt x="5061"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027" name="Google Shape;1027;p34"/>
          <p:cNvGrpSpPr/>
          <p:nvPr/>
        </p:nvGrpSpPr>
        <p:grpSpPr>
          <a:xfrm>
            <a:off x="947018" y="1726912"/>
            <a:ext cx="3849617" cy="1175651"/>
            <a:chOff x="710263" y="1295184"/>
            <a:chExt cx="2887213" cy="881738"/>
          </a:xfrm>
        </p:grpSpPr>
        <p:sp>
          <p:nvSpPr>
            <p:cNvPr id="1028" name="Google Shape;1028;p34"/>
            <p:cNvSpPr txBox="1"/>
            <p:nvPr/>
          </p:nvSpPr>
          <p:spPr>
            <a:xfrm>
              <a:off x="710263" y="1295184"/>
              <a:ext cx="2264700" cy="429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sp>
          <p:nvSpPr>
            <p:cNvPr id="1029" name="Google Shape;1029;p34"/>
            <p:cNvSpPr txBox="1"/>
            <p:nvPr/>
          </p:nvSpPr>
          <p:spPr>
            <a:xfrm>
              <a:off x="710263" y="1642021"/>
              <a:ext cx="22650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a gas giant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cxnSp>
          <p:nvCxnSpPr>
            <p:cNvPr id="1030" name="Google Shape;1030;p34"/>
            <p:cNvCxnSpPr/>
            <p:nvPr/>
          </p:nvCxnSpPr>
          <p:spPr>
            <a:xfrm>
              <a:off x="1853275" y="1521950"/>
              <a:ext cx="1744200" cy="0"/>
            </a:xfrm>
            <a:prstGeom prst="straightConnector1">
              <a:avLst/>
            </a:prstGeom>
            <a:noFill/>
            <a:ln w="9525" cap="flat" cmpd="sng">
              <a:solidFill>
                <a:schemeClr val="accent1"/>
              </a:solidFill>
              <a:prstDash val="solid"/>
              <a:round/>
              <a:headEnd type="none" w="med" len="med"/>
              <a:tailEnd type="none" w="med" len="med"/>
            </a:ln>
          </p:spPr>
        </p:cxnSp>
      </p:grpSp>
      <p:grpSp>
        <p:nvGrpSpPr>
          <p:cNvPr id="1031" name="Google Shape;1031;p34"/>
          <p:cNvGrpSpPr/>
          <p:nvPr/>
        </p:nvGrpSpPr>
        <p:grpSpPr>
          <a:xfrm>
            <a:off x="947018" y="3543077"/>
            <a:ext cx="3329217" cy="1175648"/>
            <a:chOff x="710263" y="2657308"/>
            <a:chExt cx="2496913" cy="881736"/>
          </a:xfrm>
        </p:grpSpPr>
        <p:sp>
          <p:nvSpPr>
            <p:cNvPr id="1032" name="Google Shape;1032;p34"/>
            <p:cNvSpPr txBox="1"/>
            <p:nvPr/>
          </p:nvSpPr>
          <p:spPr>
            <a:xfrm>
              <a:off x="710263" y="2657308"/>
              <a:ext cx="2265000" cy="429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rPr>
                <a:t>Earth</a:t>
              </a:r>
              <a:endParaRPr kumimoji="0"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endParaRPr>
            </a:p>
          </p:txBody>
        </p:sp>
        <p:sp>
          <p:nvSpPr>
            <p:cNvPr id="1033" name="Google Shape;1033;p34"/>
            <p:cNvSpPr txBox="1"/>
            <p:nvPr/>
          </p:nvSpPr>
          <p:spPr>
            <a:xfrm>
              <a:off x="710263" y="3004144"/>
              <a:ext cx="22650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cxnSp>
          <p:nvCxnSpPr>
            <p:cNvPr id="1034" name="Google Shape;1034;p34"/>
            <p:cNvCxnSpPr/>
            <p:nvPr/>
          </p:nvCxnSpPr>
          <p:spPr>
            <a:xfrm>
              <a:off x="1853275" y="2872100"/>
              <a:ext cx="1353900" cy="0"/>
            </a:xfrm>
            <a:prstGeom prst="straightConnector1">
              <a:avLst/>
            </a:prstGeom>
            <a:noFill/>
            <a:ln w="9525" cap="flat" cmpd="sng">
              <a:solidFill>
                <a:schemeClr val="accent4"/>
              </a:solidFill>
              <a:prstDash val="solid"/>
              <a:round/>
              <a:headEnd type="none" w="med" len="med"/>
              <a:tailEnd type="none" w="med" len="med"/>
            </a:ln>
          </p:spPr>
        </p:cxnSp>
      </p:grpSp>
      <p:grpSp>
        <p:nvGrpSpPr>
          <p:cNvPr id="1035" name="Google Shape;1035;p34"/>
          <p:cNvGrpSpPr/>
          <p:nvPr/>
        </p:nvGrpSpPr>
        <p:grpSpPr>
          <a:xfrm>
            <a:off x="7406300" y="1726912"/>
            <a:ext cx="3838651" cy="1175651"/>
            <a:chOff x="5554725" y="1295184"/>
            <a:chExt cx="2878988" cy="881738"/>
          </a:xfrm>
        </p:grpSpPr>
        <p:sp>
          <p:nvSpPr>
            <p:cNvPr id="1036" name="Google Shape;1036;p34"/>
            <p:cNvSpPr txBox="1"/>
            <p:nvPr/>
          </p:nvSpPr>
          <p:spPr>
            <a:xfrm>
              <a:off x="6168713" y="1642021"/>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closest planet to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037" name="Google Shape;1037;p34"/>
            <p:cNvSpPr txBox="1"/>
            <p:nvPr/>
          </p:nvSpPr>
          <p:spPr>
            <a:xfrm>
              <a:off x="6168713" y="1295184"/>
              <a:ext cx="2265000" cy="429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cxnSp>
          <p:nvCxnSpPr>
            <p:cNvPr id="1038" name="Google Shape;1038;p34"/>
            <p:cNvCxnSpPr/>
            <p:nvPr/>
          </p:nvCxnSpPr>
          <p:spPr>
            <a:xfrm>
              <a:off x="5554725" y="1521950"/>
              <a:ext cx="1744200" cy="0"/>
            </a:xfrm>
            <a:prstGeom prst="straightConnector1">
              <a:avLst/>
            </a:prstGeom>
            <a:noFill/>
            <a:ln w="9525" cap="flat" cmpd="sng">
              <a:solidFill>
                <a:schemeClr val="accent2"/>
              </a:solidFill>
              <a:prstDash val="solid"/>
              <a:round/>
              <a:headEnd type="none" w="med" len="med"/>
              <a:tailEnd type="none" w="med" len="med"/>
            </a:ln>
          </p:spPr>
        </p:cxnSp>
      </p:grpSp>
      <p:grpSp>
        <p:nvGrpSpPr>
          <p:cNvPr id="1039" name="Google Shape;1039;p34"/>
          <p:cNvGrpSpPr/>
          <p:nvPr/>
        </p:nvGrpSpPr>
        <p:grpSpPr>
          <a:xfrm>
            <a:off x="7926700" y="3543074"/>
            <a:ext cx="3318251" cy="1175657"/>
            <a:chOff x="5945025" y="2657305"/>
            <a:chExt cx="2488688" cy="881743"/>
          </a:xfrm>
        </p:grpSpPr>
        <p:sp>
          <p:nvSpPr>
            <p:cNvPr id="1040" name="Google Shape;1040;p34"/>
            <p:cNvSpPr txBox="1"/>
            <p:nvPr/>
          </p:nvSpPr>
          <p:spPr>
            <a:xfrm>
              <a:off x="6168713" y="2657305"/>
              <a:ext cx="2265000" cy="429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sp>
          <p:nvSpPr>
            <p:cNvPr id="1041" name="Google Shape;1041;p34"/>
            <p:cNvSpPr txBox="1"/>
            <p:nvPr/>
          </p:nvSpPr>
          <p:spPr>
            <a:xfrm>
              <a:off x="6168713" y="3004148"/>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cxnSp>
          <p:nvCxnSpPr>
            <p:cNvPr id="1042" name="Google Shape;1042;p34"/>
            <p:cNvCxnSpPr/>
            <p:nvPr/>
          </p:nvCxnSpPr>
          <p:spPr>
            <a:xfrm>
              <a:off x="5945025" y="2872100"/>
              <a:ext cx="1353900" cy="0"/>
            </a:xfrm>
            <a:prstGeom prst="straightConnector1">
              <a:avLst/>
            </a:prstGeom>
            <a:noFill/>
            <a:ln w="9525" cap="flat" cmpd="sng">
              <a:solidFill>
                <a:schemeClr val="accent3"/>
              </a:solidFill>
              <a:prstDash val="solid"/>
              <a:round/>
              <a:headEnd type="none" w="med" len="med"/>
              <a:tailEnd type="none" w="med" len="med"/>
            </a:ln>
          </p:spPr>
        </p:cxnSp>
      </p:grpSp>
      <p:grpSp>
        <p:nvGrpSpPr>
          <p:cNvPr id="1043" name="Google Shape;1043;p34"/>
          <p:cNvGrpSpPr/>
          <p:nvPr/>
        </p:nvGrpSpPr>
        <p:grpSpPr>
          <a:xfrm>
            <a:off x="6096000" y="5129057"/>
            <a:ext cx="3217051" cy="1175657"/>
            <a:chOff x="4572000" y="3846792"/>
            <a:chExt cx="2412788" cy="881743"/>
          </a:xfrm>
        </p:grpSpPr>
        <p:sp>
          <p:nvSpPr>
            <p:cNvPr id="1044" name="Google Shape;1044;p34"/>
            <p:cNvSpPr txBox="1"/>
            <p:nvPr/>
          </p:nvSpPr>
          <p:spPr>
            <a:xfrm>
              <a:off x="4719788" y="3846792"/>
              <a:ext cx="2265000" cy="429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sp>
          <p:nvSpPr>
            <p:cNvPr id="1045" name="Google Shape;1045;p34"/>
            <p:cNvSpPr txBox="1"/>
            <p:nvPr/>
          </p:nvSpPr>
          <p:spPr>
            <a:xfrm>
              <a:off x="4719788" y="4193635"/>
              <a:ext cx="2265000" cy="5349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 of them all</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cxnSp>
          <p:nvCxnSpPr>
            <p:cNvPr id="1046" name="Google Shape;1046;p34"/>
            <p:cNvCxnSpPr/>
            <p:nvPr/>
          </p:nvCxnSpPr>
          <p:spPr>
            <a:xfrm rot="10800000">
              <a:off x="4572000" y="3852575"/>
              <a:ext cx="0" cy="753900"/>
            </a:xfrm>
            <a:prstGeom prst="straightConnector1">
              <a:avLst/>
            </a:prstGeom>
            <a:noFill/>
            <a:ln w="9525" cap="flat" cmpd="sng">
              <a:solidFill>
                <a:schemeClr val="accent6"/>
              </a:solidFill>
              <a:prstDash val="solid"/>
              <a:round/>
              <a:headEnd type="none" w="med" len="med"/>
              <a:tailEnd type="none" w="med" len="med"/>
            </a:ln>
          </p:spPr>
        </p:cxnSp>
      </p:grpSp>
    </p:spTree>
    <p:extLst>
      <p:ext uri="{BB962C8B-B14F-4D97-AF65-F5344CB8AC3E}">
        <p14:creationId xmlns:p14="http://schemas.microsoft.com/office/powerpoint/2010/main" val="1045217440"/>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Shape 1326"/>
        <p:cNvGrpSpPr/>
        <p:nvPr/>
      </p:nvGrpSpPr>
      <p:grpSpPr>
        <a:xfrm>
          <a:off x="0" y="0"/>
          <a:ext cx="0" cy="0"/>
          <a:chOff x="0" y="0"/>
          <a:chExt cx="0" cy="0"/>
        </a:xfrm>
      </p:grpSpPr>
      <p:sp>
        <p:nvSpPr>
          <p:cNvPr id="1327" name="Google Shape;1327;p40"/>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328" name="Google Shape;1328;p40"/>
          <p:cNvGrpSpPr/>
          <p:nvPr/>
        </p:nvGrpSpPr>
        <p:grpSpPr>
          <a:xfrm>
            <a:off x="2689417" y="1733962"/>
            <a:ext cx="8555600" cy="879545"/>
            <a:chOff x="2017063" y="1300471"/>
            <a:chExt cx="6416700" cy="659659"/>
          </a:xfrm>
        </p:grpSpPr>
        <p:cxnSp>
          <p:nvCxnSpPr>
            <p:cNvPr id="1329" name="Google Shape;1329;p40"/>
            <p:cNvCxnSpPr>
              <a:stCxn id="1330" idx="1"/>
            </p:cNvCxnSpPr>
            <p:nvPr/>
          </p:nvCxnSpPr>
          <p:spPr>
            <a:xfrm rot="10800000">
              <a:off x="2446225" y="1608838"/>
              <a:ext cx="2140500" cy="0"/>
            </a:xfrm>
            <a:prstGeom prst="straightConnector1">
              <a:avLst/>
            </a:prstGeom>
            <a:noFill/>
            <a:ln w="9525" cap="flat" cmpd="sng">
              <a:solidFill>
                <a:srgbClr val="000000"/>
              </a:solidFill>
              <a:prstDash val="solid"/>
              <a:round/>
              <a:headEnd type="none" w="med" len="med"/>
              <a:tailEnd type="none" w="med" len="med"/>
            </a:ln>
          </p:spPr>
        </p:cxnSp>
        <p:sp>
          <p:nvSpPr>
            <p:cNvPr id="1331" name="Google Shape;1331;p40"/>
            <p:cNvSpPr/>
            <p:nvPr/>
          </p:nvSpPr>
          <p:spPr>
            <a:xfrm>
              <a:off x="2017063" y="1837786"/>
              <a:ext cx="653979" cy="122344"/>
            </a:xfrm>
            <a:custGeom>
              <a:avLst/>
              <a:gdLst/>
              <a:ahLst/>
              <a:cxnLst/>
              <a:rect l="l" t="t" r="r" b="b"/>
              <a:pathLst>
                <a:path w="26230" h="4907" extrusionOk="0">
                  <a:moveTo>
                    <a:pt x="14240" y="1"/>
                  </a:moveTo>
                  <a:lnTo>
                    <a:pt x="0" y="3454"/>
                  </a:lnTo>
                  <a:lnTo>
                    <a:pt x="17657" y="4906"/>
                  </a:lnTo>
                  <a:lnTo>
                    <a:pt x="26230" y="1144"/>
                  </a:lnTo>
                  <a:lnTo>
                    <a:pt x="14240" y="1"/>
                  </a:lnTo>
                  <a:close/>
                </a:path>
              </a:pathLst>
            </a:custGeom>
            <a:solidFill>
              <a:srgbClr val="FBB831">
                <a:alpha val="58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0" name="Google Shape;1330;p40"/>
            <p:cNvSpPr/>
            <p:nvPr/>
          </p:nvSpPr>
          <p:spPr>
            <a:xfrm>
              <a:off x="4586725" y="1436488"/>
              <a:ext cx="1260600" cy="344700"/>
            </a:xfrm>
            <a:prstGeom prst="roundRect">
              <a:avLst>
                <a:gd name="adj" fmla="val 50000"/>
              </a:avLst>
            </a:pr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1332" name="Google Shape;1332;p40"/>
            <p:cNvSpPr/>
            <p:nvPr/>
          </p:nvSpPr>
          <p:spPr>
            <a:xfrm>
              <a:off x="2017063" y="1300471"/>
              <a:ext cx="653979" cy="565818"/>
            </a:xfrm>
            <a:custGeom>
              <a:avLst/>
              <a:gdLst/>
              <a:ahLst/>
              <a:cxnLst/>
              <a:rect l="l" t="t" r="r" b="b"/>
              <a:pathLst>
                <a:path w="26230" h="22694" extrusionOk="0">
                  <a:moveTo>
                    <a:pt x="13109" y="0"/>
                  </a:moveTo>
                  <a:lnTo>
                    <a:pt x="0" y="22694"/>
                  </a:lnTo>
                  <a:lnTo>
                    <a:pt x="26230" y="22694"/>
                  </a:lnTo>
                  <a:lnTo>
                    <a:pt x="13133"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3" name="Google Shape;1333;p40"/>
            <p:cNvSpPr txBox="1"/>
            <p:nvPr/>
          </p:nvSpPr>
          <p:spPr>
            <a:xfrm>
              <a:off x="6168763" y="1341388"/>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34" name="Google Shape;1334;p40"/>
          <p:cNvGrpSpPr/>
          <p:nvPr/>
        </p:nvGrpSpPr>
        <p:grpSpPr>
          <a:xfrm>
            <a:off x="2253816" y="2565175"/>
            <a:ext cx="8991201" cy="862125"/>
            <a:chOff x="1690361" y="1923881"/>
            <a:chExt cx="6743401" cy="646594"/>
          </a:xfrm>
        </p:grpSpPr>
        <p:cxnSp>
          <p:nvCxnSpPr>
            <p:cNvPr id="1335" name="Google Shape;1335;p40"/>
            <p:cNvCxnSpPr>
              <a:stCxn id="1336" idx="1"/>
            </p:cNvCxnSpPr>
            <p:nvPr/>
          </p:nvCxnSpPr>
          <p:spPr>
            <a:xfrm rot="10800000">
              <a:off x="2756425" y="2227275"/>
              <a:ext cx="1830300" cy="0"/>
            </a:xfrm>
            <a:prstGeom prst="straightConnector1">
              <a:avLst/>
            </a:prstGeom>
            <a:noFill/>
            <a:ln w="9525" cap="flat" cmpd="sng">
              <a:solidFill>
                <a:srgbClr val="000000"/>
              </a:solidFill>
              <a:prstDash val="solid"/>
              <a:round/>
              <a:headEnd type="none" w="med" len="med"/>
              <a:tailEnd type="none" w="med" len="med"/>
            </a:ln>
          </p:spPr>
        </p:cxnSp>
        <p:sp>
          <p:nvSpPr>
            <p:cNvPr id="1337" name="Google Shape;1337;p40"/>
            <p:cNvSpPr/>
            <p:nvPr/>
          </p:nvSpPr>
          <p:spPr>
            <a:xfrm>
              <a:off x="1690361" y="2446062"/>
              <a:ext cx="1307361" cy="124413"/>
            </a:xfrm>
            <a:custGeom>
              <a:avLst/>
              <a:gdLst/>
              <a:ahLst/>
              <a:cxnLst/>
              <a:rect l="l" t="t" r="r" b="b"/>
              <a:pathLst>
                <a:path w="52436" h="4990" extrusionOk="0">
                  <a:moveTo>
                    <a:pt x="24837" y="1"/>
                  </a:moveTo>
                  <a:lnTo>
                    <a:pt x="0" y="3930"/>
                  </a:lnTo>
                  <a:lnTo>
                    <a:pt x="40744" y="4989"/>
                  </a:lnTo>
                  <a:lnTo>
                    <a:pt x="52436" y="1751"/>
                  </a:lnTo>
                  <a:lnTo>
                    <a:pt x="24837" y="1"/>
                  </a:lnTo>
                  <a:close/>
                </a:path>
              </a:pathLst>
            </a:custGeom>
            <a:solidFill>
              <a:srgbClr val="FB8569">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 name="Google Shape;1336;p40"/>
            <p:cNvSpPr/>
            <p:nvPr/>
          </p:nvSpPr>
          <p:spPr>
            <a:xfrm>
              <a:off x="4586725" y="2054925"/>
              <a:ext cx="1260600" cy="344700"/>
            </a:xfrm>
            <a:prstGeom prst="roundRect">
              <a:avLst>
                <a:gd name="adj" fmla="val 50000"/>
              </a:avLst>
            </a:pr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1338" name="Google Shape;1338;p40"/>
            <p:cNvSpPr/>
            <p:nvPr/>
          </p:nvSpPr>
          <p:spPr>
            <a:xfrm>
              <a:off x="1690361" y="1923881"/>
              <a:ext cx="1307361" cy="565818"/>
            </a:xfrm>
            <a:custGeom>
              <a:avLst/>
              <a:gdLst/>
              <a:ahLst/>
              <a:cxnLst/>
              <a:rect l="l" t="t" r="r" b="b"/>
              <a:pathLst>
                <a:path w="52436" h="22694" extrusionOk="0">
                  <a:moveTo>
                    <a:pt x="13097" y="1"/>
                  </a:moveTo>
                  <a:lnTo>
                    <a:pt x="0" y="22694"/>
                  </a:lnTo>
                  <a:lnTo>
                    <a:pt x="52436" y="22694"/>
                  </a:lnTo>
                  <a:lnTo>
                    <a:pt x="39327" y="1"/>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9" name="Google Shape;1339;p40"/>
            <p:cNvSpPr txBox="1"/>
            <p:nvPr/>
          </p:nvSpPr>
          <p:spPr>
            <a:xfrm>
              <a:off x="6168763" y="1959836"/>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40" name="Google Shape;1340;p40"/>
          <p:cNvGrpSpPr/>
          <p:nvPr/>
        </p:nvGrpSpPr>
        <p:grpSpPr>
          <a:xfrm>
            <a:off x="1818214" y="3392034"/>
            <a:ext cx="9426804" cy="914349"/>
            <a:chOff x="1363660" y="2544025"/>
            <a:chExt cx="7070103" cy="685762"/>
          </a:xfrm>
        </p:grpSpPr>
        <p:cxnSp>
          <p:nvCxnSpPr>
            <p:cNvPr id="1341" name="Google Shape;1341;p40"/>
            <p:cNvCxnSpPr>
              <a:stCxn id="1342" idx="1"/>
            </p:cNvCxnSpPr>
            <p:nvPr/>
          </p:nvCxnSpPr>
          <p:spPr>
            <a:xfrm rot="10800000">
              <a:off x="2953225" y="2845713"/>
              <a:ext cx="1633500" cy="0"/>
            </a:xfrm>
            <a:prstGeom prst="straightConnector1">
              <a:avLst/>
            </a:prstGeom>
            <a:noFill/>
            <a:ln w="9525" cap="flat" cmpd="sng">
              <a:solidFill>
                <a:srgbClr val="000000"/>
              </a:solidFill>
              <a:prstDash val="solid"/>
              <a:round/>
              <a:headEnd type="none" w="med" len="med"/>
              <a:tailEnd type="none" w="med" len="med"/>
            </a:ln>
          </p:spPr>
        </p:cxnSp>
        <p:sp>
          <p:nvSpPr>
            <p:cNvPr id="1343" name="Google Shape;1343;p40"/>
            <p:cNvSpPr/>
            <p:nvPr/>
          </p:nvSpPr>
          <p:spPr>
            <a:xfrm>
              <a:off x="1363660" y="3040674"/>
              <a:ext cx="1960742" cy="189113"/>
            </a:xfrm>
            <a:custGeom>
              <a:avLst/>
              <a:gdLst/>
              <a:ahLst/>
              <a:cxnLst/>
              <a:rect l="l" t="t" r="r" b="b"/>
              <a:pathLst>
                <a:path w="78642" h="7585" extrusionOk="0">
                  <a:moveTo>
                    <a:pt x="34160" y="1"/>
                  </a:moveTo>
                  <a:lnTo>
                    <a:pt x="1" y="5251"/>
                  </a:lnTo>
                  <a:lnTo>
                    <a:pt x="62270" y="7585"/>
                  </a:lnTo>
                  <a:lnTo>
                    <a:pt x="78641" y="2775"/>
                  </a:lnTo>
                  <a:lnTo>
                    <a:pt x="34160" y="1"/>
                  </a:lnTo>
                  <a:close/>
                </a:path>
              </a:pathLst>
            </a:custGeom>
            <a:solidFill>
              <a:srgbClr val="FB569C">
                <a:alpha val="5843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 name="Google Shape;1342;p40"/>
            <p:cNvSpPr/>
            <p:nvPr/>
          </p:nvSpPr>
          <p:spPr>
            <a:xfrm>
              <a:off x="4586725" y="2673363"/>
              <a:ext cx="1260600" cy="344700"/>
            </a:xfrm>
            <a:prstGeom prst="roundRect">
              <a:avLst>
                <a:gd name="adj" fmla="val 50000"/>
              </a:avLst>
            </a:pr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1344" name="Google Shape;1344;p40"/>
            <p:cNvSpPr/>
            <p:nvPr/>
          </p:nvSpPr>
          <p:spPr>
            <a:xfrm>
              <a:off x="1363660" y="2544025"/>
              <a:ext cx="1960742" cy="565818"/>
            </a:xfrm>
            <a:custGeom>
              <a:avLst/>
              <a:gdLst/>
              <a:ahLst/>
              <a:cxnLst/>
              <a:rect l="l" t="t" r="r" b="b"/>
              <a:pathLst>
                <a:path w="78642" h="22694" extrusionOk="0">
                  <a:moveTo>
                    <a:pt x="13109" y="1"/>
                  </a:moveTo>
                  <a:lnTo>
                    <a:pt x="1" y="22694"/>
                  </a:lnTo>
                  <a:lnTo>
                    <a:pt x="78641" y="22694"/>
                  </a:lnTo>
                  <a:lnTo>
                    <a:pt x="65545"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5" name="Google Shape;1345;p40"/>
            <p:cNvSpPr txBox="1"/>
            <p:nvPr/>
          </p:nvSpPr>
          <p:spPr>
            <a:xfrm>
              <a:off x="6168763" y="2578297"/>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 of them all</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46" name="Google Shape;1346;p40"/>
          <p:cNvGrpSpPr/>
          <p:nvPr/>
        </p:nvGrpSpPr>
        <p:grpSpPr>
          <a:xfrm>
            <a:off x="1382611" y="4228799"/>
            <a:ext cx="9862407" cy="883103"/>
            <a:chOff x="1036958" y="3171599"/>
            <a:chExt cx="7396805" cy="662327"/>
          </a:xfrm>
        </p:grpSpPr>
        <p:cxnSp>
          <p:nvCxnSpPr>
            <p:cNvPr id="1347" name="Google Shape;1347;p40"/>
            <p:cNvCxnSpPr>
              <a:stCxn id="1348" idx="1"/>
            </p:cNvCxnSpPr>
            <p:nvPr/>
          </p:nvCxnSpPr>
          <p:spPr>
            <a:xfrm rot="10800000">
              <a:off x="3248425" y="3464150"/>
              <a:ext cx="1338300" cy="0"/>
            </a:xfrm>
            <a:prstGeom prst="straightConnector1">
              <a:avLst/>
            </a:prstGeom>
            <a:noFill/>
            <a:ln w="9525" cap="flat" cmpd="sng">
              <a:solidFill>
                <a:srgbClr val="000000"/>
              </a:solidFill>
              <a:prstDash val="solid"/>
              <a:round/>
              <a:headEnd type="none" w="med" len="med"/>
              <a:tailEnd type="none" w="med" len="med"/>
            </a:ln>
          </p:spPr>
        </p:cxnSp>
        <p:sp>
          <p:nvSpPr>
            <p:cNvPr id="1349" name="Google Shape;1349;p40"/>
            <p:cNvSpPr/>
            <p:nvPr/>
          </p:nvSpPr>
          <p:spPr>
            <a:xfrm>
              <a:off x="1036958" y="3716345"/>
              <a:ext cx="2614123" cy="117582"/>
            </a:xfrm>
            <a:custGeom>
              <a:avLst/>
              <a:gdLst/>
              <a:ahLst/>
              <a:cxnLst/>
              <a:rect l="l" t="t" r="r" b="b"/>
              <a:pathLst>
                <a:path w="104848" h="4716" extrusionOk="0">
                  <a:moveTo>
                    <a:pt x="34672" y="0"/>
                  </a:moveTo>
                  <a:lnTo>
                    <a:pt x="1" y="3334"/>
                  </a:lnTo>
                  <a:lnTo>
                    <a:pt x="83964" y="4715"/>
                  </a:lnTo>
                  <a:lnTo>
                    <a:pt x="104847" y="846"/>
                  </a:lnTo>
                  <a:lnTo>
                    <a:pt x="34672" y="0"/>
                  </a:lnTo>
                  <a:close/>
                </a:path>
              </a:pathLst>
            </a:custGeom>
            <a:solidFill>
              <a:srgbClr val="E850E0">
                <a:alpha val="5804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8" name="Google Shape;1348;p40"/>
            <p:cNvSpPr/>
            <p:nvPr/>
          </p:nvSpPr>
          <p:spPr>
            <a:xfrm>
              <a:off x="4586725" y="3291800"/>
              <a:ext cx="1260600" cy="344700"/>
            </a:xfrm>
            <a:prstGeom prst="roundRect">
              <a:avLst>
                <a:gd name="adj" fmla="val 50000"/>
              </a:avLst>
            </a:prstGeom>
            <a:solidFill>
              <a:schemeClr val="accent4"/>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1350" name="Google Shape;1350;p40"/>
            <p:cNvSpPr/>
            <p:nvPr/>
          </p:nvSpPr>
          <p:spPr>
            <a:xfrm>
              <a:off x="1036958" y="3171599"/>
              <a:ext cx="2614123" cy="565818"/>
            </a:xfrm>
            <a:custGeom>
              <a:avLst/>
              <a:gdLst/>
              <a:ahLst/>
              <a:cxnLst/>
              <a:rect l="l" t="t" r="r" b="b"/>
              <a:pathLst>
                <a:path w="104848" h="22694" extrusionOk="0">
                  <a:moveTo>
                    <a:pt x="13098" y="0"/>
                  </a:moveTo>
                  <a:lnTo>
                    <a:pt x="1" y="22694"/>
                  </a:lnTo>
                  <a:lnTo>
                    <a:pt x="104847" y="22694"/>
                  </a:lnTo>
                  <a:lnTo>
                    <a:pt x="91738" y="0"/>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1" name="Google Shape;1351;p40"/>
            <p:cNvSpPr txBox="1"/>
            <p:nvPr/>
          </p:nvSpPr>
          <p:spPr>
            <a:xfrm>
              <a:off x="6168763" y="3196742"/>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 and a gas giant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52" name="Google Shape;1352;p40"/>
          <p:cNvGrpSpPr/>
          <p:nvPr/>
        </p:nvGrpSpPr>
        <p:grpSpPr>
          <a:xfrm>
            <a:off x="947042" y="5065964"/>
            <a:ext cx="10297975" cy="754424"/>
            <a:chOff x="710281" y="3799473"/>
            <a:chExt cx="7723481" cy="565818"/>
          </a:xfrm>
        </p:grpSpPr>
        <p:cxnSp>
          <p:nvCxnSpPr>
            <p:cNvPr id="1353" name="Google Shape;1353;p40"/>
            <p:cNvCxnSpPr>
              <a:stCxn id="1354" idx="1"/>
            </p:cNvCxnSpPr>
            <p:nvPr/>
          </p:nvCxnSpPr>
          <p:spPr>
            <a:xfrm rot="10800000">
              <a:off x="3642325" y="4082588"/>
              <a:ext cx="944400" cy="0"/>
            </a:xfrm>
            <a:prstGeom prst="straightConnector1">
              <a:avLst/>
            </a:prstGeom>
            <a:noFill/>
            <a:ln w="9525" cap="flat" cmpd="sng">
              <a:solidFill>
                <a:srgbClr val="000000"/>
              </a:solidFill>
              <a:prstDash val="solid"/>
              <a:round/>
              <a:headEnd type="none" w="med" len="med"/>
              <a:tailEnd type="none" w="med" len="med"/>
            </a:ln>
          </p:spPr>
        </p:cxnSp>
        <p:sp>
          <p:nvSpPr>
            <p:cNvPr id="1354" name="Google Shape;1354;p40"/>
            <p:cNvSpPr/>
            <p:nvPr/>
          </p:nvSpPr>
          <p:spPr>
            <a:xfrm>
              <a:off x="4586725" y="3910238"/>
              <a:ext cx="1260600" cy="344700"/>
            </a:xfrm>
            <a:prstGeom prst="roundRect">
              <a:avLst>
                <a:gd name="adj" fmla="val 50000"/>
              </a:avLst>
            </a:pr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Earth</a:t>
              </a:r>
              <a:endParaRPr kumimoji="0"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endParaRPr>
            </a:p>
          </p:txBody>
        </p:sp>
        <p:sp>
          <p:nvSpPr>
            <p:cNvPr id="1355" name="Google Shape;1355;p40"/>
            <p:cNvSpPr/>
            <p:nvPr/>
          </p:nvSpPr>
          <p:spPr>
            <a:xfrm>
              <a:off x="710281" y="3799473"/>
              <a:ext cx="3267454" cy="565818"/>
            </a:xfrm>
            <a:custGeom>
              <a:avLst/>
              <a:gdLst/>
              <a:ahLst/>
              <a:cxnLst/>
              <a:rect l="l" t="t" r="r" b="b"/>
              <a:pathLst>
                <a:path w="131052" h="22694" extrusionOk="0">
                  <a:moveTo>
                    <a:pt x="13109" y="0"/>
                  </a:moveTo>
                  <a:lnTo>
                    <a:pt x="0" y="22693"/>
                  </a:lnTo>
                  <a:lnTo>
                    <a:pt x="131052" y="22693"/>
                  </a:lnTo>
                  <a:lnTo>
                    <a:pt x="117955"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6" name="Google Shape;1356;p40"/>
            <p:cNvSpPr txBox="1"/>
            <p:nvPr/>
          </p:nvSpPr>
          <p:spPr>
            <a:xfrm>
              <a:off x="6168763" y="3815189"/>
              <a:ext cx="2265000" cy="5349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Earth is the third planet from the Sun and the one with life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Tree>
    <p:extLst>
      <p:ext uri="{BB962C8B-B14F-4D97-AF65-F5344CB8AC3E}">
        <p14:creationId xmlns:p14="http://schemas.microsoft.com/office/powerpoint/2010/main" val="52476551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Shape 1459"/>
        <p:cNvGrpSpPr/>
        <p:nvPr/>
      </p:nvGrpSpPr>
      <p:grpSpPr>
        <a:xfrm>
          <a:off x="0" y="0"/>
          <a:ext cx="0" cy="0"/>
          <a:chOff x="0" y="0"/>
          <a:chExt cx="0" cy="0"/>
        </a:xfrm>
      </p:grpSpPr>
      <p:sp>
        <p:nvSpPr>
          <p:cNvPr id="1460" name="Google Shape;1460;p43"/>
          <p:cNvSpPr/>
          <p:nvPr/>
        </p:nvSpPr>
        <p:spPr>
          <a:xfrm>
            <a:off x="2110876" y="3156833"/>
            <a:ext cx="1702400" cy="1702400"/>
          </a:xfrm>
          <a:prstGeom prst="arc">
            <a:avLst>
              <a:gd name="adj1" fmla="val 10780397"/>
              <a:gd name="adj2" fmla="val 19331255"/>
            </a:avLst>
          </a:prstGeom>
          <a:noFill/>
          <a:ln w="9525" cap="flat" cmpd="sng">
            <a:solidFill>
              <a:srgbClr val="000000"/>
            </a:solidFill>
            <a:prstDash val="dash"/>
            <a:round/>
            <a:headEnd type="oval" w="sm" len="sm"/>
            <a:tailEnd type="stealth"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1" name="Google Shape;1461;p43"/>
          <p:cNvSpPr/>
          <p:nvPr/>
        </p:nvSpPr>
        <p:spPr>
          <a:xfrm>
            <a:off x="4200169" y="2673900"/>
            <a:ext cx="1702400" cy="1702400"/>
          </a:xfrm>
          <a:prstGeom prst="arc">
            <a:avLst>
              <a:gd name="adj1" fmla="val 10780397"/>
              <a:gd name="adj2" fmla="val 19331255"/>
            </a:avLst>
          </a:prstGeom>
          <a:noFill/>
          <a:ln w="9525" cap="flat" cmpd="sng">
            <a:solidFill>
              <a:srgbClr val="000000"/>
            </a:solidFill>
            <a:prstDash val="dash"/>
            <a:round/>
            <a:headEnd type="oval" w="sm" len="sm"/>
            <a:tailEnd type="stealth"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2" name="Google Shape;1462;p43"/>
          <p:cNvSpPr/>
          <p:nvPr/>
        </p:nvSpPr>
        <p:spPr>
          <a:xfrm>
            <a:off x="6289475" y="2190967"/>
            <a:ext cx="1702400" cy="1702400"/>
          </a:xfrm>
          <a:prstGeom prst="arc">
            <a:avLst>
              <a:gd name="adj1" fmla="val 10780397"/>
              <a:gd name="adj2" fmla="val 19331255"/>
            </a:avLst>
          </a:prstGeom>
          <a:noFill/>
          <a:ln w="9525" cap="flat" cmpd="sng">
            <a:solidFill>
              <a:srgbClr val="000000"/>
            </a:solidFill>
            <a:prstDash val="dash"/>
            <a:round/>
            <a:headEnd type="oval" w="sm" len="sm"/>
            <a:tailEnd type="stealth"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3" name="Google Shape;1463;p43"/>
          <p:cNvSpPr/>
          <p:nvPr/>
        </p:nvSpPr>
        <p:spPr>
          <a:xfrm>
            <a:off x="8378791" y="1708033"/>
            <a:ext cx="1702400" cy="1702400"/>
          </a:xfrm>
          <a:prstGeom prst="arc">
            <a:avLst>
              <a:gd name="adj1" fmla="val 10780397"/>
              <a:gd name="adj2" fmla="val 19331255"/>
            </a:avLst>
          </a:prstGeom>
          <a:noFill/>
          <a:ln w="9525" cap="flat" cmpd="sng">
            <a:solidFill>
              <a:srgbClr val="000000"/>
            </a:solidFill>
            <a:prstDash val="dash"/>
            <a:round/>
            <a:headEnd type="oval" w="sm" len="sm"/>
            <a:tailEnd type="stealth"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4" name="Google Shape;1464;p43"/>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465" name="Google Shape;1465;p43"/>
          <p:cNvGrpSpPr/>
          <p:nvPr/>
        </p:nvGrpSpPr>
        <p:grpSpPr>
          <a:xfrm>
            <a:off x="947033" y="4193734"/>
            <a:ext cx="1940800" cy="1760167"/>
            <a:chOff x="710275" y="3145300"/>
            <a:chExt cx="1455600" cy="1320125"/>
          </a:xfrm>
        </p:grpSpPr>
        <p:cxnSp>
          <p:nvCxnSpPr>
            <p:cNvPr id="1466" name="Google Shape;1466;p43"/>
            <p:cNvCxnSpPr/>
            <p:nvPr/>
          </p:nvCxnSpPr>
          <p:spPr>
            <a:xfrm>
              <a:off x="1438075" y="3477400"/>
              <a:ext cx="0" cy="279600"/>
            </a:xfrm>
            <a:prstGeom prst="straightConnector1">
              <a:avLst/>
            </a:prstGeom>
            <a:noFill/>
            <a:ln w="9525" cap="flat" cmpd="sng">
              <a:solidFill>
                <a:schemeClr val="accent1"/>
              </a:solidFill>
              <a:prstDash val="solid"/>
              <a:round/>
              <a:headEnd type="none" w="med" len="med"/>
              <a:tailEnd type="none" w="med" len="med"/>
            </a:ln>
          </p:spPr>
        </p:cxnSp>
        <p:sp>
          <p:nvSpPr>
            <p:cNvPr id="1467" name="Google Shape;1467;p43"/>
            <p:cNvSpPr/>
            <p:nvPr/>
          </p:nvSpPr>
          <p:spPr>
            <a:xfrm>
              <a:off x="710275" y="3145300"/>
              <a:ext cx="1455600" cy="408300"/>
            </a:xfrm>
            <a:prstGeom prst="roundRect">
              <a:avLst>
                <a:gd name="adj" fmla="val 16667"/>
              </a:avLst>
            </a:pr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Mars</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468" name="Google Shape;1468;p43"/>
            <p:cNvSpPr txBox="1"/>
            <p:nvPr/>
          </p:nvSpPr>
          <p:spPr>
            <a:xfrm>
              <a:off x="710275" y="3833325"/>
              <a:ext cx="1455600" cy="632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 </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469" name="Google Shape;1469;p43"/>
          <p:cNvGrpSpPr/>
          <p:nvPr/>
        </p:nvGrpSpPr>
        <p:grpSpPr>
          <a:xfrm>
            <a:off x="3036317" y="3710801"/>
            <a:ext cx="1940811" cy="2243100"/>
            <a:chOff x="2277238" y="2783100"/>
            <a:chExt cx="1455608" cy="1682325"/>
          </a:xfrm>
        </p:grpSpPr>
        <p:cxnSp>
          <p:nvCxnSpPr>
            <p:cNvPr id="1470" name="Google Shape;1470;p43"/>
            <p:cNvCxnSpPr/>
            <p:nvPr/>
          </p:nvCxnSpPr>
          <p:spPr>
            <a:xfrm>
              <a:off x="3005038" y="3115200"/>
              <a:ext cx="0" cy="641700"/>
            </a:xfrm>
            <a:prstGeom prst="straightConnector1">
              <a:avLst/>
            </a:prstGeom>
            <a:noFill/>
            <a:ln w="9525" cap="flat" cmpd="sng">
              <a:solidFill>
                <a:schemeClr val="accent2"/>
              </a:solidFill>
              <a:prstDash val="solid"/>
              <a:round/>
              <a:headEnd type="none" w="med" len="med"/>
              <a:tailEnd type="none" w="med" len="med"/>
            </a:ln>
          </p:spPr>
        </p:cxnSp>
        <p:sp>
          <p:nvSpPr>
            <p:cNvPr id="1471" name="Google Shape;1471;p43"/>
            <p:cNvSpPr/>
            <p:nvPr/>
          </p:nvSpPr>
          <p:spPr>
            <a:xfrm>
              <a:off x="2277238" y="2783100"/>
              <a:ext cx="1455600" cy="408300"/>
            </a:xfrm>
            <a:prstGeom prst="roundRect">
              <a:avLst>
                <a:gd name="adj" fmla="val 16667"/>
              </a:avLst>
            </a:pr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Jupiter</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472" name="Google Shape;1472;p43"/>
            <p:cNvSpPr txBox="1"/>
            <p:nvPr/>
          </p:nvSpPr>
          <p:spPr>
            <a:xfrm>
              <a:off x="2277246" y="3833325"/>
              <a:ext cx="1455600" cy="632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also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473" name="Google Shape;1473;p43"/>
          <p:cNvGrpSpPr/>
          <p:nvPr/>
        </p:nvGrpSpPr>
        <p:grpSpPr>
          <a:xfrm>
            <a:off x="5125612" y="3227868"/>
            <a:ext cx="1940821" cy="2726033"/>
            <a:chOff x="3844209" y="2420900"/>
            <a:chExt cx="1455616" cy="2044525"/>
          </a:xfrm>
        </p:grpSpPr>
        <p:cxnSp>
          <p:nvCxnSpPr>
            <p:cNvPr id="1474" name="Google Shape;1474;p43"/>
            <p:cNvCxnSpPr/>
            <p:nvPr/>
          </p:nvCxnSpPr>
          <p:spPr>
            <a:xfrm>
              <a:off x="4572009" y="2753000"/>
              <a:ext cx="0" cy="1003800"/>
            </a:xfrm>
            <a:prstGeom prst="straightConnector1">
              <a:avLst/>
            </a:prstGeom>
            <a:noFill/>
            <a:ln w="9525" cap="flat" cmpd="sng">
              <a:solidFill>
                <a:schemeClr val="accent3"/>
              </a:solidFill>
              <a:prstDash val="solid"/>
              <a:round/>
              <a:headEnd type="none" w="med" len="med"/>
              <a:tailEnd type="none" w="med" len="med"/>
            </a:ln>
          </p:spPr>
        </p:cxnSp>
        <p:sp>
          <p:nvSpPr>
            <p:cNvPr id="1475" name="Google Shape;1475;p43"/>
            <p:cNvSpPr/>
            <p:nvPr/>
          </p:nvSpPr>
          <p:spPr>
            <a:xfrm>
              <a:off x="3844209" y="2420900"/>
              <a:ext cx="1455600" cy="408300"/>
            </a:xfrm>
            <a:prstGeom prst="roundRect">
              <a:avLst>
                <a:gd name="adj" fmla="val 16667"/>
              </a:avLst>
            </a:pr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Saturn</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476" name="Google Shape;1476;p43"/>
            <p:cNvSpPr txBox="1"/>
            <p:nvPr/>
          </p:nvSpPr>
          <p:spPr>
            <a:xfrm>
              <a:off x="3844225" y="3833325"/>
              <a:ext cx="1455600" cy="632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a giant made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477" name="Google Shape;1477;p43"/>
          <p:cNvGrpSpPr/>
          <p:nvPr/>
        </p:nvGrpSpPr>
        <p:grpSpPr>
          <a:xfrm>
            <a:off x="9304233" y="1397222"/>
            <a:ext cx="1940811" cy="4556679"/>
            <a:chOff x="6978175" y="1047916"/>
            <a:chExt cx="1455608" cy="3417509"/>
          </a:xfrm>
        </p:grpSpPr>
        <p:grpSp>
          <p:nvGrpSpPr>
            <p:cNvPr id="1478" name="Google Shape;1478;p43"/>
            <p:cNvGrpSpPr/>
            <p:nvPr/>
          </p:nvGrpSpPr>
          <p:grpSpPr>
            <a:xfrm>
              <a:off x="7508784" y="1047916"/>
              <a:ext cx="394391" cy="566069"/>
              <a:chOff x="9442609" y="1874766"/>
              <a:chExt cx="394391" cy="566069"/>
            </a:xfrm>
          </p:grpSpPr>
          <p:sp>
            <p:nvSpPr>
              <p:cNvPr id="1479" name="Google Shape;1479;p43"/>
              <p:cNvSpPr/>
              <p:nvPr/>
            </p:nvSpPr>
            <p:spPr>
              <a:xfrm>
                <a:off x="9585404" y="1874766"/>
                <a:ext cx="108800" cy="108822"/>
              </a:xfrm>
              <a:custGeom>
                <a:avLst/>
                <a:gdLst/>
                <a:ahLst/>
                <a:cxnLst/>
                <a:rect l="l" t="t" r="r" b="b"/>
                <a:pathLst>
                  <a:path w="5108" h="5109" extrusionOk="0">
                    <a:moveTo>
                      <a:pt x="2548" y="0"/>
                    </a:moveTo>
                    <a:cubicBezTo>
                      <a:pt x="1143" y="0"/>
                      <a:pt x="0" y="1143"/>
                      <a:pt x="0" y="2560"/>
                    </a:cubicBezTo>
                    <a:cubicBezTo>
                      <a:pt x="0" y="3965"/>
                      <a:pt x="1143" y="5108"/>
                      <a:pt x="2548" y="5108"/>
                    </a:cubicBezTo>
                    <a:cubicBezTo>
                      <a:pt x="3965" y="5108"/>
                      <a:pt x="5108" y="3965"/>
                      <a:pt x="5108" y="2560"/>
                    </a:cubicBezTo>
                    <a:cubicBezTo>
                      <a:pt x="5108" y="1143"/>
                      <a:pt x="3965" y="0"/>
                      <a:pt x="2548"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 name="Google Shape;1480;p43"/>
              <p:cNvSpPr/>
              <p:nvPr/>
            </p:nvSpPr>
            <p:spPr>
              <a:xfrm>
                <a:off x="9442609" y="1930806"/>
                <a:ext cx="394391" cy="510029"/>
              </a:xfrm>
              <a:custGeom>
                <a:avLst/>
                <a:gdLst/>
                <a:ahLst/>
                <a:cxnLst/>
                <a:rect l="l" t="t" r="r" b="b"/>
                <a:pathLst>
                  <a:path w="18516" h="23945" extrusionOk="0">
                    <a:moveTo>
                      <a:pt x="9657" y="5335"/>
                    </a:moveTo>
                    <a:lnTo>
                      <a:pt x="9693" y="5882"/>
                    </a:lnTo>
                    <a:lnTo>
                      <a:pt x="9847" y="7954"/>
                    </a:lnTo>
                    <a:lnTo>
                      <a:pt x="10074" y="10990"/>
                    </a:lnTo>
                    <a:lnTo>
                      <a:pt x="9228" y="11812"/>
                    </a:lnTo>
                    <a:lnTo>
                      <a:pt x="8442" y="10990"/>
                    </a:lnTo>
                    <a:lnTo>
                      <a:pt x="8669" y="7954"/>
                    </a:lnTo>
                    <a:lnTo>
                      <a:pt x="8823" y="5882"/>
                    </a:lnTo>
                    <a:lnTo>
                      <a:pt x="8859" y="5335"/>
                    </a:lnTo>
                    <a:close/>
                    <a:moveTo>
                      <a:pt x="1" y="1"/>
                    </a:moveTo>
                    <a:cubicBezTo>
                      <a:pt x="465" y="3120"/>
                      <a:pt x="2466" y="5728"/>
                      <a:pt x="5204" y="7049"/>
                    </a:cubicBezTo>
                    <a:lnTo>
                      <a:pt x="5204" y="15622"/>
                    </a:lnTo>
                    <a:lnTo>
                      <a:pt x="6168" y="15622"/>
                    </a:lnTo>
                    <a:lnTo>
                      <a:pt x="6168" y="23944"/>
                    </a:lnTo>
                    <a:lnTo>
                      <a:pt x="8514" y="23944"/>
                    </a:lnTo>
                    <a:lnTo>
                      <a:pt x="8514" y="15622"/>
                    </a:lnTo>
                    <a:lnTo>
                      <a:pt x="10002" y="15622"/>
                    </a:lnTo>
                    <a:lnTo>
                      <a:pt x="10002" y="23944"/>
                    </a:lnTo>
                    <a:lnTo>
                      <a:pt x="12348" y="23944"/>
                    </a:lnTo>
                    <a:lnTo>
                      <a:pt x="12348" y="15622"/>
                    </a:lnTo>
                    <a:lnTo>
                      <a:pt x="13312" y="15622"/>
                    </a:lnTo>
                    <a:lnTo>
                      <a:pt x="13312" y="7049"/>
                    </a:lnTo>
                    <a:cubicBezTo>
                      <a:pt x="16051" y="5728"/>
                      <a:pt x="18051" y="3120"/>
                      <a:pt x="18515" y="1"/>
                    </a:cubicBezTo>
                    <a:lnTo>
                      <a:pt x="16396" y="1"/>
                    </a:lnTo>
                    <a:cubicBezTo>
                      <a:pt x="15991" y="2084"/>
                      <a:pt x="14705" y="3846"/>
                      <a:pt x="12931" y="4894"/>
                    </a:cubicBezTo>
                    <a:cubicBezTo>
                      <a:pt x="12514" y="4215"/>
                      <a:pt x="11752" y="3751"/>
                      <a:pt x="10895" y="3751"/>
                    </a:cubicBezTo>
                    <a:lnTo>
                      <a:pt x="10074" y="3751"/>
                    </a:lnTo>
                    <a:lnTo>
                      <a:pt x="9657" y="4870"/>
                    </a:lnTo>
                    <a:lnTo>
                      <a:pt x="8859" y="4870"/>
                    </a:lnTo>
                    <a:lnTo>
                      <a:pt x="8442" y="3751"/>
                    </a:lnTo>
                    <a:lnTo>
                      <a:pt x="7621" y="3751"/>
                    </a:lnTo>
                    <a:cubicBezTo>
                      <a:pt x="6752" y="3751"/>
                      <a:pt x="5990" y="4215"/>
                      <a:pt x="5573" y="4894"/>
                    </a:cubicBezTo>
                    <a:cubicBezTo>
                      <a:pt x="3811" y="3846"/>
                      <a:pt x="2525" y="2084"/>
                      <a:pt x="212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cxnSp>
          <p:nvCxnSpPr>
            <p:cNvPr id="1481" name="Google Shape;1481;p43"/>
            <p:cNvCxnSpPr/>
            <p:nvPr/>
          </p:nvCxnSpPr>
          <p:spPr>
            <a:xfrm>
              <a:off x="7705975" y="2028600"/>
              <a:ext cx="0" cy="1728000"/>
            </a:xfrm>
            <a:prstGeom prst="straightConnector1">
              <a:avLst/>
            </a:prstGeom>
            <a:noFill/>
            <a:ln w="9525" cap="flat" cmpd="sng">
              <a:solidFill>
                <a:schemeClr val="accent5"/>
              </a:solidFill>
              <a:prstDash val="solid"/>
              <a:round/>
              <a:headEnd type="none" w="med" len="med"/>
              <a:tailEnd type="none" w="med" len="med"/>
            </a:ln>
          </p:spPr>
        </p:cxnSp>
        <p:sp>
          <p:nvSpPr>
            <p:cNvPr id="1482" name="Google Shape;1482;p43"/>
            <p:cNvSpPr/>
            <p:nvPr/>
          </p:nvSpPr>
          <p:spPr>
            <a:xfrm>
              <a:off x="6978175" y="1696500"/>
              <a:ext cx="1455600" cy="408300"/>
            </a:xfrm>
            <a:prstGeom prst="roundRect">
              <a:avLst>
                <a:gd name="adj" fmla="val 16667"/>
              </a:avLst>
            </a:prstGeom>
            <a:solidFill>
              <a:schemeClr val="accent5"/>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Venus</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483" name="Google Shape;1483;p43"/>
            <p:cNvSpPr txBox="1"/>
            <p:nvPr/>
          </p:nvSpPr>
          <p:spPr>
            <a:xfrm>
              <a:off x="6978183" y="3833325"/>
              <a:ext cx="1455600" cy="632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is the second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484" name="Google Shape;1484;p43"/>
          <p:cNvGrpSpPr/>
          <p:nvPr/>
        </p:nvGrpSpPr>
        <p:grpSpPr>
          <a:xfrm>
            <a:off x="7214917" y="2744934"/>
            <a:ext cx="1940832" cy="3208967"/>
            <a:chOff x="5411188" y="2058700"/>
            <a:chExt cx="1455624" cy="2406725"/>
          </a:xfrm>
        </p:grpSpPr>
        <p:cxnSp>
          <p:nvCxnSpPr>
            <p:cNvPr id="1485" name="Google Shape;1485;p43"/>
            <p:cNvCxnSpPr/>
            <p:nvPr/>
          </p:nvCxnSpPr>
          <p:spPr>
            <a:xfrm>
              <a:off x="6139012" y="2390800"/>
              <a:ext cx="0" cy="1365900"/>
            </a:xfrm>
            <a:prstGeom prst="straightConnector1">
              <a:avLst/>
            </a:prstGeom>
            <a:noFill/>
            <a:ln w="9525" cap="flat" cmpd="sng">
              <a:solidFill>
                <a:schemeClr val="accent4"/>
              </a:solidFill>
              <a:prstDash val="solid"/>
              <a:round/>
              <a:headEnd type="none" w="med" len="med"/>
              <a:tailEnd type="none" w="med" len="med"/>
            </a:ln>
          </p:spPr>
        </p:cxnSp>
        <p:sp>
          <p:nvSpPr>
            <p:cNvPr id="1486" name="Google Shape;1486;p43"/>
            <p:cNvSpPr/>
            <p:nvPr/>
          </p:nvSpPr>
          <p:spPr>
            <a:xfrm>
              <a:off x="5411212" y="2058700"/>
              <a:ext cx="1455600" cy="408300"/>
            </a:xfrm>
            <a:prstGeom prst="roundRect">
              <a:avLst>
                <a:gd name="adj" fmla="val 16667"/>
              </a:avLst>
            </a:prstGeom>
            <a:solidFill>
              <a:schemeClr val="accent4"/>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Neptune</a:t>
              </a: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487" name="Google Shape;1487;p43"/>
            <p:cNvSpPr txBox="1"/>
            <p:nvPr/>
          </p:nvSpPr>
          <p:spPr>
            <a:xfrm>
              <a:off x="5411188" y="3833325"/>
              <a:ext cx="1455600" cy="632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a:t>
              </a:r>
              <a:br>
                <a:rPr kumimoji="0" lang="en" sz="1600" b="0" i="0" u="none" strike="noStrike" kern="0" cap="none" spc="0" normalizeH="0" baseline="0" noProof="0">
                  <a:ln>
                    <a:noFill/>
                  </a:ln>
                  <a:solidFill>
                    <a:srgbClr val="000000"/>
                  </a:solidFill>
                  <a:effectLst/>
                  <a:uLnTx/>
                  <a:uFillTx/>
                  <a:latin typeface="Roboto"/>
                  <a:ea typeface="Roboto"/>
                  <a:cs typeface="Roboto"/>
                  <a:sym typeface="Roboto"/>
                </a:rPr>
              </a:b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from the Sun </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Tree>
    <p:extLst>
      <p:ext uri="{BB962C8B-B14F-4D97-AF65-F5344CB8AC3E}">
        <p14:creationId xmlns:p14="http://schemas.microsoft.com/office/powerpoint/2010/main" val="3170858626"/>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86A5BD-E9D8-D1D2-4142-C830714A2895}"/>
              </a:ext>
            </a:extLst>
          </p:cNvPr>
          <p:cNvSpPr>
            <a:spLocks noGrp="1"/>
          </p:cNvSpPr>
          <p:nvPr>
            <p:ph type="title"/>
          </p:nvPr>
        </p:nvSpPr>
        <p:spPr/>
        <p:txBody>
          <a:bodyPr/>
          <a:lstStyle/>
          <a:p>
            <a:r>
              <a:rPr lang="en-ID"/>
              <a:t>Current Issues </a:t>
            </a:r>
          </a:p>
        </p:txBody>
      </p:sp>
      <p:sp>
        <p:nvSpPr>
          <p:cNvPr id="11" name="Rectangle: Rounded Corners 10">
            <a:extLst>
              <a:ext uri="{FF2B5EF4-FFF2-40B4-BE49-F238E27FC236}">
                <a16:creationId xmlns:a16="http://schemas.microsoft.com/office/drawing/2014/main" id="{A819842A-C7CC-1D08-3D65-B007B3469894}"/>
              </a:ext>
            </a:extLst>
          </p:cNvPr>
          <p:cNvSpPr/>
          <p:nvPr/>
        </p:nvSpPr>
        <p:spPr>
          <a:xfrm>
            <a:off x="476250" y="3676650"/>
            <a:ext cx="2095499" cy="876299"/>
          </a:xfrm>
          <a:prstGeom prst="roundRect">
            <a:avLst>
              <a:gd name="adj" fmla="val 0"/>
            </a:avLst>
          </a:prstGeom>
          <a:solidFill>
            <a:srgbClr val="CDE4AC"/>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CE960F44-E478-4024-8AC7-4D494F927546}"/>
              </a:ext>
            </a:extLst>
          </p:cNvPr>
          <p:cNvSpPr/>
          <p:nvPr/>
        </p:nvSpPr>
        <p:spPr>
          <a:xfrm>
            <a:off x="2762250" y="3676650"/>
            <a:ext cx="2095499" cy="876299"/>
          </a:xfrm>
          <a:prstGeom prst="roundRect">
            <a:avLst>
              <a:gd name="adj" fmla="val 0"/>
            </a:avLst>
          </a:prstGeom>
          <a:solidFill>
            <a:srgbClr val="CDE4AC"/>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Rounded Corners 12">
            <a:extLst>
              <a:ext uri="{FF2B5EF4-FFF2-40B4-BE49-F238E27FC236}">
                <a16:creationId xmlns:a16="http://schemas.microsoft.com/office/drawing/2014/main" id="{B093E3D2-1775-4DCC-1321-80C1D6AFF517}"/>
              </a:ext>
            </a:extLst>
          </p:cNvPr>
          <p:cNvSpPr/>
          <p:nvPr/>
        </p:nvSpPr>
        <p:spPr>
          <a:xfrm>
            <a:off x="5048250" y="3676650"/>
            <a:ext cx="2095499" cy="876299"/>
          </a:xfrm>
          <a:prstGeom prst="roundRect">
            <a:avLst>
              <a:gd name="adj" fmla="val 0"/>
            </a:avLst>
          </a:prstGeom>
          <a:solidFill>
            <a:srgbClr val="CDE4AC"/>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Rounded Corners 13">
            <a:extLst>
              <a:ext uri="{FF2B5EF4-FFF2-40B4-BE49-F238E27FC236}">
                <a16:creationId xmlns:a16="http://schemas.microsoft.com/office/drawing/2014/main" id="{40D146F8-8A14-7594-8F3F-DCFD3E2F21EF}"/>
              </a:ext>
            </a:extLst>
          </p:cNvPr>
          <p:cNvSpPr/>
          <p:nvPr/>
        </p:nvSpPr>
        <p:spPr>
          <a:xfrm>
            <a:off x="7334250" y="3676650"/>
            <a:ext cx="2095499" cy="876299"/>
          </a:xfrm>
          <a:prstGeom prst="roundRect">
            <a:avLst>
              <a:gd name="adj" fmla="val 0"/>
            </a:avLst>
          </a:prstGeom>
          <a:solidFill>
            <a:srgbClr val="CDE4AC"/>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Rounded Corners 14">
            <a:extLst>
              <a:ext uri="{FF2B5EF4-FFF2-40B4-BE49-F238E27FC236}">
                <a16:creationId xmlns:a16="http://schemas.microsoft.com/office/drawing/2014/main" id="{2A70E23E-A90A-DF76-1DED-0003F8F8C0CF}"/>
              </a:ext>
            </a:extLst>
          </p:cNvPr>
          <p:cNvSpPr/>
          <p:nvPr/>
        </p:nvSpPr>
        <p:spPr>
          <a:xfrm>
            <a:off x="9620251" y="3676650"/>
            <a:ext cx="2095499" cy="876299"/>
          </a:xfrm>
          <a:prstGeom prst="roundRect">
            <a:avLst>
              <a:gd name="adj" fmla="val 0"/>
            </a:avLst>
          </a:prstGeom>
          <a:solidFill>
            <a:srgbClr val="CDE4AC"/>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Oval 15">
            <a:extLst>
              <a:ext uri="{FF2B5EF4-FFF2-40B4-BE49-F238E27FC236}">
                <a16:creationId xmlns:a16="http://schemas.microsoft.com/office/drawing/2014/main" id="{4538F8E7-6718-DC83-91D5-574039D3F4F7}"/>
              </a:ext>
            </a:extLst>
          </p:cNvPr>
          <p:cNvSpPr/>
          <p:nvPr/>
        </p:nvSpPr>
        <p:spPr>
          <a:xfrm>
            <a:off x="1164516" y="3317166"/>
            <a:ext cx="718966" cy="718966"/>
          </a:xfrm>
          <a:prstGeom prst="ellipse">
            <a:avLst/>
          </a:prstGeom>
          <a:solidFill>
            <a:srgbClr val="98DBA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Rounded Corners 16">
            <a:extLst>
              <a:ext uri="{FF2B5EF4-FFF2-40B4-BE49-F238E27FC236}">
                <a16:creationId xmlns:a16="http://schemas.microsoft.com/office/drawing/2014/main" id="{BB3C30AB-A58B-0644-5919-403D9BCC2203}"/>
              </a:ext>
            </a:extLst>
          </p:cNvPr>
          <p:cNvSpPr/>
          <p:nvPr/>
        </p:nvSpPr>
        <p:spPr>
          <a:xfrm>
            <a:off x="476249" y="1718933"/>
            <a:ext cx="11239495" cy="522617"/>
          </a:xfrm>
          <a:prstGeom prst="roundRect">
            <a:avLst>
              <a:gd name="adj" fmla="val 50000"/>
            </a:avLst>
          </a:prstGeom>
          <a:solidFill>
            <a:srgbClr val="78D2D3"/>
          </a:solidFill>
          <a:ln>
            <a:noFill/>
          </a:ln>
          <a:effectLst>
            <a:outerShdw blurRad="444500" sx="103000" sy="103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2400" b="1" i="0" u="none" strike="noStrike" kern="1200" cap="none" spc="0" normalizeH="0" baseline="0" noProof="0">
                <a:ln>
                  <a:noFill/>
                </a:ln>
                <a:solidFill>
                  <a:prstClr val="white"/>
                </a:solidFill>
                <a:effectLst/>
                <a:uLnTx/>
                <a:uFillTx/>
                <a:latin typeface="Calibri" panose="020F0502020204030204"/>
                <a:ea typeface="+mn-ea"/>
                <a:cs typeface="+mn-cs"/>
              </a:rPr>
              <a:t>Lorem ipsum dolor sit amet</a:t>
            </a:r>
            <a:endParaRPr kumimoji="0" lang="en-US" sz="24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Oval 17">
            <a:extLst>
              <a:ext uri="{FF2B5EF4-FFF2-40B4-BE49-F238E27FC236}">
                <a16:creationId xmlns:a16="http://schemas.microsoft.com/office/drawing/2014/main" id="{B32CA81F-1AD8-81E7-1827-2906BC471F13}"/>
              </a:ext>
            </a:extLst>
          </p:cNvPr>
          <p:cNvSpPr/>
          <p:nvPr/>
        </p:nvSpPr>
        <p:spPr>
          <a:xfrm>
            <a:off x="3450516" y="3317166"/>
            <a:ext cx="718966" cy="718966"/>
          </a:xfrm>
          <a:prstGeom prst="ellipse">
            <a:avLst/>
          </a:prstGeom>
          <a:solidFill>
            <a:srgbClr val="98DBA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Oval 18">
            <a:extLst>
              <a:ext uri="{FF2B5EF4-FFF2-40B4-BE49-F238E27FC236}">
                <a16:creationId xmlns:a16="http://schemas.microsoft.com/office/drawing/2014/main" id="{032FD271-395D-D6E5-FDBC-BA569C6AB7A4}"/>
              </a:ext>
            </a:extLst>
          </p:cNvPr>
          <p:cNvSpPr/>
          <p:nvPr/>
        </p:nvSpPr>
        <p:spPr>
          <a:xfrm>
            <a:off x="5736516" y="3317166"/>
            <a:ext cx="718966" cy="718966"/>
          </a:xfrm>
          <a:prstGeom prst="ellipse">
            <a:avLst/>
          </a:prstGeom>
          <a:solidFill>
            <a:srgbClr val="98DBA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584B7A08-34C8-F901-DF1D-A0E1A61AD3F6}"/>
              </a:ext>
            </a:extLst>
          </p:cNvPr>
          <p:cNvSpPr/>
          <p:nvPr/>
        </p:nvSpPr>
        <p:spPr>
          <a:xfrm>
            <a:off x="8022516" y="3317166"/>
            <a:ext cx="718966" cy="718966"/>
          </a:xfrm>
          <a:prstGeom prst="ellipse">
            <a:avLst/>
          </a:prstGeom>
          <a:solidFill>
            <a:srgbClr val="98DBA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BB7A106A-A72F-C9DD-8A15-B3B039B53B93}"/>
              </a:ext>
            </a:extLst>
          </p:cNvPr>
          <p:cNvSpPr/>
          <p:nvPr/>
        </p:nvSpPr>
        <p:spPr>
          <a:xfrm>
            <a:off x="10308517" y="3317166"/>
            <a:ext cx="718966" cy="718966"/>
          </a:xfrm>
          <a:prstGeom prst="ellipse">
            <a:avLst/>
          </a:prstGeom>
          <a:solidFill>
            <a:srgbClr val="98DBA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Rectangle: Rounded Corners 21">
            <a:extLst>
              <a:ext uri="{FF2B5EF4-FFF2-40B4-BE49-F238E27FC236}">
                <a16:creationId xmlns:a16="http://schemas.microsoft.com/office/drawing/2014/main" id="{C17727EC-8E56-D7C4-5439-E6E3A65E4EEC}"/>
              </a:ext>
            </a:extLst>
          </p:cNvPr>
          <p:cNvSpPr/>
          <p:nvPr/>
        </p:nvSpPr>
        <p:spPr>
          <a:xfrm>
            <a:off x="476250" y="4552949"/>
            <a:ext cx="2095499" cy="1655434"/>
          </a:xfrm>
          <a:prstGeom prst="roundRect">
            <a:avLst>
              <a:gd name="adj" fmla="val 0"/>
            </a:avLst>
          </a:prstGeom>
          <a:solidFill>
            <a:schemeClr val="bg1">
              <a:lumMod val="95000"/>
            </a:schemeClr>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Rounded Corners 22">
            <a:extLst>
              <a:ext uri="{FF2B5EF4-FFF2-40B4-BE49-F238E27FC236}">
                <a16:creationId xmlns:a16="http://schemas.microsoft.com/office/drawing/2014/main" id="{AE78AB62-1CC1-F910-E27D-75BB8565A3C1}"/>
              </a:ext>
            </a:extLst>
          </p:cNvPr>
          <p:cNvSpPr/>
          <p:nvPr/>
        </p:nvSpPr>
        <p:spPr>
          <a:xfrm>
            <a:off x="2762250" y="4552949"/>
            <a:ext cx="2095499" cy="1655434"/>
          </a:xfrm>
          <a:prstGeom prst="roundRect">
            <a:avLst>
              <a:gd name="adj" fmla="val 0"/>
            </a:avLst>
          </a:prstGeom>
          <a:solidFill>
            <a:schemeClr val="bg1">
              <a:lumMod val="95000"/>
            </a:schemeClr>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Rounded Corners 23">
            <a:extLst>
              <a:ext uri="{FF2B5EF4-FFF2-40B4-BE49-F238E27FC236}">
                <a16:creationId xmlns:a16="http://schemas.microsoft.com/office/drawing/2014/main" id="{C817F485-4131-0693-09AF-59757BA3BC03}"/>
              </a:ext>
            </a:extLst>
          </p:cNvPr>
          <p:cNvSpPr/>
          <p:nvPr/>
        </p:nvSpPr>
        <p:spPr>
          <a:xfrm>
            <a:off x="5048250" y="4552949"/>
            <a:ext cx="2095499" cy="1655434"/>
          </a:xfrm>
          <a:prstGeom prst="roundRect">
            <a:avLst>
              <a:gd name="adj" fmla="val 0"/>
            </a:avLst>
          </a:prstGeom>
          <a:solidFill>
            <a:schemeClr val="bg1">
              <a:lumMod val="95000"/>
            </a:schemeClr>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Rounded Corners 24">
            <a:extLst>
              <a:ext uri="{FF2B5EF4-FFF2-40B4-BE49-F238E27FC236}">
                <a16:creationId xmlns:a16="http://schemas.microsoft.com/office/drawing/2014/main" id="{987B3E64-3BEE-67C0-775D-70F17674F456}"/>
              </a:ext>
            </a:extLst>
          </p:cNvPr>
          <p:cNvSpPr/>
          <p:nvPr/>
        </p:nvSpPr>
        <p:spPr>
          <a:xfrm>
            <a:off x="7334250" y="4552949"/>
            <a:ext cx="2095499" cy="1655434"/>
          </a:xfrm>
          <a:prstGeom prst="roundRect">
            <a:avLst>
              <a:gd name="adj" fmla="val 0"/>
            </a:avLst>
          </a:prstGeom>
          <a:solidFill>
            <a:schemeClr val="bg1">
              <a:lumMod val="95000"/>
            </a:schemeClr>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Rounded Corners 25">
            <a:extLst>
              <a:ext uri="{FF2B5EF4-FFF2-40B4-BE49-F238E27FC236}">
                <a16:creationId xmlns:a16="http://schemas.microsoft.com/office/drawing/2014/main" id="{B0671903-081A-7EDF-774A-0AEEBC2491AC}"/>
              </a:ext>
            </a:extLst>
          </p:cNvPr>
          <p:cNvSpPr/>
          <p:nvPr/>
        </p:nvSpPr>
        <p:spPr>
          <a:xfrm>
            <a:off x="9620251" y="4552949"/>
            <a:ext cx="2095499" cy="1655434"/>
          </a:xfrm>
          <a:prstGeom prst="roundRect">
            <a:avLst>
              <a:gd name="adj" fmla="val 0"/>
            </a:avLst>
          </a:prstGeom>
          <a:solidFill>
            <a:schemeClr val="bg1">
              <a:lumMod val="95000"/>
            </a:schemeClr>
          </a:solidFill>
          <a:ln>
            <a:no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Content Placeholder 2">
            <a:extLst>
              <a:ext uri="{FF2B5EF4-FFF2-40B4-BE49-F238E27FC236}">
                <a16:creationId xmlns:a16="http://schemas.microsoft.com/office/drawing/2014/main" id="{988EB0A7-AA18-6101-B3FC-C5EBEC3545C5}"/>
              </a:ext>
            </a:extLst>
          </p:cNvPr>
          <p:cNvSpPr txBox="1">
            <a:spLocks/>
          </p:cNvSpPr>
          <p:nvPr/>
        </p:nvSpPr>
        <p:spPr>
          <a:xfrm>
            <a:off x="660581" y="4114799"/>
            <a:ext cx="1726836" cy="342901"/>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sp>
        <p:nvSpPr>
          <p:cNvPr id="28" name="Content Placeholder 2">
            <a:extLst>
              <a:ext uri="{FF2B5EF4-FFF2-40B4-BE49-F238E27FC236}">
                <a16:creationId xmlns:a16="http://schemas.microsoft.com/office/drawing/2014/main" id="{B4CFA6D7-7F44-B175-095A-BB2B2777842F}"/>
              </a:ext>
            </a:extLst>
          </p:cNvPr>
          <p:cNvSpPr txBox="1">
            <a:spLocks/>
          </p:cNvSpPr>
          <p:nvPr/>
        </p:nvSpPr>
        <p:spPr>
          <a:xfrm>
            <a:off x="2946581" y="4114799"/>
            <a:ext cx="1726836" cy="342901"/>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sp>
        <p:nvSpPr>
          <p:cNvPr id="29" name="Content Placeholder 2">
            <a:extLst>
              <a:ext uri="{FF2B5EF4-FFF2-40B4-BE49-F238E27FC236}">
                <a16:creationId xmlns:a16="http://schemas.microsoft.com/office/drawing/2014/main" id="{2F3E02FE-F8CA-4C96-6A13-42CDA8E8D6B1}"/>
              </a:ext>
            </a:extLst>
          </p:cNvPr>
          <p:cNvSpPr txBox="1">
            <a:spLocks/>
          </p:cNvSpPr>
          <p:nvPr/>
        </p:nvSpPr>
        <p:spPr>
          <a:xfrm>
            <a:off x="5232581" y="4114799"/>
            <a:ext cx="1726836" cy="342901"/>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sp>
        <p:nvSpPr>
          <p:cNvPr id="30" name="Content Placeholder 2">
            <a:extLst>
              <a:ext uri="{FF2B5EF4-FFF2-40B4-BE49-F238E27FC236}">
                <a16:creationId xmlns:a16="http://schemas.microsoft.com/office/drawing/2014/main" id="{B9E09C89-E2F2-0019-0CCC-F0FA7DCB3113}"/>
              </a:ext>
            </a:extLst>
          </p:cNvPr>
          <p:cNvSpPr txBox="1">
            <a:spLocks/>
          </p:cNvSpPr>
          <p:nvPr/>
        </p:nvSpPr>
        <p:spPr>
          <a:xfrm>
            <a:off x="7518581" y="4114799"/>
            <a:ext cx="1726836" cy="342901"/>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sp>
        <p:nvSpPr>
          <p:cNvPr id="33" name="Content Placeholder 2">
            <a:extLst>
              <a:ext uri="{FF2B5EF4-FFF2-40B4-BE49-F238E27FC236}">
                <a16:creationId xmlns:a16="http://schemas.microsoft.com/office/drawing/2014/main" id="{442D566D-2FA6-820E-F7FC-EC4494A35C42}"/>
              </a:ext>
            </a:extLst>
          </p:cNvPr>
          <p:cNvSpPr txBox="1">
            <a:spLocks/>
          </p:cNvSpPr>
          <p:nvPr/>
        </p:nvSpPr>
        <p:spPr>
          <a:xfrm>
            <a:off x="9804582" y="4114799"/>
            <a:ext cx="1726836" cy="342901"/>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grpSp>
        <p:nvGrpSpPr>
          <p:cNvPr id="34" name="Group 33">
            <a:extLst>
              <a:ext uri="{FF2B5EF4-FFF2-40B4-BE49-F238E27FC236}">
                <a16:creationId xmlns:a16="http://schemas.microsoft.com/office/drawing/2014/main" id="{3C4E59E6-FE81-5887-C4F9-74FE4DC20F85}"/>
              </a:ext>
            </a:extLst>
          </p:cNvPr>
          <p:cNvGrpSpPr/>
          <p:nvPr/>
        </p:nvGrpSpPr>
        <p:grpSpPr>
          <a:xfrm>
            <a:off x="1343818" y="3495674"/>
            <a:ext cx="360363" cy="361951"/>
            <a:chOff x="7718425" y="3248025"/>
            <a:chExt cx="360363" cy="361951"/>
          </a:xfrm>
          <a:solidFill>
            <a:schemeClr val="bg1"/>
          </a:solidFill>
        </p:grpSpPr>
        <p:sp>
          <p:nvSpPr>
            <p:cNvPr id="35" name="Freeform 63">
              <a:extLst>
                <a:ext uri="{FF2B5EF4-FFF2-40B4-BE49-F238E27FC236}">
                  <a16:creationId xmlns:a16="http://schemas.microsoft.com/office/drawing/2014/main" id="{4F4B1F92-D444-3D3A-0FC1-A2378B0F2CAA}"/>
                </a:ext>
              </a:extLst>
            </p:cNvPr>
            <p:cNvSpPr>
              <a:spLocks/>
            </p:cNvSpPr>
            <p:nvPr/>
          </p:nvSpPr>
          <p:spPr bwMode="auto">
            <a:xfrm>
              <a:off x="7718425" y="3248025"/>
              <a:ext cx="360363" cy="331788"/>
            </a:xfrm>
            <a:custGeom>
              <a:avLst/>
              <a:gdLst>
                <a:gd name="T0" fmla="*/ 20 w 96"/>
                <a:gd name="T1" fmla="*/ 88 h 88"/>
                <a:gd name="T2" fmla="*/ 8 w 96"/>
                <a:gd name="T3" fmla="*/ 75 h 88"/>
                <a:gd name="T4" fmla="*/ 17 w 96"/>
                <a:gd name="T5" fmla="*/ 65 h 88"/>
                <a:gd name="T6" fmla="*/ 2 w 96"/>
                <a:gd name="T7" fmla="*/ 56 h 88"/>
                <a:gd name="T8" fmla="*/ 0 w 96"/>
                <a:gd name="T9" fmla="*/ 42 h 88"/>
                <a:gd name="T10" fmla="*/ 13 w 96"/>
                <a:gd name="T11" fmla="*/ 40 h 88"/>
                <a:gd name="T12" fmla="*/ 8 w 96"/>
                <a:gd name="T13" fmla="*/ 23 h 88"/>
                <a:gd name="T14" fmla="*/ 8 w 96"/>
                <a:gd name="T15" fmla="*/ 20 h 88"/>
                <a:gd name="T16" fmla="*/ 23 w 96"/>
                <a:gd name="T17" fmla="*/ 8 h 88"/>
                <a:gd name="T18" fmla="*/ 40 w 96"/>
                <a:gd name="T19" fmla="*/ 13 h 88"/>
                <a:gd name="T20" fmla="*/ 42 w 96"/>
                <a:gd name="T21" fmla="*/ 0 h 88"/>
                <a:gd name="T22" fmla="*/ 56 w 96"/>
                <a:gd name="T23" fmla="*/ 2 h 88"/>
                <a:gd name="T24" fmla="*/ 65 w 96"/>
                <a:gd name="T25" fmla="*/ 17 h 88"/>
                <a:gd name="T26" fmla="*/ 76 w 96"/>
                <a:gd name="T27" fmla="*/ 8 h 88"/>
                <a:gd name="T28" fmla="*/ 88 w 96"/>
                <a:gd name="T29" fmla="*/ 21 h 88"/>
                <a:gd name="T30" fmla="*/ 79 w 96"/>
                <a:gd name="T31" fmla="*/ 31 h 88"/>
                <a:gd name="T32" fmla="*/ 94 w 96"/>
                <a:gd name="T33" fmla="*/ 40 h 88"/>
                <a:gd name="T34" fmla="*/ 96 w 96"/>
                <a:gd name="T35" fmla="*/ 54 h 88"/>
                <a:gd name="T36" fmla="*/ 83 w 96"/>
                <a:gd name="T37" fmla="*/ 56 h 88"/>
                <a:gd name="T38" fmla="*/ 88 w 96"/>
                <a:gd name="T39" fmla="*/ 73 h 88"/>
                <a:gd name="T40" fmla="*/ 76 w 96"/>
                <a:gd name="T41" fmla="*/ 88 h 88"/>
                <a:gd name="T42" fmla="*/ 64 w 96"/>
                <a:gd name="T43" fmla="*/ 78 h 88"/>
                <a:gd name="T44" fmla="*/ 67 w 96"/>
                <a:gd name="T45" fmla="*/ 76 h 88"/>
                <a:gd name="T46" fmla="*/ 83 w 96"/>
                <a:gd name="T47" fmla="*/ 75 h 88"/>
                <a:gd name="T48" fmla="*/ 75 w 96"/>
                <a:gd name="T49" fmla="*/ 65 h 88"/>
                <a:gd name="T50" fmla="*/ 81 w 96"/>
                <a:gd name="T51" fmla="*/ 52 h 88"/>
                <a:gd name="T52" fmla="*/ 92 w 96"/>
                <a:gd name="T53" fmla="*/ 44 h 88"/>
                <a:gd name="T54" fmla="*/ 79 w 96"/>
                <a:gd name="T55" fmla="*/ 42 h 88"/>
                <a:gd name="T56" fmla="*/ 76 w 96"/>
                <a:gd name="T57" fmla="*/ 29 h 88"/>
                <a:gd name="T58" fmla="*/ 75 w 96"/>
                <a:gd name="T59" fmla="*/ 13 h 88"/>
                <a:gd name="T60" fmla="*/ 65 w 96"/>
                <a:gd name="T61" fmla="*/ 21 h 88"/>
                <a:gd name="T62" fmla="*/ 52 w 96"/>
                <a:gd name="T63" fmla="*/ 15 h 88"/>
                <a:gd name="T64" fmla="*/ 44 w 96"/>
                <a:gd name="T65" fmla="*/ 4 h 88"/>
                <a:gd name="T66" fmla="*/ 42 w 96"/>
                <a:gd name="T67" fmla="*/ 17 h 88"/>
                <a:gd name="T68" fmla="*/ 29 w 96"/>
                <a:gd name="T69" fmla="*/ 20 h 88"/>
                <a:gd name="T70" fmla="*/ 13 w 96"/>
                <a:gd name="T71" fmla="*/ 21 h 88"/>
                <a:gd name="T72" fmla="*/ 21 w 96"/>
                <a:gd name="T73" fmla="*/ 31 h 88"/>
                <a:gd name="T74" fmla="*/ 15 w 96"/>
                <a:gd name="T75" fmla="*/ 44 h 88"/>
                <a:gd name="T76" fmla="*/ 4 w 96"/>
                <a:gd name="T77" fmla="*/ 52 h 88"/>
                <a:gd name="T78" fmla="*/ 17 w 96"/>
                <a:gd name="T79" fmla="*/ 54 h 88"/>
                <a:gd name="T80" fmla="*/ 20 w 96"/>
                <a:gd name="T81" fmla="*/ 67 h 88"/>
                <a:gd name="T82" fmla="*/ 21 w 96"/>
                <a:gd name="T83" fmla="*/ 83 h 88"/>
                <a:gd name="T84" fmla="*/ 32 w 96"/>
                <a:gd name="T85" fmla="*/ 76 h 88"/>
                <a:gd name="T86" fmla="*/ 23 w 96"/>
                <a:gd name="T8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6" h="88">
                  <a:moveTo>
                    <a:pt x="21" y="88"/>
                  </a:moveTo>
                  <a:cubicBezTo>
                    <a:pt x="21" y="88"/>
                    <a:pt x="20" y="88"/>
                    <a:pt x="20" y="88"/>
                  </a:cubicBezTo>
                  <a:cubicBezTo>
                    <a:pt x="8" y="76"/>
                    <a:pt x="8" y="76"/>
                    <a:pt x="8" y="76"/>
                  </a:cubicBezTo>
                  <a:cubicBezTo>
                    <a:pt x="8" y="76"/>
                    <a:pt x="8" y="75"/>
                    <a:pt x="8" y="75"/>
                  </a:cubicBezTo>
                  <a:cubicBezTo>
                    <a:pt x="8" y="74"/>
                    <a:pt x="8" y="74"/>
                    <a:pt x="8" y="73"/>
                  </a:cubicBezTo>
                  <a:cubicBezTo>
                    <a:pt x="17" y="65"/>
                    <a:pt x="17" y="65"/>
                    <a:pt x="17" y="65"/>
                  </a:cubicBezTo>
                  <a:cubicBezTo>
                    <a:pt x="15" y="63"/>
                    <a:pt x="14" y="59"/>
                    <a:pt x="13" y="56"/>
                  </a:cubicBezTo>
                  <a:cubicBezTo>
                    <a:pt x="2" y="56"/>
                    <a:pt x="2" y="56"/>
                    <a:pt x="2" y="56"/>
                  </a:cubicBezTo>
                  <a:cubicBezTo>
                    <a:pt x="1" y="56"/>
                    <a:pt x="0" y="55"/>
                    <a:pt x="0" y="54"/>
                  </a:cubicBezTo>
                  <a:cubicBezTo>
                    <a:pt x="0" y="42"/>
                    <a:pt x="0" y="42"/>
                    <a:pt x="0" y="42"/>
                  </a:cubicBezTo>
                  <a:cubicBezTo>
                    <a:pt x="0" y="41"/>
                    <a:pt x="1" y="40"/>
                    <a:pt x="2" y="40"/>
                  </a:cubicBezTo>
                  <a:cubicBezTo>
                    <a:pt x="13" y="40"/>
                    <a:pt x="13" y="40"/>
                    <a:pt x="13" y="40"/>
                  </a:cubicBezTo>
                  <a:cubicBezTo>
                    <a:pt x="14" y="37"/>
                    <a:pt x="15" y="33"/>
                    <a:pt x="17" y="31"/>
                  </a:cubicBezTo>
                  <a:cubicBezTo>
                    <a:pt x="8" y="23"/>
                    <a:pt x="8" y="23"/>
                    <a:pt x="8" y="23"/>
                  </a:cubicBezTo>
                  <a:cubicBezTo>
                    <a:pt x="8" y="22"/>
                    <a:pt x="8" y="22"/>
                    <a:pt x="8" y="21"/>
                  </a:cubicBezTo>
                  <a:cubicBezTo>
                    <a:pt x="8" y="21"/>
                    <a:pt x="8" y="20"/>
                    <a:pt x="8" y="20"/>
                  </a:cubicBezTo>
                  <a:cubicBezTo>
                    <a:pt x="20" y="8"/>
                    <a:pt x="20" y="8"/>
                    <a:pt x="20" y="8"/>
                  </a:cubicBezTo>
                  <a:cubicBezTo>
                    <a:pt x="20" y="8"/>
                    <a:pt x="22" y="8"/>
                    <a:pt x="23" y="8"/>
                  </a:cubicBezTo>
                  <a:cubicBezTo>
                    <a:pt x="31" y="17"/>
                    <a:pt x="31" y="17"/>
                    <a:pt x="31" y="17"/>
                  </a:cubicBezTo>
                  <a:cubicBezTo>
                    <a:pt x="33" y="15"/>
                    <a:pt x="37" y="14"/>
                    <a:pt x="40" y="13"/>
                  </a:cubicBezTo>
                  <a:cubicBezTo>
                    <a:pt x="40" y="2"/>
                    <a:pt x="40" y="2"/>
                    <a:pt x="40" y="2"/>
                  </a:cubicBezTo>
                  <a:cubicBezTo>
                    <a:pt x="40" y="1"/>
                    <a:pt x="41" y="0"/>
                    <a:pt x="42" y="0"/>
                  </a:cubicBezTo>
                  <a:cubicBezTo>
                    <a:pt x="54" y="0"/>
                    <a:pt x="54" y="0"/>
                    <a:pt x="54" y="0"/>
                  </a:cubicBezTo>
                  <a:cubicBezTo>
                    <a:pt x="55" y="0"/>
                    <a:pt x="56" y="1"/>
                    <a:pt x="56" y="2"/>
                  </a:cubicBezTo>
                  <a:cubicBezTo>
                    <a:pt x="56" y="13"/>
                    <a:pt x="56" y="13"/>
                    <a:pt x="56" y="13"/>
                  </a:cubicBezTo>
                  <a:cubicBezTo>
                    <a:pt x="59" y="14"/>
                    <a:pt x="63" y="15"/>
                    <a:pt x="65" y="17"/>
                  </a:cubicBezTo>
                  <a:cubicBezTo>
                    <a:pt x="73" y="8"/>
                    <a:pt x="73" y="8"/>
                    <a:pt x="73" y="8"/>
                  </a:cubicBezTo>
                  <a:cubicBezTo>
                    <a:pt x="74" y="8"/>
                    <a:pt x="75" y="8"/>
                    <a:pt x="76" y="8"/>
                  </a:cubicBezTo>
                  <a:cubicBezTo>
                    <a:pt x="88" y="20"/>
                    <a:pt x="88" y="20"/>
                    <a:pt x="88" y="20"/>
                  </a:cubicBezTo>
                  <a:cubicBezTo>
                    <a:pt x="88" y="20"/>
                    <a:pt x="88" y="21"/>
                    <a:pt x="88" y="21"/>
                  </a:cubicBezTo>
                  <a:cubicBezTo>
                    <a:pt x="88" y="22"/>
                    <a:pt x="88" y="22"/>
                    <a:pt x="88" y="23"/>
                  </a:cubicBezTo>
                  <a:cubicBezTo>
                    <a:pt x="79" y="31"/>
                    <a:pt x="79" y="31"/>
                    <a:pt x="79" y="31"/>
                  </a:cubicBezTo>
                  <a:cubicBezTo>
                    <a:pt x="81" y="33"/>
                    <a:pt x="82" y="37"/>
                    <a:pt x="83" y="40"/>
                  </a:cubicBezTo>
                  <a:cubicBezTo>
                    <a:pt x="94" y="40"/>
                    <a:pt x="94" y="40"/>
                    <a:pt x="94" y="40"/>
                  </a:cubicBezTo>
                  <a:cubicBezTo>
                    <a:pt x="95" y="40"/>
                    <a:pt x="96" y="41"/>
                    <a:pt x="96" y="42"/>
                  </a:cubicBezTo>
                  <a:cubicBezTo>
                    <a:pt x="96" y="54"/>
                    <a:pt x="96" y="54"/>
                    <a:pt x="96" y="54"/>
                  </a:cubicBezTo>
                  <a:cubicBezTo>
                    <a:pt x="96" y="55"/>
                    <a:pt x="95" y="56"/>
                    <a:pt x="94" y="56"/>
                  </a:cubicBezTo>
                  <a:cubicBezTo>
                    <a:pt x="83" y="56"/>
                    <a:pt x="83" y="56"/>
                    <a:pt x="83" y="56"/>
                  </a:cubicBezTo>
                  <a:cubicBezTo>
                    <a:pt x="82" y="59"/>
                    <a:pt x="81" y="63"/>
                    <a:pt x="79" y="65"/>
                  </a:cubicBezTo>
                  <a:cubicBezTo>
                    <a:pt x="88" y="73"/>
                    <a:pt x="88" y="73"/>
                    <a:pt x="88" y="73"/>
                  </a:cubicBezTo>
                  <a:cubicBezTo>
                    <a:pt x="88" y="74"/>
                    <a:pt x="88" y="76"/>
                    <a:pt x="88" y="76"/>
                  </a:cubicBezTo>
                  <a:cubicBezTo>
                    <a:pt x="76" y="88"/>
                    <a:pt x="76" y="88"/>
                    <a:pt x="76" y="88"/>
                  </a:cubicBezTo>
                  <a:cubicBezTo>
                    <a:pt x="76" y="88"/>
                    <a:pt x="74" y="88"/>
                    <a:pt x="73" y="88"/>
                  </a:cubicBezTo>
                  <a:cubicBezTo>
                    <a:pt x="64" y="78"/>
                    <a:pt x="64" y="78"/>
                    <a:pt x="64" y="78"/>
                  </a:cubicBezTo>
                  <a:cubicBezTo>
                    <a:pt x="63" y="78"/>
                    <a:pt x="63" y="76"/>
                    <a:pt x="64" y="76"/>
                  </a:cubicBezTo>
                  <a:cubicBezTo>
                    <a:pt x="65" y="75"/>
                    <a:pt x="66" y="75"/>
                    <a:pt x="67" y="76"/>
                  </a:cubicBezTo>
                  <a:cubicBezTo>
                    <a:pt x="75" y="83"/>
                    <a:pt x="75" y="83"/>
                    <a:pt x="75" y="83"/>
                  </a:cubicBezTo>
                  <a:cubicBezTo>
                    <a:pt x="83" y="75"/>
                    <a:pt x="83" y="75"/>
                    <a:pt x="83" y="75"/>
                  </a:cubicBezTo>
                  <a:cubicBezTo>
                    <a:pt x="76" y="67"/>
                    <a:pt x="76" y="67"/>
                    <a:pt x="76" y="67"/>
                  </a:cubicBezTo>
                  <a:cubicBezTo>
                    <a:pt x="75" y="66"/>
                    <a:pt x="75" y="65"/>
                    <a:pt x="75" y="65"/>
                  </a:cubicBezTo>
                  <a:cubicBezTo>
                    <a:pt x="77" y="62"/>
                    <a:pt x="79" y="56"/>
                    <a:pt x="79" y="54"/>
                  </a:cubicBezTo>
                  <a:cubicBezTo>
                    <a:pt x="79" y="53"/>
                    <a:pt x="80" y="52"/>
                    <a:pt x="81" y="52"/>
                  </a:cubicBezTo>
                  <a:cubicBezTo>
                    <a:pt x="92" y="52"/>
                    <a:pt x="92" y="52"/>
                    <a:pt x="92" y="52"/>
                  </a:cubicBezTo>
                  <a:cubicBezTo>
                    <a:pt x="92" y="44"/>
                    <a:pt x="92" y="44"/>
                    <a:pt x="92" y="44"/>
                  </a:cubicBezTo>
                  <a:cubicBezTo>
                    <a:pt x="81" y="44"/>
                    <a:pt x="81" y="44"/>
                    <a:pt x="81" y="44"/>
                  </a:cubicBezTo>
                  <a:cubicBezTo>
                    <a:pt x="80" y="44"/>
                    <a:pt x="79" y="43"/>
                    <a:pt x="79" y="42"/>
                  </a:cubicBezTo>
                  <a:cubicBezTo>
                    <a:pt x="79" y="40"/>
                    <a:pt x="77" y="34"/>
                    <a:pt x="75" y="31"/>
                  </a:cubicBezTo>
                  <a:cubicBezTo>
                    <a:pt x="75" y="31"/>
                    <a:pt x="75" y="30"/>
                    <a:pt x="76" y="29"/>
                  </a:cubicBezTo>
                  <a:cubicBezTo>
                    <a:pt x="83" y="21"/>
                    <a:pt x="83" y="21"/>
                    <a:pt x="83" y="21"/>
                  </a:cubicBezTo>
                  <a:cubicBezTo>
                    <a:pt x="75" y="13"/>
                    <a:pt x="75" y="13"/>
                    <a:pt x="75" y="13"/>
                  </a:cubicBezTo>
                  <a:cubicBezTo>
                    <a:pt x="67" y="20"/>
                    <a:pt x="67" y="20"/>
                    <a:pt x="67" y="20"/>
                  </a:cubicBezTo>
                  <a:cubicBezTo>
                    <a:pt x="66" y="21"/>
                    <a:pt x="65" y="21"/>
                    <a:pt x="65" y="21"/>
                  </a:cubicBezTo>
                  <a:cubicBezTo>
                    <a:pt x="62" y="19"/>
                    <a:pt x="57" y="18"/>
                    <a:pt x="54" y="17"/>
                  </a:cubicBezTo>
                  <a:cubicBezTo>
                    <a:pt x="53" y="17"/>
                    <a:pt x="52" y="16"/>
                    <a:pt x="52" y="15"/>
                  </a:cubicBezTo>
                  <a:cubicBezTo>
                    <a:pt x="52" y="4"/>
                    <a:pt x="52" y="4"/>
                    <a:pt x="52" y="4"/>
                  </a:cubicBezTo>
                  <a:cubicBezTo>
                    <a:pt x="44" y="4"/>
                    <a:pt x="44" y="4"/>
                    <a:pt x="44" y="4"/>
                  </a:cubicBezTo>
                  <a:cubicBezTo>
                    <a:pt x="44" y="15"/>
                    <a:pt x="44" y="15"/>
                    <a:pt x="44" y="15"/>
                  </a:cubicBezTo>
                  <a:cubicBezTo>
                    <a:pt x="44" y="16"/>
                    <a:pt x="43" y="17"/>
                    <a:pt x="42" y="17"/>
                  </a:cubicBezTo>
                  <a:cubicBezTo>
                    <a:pt x="39" y="18"/>
                    <a:pt x="34" y="19"/>
                    <a:pt x="31" y="21"/>
                  </a:cubicBezTo>
                  <a:cubicBezTo>
                    <a:pt x="31" y="21"/>
                    <a:pt x="30" y="21"/>
                    <a:pt x="29" y="20"/>
                  </a:cubicBezTo>
                  <a:cubicBezTo>
                    <a:pt x="21" y="13"/>
                    <a:pt x="21" y="13"/>
                    <a:pt x="21" y="13"/>
                  </a:cubicBezTo>
                  <a:cubicBezTo>
                    <a:pt x="13" y="21"/>
                    <a:pt x="13" y="21"/>
                    <a:pt x="13" y="21"/>
                  </a:cubicBezTo>
                  <a:cubicBezTo>
                    <a:pt x="20" y="29"/>
                    <a:pt x="20" y="29"/>
                    <a:pt x="20" y="29"/>
                  </a:cubicBezTo>
                  <a:cubicBezTo>
                    <a:pt x="21" y="30"/>
                    <a:pt x="21" y="31"/>
                    <a:pt x="21" y="31"/>
                  </a:cubicBezTo>
                  <a:cubicBezTo>
                    <a:pt x="19" y="34"/>
                    <a:pt x="17" y="40"/>
                    <a:pt x="17" y="42"/>
                  </a:cubicBezTo>
                  <a:cubicBezTo>
                    <a:pt x="17" y="43"/>
                    <a:pt x="16" y="44"/>
                    <a:pt x="15" y="44"/>
                  </a:cubicBezTo>
                  <a:cubicBezTo>
                    <a:pt x="4" y="44"/>
                    <a:pt x="4" y="44"/>
                    <a:pt x="4" y="44"/>
                  </a:cubicBezTo>
                  <a:cubicBezTo>
                    <a:pt x="4" y="52"/>
                    <a:pt x="4" y="52"/>
                    <a:pt x="4" y="52"/>
                  </a:cubicBezTo>
                  <a:cubicBezTo>
                    <a:pt x="15" y="52"/>
                    <a:pt x="15" y="52"/>
                    <a:pt x="15" y="52"/>
                  </a:cubicBezTo>
                  <a:cubicBezTo>
                    <a:pt x="16" y="52"/>
                    <a:pt x="17" y="53"/>
                    <a:pt x="17" y="54"/>
                  </a:cubicBezTo>
                  <a:cubicBezTo>
                    <a:pt x="17" y="56"/>
                    <a:pt x="19" y="62"/>
                    <a:pt x="21" y="65"/>
                  </a:cubicBezTo>
                  <a:cubicBezTo>
                    <a:pt x="21" y="65"/>
                    <a:pt x="21" y="66"/>
                    <a:pt x="20" y="67"/>
                  </a:cubicBezTo>
                  <a:cubicBezTo>
                    <a:pt x="13" y="75"/>
                    <a:pt x="13" y="75"/>
                    <a:pt x="13" y="75"/>
                  </a:cubicBezTo>
                  <a:cubicBezTo>
                    <a:pt x="21" y="83"/>
                    <a:pt x="21" y="83"/>
                    <a:pt x="21" y="83"/>
                  </a:cubicBezTo>
                  <a:cubicBezTo>
                    <a:pt x="29" y="76"/>
                    <a:pt x="29" y="76"/>
                    <a:pt x="29" y="76"/>
                  </a:cubicBezTo>
                  <a:cubicBezTo>
                    <a:pt x="30" y="75"/>
                    <a:pt x="31" y="75"/>
                    <a:pt x="32" y="76"/>
                  </a:cubicBezTo>
                  <a:cubicBezTo>
                    <a:pt x="33" y="76"/>
                    <a:pt x="33" y="78"/>
                    <a:pt x="32" y="78"/>
                  </a:cubicBezTo>
                  <a:cubicBezTo>
                    <a:pt x="23" y="88"/>
                    <a:pt x="23" y="88"/>
                    <a:pt x="23" y="88"/>
                  </a:cubicBezTo>
                  <a:cubicBezTo>
                    <a:pt x="22" y="88"/>
                    <a:pt x="22" y="88"/>
                    <a:pt x="21"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64">
              <a:extLst>
                <a:ext uri="{FF2B5EF4-FFF2-40B4-BE49-F238E27FC236}">
                  <a16:creationId xmlns:a16="http://schemas.microsoft.com/office/drawing/2014/main" id="{6A3575F1-4D23-9F3B-1ED4-BDBFF0325B60}"/>
                </a:ext>
              </a:extLst>
            </p:cNvPr>
            <p:cNvSpPr>
              <a:spLocks/>
            </p:cNvSpPr>
            <p:nvPr/>
          </p:nvSpPr>
          <p:spPr bwMode="auto">
            <a:xfrm>
              <a:off x="7869238" y="3549650"/>
              <a:ext cx="60325" cy="15875"/>
            </a:xfrm>
            <a:custGeom>
              <a:avLst/>
              <a:gdLst>
                <a:gd name="T0" fmla="*/ 14 w 16"/>
                <a:gd name="T1" fmla="*/ 4 h 4"/>
                <a:gd name="T2" fmla="*/ 2 w 16"/>
                <a:gd name="T3" fmla="*/ 4 h 4"/>
                <a:gd name="T4" fmla="*/ 0 w 16"/>
                <a:gd name="T5" fmla="*/ 2 h 4"/>
                <a:gd name="T6" fmla="*/ 2 w 16"/>
                <a:gd name="T7" fmla="*/ 0 h 4"/>
                <a:gd name="T8" fmla="*/ 14 w 16"/>
                <a:gd name="T9" fmla="*/ 0 h 4"/>
                <a:gd name="T10" fmla="*/ 16 w 16"/>
                <a:gd name="T11" fmla="*/ 2 h 4"/>
                <a:gd name="T12" fmla="*/ 14 w 16"/>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4" y="4"/>
                  </a:moveTo>
                  <a:cubicBezTo>
                    <a:pt x="2" y="4"/>
                    <a:pt x="2" y="4"/>
                    <a:pt x="2" y="4"/>
                  </a:cubicBezTo>
                  <a:cubicBezTo>
                    <a:pt x="1" y="4"/>
                    <a:pt x="0" y="3"/>
                    <a:pt x="0" y="2"/>
                  </a:cubicBezTo>
                  <a:cubicBezTo>
                    <a:pt x="0" y="1"/>
                    <a:pt x="1" y="0"/>
                    <a:pt x="2" y="0"/>
                  </a:cubicBezTo>
                  <a:cubicBezTo>
                    <a:pt x="14" y="0"/>
                    <a:pt x="14" y="0"/>
                    <a:pt x="14" y="0"/>
                  </a:cubicBezTo>
                  <a:cubicBezTo>
                    <a:pt x="15" y="0"/>
                    <a:pt x="16" y="1"/>
                    <a:pt x="16" y="2"/>
                  </a:cubicBezTo>
                  <a:cubicBezTo>
                    <a:pt x="16" y="3"/>
                    <a:pt x="15" y="4"/>
                    <a:pt x="1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65">
              <a:extLst>
                <a:ext uri="{FF2B5EF4-FFF2-40B4-BE49-F238E27FC236}">
                  <a16:creationId xmlns:a16="http://schemas.microsoft.com/office/drawing/2014/main" id="{64B596C0-FAFB-3CA0-2ED9-9A1CE2C1DE07}"/>
                </a:ext>
              </a:extLst>
            </p:cNvPr>
            <p:cNvSpPr>
              <a:spLocks/>
            </p:cNvSpPr>
            <p:nvPr/>
          </p:nvSpPr>
          <p:spPr bwMode="auto">
            <a:xfrm>
              <a:off x="7869238" y="3579813"/>
              <a:ext cx="60325" cy="30163"/>
            </a:xfrm>
            <a:custGeom>
              <a:avLst/>
              <a:gdLst>
                <a:gd name="T0" fmla="*/ 14 w 16"/>
                <a:gd name="T1" fmla="*/ 0 h 8"/>
                <a:gd name="T2" fmla="*/ 2 w 16"/>
                <a:gd name="T3" fmla="*/ 0 h 8"/>
                <a:gd name="T4" fmla="*/ 0 w 16"/>
                <a:gd name="T5" fmla="*/ 2 h 8"/>
                <a:gd name="T6" fmla="*/ 2 w 16"/>
                <a:gd name="T7" fmla="*/ 4 h 8"/>
                <a:gd name="T8" fmla="*/ 6 w 16"/>
                <a:gd name="T9" fmla="*/ 4 h 8"/>
                <a:gd name="T10" fmla="*/ 6 w 16"/>
                <a:gd name="T11" fmla="*/ 6 h 8"/>
                <a:gd name="T12" fmla="*/ 8 w 16"/>
                <a:gd name="T13" fmla="*/ 8 h 8"/>
                <a:gd name="T14" fmla="*/ 10 w 16"/>
                <a:gd name="T15" fmla="*/ 6 h 8"/>
                <a:gd name="T16" fmla="*/ 10 w 16"/>
                <a:gd name="T17" fmla="*/ 4 h 8"/>
                <a:gd name="T18" fmla="*/ 14 w 16"/>
                <a:gd name="T19" fmla="*/ 4 h 8"/>
                <a:gd name="T20" fmla="*/ 16 w 16"/>
                <a:gd name="T21" fmla="*/ 2 h 8"/>
                <a:gd name="T22" fmla="*/ 14 w 16"/>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8">
                  <a:moveTo>
                    <a:pt x="14" y="0"/>
                  </a:moveTo>
                  <a:cubicBezTo>
                    <a:pt x="2" y="0"/>
                    <a:pt x="2" y="0"/>
                    <a:pt x="2" y="0"/>
                  </a:cubicBezTo>
                  <a:cubicBezTo>
                    <a:pt x="1" y="0"/>
                    <a:pt x="0" y="1"/>
                    <a:pt x="0" y="2"/>
                  </a:cubicBezTo>
                  <a:cubicBezTo>
                    <a:pt x="0" y="3"/>
                    <a:pt x="1" y="4"/>
                    <a:pt x="2" y="4"/>
                  </a:cubicBezTo>
                  <a:cubicBezTo>
                    <a:pt x="6" y="4"/>
                    <a:pt x="6" y="4"/>
                    <a:pt x="6" y="4"/>
                  </a:cubicBezTo>
                  <a:cubicBezTo>
                    <a:pt x="6" y="6"/>
                    <a:pt x="6" y="6"/>
                    <a:pt x="6" y="6"/>
                  </a:cubicBezTo>
                  <a:cubicBezTo>
                    <a:pt x="6" y="7"/>
                    <a:pt x="7" y="8"/>
                    <a:pt x="8" y="8"/>
                  </a:cubicBezTo>
                  <a:cubicBezTo>
                    <a:pt x="9" y="8"/>
                    <a:pt x="10" y="7"/>
                    <a:pt x="10" y="6"/>
                  </a:cubicBezTo>
                  <a:cubicBezTo>
                    <a:pt x="10" y="4"/>
                    <a:pt x="10" y="4"/>
                    <a:pt x="10" y="4"/>
                  </a:cubicBezTo>
                  <a:cubicBezTo>
                    <a:pt x="14" y="4"/>
                    <a:pt x="14" y="4"/>
                    <a:pt x="14" y="4"/>
                  </a:cubicBezTo>
                  <a:cubicBezTo>
                    <a:pt x="15" y="4"/>
                    <a:pt x="16" y="3"/>
                    <a:pt x="16" y="2"/>
                  </a:cubicBezTo>
                  <a:cubicBezTo>
                    <a:pt x="16" y="1"/>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66">
              <a:extLst>
                <a:ext uri="{FF2B5EF4-FFF2-40B4-BE49-F238E27FC236}">
                  <a16:creationId xmlns:a16="http://schemas.microsoft.com/office/drawing/2014/main" id="{660CAFD1-DEB1-0CF5-63DA-32509F51C64F}"/>
                </a:ext>
              </a:extLst>
            </p:cNvPr>
            <p:cNvSpPr>
              <a:spLocks/>
            </p:cNvSpPr>
            <p:nvPr/>
          </p:nvSpPr>
          <p:spPr bwMode="auto">
            <a:xfrm>
              <a:off x="7805738" y="3338513"/>
              <a:ext cx="187325" cy="196850"/>
            </a:xfrm>
            <a:custGeom>
              <a:avLst/>
              <a:gdLst>
                <a:gd name="T0" fmla="*/ 25 w 50"/>
                <a:gd name="T1" fmla="*/ 0 h 52"/>
                <a:gd name="T2" fmla="*/ 0 w 50"/>
                <a:gd name="T3" fmla="*/ 24 h 52"/>
                <a:gd name="T4" fmla="*/ 17 w 50"/>
                <a:gd name="T5" fmla="*/ 47 h 52"/>
                <a:gd name="T6" fmla="*/ 17 w 50"/>
                <a:gd name="T7" fmla="*/ 50 h 52"/>
                <a:gd name="T8" fmla="*/ 19 w 50"/>
                <a:gd name="T9" fmla="*/ 52 h 52"/>
                <a:gd name="T10" fmla="*/ 31 w 50"/>
                <a:gd name="T11" fmla="*/ 52 h 52"/>
                <a:gd name="T12" fmla="*/ 33 w 50"/>
                <a:gd name="T13" fmla="*/ 50 h 52"/>
                <a:gd name="T14" fmla="*/ 33 w 50"/>
                <a:gd name="T15" fmla="*/ 47 h 52"/>
                <a:gd name="T16" fmla="*/ 50 w 50"/>
                <a:gd name="T17" fmla="*/ 24 h 52"/>
                <a:gd name="T18" fmla="*/ 25 w 50"/>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2">
                  <a:moveTo>
                    <a:pt x="25" y="0"/>
                  </a:moveTo>
                  <a:cubicBezTo>
                    <a:pt x="11" y="0"/>
                    <a:pt x="0" y="11"/>
                    <a:pt x="0" y="24"/>
                  </a:cubicBezTo>
                  <a:cubicBezTo>
                    <a:pt x="0" y="34"/>
                    <a:pt x="7" y="43"/>
                    <a:pt x="17" y="47"/>
                  </a:cubicBezTo>
                  <a:cubicBezTo>
                    <a:pt x="17" y="50"/>
                    <a:pt x="17" y="50"/>
                    <a:pt x="17" y="50"/>
                  </a:cubicBezTo>
                  <a:cubicBezTo>
                    <a:pt x="17" y="51"/>
                    <a:pt x="18" y="52"/>
                    <a:pt x="19" y="52"/>
                  </a:cubicBezTo>
                  <a:cubicBezTo>
                    <a:pt x="31" y="52"/>
                    <a:pt x="31" y="52"/>
                    <a:pt x="31" y="52"/>
                  </a:cubicBezTo>
                  <a:cubicBezTo>
                    <a:pt x="32" y="52"/>
                    <a:pt x="33" y="51"/>
                    <a:pt x="33" y="50"/>
                  </a:cubicBezTo>
                  <a:cubicBezTo>
                    <a:pt x="33" y="47"/>
                    <a:pt x="33" y="47"/>
                    <a:pt x="33" y="47"/>
                  </a:cubicBezTo>
                  <a:cubicBezTo>
                    <a:pt x="43" y="43"/>
                    <a:pt x="50" y="34"/>
                    <a:pt x="50" y="24"/>
                  </a:cubicBezTo>
                  <a:cubicBezTo>
                    <a:pt x="50" y="11"/>
                    <a:pt x="39"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 name="Group 38">
            <a:extLst>
              <a:ext uri="{FF2B5EF4-FFF2-40B4-BE49-F238E27FC236}">
                <a16:creationId xmlns:a16="http://schemas.microsoft.com/office/drawing/2014/main" id="{D606274D-2894-37D7-C8C6-9D182F6D7F16}"/>
              </a:ext>
            </a:extLst>
          </p:cNvPr>
          <p:cNvGrpSpPr/>
          <p:nvPr/>
        </p:nvGrpSpPr>
        <p:grpSpPr>
          <a:xfrm>
            <a:off x="3629818" y="3495674"/>
            <a:ext cx="360363" cy="361950"/>
            <a:chOff x="5554663" y="2524125"/>
            <a:chExt cx="360363" cy="361950"/>
          </a:xfrm>
          <a:solidFill>
            <a:schemeClr val="bg1"/>
          </a:solidFill>
        </p:grpSpPr>
        <p:sp>
          <p:nvSpPr>
            <p:cNvPr id="40" name="Freeform 72">
              <a:extLst>
                <a:ext uri="{FF2B5EF4-FFF2-40B4-BE49-F238E27FC236}">
                  <a16:creationId xmlns:a16="http://schemas.microsoft.com/office/drawing/2014/main" id="{13F14571-41B8-C999-9AE6-80C7405EC301}"/>
                </a:ext>
              </a:extLst>
            </p:cNvPr>
            <p:cNvSpPr>
              <a:spLocks noEditPoints="1"/>
            </p:cNvSpPr>
            <p:nvPr/>
          </p:nvSpPr>
          <p:spPr bwMode="auto">
            <a:xfrm>
              <a:off x="5554663" y="2524125"/>
              <a:ext cx="360363" cy="361950"/>
            </a:xfrm>
            <a:custGeom>
              <a:avLst/>
              <a:gdLst>
                <a:gd name="T0" fmla="*/ 84 w 96"/>
                <a:gd name="T1" fmla="*/ 0 h 96"/>
                <a:gd name="T2" fmla="*/ 12 w 96"/>
                <a:gd name="T3" fmla="*/ 0 h 96"/>
                <a:gd name="T4" fmla="*/ 0 w 96"/>
                <a:gd name="T5" fmla="*/ 12 h 96"/>
                <a:gd name="T6" fmla="*/ 0 w 96"/>
                <a:gd name="T7" fmla="*/ 84 h 96"/>
                <a:gd name="T8" fmla="*/ 12 w 96"/>
                <a:gd name="T9" fmla="*/ 96 h 96"/>
                <a:gd name="T10" fmla="*/ 84 w 96"/>
                <a:gd name="T11" fmla="*/ 96 h 96"/>
                <a:gd name="T12" fmla="*/ 96 w 96"/>
                <a:gd name="T13" fmla="*/ 84 h 96"/>
                <a:gd name="T14" fmla="*/ 96 w 96"/>
                <a:gd name="T15" fmla="*/ 12 h 96"/>
                <a:gd name="T16" fmla="*/ 84 w 96"/>
                <a:gd name="T17" fmla="*/ 0 h 96"/>
                <a:gd name="T18" fmla="*/ 48 w 96"/>
                <a:gd name="T19" fmla="*/ 80 h 96"/>
                <a:gd name="T20" fmla="*/ 16 w 96"/>
                <a:gd name="T21" fmla="*/ 48 h 96"/>
                <a:gd name="T22" fmla="*/ 48 w 96"/>
                <a:gd name="T23" fmla="*/ 16 h 96"/>
                <a:gd name="T24" fmla="*/ 80 w 96"/>
                <a:gd name="T25" fmla="*/ 48 h 96"/>
                <a:gd name="T26" fmla="*/ 48 w 96"/>
                <a:gd name="T27" fmla="*/ 8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96">
                  <a:moveTo>
                    <a:pt x="84" y="0"/>
                  </a:moveTo>
                  <a:cubicBezTo>
                    <a:pt x="12" y="0"/>
                    <a:pt x="12" y="0"/>
                    <a:pt x="12" y="0"/>
                  </a:cubicBezTo>
                  <a:cubicBezTo>
                    <a:pt x="5" y="0"/>
                    <a:pt x="0" y="5"/>
                    <a:pt x="0" y="12"/>
                  </a:cubicBezTo>
                  <a:cubicBezTo>
                    <a:pt x="0" y="84"/>
                    <a:pt x="0" y="84"/>
                    <a:pt x="0" y="84"/>
                  </a:cubicBezTo>
                  <a:cubicBezTo>
                    <a:pt x="0" y="91"/>
                    <a:pt x="5" y="96"/>
                    <a:pt x="12" y="96"/>
                  </a:cubicBezTo>
                  <a:cubicBezTo>
                    <a:pt x="84" y="96"/>
                    <a:pt x="84" y="96"/>
                    <a:pt x="84" y="96"/>
                  </a:cubicBezTo>
                  <a:cubicBezTo>
                    <a:pt x="91" y="96"/>
                    <a:pt x="96" y="91"/>
                    <a:pt x="96" y="84"/>
                  </a:cubicBezTo>
                  <a:cubicBezTo>
                    <a:pt x="96" y="12"/>
                    <a:pt x="96" y="12"/>
                    <a:pt x="96" y="12"/>
                  </a:cubicBezTo>
                  <a:cubicBezTo>
                    <a:pt x="96" y="5"/>
                    <a:pt x="91" y="0"/>
                    <a:pt x="84" y="0"/>
                  </a:cubicBezTo>
                  <a:close/>
                  <a:moveTo>
                    <a:pt x="48" y="80"/>
                  </a:moveTo>
                  <a:cubicBezTo>
                    <a:pt x="30" y="80"/>
                    <a:pt x="16" y="66"/>
                    <a:pt x="16" y="48"/>
                  </a:cubicBezTo>
                  <a:cubicBezTo>
                    <a:pt x="16" y="30"/>
                    <a:pt x="30" y="16"/>
                    <a:pt x="48" y="16"/>
                  </a:cubicBezTo>
                  <a:cubicBezTo>
                    <a:pt x="66" y="16"/>
                    <a:pt x="80" y="30"/>
                    <a:pt x="80" y="48"/>
                  </a:cubicBezTo>
                  <a:cubicBezTo>
                    <a:pt x="80" y="66"/>
                    <a:pt x="66" y="80"/>
                    <a:pt x="48"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73">
              <a:extLst>
                <a:ext uri="{FF2B5EF4-FFF2-40B4-BE49-F238E27FC236}">
                  <a16:creationId xmlns:a16="http://schemas.microsoft.com/office/drawing/2014/main" id="{0F52C062-21FB-5733-BE7B-76F3B9C0D975}"/>
                </a:ext>
              </a:extLst>
            </p:cNvPr>
            <p:cNvSpPr>
              <a:spLocks/>
            </p:cNvSpPr>
            <p:nvPr/>
          </p:nvSpPr>
          <p:spPr bwMode="auto">
            <a:xfrm>
              <a:off x="5719763" y="2622550"/>
              <a:ext cx="68263" cy="98425"/>
            </a:xfrm>
            <a:custGeom>
              <a:avLst/>
              <a:gdLst>
                <a:gd name="T0" fmla="*/ 16 w 18"/>
                <a:gd name="T1" fmla="*/ 22 h 26"/>
                <a:gd name="T2" fmla="*/ 4 w 18"/>
                <a:gd name="T3" fmla="*/ 22 h 26"/>
                <a:gd name="T4" fmla="*/ 4 w 18"/>
                <a:gd name="T5" fmla="*/ 2 h 26"/>
                <a:gd name="T6" fmla="*/ 2 w 18"/>
                <a:gd name="T7" fmla="*/ 0 h 26"/>
                <a:gd name="T8" fmla="*/ 0 w 18"/>
                <a:gd name="T9" fmla="*/ 2 h 26"/>
                <a:gd name="T10" fmla="*/ 0 w 18"/>
                <a:gd name="T11" fmla="*/ 26 h 26"/>
                <a:gd name="T12" fmla="*/ 16 w 18"/>
                <a:gd name="T13" fmla="*/ 26 h 26"/>
                <a:gd name="T14" fmla="*/ 18 w 18"/>
                <a:gd name="T15" fmla="*/ 24 h 26"/>
                <a:gd name="T16" fmla="*/ 16 w 18"/>
                <a:gd name="T17"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6">
                  <a:moveTo>
                    <a:pt x="16" y="22"/>
                  </a:moveTo>
                  <a:cubicBezTo>
                    <a:pt x="4" y="22"/>
                    <a:pt x="4" y="22"/>
                    <a:pt x="4" y="22"/>
                  </a:cubicBezTo>
                  <a:cubicBezTo>
                    <a:pt x="4" y="2"/>
                    <a:pt x="4" y="2"/>
                    <a:pt x="4" y="2"/>
                  </a:cubicBezTo>
                  <a:cubicBezTo>
                    <a:pt x="4" y="1"/>
                    <a:pt x="3" y="0"/>
                    <a:pt x="2" y="0"/>
                  </a:cubicBezTo>
                  <a:cubicBezTo>
                    <a:pt x="1" y="0"/>
                    <a:pt x="0" y="1"/>
                    <a:pt x="0" y="2"/>
                  </a:cubicBezTo>
                  <a:cubicBezTo>
                    <a:pt x="0" y="26"/>
                    <a:pt x="0" y="26"/>
                    <a:pt x="0" y="26"/>
                  </a:cubicBezTo>
                  <a:cubicBezTo>
                    <a:pt x="16" y="26"/>
                    <a:pt x="16" y="26"/>
                    <a:pt x="16" y="26"/>
                  </a:cubicBezTo>
                  <a:cubicBezTo>
                    <a:pt x="17" y="26"/>
                    <a:pt x="18" y="25"/>
                    <a:pt x="18" y="24"/>
                  </a:cubicBezTo>
                  <a:cubicBezTo>
                    <a:pt x="18" y="23"/>
                    <a:pt x="17" y="22"/>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7BB5D28A-B0B8-9DDA-2078-763ABC400366}"/>
              </a:ext>
            </a:extLst>
          </p:cNvPr>
          <p:cNvGrpSpPr/>
          <p:nvPr/>
        </p:nvGrpSpPr>
        <p:grpSpPr>
          <a:xfrm>
            <a:off x="5931477" y="3512848"/>
            <a:ext cx="329045" cy="327602"/>
            <a:chOff x="5554663" y="1446213"/>
            <a:chExt cx="361950" cy="360362"/>
          </a:xfrm>
          <a:solidFill>
            <a:schemeClr val="bg1"/>
          </a:solidFill>
        </p:grpSpPr>
        <p:sp>
          <p:nvSpPr>
            <p:cNvPr id="43" name="Freeform 45">
              <a:extLst>
                <a:ext uri="{FF2B5EF4-FFF2-40B4-BE49-F238E27FC236}">
                  <a16:creationId xmlns:a16="http://schemas.microsoft.com/office/drawing/2014/main" id="{F82FCAE3-1D34-D36D-1A4B-8E1746983DB0}"/>
                </a:ext>
              </a:extLst>
            </p:cNvPr>
            <p:cNvSpPr>
              <a:spLocks/>
            </p:cNvSpPr>
            <p:nvPr/>
          </p:nvSpPr>
          <p:spPr bwMode="auto">
            <a:xfrm>
              <a:off x="5653088" y="1446213"/>
              <a:ext cx="165100" cy="165100"/>
            </a:xfrm>
            <a:custGeom>
              <a:avLst/>
              <a:gdLst>
                <a:gd name="T0" fmla="*/ 36 w 44"/>
                <a:gd name="T1" fmla="*/ 44 h 44"/>
                <a:gd name="T2" fmla="*/ 37 w 44"/>
                <a:gd name="T3" fmla="*/ 44 h 44"/>
                <a:gd name="T4" fmla="*/ 38 w 44"/>
                <a:gd name="T5" fmla="*/ 41 h 44"/>
                <a:gd name="T6" fmla="*/ 32 w 44"/>
                <a:gd name="T7" fmla="*/ 27 h 44"/>
                <a:gd name="T8" fmla="*/ 43 w 44"/>
                <a:gd name="T9" fmla="*/ 18 h 44"/>
                <a:gd name="T10" fmla="*/ 44 w 44"/>
                <a:gd name="T11" fmla="*/ 15 h 44"/>
                <a:gd name="T12" fmla="*/ 42 w 44"/>
                <a:gd name="T13" fmla="*/ 14 h 44"/>
                <a:gd name="T14" fmla="*/ 28 w 44"/>
                <a:gd name="T15" fmla="*/ 14 h 44"/>
                <a:gd name="T16" fmla="*/ 24 w 44"/>
                <a:gd name="T17" fmla="*/ 1 h 44"/>
                <a:gd name="T18" fmla="*/ 22 w 44"/>
                <a:gd name="T19" fmla="*/ 0 h 44"/>
                <a:gd name="T20" fmla="*/ 20 w 44"/>
                <a:gd name="T21" fmla="*/ 1 h 44"/>
                <a:gd name="T22" fmla="*/ 16 w 44"/>
                <a:gd name="T23" fmla="*/ 14 h 44"/>
                <a:gd name="T24" fmla="*/ 2 w 44"/>
                <a:gd name="T25" fmla="*/ 14 h 44"/>
                <a:gd name="T26" fmla="*/ 0 w 44"/>
                <a:gd name="T27" fmla="*/ 15 h 44"/>
                <a:gd name="T28" fmla="*/ 1 w 44"/>
                <a:gd name="T29" fmla="*/ 18 h 44"/>
                <a:gd name="T30" fmla="*/ 12 w 44"/>
                <a:gd name="T31" fmla="*/ 27 h 44"/>
                <a:gd name="T32" fmla="*/ 6 w 44"/>
                <a:gd name="T33" fmla="*/ 41 h 44"/>
                <a:gd name="T34" fmla="*/ 7 w 44"/>
                <a:gd name="T35" fmla="*/ 44 h 44"/>
                <a:gd name="T36" fmla="*/ 9 w 44"/>
                <a:gd name="T37" fmla="*/ 44 h 44"/>
                <a:gd name="T38" fmla="*/ 22 w 44"/>
                <a:gd name="T39" fmla="*/ 34 h 44"/>
                <a:gd name="T40" fmla="*/ 35 w 44"/>
                <a:gd name="T41" fmla="*/ 44 h 44"/>
                <a:gd name="T42" fmla="*/ 36 w 44"/>
                <a:gd name="T4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44">
                  <a:moveTo>
                    <a:pt x="36" y="44"/>
                  </a:moveTo>
                  <a:cubicBezTo>
                    <a:pt x="36" y="44"/>
                    <a:pt x="37" y="44"/>
                    <a:pt x="37" y="44"/>
                  </a:cubicBezTo>
                  <a:cubicBezTo>
                    <a:pt x="38" y="43"/>
                    <a:pt x="38" y="42"/>
                    <a:pt x="38" y="41"/>
                  </a:cubicBezTo>
                  <a:cubicBezTo>
                    <a:pt x="32" y="27"/>
                    <a:pt x="32" y="27"/>
                    <a:pt x="32" y="27"/>
                  </a:cubicBezTo>
                  <a:cubicBezTo>
                    <a:pt x="43" y="18"/>
                    <a:pt x="43" y="18"/>
                    <a:pt x="43" y="18"/>
                  </a:cubicBezTo>
                  <a:cubicBezTo>
                    <a:pt x="44" y="17"/>
                    <a:pt x="44" y="16"/>
                    <a:pt x="44" y="15"/>
                  </a:cubicBezTo>
                  <a:cubicBezTo>
                    <a:pt x="44" y="15"/>
                    <a:pt x="43" y="14"/>
                    <a:pt x="42" y="14"/>
                  </a:cubicBezTo>
                  <a:cubicBezTo>
                    <a:pt x="28" y="14"/>
                    <a:pt x="28" y="14"/>
                    <a:pt x="28" y="14"/>
                  </a:cubicBezTo>
                  <a:cubicBezTo>
                    <a:pt x="24" y="1"/>
                    <a:pt x="24" y="1"/>
                    <a:pt x="24" y="1"/>
                  </a:cubicBezTo>
                  <a:cubicBezTo>
                    <a:pt x="24" y="1"/>
                    <a:pt x="23" y="0"/>
                    <a:pt x="22" y="0"/>
                  </a:cubicBezTo>
                  <a:cubicBezTo>
                    <a:pt x="21" y="0"/>
                    <a:pt x="20" y="1"/>
                    <a:pt x="20" y="1"/>
                  </a:cubicBezTo>
                  <a:cubicBezTo>
                    <a:pt x="16" y="14"/>
                    <a:pt x="16" y="14"/>
                    <a:pt x="16" y="14"/>
                  </a:cubicBezTo>
                  <a:cubicBezTo>
                    <a:pt x="2" y="14"/>
                    <a:pt x="2" y="14"/>
                    <a:pt x="2" y="14"/>
                  </a:cubicBezTo>
                  <a:cubicBezTo>
                    <a:pt x="1" y="14"/>
                    <a:pt x="0" y="15"/>
                    <a:pt x="0" y="15"/>
                  </a:cubicBezTo>
                  <a:cubicBezTo>
                    <a:pt x="0" y="16"/>
                    <a:pt x="0" y="17"/>
                    <a:pt x="1" y="18"/>
                  </a:cubicBezTo>
                  <a:cubicBezTo>
                    <a:pt x="12" y="27"/>
                    <a:pt x="12" y="27"/>
                    <a:pt x="12" y="27"/>
                  </a:cubicBezTo>
                  <a:cubicBezTo>
                    <a:pt x="6" y="41"/>
                    <a:pt x="6" y="41"/>
                    <a:pt x="6" y="41"/>
                  </a:cubicBezTo>
                  <a:cubicBezTo>
                    <a:pt x="6" y="42"/>
                    <a:pt x="6" y="43"/>
                    <a:pt x="7" y="44"/>
                  </a:cubicBezTo>
                  <a:cubicBezTo>
                    <a:pt x="7" y="44"/>
                    <a:pt x="8" y="44"/>
                    <a:pt x="9" y="44"/>
                  </a:cubicBezTo>
                  <a:cubicBezTo>
                    <a:pt x="22" y="34"/>
                    <a:pt x="22" y="34"/>
                    <a:pt x="22" y="34"/>
                  </a:cubicBezTo>
                  <a:cubicBezTo>
                    <a:pt x="35" y="44"/>
                    <a:pt x="35" y="44"/>
                    <a:pt x="35" y="44"/>
                  </a:cubicBezTo>
                  <a:cubicBezTo>
                    <a:pt x="35" y="44"/>
                    <a:pt x="36" y="44"/>
                    <a:pt x="3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46">
              <a:extLst>
                <a:ext uri="{FF2B5EF4-FFF2-40B4-BE49-F238E27FC236}">
                  <a16:creationId xmlns:a16="http://schemas.microsoft.com/office/drawing/2014/main" id="{50FDF28F-443E-01DE-87C7-322B4D6180E1}"/>
                </a:ext>
              </a:extLst>
            </p:cNvPr>
            <p:cNvSpPr>
              <a:spLocks/>
            </p:cNvSpPr>
            <p:nvPr/>
          </p:nvSpPr>
          <p:spPr bwMode="auto">
            <a:xfrm>
              <a:off x="5749925" y="1641475"/>
              <a:ext cx="166688" cy="165100"/>
            </a:xfrm>
            <a:custGeom>
              <a:avLst/>
              <a:gdLst>
                <a:gd name="T0" fmla="*/ 44 w 44"/>
                <a:gd name="T1" fmla="*/ 15 h 44"/>
                <a:gd name="T2" fmla="*/ 42 w 44"/>
                <a:gd name="T3" fmla="*/ 14 h 44"/>
                <a:gd name="T4" fmla="*/ 28 w 44"/>
                <a:gd name="T5" fmla="*/ 14 h 44"/>
                <a:gd name="T6" fmla="*/ 24 w 44"/>
                <a:gd name="T7" fmla="*/ 1 h 44"/>
                <a:gd name="T8" fmla="*/ 22 w 44"/>
                <a:gd name="T9" fmla="*/ 0 h 44"/>
                <a:gd name="T10" fmla="*/ 20 w 44"/>
                <a:gd name="T11" fmla="*/ 1 h 44"/>
                <a:gd name="T12" fmla="*/ 16 w 44"/>
                <a:gd name="T13" fmla="*/ 14 h 44"/>
                <a:gd name="T14" fmla="*/ 2 w 44"/>
                <a:gd name="T15" fmla="*/ 14 h 44"/>
                <a:gd name="T16" fmla="*/ 0 w 44"/>
                <a:gd name="T17" fmla="*/ 15 h 44"/>
                <a:gd name="T18" fmla="*/ 1 w 44"/>
                <a:gd name="T19" fmla="*/ 18 h 44"/>
                <a:gd name="T20" fmla="*/ 12 w 44"/>
                <a:gd name="T21" fmla="*/ 27 h 44"/>
                <a:gd name="T22" fmla="*/ 6 w 44"/>
                <a:gd name="T23" fmla="*/ 41 h 44"/>
                <a:gd name="T24" fmla="*/ 7 w 44"/>
                <a:gd name="T25" fmla="*/ 44 h 44"/>
                <a:gd name="T26" fmla="*/ 9 w 44"/>
                <a:gd name="T27" fmla="*/ 44 h 44"/>
                <a:gd name="T28" fmla="*/ 22 w 44"/>
                <a:gd name="T29" fmla="*/ 34 h 44"/>
                <a:gd name="T30" fmla="*/ 35 w 44"/>
                <a:gd name="T31" fmla="*/ 44 h 44"/>
                <a:gd name="T32" fmla="*/ 36 w 44"/>
                <a:gd name="T33" fmla="*/ 44 h 44"/>
                <a:gd name="T34" fmla="*/ 37 w 44"/>
                <a:gd name="T35" fmla="*/ 44 h 44"/>
                <a:gd name="T36" fmla="*/ 38 w 44"/>
                <a:gd name="T37" fmla="*/ 41 h 44"/>
                <a:gd name="T38" fmla="*/ 32 w 44"/>
                <a:gd name="T39" fmla="*/ 27 h 44"/>
                <a:gd name="T40" fmla="*/ 43 w 44"/>
                <a:gd name="T41" fmla="*/ 18 h 44"/>
                <a:gd name="T42" fmla="*/ 44 w 44"/>
                <a:gd name="T43" fmla="*/ 1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44">
                  <a:moveTo>
                    <a:pt x="44" y="15"/>
                  </a:moveTo>
                  <a:cubicBezTo>
                    <a:pt x="44" y="15"/>
                    <a:pt x="43" y="14"/>
                    <a:pt x="42" y="14"/>
                  </a:cubicBezTo>
                  <a:cubicBezTo>
                    <a:pt x="28" y="14"/>
                    <a:pt x="28" y="14"/>
                    <a:pt x="28" y="14"/>
                  </a:cubicBezTo>
                  <a:cubicBezTo>
                    <a:pt x="24" y="1"/>
                    <a:pt x="24" y="1"/>
                    <a:pt x="24" y="1"/>
                  </a:cubicBezTo>
                  <a:cubicBezTo>
                    <a:pt x="24" y="1"/>
                    <a:pt x="23" y="0"/>
                    <a:pt x="22" y="0"/>
                  </a:cubicBezTo>
                  <a:cubicBezTo>
                    <a:pt x="21" y="0"/>
                    <a:pt x="20" y="1"/>
                    <a:pt x="20" y="1"/>
                  </a:cubicBezTo>
                  <a:cubicBezTo>
                    <a:pt x="16" y="14"/>
                    <a:pt x="16" y="14"/>
                    <a:pt x="16" y="14"/>
                  </a:cubicBezTo>
                  <a:cubicBezTo>
                    <a:pt x="2" y="14"/>
                    <a:pt x="2" y="14"/>
                    <a:pt x="2" y="14"/>
                  </a:cubicBezTo>
                  <a:cubicBezTo>
                    <a:pt x="1" y="14"/>
                    <a:pt x="0" y="15"/>
                    <a:pt x="0" y="15"/>
                  </a:cubicBezTo>
                  <a:cubicBezTo>
                    <a:pt x="0" y="16"/>
                    <a:pt x="0" y="17"/>
                    <a:pt x="1" y="18"/>
                  </a:cubicBezTo>
                  <a:cubicBezTo>
                    <a:pt x="12" y="27"/>
                    <a:pt x="12" y="27"/>
                    <a:pt x="12" y="27"/>
                  </a:cubicBezTo>
                  <a:cubicBezTo>
                    <a:pt x="6" y="41"/>
                    <a:pt x="6" y="41"/>
                    <a:pt x="6" y="41"/>
                  </a:cubicBezTo>
                  <a:cubicBezTo>
                    <a:pt x="6" y="42"/>
                    <a:pt x="6" y="43"/>
                    <a:pt x="7" y="44"/>
                  </a:cubicBezTo>
                  <a:cubicBezTo>
                    <a:pt x="7" y="44"/>
                    <a:pt x="8" y="44"/>
                    <a:pt x="9" y="44"/>
                  </a:cubicBezTo>
                  <a:cubicBezTo>
                    <a:pt x="22" y="34"/>
                    <a:pt x="22" y="34"/>
                    <a:pt x="22" y="34"/>
                  </a:cubicBezTo>
                  <a:cubicBezTo>
                    <a:pt x="35" y="44"/>
                    <a:pt x="35" y="44"/>
                    <a:pt x="35" y="44"/>
                  </a:cubicBezTo>
                  <a:cubicBezTo>
                    <a:pt x="35" y="44"/>
                    <a:pt x="36" y="44"/>
                    <a:pt x="36" y="44"/>
                  </a:cubicBezTo>
                  <a:cubicBezTo>
                    <a:pt x="36" y="44"/>
                    <a:pt x="37" y="44"/>
                    <a:pt x="37" y="44"/>
                  </a:cubicBezTo>
                  <a:cubicBezTo>
                    <a:pt x="38" y="43"/>
                    <a:pt x="38" y="42"/>
                    <a:pt x="38" y="41"/>
                  </a:cubicBezTo>
                  <a:cubicBezTo>
                    <a:pt x="32" y="27"/>
                    <a:pt x="32" y="27"/>
                    <a:pt x="32" y="27"/>
                  </a:cubicBezTo>
                  <a:cubicBezTo>
                    <a:pt x="43" y="18"/>
                    <a:pt x="43" y="18"/>
                    <a:pt x="43" y="18"/>
                  </a:cubicBezTo>
                  <a:cubicBezTo>
                    <a:pt x="44" y="17"/>
                    <a:pt x="44" y="16"/>
                    <a:pt x="4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47">
              <a:extLst>
                <a:ext uri="{FF2B5EF4-FFF2-40B4-BE49-F238E27FC236}">
                  <a16:creationId xmlns:a16="http://schemas.microsoft.com/office/drawing/2014/main" id="{E7248914-36D5-08F1-623F-E3EA63B65F2E}"/>
                </a:ext>
              </a:extLst>
            </p:cNvPr>
            <p:cNvSpPr>
              <a:spLocks/>
            </p:cNvSpPr>
            <p:nvPr/>
          </p:nvSpPr>
          <p:spPr bwMode="auto">
            <a:xfrm>
              <a:off x="5554663" y="1641475"/>
              <a:ext cx="165100" cy="165100"/>
            </a:xfrm>
            <a:custGeom>
              <a:avLst/>
              <a:gdLst>
                <a:gd name="T0" fmla="*/ 42 w 44"/>
                <a:gd name="T1" fmla="*/ 14 h 44"/>
                <a:gd name="T2" fmla="*/ 28 w 44"/>
                <a:gd name="T3" fmla="*/ 14 h 44"/>
                <a:gd name="T4" fmla="*/ 24 w 44"/>
                <a:gd name="T5" fmla="*/ 1 h 44"/>
                <a:gd name="T6" fmla="*/ 22 w 44"/>
                <a:gd name="T7" fmla="*/ 0 h 44"/>
                <a:gd name="T8" fmla="*/ 20 w 44"/>
                <a:gd name="T9" fmla="*/ 1 h 44"/>
                <a:gd name="T10" fmla="*/ 16 w 44"/>
                <a:gd name="T11" fmla="*/ 14 h 44"/>
                <a:gd name="T12" fmla="*/ 2 w 44"/>
                <a:gd name="T13" fmla="*/ 14 h 44"/>
                <a:gd name="T14" fmla="*/ 0 w 44"/>
                <a:gd name="T15" fmla="*/ 15 h 44"/>
                <a:gd name="T16" fmla="*/ 1 w 44"/>
                <a:gd name="T17" fmla="*/ 18 h 44"/>
                <a:gd name="T18" fmla="*/ 12 w 44"/>
                <a:gd name="T19" fmla="*/ 27 h 44"/>
                <a:gd name="T20" fmla="*/ 6 w 44"/>
                <a:gd name="T21" fmla="*/ 41 h 44"/>
                <a:gd name="T22" fmla="*/ 7 w 44"/>
                <a:gd name="T23" fmla="*/ 44 h 44"/>
                <a:gd name="T24" fmla="*/ 9 w 44"/>
                <a:gd name="T25" fmla="*/ 44 h 44"/>
                <a:gd name="T26" fmla="*/ 22 w 44"/>
                <a:gd name="T27" fmla="*/ 34 h 44"/>
                <a:gd name="T28" fmla="*/ 35 w 44"/>
                <a:gd name="T29" fmla="*/ 44 h 44"/>
                <a:gd name="T30" fmla="*/ 36 w 44"/>
                <a:gd name="T31" fmla="*/ 44 h 44"/>
                <a:gd name="T32" fmla="*/ 37 w 44"/>
                <a:gd name="T33" fmla="*/ 44 h 44"/>
                <a:gd name="T34" fmla="*/ 38 w 44"/>
                <a:gd name="T35" fmla="*/ 41 h 44"/>
                <a:gd name="T36" fmla="*/ 32 w 44"/>
                <a:gd name="T37" fmla="*/ 27 h 44"/>
                <a:gd name="T38" fmla="*/ 43 w 44"/>
                <a:gd name="T39" fmla="*/ 18 h 44"/>
                <a:gd name="T40" fmla="*/ 44 w 44"/>
                <a:gd name="T41" fmla="*/ 15 h 44"/>
                <a:gd name="T42" fmla="*/ 42 w 44"/>
                <a:gd name="T43"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44">
                  <a:moveTo>
                    <a:pt x="42" y="14"/>
                  </a:moveTo>
                  <a:cubicBezTo>
                    <a:pt x="28" y="14"/>
                    <a:pt x="28" y="14"/>
                    <a:pt x="28" y="14"/>
                  </a:cubicBezTo>
                  <a:cubicBezTo>
                    <a:pt x="24" y="1"/>
                    <a:pt x="24" y="1"/>
                    <a:pt x="24" y="1"/>
                  </a:cubicBezTo>
                  <a:cubicBezTo>
                    <a:pt x="24" y="1"/>
                    <a:pt x="23" y="0"/>
                    <a:pt x="22" y="0"/>
                  </a:cubicBezTo>
                  <a:cubicBezTo>
                    <a:pt x="21" y="0"/>
                    <a:pt x="20" y="1"/>
                    <a:pt x="20" y="1"/>
                  </a:cubicBezTo>
                  <a:cubicBezTo>
                    <a:pt x="16" y="14"/>
                    <a:pt x="16" y="14"/>
                    <a:pt x="16" y="14"/>
                  </a:cubicBezTo>
                  <a:cubicBezTo>
                    <a:pt x="2" y="14"/>
                    <a:pt x="2" y="14"/>
                    <a:pt x="2" y="14"/>
                  </a:cubicBezTo>
                  <a:cubicBezTo>
                    <a:pt x="1" y="14"/>
                    <a:pt x="0" y="15"/>
                    <a:pt x="0" y="15"/>
                  </a:cubicBezTo>
                  <a:cubicBezTo>
                    <a:pt x="0" y="16"/>
                    <a:pt x="0" y="17"/>
                    <a:pt x="1" y="18"/>
                  </a:cubicBezTo>
                  <a:cubicBezTo>
                    <a:pt x="12" y="27"/>
                    <a:pt x="12" y="27"/>
                    <a:pt x="12" y="27"/>
                  </a:cubicBezTo>
                  <a:cubicBezTo>
                    <a:pt x="6" y="41"/>
                    <a:pt x="6" y="41"/>
                    <a:pt x="6" y="41"/>
                  </a:cubicBezTo>
                  <a:cubicBezTo>
                    <a:pt x="6" y="42"/>
                    <a:pt x="6" y="43"/>
                    <a:pt x="7" y="44"/>
                  </a:cubicBezTo>
                  <a:cubicBezTo>
                    <a:pt x="7" y="44"/>
                    <a:pt x="8" y="44"/>
                    <a:pt x="9" y="44"/>
                  </a:cubicBezTo>
                  <a:cubicBezTo>
                    <a:pt x="22" y="34"/>
                    <a:pt x="22" y="34"/>
                    <a:pt x="22" y="34"/>
                  </a:cubicBezTo>
                  <a:cubicBezTo>
                    <a:pt x="35" y="44"/>
                    <a:pt x="35" y="44"/>
                    <a:pt x="35" y="44"/>
                  </a:cubicBezTo>
                  <a:cubicBezTo>
                    <a:pt x="35" y="44"/>
                    <a:pt x="36" y="44"/>
                    <a:pt x="36" y="44"/>
                  </a:cubicBezTo>
                  <a:cubicBezTo>
                    <a:pt x="36" y="44"/>
                    <a:pt x="37" y="44"/>
                    <a:pt x="37" y="44"/>
                  </a:cubicBezTo>
                  <a:cubicBezTo>
                    <a:pt x="38" y="43"/>
                    <a:pt x="38" y="42"/>
                    <a:pt x="38" y="41"/>
                  </a:cubicBezTo>
                  <a:cubicBezTo>
                    <a:pt x="32" y="27"/>
                    <a:pt x="32" y="27"/>
                    <a:pt x="32" y="27"/>
                  </a:cubicBezTo>
                  <a:cubicBezTo>
                    <a:pt x="43" y="18"/>
                    <a:pt x="43" y="18"/>
                    <a:pt x="43" y="18"/>
                  </a:cubicBezTo>
                  <a:cubicBezTo>
                    <a:pt x="44" y="17"/>
                    <a:pt x="44" y="16"/>
                    <a:pt x="44" y="15"/>
                  </a:cubicBezTo>
                  <a:cubicBezTo>
                    <a:pt x="44" y="15"/>
                    <a:pt x="43" y="14"/>
                    <a:pt x="4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 name="Freeform 8">
            <a:extLst>
              <a:ext uri="{FF2B5EF4-FFF2-40B4-BE49-F238E27FC236}">
                <a16:creationId xmlns:a16="http://schemas.microsoft.com/office/drawing/2014/main" id="{D4A071B3-1928-3F54-AB91-EE02B023A0AA}"/>
              </a:ext>
            </a:extLst>
          </p:cNvPr>
          <p:cNvSpPr>
            <a:spLocks noEditPoints="1"/>
          </p:cNvSpPr>
          <p:nvPr/>
        </p:nvSpPr>
        <p:spPr bwMode="auto">
          <a:xfrm>
            <a:off x="8246268" y="3490912"/>
            <a:ext cx="271463" cy="371475"/>
          </a:xfrm>
          <a:custGeom>
            <a:avLst/>
            <a:gdLst>
              <a:gd name="T0" fmla="*/ 0 w 72"/>
              <a:gd name="T1" fmla="*/ 36 h 96"/>
              <a:gd name="T2" fmla="*/ 0 w 72"/>
              <a:gd name="T3" fmla="*/ 96 h 96"/>
              <a:gd name="T4" fmla="*/ 72 w 72"/>
              <a:gd name="T5" fmla="*/ 96 h 96"/>
              <a:gd name="T6" fmla="*/ 72 w 72"/>
              <a:gd name="T7" fmla="*/ 36 h 96"/>
              <a:gd name="T8" fmla="*/ 60 w 72"/>
              <a:gd name="T9" fmla="*/ 36 h 96"/>
              <a:gd name="T10" fmla="*/ 60 w 72"/>
              <a:gd name="T11" fmla="*/ 24 h 96"/>
              <a:gd name="T12" fmla="*/ 36 w 72"/>
              <a:gd name="T13" fmla="*/ 0 h 96"/>
              <a:gd name="T14" fmla="*/ 12 w 72"/>
              <a:gd name="T15" fmla="*/ 24 h 96"/>
              <a:gd name="T16" fmla="*/ 16 w 72"/>
              <a:gd name="T17" fmla="*/ 24 h 96"/>
              <a:gd name="T18" fmla="*/ 36 w 72"/>
              <a:gd name="T19" fmla="*/ 4 h 96"/>
              <a:gd name="T20" fmla="*/ 56 w 72"/>
              <a:gd name="T21" fmla="*/ 24 h 96"/>
              <a:gd name="T22" fmla="*/ 56 w 72"/>
              <a:gd name="T23" fmla="*/ 36 h 96"/>
              <a:gd name="T24" fmla="*/ 0 w 72"/>
              <a:gd name="T25" fmla="*/ 36 h 96"/>
              <a:gd name="T26" fmla="*/ 32 w 72"/>
              <a:gd name="T27" fmla="*/ 60 h 96"/>
              <a:gd name="T28" fmla="*/ 36 w 72"/>
              <a:gd name="T29" fmla="*/ 56 h 96"/>
              <a:gd name="T30" fmla="*/ 40 w 72"/>
              <a:gd name="T31" fmla="*/ 60 h 96"/>
              <a:gd name="T32" fmla="*/ 38 w 72"/>
              <a:gd name="T33" fmla="*/ 63 h 96"/>
              <a:gd name="T34" fmla="*/ 38 w 72"/>
              <a:gd name="T35" fmla="*/ 74 h 96"/>
              <a:gd name="T36" fmla="*/ 36 w 72"/>
              <a:gd name="T37" fmla="*/ 76 h 96"/>
              <a:gd name="T38" fmla="*/ 34 w 72"/>
              <a:gd name="T39" fmla="*/ 74 h 96"/>
              <a:gd name="T40" fmla="*/ 34 w 72"/>
              <a:gd name="T41" fmla="*/ 63 h 96"/>
              <a:gd name="T42" fmla="*/ 32 w 72"/>
              <a:gd name="T43" fmla="*/ 6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 h="96">
                <a:moveTo>
                  <a:pt x="0" y="36"/>
                </a:moveTo>
                <a:cubicBezTo>
                  <a:pt x="0" y="96"/>
                  <a:pt x="0" y="96"/>
                  <a:pt x="0" y="96"/>
                </a:cubicBezTo>
                <a:cubicBezTo>
                  <a:pt x="72" y="96"/>
                  <a:pt x="72" y="96"/>
                  <a:pt x="72" y="96"/>
                </a:cubicBezTo>
                <a:cubicBezTo>
                  <a:pt x="72" y="36"/>
                  <a:pt x="72" y="36"/>
                  <a:pt x="72" y="36"/>
                </a:cubicBezTo>
                <a:cubicBezTo>
                  <a:pt x="60" y="36"/>
                  <a:pt x="60" y="36"/>
                  <a:pt x="60" y="36"/>
                </a:cubicBezTo>
                <a:cubicBezTo>
                  <a:pt x="60" y="24"/>
                  <a:pt x="60" y="24"/>
                  <a:pt x="60" y="24"/>
                </a:cubicBezTo>
                <a:cubicBezTo>
                  <a:pt x="60" y="11"/>
                  <a:pt x="49" y="0"/>
                  <a:pt x="36" y="0"/>
                </a:cubicBezTo>
                <a:cubicBezTo>
                  <a:pt x="23" y="0"/>
                  <a:pt x="12" y="11"/>
                  <a:pt x="12" y="24"/>
                </a:cubicBezTo>
                <a:cubicBezTo>
                  <a:pt x="16" y="24"/>
                  <a:pt x="16" y="24"/>
                  <a:pt x="16" y="24"/>
                </a:cubicBezTo>
                <a:cubicBezTo>
                  <a:pt x="16" y="13"/>
                  <a:pt x="25" y="4"/>
                  <a:pt x="36" y="4"/>
                </a:cubicBezTo>
                <a:cubicBezTo>
                  <a:pt x="47" y="4"/>
                  <a:pt x="56" y="13"/>
                  <a:pt x="56" y="24"/>
                </a:cubicBezTo>
                <a:cubicBezTo>
                  <a:pt x="56" y="36"/>
                  <a:pt x="56" y="36"/>
                  <a:pt x="56" y="36"/>
                </a:cubicBezTo>
                <a:lnTo>
                  <a:pt x="0" y="36"/>
                </a:lnTo>
                <a:close/>
                <a:moveTo>
                  <a:pt x="32" y="60"/>
                </a:moveTo>
                <a:cubicBezTo>
                  <a:pt x="32" y="58"/>
                  <a:pt x="34" y="56"/>
                  <a:pt x="36" y="56"/>
                </a:cubicBezTo>
                <a:cubicBezTo>
                  <a:pt x="38" y="56"/>
                  <a:pt x="40" y="58"/>
                  <a:pt x="40" y="60"/>
                </a:cubicBezTo>
                <a:cubicBezTo>
                  <a:pt x="40" y="61"/>
                  <a:pt x="39" y="63"/>
                  <a:pt x="38" y="63"/>
                </a:cubicBezTo>
                <a:cubicBezTo>
                  <a:pt x="38" y="74"/>
                  <a:pt x="38" y="74"/>
                  <a:pt x="38" y="74"/>
                </a:cubicBezTo>
                <a:cubicBezTo>
                  <a:pt x="38" y="75"/>
                  <a:pt x="37" y="76"/>
                  <a:pt x="36" y="76"/>
                </a:cubicBezTo>
                <a:cubicBezTo>
                  <a:pt x="35" y="76"/>
                  <a:pt x="34" y="75"/>
                  <a:pt x="34" y="74"/>
                </a:cubicBezTo>
                <a:cubicBezTo>
                  <a:pt x="34" y="63"/>
                  <a:pt x="34" y="63"/>
                  <a:pt x="34" y="63"/>
                </a:cubicBezTo>
                <a:cubicBezTo>
                  <a:pt x="33" y="63"/>
                  <a:pt x="32" y="61"/>
                  <a:pt x="32" y="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88">
            <a:extLst>
              <a:ext uri="{FF2B5EF4-FFF2-40B4-BE49-F238E27FC236}">
                <a16:creationId xmlns:a16="http://schemas.microsoft.com/office/drawing/2014/main" id="{7FCC1149-9720-5885-0283-46F0682D77B8}"/>
              </a:ext>
            </a:extLst>
          </p:cNvPr>
          <p:cNvSpPr>
            <a:spLocks noEditPoints="1"/>
          </p:cNvSpPr>
          <p:nvPr/>
        </p:nvSpPr>
        <p:spPr bwMode="auto">
          <a:xfrm>
            <a:off x="10533063" y="3496468"/>
            <a:ext cx="269875" cy="360363"/>
          </a:xfrm>
          <a:custGeom>
            <a:avLst/>
            <a:gdLst>
              <a:gd name="T0" fmla="*/ 47 w 72"/>
              <a:gd name="T1" fmla="*/ 1 h 96"/>
              <a:gd name="T2" fmla="*/ 2 w 72"/>
              <a:gd name="T3" fmla="*/ 0 h 96"/>
              <a:gd name="T4" fmla="*/ 0 w 72"/>
              <a:gd name="T5" fmla="*/ 94 h 96"/>
              <a:gd name="T6" fmla="*/ 70 w 72"/>
              <a:gd name="T7" fmla="*/ 96 h 96"/>
              <a:gd name="T8" fmla="*/ 72 w 72"/>
              <a:gd name="T9" fmla="*/ 26 h 96"/>
              <a:gd name="T10" fmla="*/ 24 w 72"/>
              <a:gd name="T11" fmla="*/ 38 h 96"/>
              <a:gd name="T12" fmla="*/ 22 w 72"/>
              <a:gd name="T13" fmla="*/ 21 h 96"/>
              <a:gd name="T14" fmla="*/ 24 w 72"/>
              <a:gd name="T15" fmla="*/ 16 h 96"/>
              <a:gd name="T16" fmla="*/ 26 w 72"/>
              <a:gd name="T17" fmla="*/ 21 h 96"/>
              <a:gd name="T18" fmla="*/ 31 w 72"/>
              <a:gd name="T19" fmla="*/ 31 h 96"/>
              <a:gd name="T20" fmla="*/ 24 w 72"/>
              <a:gd name="T21" fmla="*/ 24 h 96"/>
              <a:gd name="T22" fmla="*/ 24 w 72"/>
              <a:gd name="T23" fmla="*/ 34 h 96"/>
              <a:gd name="T24" fmla="*/ 26 w 72"/>
              <a:gd name="T25" fmla="*/ 51 h 96"/>
              <a:gd name="T26" fmla="*/ 24 w 72"/>
              <a:gd name="T27" fmla="*/ 56 h 96"/>
              <a:gd name="T28" fmla="*/ 22 w 72"/>
              <a:gd name="T29" fmla="*/ 51 h 96"/>
              <a:gd name="T30" fmla="*/ 17 w 72"/>
              <a:gd name="T31" fmla="*/ 41 h 96"/>
              <a:gd name="T32" fmla="*/ 24 w 72"/>
              <a:gd name="T33" fmla="*/ 47 h 96"/>
              <a:gd name="T34" fmla="*/ 24 w 72"/>
              <a:gd name="T35" fmla="*/ 38 h 96"/>
              <a:gd name="T36" fmla="*/ 14 w 72"/>
              <a:gd name="T37" fmla="*/ 84 h 96"/>
              <a:gd name="T38" fmla="*/ 14 w 72"/>
              <a:gd name="T39" fmla="*/ 80 h 96"/>
              <a:gd name="T40" fmla="*/ 60 w 72"/>
              <a:gd name="T41" fmla="*/ 82 h 96"/>
              <a:gd name="T42" fmla="*/ 58 w 72"/>
              <a:gd name="T43" fmla="*/ 76 h 96"/>
              <a:gd name="T44" fmla="*/ 12 w 72"/>
              <a:gd name="T45" fmla="*/ 74 h 96"/>
              <a:gd name="T46" fmla="*/ 58 w 72"/>
              <a:gd name="T47" fmla="*/ 72 h 96"/>
              <a:gd name="T48" fmla="*/ 58 w 72"/>
              <a:gd name="T49" fmla="*/ 76 h 96"/>
              <a:gd name="T50" fmla="*/ 14 w 72"/>
              <a:gd name="T51" fmla="*/ 68 h 96"/>
              <a:gd name="T52" fmla="*/ 14 w 72"/>
              <a:gd name="T53" fmla="*/ 64 h 96"/>
              <a:gd name="T54" fmla="*/ 60 w 72"/>
              <a:gd name="T55" fmla="*/ 66 h 96"/>
              <a:gd name="T56" fmla="*/ 58 w 72"/>
              <a:gd name="T57" fmla="*/ 60 h 96"/>
              <a:gd name="T58" fmla="*/ 36 w 72"/>
              <a:gd name="T59" fmla="*/ 58 h 96"/>
              <a:gd name="T60" fmla="*/ 58 w 72"/>
              <a:gd name="T61" fmla="*/ 56 h 96"/>
              <a:gd name="T62" fmla="*/ 58 w 72"/>
              <a:gd name="T63" fmla="*/ 60 h 96"/>
              <a:gd name="T64" fmla="*/ 46 w 72"/>
              <a:gd name="T65" fmla="*/ 52 h 96"/>
              <a:gd name="T66" fmla="*/ 46 w 72"/>
              <a:gd name="T67" fmla="*/ 48 h 96"/>
              <a:gd name="T68" fmla="*/ 60 w 72"/>
              <a:gd name="T69" fmla="*/ 50 h 96"/>
              <a:gd name="T70" fmla="*/ 58 w 72"/>
              <a:gd name="T71" fmla="*/ 44 h 96"/>
              <a:gd name="T72" fmla="*/ 44 w 72"/>
              <a:gd name="T73" fmla="*/ 42 h 96"/>
              <a:gd name="T74" fmla="*/ 58 w 72"/>
              <a:gd name="T75" fmla="*/ 40 h 96"/>
              <a:gd name="T76" fmla="*/ 58 w 72"/>
              <a:gd name="T77" fmla="*/ 44 h 96"/>
              <a:gd name="T78" fmla="*/ 58 w 72"/>
              <a:gd name="T79" fmla="*/ 28 h 96"/>
              <a:gd name="T80" fmla="*/ 46 w 72"/>
              <a:gd name="T81" fmla="*/ 28 h 96"/>
              <a:gd name="T82" fmla="*/ 44 w 72"/>
              <a:gd name="T83" fmla="*/ 15 h 96"/>
              <a:gd name="T84" fmla="*/ 44 w 72"/>
              <a:gd name="T85" fmla="*/ 3 h 96"/>
              <a:gd name="T86" fmla="*/ 58 w 72"/>
              <a:gd name="T87" fmla="*/ 2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 h="96">
                <a:moveTo>
                  <a:pt x="71" y="25"/>
                </a:moveTo>
                <a:cubicBezTo>
                  <a:pt x="47" y="1"/>
                  <a:pt x="47" y="1"/>
                  <a:pt x="47" y="1"/>
                </a:cubicBezTo>
                <a:cubicBezTo>
                  <a:pt x="47" y="0"/>
                  <a:pt x="47" y="0"/>
                  <a:pt x="46" y="0"/>
                </a:cubicBezTo>
                <a:cubicBezTo>
                  <a:pt x="2" y="0"/>
                  <a:pt x="2" y="0"/>
                  <a:pt x="2" y="0"/>
                </a:cubicBezTo>
                <a:cubicBezTo>
                  <a:pt x="1" y="0"/>
                  <a:pt x="0" y="1"/>
                  <a:pt x="0" y="2"/>
                </a:cubicBezTo>
                <a:cubicBezTo>
                  <a:pt x="0" y="94"/>
                  <a:pt x="0" y="94"/>
                  <a:pt x="0" y="94"/>
                </a:cubicBezTo>
                <a:cubicBezTo>
                  <a:pt x="0" y="95"/>
                  <a:pt x="1" y="96"/>
                  <a:pt x="2" y="96"/>
                </a:cubicBezTo>
                <a:cubicBezTo>
                  <a:pt x="70" y="96"/>
                  <a:pt x="70" y="96"/>
                  <a:pt x="70" y="96"/>
                </a:cubicBezTo>
                <a:cubicBezTo>
                  <a:pt x="71" y="96"/>
                  <a:pt x="72" y="95"/>
                  <a:pt x="72" y="94"/>
                </a:cubicBezTo>
                <a:cubicBezTo>
                  <a:pt x="72" y="26"/>
                  <a:pt x="72" y="26"/>
                  <a:pt x="72" y="26"/>
                </a:cubicBezTo>
                <a:cubicBezTo>
                  <a:pt x="72" y="25"/>
                  <a:pt x="72" y="25"/>
                  <a:pt x="71" y="25"/>
                </a:cubicBezTo>
                <a:close/>
                <a:moveTo>
                  <a:pt x="24" y="38"/>
                </a:moveTo>
                <a:cubicBezTo>
                  <a:pt x="19" y="38"/>
                  <a:pt x="15" y="34"/>
                  <a:pt x="15" y="29"/>
                </a:cubicBezTo>
                <a:cubicBezTo>
                  <a:pt x="15" y="25"/>
                  <a:pt x="18" y="22"/>
                  <a:pt x="22" y="21"/>
                </a:cubicBezTo>
                <a:cubicBezTo>
                  <a:pt x="22" y="18"/>
                  <a:pt x="22" y="18"/>
                  <a:pt x="22" y="18"/>
                </a:cubicBezTo>
                <a:cubicBezTo>
                  <a:pt x="22" y="17"/>
                  <a:pt x="23" y="16"/>
                  <a:pt x="24" y="16"/>
                </a:cubicBezTo>
                <a:cubicBezTo>
                  <a:pt x="25" y="16"/>
                  <a:pt x="26" y="17"/>
                  <a:pt x="26" y="18"/>
                </a:cubicBezTo>
                <a:cubicBezTo>
                  <a:pt x="26" y="21"/>
                  <a:pt x="26" y="21"/>
                  <a:pt x="26" y="21"/>
                </a:cubicBezTo>
                <a:cubicBezTo>
                  <a:pt x="30" y="22"/>
                  <a:pt x="33" y="25"/>
                  <a:pt x="33" y="29"/>
                </a:cubicBezTo>
                <a:cubicBezTo>
                  <a:pt x="33" y="30"/>
                  <a:pt x="32" y="31"/>
                  <a:pt x="31" y="31"/>
                </a:cubicBezTo>
                <a:cubicBezTo>
                  <a:pt x="30" y="31"/>
                  <a:pt x="29" y="30"/>
                  <a:pt x="29" y="29"/>
                </a:cubicBezTo>
                <a:cubicBezTo>
                  <a:pt x="29" y="27"/>
                  <a:pt x="27" y="24"/>
                  <a:pt x="24" y="24"/>
                </a:cubicBezTo>
                <a:cubicBezTo>
                  <a:pt x="21" y="24"/>
                  <a:pt x="19" y="27"/>
                  <a:pt x="19" y="29"/>
                </a:cubicBezTo>
                <a:cubicBezTo>
                  <a:pt x="19" y="32"/>
                  <a:pt x="21" y="34"/>
                  <a:pt x="24" y="34"/>
                </a:cubicBezTo>
                <a:cubicBezTo>
                  <a:pt x="29" y="34"/>
                  <a:pt x="33" y="38"/>
                  <a:pt x="33" y="43"/>
                </a:cubicBezTo>
                <a:cubicBezTo>
                  <a:pt x="33" y="47"/>
                  <a:pt x="30" y="50"/>
                  <a:pt x="26" y="51"/>
                </a:cubicBezTo>
                <a:cubicBezTo>
                  <a:pt x="26" y="54"/>
                  <a:pt x="26" y="54"/>
                  <a:pt x="26" y="54"/>
                </a:cubicBezTo>
                <a:cubicBezTo>
                  <a:pt x="26" y="55"/>
                  <a:pt x="25" y="56"/>
                  <a:pt x="24" y="56"/>
                </a:cubicBezTo>
                <a:cubicBezTo>
                  <a:pt x="23" y="56"/>
                  <a:pt x="22" y="55"/>
                  <a:pt x="22" y="54"/>
                </a:cubicBezTo>
                <a:cubicBezTo>
                  <a:pt x="22" y="51"/>
                  <a:pt x="22" y="51"/>
                  <a:pt x="22" y="51"/>
                </a:cubicBezTo>
                <a:cubicBezTo>
                  <a:pt x="18" y="50"/>
                  <a:pt x="15" y="47"/>
                  <a:pt x="15" y="43"/>
                </a:cubicBezTo>
                <a:cubicBezTo>
                  <a:pt x="15" y="42"/>
                  <a:pt x="16" y="41"/>
                  <a:pt x="17" y="41"/>
                </a:cubicBezTo>
                <a:cubicBezTo>
                  <a:pt x="18" y="41"/>
                  <a:pt x="19" y="42"/>
                  <a:pt x="19" y="43"/>
                </a:cubicBezTo>
                <a:cubicBezTo>
                  <a:pt x="19" y="45"/>
                  <a:pt x="21" y="47"/>
                  <a:pt x="24" y="47"/>
                </a:cubicBezTo>
                <a:cubicBezTo>
                  <a:pt x="27" y="47"/>
                  <a:pt x="29" y="45"/>
                  <a:pt x="29" y="43"/>
                </a:cubicBezTo>
                <a:cubicBezTo>
                  <a:pt x="29" y="40"/>
                  <a:pt x="27" y="38"/>
                  <a:pt x="24" y="38"/>
                </a:cubicBezTo>
                <a:close/>
                <a:moveTo>
                  <a:pt x="58" y="84"/>
                </a:moveTo>
                <a:cubicBezTo>
                  <a:pt x="14" y="84"/>
                  <a:pt x="14" y="84"/>
                  <a:pt x="14" y="84"/>
                </a:cubicBezTo>
                <a:cubicBezTo>
                  <a:pt x="13" y="84"/>
                  <a:pt x="12" y="83"/>
                  <a:pt x="12" y="82"/>
                </a:cubicBezTo>
                <a:cubicBezTo>
                  <a:pt x="12" y="81"/>
                  <a:pt x="13" y="80"/>
                  <a:pt x="14" y="80"/>
                </a:cubicBezTo>
                <a:cubicBezTo>
                  <a:pt x="58" y="80"/>
                  <a:pt x="58" y="80"/>
                  <a:pt x="58" y="80"/>
                </a:cubicBezTo>
                <a:cubicBezTo>
                  <a:pt x="59" y="80"/>
                  <a:pt x="60" y="81"/>
                  <a:pt x="60" y="82"/>
                </a:cubicBezTo>
                <a:cubicBezTo>
                  <a:pt x="60" y="83"/>
                  <a:pt x="59" y="84"/>
                  <a:pt x="58" y="84"/>
                </a:cubicBezTo>
                <a:close/>
                <a:moveTo>
                  <a:pt x="58" y="76"/>
                </a:moveTo>
                <a:cubicBezTo>
                  <a:pt x="14" y="76"/>
                  <a:pt x="14" y="76"/>
                  <a:pt x="14" y="76"/>
                </a:cubicBezTo>
                <a:cubicBezTo>
                  <a:pt x="13" y="76"/>
                  <a:pt x="12" y="75"/>
                  <a:pt x="12" y="74"/>
                </a:cubicBezTo>
                <a:cubicBezTo>
                  <a:pt x="12" y="73"/>
                  <a:pt x="13" y="72"/>
                  <a:pt x="14" y="72"/>
                </a:cubicBezTo>
                <a:cubicBezTo>
                  <a:pt x="58" y="72"/>
                  <a:pt x="58" y="72"/>
                  <a:pt x="58" y="72"/>
                </a:cubicBezTo>
                <a:cubicBezTo>
                  <a:pt x="59" y="72"/>
                  <a:pt x="60" y="73"/>
                  <a:pt x="60" y="74"/>
                </a:cubicBezTo>
                <a:cubicBezTo>
                  <a:pt x="60" y="75"/>
                  <a:pt x="59" y="76"/>
                  <a:pt x="58" y="76"/>
                </a:cubicBezTo>
                <a:close/>
                <a:moveTo>
                  <a:pt x="58" y="68"/>
                </a:moveTo>
                <a:cubicBezTo>
                  <a:pt x="14" y="68"/>
                  <a:pt x="14" y="68"/>
                  <a:pt x="14" y="68"/>
                </a:cubicBezTo>
                <a:cubicBezTo>
                  <a:pt x="13" y="68"/>
                  <a:pt x="12" y="67"/>
                  <a:pt x="12" y="66"/>
                </a:cubicBezTo>
                <a:cubicBezTo>
                  <a:pt x="12" y="65"/>
                  <a:pt x="13" y="64"/>
                  <a:pt x="14" y="64"/>
                </a:cubicBezTo>
                <a:cubicBezTo>
                  <a:pt x="58" y="64"/>
                  <a:pt x="58" y="64"/>
                  <a:pt x="58" y="64"/>
                </a:cubicBezTo>
                <a:cubicBezTo>
                  <a:pt x="59" y="64"/>
                  <a:pt x="60" y="65"/>
                  <a:pt x="60" y="66"/>
                </a:cubicBezTo>
                <a:cubicBezTo>
                  <a:pt x="60" y="67"/>
                  <a:pt x="59" y="68"/>
                  <a:pt x="58" y="68"/>
                </a:cubicBezTo>
                <a:close/>
                <a:moveTo>
                  <a:pt x="58" y="60"/>
                </a:moveTo>
                <a:cubicBezTo>
                  <a:pt x="38" y="60"/>
                  <a:pt x="38" y="60"/>
                  <a:pt x="38" y="60"/>
                </a:cubicBezTo>
                <a:cubicBezTo>
                  <a:pt x="37" y="60"/>
                  <a:pt x="36" y="59"/>
                  <a:pt x="36" y="58"/>
                </a:cubicBezTo>
                <a:cubicBezTo>
                  <a:pt x="36" y="57"/>
                  <a:pt x="37" y="56"/>
                  <a:pt x="38" y="56"/>
                </a:cubicBezTo>
                <a:cubicBezTo>
                  <a:pt x="58" y="56"/>
                  <a:pt x="58" y="56"/>
                  <a:pt x="58" y="56"/>
                </a:cubicBezTo>
                <a:cubicBezTo>
                  <a:pt x="59" y="56"/>
                  <a:pt x="60" y="57"/>
                  <a:pt x="60" y="58"/>
                </a:cubicBezTo>
                <a:cubicBezTo>
                  <a:pt x="60" y="59"/>
                  <a:pt x="59" y="60"/>
                  <a:pt x="58" y="60"/>
                </a:cubicBezTo>
                <a:close/>
                <a:moveTo>
                  <a:pt x="58" y="52"/>
                </a:moveTo>
                <a:cubicBezTo>
                  <a:pt x="46" y="52"/>
                  <a:pt x="46" y="52"/>
                  <a:pt x="46" y="52"/>
                </a:cubicBezTo>
                <a:cubicBezTo>
                  <a:pt x="45" y="52"/>
                  <a:pt x="44" y="51"/>
                  <a:pt x="44" y="50"/>
                </a:cubicBezTo>
                <a:cubicBezTo>
                  <a:pt x="44" y="49"/>
                  <a:pt x="45" y="48"/>
                  <a:pt x="46" y="48"/>
                </a:cubicBezTo>
                <a:cubicBezTo>
                  <a:pt x="58" y="48"/>
                  <a:pt x="58" y="48"/>
                  <a:pt x="58" y="48"/>
                </a:cubicBezTo>
                <a:cubicBezTo>
                  <a:pt x="59" y="48"/>
                  <a:pt x="60" y="49"/>
                  <a:pt x="60" y="50"/>
                </a:cubicBezTo>
                <a:cubicBezTo>
                  <a:pt x="60" y="51"/>
                  <a:pt x="59" y="52"/>
                  <a:pt x="58" y="52"/>
                </a:cubicBezTo>
                <a:close/>
                <a:moveTo>
                  <a:pt x="58" y="44"/>
                </a:moveTo>
                <a:cubicBezTo>
                  <a:pt x="46" y="44"/>
                  <a:pt x="46" y="44"/>
                  <a:pt x="46" y="44"/>
                </a:cubicBezTo>
                <a:cubicBezTo>
                  <a:pt x="45" y="44"/>
                  <a:pt x="44" y="43"/>
                  <a:pt x="44" y="42"/>
                </a:cubicBezTo>
                <a:cubicBezTo>
                  <a:pt x="44" y="41"/>
                  <a:pt x="45" y="40"/>
                  <a:pt x="46" y="40"/>
                </a:cubicBezTo>
                <a:cubicBezTo>
                  <a:pt x="58" y="40"/>
                  <a:pt x="58" y="40"/>
                  <a:pt x="58" y="40"/>
                </a:cubicBezTo>
                <a:cubicBezTo>
                  <a:pt x="59" y="40"/>
                  <a:pt x="60" y="41"/>
                  <a:pt x="60" y="42"/>
                </a:cubicBezTo>
                <a:cubicBezTo>
                  <a:pt x="60" y="43"/>
                  <a:pt x="59" y="44"/>
                  <a:pt x="58" y="44"/>
                </a:cubicBezTo>
                <a:close/>
                <a:moveTo>
                  <a:pt x="58" y="28"/>
                </a:moveTo>
                <a:cubicBezTo>
                  <a:pt x="58" y="28"/>
                  <a:pt x="58" y="28"/>
                  <a:pt x="58" y="28"/>
                </a:cubicBezTo>
                <a:cubicBezTo>
                  <a:pt x="57" y="28"/>
                  <a:pt x="57" y="28"/>
                  <a:pt x="57" y="28"/>
                </a:cubicBezTo>
                <a:cubicBezTo>
                  <a:pt x="46" y="28"/>
                  <a:pt x="46" y="28"/>
                  <a:pt x="46" y="28"/>
                </a:cubicBezTo>
                <a:cubicBezTo>
                  <a:pt x="45" y="28"/>
                  <a:pt x="44" y="27"/>
                  <a:pt x="44" y="26"/>
                </a:cubicBezTo>
                <a:cubicBezTo>
                  <a:pt x="44" y="15"/>
                  <a:pt x="44" y="15"/>
                  <a:pt x="44" y="15"/>
                </a:cubicBezTo>
                <a:cubicBezTo>
                  <a:pt x="44" y="14"/>
                  <a:pt x="44" y="14"/>
                  <a:pt x="44" y="14"/>
                </a:cubicBezTo>
                <a:cubicBezTo>
                  <a:pt x="44" y="3"/>
                  <a:pt x="44" y="3"/>
                  <a:pt x="44" y="3"/>
                </a:cubicBezTo>
                <a:cubicBezTo>
                  <a:pt x="69" y="28"/>
                  <a:pt x="69" y="28"/>
                  <a:pt x="69" y="28"/>
                </a:cubicBezTo>
                <a:lnTo>
                  <a:pt x="58" y="2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Content Placeholder 2">
            <a:extLst>
              <a:ext uri="{FF2B5EF4-FFF2-40B4-BE49-F238E27FC236}">
                <a16:creationId xmlns:a16="http://schemas.microsoft.com/office/drawing/2014/main" id="{B7549D01-03D9-0249-7798-CD8DA1D817A7}"/>
              </a:ext>
            </a:extLst>
          </p:cNvPr>
          <p:cNvSpPr txBox="1">
            <a:spLocks/>
          </p:cNvSpPr>
          <p:nvPr/>
        </p:nvSpPr>
        <p:spPr>
          <a:xfrm>
            <a:off x="625566" y="4671146"/>
            <a:ext cx="1796867" cy="1386754"/>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Morbi in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aliquet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enim</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Cras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hendrerit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metus</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vel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sollicitudin</a:t>
            </a:r>
            <a:endPar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endParaRPr>
          </a:p>
        </p:txBody>
      </p:sp>
      <p:sp>
        <p:nvSpPr>
          <p:cNvPr id="49" name="Content Placeholder 2">
            <a:extLst>
              <a:ext uri="{FF2B5EF4-FFF2-40B4-BE49-F238E27FC236}">
                <a16:creationId xmlns:a16="http://schemas.microsoft.com/office/drawing/2014/main" id="{1EFE6BB7-D48E-221A-235F-09854322E2A5}"/>
              </a:ext>
            </a:extLst>
          </p:cNvPr>
          <p:cNvSpPr txBox="1">
            <a:spLocks/>
          </p:cNvSpPr>
          <p:nvPr/>
        </p:nvSpPr>
        <p:spPr>
          <a:xfrm>
            <a:off x="2911566" y="4671146"/>
            <a:ext cx="1796867" cy="1386754"/>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Morbi in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aliquet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enim</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Cras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hendrerit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metus</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vel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sollicitudin</a:t>
            </a:r>
            <a:endPar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endParaRPr>
          </a:p>
        </p:txBody>
      </p:sp>
      <p:sp>
        <p:nvSpPr>
          <p:cNvPr id="50" name="Content Placeholder 2">
            <a:extLst>
              <a:ext uri="{FF2B5EF4-FFF2-40B4-BE49-F238E27FC236}">
                <a16:creationId xmlns:a16="http://schemas.microsoft.com/office/drawing/2014/main" id="{9C5208EB-F8ED-A30A-B93D-0C518F5DD73C}"/>
              </a:ext>
            </a:extLst>
          </p:cNvPr>
          <p:cNvSpPr txBox="1">
            <a:spLocks/>
          </p:cNvSpPr>
          <p:nvPr/>
        </p:nvSpPr>
        <p:spPr>
          <a:xfrm>
            <a:off x="5197566" y="4671146"/>
            <a:ext cx="1796867" cy="1386754"/>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Morbi in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aliquet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enim</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Cras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hendrerit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metus</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vel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sollicitudin</a:t>
            </a:r>
            <a:endPar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endParaRPr>
          </a:p>
        </p:txBody>
      </p:sp>
      <p:sp>
        <p:nvSpPr>
          <p:cNvPr id="51" name="Content Placeholder 2">
            <a:extLst>
              <a:ext uri="{FF2B5EF4-FFF2-40B4-BE49-F238E27FC236}">
                <a16:creationId xmlns:a16="http://schemas.microsoft.com/office/drawing/2014/main" id="{85961E6E-7555-031A-FC7B-2D3E47149D6C}"/>
              </a:ext>
            </a:extLst>
          </p:cNvPr>
          <p:cNvSpPr txBox="1">
            <a:spLocks/>
          </p:cNvSpPr>
          <p:nvPr/>
        </p:nvSpPr>
        <p:spPr>
          <a:xfrm>
            <a:off x="7483566" y="4671146"/>
            <a:ext cx="1796867" cy="1386754"/>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Morbi in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aliquet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enim</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Cras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hendrerit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metus</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vel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sollicitudin</a:t>
            </a:r>
            <a:endPar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endParaRPr>
          </a:p>
        </p:txBody>
      </p:sp>
      <p:sp>
        <p:nvSpPr>
          <p:cNvPr id="52" name="Content Placeholder 2">
            <a:extLst>
              <a:ext uri="{FF2B5EF4-FFF2-40B4-BE49-F238E27FC236}">
                <a16:creationId xmlns:a16="http://schemas.microsoft.com/office/drawing/2014/main" id="{D190A417-1A8F-6C8B-7494-348200FBC78B}"/>
              </a:ext>
            </a:extLst>
          </p:cNvPr>
          <p:cNvSpPr txBox="1">
            <a:spLocks/>
          </p:cNvSpPr>
          <p:nvPr/>
        </p:nvSpPr>
        <p:spPr>
          <a:xfrm>
            <a:off x="9769567" y="4671146"/>
            <a:ext cx="1796867" cy="1386754"/>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Lorem ipsum dolor sit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amet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consectetur</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adipiscing</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elit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Morbi in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aliquet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enim</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Cras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hendrerit</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metus</a:t>
            </a:r>
            <a:r>
              <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rPr>
              <a:t> vel </a:t>
            </a:r>
            <a:r>
              <a:rPr kumimoji="0" lang="en-US" sz="1400" b="0" i="0" u="none" strike="noStrike" kern="1200" cap="none" spc="0" normalizeH="0" baseline="0" noProof="0" err="1">
                <a:ln>
                  <a:noFill/>
                </a:ln>
                <a:solidFill>
                  <a:prstClr val="black"/>
                </a:solidFill>
                <a:effectLst/>
                <a:uLnTx/>
                <a:uFillTx/>
                <a:latin typeface="Calibri" panose="020F0502020204030204"/>
                <a:cs typeface="Segoe UI" panose="020B0502040204020203" pitchFamily="34" charset="0"/>
              </a:rPr>
              <a:t>sollicitudin</a:t>
            </a:r>
            <a:endParaRPr kumimoji="0" lang="en-US" sz="1400" b="0" i="0" u="none" strike="noStrike" kern="1200" cap="none" spc="0" normalizeH="0" baseline="0" noProof="0">
              <a:ln>
                <a:noFill/>
              </a:ln>
              <a:solidFill>
                <a:prstClr val="black"/>
              </a:solidFill>
              <a:effectLst/>
              <a:uLnTx/>
              <a:uFillTx/>
              <a:latin typeface="Calibri" panose="020F0502020204030204"/>
              <a:cs typeface="Segoe UI" panose="020B0502040204020203" pitchFamily="34" charset="0"/>
            </a:endParaRPr>
          </a:p>
        </p:txBody>
      </p:sp>
      <p:cxnSp>
        <p:nvCxnSpPr>
          <p:cNvPr id="54" name="Connector: Elbow 53">
            <a:extLst>
              <a:ext uri="{FF2B5EF4-FFF2-40B4-BE49-F238E27FC236}">
                <a16:creationId xmlns:a16="http://schemas.microsoft.com/office/drawing/2014/main" id="{9E9431F8-F5BE-043A-51A6-530925162C09}"/>
              </a:ext>
            </a:extLst>
          </p:cNvPr>
          <p:cNvCxnSpPr>
            <a:stCxn id="17" idx="2"/>
            <a:endCxn id="16" idx="0"/>
          </p:cNvCxnSpPr>
          <p:nvPr/>
        </p:nvCxnSpPr>
        <p:spPr>
          <a:xfrm rot="5400000">
            <a:off x="3272190" y="493359"/>
            <a:ext cx="1075616" cy="4571998"/>
          </a:xfrm>
          <a:prstGeom prst="bentConnector3">
            <a:avLst/>
          </a:prstGeom>
          <a:ln w="127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cxnSp>
        <p:nvCxnSpPr>
          <p:cNvPr id="55" name="Connector: Elbow 54">
            <a:extLst>
              <a:ext uri="{FF2B5EF4-FFF2-40B4-BE49-F238E27FC236}">
                <a16:creationId xmlns:a16="http://schemas.microsoft.com/office/drawing/2014/main" id="{AC0A0DE4-1D73-9F0E-263C-02B11D0A3CE6}"/>
              </a:ext>
            </a:extLst>
          </p:cNvPr>
          <p:cNvCxnSpPr>
            <a:cxnSpLocks/>
            <a:stCxn id="17" idx="2"/>
            <a:endCxn id="18" idx="0"/>
          </p:cNvCxnSpPr>
          <p:nvPr/>
        </p:nvCxnSpPr>
        <p:spPr>
          <a:xfrm rot="5400000">
            <a:off x="4415190" y="1636359"/>
            <a:ext cx="1075616" cy="2285998"/>
          </a:xfrm>
          <a:prstGeom prst="bentConnector3">
            <a:avLst>
              <a:gd name="adj1" fmla="val 50000"/>
            </a:avLst>
          </a:prstGeom>
          <a:ln w="127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cxnSp>
        <p:nvCxnSpPr>
          <p:cNvPr id="58" name="Connector: Elbow 57">
            <a:extLst>
              <a:ext uri="{FF2B5EF4-FFF2-40B4-BE49-F238E27FC236}">
                <a16:creationId xmlns:a16="http://schemas.microsoft.com/office/drawing/2014/main" id="{EE9A6A32-4E39-5BAA-F8A2-EF7C74414A5D}"/>
              </a:ext>
            </a:extLst>
          </p:cNvPr>
          <p:cNvCxnSpPr>
            <a:cxnSpLocks/>
            <a:stCxn id="17" idx="2"/>
            <a:endCxn id="19" idx="0"/>
          </p:cNvCxnSpPr>
          <p:nvPr/>
        </p:nvCxnSpPr>
        <p:spPr>
          <a:xfrm rot="16200000" flipH="1">
            <a:off x="5558190" y="2779357"/>
            <a:ext cx="1075616" cy="2"/>
          </a:xfrm>
          <a:prstGeom prst="bentConnector3">
            <a:avLst>
              <a:gd name="adj1" fmla="val 50000"/>
            </a:avLst>
          </a:prstGeom>
          <a:ln w="127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cxnSp>
        <p:nvCxnSpPr>
          <p:cNvPr id="61" name="Connector: Elbow 60">
            <a:extLst>
              <a:ext uri="{FF2B5EF4-FFF2-40B4-BE49-F238E27FC236}">
                <a16:creationId xmlns:a16="http://schemas.microsoft.com/office/drawing/2014/main" id="{581466FA-EFDA-3929-54FC-3709AF1D66EB}"/>
              </a:ext>
            </a:extLst>
          </p:cNvPr>
          <p:cNvCxnSpPr>
            <a:cxnSpLocks/>
            <a:stCxn id="17" idx="2"/>
            <a:endCxn id="20" idx="0"/>
          </p:cNvCxnSpPr>
          <p:nvPr/>
        </p:nvCxnSpPr>
        <p:spPr>
          <a:xfrm rot="16200000" flipH="1">
            <a:off x="6701190" y="1636357"/>
            <a:ext cx="1075616" cy="2286002"/>
          </a:xfrm>
          <a:prstGeom prst="bentConnector3">
            <a:avLst>
              <a:gd name="adj1" fmla="val 50000"/>
            </a:avLst>
          </a:prstGeom>
          <a:ln w="127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cxnSp>
        <p:nvCxnSpPr>
          <p:cNvPr id="64" name="Connector: Elbow 63">
            <a:extLst>
              <a:ext uri="{FF2B5EF4-FFF2-40B4-BE49-F238E27FC236}">
                <a16:creationId xmlns:a16="http://schemas.microsoft.com/office/drawing/2014/main" id="{7BF67AA8-C2B4-A5F3-C5EC-929CB0C19E79}"/>
              </a:ext>
            </a:extLst>
          </p:cNvPr>
          <p:cNvCxnSpPr>
            <a:cxnSpLocks/>
            <a:stCxn id="17" idx="2"/>
            <a:endCxn id="21" idx="0"/>
          </p:cNvCxnSpPr>
          <p:nvPr/>
        </p:nvCxnSpPr>
        <p:spPr>
          <a:xfrm rot="16200000" flipH="1">
            <a:off x="7844190" y="493356"/>
            <a:ext cx="1075616" cy="4572003"/>
          </a:xfrm>
          <a:prstGeom prst="bentConnector3">
            <a:avLst>
              <a:gd name="adj1" fmla="val 50000"/>
            </a:avLst>
          </a:prstGeom>
          <a:ln w="127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7792422"/>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Rounded Corners 14">
            <a:extLst>
              <a:ext uri="{FF2B5EF4-FFF2-40B4-BE49-F238E27FC236}">
                <a16:creationId xmlns:a16="http://schemas.microsoft.com/office/drawing/2014/main" id="{A4246224-C47E-A31B-482B-13C19B135576}"/>
              </a:ext>
            </a:extLst>
          </p:cNvPr>
          <p:cNvSpPr/>
          <p:nvPr/>
        </p:nvSpPr>
        <p:spPr>
          <a:xfrm>
            <a:off x="1385889" y="1333500"/>
            <a:ext cx="1743075" cy="4933950"/>
          </a:xfrm>
          <a:prstGeom prst="roundRect">
            <a:avLst>
              <a:gd name="adj" fmla="val 1229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E0E06882-E379-11BC-54AB-34D0B79A6E05}"/>
              </a:ext>
            </a:extLst>
          </p:cNvPr>
          <p:cNvSpPr>
            <a:spLocks noGrp="1"/>
          </p:cNvSpPr>
          <p:nvPr>
            <p:ph type="title"/>
          </p:nvPr>
        </p:nvSpPr>
        <p:spPr>
          <a:xfrm>
            <a:off x="476250" y="365125"/>
            <a:ext cx="11239500" cy="968375"/>
          </a:xfrm>
        </p:spPr>
        <p:txBody>
          <a:bodyPr/>
          <a:lstStyle/>
          <a:p>
            <a:r>
              <a:rPr lang="en-ID"/>
              <a:t>Marketing Technology</a:t>
            </a:r>
          </a:p>
        </p:txBody>
      </p:sp>
      <p:sp>
        <p:nvSpPr>
          <p:cNvPr id="9" name="Rectangle: Rounded Corners 8">
            <a:extLst>
              <a:ext uri="{FF2B5EF4-FFF2-40B4-BE49-F238E27FC236}">
                <a16:creationId xmlns:a16="http://schemas.microsoft.com/office/drawing/2014/main" id="{8AC6D4E7-7DCF-E881-7841-1A5E02460A96}"/>
              </a:ext>
            </a:extLst>
          </p:cNvPr>
          <p:cNvSpPr/>
          <p:nvPr/>
        </p:nvSpPr>
        <p:spPr>
          <a:xfrm>
            <a:off x="476251" y="1504950"/>
            <a:ext cx="3562350" cy="4610100"/>
          </a:xfrm>
          <a:prstGeom prst="roundRect">
            <a:avLst>
              <a:gd name="adj" fmla="val 13512"/>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Rounded Corners 9">
            <a:extLst>
              <a:ext uri="{FF2B5EF4-FFF2-40B4-BE49-F238E27FC236}">
                <a16:creationId xmlns:a16="http://schemas.microsoft.com/office/drawing/2014/main" id="{EA1654BC-2EB1-B714-499F-FB45646A271A}"/>
              </a:ext>
            </a:extLst>
          </p:cNvPr>
          <p:cNvSpPr/>
          <p:nvPr/>
        </p:nvSpPr>
        <p:spPr>
          <a:xfrm>
            <a:off x="671513" y="1847850"/>
            <a:ext cx="3171825" cy="704850"/>
          </a:xfrm>
          <a:prstGeom prst="roundRect">
            <a:avLst>
              <a:gd name="adj" fmla="val 50000"/>
            </a:avLst>
          </a:prstGeom>
          <a:solidFill>
            <a:srgbClr val="74BD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Rounded Corners 10">
            <a:extLst>
              <a:ext uri="{FF2B5EF4-FFF2-40B4-BE49-F238E27FC236}">
                <a16:creationId xmlns:a16="http://schemas.microsoft.com/office/drawing/2014/main" id="{2B4BFD20-3AF4-13F1-EEDF-114C5D72C81B}"/>
              </a:ext>
            </a:extLst>
          </p:cNvPr>
          <p:cNvSpPr/>
          <p:nvPr/>
        </p:nvSpPr>
        <p:spPr>
          <a:xfrm>
            <a:off x="671513" y="2669381"/>
            <a:ext cx="3171825" cy="704850"/>
          </a:xfrm>
          <a:prstGeom prst="roundRect">
            <a:avLst>
              <a:gd name="adj" fmla="val 50000"/>
            </a:avLst>
          </a:prstGeom>
          <a:solidFill>
            <a:srgbClr val="78D2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EA5AB03A-7B44-ECCF-6784-0D5F19644CDB}"/>
              </a:ext>
            </a:extLst>
          </p:cNvPr>
          <p:cNvSpPr/>
          <p:nvPr/>
        </p:nvSpPr>
        <p:spPr>
          <a:xfrm>
            <a:off x="671513" y="3490912"/>
            <a:ext cx="3171825" cy="704850"/>
          </a:xfrm>
          <a:prstGeom prst="roundRect">
            <a:avLst>
              <a:gd name="adj" fmla="val 50000"/>
            </a:avLst>
          </a:prstGeom>
          <a:solidFill>
            <a:srgbClr val="CDE4A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Rounded Corners 12">
            <a:extLst>
              <a:ext uri="{FF2B5EF4-FFF2-40B4-BE49-F238E27FC236}">
                <a16:creationId xmlns:a16="http://schemas.microsoft.com/office/drawing/2014/main" id="{D12C59E7-24B0-2EDB-22EE-ED76ED2378DD}"/>
              </a:ext>
            </a:extLst>
          </p:cNvPr>
          <p:cNvSpPr/>
          <p:nvPr/>
        </p:nvSpPr>
        <p:spPr>
          <a:xfrm>
            <a:off x="671513" y="4312443"/>
            <a:ext cx="3171825" cy="704850"/>
          </a:xfrm>
          <a:prstGeom prst="roundRect">
            <a:avLst>
              <a:gd name="adj" fmla="val 50000"/>
            </a:avLst>
          </a:prstGeom>
          <a:solidFill>
            <a:srgbClr val="98DBA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Rounded Corners 13">
            <a:extLst>
              <a:ext uri="{FF2B5EF4-FFF2-40B4-BE49-F238E27FC236}">
                <a16:creationId xmlns:a16="http://schemas.microsoft.com/office/drawing/2014/main" id="{8FAF9422-82F7-C4D7-D579-C5E2A0F899AE}"/>
              </a:ext>
            </a:extLst>
          </p:cNvPr>
          <p:cNvSpPr/>
          <p:nvPr/>
        </p:nvSpPr>
        <p:spPr>
          <a:xfrm>
            <a:off x="671513" y="5133975"/>
            <a:ext cx="3171825" cy="704850"/>
          </a:xfrm>
          <a:prstGeom prst="roundRect">
            <a:avLst>
              <a:gd name="adj" fmla="val 50000"/>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Oval 15">
            <a:extLst>
              <a:ext uri="{FF2B5EF4-FFF2-40B4-BE49-F238E27FC236}">
                <a16:creationId xmlns:a16="http://schemas.microsoft.com/office/drawing/2014/main" id="{C4C17E92-8D96-6922-DE27-BBAE2BAECB44}"/>
              </a:ext>
            </a:extLst>
          </p:cNvPr>
          <p:cNvSpPr/>
          <p:nvPr/>
        </p:nvSpPr>
        <p:spPr>
          <a:xfrm>
            <a:off x="774795" y="1909014"/>
            <a:ext cx="582520" cy="582520"/>
          </a:xfrm>
          <a:prstGeom prst="ellipse">
            <a:avLst/>
          </a:prstGeom>
          <a:solidFill>
            <a:schemeClr val="bg1"/>
          </a:solidFill>
          <a:ln>
            <a:noFill/>
          </a:ln>
          <a:effectLst>
            <a:outerShdw blurRad="101600" dist="38100" dir="2700000" algn="t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Oval 16">
            <a:extLst>
              <a:ext uri="{FF2B5EF4-FFF2-40B4-BE49-F238E27FC236}">
                <a16:creationId xmlns:a16="http://schemas.microsoft.com/office/drawing/2014/main" id="{60D2588A-69F0-B4F8-D17A-D04F4D2CB4D8}"/>
              </a:ext>
            </a:extLst>
          </p:cNvPr>
          <p:cNvSpPr/>
          <p:nvPr/>
        </p:nvSpPr>
        <p:spPr>
          <a:xfrm>
            <a:off x="774795" y="2730546"/>
            <a:ext cx="582520" cy="582520"/>
          </a:xfrm>
          <a:prstGeom prst="ellipse">
            <a:avLst/>
          </a:prstGeom>
          <a:solidFill>
            <a:schemeClr val="bg1"/>
          </a:solidFill>
          <a:ln>
            <a:noFill/>
          </a:ln>
          <a:effectLst>
            <a:outerShdw blurRad="101600" dist="38100" dir="2700000" algn="t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Oval 17">
            <a:extLst>
              <a:ext uri="{FF2B5EF4-FFF2-40B4-BE49-F238E27FC236}">
                <a16:creationId xmlns:a16="http://schemas.microsoft.com/office/drawing/2014/main" id="{AB5A7B40-BA6F-FB1D-DFED-8F1CBAE039B7}"/>
              </a:ext>
            </a:extLst>
          </p:cNvPr>
          <p:cNvSpPr/>
          <p:nvPr/>
        </p:nvSpPr>
        <p:spPr>
          <a:xfrm>
            <a:off x="774795" y="3552078"/>
            <a:ext cx="582520" cy="582520"/>
          </a:xfrm>
          <a:prstGeom prst="ellipse">
            <a:avLst/>
          </a:prstGeom>
          <a:solidFill>
            <a:schemeClr val="bg1"/>
          </a:solidFill>
          <a:ln>
            <a:noFill/>
          </a:ln>
          <a:effectLst>
            <a:outerShdw blurRad="101600" dist="38100" dir="2700000" algn="t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Oval 18">
            <a:extLst>
              <a:ext uri="{FF2B5EF4-FFF2-40B4-BE49-F238E27FC236}">
                <a16:creationId xmlns:a16="http://schemas.microsoft.com/office/drawing/2014/main" id="{93AD644F-E8D3-4CBF-1E93-28F89CEB3CD4}"/>
              </a:ext>
            </a:extLst>
          </p:cNvPr>
          <p:cNvSpPr/>
          <p:nvPr/>
        </p:nvSpPr>
        <p:spPr>
          <a:xfrm>
            <a:off x="774795" y="4373610"/>
            <a:ext cx="582520" cy="582520"/>
          </a:xfrm>
          <a:prstGeom prst="ellipse">
            <a:avLst/>
          </a:prstGeom>
          <a:solidFill>
            <a:schemeClr val="bg1"/>
          </a:solidFill>
          <a:ln>
            <a:noFill/>
          </a:ln>
          <a:effectLst>
            <a:outerShdw blurRad="101600" dist="38100" dir="2700000" algn="t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B3F76459-7F1F-6445-4F04-9E4100E82D51}"/>
              </a:ext>
            </a:extLst>
          </p:cNvPr>
          <p:cNvSpPr/>
          <p:nvPr/>
        </p:nvSpPr>
        <p:spPr>
          <a:xfrm>
            <a:off x="774795" y="5195140"/>
            <a:ext cx="582520" cy="582520"/>
          </a:xfrm>
          <a:prstGeom prst="ellipse">
            <a:avLst/>
          </a:prstGeom>
          <a:solidFill>
            <a:schemeClr val="bg1"/>
          </a:solidFill>
          <a:ln>
            <a:noFill/>
          </a:ln>
          <a:effectLst>
            <a:outerShdw blurRad="101600" dist="38100" dir="2700000" algn="t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Rounded Corners 20">
            <a:extLst>
              <a:ext uri="{FF2B5EF4-FFF2-40B4-BE49-F238E27FC236}">
                <a16:creationId xmlns:a16="http://schemas.microsoft.com/office/drawing/2014/main" id="{A0C84C35-9A0A-4B80-6973-ACBCB10053A7}"/>
              </a:ext>
            </a:extLst>
          </p:cNvPr>
          <p:cNvSpPr/>
          <p:nvPr/>
        </p:nvSpPr>
        <p:spPr>
          <a:xfrm>
            <a:off x="4414838" y="1847850"/>
            <a:ext cx="6791139" cy="704850"/>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dolor sit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vel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22" name="Rectangle: Rounded Corners 21">
            <a:extLst>
              <a:ext uri="{FF2B5EF4-FFF2-40B4-BE49-F238E27FC236}">
                <a16:creationId xmlns:a16="http://schemas.microsoft.com/office/drawing/2014/main" id="{B2D45DB6-6074-3D8A-0219-8393F495122B}"/>
              </a:ext>
            </a:extLst>
          </p:cNvPr>
          <p:cNvSpPr/>
          <p:nvPr/>
        </p:nvSpPr>
        <p:spPr>
          <a:xfrm>
            <a:off x="4414838" y="2669381"/>
            <a:ext cx="6791139" cy="704850"/>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dolor sit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vel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23" name="Rectangle: Rounded Corners 22">
            <a:extLst>
              <a:ext uri="{FF2B5EF4-FFF2-40B4-BE49-F238E27FC236}">
                <a16:creationId xmlns:a16="http://schemas.microsoft.com/office/drawing/2014/main" id="{9933032E-B64E-49FB-B64B-45FE733BE799}"/>
              </a:ext>
            </a:extLst>
          </p:cNvPr>
          <p:cNvSpPr/>
          <p:nvPr/>
        </p:nvSpPr>
        <p:spPr>
          <a:xfrm>
            <a:off x="4414838" y="3490912"/>
            <a:ext cx="6791139" cy="704850"/>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dolor sit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vel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24" name="Rectangle: Rounded Corners 23">
            <a:extLst>
              <a:ext uri="{FF2B5EF4-FFF2-40B4-BE49-F238E27FC236}">
                <a16:creationId xmlns:a16="http://schemas.microsoft.com/office/drawing/2014/main" id="{DC8ABF5D-1E98-11F3-49EC-21A3ECD81902}"/>
              </a:ext>
            </a:extLst>
          </p:cNvPr>
          <p:cNvSpPr/>
          <p:nvPr/>
        </p:nvSpPr>
        <p:spPr>
          <a:xfrm>
            <a:off x="4414838" y="4312443"/>
            <a:ext cx="6791139" cy="704850"/>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dolor sit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vel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25" name="Rectangle: Rounded Corners 24">
            <a:extLst>
              <a:ext uri="{FF2B5EF4-FFF2-40B4-BE49-F238E27FC236}">
                <a16:creationId xmlns:a16="http://schemas.microsoft.com/office/drawing/2014/main" id="{9E98A214-4D04-2DF4-A662-18B5BAEF0953}"/>
              </a:ext>
            </a:extLst>
          </p:cNvPr>
          <p:cNvSpPr/>
          <p:nvPr/>
        </p:nvSpPr>
        <p:spPr>
          <a:xfrm>
            <a:off x="4414838" y="5133975"/>
            <a:ext cx="6791139" cy="704850"/>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dolor sit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Morbi in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aliquet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enim</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Cras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hendrerit</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metus</a:t>
            </a:r>
            <a:r>
              <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vel </a:t>
            </a:r>
            <a:r>
              <a:rPr kumimoji="0" lang="en-US" sz="16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sollicitudin</a:t>
            </a:r>
            <a:endParaRPr kumimoji="0" lang="en-US" sz="16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AC402BEC-8408-3ED6-7A1D-DB81B6B5771B}"/>
              </a:ext>
            </a:extLst>
          </p:cNvPr>
          <p:cNvCxnSpPr>
            <a:cxnSpLocks/>
          </p:cNvCxnSpPr>
          <p:nvPr/>
        </p:nvCxnSpPr>
        <p:spPr>
          <a:xfrm>
            <a:off x="4414838" y="2611041"/>
            <a:ext cx="7105649" cy="0"/>
          </a:xfrm>
          <a:prstGeom prst="line">
            <a:avLst/>
          </a:prstGeom>
          <a:ln>
            <a:solidFill>
              <a:schemeClr val="bg1">
                <a:lumMod val="8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6F2C305-AF3B-65AD-BFAA-4BD5B1A5A586}"/>
              </a:ext>
            </a:extLst>
          </p:cNvPr>
          <p:cNvCxnSpPr>
            <a:cxnSpLocks/>
          </p:cNvCxnSpPr>
          <p:nvPr/>
        </p:nvCxnSpPr>
        <p:spPr>
          <a:xfrm>
            <a:off x="4414838" y="3432572"/>
            <a:ext cx="7105649" cy="0"/>
          </a:xfrm>
          <a:prstGeom prst="line">
            <a:avLst/>
          </a:prstGeom>
          <a:ln>
            <a:solidFill>
              <a:schemeClr val="bg1">
                <a:lumMod val="8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D5C82EF2-9156-15AD-0A93-494ED3BEA1B6}"/>
              </a:ext>
            </a:extLst>
          </p:cNvPr>
          <p:cNvCxnSpPr>
            <a:cxnSpLocks/>
          </p:cNvCxnSpPr>
          <p:nvPr/>
        </p:nvCxnSpPr>
        <p:spPr>
          <a:xfrm>
            <a:off x="4414838" y="4254103"/>
            <a:ext cx="7105649" cy="0"/>
          </a:xfrm>
          <a:prstGeom prst="line">
            <a:avLst/>
          </a:prstGeom>
          <a:ln>
            <a:solidFill>
              <a:schemeClr val="bg1">
                <a:lumMod val="8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2F2433E-955A-D75B-4E43-7F7BD21AC787}"/>
              </a:ext>
            </a:extLst>
          </p:cNvPr>
          <p:cNvCxnSpPr>
            <a:cxnSpLocks/>
          </p:cNvCxnSpPr>
          <p:nvPr/>
        </p:nvCxnSpPr>
        <p:spPr>
          <a:xfrm>
            <a:off x="4414838" y="5075634"/>
            <a:ext cx="7105649" cy="0"/>
          </a:xfrm>
          <a:prstGeom prst="line">
            <a:avLst/>
          </a:prstGeom>
          <a:ln>
            <a:solidFill>
              <a:schemeClr val="bg1">
                <a:lumMod val="85000"/>
              </a:schemeClr>
            </a:solidFill>
            <a:prstDash val="lgDash"/>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3A8AB001-EB0E-FACD-1B40-E5CACE4C0541}"/>
              </a:ext>
            </a:extLst>
          </p:cNvPr>
          <p:cNvSpPr txBox="1"/>
          <p:nvPr/>
        </p:nvSpPr>
        <p:spPr>
          <a:xfrm>
            <a:off x="1612107" y="2015609"/>
            <a:ext cx="1704976"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Lorem ipsum</a:t>
            </a:r>
          </a:p>
        </p:txBody>
      </p:sp>
      <p:sp>
        <p:nvSpPr>
          <p:cNvPr id="33" name="TextBox 32">
            <a:extLst>
              <a:ext uri="{FF2B5EF4-FFF2-40B4-BE49-F238E27FC236}">
                <a16:creationId xmlns:a16="http://schemas.microsoft.com/office/drawing/2014/main" id="{C2A0BB66-8EFF-D269-015A-E48AA98B7F42}"/>
              </a:ext>
            </a:extLst>
          </p:cNvPr>
          <p:cNvSpPr txBox="1"/>
          <p:nvPr/>
        </p:nvSpPr>
        <p:spPr>
          <a:xfrm>
            <a:off x="1612107" y="2837140"/>
            <a:ext cx="1704976"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Lorem ipsum</a:t>
            </a:r>
          </a:p>
        </p:txBody>
      </p:sp>
      <p:sp>
        <p:nvSpPr>
          <p:cNvPr id="34" name="TextBox 33">
            <a:extLst>
              <a:ext uri="{FF2B5EF4-FFF2-40B4-BE49-F238E27FC236}">
                <a16:creationId xmlns:a16="http://schemas.microsoft.com/office/drawing/2014/main" id="{F10D3A47-C7F7-2A4B-5FDF-D5CA307A776E}"/>
              </a:ext>
            </a:extLst>
          </p:cNvPr>
          <p:cNvSpPr txBox="1"/>
          <p:nvPr/>
        </p:nvSpPr>
        <p:spPr>
          <a:xfrm>
            <a:off x="1612107" y="3658671"/>
            <a:ext cx="1704976"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Lorem ipsum</a:t>
            </a:r>
          </a:p>
        </p:txBody>
      </p:sp>
      <p:sp>
        <p:nvSpPr>
          <p:cNvPr id="35" name="TextBox 34">
            <a:extLst>
              <a:ext uri="{FF2B5EF4-FFF2-40B4-BE49-F238E27FC236}">
                <a16:creationId xmlns:a16="http://schemas.microsoft.com/office/drawing/2014/main" id="{24F26AA7-3CDD-5551-544E-FFCFF5479473}"/>
              </a:ext>
            </a:extLst>
          </p:cNvPr>
          <p:cNvSpPr txBox="1"/>
          <p:nvPr/>
        </p:nvSpPr>
        <p:spPr>
          <a:xfrm>
            <a:off x="1612107" y="4480202"/>
            <a:ext cx="1704976"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Lorem ipsum</a:t>
            </a:r>
          </a:p>
        </p:txBody>
      </p:sp>
      <p:sp>
        <p:nvSpPr>
          <p:cNvPr id="36" name="TextBox 35">
            <a:extLst>
              <a:ext uri="{FF2B5EF4-FFF2-40B4-BE49-F238E27FC236}">
                <a16:creationId xmlns:a16="http://schemas.microsoft.com/office/drawing/2014/main" id="{681D844A-CD43-9E7B-3A1D-6C3F5933C19F}"/>
              </a:ext>
            </a:extLst>
          </p:cNvPr>
          <p:cNvSpPr txBox="1"/>
          <p:nvPr/>
        </p:nvSpPr>
        <p:spPr>
          <a:xfrm>
            <a:off x="1612107" y="5301734"/>
            <a:ext cx="1704976"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Lorem ipsum</a:t>
            </a:r>
          </a:p>
        </p:txBody>
      </p:sp>
      <p:sp>
        <p:nvSpPr>
          <p:cNvPr id="37" name="TextBox 36">
            <a:extLst>
              <a:ext uri="{FF2B5EF4-FFF2-40B4-BE49-F238E27FC236}">
                <a16:creationId xmlns:a16="http://schemas.microsoft.com/office/drawing/2014/main" id="{DD699B67-AA88-2318-A0F7-F28B1A6C5187}"/>
              </a:ext>
            </a:extLst>
          </p:cNvPr>
          <p:cNvSpPr txBox="1"/>
          <p:nvPr/>
        </p:nvSpPr>
        <p:spPr>
          <a:xfrm>
            <a:off x="11205977" y="1938665"/>
            <a:ext cx="36740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panose="020F0502020204030204"/>
                <a:ea typeface="+mn-ea"/>
                <a:cs typeface="+mn-cs"/>
              </a:rPr>
              <a:t>1</a:t>
            </a:r>
            <a:endParaRPr kumimoji="0" lang="en-ID" sz="2800" b="1" i="1"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3A87B925-3E30-A195-CBF7-D49440F870DD}"/>
              </a:ext>
            </a:extLst>
          </p:cNvPr>
          <p:cNvSpPr txBox="1"/>
          <p:nvPr/>
        </p:nvSpPr>
        <p:spPr>
          <a:xfrm>
            <a:off x="11205977" y="2760196"/>
            <a:ext cx="36740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panose="020F0502020204030204"/>
                <a:ea typeface="+mn-ea"/>
                <a:cs typeface="+mn-cs"/>
              </a:rPr>
              <a:t>2</a:t>
            </a:r>
            <a:endParaRPr kumimoji="0" lang="en-ID" sz="2800" b="1" i="1"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6A36EB07-4820-4F43-19BF-FAE14FE37E9F}"/>
              </a:ext>
            </a:extLst>
          </p:cNvPr>
          <p:cNvSpPr txBox="1"/>
          <p:nvPr/>
        </p:nvSpPr>
        <p:spPr>
          <a:xfrm>
            <a:off x="11205977" y="3581727"/>
            <a:ext cx="36740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panose="020F0502020204030204"/>
                <a:ea typeface="+mn-ea"/>
                <a:cs typeface="+mn-cs"/>
              </a:rPr>
              <a:t>3</a:t>
            </a:r>
            <a:endParaRPr kumimoji="0" lang="en-ID" sz="2800" b="1" i="1"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81D7986D-78A7-E7EA-51F8-D19FEEAE4F27}"/>
              </a:ext>
            </a:extLst>
          </p:cNvPr>
          <p:cNvSpPr txBox="1"/>
          <p:nvPr/>
        </p:nvSpPr>
        <p:spPr>
          <a:xfrm>
            <a:off x="11205977" y="4403258"/>
            <a:ext cx="36740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panose="020F0502020204030204"/>
                <a:ea typeface="+mn-ea"/>
                <a:cs typeface="+mn-cs"/>
              </a:rPr>
              <a:t>4</a:t>
            </a:r>
            <a:endParaRPr kumimoji="0" lang="en-ID" sz="2800" b="1" i="1"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TextBox 40">
            <a:extLst>
              <a:ext uri="{FF2B5EF4-FFF2-40B4-BE49-F238E27FC236}">
                <a16:creationId xmlns:a16="http://schemas.microsoft.com/office/drawing/2014/main" id="{3205EA82-EB11-2E59-CACC-8E33B059BF18}"/>
              </a:ext>
            </a:extLst>
          </p:cNvPr>
          <p:cNvSpPr txBox="1"/>
          <p:nvPr/>
        </p:nvSpPr>
        <p:spPr>
          <a:xfrm>
            <a:off x="11205977" y="5224790"/>
            <a:ext cx="36740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panose="020F0502020204030204"/>
                <a:ea typeface="+mn-ea"/>
                <a:cs typeface="+mn-cs"/>
              </a:rPr>
              <a:t>5</a:t>
            </a:r>
            <a:endParaRPr kumimoji="0" lang="en-ID" sz="2800" b="1" i="1"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14AE4D94-AF11-54F9-A443-89726E464D4F}"/>
              </a:ext>
            </a:extLst>
          </p:cNvPr>
          <p:cNvGrpSpPr/>
          <p:nvPr/>
        </p:nvGrpSpPr>
        <p:grpSpPr>
          <a:xfrm>
            <a:off x="954177" y="2096281"/>
            <a:ext cx="223757" cy="207986"/>
            <a:chOff x="6276975" y="3981450"/>
            <a:chExt cx="360363" cy="334963"/>
          </a:xfrm>
        </p:grpSpPr>
        <p:sp>
          <p:nvSpPr>
            <p:cNvPr id="4" name="Freeform 98">
              <a:extLst>
                <a:ext uri="{FF2B5EF4-FFF2-40B4-BE49-F238E27FC236}">
                  <a16:creationId xmlns:a16="http://schemas.microsoft.com/office/drawing/2014/main" id="{75732EF6-66DD-9850-783A-657A19070AFD}"/>
                </a:ext>
              </a:extLst>
            </p:cNvPr>
            <p:cNvSpPr>
              <a:spLocks noEditPoints="1"/>
            </p:cNvSpPr>
            <p:nvPr/>
          </p:nvSpPr>
          <p:spPr bwMode="auto">
            <a:xfrm>
              <a:off x="6472238" y="3981450"/>
              <a:ext cx="165100" cy="334963"/>
            </a:xfrm>
            <a:custGeom>
              <a:avLst/>
              <a:gdLst>
                <a:gd name="T0" fmla="*/ 14 w 44"/>
                <a:gd name="T1" fmla="*/ 37 h 89"/>
                <a:gd name="T2" fmla="*/ 12 w 44"/>
                <a:gd name="T3" fmla="*/ 39 h 89"/>
                <a:gd name="T4" fmla="*/ 10 w 44"/>
                <a:gd name="T5" fmla="*/ 37 h 89"/>
                <a:gd name="T6" fmla="*/ 0 w 44"/>
                <a:gd name="T7" fmla="*/ 31 h 89"/>
                <a:gd name="T8" fmla="*/ 0 w 44"/>
                <a:gd name="T9" fmla="*/ 67 h 89"/>
                <a:gd name="T10" fmla="*/ 22 w 44"/>
                <a:gd name="T11" fmla="*/ 89 h 89"/>
                <a:gd name="T12" fmla="*/ 44 w 44"/>
                <a:gd name="T13" fmla="*/ 67 h 89"/>
                <a:gd name="T14" fmla="*/ 40 w 44"/>
                <a:gd name="T15" fmla="*/ 54 h 89"/>
                <a:gd name="T16" fmla="*/ 28 w 44"/>
                <a:gd name="T17" fmla="*/ 26 h 89"/>
                <a:gd name="T18" fmla="*/ 27 w 44"/>
                <a:gd name="T19" fmla="*/ 26 h 89"/>
                <a:gd name="T20" fmla="*/ 22 w 44"/>
                <a:gd name="T21" fmla="*/ 20 h 89"/>
                <a:gd name="T22" fmla="*/ 16 w 44"/>
                <a:gd name="T23" fmla="*/ 5 h 89"/>
                <a:gd name="T24" fmla="*/ 15 w 44"/>
                <a:gd name="T25" fmla="*/ 4 h 89"/>
                <a:gd name="T26" fmla="*/ 1 w 44"/>
                <a:gd name="T27" fmla="*/ 4 h 89"/>
                <a:gd name="T28" fmla="*/ 0 w 44"/>
                <a:gd name="T29" fmla="*/ 5 h 89"/>
                <a:gd name="T30" fmla="*/ 0 w 44"/>
                <a:gd name="T31" fmla="*/ 27 h 89"/>
                <a:gd name="T32" fmla="*/ 14 w 44"/>
                <a:gd name="T33" fmla="*/ 37 h 89"/>
                <a:gd name="T34" fmla="*/ 22 w 44"/>
                <a:gd name="T35" fmla="*/ 85 h 89"/>
                <a:gd name="T36" fmla="*/ 4 w 44"/>
                <a:gd name="T37" fmla="*/ 67 h 89"/>
                <a:gd name="T38" fmla="*/ 22 w 44"/>
                <a:gd name="T39" fmla="*/ 49 h 89"/>
                <a:gd name="T40" fmla="*/ 40 w 44"/>
                <a:gd name="T41" fmla="*/ 67 h 89"/>
                <a:gd name="T42" fmla="*/ 22 w 44"/>
                <a:gd name="T43"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89">
                  <a:moveTo>
                    <a:pt x="14" y="37"/>
                  </a:moveTo>
                  <a:cubicBezTo>
                    <a:pt x="14" y="38"/>
                    <a:pt x="13" y="39"/>
                    <a:pt x="12" y="39"/>
                  </a:cubicBezTo>
                  <a:cubicBezTo>
                    <a:pt x="11" y="39"/>
                    <a:pt x="10" y="38"/>
                    <a:pt x="10" y="37"/>
                  </a:cubicBezTo>
                  <a:cubicBezTo>
                    <a:pt x="10" y="35"/>
                    <a:pt x="6" y="32"/>
                    <a:pt x="0" y="31"/>
                  </a:cubicBezTo>
                  <a:cubicBezTo>
                    <a:pt x="0" y="67"/>
                    <a:pt x="0" y="67"/>
                    <a:pt x="0" y="67"/>
                  </a:cubicBezTo>
                  <a:cubicBezTo>
                    <a:pt x="0" y="79"/>
                    <a:pt x="10" y="89"/>
                    <a:pt x="22" y="89"/>
                  </a:cubicBezTo>
                  <a:cubicBezTo>
                    <a:pt x="34" y="89"/>
                    <a:pt x="44" y="79"/>
                    <a:pt x="44" y="67"/>
                  </a:cubicBezTo>
                  <a:cubicBezTo>
                    <a:pt x="44" y="62"/>
                    <a:pt x="42" y="58"/>
                    <a:pt x="40" y="54"/>
                  </a:cubicBezTo>
                  <a:cubicBezTo>
                    <a:pt x="28" y="26"/>
                    <a:pt x="28" y="26"/>
                    <a:pt x="28" y="26"/>
                  </a:cubicBezTo>
                  <a:cubicBezTo>
                    <a:pt x="28" y="26"/>
                    <a:pt x="28" y="26"/>
                    <a:pt x="27" y="26"/>
                  </a:cubicBezTo>
                  <a:cubicBezTo>
                    <a:pt x="22" y="20"/>
                    <a:pt x="22" y="20"/>
                    <a:pt x="22" y="20"/>
                  </a:cubicBezTo>
                  <a:cubicBezTo>
                    <a:pt x="16" y="5"/>
                    <a:pt x="16" y="5"/>
                    <a:pt x="16" y="5"/>
                  </a:cubicBezTo>
                  <a:cubicBezTo>
                    <a:pt x="16" y="4"/>
                    <a:pt x="16" y="4"/>
                    <a:pt x="15" y="4"/>
                  </a:cubicBezTo>
                  <a:cubicBezTo>
                    <a:pt x="12" y="0"/>
                    <a:pt x="4" y="0"/>
                    <a:pt x="1" y="4"/>
                  </a:cubicBezTo>
                  <a:cubicBezTo>
                    <a:pt x="0" y="4"/>
                    <a:pt x="0" y="5"/>
                    <a:pt x="0" y="5"/>
                  </a:cubicBezTo>
                  <a:cubicBezTo>
                    <a:pt x="0" y="27"/>
                    <a:pt x="0" y="27"/>
                    <a:pt x="0" y="27"/>
                  </a:cubicBezTo>
                  <a:cubicBezTo>
                    <a:pt x="8" y="28"/>
                    <a:pt x="14" y="32"/>
                    <a:pt x="14" y="37"/>
                  </a:cubicBezTo>
                  <a:close/>
                  <a:moveTo>
                    <a:pt x="22" y="85"/>
                  </a:moveTo>
                  <a:cubicBezTo>
                    <a:pt x="12" y="85"/>
                    <a:pt x="4" y="77"/>
                    <a:pt x="4" y="67"/>
                  </a:cubicBezTo>
                  <a:cubicBezTo>
                    <a:pt x="4" y="57"/>
                    <a:pt x="12" y="49"/>
                    <a:pt x="22" y="49"/>
                  </a:cubicBezTo>
                  <a:cubicBezTo>
                    <a:pt x="32" y="49"/>
                    <a:pt x="40" y="57"/>
                    <a:pt x="40" y="67"/>
                  </a:cubicBezTo>
                  <a:cubicBezTo>
                    <a:pt x="40" y="77"/>
                    <a:pt x="32" y="85"/>
                    <a:pt x="22" y="8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Freeform 99">
              <a:extLst>
                <a:ext uri="{FF2B5EF4-FFF2-40B4-BE49-F238E27FC236}">
                  <a16:creationId xmlns:a16="http://schemas.microsoft.com/office/drawing/2014/main" id="{BCAED9FA-E5E2-1383-22F0-E296E21598C6}"/>
                </a:ext>
              </a:extLst>
            </p:cNvPr>
            <p:cNvSpPr>
              <a:spLocks noEditPoints="1"/>
            </p:cNvSpPr>
            <p:nvPr/>
          </p:nvSpPr>
          <p:spPr bwMode="auto">
            <a:xfrm>
              <a:off x="6276975" y="3981450"/>
              <a:ext cx="165100" cy="334963"/>
            </a:xfrm>
            <a:custGeom>
              <a:avLst/>
              <a:gdLst>
                <a:gd name="T0" fmla="*/ 0 w 44"/>
                <a:gd name="T1" fmla="*/ 67 h 89"/>
                <a:gd name="T2" fmla="*/ 22 w 44"/>
                <a:gd name="T3" fmla="*/ 89 h 89"/>
                <a:gd name="T4" fmla="*/ 44 w 44"/>
                <a:gd name="T5" fmla="*/ 67 h 89"/>
                <a:gd name="T6" fmla="*/ 44 w 44"/>
                <a:gd name="T7" fmla="*/ 31 h 89"/>
                <a:gd name="T8" fmla="*/ 34 w 44"/>
                <a:gd name="T9" fmla="*/ 37 h 89"/>
                <a:gd name="T10" fmla="*/ 32 w 44"/>
                <a:gd name="T11" fmla="*/ 39 h 89"/>
                <a:gd name="T12" fmla="*/ 30 w 44"/>
                <a:gd name="T13" fmla="*/ 37 h 89"/>
                <a:gd name="T14" fmla="*/ 44 w 44"/>
                <a:gd name="T15" fmla="*/ 27 h 89"/>
                <a:gd name="T16" fmla="*/ 44 w 44"/>
                <a:gd name="T17" fmla="*/ 5 h 89"/>
                <a:gd name="T18" fmla="*/ 43 w 44"/>
                <a:gd name="T19" fmla="*/ 4 h 89"/>
                <a:gd name="T20" fmla="*/ 29 w 44"/>
                <a:gd name="T21" fmla="*/ 4 h 89"/>
                <a:gd name="T22" fmla="*/ 28 w 44"/>
                <a:gd name="T23" fmla="*/ 4 h 89"/>
                <a:gd name="T24" fmla="*/ 22 w 44"/>
                <a:gd name="T25" fmla="*/ 20 h 89"/>
                <a:gd name="T26" fmla="*/ 17 w 44"/>
                <a:gd name="T27" fmla="*/ 26 h 89"/>
                <a:gd name="T28" fmla="*/ 16 w 44"/>
                <a:gd name="T29" fmla="*/ 26 h 89"/>
                <a:gd name="T30" fmla="*/ 4 w 44"/>
                <a:gd name="T31" fmla="*/ 54 h 89"/>
                <a:gd name="T32" fmla="*/ 0 w 44"/>
                <a:gd name="T33" fmla="*/ 67 h 89"/>
                <a:gd name="T34" fmla="*/ 22 w 44"/>
                <a:gd name="T35" fmla="*/ 85 h 89"/>
                <a:gd name="T36" fmla="*/ 4 w 44"/>
                <a:gd name="T37" fmla="*/ 67 h 89"/>
                <a:gd name="T38" fmla="*/ 22 w 44"/>
                <a:gd name="T39" fmla="*/ 49 h 89"/>
                <a:gd name="T40" fmla="*/ 40 w 44"/>
                <a:gd name="T41" fmla="*/ 67 h 89"/>
                <a:gd name="T42" fmla="*/ 22 w 44"/>
                <a:gd name="T43"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89">
                  <a:moveTo>
                    <a:pt x="0" y="67"/>
                  </a:moveTo>
                  <a:cubicBezTo>
                    <a:pt x="0" y="79"/>
                    <a:pt x="10" y="89"/>
                    <a:pt x="22" y="89"/>
                  </a:cubicBezTo>
                  <a:cubicBezTo>
                    <a:pt x="34" y="89"/>
                    <a:pt x="44" y="79"/>
                    <a:pt x="44" y="67"/>
                  </a:cubicBezTo>
                  <a:cubicBezTo>
                    <a:pt x="44" y="31"/>
                    <a:pt x="44" y="31"/>
                    <a:pt x="44" y="31"/>
                  </a:cubicBezTo>
                  <a:cubicBezTo>
                    <a:pt x="38" y="32"/>
                    <a:pt x="34" y="35"/>
                    <a:pt x="34" y="37"/>
                  </a:cubicBezTo>
                  <a:cubicBezTo>
                    <a:pt x="34" y="38"/>
                    <a:pt x="33" y="39"/>
                    <a:pt x="32" y="39"/>
                  </a:cubicBezTo>
                  <a:cubicBezTo>
                    <a:pt x="31" y="39"/>
                    <a:pt x="30" y="38"/>
                    <a:pt x="30" y="37"/>
                  </a:cubicBezTo>
                  <a:cubicBezTo>
                    <a:pt x="30" y="32"/>
                    <a:pt x="36" y="28"/>
                    <a:pt x="44" y="27"/>
                  </a:cubicBezTo>
                  <a:cubicBezTo>
                    <a:pt x="44" y="5"/>
                    <a:pt x="44" y="5"/>
                    <a:pt x="44" y="5"/>
                  </a:cubicBezTo>
                  <a:cubicBezTo>
                    <a:pt x="44" y="5"/>
                    <a:pt x="44" y="4"/>
                    <a:pt x="43" y="4"/>
                  </a:cubicBezTo>
                  <a:cubicBezTo>
                    <a:pt x="40" y="0"/>
                    <a:pt x="32" y="0"/>
                    <a:pt x="29" y="4"/>
                  </a:cubicBezTo>
                  <a:cubicBezTo>
                    <a:pt x="28" y="4"/>
                    <a:pt x="28" y="4"/>
                    <a:pt x="28" y="4"/>
                  </a:cubicBezTo>
                  <a:cubicBezTo>
                    <a:pt x="22" y="20"/>
                    <a:pt x="22" y="20"/>
                    <a:pt x="22" y="20"/>
                  </a:cubicBezTo>
                  <a:cubicBezTo>
                    <a:pt x="17" y="26"/>
                    <a:pt x="17" y="26"/>
                    <a:pt x="17" y="26"/>
                  </a:cubicBezTo>
                  <a:cubicBezTo>
                    <a:pt x="16" y="26"/>
                    <a:pt x="16" y="26"/>
                    <a:pt x="16" y="26"/>
                  </a:cubicBezTo>
                  <a:cubicBezTo>
                    <a:pt x="4" y="54"/>
                    <a:pt x="4" y="54"/>
                    <a:pt x="4" y="54"/>
                  </a:cubicBezTo>
                  <a:cubicBezTo>
                    <a:pt x="2" y="58"/>
                    <a:pt x="0" y="62"/>
                    <a:pt x="0" y="67"/>
                  </a:cubicBezTo>
                  <a:close/>
                  <a:moveTo>
                    <a:pt x="22" y="85"/>
                  </a:moveTo>
                  <a:cubicBezTo>
                    <a:pt x="12" y="85"/>
                    <a:pt x="4" y="77"/>
                    <a:pt x="4" y="67"/>
                  </a:cubicBezTo>
                  <a:cubicBezTo>
                    <a:pt x="4" y="57"/>
                    <a:pt x="12" y="49"/>
                    <a:pt x="22" y="49"/>
                  </a:cubicBezTo>
                  <a:cubicBezTo>
                    <a:pt x="32" y="49"/>
                    <a:pt x="40" y="57"/>
                    <a:pt x="40" y="67"/>
                  </a:cubicBezTo>
                  <a:cubicBezTo>
                    <a:pt x="40" y="77"/>
                    <a:pt x="32" y="85"/>
                    <a:pt x="22" y="8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reeform 100">
              <a:extLst>
                <a:ext uri="{FF2B5EF4-FFF2-40B4-BE49-F238E27FC236}">
                  <a16:creationId xmlns:a16="http://schemas.microsoft.com/office/drawing/2014/main" id="{FE236DCD-FE89-0379-57B0-7D9F0D364D85}"/>
                </a:ext>
              </a:extLst>
            </p:cNvPr>
            <p:cNvSpPr>
              <a:spLocks/>
            </p:cNvSpPr>
            <p:nvPr/>
          </p:nvSpPr>
          <p:spPr bwMode="auto">
            <a:xfrm>
              <a:off x="6307138" y="4181475"/>
              <a:ext cx="58738" cy="60325"/>
            </a:xfrm>
            <a:custGeom>
              <a:avLst/>
              <a:gdLst>
                <a:gd name="T0" fmla="*/ 14 w 16"/>
                <a:gd name="T1" fmla="*/ 4 h 16"/>
                <a:gd name="T2" fmla="*/ 16 w 16"/>
                <a:gd name="T3" fmla="*/ 2 h 16"/>
                <a:gd name="T4" fmla="*/ 14 w 16"/>
                <a:gd name="T5" fmla="*/ 0 h 16"/>
                <a:gd name="T6" fmla="*/ 0 w 16"/>
                <a:gd name="T7" fmla="*/ 14 h 16"/>
                <a:gd name="T8" fmla="*/ 2 w 16"/>
                <a:gd name="T9" fmla="*/ 16 h 16"/>
                <a:gd name="T10" fmla="*/ 4 w 16"/>
                <a:gd name="T11" fmla="*/ 14 h 16"/>
                <a:gd name="T12" fmla="*/ 14 w 16"/>
                <a:gd name="T13" fmla="*/ 4 h 16"/>
              </a:gdLst>
              <a:ahLst/>
              <a:cxnLst>
                <a:cxn ang="0">
                  <a:pos x="T0" y="T1"/>
                </a:cxn>
                <a:cxn ang="0">
                  <a:pos x="T2" y="T3"/>
                </a:cxn>
                <a:cxn ang="0">
                  <a:pos x="T4" y="T5"/>
                </a:cxn>
                <a:cxn ang="0">
                  <a:pos x="T6" y="T7"/>
                </a:cxn>
                <a:cxn ang="0">
                  <a:pos x="T8" y="T9"/>
                </a:cxn>
                <a:cxn ang="0">
                  <a:pos x="T10" y="T11"/>
                </a:cxn>
                <a:cxn ang="0">
                  <a:pos x="T12" y="T13"/>
                </a:cxn>
              </a:cxnLst>
              <a:rect l="0" t="0" r="r" b="b"/>
              <a:pathLst>
                <a:path w="16" h="16">
                  <a:moveTo>
                    <a:pt x="14" y="4"/>
                  </a:moveTo>
                  <a:cubicBezTo>
                    <a:pt x="15" y="4"/>
                    <a:pt x="16" y="3"/>
                    <a:pt x="16" y="2"/>
                  </a:cubicBezTo>
                  <a:cubicBezTo>
                    <a:pt x="16" y="1"/>
                    <a:pt x="15" y="0"/>
                    <a:pt x="14" y="0"/>
                  </a:cubicBezTo>
                  <a:cubicBezTo>
                    <a:pt x="6" y="0"/>
                    <a:pt x="0" y="6"/>
                    <a:pt x="0" y="14"/>
                  </a:cubicBezTo>
                  <a:cubicBezTo>
                    <a:pt x="0" y="15"/>
                    <a:pt x="1" y="16"/>
                    <a:pt x="2" y="16"/>
                  </a:cubicBezTo>
                  <a:cubicBezTo>
                    <a:pt x="3" y="16"/>
                    <a:pt x="4" y="15"/>
                    <a:pt x="4" y="14"/>
                  </a:cubicBezTo>
                  <a:cubicBezTo>
                    <a:pt x="4" y="9"/>
                    <a:pt x="8" y="4"/>
                    <a:pt x="14"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Freeform 101">
              <a:extLst>
                <a:ext uri="{FF2B5EF4-FFF2-40B4-BE49-F238E27FC236}">
                  <a16:creationId xmlns:a16="http://schemas.microsoft.com/office/drawing/2014/main" id="{1A61F898-11BF-3EA5-B6CA-E5D7E3AD63F4}"/>
                </a:ext>
              </a:extLst>
            </p:cNvPr>
            <p:cNvSpPr>
              <a:spLocks/>
            </p:cNvSpPr>
            <p:nvPr/>
          </p:nvSpPr>
          <p:spPr bwMode="auto">
            <a:xfrm>
              <a:off x="6502400" y="4181475"/>
              <a:ext cx="58738" cy="60325"/>
            </a:xfrm>
            <a:custGeom>
              <a:avLst/>
              <a:gdLst>
                <a:gd name="T0" fmla="*/ 14 w 16"/>
                <a:gd name="T1" fmla="*/ 4 h 16"/>
                <a:gd name="T2" fmla="*/ 16 w 16"/>
                <a:gd name="T3" fmla="*/ 2 h 16"/>
                <a:gd name="T4" fmla="*/ 14 w 16"/>
                <a:gd name="T5" fmla="*/ 0 h 16"/>
                <a:gd name="T6" fmla="*/ 0 w 16"/>
                <a:gd name="T7" fmla="*/ 14 h 16"/>
                <a:gd name="T8" fmla="*/ 2 w 16"/>
                <a:gd name="T9" fmla="*/ 16 h 16"/>
                <a:gd name="T10" fmla="*/ 4 w 16"/>
                <a:gd name="T11" fmla="*/ 14 h 16"/>
                <a:gd name="T12" fmla="*/ 14 w 16"/>
                <a:gd name="T13" fmla="*/ 4 h 16"/>
              </a:gdLst>
              <a:ahLst/>
              <a:cxnLst>
                <a:cxn ang="0">
                  <a:pos x="T0" y="T1"/>
                </a:cxn>
                <a:cxn ang="0">
                  <a:pos x="T2" y="T3"/>
                </a:cxn>
                <a:cxn ang="0">
                  <a:pos x="T4" y="T5"/>
                </a:cxn>
                <a:cxn ang="0">
                  <a:pos x="T6" y="T7"/>
                </a:cxn>
                <a:cxn ang="0">
                  <a:pos x="T8" y="T9"/>
                </a:cxn>
                <a:cxn ang="0">
                  <a:pos x="T10" y="T11"/>
                </a:cxn>
                <a:cxn ang="0">
                  <a:pos x="T12" y="T13"/>
                </a:cxn>
              </a:cxnLst>
              <a:rect l="0" t="0" r="r" b="b"/>
              <a:pathLst>
                <a:path w="16" h="16">
                  <a:moveTo>
                    <a:pt x="14" y="4"/>
                  </a:moveTo>
                  <a:cubicBezTo>
                    <a:pt x="15" y="4"/>
                    <a:pt x="16" y="3"/>
                    <a:pt x="16" y="2"/>
                  </a:cubicBezTo>
                  <a:cubicBezTo>
                    <a:pt x="16" y="1"/>
                    <a:pt x="15" y="0"/>
                    <a:pt x="14" y="0"/>
                  </a:cubicBezTo>
                  <a:cubicBezTo>
                    <a:pt x="6" y="0"/>
                    <a:pt x="0" y="6"/>
                    <a:pt x="0" y="14"/>
                  </a:cubicBezTo>
                  <a:cubicBezTo>
                    <a:pt x="0" y="15"/>
                    <a:pt x="1" y="16"/>
                    <a:pt x="2" y="16"/>
                  </a:cubicBezTo>
                  <a:cubicBezTo>
                    <a:pt x="3" y="16"/>
                    <a:pt x="4" y="15"/>
                    <a:pt x="4" y="14"/>
                  </a:cubicBezTo>
                  <a:cubicBezTo>
                    <a:pt x="4" y="9"/>
                    <a:pt x="8" y="4"/>
                    <a:pt x="14"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F9E04254-04AF-6104-0D06-BB6CC6882A15}"/>
              </a:ext>
            </a:extLst>
          </p:cNvPr>
          <p:cNvGrpSpPr/>
          <p:nvPr/>
        </p:nvGrpSpPr>
        <p:grpSpPr>
          <a:xfrm>
            <a:off x="954177" y="2909435"/>
            <a:ext cx="223757" cy="224742"/>
            <a:chOff x="5554663" y="3248025"/>
            <a:chExt cx="360363" cy="361950"/>
          </a:xfrm>
        </p:grpSpPr>
        <p:sp>
          <p:nvSpPr>
            <p:cNvPr id="26" name="Rectangle 25">
              <a:extLst>
                <a:ext uri="{FF2B5EF4-FFF2-40B4-BE49-F238E27FC236}">
                  <a16:creationId xmlns:a16="http://schemas.microsoft.com/office/drawing/2014/main" id="{D1B439E4-1495-1C46-B38A-745001474314}"/>
                </a:ext>
              </a:extLst>
            </p:cNvPr>
            <p:cNvSpPr>
              <a:spLocks noChangeArrowheads="1"/>
            </p:cNvSpPr>
            <p:nvPr/>
          </p:nvSpPr>
          <p:spPr bwMode="auto">
            <a:xfrm>
              <a:off x="5743575" y="3489325"/>
              <a:ext cx="66675" cy="460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128AD5F9-8156-ED8E-C7F6-D1697487458A}"/>
                </a:ext>
              </a:extLst>
            </p:cNvPr>
            <p:cNvSpPr>
              <a:spLocks noChangeArrowheads="1"/>
            </p:cNvSpPr>
            <p:nvPr/>
          </p:nvSpPr>
          <p:spPr bwMode="auto">
            <a:xfrm>
              <a:off x="5661025" y="3489325"/>
              <a:ext cx="66675" cy="460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Rectangle 41">
              <a:extLst>
                <a:ext uri="{FF2B5EF4-FFF2-40B4-BE49-F238E27FC236}">
                  <a16:creationId xmlns:a16="http://schemas.microsoft.com/office/drawing/2014/main" id="{786FA699-A912-D585-2DD5-B4E67D264E36}"/>
                </a:ext>
              </a:extLst>
            </p:cNvPr>
            <p:cNvSpPr>
              <a:spLocks noChangeArrowheads="1"/>
            </p:cNvSpPr>
            <p:nvPr/>
          </p:nvSpPr>
          <p:spPr bwMode="auto">
            <a:xfrm>
              <a:off x="5743575" y="3429000"/>
              <a:ext cx="66675" cy="460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Rectangle 42">
              <a:extLst>
                <a:ext uri="{FF2B5EF4-FFF2-40B4-BE49-F238E27FC236}">
                  <a16:creationId xmlns:a16="http://schemas.microsoft.com/office/drawing/2014/main" id="{FC2469A6-0CC2-7A78-21D7-D23E190AD554}"/>
                </a:ext>
              </a:extLst>
            </p:cNvPr>
            <p:cNvSpPr>
              <a:spLocks noChangeArrowheads="1"/>
            </p:cNvSpPr>
            <p:nvPr/>
          </p:nvSpPr>
          <p:spPr bwMode="auto">
            <a:xfrm>
              <a:off x="5661025" y="3429000"/>
              <a:ext cx="66675" cy="460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3">
              <a:extLst>
                <a:ext uri="{FF2B5EF4-FFF2-40B4-BE49-F238E27FC236}">
                  <a16:creationId xmlns:a16="http://schemas.microsoft.com/office/drawing/2014/main" id="{B3ADFD29-0F67-EBA1-FEFD-029074AF8B58}"/>
                </a:ext>
              </a:extLst>
            </p:cNvPr>
            <p:cNvSpPr>
              <a:spLocks noEditPoints="1"/>
            </p:cNvSpPr>
            <p:nvPr/>
          </p:nvSpPr>
          <p:spPr bwMode="auto">
            <a:xfrm>
              <a:off x="5554663" y="3368675"/>
              <a:ext cx="360363" cy="241300"/>
            </a:xfrm>
            <a:custGeom>
              <a:avLst/>
              <a:gdLst>
                <a:gd name="T0" fmla="*/ 2 w 96"/>
                <a:gd name="T1" fmla="*/ 64 h 64"/>
                <a:gd name="T2" fmla="*/ 96 w 96"/>
                <a:gd name="T3" fmla="*/ 62 h 64"/>
                <a:gd name="T4" fmla="*/ 0 w 96"/>
                <a:gd name="T5" fmla="*/ 0 h 64"/>
                <a:gd name="T6" fmla="*/ 10 w 96"/>
                <a:gd name="T7" fmla="*/ 32 h 64"/>
                <a:gd name="T8" fmla="*/ 10 w 96"/>
                <a:gd name="T9" fmla="*/ 28 h 64"/>
                <a:gd name="T10" fmla="*/ 24 w 96"/>
                <a:gd name="T11" fmla="*/ 16 h 64"/>
                <a:gd name="T12" fmla="*/ 8 w 96"/>
                <a:gd name="T13" fmla="*/ 14 h 64"/>
                <a:gd name="T14" fmla="*/ 24 w 96"/>
                <a:gd name="T15" fmla="*/ 12 h 64"/>
                <a:gd name="T16" fmla="*/ 26 w 96"/>
                <a:gd name="T17" fmla="*/ 4 h 64"/>
                <a:gd name="T18" fmla="*/ 28 w 96"/>
                <a:gd name="T19" fmla="*/ 12 h 64"/>
                <a:gd name="T20" fmla="*/ 46 w 96"/>
                <a:gd name="T21" fmla="*/ 6 h 64"/>
                <a:gd name="T22" fmla="*/ 50 w 96"/>
                <a:gd name="T23" fmla="*/ 6 h 64"/>
                <a:gd name="T24" fmla="*/ 68 w 96"/>
                <a:gd name="T25" fmla="*/ 12 h 64"/>
                <a:gd name="T26" fmla="*/ 70 w 96"/>
                <a:gd name="T27" fmla="*/ 4 h 64"/>
                <a:gd name="T28" fmla="*/ 72 w 96"/>
                <a:gd name="T29" fmla="*/ 12 h 64"/>
                <a:gd name="T30" fmla="*/ 88 w 96"/>
                <a:gd name="T31" fmla="*/ 14 h 64"/>
                <a:gd name="T32" fmla="*/ 72 w 96"/>
                <a:gd name="T33" fmla="*/ 16 h 64"/>
                <a:gd name="T34" fmla="*/ 86 w 96"/>
                <a:gd name="T35" fmla="*/ 28 h 64"/>
                <a:gd name="T36" fmla="*/ 86 w 96"/>
                <a:gd name="T37" fmla="*/ 32 h 64"/>
                <a:gd name="T38" fmla="*/ 72 w 96"/>
                <a:gd name="T39" fmla="*/ 44 h 64"/>
                <a:gd name="T40" fmla="*/ 88 w 96"/>
                <a:gd name="T41" fmla="*/ 46 h 64"/>
                <a:gd name="T42" fmla="*/ 72 w 96"/>
                <a:gd name="T43" fmla="*/ 48 h 64"/>
                <a:gd name="T44" fmla="*/ 70 w 96"/>
                <a:gd name="T45" fmla="*/ 56 h 64"/>
                <a:gd name="T46" fmla="*/ 68 w 96"/>
                <a:gd name="T47" fmla="*/ 48 h 64"/>
                <a:gd name="T48" fmla="*/ 50 w 96"/>
                <a:gd name="T49" fmla="*/ 54 h 64"/>
                <a:gd name="T50" fmla="*/ 46 w 96"/>
                <a:gd name="T51" fmla="*/ 54 h 64"/>
                <a:gd name="T52" fmla="*/ 28 w 96"/>
                <a:gd name="T53" fmla="*/ 48 h 64"/>
                <a:gd name="T54" fmla="*/ 26 w 96"/>
                <a:gd name="T55" fmla="*/ 56 h 64"/>
                <a:gd name="T56" fmla="*/ 24 w 96"/>
                <a:gd name="T57" fmla="*/ 48 h 64"/>
                <a:gd name="T58" fmla="*/ 8 w 96"/>
                <a:gd name="T59" fmla="*/ 46 h 64"/>
                <a:gd name="T60" fmla="*/ 24 w 96"/>
                <a:gd name="T61" fmla="*/ 44 h 64"/>
                <a:gd name="T62" fmla="*/ 10 w 96"/>
                <a:gd name="T63"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64">
                  <a:moveTo>
                    <a:pt x="0" y="62"/>
                  </a:moveTo>
                  <a:cubicBezTo>
                    <a:pt x="0" y="63"/>
                    <a:pt x="1" y="64"/>
                    <a:pt x="2" y="64"/>
                  </a:cubicBezTo>
                  <a:cubicBezTo>
                    <a:pt x="94" y="64"/>
                    <a:pt x="94" y="64"/>
                    <a:pt x="94" y="64"/>
                  </a:cubicBezTo>
                  <a:cubicBezTo>
                    <a:pt x="95" y="64"/>
                    <a:pt x="96" y="63"/>
                    <a:pt x="96" y="62"/>
                  </a:cubicBezTo>
                  <a:cubicBezTo>
                    <a:pt x="96" y="0"/>
                    <a:pt x="96" y="0"/>
                    <a:pt x="96" y="0"/>
                  </a:cubicBezTo>
                  <a:cubicBezTo>
                    <a:pt x="0" y="0"/>
                    <a:pt x="0" y="0"/>
                    <a:pt x="0" y="0"/>
                  </a:cubicBezTo>
                  <a:lnTo>
                    <a:pt x="0" y="62"/>
                  </a:lnTo>
                  <a:close/>
                  <a:moveTo>
                    <a:pt x="10" y="32"/>
                  </a:moveTo>
                  <a:cubicBezTo>
                    <a:pt x="9" y="32"/>
                    <a:pt x="8" y="31"/>
                    <a:pt x="8" y="30"/>
                  </a:cubicBezTo>
                  <a:cubicBezTo>
                    <a:pt x="8" y="29"/>
                    <a:pt x="9" y="28"/>
                    <a:pt x="10" y="28"/>
                  </a:cubicBezTo>
                  <a:cubicBezTo>
                    <a:pt x="24" y="28"/>
                    <a:pt x="24" y="28"/>
                    <a:pt x="24" y="28"/>
                  </a:cubicBezTo>
                  <a:cubicBezTo>
                    <a:pt x="24" y="16"/>
                    <a:pt x="24" y="16"/>
                    <a:pt x="24" y="16"/>
                  </a:cubicBezTo>
                  <a:cubicBezTo>
                    <a:pt x="10" y="16"/>
                    <a:pt x="10" y="16"/>
                    <a:pt x="10" y="16"/>
                  </a:cubicBezTo>
                  <a:cubicBezTo>
                    <a:pt x="9" y="16"/>
                    <a:pt x="8" y="15"/>
                    <a:pt x="8" y="14"/>
                  </a:cubicBezTo>
                  <a:cubicBezTo>
                    <a:pt x="8" y="13"/>
                    <a:pt x="9" y="12"/>
                    <a:pt x="10" y="12"/>
                  </a:cubicBezTo>
                  <a:cubicBezTo>
                    <a:pt x="24" y="12"/>
                    <a:pt x="24" y="12"/>
                    <a:pt x="24" y="12"/>
                  </a:cubicBezTo>
                  <a:cubicBezTo>
                    <a:pt x="24" y="6"/>
                    <a:pt x="24" y="6"/>
                    <a:pt x="24" y="6"/>
                  </a:cubicBezTo>
                  <a:cubicBezTo>
                    <a:pt x="24" y="5"/>
                    <a:pt x="25" y="4"/>
                    <a:pt x="26" y="4"/>
                  </a:cubicBezTo>
                  <a:cubicBezTo>
                    <a:pt x="27" y="4"/>
                    <a:pt x="28" y="5"/>
                    <a:pt x="28" y="6"/>
                  </a:cubicBezTo>
                  <a:cubicBezTo>
                    <a:pt x="28" y="12"/>
                    <a:pt x="28" y="12"/>
                    <a:pt x="28" y="12"/>
                  </a:cubicBezTo>
                  <a:cubicBezTo>
                    <a:pt x="46" y="12"/>
                    <a:pt x="46" y="12"/>
                    <a:pt x="46" y="12"/>
                  </a:cubicBezTo>
                  <a:cubicBezTo>
                    <a:pt x="46" y="6"/>
                    <a:pt x="46" y="6"/>
                    <a:pt x="46" y="6"/>
                  </a:cubicBezTo>
                  <a:cubicBezTo>
                    <a:pt x="46" y="5"/>
                    <a:pt x="47" y="4"/>
                    <a:pt x="48" y="4"/>
                  </a:cubicBezTo>
                  <a:cubicBezTo>
                    <a:pt x="49" y="4"/>
                    <a:pt x="50" y="5"/>
                    <a:pt x="50" y="6"/>
                  </a:cubicBezTo>
                  <a:cubicBezTo>
                    <a:pt x="50" y="12"/>
                    <a:pt x="50" y="12"/>
                    <a:pt x="50" y="12"/>
                  </a:cubicBezTo>
                  <a:cubicBezTo>
                    <a:pt x="68" y="12"/>
                    <a:pt x="68" y="12"/>
                    <a:pt x="68" y="12"/>
                  </a:cubicBezTo>
                  <a:cubicBezTo>
                    <a:pt x="68" y="6"/>
                    <a:pt x="68" y="6"/>
                    <a:pt x="68" y="6"/>
                  </a:cubicBezTo>
                  <a:cubicBezTo>
                    <a:pt x="68" y="5"/>
                    <a:pt x="69" y="4"/>
                    <a:pt x="70" y="4"/>
                  </a:cubicBezTo>
                  <a:cubicBezTo>
                    <a:pt x="71" y="4"/>
                    <a:pt x="72" y="5"/>
                    <a:pt x="72" y="6"/>
                  </a:cubicBezTo>
                  <a:cubicBezTo>
                    <a:pt x="72" y="12"/>
                    <a:pt x="72" y="12"/>
                    <a:pt x="72" y="12"/>
                  </a:cubicBezTo>
                  <a:cubicBezTo>
                    <a:pt x="86" y="12"/>
                    <a:pt x="86" y="12"/>
                    <a:pt x="86" y="12"/>
                  </a:cubicBezTo>
                  <a:cubicBezTo>
                    <a:pt x="87" y="12"/>
                    <a:pt x="88" y="13"/>
                    <a:pt x="88" y="14"/>
                  </a:cubicBezTo>
                  <a:cubicBezTo>
                    <a:pt x="88" y="15"/>
                    <a:pt x="87" y="16"/>
                    <a:pt x="86" y="16"/>
                  </a:cubicBezTo>
                  <a:cubicBezTo>
                    <a:pt x="72" y="16"/>
                    <a:pt x="72" y="16"/>
                    <a:pt x="72" y="16"/>
                  </a:cubicBezTo>
                  <a:cubicBezTo>
                    <a:pt x="72" y="28"/>
                    <a:pt x="72" y="28"/>
                    <a:pt x="72" y="28"/>
                  </a:cubicBezTo>
                  <a:cubicBezTo>
                    <a:pt x="86" y="28"/>
                    <a:pt x="86" y="28"/>
                    <a:pt x="86" y="28"/>
                  </a:cubicBezTo>
                  <a:cubicBezTo>
                    <a:pt x="87" y="28"/>
                    <a:pt x="88" y="29"/>
                    <a:pt x="88" y="30"/>
                  </a:cubicBezTo>
                  <a:cubicBezTo>
                    <a:pt x="88" y="31"/>
                    <a:pt x="87" y="32"/>
                    <a:pt x="86" y="32"/>
                  </a:cubicBezTo>
                  <a:cubicBezTo>
                    <a:pt x="72" y="32"/>
                    <a:pt x="72" y="32"/>
                    <a:pt x="72" y="32"/>
                  </a:cubicBezTo>
                  <a:cubicBezTo>
                    <a:pt x="72" y="44"/>
                    <a:pt x="72" y="44"/>
                    <a:pt x="72" y="44"/>
                  </a:cubicBezTo>
                  <a:cubicBezTo>
                    <a:pt x="86" y="44"/>
                    <a:pt x="86" y="44"/>
                    <a:pt x="86" y="44"/>
                  </a:cubicBezTo>
                  <a:cubicBezTo>
                    <a:pt x="87" y="44"/>
                    <a:pt x="88" y="45"/>
                    <a:pt x="88" y="46"/>
                  </a:cubicBezTo>
                  <a:cubicBezTo>
                    <a:pt x="88" y="47"/>
                    <a:pt x="87" y="48"/>
                    <a:pt x="86" y="48"/>
                  </a:cubicBezTo>
                  <a:cubicBezTo>
                    <a:pt x="72" y="48"/>
                    <a:pt x="72" y="48"/>
                    <a:pt x="72" y="48"/>
                  </a:cubicBezTo>
                  <a:cubicBezTo>
                    <a:pt x="72" y="54"/>
                    <a:pt x="72" y="54"/>
                    <a:pt x="72" y="54"/>
                  </a:cubicBezTo>
                  <a:cubicBezTo>
                    <a:pt x="72" y="55"/>
                    <a:pt x="71" y="56"/>
                    <a:pt x="70" y="56"/>
                  </a:cubicBezTo>
                  <a:cubicBezTo>
                    <a:pt x="69" y="56"/>
                    <a:pt x="68" y="55"/>
                    <a:pt x="68" y="54"/>
                  </a:cubicBezTo>
                  <a:cubicBezTo>
                    <a:pt x="68" y="48"/>
                    <a:pt x="68" y="48"/>
                    <a:pt x="68" y="48"/>
                  </a:cubicBezTo>
                  <a:cubicBezTo>
                    <a:pt x="50" y="48"/>
                    <a:pt x="50" y="48"/>
                    <a:pt x="50" y="48"/>
                  </a:cubicBezTo>
                  <a:cubicBezTo>
                    <a:pt x="50" y="54"/>
                    <a:pt x="50" y="54"/>
                    <a:pt x="50" y="54"/>
                  </a:cubicBezTo>
                  <a:cubicBezTo>
                    <a:pt x="50" y="55"/>
                    <a:pt x="49" y="56"/>
                    <a:pt x="48" y="56"/>
                  </a:cubicBezTo>
                  <a:cubicBezTo>
                    <a:pt x="47" y="56"/>
                    <a:pt x="46" y="55"/>
                    <a:pt x="46" y="54"/>
                  </a:cubicBezTo>
                  <a:cubicBezTo>
                    <a:pt x="46" y="48"/>
                    <a:pt x="46" y="48"/>
                    <a:pt x="46" y="48"/>
                  </a:cubicBezTo>
                  <a:cubicBezTo>
                    <a:pt x="28" y="48"/>
                    <a:pt x="28" y="48"/>
                    <a:pt x="28" y="48"/>
                  </a:cubicBezTo>
                  <a:cubicBezTo>
                    <a:pt x="28" y="54"/>
                    <a:pt x="28" y="54"/>
                    <a:pt x="28" y="54"/>
                  </a:cubicBezTo>
                  <a:cubicBezTo>
                    <a:pt x="28" y="55"/>
                    <a:pt x="27" y="56"/>
                    <a:pt x="26" y="56"/>
                  </a:cubicBezTo>
                  <a:cubicBezTo>
                    <a:pt x="25" y="56"/>
                    <a:pt x="24" y="55"/>
                    <a:pt x="24" y="54"/>
                  </a:cubicBezTo>
                  <a:cubicBezTo>
                    <a:pt x="24" y="48"/>
                    <a:pt x="24" y="48"/>
                    <a:pt x="24" y="48"/>
                  </a:cubicBezTo>
                  <a:cubicBezTo>
                    <a:pt x="10" y="48"/>
                    <a:pt x="10" y="48"/>
                    <a:pt x="10" y="48"/>
                  </a:cubicBezTo>
                  <a:cubicBezTo>
                    <a:pt x="9" y="48"/>
                    <a:pt x="8" y="47"/>
                    <a:pt x="8" y="46"/>
                  </a:cubicBezTo>
                  <a:cubicBezTo>
                    <a:pt x="8" y="45"/>
                    <a:pt x="9" y="44"/>
                    <a:pt x="10" y="44"/>
                  </a:cubicBezTo>
                  <a:cubicBezTo>
                    <a:pt x="24" y="44"/>
                    <a:pt x="24" y="44"/>
                    <a:pt x="24" y="44"/>
                  </a:cubicBezTo>
                  <a:cubicBezTo>
                    <a:pt x="24" y="32"/>
                    <a:pt x="24" y="32"/>
                    <a:pt x="24" y="32"/>
                  </a:cubicBezTo>
                  <a:lnTo>
                    <a:pt x="10"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34">
              <a:extLst>
                <a:ext uri="{FF2B5EF4-FFF2-40B4-BE49-F238E27FC236}">
                  <a16:creationId xmlns:a16="http://schemas.microsoft.com/office/drawing/2014/main" id="{0560751D-6A0B-448F-062F-BCC59559B24B}"/>
                </a:ext>
              </a:extLst>
            </p:cNvPr>
            <p:cNvSpPr>
              <a:spLocks noEditPoints="1"/>
            </p:cNvSpPr>
            <p:nvPr/>
          </p:nvSpPr>
          <p:spPr bwMode="auto">
            <a:xfrm>
              <a:off x="5554663" y="3248025"/>
              <a:ext cx="360363" cy="106363"/>
            </a:xfrm>
            <a:custGeom>
              <a:avLst/>
              <a:gdLst>
                <a:gd name="T0" fmla="*/ 94 w 96"/>
                <a:gd name="T1" fmla="*/ 8 h 28"/>
                <a:gd name="T2" fmla="*/ 80 w 96"/>
                <a:gd name="T3" fmla="*/ 8 h 28"/>
                <a:gd name="T4" fmla="*/ 80 w 96"/>
                <a:gd name="T5" fmla="*/ 2 h 28"/>
                <a:gd name="T6" fmla="*/ 78 w 96"/>
                <a:gd name="T7" fmla="*/ 0 h 28"/>
                <a:gd name="T8" fmla="*/ 66 w 96"/>
                <a:gd name="T9" fmla="*/ 0 h 28"/>
                <a:gd name="T10" fmla="*/ 64 w 96"/>
                <a:gd name="T11" fmla="*/ 2 h 28"/>
                <a:gd name="T12" fmla="*/ 64 w 96"/>
                <a:gd name="T13" fmla="*/ 8 h 28"/>
                <a:gd name="T14" fmla="*/ 32 w 96"/>
                <a:gd name="T15" fmla="*/ 8 h 28"/>
                <a:gd name="T16" fmla="*/ 32 w 96"/>
                <a:gd name="T17" fmla="*/ 2 h 28"/>
                <a:gd name="T18" fmla="*/ 30 w 96"/>
                <a:gd name="T19" fmla="*/ 0 h 28"/>
                <a:gd name="T20" fmla="*/ 18 w 96"/>
                <a:gd name="T21" fmla="*/ 0 h 28"/>
                <a:gd name="T22" fmla="*/ 16 w 96"/>
                <a:gd name="T23" fmla="*/ 2 h 28"/>
                <a:gd name="T24" fmla="*/ 16 w 96"/>
                <a:gd name="T25" fmla="*/ 8 h 28"/>
                <a:gd name="T26" fmla="*/ 2 w 96"/>
                <a:gd name="T27" fmla="*/ 8 h 28"/>
                <a:gd name="T28" fmla="*/ 0 w 96"/>
                <a:gd name="T29" fmla="*/ 10 h 28"/>
                <a:gd name="T30" fmla="*/ 0 w 96"/>
                <a:gd name="T31" fmla="*/ 28 h 28"/>
                <a:gd name="T32" fmla="*/ 96 w 96"/>
                <a:gd name="T33" fmla="*/ 28 h 28"/>
                <a:gd name="T34" fmla="*/ 96 w 96"/>
                <a:gd name="T35" fmla="*/ 10 h 28"/>
                <a:gd name="T36" fmla="*/ 94 w 96"/>
                <a:gd name="T37" fmla="*/ 8 h 28"/>
                <a:gd name="T38" fmla="*/ 28 w 96"/>
                <a:gd name="T39" fmla="*/ 16 h 28"/>
                <a:gd name="T40" fmla="*/ 20 w 96"/>
                <a:gd name="T41" fmla="*/ 16 h 28"/>
                <a:gd name="T42" fmla="*/ 20 w 96"/>
                <a:gd name="T43" fmla="*/ 4 h 28"/>
                <a:gd name="T44" fmla="*/ 28 w 96"/>
                <a:gd name="T45" fmla="*/ 4 h 28"/>
                <a:gd name="T46" fmla="*/ 28 w 96"/>
                <a:gd name="T47" fmla="*/ 16 h 28"/>
                <a:gd name="T48" fmla="*/ 76 w 96"/>
                <a:gd name="T49" fmla="*/ 16 h 28"/>
                <a:gd name="T50" fmla="*/ 68 w 96"/>
                <a:gd name="T51" fmla="*/ 16 h 28"/>
                <a:gd name="T52" fmla="*/ 68 w 96"/>
                <a:gd name="T53" fmla="*/ 4 h 28"/>
                <a:gd name="T54" fmla="*/ 76 w 96"/>
                <a:gd name="T55" fmla="*/ 4 h 28"/>
                <a:gd name="T56" fmla="*/ 76 w 96"/>
                <a:gd name="T57"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6" h="28">
                  <a:moveTo>
                    <a:pt x="94" y="8"/>
                  </a:moveTo>
                  <a:cubicBezTo>
                    <a:pt x="80" y="8"/>
                    <a:pt x="80" y="8"/>
                    <a:pt x="80" y="8"/>
                  </a:cubicBezTo>
                  <a:cubicBezTo>
                    <a:pt x="80" y="2"/>
                    <a:pt x="80" y="2"/>
                    <a:pt x="80" y="2"/>
                  </a:cubicBezTo>
                  <a:cubicBezTo>
                    <a:pt x="80" y="1"/>
                    <a:pt x="79" y="0"/>
                    <a:pt x="78" y="0"/>
                  </a:cubicBezTo>
                  <a:cubicBezTo>
                    <a:pt x="66" y="0"/>
                    <a:pt x="66" y="0"/>
                    <a:pt x="66" y="0"/>
                  </a:cubicBezTo>
                  <a:cubicBezTo>
                    <a:pt x="65" y="0"/>
                    <a:pt x="64" y="1"/>
                    <a:pt x="64" y="2"/>
                  </a:cubicBezTo>
                  <a:cubicBezTo>
                    <a:pt x="64" y="8"/>
                    <a:pt x="64" y="8"/>
                    <a:pt x="64" y="8"/>
                  </a:cubicBezTo>
                  <a:cubicBezTo>
                    <a:pt x="32" y="8"/>
                    <a:pt x="32" y="8"/>
                    <a:pt x="32" y="8"/>
                  </a:cubicBezTo>
                  <a:cubicBezTo>
                    <a:pt x="32" y="2"/>
                    <a:pt x="32" y="2"/>
                    <a:pt x="32" y="2"/>
                  </a:cubicBezTo>
                  <a:cubicBezTo>
                    <a:pt x="32" y="1"/>
                    <a:pt x="31" y="0"/>
                    <a:pt x="30" y="0"/>
                  </a:cubicBezTo>
                  <a:cubicBezTo>
                    <a:pt x="18" y="0"/>
                    <a:pt x="18" y="0"/>
                    <a:pt x="18" y="0"/>
                  </a:cubicBezTo>
                  <a:cubicBezTo>
                    <a:pt x="17" y="0"/>
                    <a:pt x="16" y="1"/>
                    <a:pt x="16" y="2"/>
                  </a:cubicBezTo>
                  <a:cubicBezTo>
                    <a:pt x="16" y="8"/>
                    <a:pt x="16" y="8"/>
                    <a:pt x="16" y="8"/>
                  </a:cubicBezTo>
                  <a:cubicBezTo>
                    <a:pt x="2" y="8"/>
                    <a:pt x="2" y="8"/>
                    <a:pt x="2" y="8"/>
                  </a:cubicBezTo>
                  <a:cubicBezTo>
                    <a:pt x="1" y="8"/>
                    <a:pt x="0" y="9"/>
                    <a:pt x="0" y="10"/>
                  </a:cubicBezTo>
                  <a:cubicBezTo>
                    <a:pt x="0" y="28"/>
                    <a:pt x="0" y="28"/>
                    <a:pt x="0" y="28"/>
                  </a:cubicBezTo>
                  <a:cubicBezTo>
                    <a:pt x="96" y="28"/>
                    <a:pt x="96" y="28"/>
                    <a:pt x="96" y="28"/>
                  </a:cubicBezTo>
                  <a:cubicBezTo>
                    <a:pt x="96" y="10"/>
                    <a:pt x="96" y="10"/>
                    <a:pt x="96" y="10"/>
                  </a:cubicBezTo>
                  <a:cubicBezTo>
                    <a:pt x="96" y="9"/>
                    <a:pt x="95" y="8"/>
                    <a:pt x="94" y="8"/>
                  </a:cubicBezTo>
                  <a:close/>
                  <a:moveTo>
                    <a:pt x="28" y="16"/>
                  </a:moveTo>
                  <a:cubicBezTo>
                    <a:pt x="20" y="16"/>
                    <a:pt x="20" y="16"/>
                    <a:pt x="20" y="16"/>
                  </a:cubicBezTo>
                  <a:cubicBezTo>
                    <a:pt x="20" y="4"/>
                    <a:pt x="20" y="4"/>
                    <a:pt x="20" y="4"/>
                  </a:cubicBezTo>
                  <a:cubicBezTo>
                    <a:pt x="28" y="4"/>
                    <a:pt x="28" y="4"/>
                    <a:pt x="28" y="4"/>
                  </a:cubicBezTo>
                  <a:lnTo>
                    <a:pt x="28" y="16"/>
                  </a:lnTo>
                  <a:close/>
                  <a:moveTo>
                    <a:pt x="76" y="16"/>
                  </a:moveTo>
                  <a:cubicBezTo>
                    <a:pt x="68" y="16"/>
                    <a:pt x="68" y="16"/>
                    <a:pt x="68" y="16"/>
                  </a:cubicBezTo>
                  <a:cubicBezTo>
                    <a:pt x="68" y="4"/>
                    <a:pt x="68" y="4"/>
                    <a:pt x="68" y="4"/>
                  </a:cubicBezTo>
                  <a:cubicBezTo>
                    <a:pt x="76" y="4"/>
                    <a:pt x="76" y="4"/>
                    <a:pt x="76" y="4"/>
                  </a:cubicBezTo>
                  <a:lnTo>
                    <a:pt x="7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09A0EF34-6FEC-8450-62EA-916026172695}"/>
              </a:ext>
            </a:extLst>
          </p:cNvPr>
          <p:cNvGrpSpPr/>
          <p:nvPr/>
        </p:nvGrpSpPr>
        <p:grpSpPr>
          <a:xfrm>
            <a:off x="936646" y="3713332"/>
            <a:ext cx="258819" cy="260013"/>
            <a:chOff x="8440738" y="1458913"/>
            <a:chExt cx="344488" cy="346075"/>
          </a:xfrm>
        </p:grpSpPr>
        <p:sp>
          <p:nvSpPr>
            <p:cNvPr id="47" name="Freeform 156">
              <a:extLst>
                <a:ext uri="{FF2B5EF4-FFF2-40B4-BE49-F238E27FC236}">
                  <a16:creationId xmlns:a16="http://schemas.microsoft.com/office/drawing/2014/main" id="{0948C73B-95EA-C2A7-1460-4E049980A0E7}"/>
                </a:ext>
              </a:extLst>
            </p:cNvPr>
            <p:cNvSpPr>
              <a:spLocks/>
            </p:cNvSpPr>
            <p:nvPr/>
          </p:nvSpPr>
          <p:spPr bwMode="auto">
            <a:xfrm>
              <a:off x="8605838" y="1458913"/>
              <a:ext cx="14288" cy="74613"/>
            </a:xfrm>
            <a:custGeom>
              <a:avLst/>
              <a:gdLst>
                <a:gd name="T0" fmla="*/ 2 w 4"/>
                <a:gd name="T1" fmla="*/ 20 h 20"/>
                <a:gd name="T2" fmla="*/ 0 w 4"/>
                <a:gd name="T3" fmla="*/ 18 h 20"/>
                <a:gd name="T4" fmla="*/ 0 w 4"/>
                <a:gd name="T5" fmla="*/ 2 h 20"/>
                <a:gd name="T6" fmla="*/ 2 w 4"/>
                <a:gd name="T7" fmla="*/ 0 h 20"/>
                <a:gd name="T8" fmla="*/ 4 w 4"/>
                <a:gd name="T9" fmla="*/ 2 h 20"/>
                <a:gd name="T10" fmla="*/ 4 w 4"/>
                <a:gd name="T11" fmla="*/ 18 h 20"/>
                <a:gd name="T12" fmla="*/ 2 w 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4" h="20">
                  <a:moveTo>
                    <a:pt x="2" y="20"/>
                  </a:moveTo>
                  <a:cubicBezTo>
                    <a:pt x="1" y="20"/>
                    <a:pt x="0" y="19"/>
                    <a:pt x="0" y="18"/>
                  </a:cubicBezTo>
                  <a:cubicBezTo>
                    <a:pt x="0" y="2"/>
                    <a:pt x="0" y="2"/>
                    <a:pt x="0" y="2"/>
                  </a:cubicBezTo>
                  <a:cubicBezTo>
                    <a:pt x="0" y="1"/>
                    <a:pt x="1" y="0"/>
                    <a:pt x="2" y="0"/>
                  </a:cubicBezTo>
                  <a:cubicBezTo>
                    <a:pt x="3" y="0"/>
                    <a:pt x="4" y="1"/>
                    <a:pt x="4" y="2"/>
                  </a:cubicBezTo>
                  <a:cubicBezTo>
                    <a:pt x="4" y="18"/>
                    <a:pt x="4" y="18"/>
                    <a:pt x="4" y="18"/>
                  </a:cubicBezTo>
                  <a:cubicBezTo>
                    <a:pt x="4" y="19"/>
                    <a:pt x="3" y="20"/>
                    <a:pt x="2"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157">
              <a:extLst>
                <a:ext uri="{FF2B5EF4-FFF2-40B4-BE49-F238E27FC236}">
                  <a16:creationId xmlns:a16="http://schemas.microsoft.com/office/drawing/2014/main" id="{8F123245-2E7E-EAC9-C764-8CEB5EDFE080}"/>
                </a:ext>
              </a:extLst>
            </p:cNvPr>
            <p:cNvSpPr>
              <a:spLocks/>
            </p:cNvSpPr>
            <p:nvPr/>
          </p:nvSpPr>
          <p:spPr bwMode="auto">
            <a:xfrm>
              <a:off x="8440738" y="1624013"/>
              <a:ext cx="74613" cy="14288"/>
            </a:xfrm>
            <a:custGeom>
              <a:avLst/>
              <a:gdLst>
                <a:gd name="T0" fmla="*/ 2 w 20"/>
                <a:gd name="T1" fmla="*/ 4 h 4"/>
                <a:gd name="T2" fmla="*/ 0 w 20"/>
                <a:gd name="T3" fmla="*/ 2 h 4"/>
                <a:gd name="T4" fmla="*/ 2 w 20"/>
                <a:gd name="T5" fmla="*/ 0 h 4"/>
                <a:gd name="T6" fmla="*/ 18 w 20"/>
                <a:gd name="T7" fmla="*/ 0 h 4"/>
                <a:gd name="T8" fmla="*/ 20 w 20"/>
                <a:gd name="T9" fmla="*/ 2 h 4"/>
                <a:gd name="T10" fmla="*/ 18 w 20"/>
                <a:gd name="T11" fmla="*/ 4 h 4"/>
                <a:gd name="T12" fmla="*/ 2 w 2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0" h="4">
                  <a:moveTo>
                    <a:pt x="2" y="4"/>
                  </a:moveTo>
                  <a:cubicBezTo>
                    <a:pt x="1" y="4"/>
                    <a:pt x="0" y="3"/>
                    <a:pt x="0" y="2"/>
                  </a:cubicBezTo>
                  <a:cubicBezTo>
                    <a:pt x="0" y="1"/>
                    <a:pt x="1" y="0"/>
                    <a:pt x="2" y="0"/>
                  </a:cubicBezTo>
                  <a:cubicBezTo>
                    <a:pt x="18" y="0"/>
                    <a:pt x="18" y="0"/>
                    <a:pt x="18" y="0"/>
                  </a:cubicBezTo>
                  <a:cubicBezTo>
                    <a:pt x="19" y="0"/>
                    <a:pt x="20" y="1"/>
                    <a:pt x="20" y="2"/>
                  </a:cubicBezTo>
                  <a:cubicBezTo>
                    <a:pt x="20" y="3"/>
                    <a:pt x="19" y="4"/>
                    <a:pt x="18" y="4"/>
                  </a:cubicBez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Freeform 158">
              <a:extLst>
                <a:ext uri="{FF2B5EF4-FFF2-40B4-BE49-F238E27FC236}">
                  <a16:creationId xmlns:a16="http://schemas.microsoft.com/office/drawing/2014/main" id="{30E1035B-A277-D665-45A1-905D86791505}"/>
                </a:ext>
              </a:extLst>
            </p:cNvPr>
            <p:cNvSpPr>
              <a:spLocks/>
            </p:cNvSpPr>
            <p:nvPr/>
          </p:nvSpPr>
          <p:spPr bwMode="auto">
            <a:xfrm>
              <a:off x="8605838" y="1728788"/>
              <a:ext cx="14288" cy="76200"/>
            </a:xfrm>
            <a:custGeom>
              <a:avLst/>
              <a:gdLst>
                <a:gd name="T0" fmla="*/ 2 w 4"/>
                <a:gd name="T1" fmla="*/ 20 h 20"/>
                <a:gd name="T2" fmla="*/ 0 w 4"/>
                <a:gd name="T3" fmla="*/ 18 h 20"/>
                <a:gd name="T4" fmla="*/ 0 w 4"/>
                <a:gd name="T5" fmla="*/ 2 h 20"/>
                <a:gd name="T6" fmla="*/ 2 w 4"/>
                <a:gd name="T7" fmla="*/ 0 h 20"/>
                <a:gd name="T8" fmla="*/ 4 w 4"/>
                <a:gd name="T9" fmla="*/ 2 h 20"/>
                <a:gd name="T10" fmla="*/ 4 w 4"/>
                <a:gd name="T11" fmla="*/ 18 h 20"/>
                <a:gd name="T12" fmla="*/ 2 w 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4" h="20">
                  <a:moveTo>
                    <a:pt x="2" y="20"/>
                  </a:moveTo>
                  <a:cubicBezTo>
                    <a:pt x="1" y="20"/>
                    <a:pt x="0" y="19"/>
                    <a:pt x="0" y="18"/>
                  </a:cubicBezTo>
                  <a:cubicBezTo>
                    <a:pt x="0" y="2"/>
                    <a:pt x="0" y="2"/>
                    <a:pt x="0" y="2"/>
                  </a:cubicBezTo>
                  <a:cubicBezTo>
                    <a:pt x="0" y="1"/>
                    <a:pt x="1" y="0"/>
                    <a:pt x="2" y="0"/>
                  </a:cubicBezTo>
                  <a:cubicBezTo>
                    <a:pt x="3" y="0"/>
                    <a:pt x="4" y="1"/>
                    <a:pt x="4" y="2"/>
                  </a:cubicBezTo>
                  <a:cubicBezTo>
                    <a:pt x="4" y="18"/>
                    <a:pt x="4" y="18"/>
                    <a:pt x="4" y="18"/>
                  </a:cubicBezTo>
                  <a:cubicBezTo>
                    <a:pt x="4" y="19"/>
                    <a:pt x="3" y="20"/>
                    <a:pt x="2"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159">
              <a:extLst>
                <a:ext uri="{FF2B5EF4-FFF2-40B4-BE49-F238E27FC236}">
                  <a16:creationId xmlns:a16="http://schemas.microsoft.com/office/drawing/2014/main" id="{8BD1EF59-CAEA-A9E1-8C8C-D31A2F18384A}"/>
                </a:ext>
              </a:extLst>
            </p:cNvPr>
            <p:cNvSpPr>
              <a:spLocks/>
            </p:cNvSpPr>
            <p:nvPr/>
          </p:nvSpPr>
          <p:spPr bwMode="auto">
            <a:xfrm>
              <a:off x="8710613" y="1624013"/>
              <a:ext cx="74613" cy="14288"/>
            </a:xfrm>
            <a:custGeom>
              <a:avLst/>
              <a:gdLst>
                <a:gd name="T0" fmla="*/ 18 w 20"/>
                <a:gd name="T1" fmla="*/ 4 h 4"/>
                <a:gd name="T2" fmla="*/ 18 w 20"/>
                <a:gd name="T3" fmla="*/ 4 h 4"/>
                <a:gd name="T4" fmla="*/ 2 w 20"/>
                <a:gd name="T5" fmla="*/ 4 h 4"/>
                <a:gd name="T6" fmla="*/ 0 w 20"/>
                <a:gd name="T7" fmla="*/ 2 h 4"/>
                <a:gd name="T8" fmla="*/ 2 w 20"/>
                <a:gd name="T9" fmla="*/ 0 h 4"/>
                <a:gd name="T10" fmla="*/ 2 w 20"/>
                <a:gd name="T11" fmla="*/ 0 h 4"/>
                <a:gd name="T12" fmla="*/ 18 w 20"/>
                <a:gd name="T13" fmla="*/ 0 h 4"/>
                <a:gd name="T14" fmla="*/ 20 w 20"/>
                <a:gd name="T15" fmla="*/ 2 h 4"/>
                <a:gd name="T16" fmla="*/ 18 w 20"/>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4">
                  <a:moveTo>
                    <a:pt x="18" y="4"/>
                  </a:moveTo>
                  <a:cubicBezTo>
                    <a:pt x="18" y="4"/>
                    <a:pt x="18" y="4"/>
                    <a:pt x="18" y="4"/>
                  </a:cubicBezTo>
                  <a:cubicBezTo>
                    <a:pt x="2" y="4"/>
                    <a:pt x="2" y="4"/>
                    <a:pt x="2" y="4"/>
                  </a:cubicBezTo>
                  <a:cubicBezTo>
                    <a:pt x="1" y="4"/>
                    <a:pt x="0" y="3"/>
                    <a:pt x="0" y="2"/>
                  </a:cubicBezTo>
                  <a:cubicBezTo>
                    <a:pt x="0" y="1"/>
                    <a:pt x="1" y="0"/>
                    <a:pt x="2" y="0"/>
                  </a:cubicBezTo>
                  <a:cubicBezTo>
                    <a:pt x="2" y="0"/>
                    <a:pt x="2" y="0"/>
                    <a:pt x="2" y="0"/>
                  </a:cubicBezTo>
                  <a:cubicBezTo>
                    <a:pt x="18" y="0"/>
                    <a:pt x="18" y="0"/>
                    <a:pt x="18" y="0"/>
                  </a:cubicBezTo>
                  <a:cubicBezTo>
                    <a:pt x="19" y="0"/>
                    <a:pt x="20" y="1"/>
                    <a:pt x="20" y="2"/>
                  </a:cubicBezTo>
                  <a:cubicBezTo>
                    <a:pt x="20" y="3"/>
                    <a:pt x="19" y="4"/>
                    <a:pt x="18"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60">
              <a:extLst>
                <a:ext uri="{FF2B5EF4-FFF2-40B4-BE49-F238E27FC236}">
                  <a16:creationId xmlns:a16="http://schemas.microsoft.com/office/drawing/2014/main" id="{85C20D7B-9C42-E146-9ED2-2CE59C038016}"/>
                </a:ext>
              </a:extLst>
            </p:cNvPr>
            <p:cNvSpPr>
              <a:spLocks noEditPoints="1"/>
            </p:cNvSpPr>
            <p:nvPr/>
          </p:nvSpPr>
          <p:spPr bwMode="auto">
            <a:xfrm>
              <a:off x="8470900" y="1489076"/>
              <a:ext cx="284163" cy="285750"/>
            </a:xfrm>
            <a:custGeom>
              <a:avLst/>
              <a:gdLst>
                <a:gd name="T0" fmla="*/ 66 w 76"/>
                <a:gd name="T1" fmla="*/ 42 h 76"/>
                <a:gd name="T2" fmla="*/ 62 w 76"/>
                <a:gd name="T3" fmla="*/ 38 h 76"/>
                <a:gd name="T4" fmla="*/ 66 w 76"/>
                <a:gd name="T5" fmla="*/ 34 h 76"/>
                <a:gd name="T6" fmla="*/ 76 w 76"/>
                <a:gd name="T7" fmla="*/ 34 h 76"/>
                <a:gd name="T8" fmla="*/ 42 w 76"/>
                <a:gd name="T9" fmla="*/ 0 h 76"/>
                <a:gd name="T10" fmla="*/ 42 w 76"/>
                <a:gd name="T11" fmla="*/ 10 h 76"/>
                <a:gd name="T12" fmla="*/ 38 w 76"/>
                <a:gd name="T13" fmla="*/ 14 h 76"/>
                <a:gd name="T14" fmla="*/ 34 w 76"/>
                <a:gd name="T15" fmla="*/ 10 h 76"/>
                <a:gd name="T16" fmla="*/ 34 w 76"/>
                <a:gd name="T17" fmla="*/ 0 h 76"/>
                <a:gd name="T18" fmla="*/ 0 w 76"/>
                <a:gd name="T19" fmla="*/ 34 h 76"/>
                <a:gd name="T20" fmla="*/ 10 w 76"/>
                <a:gd name="T21" fmla="*/ 34 h 76"/>
                <a:gd name="T22" fmla="*/ 14 w 76"/>
                <a:gd name="T23" fmla="*/ 38 h 76"/>
                <a:gd name="T24" fmla="*/ 10 w 76"/>
                <a:gd name="T25" fmla="*/ 42 h 76"/>
                <a:gd name="T26" fmla="*/ 0 w 76"/>
                <a:gd name="T27" fmla="*/ 42 h 76"/>
                <a:gd name="T28" fmla="*/ 34 w 76"/>
                <a:gd name="T29" fmla="*/ 76 h 76"/>
                <a:gd name="T30" fmla="*/ 34 w 76"/>
                <a:gd name="T31" fmla="*/ 66 h 76"/>
                <a:gd name="T32" fmla="*/ 38 w 76"/>
                <a:gd name="T33" fmla="*/ 62 h 76"/>
                <a:gd name="T34" fmla="*/ 42 w 76"/>
                <a:gd name="T35" fmla="*/ 66 h 76"/>
                <a:gd name="T36" fmla="*/ 42 w 76"/>
                <a:gd name="T37" fmla="*/ 76 h 76"/>
                <a:gd name="T38" fmla="*/ 76 w 76"/>
                <a:gd name="T39" fmla="*/ 42 h 76"/>
                <a:gd name="T40" fmla="*/ 66 w 76"/>
                <a:gd name="T41" fmla="*/ 42 h 76"/>
                <a:gd name="T42" fmla="*/ 54 w 76"/>
                <a:gd name="T43" fmla="*/ 56 h 76"/>
                <a:gd name="T44" fmla="*/ 54 w 76"/>
                <a:gd name="T45" fmla="*/ 56 h 76"/>
                <a:gd name="T46" fmla="*/ 22 w 76"/>
                <a:gd name="T47" fmla="*/ 56 h 76"/>
                <a:gd name="T48" fmla="*/ 20 w 76"/>
                <a:gd name="T49" fmla="*/ 54 h 76"/>
                <a:gd name="T50" fmla="*/ 31 w 76"/>
                <a:gd name="T51" fmla="*/ 37 h 76"/>
                <a:gd name="T52" fmla="*/ 28 w 76"/>
                <a:gd name="T53" fmla="*/ 30 h 76"/>
                <a:gd name="T54" fmla="*/ 38 w 76"/>
                <a:gd name="T55" fmla="*/ 20 h 76"/>
                <a:gd name="T56" fmla="*/ 48 w 76"/>
                <a:gd name="T57" fmla="*/ 30 h 76"/>
                <a:gd name="T58" fmla="*/ 45 w 76"/>
                <a:gd name="T59" fmla="*/ 37 h 76"/>
                <a:gd name="T60" fmla="*/ 56 w 76"/>
                <a:gd name="T61" fmla="*/ 53 h 76"/>
                <a:gd name="T62" fmla="*/ 56 w 76"/>
                <a:gd name="T63" fmla="*/ 54 h 76"/>
                <a:gd name="T64" fmla="*/ 54 w 76"/>
                <a:gd name="T6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 h="76">
                  <a:moveTo>
                    <a:pt x="66" y="42"/>
                  </a:moveTo>
                  <a:cubicBezTo>
                    <a:pt x="64" y="42"/>
                    <a:pt x="62" y="40"/>
                    <a:pt x="62" y="38"/>
                  </a:cubicBezTo>
                  <a:cubicBezTo>
                    <a:pt x="62" y="36"/>
                    <a:pt x="64" y="34"/>
                    <a:pt x="66" y="34"/>
                  </a:cubicBezTo>
                  <a:cubicBezTo>
                    <a:pt x="76" y="34"/>
                    <a:pt x="76" y="34"/>
                    <a:pt x="76" y="34"/>
                  </a:cubicBezTo>
                  <a:cubicBezTo>
                    <a:pt x="74" y="16"/>
                    <a:pt x="60" y="2"/>
                    <a:pt x="42" y="0"/>
                  </a:cubicBezTo>
                  <a:cubicBezTo>
                    <a:pt x="42" y="10"/>
                    <a:pt x="42" y="10"/>
                    <a:pt x="42" y="10"/>
                  </a:cubicBezTo>
                  <a:cubicBezTo>
                    <a:pt x="42" y="12"/>
                    <a:pt x="40" y="14"/>
                    <a:pt x="38" y="14"/>
                  </a:cubicBezTo>
                  <a:cubicBezTo>
                    <a:pt x="36" y="14"/>
                    <a:pt x="34" y="12"/>
                    <a:pt x="34" y="10"/>
                  </a:cubicBezTo>
                  <a:cubicBezTo>
                    <a:pt x="34" y="0"/>
                    <a:pt x="34" y="0"/>
                    <a:pt x="34" y="0"/>
                  </a:cubicBezTo>
                  <a:cubicBezTo>
                    <a:pt x="16" y="2"/>
                    <a:pt x="2" y="16"/>
                    <a:pt x="0" y="34"/>
                  </a:cubicBezTo>
                  <a:cubicBezTo>
                    <a:pt x="10" y="34"/>
                    <a:pt x="10" y="34"/>
                    <a:pt x="10" y="34"/>
                  </a:cubicBezTo>
                  <a:cubicBezTo>
                    <a:pt x="12" y="34"/>
                    <a:pt x="14" y="36"/>
                    <a:pt x="14" y="38"/>
                  </a:cubicBezTo>
                  <a:cubicBezTo>
                    <a:pt x="14" y="40"/>
                    <a:pt x="12" y="42"/>
                    <a:pt x="10" y="42"/>
                  </a:cubicBezTo>
                  <a:cubicBezTo>
                    <a:pt x="0" y="42"/>
                    <a:pt x="0" y="42"/>
                    <a:pt x="0" y="42"/>
                  </a:cubicBezTo>
                  <a:cubicBezTo>
                    <a:pt x="2" y="60"/>
                    <a:pt x="16" y="74"/>
                    <a:pt x="34" y="76"/>
                  </a:cubicBezTo>
                  <a:cubicBezTo>
                    <a:pt x="34" y="66"/>
                    <a:pt x="34" y="66"/>
                    <a:pt x="34" y="66"/>
                  </a:cubicBezTo>
                  <a:cubicBezTo>
                    <a:pt x="34" y="64"/>
                    <a:pt x="36" y="62"/>
                    <a:pt x="38" y="62"/>
                  </a:cubicBezTo>
                  <a:cubicBezTo>
                    <a:pt x="40" y="62"/>
                    <a:pt x="42" y="64"/>
                    <a:pt x="42" y="66"/>
                  </a:cubicBezTo>
                  <a:cubicBezTo>
                    <a:pt x="42" y="76"/>
                    <a:pt x="42" y="76"/>
                    <a:pt x="42" y="76"/>
                  </a:cubicBezTo>
                  <a:cubicBezTo>
                    <a:pt x="60" y="74"/>
                    <a:pt x="74" y="60"/>
                    <a:pt x="76" y="42"/>
                  </a:cubicBezTo>
                  <a:lnTo>
                    <a:pt x="66" y="42"/>
                  </a:lnTo>
                  <a:close/>
                  <a:moveTo>
                    <a:pt x="54" y="56"/>
                  </a:moveTo>
                  <a:cubicBezTo>
                    <a:pt x="54" y="56"/>
                    <a:pt x="54" y="56"/>
                    <a:pt x="54" y="56"/>
                  </a:cubicBezTo>
                  <a:cubicBezTo>
                    <a:pt x="22" y="56"/>
                    <a:pt x="22" y="56"/>
                    <a:pt x="22" y="56"/>
                  </a:cubicBezTo>
                  <a:cubicBezTo>
                    <a:pt x="21" y="56"/>
                    <a:pt x="20" y="55"/>
                    <a:pt x="20" y="54"/>
                  </a:cubicBezTo>
                  <a:cubicBezTo>
                    <a:pt x="20" y="46"/>
                    <a:pt x="25" y="40"/>
                    <a:pt x="31" y="37"/>
                  </a:cubicBezTo>
                  <a:cubicBezTo>
                    <a:pt x="29" y="36"/>
                    <a:pt x="28" y="33"/>
                    <a:pt x="28" y="30"/>
                  </a:cubicBezTo>
                  <a:cubicBezTo>
                    <a:pt x="28" y="25"/>
                    <a:pt x="33" y="20"/>
                    <a:pt x="38" y="20"/>
                  </a:cubicBezTo>
                  <a:cubicBezTo>
                    <a:pt x="44" y="20"/>
                    <a:pt x="48" y="25"/>
                    <a:pt x="48" y="30"/>
                  </a:cubicBezTo>
                  <a:cubicBezTo>
                    <a:pt x="48" y="33"/>
                    <a:pt x="47" y="36"/>
                    <a:pt x="45" y="37"/>
                  </a:cubicBezTo>
                  <a:cubicBezTo>
                    <a:pt x="51" y="40"/>
                    <a:pt x="56" y="46"/>
                    <a:pt x="56" y="53"/>
                  </a:cubicBezTo>
                  <a:cubicBezTo>
                    <a:pt x="56" y="54"/>
                    <a:pt x="56" y="54"/>
                    <a:pt x="56" y="54"/>
                  </a:cubicBezTo>
                  <a:cubicBezTo>
                    <a:pt x="56" y="55"/>
                    <a:pt x="55" y="56"/>
                    <a:pt x="54"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 name="Group 51">
            <a:extLst>
              <a:ext uri="{FF2B5EF4-FFF2-40B4-BE49-F238E27FC236}">
                <a16:creationId xmlns:a16="http://schemas.microsoft.com/office/drawing/2014/main" id="{4CA12C27-81BB-FA59-0BDF-604954094FF7}"/>
              </a:ext>
            </a:extLst>
          </p:cNvPr>
          <p:cNvGrpSpPr/>
          <p:nvPr/>
        </p:nvGrpSpPr>
        <p:grpSpPr>
          <a:xfrm>
            <a:off x="954177" y="4566792"/>
            <a:ext cx="223756" cy="196157"/>
            <a:chOff x="9161463" y="3305176"/>
            <a:chExt cx="360362" cy="315912"/>
          </a:xfrm>
        </p:grpSpPr>
        <p:sp>
          <p:nvSpPr>
            <p:cNvPr id="53" name="Freeform 80">
              <a:extLst>
                <a:ext uri="{FF2B5EF4-FFF2-40B4-BE49-F238E27FC236}">
                  <a16:creationId xmlns:a16="http://schemas.microsoft.com/office/drawing/2014/main" id="{E8B65F8E-134E-82E2-6C7D-9D6A3E90188E}"/>
                </a:ext>
              </a:extLst>
            </p:cNvPr>
            <p:cNvSpPr>
              <a:spLocks/>
            </p:cNvSpPr>
            <p:nvPr/>
          </p:nvSpPr>
          <p:spPr bwMode="auto">
            <a:xfrm>
              <a:off x="9161463" y="3379788"/>
              <a:ext cx="285750" cy="241300"/>
            </a:xfrm>
            <a:custGeom>
              <a:avLst/>
              <a:gdLst>
                <a:gd name="T0" fmla="*/ 68 w 76"/>
                <a:gd name="T1" fmla="*/ 36 h 64"/>
                <a:gd name="T2" fmla="*/ 28 w 76"/>
                <a:gd name="T3" fmla="*/ 36 h 64"/>
                <a:gd name="T4" fmla="*/ 26 w 76"/>
                <a:gd name="T5" fmla="*/ 32 h 64"/>
                <a:gd name="T6" fmla="*/ 18 w 76"/>
                <a:gd name="T7" fmla="*/ 36 h 64"/>
                <a:gd name="T8" fmla="*/ 16 w 76"/>
                <a:gd name="T9" fmla="*/ 34 h 64"/>
                <a:gd name="T10" fmla="*/ 18 w 76"/>
                <a:gd name="T11" fmla="*/ 32 h 64"/>
                <a:gd name="T12" fmla="*/ 30 w 76"/>
                <a:gd name="T13" fmla="*/ 19 h 64"/>
                <a:gd name="T14" fmla="*/ 32 w 76"/>
                <a:gd name="T15" fmla="*/ 18 h 64"/>
                <a:gd name="T16" fmla="*/ 38 w 76"/>
                <a:gd name="T17" fmla="*/ 18 h 64"/>
                <a:gd name="T18" fmla="*/ 48 w 76"/>
                <a:gd name="T19" fmla="*/ 10 h 64"/>
                <a:gd name="T20" fmla="*/ 48 w 76"/>
                <a:gd name="T21" fmla="*/ 8 h 64"/>
                <a:gd name="T22" fmla="*/ 38 w 76"/>
                <a:gd name="T23" fmla="*/ 0 h 64"/>
                <a:gd name="T24" fmla="*/ 26 w 76"/>
                <a:gd name="T25" fmla="*/ 0 h 64"/>
                <a:gd name="T26" fmla="*/ 20 w 76"/>
                <a:gd name="T27" fmla="*/ 0 h 64"/>
                <a:gd name="T28" fmla="*/ 20 w 76"/>
                <a:gd name="T29" fmla="*/ 1 h 64"/>
                <a:gd name="T30" fmla="*/ 0 w 76"/>
                <a:gd name="T31" fmla="*/ 29 h 64"/>
                <a:gd name="T32" fmla="*/ 0 w 76"/>
                <a:gd name="T33" fmla="*/ 42 h 64"/>
                <a:gd name="T34" fmla="*/ 22 w 76"/>
                <a:gd name="T35" fmla="*/ 64 h 64"/>
                <a:gd name="T36" fmla="*/ 52 w 76"/>
                <a:gd name="T37" fmla="*/ 64 h 64"/>
                <a:gd name="T38" fmla="*/ 60 w 76"/>
                <a:gd name="T39" fmla="*/ 56 h 64"/>
                <a:gd name="T40" fmla="*/ 59 w 76"/>
                <a:gd name="T41" fmla="*/ 52 h 64"/>
                <a:gd name="T42" fmla="*/ 68 w 76"/>
                <a:gd name="T43" fmla="*/ 52 h 64"/>
                <a:gd name="T44" fmla="*/ 76 w 76"/>
                <a:gd name="T45" fmla="*/ 44 h 64"/>
                <a:gd name="T46" fmla="*/ 68 w 76"/>
                <a:gd name="T47" fmla="*/ 3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64">
                  <a:moveTo>
                    <a:pt x="68" y="36"/>
                  </a:moveTo>
                  <a:cubicBezTo>
                    <a:pt x="28" y="36"/>
                    <a:pt x="28" y="36"/>
                    <a:pt x="28" y="36"/>
                  </a:cubicBezTo>
                  <a:cubicBezTo>
                    <a:pt x="27" y="36"/>
                    <a:pt x="26" y="35"/>
                    <a:pt x="26" y="32"/>
                  </a:cubicBezTo>
                  <a:cubicBezTo>
                    <a:pt x="24" y="34"/>
                    <a:pt x="21" y="36"/>
                    <a:pt x="18" y="36"/>
                  </a:cubicBezTo>
                  <a:cubicBezTo>
                    <a:pt x="17" y="36"/>
                    <a:pt x="16" y="35"/>
                    <a:pt x="16" y="34"/>
                  </a:cubicBezTo>
                  <a:cubicBezTo>
                    <a:pt x="16" y="33"/>
                    <a:pt x="17" y="32"/>
                    <a:pt x="18" y="32"/>
                  </a:cubicBezTo>
                  <a:cubicBezTo>
                    <a:pt x="23" y="32"/>
                    <a:pt x="29" y="23"/>
                    <a:pt x="30" y="19"/>
                  </a:cubicBezTo>
                  <a:cubicBezTo>
                    <a:pt x="30" y="18"/>
                    <a:pt x="31" y="18"/>
                    <a:pt x="32" y="18"/>
                  </a:cubicBezTo>
                  <a:cubicBezTo>
                    <a:pt x="38" y="18"/>
                    <a:pt x="38" y="18"/>
                    <a:pt x="38" y="18"/>
                  </a:cubicBezTo>
                  <a:cubicBezTo>
                    <a:pt x="45" y="18"/>
                    <a:pt x="48" y="13"/>
                    <a:pt x="48" y="10"/>
                  </a:cubicBezTo>
                  <a:cubicBezTo>
                    <a:pt x="48" y="8"/>
                    <a:pt x="48" y="8"/>
                    <a:pt x="48" y="8"/>
                  </a:cubicBezTo>
                  <a:cubicBezTo>
                    <a:pt x="48" y="5"/>
                    <a:pt x="45" y="0"/>
                    <a:pt x="38" y="0"/>
                  </a:cubicBezTo>
                  <a:cubicBezTo>
                    <a:pt x="26" y="0"/>
                    <a:pt x="26" y="0"/>
                    <a:pt x="26" y="0"/>
                  </a:cubicBezTo>
                  <a:cubicBezTo>
                    <a:pt x="20" y="0"/>
                    <a:pt x="20" y="0"/>
                    <a:pt x="20" y="0"/>
                  </a:cubicBezTo>
                  <a:cubicBezTo>
                    <a:pt x="20" y="1"/>
                    <a:pt x="20" y="1"/>
                    <a:pt x="20" y="1"/>
                  </a:cubicBezTo>
                  <a:cubicBezTo>
                    <a:pt x="12" y="2"/>
                    <a:pt x="0" y="8"/>
                    <a:pt x="0" y="29"/>
                  </a:cubicBezTo>
                  <a:cubicBezTo>
                    <a:pt x="0" y="42"/>
                    <a:pt x="0" y="42"/>
                    <a:pt x="0" y="42"/>
                  </a:cubicBezTo>
                  <a:cubicBezTo>
                    <a:pt x="0" y="54"/>
                    <a:pt x="10" y="64"/>
                    <a:pt x="22" y="64"/>
                  </a:cubicBezTo>
                  <a:cubicBezTo>
                    <a:pt x="52" y="64"/>
                    <a:pt x="52" y="64"/>
                    <a:pt x="52" y="64"/>
                  </a:cubicBezTo>
                  <a:cubicBezTo>
                    <a:pt x="56" y="64"/>
                    <a:pt x="60" y="60"/>
                    <a:pt x="60" y="56"/>
                  </a:cubicBezTo>
                  <a:cubicBezTo>
                    <a:pt x="60" y="55"/>
                    <a:pt x="60" y="53"/>
                    <a:pt x="59" y="52"/>
                  </a:cubicBezTo>
                  <a:cubicBezTo>
                    <a:pt x="68" y="52"/>
                    <a:pt x="68" y="52"/>
                    <a:pt x="68" y="52"/>
                  </a:cubicBezTo>
                  <a:cubicBezTo>
                    <a:pt x="72" y="52"/>
                    <a:pt x="76" y="48"/>
                    <a:pt x="76" y="44"/>
                  </a:cubicBezTo>
                  <a:cubicBezTo>
                    <a:pt x="76" y="40"/>
                    <a:pt x="72" y="36"/>
                    <a:pt x="68" y="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81">
              <a:extLst>
                <a:ext uri="{FF2B5EF4-FFF2-40B4-BE49-F238E27FC236}">
                  <a16:creationId xmlns:a16="http://schemas.microsoft.com/office/drawing/2014/main" id="{AA9ED629-FFD1-C467-292C-DB4F2EEAF29D}"/>
                </a:ext>
              </a:extLst>
            </p:cNvPr>
            <p:cNvSpPr>
              <a:spLocks noEditPoints="1"/>
            </p:cNvSpPr>
            <p:nvPr/>
          </p:nvSpPr>
          <p:spPr bwMode="auto">
            <a:xfrm>
              <a:off x="9236075" y="3305176"/>
              <a:ext cx="285750" cy="195263"/>
            </a:xfrm>
            <a:custGeom>
              <a:avLst/>
              <a:gdLst>
                <a:gd name="T0" fmla="*/ 32 w 76"/>
                <a:gd name="T1" fmla="*/ 16 h 52"/>
                <a:gd name="T2" fmla="*/ 76 w 76"/>
                <a:gd name="T3" fmla="*/ 16 h 52"/>
                <a:gd name="T4" fmla="*/ 76 w 76"/>
                <a:gd name="T5" fmla="*/ 8 h 52"/>
                <a:gd name="T6" fmla="*/ 68 w 76"/>
                <a:gd name="T7" fmla="*/ 0 h 52"/>
                <a:gd name="T8" fmla="*/ 8 w 76"/>
                <a:gd name="T9" fmla="*/ 0 h 52"/>
                <a:gd name="T10" fmla="*/ 0 w 76"/>
                <a:gd name="T11" fmla="*/ 8 h 52"/>
                <a:gd name="T12" fmla="*/ 0 w 76"/>
                <a:gd name="T13" fmla="*/ 16 h 52"/>
                <a:gd name="T14" fmla="*/ 18 w 76"/>
                <a:gd name="T15" fmla="*/ 16 h 52"/>
                <a:gd name="T16" fmla="*/ 32 w 76"/>
                <a:gd name="T17" fmla="*/ 28 h 52"/>
                <a:gd name="T18" fmla="*/ 32 w 76"/>
                <a:gd name="T19" fmla="*/ 30 h 52"/>
                <a:gd name="T20" fmla="*/ 18 w 76"/>
                <a:gd name="T21" fmla="*/ 42 h 52"/>
                <a:gd name="T22" fmla="*/ 13 w 76"/>
                <a:gd name="T23" fmla="*/ 42 h 52"/>
                <a:gd name="T24" fmla="*/ 7 w 76"/>
                <a:gd name="T25" fmla="*/ 52 h 52"/>
                <a:gd name="T26" fmla="*/ 8 w 76"/>
                <a:gd name="T27" fmla="*/ 52 h 52"/>
                <a:gd name="T28" fmla="*/ 68 w 76"/>
                <a:gd name="T29" fmla="*/ 52 h 52"/>
                <a:gd name="T30" fmla="*/ 76 w 76"/>
                <a:gd name="T31" fmla="*/ 44 h 52"/>
                <a:gd name="T32" fmla="*/ 76 w 76"/>
                <a:gd name="T33" fmla="*/ 20 h 52"/>
                <a:gd name="T34" fmla="*/ 32 w 76"/>
                <a:gd name="T35" fmla="*/ 20 h 52"/>
                <a:gd name="T36" fmla="*/ 30 w 76"/>
                <a:gd name="T37" fmla="*/ 18 h 52"/>
                <a:gd name="T38" fmla="*/ 32 w 76"/>
                <a:gd name="T39" fmla="*/ 16 h 52"/>
                <a:gd name="T40" fmla="*/ 54 w 76"/>
                <a:gd name="T41" fmla="*/ 24 h 52"/>
                <a:gd name="T42" fmla="*/ 66 w 76"/>
                <a:gd name="T43" fmla="*/ 24 h 52"/>
                <a:gd name="T44" fmla="*/ 68 w 76"/>
                <a:gd name="T45" fmla="*/ 26 h 52"/>
                <a:gd name="T46" fmla="*/ 66 w 76"/>
                <a:gd name="T47" fmla="*/ 28 h 52"/>
                <a:gd name="T48" fmla="*/ 54 w 76"/>
                <a:gd name="T49" fmla="*/ 28 h 52"/>
                <a:gd name="T50" fmla="*/ 52 w 76"/>
                <a:gd name="T51" fmla="*/ 26 h 52"/>
                <a:gd name="T52" fmla="*/ 54 w 76"/>
                <a:gd name="T53"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6" h="52">
                  <a:moveTo>
                    <a:pt x="32" y="16"/>
                  </a:moveTo>
                  <a:cubicBezTo>
                    <a:pt x="76" y="16"/>
                    <a:pt x="76" y="16"/>
                    <a:pt x="76" y="16"/>
                  </a:cubicBezTo>
                  <a:cubicBezTo>
                    <a:pt x="76" y="8"/>
                    <a:pt x="76" y="8"/>
                    <a:pt x="76" y="8"/>
                  </a:cubicBezTo>
                  <a:cubicBezTo>
                    <a:pt x="76" y="4"/>
                    <a:pt x="72" y="0"/>
                    <a:pt x="68" y="0"/>
                  </a:cubicBezTo>
                  <a:cubicBezTo>
                    <a:pt x="8" y="0"/>
                    <a:pt x="8" y="0"/>
                    <a:pt x="8" y="0"/>
                  </a:cubicBezTo>
                  <a:cubicBezTo>
                    <a:pt x="4" y="0"/>
                    <a:pt x="0" y="4"/>
                    <a:pt x="0" y="8"/>
                  </a:cubicBezTo>
                  <a:cubicBezTo>
                    <a:pt x="0" y="16"/>
                    <a:pt x="0" y="16"/>
                    <a:pt x="0" y="16"/>
                  </a:cubicBezTo>
                  <a:cubicBezTo>
                    <a:pt x="18" y="16"/>
                    <a:pt x="18" y="16"/>
                    <a:pt x="18" y="16"/>
                  </a:cubicBezTo>
                  <a:cubicBezTo>
                    <a:pt x="27" y="16"/>
                    <a:pt x="32" y="23"/>
                    <a:pt x="32" y="28"/>
                  </a:cubicBezTo>
                  <a:cubicBezTo>
                    <a:pt x="32" y="30"/>
                    <a:pt x="32" y="30"/>
                    <a:pt x="32" y="30"/>
                  </a:cubicBezTo>
                  <a:cubicBezTo>
                    <a:pt x="32" y="35"/>
                    <a:pt x="27" y="42"/>
                    <a:pt x="18" y="42"/>
                  </a:cubicBezTo>
                  <a:cubicBezTo>
                    <a:pt x="13" y="42"/>
                    <a:pt x="13" y="42"/>
                    <a:pt x="13" y="42"/>
                  </a:cubicBezTo>
                  <a:cubicBezTo>
                    <a:pt x="12" y="44"/>
                    <a:pt x="10" y="49"/>
                    <a:pt x="7" y="52"/>
                  </a:cubicBezTo>
                  <a:cubicBezTo>
                    <a:pt x="7" y="52"/>
                    <a:pt x="7" y="52"/>
                    <a:pt x="8" y="52"/>
                  </a:cubicBezTo>
                  <a:cubicBezTo>
                    <a:pt x="68" y="52"/>
                    <a:pt x="68" y="52"/>
                    <a:pt x="68" y="52"/>
                  </a:cubicBezTo>
                  <a:cubicBezTo>
                    <a:pt x="72" y="52"/>
                    <a:pt x="76" y="48"/>
                    <a:pt x="76" y="44"/>
                  </a:cubicBezTo>
                  <a:cubicBezTo>
                    <a:pt x="76" y="20"/>
                    <a:pt x="76" y="20"/>
                    <a:pt x="76" y="20"/>
                  </a:cubicBezTo>
                  <a:cubicBezTo>
                    <a:pt x="32" y="20"/>
                    <a:pt x="32" y="20"/>
                    <a:pt x="32" y="20"/>
                  </a:cubicBezTo>
                  <a:cubicBezTo>
                    <a:pt x="31" y="20"/>
                    <a:pt x="30" y="19"/>
                    <a:pt x="30" y="18"/>
                  </a:cubicBezTo>
                  <a:cubicBezTo>
                    <a:pt x="30" y="17"/>
                    <a:pt x="31" y="16"/>
                    <a:pt x="32" y="16"/>
                  </a:cubicBezTo>
                  <a:close/>
                  <a:moveTo>
                    <a:pt x="54" y="24"/>
                  </a:moveTo>
                  <a:cubicBezTo>
                    <a:pt x="66" y="24"/>
                    <a:pt x="66" y="24"/>
                    <a:pt x="66" y="24"/>
                  </a:cubicBezTo>
                  <a:cubicBezTo>
                    <a:pt x="67" y="24"/>
                    <a:pt x="68" y="25"/>
                    <a:pt x="68" y="26"/>
                  </a:cubicBezTo>
                  <a:cubicBezTo>
                    <a:pt x="68" y="27"/>
                    <a:pt x="67" y="28"/>
                    <a:pt x="66" y="28"/>
                  </a:cubicBezTo>
                  <a:cubicBezTo>
                    <a:pt x="54" y="28"/>
                    <a:pt x="54" y="28"/>
                    <a:pt x="54" y="28"/>
                  </a:cubicBezTo>
                  <a:cubicBezTo>
                    <a:pt x="53" y="28"/>
                    <a:pt x="52" y="27"/>
                    <a:pt x="52" y="26"/>
                  </a:cubicBezTo>
                  <a:cubicBezTo>
                    <a:pt x="52" y="25"/>
                    <a:pt x="53" y="24"/>
                    <a:pt x="54"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9BE13E9C-614D-72D5-56F4-AAAFA2908126}"/>
              </a:ext>
            </a:extLst>
          </p:cNvPr>
          <p:cNvGrpSpPr/>
          <p:nvPr/>
        </p:nvGrpSpPr>
        <p:grpSpPr>
          <a:xfrm>
            <a:off x="954177" y="5374029"/>
            <a:ext cx="223757" cy="224742"/>
            <a:chOff x="9161463" y="2535238"/>
            <a:chExt cx="360363" cy="361950"/>
          </a:xfrm>
        </p:grpSpPr>
        <p:sp>
          <p:nvSpPr>
            <p:cNvPr id="56" name="Freeform 111">
              <a:extLst>
                <a:ext uri="{FF2B5EF4-FFF2-40B4-BE49-F238E27FC236}">
                  <a16:creationId xmlns:a16="http://schemas.microsoft.com/office/drawing/2014/main" id="{C99881AE-CF70-20E9-AF41-2AAA2B160A02}"/>
                </a:ext>
              </a:extLst>
            </p:cNvPr>
            <p:cNvSpPr>
              <a:spLocks/>
            </p:cNvSpPr>
            <p:nvPr/>
          </p:nvSpPr>
          <p:spPr bwMode="auto">
            <a:xfrm>
              <a:off x="9161463" y="2682876"/>
              <a:ext cx="239713" cy="49213"/>
            </a:xfrm>
            <a:custGeom>
              <a:avLst/>
              <a:gdLst>
                <a:gd name="T0" fmla="*/ 32 w 64"/>
                <a:gd name="T1" fmla="*/ 13 h 13"/>
                <a:gd name="T2" fmla="*/ 37 w 64"/>
                <a:gd name="T3" fmla="*/ 13 h 13"/>
                <a:gd name="T4" fmla="*/ 64 w 64"/>
                <a:gd name="T5" fmla="*/ 9 h 13"/>
                <a:gd name="T6" fmla="*/ 64 w 64"/>
                <a:gd name="T7" fmla="*/ 7 h 13"/>
                <a:gd name="T8" fmla="*/ 64 w 64"/>
                <a:gd name="T9" fmla="*/ 7 h 13"/>
                <a:gd name="T10" fmla="*/ 64 w 64"/>
                <a:gd name="T11" fmla="*/ 7 h 13"/>
                <a:gd name="T12" fmla="*/ 64 w 64"/>
                <a:gd name="T13" fmla="*/ 0 h 13"/>
                <a:gd name="T14" fmla="*/ 32 w 64"/>
                <a:gd name="T15" fmla="*/ 5 h 13"/>
                <a:gd name="T16" fmla="*/ 0 w 64"/>
                <a:gd name="T17" fmla="*/ 0 h 13"/>
                <a:gd name="T18" fmla="*/ 0 w 64"/>
                <a:gd name="T19" fmla="*/ 7 h 13"/>
                <a:gd name="T20" fmla="*/ 32 w 64"/>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3">
                  <a:moveTo>
                    <a:pt x="32" y="13"/>
                  </a:moveTo>
                  <a:cubicBezTo>
                    <a:pt x="34" y="13"/>
                    <a:pt x="35" y="13"/>
                    <a:pt x="37" y="13"/>
                  </a:cubicBezTo>
                  <a:cubicBezTo>
                    <a:pt x="46" y="9"/>
                    <a:pt x="59" y="9"/>
                    <a:pt x="64" y="9"/>
                  </a:cubicBezTo>
                  <a:cubicBezTo>
                    <a:pt x="64" y="7"/>
                    <a:pt x="64" y="7"/>
                    <a:pt x="64" y="7"/>
                  </a:cubicBezTo>
                  <a:cubicBezTo>
                    <a:pt x="64" y="7"/>
                    <a:pt x="64" y="7"/>
                    <a:pt x="64" y="7"/>
                  </a:cubicBezTo>
                  <a:cubicBezTo>
                    <a:pt x="64" y="7"/>
                    <a:pt x="64" y="7"/>
                    <a:pt x="64" y="7"/>
                  </a:cubicBezTo>
                  <a:cubicBezTo>
                    <a:pt x="64" y="0"/>
                    <a:pt x="64" y="0"/>
                    <a:pt x="64" y="0"/>
                  </a:cubicBezTo>
                  <a:cubicBezTo>
                    <a:pt x="57" y="4"/>
                    <a:pt x="42" y="5"/>
                    <a:pt x="32" y="5"/>
                  </a:cubicBezTo>
                  <a:cubicBezTo>
                    <a:pt x="22" y="5"/>
                    <a:pt x="7" y="4"/>
                    <a:pt x="0" y="0"/>
                  </a:cubicBezTo>
                  <a:cubicBezTo>
                    <a:pt x="0" y="7"/>
                    <a:pt x="0" y="7"/>
                    <a:pt x="0" y="7"/>
                  </a:cubicBezTo>
                  <a:cubicBezTo>
                    <a:pt x="0" y="9"/>
                    <a:pt x="12" y="13"/>
                    <a:pt x="32"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12">
              <a:extLst>
                <a:ext uri="{FF2B5EF4-FFF2-40B4-BE49-F238E27FC236}">
                  <a16:creationId xmlns:a16="http://schemas.microsoft.com/office/drawing/2014/main" id="{B849966C-82C3-CB8E-4777-0716C8B57438}"/>
                </a:ext>
              </a:extLst>
            </p:cNvPr>
            <p:cNvSpPr>
              <a:spLocks/>
            </p:cNvSpPr>
            <p:nvPr/>
          </p:nvSpPr>
          <p:spPr bwMode="auto">
            <a:xfrm>
              <a:off x="9161463" y="2592388"/>
              <a:ext cx="239713" cy="49213"/>
            </a:xfrm>
            <a:custGeom>
              <a:avLst/>
              <a:gdLst>
                <a:gd name="T0" fmla="*/ 32 w 64"/>
                <a:gd name="T1" fmla="*/ 13 h 13"/>
                <a:gd name="T2" fmla="*/ 64 w 64"/>
                <a:gd name="T3" fmla="*/ 7 h 13"/>
                <a:gd name="T4" fmla="*/ 64 w 64"/>
                <a:gd name="T5" fmla="*/ 0 h 13"/>
                <a:gd name="T6" fmla="*/ 32 w 64"/>
                <a:gd name="T7" fmla="*/ 5 h 13"/>
                <a:gd name="T8" fmla="*/ 0 w 64"/>
                <a:gd name="T9" fmla="*/ 0 h 13"/>
                <a:gd name="T10" fmla="*/ 0 w 64"/>
                <a:gd name="T11" fmla="*/ 7 h 13"/>
                <a:gd name="T12" fmla="*/ 32 w 64"/>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32" y="13"/>
                  </a:moveTo>
                  <a:cubicBezTo>
                    <a:pt x="52" y="13"/>
                    <a:pt x="64" y="9"/>
                    <a:pt x="64" y="7"/>
                  </a:cubicBezTo>
                  <a:cubicBezTo>
                    <a:pt x="64" y="0"/>
                    <a:pt x="64" y="0"/>
                    <a:pt x="64" y="0"/>
                  </a:cubicBezTo>
                  <a:cubicBezTo>
                    <a:pt x="57" y="4"/>
                    <a:pt x="42" y="5"/>
                    <a:pt x="32" y="5"/>
                  </a:cubicBezTo>
                  <a:cubicBezTo>
                    <a:pt x="22" y="5"/>
                    <a:pt x="7" y="4"/>
                    <a:pt x="0" y="0"/>
                  </a:cubicBezTo>
                  <a:cubicBezTo>
                    <a:pt x="0" y="7"/>
                    <a:pt x="0" y="7"/>
                    <a:pt x="0" y="7"/>
                  </a:cubicBezTo>
                  <a:cubicBezTo>
                    <a:pt x="0" y="9"/>
                    <a:pt x="12" y="13"/>
                    <a:pt x="32"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13">
              <a:extLst>
                <a:ext uri="{FF2B5EF4-FFF2-40B4-BE49-F238E27FC236}">
                  <a16:creationId xmlns:a16="http://schemas.microsoft.com/office/drawing/2014/main" id="{8C253B97-D58B-49A2-0FDD-C588515177A4}"/>
                </a:ext>
              </a:extLst>
            </p:cNvPr>
            <p:cNvSpPr>
              <a:spLocks/>
            </p:cNvSpPr>
            <p:nvPr/>
          </p:nvSpPr>
          <p:spPr bwMode="auto">
            <a:xfrm>
              <a:off x="9161463" y="2727326"/>
              <a:ext cx="115888" cy="49213"/>
            </a:xfrm>
            <a:custGeom>
              <a:avLst/>
              <a:gdLst>
                <a:gd name="T0" fmla="*/ 0 w 31"/>
                <a:gd name="T1" fmla="*/ 7 h 13"/>
                <a:gd name="T2" fmla="*/ 28 w 31"/>
                <a:gd name="T3" fmla="*/ 13 h 13"/>
                <a:gd name="T4" fmla="*/ 28 w 31"/>
                <a:gd name="T5" fmla="*/ 11 h 13"/>
                <a:gd name="T6" fmla="*/ 31 w 31"/>
                <a:gd name="T7" fmla="*/ 5 h 13"/>
                <a:gd name="T8" fmla="*/ 0 w 31"/>
                <a:gd name="T9" fmla="*/ 0 h 13"/>
                <a:gd name="T10" fmla="*/ 0 w 31"/>
                <a:gd name="T11" fmla="*/ 7 h 13"/>
              </a:gdLst>
              <a:ahLst/>
              <a:cxnLst>
                <a:cxn ang="0">
                  <a:pos x="T0" y="T1"/>
                </a:cxn>
                <a:cxn ang="0">
                  <a:pos x="T2" y="T3"/>
                </a:cxn>
                <a:cxn ang="0">
                  <a:pos x="T4" y="T5"/>
                </a:cxn>
                <a:cxn ang="0">
                  <a:pos x="T6" y="T7"/>
                </a:cxn>
                <a:cxn ang="0">
                  <a:pos x="T8" y="T9"/>
                </a:cxn>
                <a:cxn ang="0">
                  <a:pos x="T10" y="T11"/>
                </a:cxn>
              </a:cxnLst>
              <a:rect l="0" t="0" r="r" b="b"/>
              <a:pathLst>
                <a:path w="31" h="13">
                  <a:moveTo>
                    <a:pt x="0" y="7"/>
                  </a:moveTo>
                  <a:cubicBezTo>
                    <a:pt x="0" y="9"/>
                    <a:pt x="10" y="12"/>
                    <a:pt x="28" y="13"/>
                  </a:cubicBezTo>
                  <a:cubicBezTo>
                    <a:pt x="28" y="11"/>
                    <a:pt x="28" y="11"/>
                    <a:pt x="28" y="11"/>
                  </a:cubicBezTo>
                  <a:cubicBezTo>
                    <a:pt x="28" y="9"/>
                    <a:pt x="29" y="7"/>
                    <a:pt x="31" y="5"/>
                  </a:cubicBezTo>
                  <a:cubicBezTo>
                    <a:pt x="21" y="5"/>
                    <a:pt x="7" y="4"/>
                    <a:pt x="0" y="0"/>
                  </a:cubicBez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14">
              <a:extLst>
                <a:ext uri="{FF2B5EF4-FFF2-40B4-BE49-F238E27FC236}">
                  <a16:creationId xmlns:a16="http://schemas.microsoft.com/office/drawing/2014/main" id="{A6CF3EE6-59B4-5286-B61B-4AD477D7AE76}"/>
                </a:ext>
              </a:extLst>
            </p:cNvPr>
            <p:cNvSpPr>
              <a:spLocks/>
            </p:cNvSpPr>
            <p:nvPr/>
          </p:nvSpPr>
          <p:spPr bwMode="auto">
            <a:xfrm>
              <a:off x="9161463" y="2535238"/>
              <a:ext cx="239713" cy="60325"/>
            </a:xfrm>
            <a:custGeom>
              <a:avLst/>
              <a:gdLst>
                <a:gd name="T0" fmla="*/ 32 w 64"/>
                <a:gd name="T1" fmla="*/ 16 h 16"/>
                <a:gd name="T2" fmla="*/ 64 w 64"/>
                <a:gd name="T3" fmla="*/ 10 h 16"/>
                <a:gd name="T4" fmla="*/ 32 w 64"/>
                <a:gd name="T5" fmla="*/ 0 h 16"/>
                <a:gd name="T6" fmla="*/ 0 w 64"/>
                <a:gd name="T7" fmla="*/ 10 h 16"/>
                <a:gd name="T8" fmla="*/ 32 w 64"/>
                <a:gd name="T9" fmla="*/ 16 h 16"/>
              </a:gdLst>
              <a:ahLst/>
              <a:cxnLst>
                <a:cxn ang="0">
                  <a:pos x="T0" y="T1"/>
                </a:cxn>
                <a:cxn ang="0">
                  <a:pos x="T2" y="T3"/>
                </a:cxn>
                <a:cxn ang="0">
                  <a:pos x="T4" y="T5"/>
                </a:cxn>
                <a:cxn ang="0">
                  <a:pos x="T6" y="T7"/>
                </a:cxn>
                <a:cxn ang="0">
                  <a:pos x="T8" y="T9"/>
                </a:cxn>
              </a:cxnLst>
              <a:rect l="0" t="0" r="r" b="b"/>
              <a:pathLst>
                <a:path w="64" h="16">
                  <a:moveTo>
                    <a:pt x="32" y="16"/>
                  </a:moveTo>
                  <a:cubicBezTo>
                    <a:pt x="52" y="16"/>
                    <a:pt x="64" y="12"/>
                    <a:pt x="64" y="10"/>
                  </a:cubicBezTo>
                  <a:cubicBezTo>
                    <a:pt x="64" y="3"/>
                    <a:pt x="47" y="0"/>
                    <a:pt x="32" y="0"/>
                  </a:cubicBezTo>
                  <a:cubicBezTo>
                    <a:pt x="17" y="0"/>
                    <a:pt x="0" y="3"/>
                    <a:pt x="0" y="10"/>
                  </a:cubicBezTo>
                  <a:cubicBezTo>
                    <a:pt x="0" y="12"/>
                    <a:pt x="12" y="16"/>
                    <a:pt x="32"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15">
              <a:extLst>
                <a:ext uri="{FF2B5EF4-FFF2-40B4-BE49-F238E27FC236}">
                  <a16:creationId xmlns:a16="http://schemas.microsoft.com/office/drawing/2014/main" id="{D9F0DE3C-4F5C-06FD-B11C-B32523D85A10}"/>
                </a:ext>
              </a:extLst>
            </p:cNvPr>
            <p:cNvSpPr>
              <a:spLocks/>
            </p:cNvSpPr>
            <p:nvPr/>
          </p:nvSpPr>
          <p:spPr bwMode="auto">
            <a:xfrm>
              <a:off x="9161463" y="2636838"/>
              <a:ext cx="239713" cy="49213"/>
            </a:xfrm>
            <a:custGeom>
              <a:avLst/>
              <a:gdLst>
                <a:gd name="T0" fmla="*/ 32 w 64"/>
                <a:gd name="T1" fmla="*/ 13 h 13"/>
                <a:gd name="T2" fmla="*/ 64 w 64"/>
                <a:gd name="T3" fmla="*/ 7 h 13"/>
                <a:gd name="T4" fmla="*/ 64 w 64"/>
                <a:gd name="T5" fmla="*/ 0 h 13"/>
                <a:gd name="T6" fmla="*/ 32 w 64"/>
                <a:gd name="T7" fmla="*/ 5 h 13"/>
                <a:gd name="T8" fmla="*/ 0 w 64"/>
                <a:gd name="T9" fmla="*/ 0 h 13"/>
                <a:gd name="T10" fmla="*/ 0 w 64"/>
                <a:gd name="T11" fmla="*/ 7 h 13"/>
                <a:gd name="T12" fmla="*/ 32 w 64"/>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32" y="13"/>
                  </a:moveTo>
                  <a:cubicBezTo>
                    <a:pt x="52" y="13"/>
                    <a:pt x="64" y="9"/>
                    <a:pt x="64" y="7"/>
                  </a:cubicBezTo>
                  <a:cubicBezTo>
                    <a:pt x="64" y="0"/>
                    <a:pt x="64" y="0"/>
                    <a:pt x="64" y="0"/>
                  </a:cubicBezTo>
                  <a:cubicBezTo>
                    <a:pt x="57" y="4"/>
                    <a:pt x="42" y="5"/>
                    <a:pt x="32" y="5"/>
                  </a:cubicBezTo>
                  <a:cubicBezTo>
                    <a:pt x="22" y="5"/>
                    <a:pt x="7" y="4"/>
                    <a:pt x="0" y="0"/>
                  </a:cubicBezTo>
                  <a:cubicBezTo>
                    <a:pt x="0" y="7"/>
                    <a:pt x="0" y="7"/>
                    <a:pt x="0" y="7"/>
                  </a:cubicBezTo>
                  <a:cubicBezTo>
                    <a:pt x="0" y="9"/>
                    <a:pt x="12" y="13"/>
                    <a:pt x="32"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16">
              <a:extLst>
                <a:ext uri="{FF2B5EF4-FFF2-40B4-BE49-F238E27FC236}">
                  <a16:creationId xmlns:a16="http://schemas.microsoft.com/office/drawing/2014/main" id="{71691F7A-C9D5-E084-6A96-93D1FC4BDFEF}"/>
                </a:ext>
              </a:extLst>
            </p:cNvPr>
            <p:cNvSpPr>
              <a:spLocks/>
            </p:cNvSpPr>
            <p:nvPr/>
          </p:nvSpPr>
          <p:spPr bwMode="auto">
            <a:xfrm>
              <a:off x="9161463" y="2773363"/>
              <a:ext cx="104775" cy="63500"/>
            </a:xfrm>
            <a:custGeom>
              <a:avLst/>
              <a:gdLst>
                <a:gd name="T0" fmla="*/ 0 w 28"/>
                <a:gd name="T1" fmla="*/ 7 h 17"/>
                <a:gd name="T2" fmla="*/ 28 w 28"/>
                <a:gd name="T3" fmla="*/ 17 h 17"/>
                <a:gd name="T4" fmla="*/ 28 w 28"/>
                <a:gd name="T5" fmla="*/ 5 h 17"/>
                <a:gd name="T6" fmla="*/ 0 w 28"/>
                <a:gd name="T7" fmla="*/ 0 h 17"/>
                <a:gd name="T8" fmla="*/ 0 w 28"/>
                <a:gd name="T9" fmla="*/ 7 h 17"/>
              </a:gdLst>
              <a:ahLst/>
              <a:cxnLst>
                <a:cxn ang="0">
                  <a:pos x="T0" y="T1"/>
                </a:cxn>
                <a:cxn ang="0">
                  <a:pos x="T2" y="T3"/>
                </a:cxn>
                <a:cxn ang="0">
                  <a:pos x="T4" y="T5"/>
                </a:cxn>
                <a:cxn ang="0">
                  <a:pos x="T6" y="T7"/>
                </a:cxn>
                <a:cxn ang="0">
                  <a:pos x="T8" y="T9"/>
                </a:cxn>
              </a:cxnLst>
              <a:rect l="0" t="0" r="r" b="b"/>
              <a:pathLst>
                <a:path w="28" h="17">
                  <a:moveTo>
                    <a:pt x="0" y="7"/>
                  </a:moveTo>
                  <a:cubicBezTo>
                    <a:pt x="0" y="13"/>
                    <a:pt x="14" y="16"/>
                    <a:pt x="28" y="17"/>
                  </a:cubicBezTo>
                  <a:cubicBezTo>
                    <a:pt x="28" y="5"/>
                    <a:pt x="28" y="5"/>
                    <a:pt x="28" y="5"/>
                  </a:cubicBezTo>
                  <a:cubicBezTo>
                    <a:pt x="18" y="5"/>
                    <a:pt x="6" y="3"/>
                    <a:pt x="0" y="0"/>
                  </a:cubicBez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Freeform 117">
              <a:extLst>
                <a:ext uri="{FF2B5EF4-FFF2-40B4-BE49-F238E27FC236}">
                  <a16:creationId xmlns:a16="http://schemas.microsoft.com/office/drawing/2014/main" id="{BF103F93-3D03-DFFB-E8DF-699ED9EE17D4}"/>
                </a:ext>
              </a:extLst>
            </p:cNvPr>
            <p:cNvSpPr>
              <a:spLocks/>
            </p:cNvSpPr>
            <p:nvPr/>
          </p:nvSpPr>
          <p:spPr bwMode="auto">
            <a:xfrm>
              <a:off x="9282113" y="2732088"/>
              <a:ext cx="239713" cy="60325"/>
            </a:xfrm>
            <a:custGeom>
              <a:avLst/>
              <a:gdLst>
                <a:gd name="T0" fmla="*/ 0 w 64"/>
                <a:gd name="T1" fmla="*/ 10 h 16"/>
                <a:gd name="T2" fmla="*/ 32 w 64"/>
                <a:gd name="T3" fmla="*/ 16 h 16"/>
                <a:gd name="T4" fmla="*/ 64 w 64"/>
                <a:gd name="T5" fmla="*/ 10 h 16"/>
                <a:gd name="T6" fmla="*/ 32 w 64"/>
                <a:gd name="T7" fmla="*/ 0 h 16"/>
                <a:gd name="T8" fmla="*/ 0 w 64"/>
                <a:gd name="T9" fmla="*/ 10 h 16"/>
              </a:gdLst>
              <a:ahLst/>
              <a:cxnLst>
                <a:cxn ang="0">
                  <a:pos x="T0" y="T1"/>
                </a:cxn>
                <a:cxn ang="0">
                  <a:pos x="T2" y="T3"/>
                </a:cxn>
                <a:cxn ang="0">
                  <a:pos x="T4" y="T5"/>
                </a:cxn>
                <a:cxn ang="0">
                  <a:pos x="T6" y="T7"/>
                </a:cxn>
                <a:cxn ang="0">
                  <a:pos x="T8" y="T9"/>
                </a:cxn>
              </a:cxnLst>
              <a:rect l="0" t="0" r="r" b="b"/>
              <a:pathLst>
                <a:path w="64" h="16">
                  <a:moveTo>
                    <a:pt x="0" y="10"/>
                  </a:moveTo>
                  <a:cubicBezTo>
                    <a:pt x="1" y="12"/>
                    <a:pt x="14" y="16"/>
                    <a:pt x="32" y="16"/>
                  </a:cubicBezTo>
                  <a:cubicBezTo>
                    <a:pt x="50" y="16"/>
                    <a:pt x="63" y="12"/>
                    <a:pt x="64" y="10"/>
                  </a:cubicBezTo>
                  <a:cubicBezTo>
                    <a:pt x="64" y="1"/>
                    <a:pt x="41" y="0"/>
                    <a:pt x="32" y="0"/>
                  </a:cubicBezTo>
                  <a:cubicBezTo>
                    <a:pt x="23" y="0"/>
                    <a:pt x="0" y="1"/>
                    <a:pt x="0"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Freeform 118">
              <a:extLst>
                <a:ext uri="{FF2B5EF4-FFF2-40B4-BE49-F238E27FC236}">
                  <a16:creationId xmlns:a16="http://schemas.microsoft.com/office/drawing/2014/main" id="{8FEA68F8-CF4C-3E82-C63D-523FB73A9E35}"/>
                </a:ext>
              </a:extLst>
            </p:cNvPr>
            <p:cNvSpPr>
              <a:spLocks/>
            </p:cNvSpPr>
            <p:nvPr/>
          </p:nvSpPr>
          <p:spPr bwMode="auto">
            <a:xfrm>
              <a:off x="9282113" y="2833688"/>
              <a:ext cx="239713" cy="63500"/>
            </a:xfrm>
            <a:custGeom>
              <a:avLst/>
              <a:gdLst>
                <a:gd name="T0" fmla="*/ 0 w 64"/>
                <a:gd name="T1" fmla="*/ 0 h 17"/>
                <a:gd name="T2" fmla="*/ 0 w 64"/>
                <a:gd name="T3" fmla="*/ 7 h 17"/>
                <a:gd name="T4" fmla="*/ 32 w 64"/>
                <a:gd name="T5" fmla="*/ 17 h 17"/>
                <a:gd name="T6" fmla="*/ 64 w 64"/>
                <a:gd name="T7" fmla="*/ 7 h 17"/>
                <a:gd name="T8" fmla="*/ 64 w 64"/>
                <a:gd name="T9" fmla="*/ 0 h 17"/>
                <a:gd name="T10" fmla="*/ 32 w 64"/>
                <a:gd name="T11" fmla="*/ 5 h 17"/>
                <a:gd name="T12" fmla="*/ 0 w 64"/>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64" h="17">
                  <a:moveTo>
                    <a:pt x="0" y="0"/>
                  </a:moveTo>
                  <a:cubicBezTo>
                    <a:pt x="0" y="7"/>
                    <a:pt x="0" y="7"/>
                    <a:pt x="0" y="7"/>
                  </a:cubicBezTo>
                  <a:cubicBezTo>
                    <a:pt x="0" y="16"/>
                    <a:pt x="23" y="17"/>
                    <a:pt x="32" y="17"/>
                  </a:cubicBezTo>
                  <a:cubicBezTo>
                    <a:pt x="41" y="17"/>
                    <a:pt x="64" y="16"/>
                    <a:pt x="64" y="7"/>
                  </a:cubicBezTo>
                  <a:cubicBezTo>
                    <a:pt x="64" y="0"/>
                    <a:pt x="64" y="0"/>
                    <a:pt x="64" y="0"/>
                  </a:cubicBezTo>
                  <a:cubicBezTo>
                    <a:pt x="56" y="4"/>
                    <a:pt x="39" y="5"/>
                    <a:pt x="32" y="5"/>
                  </a:cubicBezTo>
                  <a:cubicBezTo>
                    <a:pt x="25" y="5"/>
                    <a:pt x="8" y="4"/>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19">
              <a:extLst>
                <a:ext uri="{FF2B5EF4-FFF2-40B4-BE49-F238E27FC236}">
                  <a16:creationId xmlns:a16="http://schemas.microsoft.com/office/drawing/2014/main" id="{7A58FE46-CF32-EABB-02E4-0DA208AEEAB6}"/>
                </a:ext>
              </a:extLst>
            </p:cNvPr>
            <p:cNvSpPr>
              <a:spLocks/>
            </p:cNvSpPr>
            <p:nvPr/>
          </p:nvSpPr>
          <p:spPr bwMode="auto">
            <a:xfrm>
              <a:off x="9282113" y="2787651"/>
              <a:ext cx="239713" cy="49213"/>
            </a:xfrm>
            <a:custGeom>
              <a:avLst/>
              <a:gdLst>
                <a:gd name="T0" fmla="*/ 32 w 64"/>
                <a:gd name="T1" fmla="*/ 5 h 13"/>
                <a:gd name="T2" fmla="*/ 0 w 64"/>
                <a:gd name="T3" fmla="*/ 0 h 13"/>
                <a:gd name="T4" fmla="*/ 0 w 64"/>
                <a:gd name="T5" fmla="*/ 7 h 13"/>
                <a:gd name="T6" fmla="*/ 32 w 64"/>
                <a:gd name="T7" fmla="*/ 13 h 13"/>
                <a:gd name="T8" fmla="*/ 64 w 64"/>
                <a:gd name="T9" fmla="*/ 7 h 13"/>
                <a:gd name="T10" fmla="*/ 64 w 64"/>
                <a:gd name="T11" fmla="*/ 0 h 13"/>
                <a:gd name="T12" fmla="*/ 32 w 64"/>
                <a:gd name="T13" fmla="*/ 5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32" y="5"/>
                  </a:moveTo>
                  <a:cubicBezTo>
                    <a:pt x="25" y="5"/>
                    <a:pt x="8" y="4"/>
                    <a:pt x="0" y="0"/>
                  </a:cubicBezTo>
                  <a:cubicBezTo>
                    <a:pt x="0" y="7"/>
                    <a:pt x="0" y="7"/>
                    <a:pt x="0" y="7"/>
                  </a:cubicBezTo>
                  <a:cubicBezTo>
                    <a:pt x="1" y="9"/>
                    <a:pt x="14" y="13"/>
                    <a:pt x="32" y="13"/>
                  </a:cubicBezTo>
                  <a:cubicBezTo>
                    <a:pt x="50" y="13"/>
                    <a:pt x="63" y="9"/>
                    <a:pt x="64" y="7"/>
                  </a:cubicBezTo>
                  <a:cubicBezTo>
                    <a:pt x="64" y="0"/>
                    <a:pt x="64" y="0"/>
                    <a:pt x="64" y="0"/>
                  </a:cubicBezTo>
                  <a:cubicBezTo>
                    <a:pt x="56" y="4"/>
                    <a:pt x="39" y="5"/>
                    <a:pt x="32"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17817331"/>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126" name="Rectangle: Rounded Corners 125">
            <a:extLst>
              <a:ext uri="{FF2B5EF4-FFF2-40B4-BE49-F238E27FC236}">
                <a16:creationId xmlns:a16="http://schemas.microsoft.com/office/drawing/2014/main" id="{C351509D-B935-48CD-8D2A-E028D3C12CDF}"/>
              </a:ext>
            </a:extLst>
          </p:cNvPr>
          <p:cNvSpPr/>
          <p:nvPr/>
        </p:nvSpPr>
        <p:spPr>
          <a:xfrm>
            <a:off x="5185670" y="1367422"/>
            <a:ext cx="1825899" cy="1825899"/>
          </a:xfrm>
          <a:prstGeom prst="roundRect">
            <a:avLst>
              <a:gd name="adj" fmla="val 50000"/>
            </a:avLst>
          </a:prstGeom>
          <a:solidFill>
            <a:srgbClr val="72BFC5"/>
          </a:solidFill>
          <a:ln w="25400">
            <a:solidFill>
              <a:srgbClr val="72BF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32" name="Rectangle: Rounded Corners 131">
            <a:extLst>
              <a:ext uri="{FF2B5EF4-FFF2-40B4-BE49-F238E27FC236}">
                <a16:creationId xmlns:a16="http://schemas.microsoft.com/office/drawing/2014/main" id="{B38184FD-06B3-40F3-A98C-2566C99D84D6}"/>
              </a:ext>
            </a:extLst>
          </p:cNvPr>
          <p:cNvSpPr/>
          <p:nvPr/>
        </p:nvSpPr>
        <p:spPr>
          <a:xfrm>
            <a:off x="7000125" y="3191861"/>
            <a:ext cx="1825899" cy="1825899"/>
          </a:xfrm>
          <a:prstGeom prst="roundRect">
            <a:avLst>
              <a:gd name="adj" fmla="val 50000"/>
            </a:avLst>
          </a:prstGeom>
          <a:solidFill>
            <a:srgbClr val="EF95A0"/>
          </a:solidFill>
          <a:ln w="25400">
            <a:solidFill>
              <a:srgbClr val="EF95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5" name="Rectangle: Rounded Corners 104">
            <a:extLst>
              <a:ext uri="{FF2B5EF4-FFF2-40B4-BE49-F238E27FC236}">
                <a16:creationId xmlns:a16="http://schemas.microsoft.com/office/drawing/2014/main" id="{5D9CBF70-344B-4C0B-9458-3A68D52864E3}"/>
              </a:ext>
            </a:extLst>
          </p:cNvPr>
          <p:cNvSpPr/>
          <p:nvPr/>
        </p:nvSpPr>
        <p:spPr>
          <a:xfrm>
            <a:off x="3364668" y="3191861"/>
            <a:ext cx="1825899" cy="1825899"/>
          </a:xfrm>
          <a:prstGeom prst="roundRect">
            <a:avLst>
              <a:gd name="adj" fmla="val 50000"/>
            </a:avLst>
          </a:prstGeom>
          <a:solidFill>
            <a:srgbClr val="9ED3D7"/>
          </a:solidFill>
          <a:ln w="25400">
            <a:solidFill>
              <a:srgbClr val="9ED3D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0" name="Rectangle: Rounded Corners 99">
            <a:extLst>
              <a:ext uri="{FF2B5EF4-FFF2-40B4-BE49-F238E27FC236}">
                <a16:creationId xmlns:a16="http://schemas.microsoft.com/office/drawing/2014/main" id="{F31811F0-42DA-4C19-9B31-BDEC962B2371}"/>
              </a:ext>
            </a:extLst>
          </p:cNvPr>
          <p:cNvSpPr/>
          <p:nvPr/>
        </p:nvSpPr>
        <p:spPr>
          <a:xfrm>
            <a:off x="1543666" y="1367422"/>
            <a:ext cx="1825899" cy="1825899"/>
          </a:xfrm>
          <a:prstGeom prst="roundRect">
            <a:avLst>
              <a:gd name="adj" fmla="val 50000"/>
            </a:avLst>
          </a:prstGeom>
          <a:solidFill>
            <a:srgbClr val="BBE0E3"/>
          </a:solidFill>
          <a:ln w="25400">
            <a:solidFill>
              <a:srgbClr val="BBE0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97" name="Freeform: Shape 96">
            <a:extLst>
              <a:ext uri="{FF2B5EF4-FFF2-40B4-BE49-F238E27FC236}">
                <a16:creationId xmlns:a16="http://schemas.microsoft.com/office/drawing/2014/main" id="{B1A60F18-27A6-4140-95B8-A844ABB60EE4}"/>
              </a:ext>
            </a:extLst>
          </p:cNvPr>
          <p:cNvSpPr/>
          <p:nvPr/>
        </p:nvSpPr>
        <p:spPr>
          <a:xfrm>
            <a:off x="2522943" y="2328860"/>
            <a:ext cx="1824117" cy="1727452"/>
          </a:xfrm>
          <a:custGeom>
            <a:avLst/>
            <a:gdLst>
              <a:gd name="connsiteX0" fmla="*/ 1823837 w 1824117"/>
              <a:gd name="connsiteY0" fmla="*/ 860970 h 1727452"/>
              <a:gd name="connsiteX1" fmla="*/ 1824117 w 1824117"/>
              <a:gd name="connsiteY1" fmla="*/ 866508 h 1727452"/>
              <a:gd name="connsiteX2" fmla="*/ 1769141 w 1824117"/>
              <a:gd name="connsiteY2" fmla="*/ 863732 h 1727452"/>
              <a:gd name="connsiteX3" fmla="*/ 844174 w 1824117"/>
              <a:gd name="connsiteY3" fmla="*/ 0 h 1727452"/>
              <a:gd name="connsiteX4" fmla="*/ 846439 w 1824117"/>
              <a:gd name="connsiteY4" fmla="*/ 44855 h 1727452"/>
              <a:gd name="connsiteX5" fmla="*/ 1667091 w 1824117"/>
              <a:gd name="connsiteY5" fmla="*/ 860314 h 1727452"/>
              <a:gd name="connsiteX6" fmla="*/ 1739754 w 1824117"/>
              <a:gd name="connsiteY6" fmla="*/ 863755 h 1727452"/>
              <a:gd name="connsiteX7" fmla="*/ 1661331 w 1824117"/>
              <a:gd name="connsiteY7" fmla="*/ 867715 h 1727452"/>
              <a:gd name="connsiteX8" fmla="*/ 846439 w 1824117"/>
              <a:gd name="connsiteY8" fmla="*/ 1682607 h 1727452"/>
              <a:gd name="connsiteX9" fmla="*/ 844174 w 1824117"/>
              <a:gd name="connsiteY9" fmla="*/ 1727452 h 1727452"/>
              <a:gd name="connsiteX10" fmla="*/ 841910 w 1824117"/>
              <a:gd name="connsiteY10" fmla="*/ 1682607 h 1727452"/>
              <a:gd name="connsiteX11" fmla="*/ 27017 w 1824117"/>
              <a:gd name="connsiteY11" fmla="*/ 867715 h 1727452"/>
              <a:gd name="connsiteX12" fmla="*/ 0 w 1824117"/>
              <a:gd name="connsiteY12" fmla="*/ 866350 h 1727452"/>
              <a:gd name="connsiteX13" fmla="*/ 265 w 1824117"/>
              <a:gd name="connsiteY13" fmla="*/ 861099 h 1727452"/>
              <a:gd name="connsiteX14" fmla="*/ 27016 w 1824117"/>
              <a:gd name="connsiteY14" fmla="*/ 859749 h 1727452"/>
              <a:gd name="connsiteX15" fmla="*/ 841909 w 1824117"/>
              <a:gd name="connsiteY15" fmla="*/ 44856 h 172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4117" h="1727452">
                <a:moveTo>
                  <a:pt x="1823837" y="860970"/>
                </a:moveTo>
                <a:lnTo>
                  <a:pt x="1824117" y="866508"/>
                </a:lnTo>
                <a:lnTo>
                  <a:pt x="1769141" y="863732"/>
                </a:lnTo>
                <a:close/>
                <a:moveTo>
                  <a:pt x="844174" y="0"/>
                </a:moveTo>
                <a:lnTo>
                  <a:pt x="846439" y="44855"/>
                </a:lnTo>
                <a:cubicBezTo>
                  <a:pt x="890269" y="476443"/>
                  <a:pt x="1234718" y="819160"/>
                  <a:pt x="1667091" y="860314"/>
                </a:cubicBezTo>
                <a:lnTo>
                  <a:pt x="1739754" y="863755"/>
                </a:lnTo>
                <a:lnTo>
                  <a:pt x="1661331" y="867715"/>
                </a:lnTo>
                <a:cubicBezTo>
                  <a:pt x="1231662" y="911350"/>
                  <a:pt x="890074" y="1252938"/>
                  <a:pt x="846439" y="1682607"/>
                </a:cubicBezTo>
                <a:lnTo>
                  <a:pt x="844174" y="1727452"/>
                </a:lnTo>
                <a:lnTo>
                  <a:pt x="841910" y="1682607"/>
                </a:lnTo>
                <a:cubicBezTo>
                  <a:pt x="798274" y="1252938"/>
                  <a:pt x="456687" y="911350"/>
                  <a:pt x="27017" y="867715"/>
                </a:cubicBezTo>
                <a:lnTo>
                  <a:pt x="0" y="866350"/>
                </a:lnTo>
                <a:lnTo>
                  <a:pt x="265" y="861099"/>
                </a:lnTo>
                <a:lnTo>
                  <a:pt x="27016" y="859749"/>
                </a:lnTo>
                <a:cubicBezTo>
                  <a:pt x="456686" y="816113"/>
                  <a:pt x="798273" y="474526"/>
                  <a:pt x="841909" y="44856"/>
                </a:cubicBezTo>
                <a:close/>
              </a:path>
            </a:pathLst>
          </a:custGeom>
          <a:solidFill>
            <a:srgbClr val="BBE0E3"/>
          </a:solidFill>
          <a:ln w="254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3" name="Freeform: Shape 102">
            <a:extLst>
              <a:ext uri="{FF2B5EF4-FFF2-40B4-BE49-F238E27FC236}">
                <a16:creationId xmlns:a16="http://schemas.microsoft.com/office/drawing/2014/main" id="{BAA85B24-C404-4D8C-963A-8C397CFCED17}"/>
              </a:ext>
            </a:extLst>
          </p:cNvPr>
          <p:cNvSpPr/>
          <p:nvPr/>
        </p:nvSpPr>
        <p:spPr>
          <a:xfrm>
            <a:off x="4292084" y="2328861"/>
            <a:ext cx="1791614" cy="1727452"/>
          </a:xfrm>
          <a:custGeom>
            <a:avLst/>
            <a:gdLst>
              <a:gd name="connsiteX0" fmla="*/ 896035 w 1791614"/>
              <a:gd name="connsiteY0" fmla="*/ 0 h 1727452"/>
              <a:gd name="connsiteX1" fmla="*/ 898300 w 1791614"/>
              <a:gd name="connsiteY1" fmla="*/ 44854 h 1727452"/>
              <a:gd name="connsiteX2" fmla="*/ 1718952 w 1791614"/>
              <a:gd name="connsiteY2" fmla="*/ 860313 h 1727452"/>
              <a:gd name="connsiteX3" fmla="*/ 1791614 w 1791614"/>
              <a:gd name="connsiteY3" fmla="*/ 863754 h 1727452"/>
              <a:gd name="connsiteX4" fmla="*/ 1713192 w 1791614"/>
              <a:gd name="connsiteY4" fmla="*/ 867714 h 1727452"/>
              <a:gd name="connsiteX5" fmla="*/ 898300 w 1791614"/>
              <a:gd name="connsiteY5" fmla="*/ 1682606 h 1727452"/>
              <a:gd name="connsiteX6" fmla="*/ 896035 w 1791614"/>
              <a:gd name="connsiteY6" fmla="*/ 1727452 h 1727452"/>
              <a:gd name="connsiteX7" fmla="*/ 893771 w 1791614"/>
              <a:gd name="connsiteY7" fmla="*/ 1682606 h 1727452"/>
              <a:gd name="connsiteX8" fmla="*/ 78878 w 1791614"/>
              <a:gd name="connsiteY8" fmla="*/ 867714 h 1727452"/>
              <a:gd name="connsiteX9" fmla="*/ 0 w 1791614"/>
              <a:gd name="connsiteY9" fmla="*/ 863731 h 1727452"/>
              <a:gd name="connsiteX10" fmla="*/ 78877 w 1791614"/>
              <a:gd name="connsiteY10" fmla="*/ 859748 h 1727452"/>
              <a:gd name="connsiteX11" fmla="*/ 893770 w 1791614"/>
              <a:gd name="connsiteY11" fmla="*/ 44855 h 172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1614" h="1727452">
                <a:moveTo>
                  <a:pt x="896035" y="0"/>
                </a:moveTo>
                <a:lnTo>
                  <a:pt x="898300" y="44854"/>
                </a:lnTo>
                <a:cubicBezTo>
                  <a:pt x="942130" y="476442"/>
                  <a:pt x="1286579" y="819159"/>
                  <a:pt x="1718952" y="860313"/>
                </a:cubicBezTo>
                <a:lnTo>
                  <a:pt x="1791614" y="863754"/>
                </a:lnTo>
                <a:lnTo>
                  <a:pt x="1713192" y="867714"/>
                </a:lnTo>
                <a:cubicBezTo>
                  <a:pt x="1283523" y="911349"/>
                  <a:pt x="941935" y="1252937"/>
                  <a:pt x="898300" y="1682606"/>
                </a:cubicBezTo>
                <a:lnTo>
                  <a:pt x="896035" y="1727452"/>
                </a:lnTo>
                <a:lnTo>
                  <a:pt x="893771" y="1682606"/>
                </a:lnTo>
                <a:cubicBezTo>
                  <a:pt x="850135" y="1252937"/>
                  <a:pt x="508548" y="911349"/>
                  <a:pt x="78878" y="867714"/>
                </a:cubicBezTo>
                <a:lnTo>
                  <a:pt x="0" y="863731"/>
                </a:lnTo>
                <a:lnTo>
                  <a:pt x="78877" y="859748"/>
                </a:lnTo>
                <a:cubicBezTo>
                  <a:pt x="508547" y="816112"/>
                  <a:pt x="850134" y="474525"/>
                  <a:pt x="893770" y="44855"/>
                </a:cubicBezTo>
                <a:close/>
              </a:path>
            </a:pathLst>
          </a:custGeom>
          <a:solidFill>
            <a:srgbClr val="9ED3D7"/>
          </a:solidFill>
          <a:ln w="254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30" name="Freeform: Shape 129">
            <a:extLst>
              <a:ext uri="{FF2B5EF4-FFF2-40B4-BE49-F238E27FC236}">
                <a16:creationId xmlns:a16="http://schemas.microsoft.com/office/drawing/2014/main" id="{D93BE9C3-8C83-4CF2-BA08-A357276D2475}"/>
              </a:ext>
            </a:extLst>
          </p:cNvPr>
          <p:cNvSpPr/>
          <p:nvPr/>
        </p:nvSpPr>
        <p:spPr>
          <a:xfrm>
            <a:off x="8006925" y="2168659"/>
            <a:ext cx="1810277" cy="1817940"/>
          </a:xfrm>
          <a:custGeom>
            <a:avLst/>
            <a:gdLst>
              <a:gd name="connsiteX0" fmla="*/ 1810277 w 1810277"/>
              <a:gd name="connsiteY0" fmla="*/ 1020532 h 1817940"/>
              <a:gd name="connsiteX1" fmla="*/ 1809247 w 1810277"/>
              <a:gd name="connsiteY1" fmla="*/ 1027281 h 1817940"/>
              <a:gd name="connsiteX2" fmla="*/ 1742927 w 1810277"/>
              <a:gd name="connsiteY2" fmla="*/ 1023933 h 1817940"/>
              <a:gd name="connsiteX3" fmla="*/ 817305 w 1810277"/>
              <a:gd name="connsiteY3" fmla="*/ 147242 h 1817940"/>
              <a:gd name="connsiteX4" fmla="*/ 820224 w 1810277"/>
              <a:gd name="connsiteY4" fmla="*/ 205056 h 1817940"/>
              <a:gd name="connsiteX5" fmla="*/ 1640877 w 1810277"/>
              <a:gd name="connsiteY5" fmla="*/ 1020515 h 1817940"/>
              <a:gd name="connsiteX6" fmla="*/ 1713539 w 1810277"/>
              <a:gd name="connsiteY6" fmla="*/ 1023956 h 1817940"/>
              <a:gd name="connsiteX7" fmla="*/ 1635117 w 1810277"/>
              <a:gd name="connsiteY7" fmla="*/ 1027916 h 1817940"/>
              <a:gd name="connsiteX8" fmla="*/ 834059 w 1810277"/>
              <a:gd name="connsiteY8" fmla="*/ 1752161 h 1817940"/>
              <a:gd name="connsiteX9" fmla="*/ 824020 w 1810277"/>
              <a:gd name="connsiteY9" fmla="*/ 1817940 h 1817940"/>
              <a:gd name="connsiteX10" fmla="*/ 817261 w 1810277"/>
              <a:gd name="connsiteY10" fmla="*/ 1817620 h 1817940"/>
              <a:gd name="connsiteX11" fmla="*/ 810347 w 1810277"/>
              <a:gd name="connsiteY11" fmla="*/ 1816341 h 1817940"/>
              <a:gd name="connsiteX12" fmla="*/ 800552 w 1810277"/>
              <a:gd name="connsiteY12" fmla="*/ 1752161 h 1817940"/>
              <a:gd name="connsiteX13" fmla="*/ 90141 w 1810277"/>
              <a:gd name="connsiteY13" fmla="*/ 1041750 h 1817940"/>
              <a:gd name="connsiteX14" fmla="*/ 1602 w 1810277"/>
              <a:gd name="connsiteY14" fmla="*/ 1028237 h 1817940"/>
              <a:gd name="connsiteX15" fmla="*/ 0 w 1810277"/>
              <a:gd name="connsiteY15" fmla="*/ 1019872 h 1817940"/>
              <a:gd name="connsiteX16" fmla="*/ 90140 w 1810277"/>
              <a:gd name="connsiteY16" fmla="*/ 1006115 h 1817940"/>
              <a:gd name="connsiteX17" fmla="*/ 814386 w 1810277"/>
              <a:gd name="connsiteY17" fmla="*/ 205057 h 1817940"/>
              <a:gd name="connsiteX18" fmla="*/ 823028 w 1810277"/>
              <a:gd name="connsiteY18" fmla="*/ 0 h 1817940"/>
              <a:gd name="connsiteX19" fmla="*/ 820224 w 1810277"/>
              <a:gd name="connsiteY19" fmla="*/ 18369 h 1817940"/>
              <a:gd name="connsiteX20" fmla="*/ 817305 w 1810277"/>
              <a:gd name="connsiteY20" fmla="*/ 76174 h 1817940"/>
              <a:gd name="connsiteX21" fmla="*/ 814387 w 1810277"/>
              <a:gd name="connsiteY21" fmla="*/ 18369 h 1817940"/>
              <a:gd name="connsiteX22" fmla="*/ 811670 w 1810277"/>
              <a:gd name="connsiteY22" fmla="*/ 573 h 181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0277" h="1817940">
                <a:moveTo>
                  <a:pt x="1810277" y="1020532"/>
                </a:moveTo>
                <a:lnTo>
                  <a:pt x="1809247" y="1027281"/>
                </a:lnTo>
                <a:lnTo>
                  <a:pt x="1742927" y="1023933"/>
                </a:lnTo>
                <a:close/>
                <a:moveTo>
                  <a:pt x="817305" y="147242"/>
                </a:moveTo>
                <a:lnTo>
                  <a:pt x="820224" y="205056"/>
                </a:lnTo>
                <a:cubicBezTo>
                  <a:pt x="864055" y="636644"/>
                  <a:pt x="1208504" y="979361"/>
                  <a:pt x="1640877" y="1020515"/>
                </a:cubicBezTo>
                <a:lnTo>
                  <a:pt x="1713539" y="1023956"/>
                </a:lnTo>
                <a:lnTo>
                  <a:pt x="1635117" y="1027916"/>
                </a:lnTo>
                <a:cubicBezTo>
                  <a:pt x="1236138" y="1068434"/>
                  <a:pt x="913108" y="1365861"/>
                  <a:pt x="834059" y="1752161"/>
                </a:cubicBezTo>
                <a:lnTo>
                  <a:pt x="824020" y="1817940"/>
                </a:lnTo>
                <a:lnTo>
                  <a:pt x="817261" y="1817620"/>
                </a:lnTo>
                <a:lnTo>
                  <a:pt x="810347" y="1816341"/>
                </a:lnTo>
                <a:lnTo>
                  <a:pt x="800552" y="1752161"/>
                </a:lnTo>
                <a:cubicBezTo>
                  <a:pt x="727584" y="1395576"/>
                  <a:pt x="446726" y="1114718"/>
                  <a:pt x="90141" y="1041750"/>
                </a:cubicBezTo>
                <a:lnTo>
                  <a:pt x="1602" y="1028237"/>
                </a:lnTo>
                <a:lnTo>
                  <a:pt x="0" y="1019872"/>
                </a:lnTo>
                <a:lnTo>
                  <a:pt x="90140" y="1006115"/>
                </a:lnTo>
                <a:cubicBezTo>
                  <a:pt x="476440" y="927067"/>
                  <a:pt x="773867" y="604036"/>
                  <a:pt x="814386" y="205057"/>
                </a:cubicBezTo>
                <a:close/>
                <a:moveTo>
                  <a:pt x="823028" y="0"/>
                </a:moveTo>
                <a:lnTo>
                  <a:pt x="820224" y="18369"/>
                </a:lnTo>
                <a:lnTo>
                  <a:pt x="817305" y="76174"/>
                </a:lnTo>
                <a:lnTo>
                  <a:pt x="814387" y="18369"/>
                </a:lnTo>
                <a:lnTo>
                  <a:pt x="811670" y="573"/>
                </a:lnTo>
                <a:close/>
              </a:path>
            </a:pathLst>
          </a:custGeom>
          <a:solidFill>
            <a:srgbClr val="EF95A0"/>
          </a:solidFill>
          <a:ln w="254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25" name="Rectangle: Rounded Corners 124">
            <a:extLst>
              <a:ext uri="{FF2B5EF4-FFF2-40B4-BE49-F238E27FC236}">
                <a16:creationId xmlns:a16="http://schemas.microsoft.com/office/drawing/2014/main" id="{C13103D0-4F5C-4D71-B107-05A337B91B28}"/>
              </a:ext>
            </a:extLst>
          </p:cNvPr>
          <p:cNvSpPr/>
          <p:nvPr/>
        </p:nvSpPr>
        <p:spPr>
          <a:xfrm>
            <a:off x="5187293" y="3196759"/>
            <a:ext cx="1816106" cy="1816104"/>
          </a:xfrm>
          <a:prstGeom prst="roundRect">
            <a:avLst>
              <a:gd name="adj" fmla="val 50000"/>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24" name="Freeform: Shape 123">
            <a:extLst>
              <a:ext uri="{FF2B5EF4-FFF2-40B4-BE49-F238E27FC236}">
                <a16:creationId xmlns:a16="http://schemas.microsoft.com/office/drawing/2014/main" id="{1921C3CD-37A1-446D-913D-4E14126FA627}"/>
              </a:ext>
            </a:extLst>
          </p:cNvPr>
          <p:cNvSpPr/>
          <p:nvPr/>
        </p:nvSpPr>
        <p:spPr>
          <a:xfrm>
            <a:off x="6150524" y="2379577"/>
            <a:ext cx="1817477" cy="1626019"/>
          </a:xfrm>
          <a:custGeom>
            <a:avLst/>
            <a:gdLst>
              <a:gd name="connsiteX0" fmla="*/ 1817271 w 1817477"/>
              <a:gd name="connsiteY0" fmla="*/ 810982 h 1626019"/>
              <a:gd name="connsiteX1" fmla="*/ 1817477 w 1817477"/>
              <a:gd name="connsiteY1" fmla="*/ 815058 h 1626019"/>
              <a:gd name="connsiteX2" fmla="*/ 1777017 w 1817477"/>
              <a:gd name="connsiteY2" fmla="*/ 813015 h 1626019"/>
              <a:gd name="connsiteX3" fmla="*/ 855437 w 1817477"/>
              <a:gd name="connsiteY3" fmla="*/ 0 h 1626019"/>
              <a:gd name="connsiteX4" fmla="*/ 884427 w 1817477"/>
              <a:gd name="connsiteY4" fmla="*/ 151402 h 1626019"/>
              <a:gd name="connsiteX5" fmla="*/ 1674967 w 1817477"/>
              <a:gd name="connsiteY5" fmla="*/ 809597 h 1626019"/>
              <a:gd name="connsiteX6" fmla="*/ 1747629 w 1817477"/>
              <a:gd name="connsiteY6" fmla="*/ 813038 h 1626019"/>
              <a:gd name="connsiteX7" fmla="*/ 1669207 w 1817477"/>
              <a:gd name="connsiteY7" fmla="*/ 816998 h 1626019"/>
              <a:gd name="connsiteX8" fmla="*/ 884235 w 1817477"/>
              <a:gd name="connsiteY8" fmla="*/ 1475303 h 1626019"/>
              <a:gd name="connsiteX9" fmla="*/ 855437 w 1817477"/>
              <a:gd name="connsiteY9" fmla="*/ 1626019 h 1626019"/>
              <a:gd name="connsiteX10" fmla="*/ 842498 w 1817477"/>
              <a:gd name="connsiteY10" fmla="*/ 1541243 h 1626019"/>
              <a:gd name="connsiteX11" fmla="*/ 41440 w 1817477"/>
              <a:gd name="connsiteY11" fmla="*/ 816998 h 1626019"/>
              <a:gd name="connsiteX12" fmla="*/ 0 w 1817477"/>
              <a:gd name="connsiteY12" fmla="*/ 814905 h 1626019"/>
              <a:gd name="connsiteX13" fmla="*/ 191 w 1817477"/>
              <a:gd name="connsiteY13" fmla="*/ 811115 h 1626019"/>
              <a:gd name="connsiteX14" fmla="*/ 41439 w 1817477"/>
              <a:gd name="connsiteY14" fmla="*/ 809032 h 1626019"/>
              <a:gd name="connsiteX15" fmla="*/ 842497 w 1817477"/>
              <a:gd name="connsiteY15" fmla="*/ 84786 h 162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7477" h="1626019">
                <a:moveTo>
                  <a:pt x="1817271" y="810982"/>
                </a:moveTo>
                <a:lnTo>
                  <a:pt x="1817477" y="815058"/>
                </a:lnTo>
                <a:lnTo>
                  <a:pt x="1777017" y="813015"/>
                </a:lnTo>
                <a:close/>
                <a:moveTo>
                  <a:pt x="855437" y="0"/>
                </a:moveTo>
                <a:lnTo>
                  <a:pt x="884427" y="151402"/>
                </a:lnTo>
                <a:cubicBezTo>
                  <a:pt x="985631" y="506693"/>
                  <a:pt x="1296640" y="773588"/>
                  <a:pt x="1674967" y="809597"/>
                </a:cubicBezTo>
                <a:lnTo>
                  <a:pt x="1747629" y="813038"/>
                </a:lnTo>
                <a:lnTo>
                  <a:pt x="1669207" y="816998"/>
                </a:lnTo>
                <a:cubicBezTo>
                  <a:pt x="1293246" y="855179"/>
                  <a:pt x="984723" y="1121479"/>
                  <a:pt x="884235" y="1475303"/>
                </a:cubicBezTo>
                <a:lnTo>
                  <a:pt x="855437" y="1626019"/>
                </a:lnTo>
                <a:lnTo>
                  <a:pt x="842498" y="1541243"/>
                </a:lnTo>
                <a:cubicBezTo>
                  <a:pt x="763450" y="1154943"/>
                  <a:pt x="440419" y="857516"/>
                  <a:pt x="41440" y="816998"/>
                </a:cubicBezTo>
                <a:lnTo>
                  <a:pt x="0" y="814905"/>
                </a:lnTo>
                <a:lnTo>
                  <a:pt x="191" y="811115"/>
                </a:lnTo>
                <a:lnTo>
                  <a:pt x="41439" y="809032"/>
                </a:lnTo>
                <a:cubicBezTo>
                  <a:pt x="440418" y="768513"/>
                  <a:pt x="763449" y="471087"/>
                  <a:pt x="842497" y="84786"/>
                </a:cubicBezTo>
                <a:close/>
              </a:path>
            </a:pathLst>
          </a:custGeom>
          <a:solidFill>
            <a:srgbClr val="72BFC5"/>
          </a:solidFill>
          <a:ln w="254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31" name="Rectangle: Rounded Corners 130">
            <a:extLst>
              <a:ext uri="{FF2B5EF4-FFF2-40B4-BE49-F238E27FC236}">
                <a16:creationId xmlns:a16="http://schemas.microsoft.com/office/drawing/2014/main" id="{76314FAB-D840-476D-8F7C-DEF9C9E3BDCC}"/>
              </a:ext>
            </a:extLst>
          </p:cNvPr>
          <p:cNvSpPr/>
          <p:nvPr/>
        </p:nvSpPr>
        <p:spPr>
          <a:xfrm>
            <a:off x="7000125" y="1367422"/>
            <a:ext cx="1825899" cy="1825899"/>
          </a:xfrm>
          <a:prstGeom prst="roundRect">
            <a:avLst>
              <a:gd name="adj" fmla="val 50000"/>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4" name="Rectangle: Rounded Corners 103">
            <a:extLst>
              <a:ext uri="{FF2B5EF4-FFF2-40B4-BE49-F238E27FC236}">
                <a16:creationId xmlns:a16="http://schemas.microsoft.com/office/drawing/2014/main" id="{EEF40714-79DD-4648-A05C-C880C6C4C152}"/>
              </a:ext>
            </a:extLst>
          </p:cNvPr>
          <p:cNvSpPr/>
          <p:nvPr/>
        </p:nvSpPr>
        <p:spPr>
          <a:xfrm>
            <a:off x="3364668" y="1367422"/>
            <a:ext cx="1825899" cy="1825899"/>
          </a:xfrm>
          <a:prstGeom prst="roundRect">
            <a:avLst>
              <a:gd name="adj" fmla="val 50000"/>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99" name="Rectangle: Rounded Corners 98">
            <a:extLst>
              <a:ext uri="{FF2B5EF4-FFF2-40B4-BE49-F238E27FC236}">
                <a16:creationId xmlns:a16="http://schemas.microsoft.com/office/drawing/2014/main" id="{DBB7CDDB-C0AA-4EE8-82BE-FE9355A039E6}"/>
              </a:ext>
            </a:extLst>
          </p:cNvPr>
          <p:cNvSpPr/>
          <p:nvPr/>
        </p:nvSpPr>
        <p:spPr>
          <a:xfrm>
            <a:off x="1543666" y="3191861"/>
            <a:ext cx="1825899" cy="1825899"/>
          </a:xfrm>
          <a:prstGeom prst="roundRect">
            <a:avLst>
              <a:gd name="adj" fmla="val 50000"/>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2" name="Right Triangle 1">
            <a:extLst>
              <a:ext uri="{FF2B5EF4-FFF2-40B4-BE49-F238E27FC236}">
                <a16:creationId xmlns:a16="http://schemas.microsoft.com/office/drawing/2014/main" id="{5412B7D6-9400-4B66-8814-DCF81BEB0C5A}"/>
              </a:ext>
            </a:extLst>
          </p:cNvPr>
          <p:cNvSpPr/>
          <p:nvPr/>
        </p:nvSpPr>
        <p:spPr>
          <a:xfrm rot="5400000" flipH="1">
            <a:off x="0" y="5372100"/>
            <a:ext cx="1485900" cy="1485900"/>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3" name="Rectangle 2">
            <a:extLst>
              <a:ext uri="{FF2B5EF4-FFF2-40B4-BE49-F238E27FC236}">
                <a16:creationId xmlns:a16="http://schemas.microsoft.com/office/drawing/2014/main" id="{64ABBA9B-1329-47B1-9E6B-E01B6F3823E7}"/>
              </a:ext>
            </a:extLst>
          </p:cNvPr>
          <p:cNvSpPr/>
          <p:nvPr/>
        </p:nvSpPr>
        <p:spPr>
          <a:xfrm>
            <a:off x="10058400" y="97712"/>
            <a:ext cx="2133600" cy="177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 name="TextBox 3">
            <a:extLst>
              <a:ext uri="{FF2B5EF4-FFF2-40B4-BE49-F238E27FC236}">
                <a16:creationId xmlns:a16="http://schemas.microsoft.com/office/drawing/2014/main" id="{D575CD53-6108-481A-A31F-305A2B59F755}"/>
              </a:ext>
            </a:extLst>
          </p:cNvPr>
          <p:cNvSpPr txBox="1"/>
          <p:nvPr/>
        </p:nvSpPr>
        <p:spPr>
          <a:xfrm>
            <a:off x="690563" y="314325"/>
            <a:ext cx="10808351" cy="553998"/>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000000"/>
                </a:solidFill>
                <a:effectLst/>
                <a:uLnTx/>
                <a:uFillTx/>
                <a:latin typeface="Segoe UI"/>
                <a:ea typeface="+mn-ea"/>
                <a:cs typeface="+mn-cs"/>
              </a:rPr>
              <a:t>SDG GOALS</a:t>
            </a:r>
          </a:p>
        </p:txBody>
      </p:sp>
      <p:sp>
        <p:nvSpPr>
          <p:cNvPr id="6" name="Date Placeholder 5">
            <a:extLst>
              <a:ext uri="{FF2B5EF4-FFF2-40B4-BE49-F238E27FC236}">
                <a16:creationId xmlns:a16="http://schemas.microsoft.com/office/drawing/2014/main" id="{80E38B08-802D-4164-A9F1-6C44A3B3280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C123CF5-7D66-4CD0-9E7B-9C396B7C8ADE}" type="datetime1">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7" name="Slide Number Placeholder 6">
            <a:extLst>
              <a:ext uri="{FF2B5EF4-FFF2-40B4-BE49-F238E27FC236}">
                <a16:creationId xmlns:a16="http://schemas.microsoft.com/office/drawing/2014/main" id="{62E62710-286F-4B00-9BF4-C4E48604ED0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104C915-17D6-486A-86EC-048CBE10C825}" type="slidenum">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89" name="TextBox 88">
            <a:extLst>
              <a:ext uri="{FF2B5EF4-FFF2-40B4-BE49-F238E27FC236}">
                <a16:creationId xmlns:a16="http://schemas.microsoft.com/office/drawing/2014/main" id="{BFC654B8-714C-4749-896F-E800EB636866}"/>
              </a:ext>
            </a:extLst>
          </p:cNvPr>
          <p:cNvSpPr txBox="1"/>
          <p:nvPr/>
        </p:nvSpPr>
        <p:spPr>
          <a:xfrm>
            <a:off x="1143000" y="5411413"/>
            <a:ext cx="9906000" cy="73866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24Slides</a:t>
            </a:r>
            <a:r>
              <a:rPr kumimoji="0" lang="en-US" sz="1600" b="0" i="0" u="none" strike="noStrike" kern="1200" cap="none" spc="0" normalizeH="0" baseline="0" noProof="0">
                <a:ln>
                  <a:noFill/>
                </a:ln>
                <a:solidFill>
                  <a:srgbClr val="000000"/>
                </a:solidFill>
                <a:effectLst/>
                <a:uLnTx/>
                <a:uFillTx/>
                <a:latin typeface="Calibri Light"/>
                <a:ea typeface="+mn-ea"/>
                <a:cs typeface="+mn-cs"/>
              </a:rPr>
              <a:t> contributes to the UN 2030 agenda by supporting the Sustainable Development Goals (SDGs). Our strategy focuses on being socially responsible in the markets in which we (primarily) operate. We have five primary areas of action that support selected SDGs.</a:t>
            </a:r>
          </a:p>
        </p:txBody>
      </p:sp>
      <p:sp>
        <p:nvSpPr>
          <p:cNvPr id="295" name="Rectangle: Rounded Corners 294">
            <a:extLst>
              <a:ext uri="{FF2B5EF4-FFF2-40B4-BE49-F238E27FC236}">
                <a16:creationId xmlns:a16="http://schemas.microsoft.com/office/drawing/2014/main" id="{30DF9338-FF32-484F-BA0D-A37E3AB9745D}"/>
              </a:ext>
            </a:extLst>
          </p:cNvPr>
          <p:cNvSpPr/>
          <p:nvPr/>
        </p:nvSpPr>
        <p:spPr>
          <a:xfrm>
            <a:off x="1946694" y="1770450"/>
            <a:ext cx="1019843" cy="1019843"/>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296" name="Rectangle: Rounded Corners 295">
            <a:extLst>
              <a:ext uri="{FF2B5EF4-FFF2-40B4-BE49-F238E27FC236}">
                <a16:creationId xmlns:a16="http://schemas.microsoft.com/office/drawing/2014/main" id="{3265DCDC-F49F-41D1-A568-96DE653F877B}"/>
              </a:ext>
            </a:extLst>
          </p:cNvPr>
          <p:cNvSpPr/>
          <p:nvPr/>
        </p:nvSpPr>
        <p:spPr>
          <a:xfrm>
            <a:off x="3767695" y="3594889"/>
            <a:ext cx="1019843" cy="1019843"/>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297" name="Rectangle: Rounded Corners 296">
            <a:extLst>
              <a:ext uri="{FF2B5EF4-FFF2-40B4-BE49-F238E27FC236}">
                <a16:creationId xmlns:a16="http://schemas.microsoft.com/office/drawing/2014/main" id="{7B884F2D-6286-4C82-936F-DBFAAE353A2A}"/>
              </a:ext>
            </a:extLst>
          </p:cNvPr>
          <p:cNvSpPr/>
          <p:nvPr/>
        </p:nvSpPr>
        <p:spPr>
          <a:xfrm>
            <a:off x="5588698" y="1770450"/>
            <a:ext cx="1019843" cy="1019843"/>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299" name="Rectangle: Rounded Corners 298">
            <a:extLst>
              <a:ext uri="{FF2B5EF4-FFF2-40B4-BE49-F238E27FC236}">
                <a16:creationId xmlns:a16="http://schemas.microsoft.com/office/drawing/2014/main" id="{2D265309-6485-441F-A521-CD37742FB3ED}"/>
              </a:ext>
            </a:extLst>
          </p:cNvPr>
          <p:cNvSpPr/>
          <p:nvPr/>
        </p:nvSpPr>
        <p:spPr>
          <a:xfrm>
            <a:off x="7403153" y="3594889"/>
            <a:ext cx="1019843" cy="1019843"/>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90" name="TextBox 89">
            <a:extLst>
              <a:ext uri="{FF2B5EF4-FFF2-40B4-BE49-F238E27FC236}">
                <a16:creationId xmlns:a16="http://schemas.microsoft.com/office/drawing/2014/main" id="{1DC38031-C222-4565-AD96-F73F66F814E8}"/>
              </a:ext>
            </a:extLst>
          </p:cNvPr>
          <p:cNvSpPr txBox="1"/>
          <p:nvPr/>
        </p:nvSpPr>
        <p:spPr>
          <a:xfrm>
            <a:off x="1658343" y="3850908"/>
            <a:ext cx="1596545" cy="50780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SDG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No Poverty</a:t>
            </a:r>
          </a:p>
        </p:txBody>
      </p:sp>
      <p:sp>
        <p:nvSpPr>
          <p:cNvPr id="91" name="TextBox 90">
            <a:extLst>
              <a:ext uri="{FF2B5EF4-FFF2-40B4-BE49-F238E27FC236}">
                <a16:creationId xmlns:a16="http://schemas.microsoft.com/office/drawing/2014/main" id="{84BF9BC9-0E4E-442A-9A7E-7BE9F969B416}"/>
              </a:ext>
            </a:extLst>
          </p:cNvPr>
          <p:cNvSpPr txBox="1"/>
          <p:nvPr/>
        </p:nvSpPr>
        <p:spPr>
          <a:xfrm>
            <a:off x="5300347" y="3850908"/>
            <a:ext cx="1596545" cy="50780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SDG 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Quality Education</a:t>
            </a:r>
          </a:p>
        </p:txBody>
      </p:sp>
      <p:sp>
        <p:nvSpPr>
          <p:cNvPr id="93" name="TextBox 92">
            <a:extLst>
              <a:ext uri="{FF2B5EF4-FFF2-40B4-BE49-F238E27FC236}">
                <a16:creationId xmlns:a16="http://schemas.microsoft.com/office/drawing/2014/main" id="{607FBA46-02CA-46F3-899D-E75AF1865C42}"/>
              </a:ext>
            </a:extLst>
          </p:cNvPr>
          <p:cNvSpPr txBox="1"/>
          <p:nvPr/>
        </p:nvSpPr>
        <p:spPr>
          <a:xfrm>
            <a:off x="3458263" y="1899520"/>
            <a:ext cx="1596545" cy="761703"/>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SDG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Good Health and Wellbeing</a:t>
            </a:r>
          </a:p>
        </p:txBody>
      </p:sp>
      <p:sp>
        <p:nvSpPr>
          <p:cNvPr id="94" name="TextBox 93">
            <a:extLst>
              <a:ext uri="{FF2B5EF4-FFF2-40B4-BE49-F238E27FC236}">
                <a16:creationId xmlns:a16="http://schemas.microsoft.com/office/drawing/2014/main" id="{DCFC243E-485F-402C-839E-D0D2FE11612C}"/>
              </a:ext>
            </a:extLst>
          </p:cNvPr>
          <p:cNvSpPr txBox="1"/>
          <p:nvPr/>
        </p:nvSpPr>
        <p:spPr>
          <a:xfrm>
            <a:off x="7114802" y="2026469"/>
            <a:ext cx="1596545" cy="50780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SDG 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Gender Equality</a:t>
            </a:r>
          </a:p>
        </p:txBody>
      </p:sp>
      <p:grpSp>
        <p:nvGrpSpPr>
          <p:cNvPr id="67" name="Group 66">
            <a:extLst>
              <a:ext uri="{FF2B5EF4-FFF2-40B4-BE49-F238E27FC236}">
                <a16:creationId xmlns:a16="http://schemas.microsoft.com/office/drawing/2014/main" id="{C4636503-B770-45EE-9EFD-FA4D58C7F513}"/>
              </a:ext>
            </a:extLst>
          </p:cNvPr>
          <p:cNvGrpSpPr/>
          <p:nvPr/>
        </p:nvGrpSpPr>
        <p:grpSpPr>
          <a:xfrm>
            <a:off x="2233878" y="2057634"/>
            <a:ext cx="445474" cy="445474"/>
            <a:chOff x="3397251" y="1066800"/>
            <a:chExt cx="360363" cy="360363"/>
          </a:xfrm>
          <a:solidFill>
            <a:srgbClr val="BBE0E3"/>
          </a:solidFill>
        </p:grpSpPr>
        <p:sp>
          <p:nvSpPr>
            <p:cNvPr id="68" name="Freeform 282">
              <a:extLst>
                <a:ext uri="{FF2B5EF4-FFF2-40B4-BE49-F238E27FC236}">
                  <a16:creationId xmlns:a16="http://schemas.microsoft.com/office/drawing/2014/main" id="{774EE158-E0B9-443A-9300-06D24A9AF4BA}"/>
                </a:ext>
              </a:extLst>
            </p:cNvPr>
            <p:cNvSpPr>
              <a:spLocks/>
            </p:cNvSpPr>
            <p:nvPr/>
          </p:nvSpPr>
          <p:spPr bwMode="auto">
            <a:xfrm>
              <a:off x="3397251" y="1187450"/>
              <a:ext cx="360363" cy="239713"/>
            </a:xfrm>
            <a:custGeom>
              <a:avLst/>
              <a:gdLst>
                <a:gd name="T0" fmla="*/ 94 w 96"/>
                <a:gd name="T1" fmla="*/ 40 h 64"/>
                <a:gd name="T2" fmla="*/ 28 w 96"/>
                <a:gd name="T3" fmla="*/ 40 h 64"/>
                <a:gd name="T4" fmla="*/ 28 w 96"/>
                <a:gd name="T5" fmla="*/ 26 h 64"/>
                <a:gd name="T6" fmla="*/ 40 w 96"/>
                <a:gd name="T7" fmla="*/ 2 h 64"/>
                <a:gd name="T8" fmla="*/ 38 w 96"/>
                <a:gd name="T9" fmla="*/ 0 h 64"/>
                <a:gd name="T10" fmla="*/ 2 w 96"/>
                <a:gd name="T11" fmla="*/ 0 h 64"/>
                <a:gd name="T12" fmla="*/ 0 w 96"/>
                <a:gd name="T13" fmla="*/ 2 h 64"/>
                <a:gd name="T14" fmla="*/ 12 w 96"/>
                <a:gd name="T15" fmla="*/ 26 h 64"/>
                <a:gd name="T16" fmla="*/ 12 w 96"/>
                <a:gd name="T17" fmla="*/ 40 h 64"/>
                <a:gd name="T18" fmla="*/ 2 w 96"/>
                <a:gd name="T19" fmla="*/ 40 h 64"/>
                <a:gd name="T20" fmla="*/ 0 w 96"/>
                <a:gd name="T21" fmla="*/ 42 h 64"/>
                <a:gd name="T22" fmla="*/ 2 w 96"/>
                <a:gd name="T23" fmla="*/ 44 h 64"/>
                <a:gd name="T24" fmla="*/ 42 w 96"/>
                <a:gd name="T25" fmla="*/ 44 h 64"/>
                <a:gd name="T26" fmla="*/ 28 w 96"/>
                <a:gd name="T27" fmla="*/ 61 h 64"/>
                <a:gd name="T28" fmla="*/ 28 w 96"/>
                <a:gd name="T29" fmla="*/ 63 h 64"/>
                <a:gd name="T30" fmla="*/ 30 w 96"/>
                <a:gd name="T31" fmla="*/ 64 h 64"/>
                <a:gd name="T32" fmla="*/ 62 w 96"/>
                <a:gd name="T33" fmla="*/ 64 h 64"/>
                <a:gd name="T34" fmla="*/ 64 w 96"/>
                <a:gd name="T35" fmla="*/ 63 h 64"/>
                <a:gd name="T36" fmla="*/ 64 w 96"/>
                <a:gd name="T37" fmla="*/ 61 h 64"/>
                <a:gd name="T38" fmla="*/ 50 w 96"/>
                <a:gd name="T39" fmla="*/ 44 h 64"/>
                <a:gd name="T40" fmla="*/ 94 w 96"/>
                <a:gd name="T41" fmla="*/ 44 h 64"/>
                <a:gd name="T42" fmla="*/ 96 w 96"/>
                <a:gd name="T43" fmla="*/ 42 h 64"/>
                <a:gd name="T44" fmla="*/ 94 w 96"/>
                <a:gd name="T45" fmla="*/ 4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64">
                  <a:moveTo>
                    <a:pt x="94" y="40"/>
                  </a:moveTo>
                  <a:cubicBezTo>
                    <a:pt x="28" y="40"/>
                    <a:pt x="28" y="40"/>
                    <a:pt x="28" y="40"/>
                  </a:cubicBezTo>
                  <a:cubicBezTo>
                    <a:pt x="28" y="26"/>
                    <a:pt x="28" y="26"/>
                    <a:pt x="28" y="26"/>
                  </a:cubicBezTo>
                  <a:cubicBezTo>
                    <a:pt x="36" y="22"/>
                    <a:pt x="40" y="11"/>
                    <a:pt x="40" y="2"/>
                  </a:cubicBezTo>
                  <a:cubicBezTo>
                    <a:pt x="40" y="1"/>
                    <a:pt x="39" y="0"/>
                    <a:pt x="38" y="0"/>
                  </a:cubicBezTo>
                  <a:cubicBezTo>
                    <a:pt x="2" y="0"/>
                    <a:pt x="2" y="0"/>
                    <a:pt x="2" y="0"/>
                  </a:cubicBezTo>
                  <a:cubicBezTo>
                    <a:pt x="1" y="0"/>
                    <a:pt x="0" y="1"/>
                    <a:pt x="0" y="2"/>
                  </a:cubicBezTo>
                  <a:cubicBezTo>
                    <a:pt x="0" y="11"/>
                    <a:pt x="4" y="22"/>
                    <a:pt x="12" y="26"/>
                  </a:cubicBezTo>
                  <a:cubicBezTo>
                    <a:pt x="12" y="40"/>
                    <a:pt x="12" y="40"/>
                    <a:pt x="12" y="40"/>
                  </a:cubicBezTo>
                  <a:cubicBezTo>
                    <a:pt x="2" y="40"/>
                    <a:pt x="2" y="40"/>
                    <a:pt x="2" y="40"/>
                  </a:cubicBezTo>
                  <a:cubicBezTo>
                    <a:pt x="1" y="40"/>
                    <a:pt x="0" y="41"/>
                    <a:pt x="0" y="42"/>
                  </a:cubicBezTo>
                  <a:cubicBezTo>
                    <a:pt x="0" y="43"/>
                    <a:pt x="1" y="44"/>
                    <a:pt x="2" y="44"/>
                  </a:cubicBezTo>
                  <a:cubicBezTo>
                    <a:pt x="42" y="44"/>
                    <a:pt x="42" y="44"/>
                    <a:pt x="42" y="44"/>
                  </a:cubicBezTo>
                  <a:cubicBezTo>
                    <a:pt x="28" y="61"/>
                    <a:pt x="28" y="61"/>
                    <a:pt x="28" y="61"/>
                  </a:cubicBezTo>
                  <a:cubicBezTo>
                    <a:pt x="28" y="61"/>
                    <a:pt x="28" y="62"/>
                    <a:pt x="28" y="63"/>
                  </a:cubicBezTo>
                  <a:cubicBezTo>
                    <a:pt x="29" y="64"/>
                    <a:pt x="29" y="64"/>
                    <a:pt x="30" y="64"/>
                  </a:cubicBezTo>
                  <a:cubicBezTo>
                    <a:pt x="62" y="64"/>
                    <a:pt x="62" y="64"/>
                    <a:pt x="62" y="64"/>
                  </a:cubicBezTo>
                  <a:cubicBezTo>
                    <a:pt x="63" y="64"/>
                    <a:pt x="63" y="64"/>
                    <a:pt x="64" y="63"/>
                  </a:cubicBezTo>
                  <a:cubicBezTo>
                    <a:pt x="64" y="62"/>
                    <a:pt x="64" y="61"/>
                    <a:pt x="64" y="61"/>
                  </a:cubicBezTo>
                  <a:cubicBezTo>
                    <a:pt x="50" y="44"/>
                    <a:pt x="50" y="44"/>
                    <a:pt x="50" y="44"/>
                  </a:cubicBezTo>
                  <a:cubicBezTo>
                    <a:pt x="94" y="44"/>
                    <a:pt x="94" y="44"/>
                    <a:pt x="94" y="44"/>
                  </a:cubicBezTo>
                  <a:cubicBezTo>
                    <a:pt x="95" y="44"/>
                    <a:pt x="96" y="43"/>
                    <a:pt x="96" y="42"/>
                  </a:cubicBezTo>
                  <a:cubicBezTo>
                    <a:pt x="96" y="41"/>
                    <a:pt x="95" y="40"/>
                    <a:pt x="9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9" name="Freeform 283">
              <a:extLst>
                <a:ext uri="{FF2B5EF4-FFF2-40B4-BE49-F238E27FC236}">
                  <a16:creationId xmlns:a16="http://schemas.microsoft.com/office/drawing/2014/main" id="{3CC4A066-9881-47E0-A565-A7E23FAFAF98}"/>
                </a:ext>
              </a:extLst>
            </p:cNvPr>
            <p:cNvSpPr>
              <a:spLocks noEditPoints="1"/>
            </p:cNvSpPr>
            <p:nvPr/>
          </p:nvSpPr>
          <p:spPr bwMode="auto">
            <a:xfrm>
              <a:off x="3592513" y="1141413"/>
              <a:ext cx="165100" cy="166688"/>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24 h 44"/>
                <a:gd name="T12" fmla="*/ 15 w 44"/>
                <a:gd name="T13" fmla="*/ 17 h 44"/>
                <a:gd name="T14" fmla="*/ 20 w 44"/>
                <a:gd name="T15" fmla="*/ 11 h 44"/>
                <a:gd name="T16" fmla="*/ 20 w 44"/>
                <a:gd name="T17" fmla="*/ 10 h 44"/>
                <a:gd name="T18" fmla="*/ 22 w 44"/>
                <a:gd name="T19" fmla="*/ 8 h 44"/>
                <a:gd name="T20" fmla="*/ 24 w 44"/>
                <a:gd name="T21" fmla="*/ 10 h 44"/>
                <a:gd name="T22" fmla="*/ 24 w 44"/>
                <a:gd name="T23" fmla="*/ 11 h 44"/>
                <a:gd name="T24" fmla="*/ 29 w 44"/>
                <a:gd name="T25" fmla="*/ 17 h 44"/>
                <a:gd name="T26" fmla="*/ 27 w 44"/>
                <a:gd name="T27" fmla="*/ 19 h 44"/>
                <a:gd name="T28" fmla="*/ 25 w 44"/>
                <a:gd name="T29" fmla="*/ 17 h 44"/>
                <a:gd name="T30" fmla="*/ 22 w 44"/>
                <a:gd name="T31" fmla="*/ 15 h 44"/>
                <a:gd name="T32" fmla="*/ 19 w 44"/>
                <a:gd name="T33" fmla="*/ 17 h 44"/>
                <a:gd name="T34" fmla="*/ 22 w 44"/>
                <a:gd name="T35" fmla="*/ 20 h 44"/>
                <a:gd name="T36" fmla="*/ 29 w 44"/>
                <a:gd name="T37" fmla="*/ 27 h 44"/>
                <a:gd name="T38" fmla="*/ 24 w 44"/>
                <a:gd name="T39" fmla="*/ 33 h 44"/>
                <a:gd name="T40" fmla="*/ 24 w 44"/>
                <a:gd name="T41" fmla="*/ 34 h 44"/>
                <a:gd name="T42" fmla="*/ 22 w 44"/>
                <a:gd name="T43" fmla="*/ 36 h 44"/>
                <a:gd name="T44" fmla="*/ 20 w 44"/>
                <a:gd name="T45" fmla="*/ 34 h 44"/>
                <a:gd name="T46" fmla="*/ 20 w 44"/>
                <a:gd name="T47" fmla="*/ 33 h 44"/>
                <a:gd name="T48" fmla="*/ 15 w 44"/>
                <a:gd name="T49" fmla="*/ 27 h 44"/>
                <a:gd name="T50" fmla="*/ 17 w 44"/>
                <a:gd name="T51" fmla="*/ 25 h 44"/>
                <a:gd name="T52" fmla="*/ 19 w 44"/>
                <a:gd name="T53" fmla="*/ 27 h 44"/>
                <a:gd name="T54" fmla="*/ 22 w 44"/>
                <a:gd name="T55" fmla="*/ 29 h 44"/>
                <a:gd name="T56" fmla="*/ 25 w 44"/>
                <a:gd name="T57" fmla="*/ 27 h 44"/>
                <a:gd name="T58" fmla="*/ 22 w 44"/>
                <a:gd name="T59"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24"/>
                  </a:moveTo>
                  <a:cubicBezTo>
                    <a:pt x="18" y="24"/>
                    <a:pt x="15" y="21"/>
                    <a:pt x="15" y="17"/>
                  </a:cubicBezTo>
                  <a:cubicBezTo>
                    <a:pt x="15" y="14"/>
                    <a:pt x="17" y="12"/>
                    <a:pt x="20" y="11"/>
                  </a:cubicBezTo>
                  <a:cubicBezTo>
                    <a:pt x="20" y="10"/>
                    <a:pt x="20" y="10"/>
                    <a:pt x="20" y="10"/>
                  </a:cubicBezTo>
                  <a:cubicBezTo>
                    <a:pt x="20" y="9"/>
                    <a:pt x="21" y="8"/>
                    <a:pt x="22" y="8"/>
                  </a:cubicBezTo>
                  <a:cubicBezTo>
                    <a:pt x="23" y="8"/>
                    <a:pt x="24" y="9"/>
                    <a:pt x="24" y="10"/>
                  </a:cubicBezTo>
                  <a:cubicBezTo>
                    <a:pt x="24" y="11"/>
                    <a:pt x="24" y="11"/>
                    <a:pt x="24" y="11"/>
                  </a:cubicBezTo>
                  <a:cubicBezTo>
                    <a:pt x="27" y="12"/>
                    <a:pt x="29" y="14"/>
                    <a:pt x="29" y="17"/>
                  </a:cubicBezTo>
                  <a:cubicBezTo>
                    <a:pt x="29" y="18"/>
                    <a:pt x="28" y="19"/>
                    <a:pt x="27" y="19"/>
                  </a:cubicBezTo>
                  <a:cubicBezTo>
                    <a:pt x="26" y="19"/>
                    <a:pt x="25" y="18"/>
                    <a:pt x="25" y="17"/>
                  </a:cubicBezTo>
                  <a:cubicBezTo>
                    <a:pt x="25" y="16"/>
                    <a:pt x="23" y="15"/>
                    <a:pt x="22" y="15"/>
                  </a:cubicBezTo>
                  <a:cubicBezTo>
                    <a:pt x="21" y="15"/>
                    <a:pt x="19" y="16"/>
                    <a:pt x="19" y="17"/>
                  </a:cubicBezTo>
                  <a:cubicBezTo>
                    <a:pt x="19" y="19"/>
                    <a:pt x="21" y="20"/>
                    <a:pt x="22" y="20"/>
                  </a:cubicBezTo>
                  <a:cubicBezTo>
                    <a:pt x="26" y="20"/>
                    <a:pt x="29" y="23"/>
                    <a:pt x="29" y="27"/>
                  </a:cubicBezTo>
                  <a:cubicBezTo>
                    <a:pt x="29" y="30"/>
                    <a:pt x="27" y="32"/>
                    <a:pt x="24" y="33"/>
                  </a:cubicBezTo>
                  <a:cubicBezTo>
                    <a:pt x="24" y="34"/>
                    <a:pt x="24" y="34"/>
                    <a:pt x="24" y="34"/>
                  </a:cubicBezTo>
                  <a:cubicBezTo>
                    <a:pt x="24" y="35"/>
                    <a:pt x="23" y="36"/>
                    <a:pt x="22" y="36"/>
                  </a:cubicBezTo>
                  <a:cubicBezTo>
                    <a:pt x="21" y="36"/>
                    <a:pt x="20" y="35"/>
                    <a:pt x="20" y="34"/>
                  </a:cubicBezTo>
                  <a:cubicBezTo>
                    <a:pt x="20" y="33"/>
                    <a:pt x="20" y="33"/>
                    <a:pt x="20" y="33"/>
                  </a:cubicBezTo>
                  <a:cubicBezTo>
                    <a:pt x="17" y="32"/>
                    <a:pt x="15" y="30"/>
                    <a:pt x="15" y="27"/>
                  </a:cubicBezTo>
                  <a:cubicBezTo>
                    <a:pt x="15" y="26"/>
                    <a:pt x="16" y="25"/>
                    <a:pt x="17" y="25"/>
                  </a:cubicBezTo>
                  <a:cubicBezTo>
                    <a:pt x="18" y="25"/>
                    <a:pt x="19" y="26"/>
                    <a:pt x="19" y="27"/>
                  </a:cubicBezTo>
                  <a:cubicBezTo>
                    <a:pt x="19" y="28"/>
                    <a:pt x="21" y="29"/>
                    <a:pt x="22" y="29"/>
                  </a:cubicBezTo>
                  <a:cubicBezTo>
                    <a:pt x="23" y="29"/>
                    <a:pt x="25" y="28"/>
                    <a:pt x="25" y="27"/>
                  </a:cubicBezTo>
                  <a:cubicBezTo>
                    <a:pt x="25" y="25"/>
                    <a:pt x="23" y="24"/>
                    <a:pt x="22"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0" name="Oval 69">
              <a:extLst>
                <a:ext uri="{FF2B5EF4-FFF2-40B4-BE49-F238E27FC236}">
                  <a16:creationId xmlns:a16="http://schemas.microsoft.com/office/drawing/2014/main" id="{0F7121D1-2C81-4251-940D-87A6B51E61EF}"/>
                </a:ext>
              </a:extLst>
            </p:cNvPr>
            <p:cNvSpPr>
              <a:spLocks noChangeArrowheads="1"/>
            </p:cNvSpPr>
            <p:nvPr/>
          </p:nvSpPr>
          <p:spPr bwMode="auto">
            <a:xfrm>
              <a:off x="3419476" y="1066800"/>
              <a:ext cx="106363"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47" name="Group 46">
            <a:extLst>
              <a:ext uri="{FF2B5EF4-FFF2-40B4-BE49-F238E27FC236}">
                <a16:creationId xmlns:a16="http://schemas.microsoft.com/office/drawing/2014/main" id="{CD963909-5B04-4FDC-83E0-CCD85037C8D6}"/>
              </a:ext>
            </a:extLst>
          </p:cNvPr>
          <p:cNvGrpSpPr/>
          <p:nvPr/>
        </p:nvGrpSpPr>
        <p:grpSpPr>
          <a:xfrm>
            <a:off x="4036318" y="3882073"/>
            <a:ext cx="482597" cy="445474"/>
            <a:chOff x="3644426" y="3802793"/>
            <a:chExt cx="468000" cy="432000"/>
          </a:xfrm>
          <a:solidFill>
            <a:srgbClr val="9ED3D7"/>
          </a:solidFill>
        </p:grpSpPr>
        <p:sp>
          <p:nvSpPr>
            <p:cNvPr id="72" name="Freeform 26">
              <a:extLst>
                <a:ext uri="{FF2B5EF4-FFF2-40B4-BE49-F238E27FC236}">
                  <a16:creationId xmlns:a16="http://schemas.microsoft.com/office/drawing/2014/main" id="{DCF351FA-6C20-4267-9449-F8A0377183D2}"/>
                </a:ext>
              </a:extLst>
            </p:cNvPr>
            <p:cNvSpPr>
              <a:spLocks/>
            </p:cNvSpPr>
            <p:nvPr/>
          </p:nvSpPr>
          <p:spPr bwMode="auto">
            <a:xfrm>
              <a:off x="3716585" y="4060408"/>
              <a:ext cx="313374" cy="174385"/>
            </a:xfrm>
            <a:custGeom>
              <a:avLst/>
              <a:gdLst>
                <a:gd name="T0" fmla="*/ 48 w 64"/>
                <a:gd name="T1" fmla="*/ 14 h 37"/>
                <a:gd name="T2" fmla="*/ 43 w 64"/>
                <a:gd name="T3" fmla="*/ 17 h 37"/>
                <a:gd name="T4" fmla="*/ 37 w 64"/>
                <a:gd name="T5" fmla="*/ 13 h 37"/>
                <a:gd name="T6" fmla="*/ 33 w 64"/>
                <a:gd name="T7" fmla="*/ 0 h 37"/>
                <a:gd name="T8" fmla="*/ 30 w 64"/>
                <a:gd name="T9" fmla="*/ 6 h 37"/>
                <a:gd name="T10" fmla="*/ 25 w 64"/>
                <a:gd name="T11" fmla="*/ 9 h 37"/>
                <a:gd name="T12" fmla="*/ 20 w 64"/>
                <a:gd name="T13" fmla="*/ 6 h 37"/>
                <a:gd name="T14" fmla="*/ 17 w 64"/>
                <a:gd name="T15" fmla="*/ 1 h 37"/>
                <a:gd name="T16" fmla="*/ 16 w 64"/>
                <a:gd name="T17" fmla="*/ 3 h 37"/>
                <a:gd name="T18" fmla="*/ 11 w 64"/>
                <a:gd name="T19" fmla="*/ 5 h 37"/>
                <a:gd name="T20" fmla="*/ 0 w 64"/>
                <a:gd name="T21" fmla="*/ 5 h 37"/>
                <a:gd name="T22" fmla="*/ 32 w 64"/>
                <a:gd name="T23" fmla="*/ 36 h 37"/>
                <a:gd name="T24" fmla="*/ 33 w 64"/>
                <a:gd name="T25" fmla="*/ 37 h 37"/>
                <a:gd name="T26" fmla="*/ 34 w 64"/>
                <a:gd name="T27" fmla="*/ 36 h 37"/>
                <a:gd name="T28" fmla="*/ 64 w 64"/>
                <a:gd name="T29" fmla="*/ 5 h 37"/>
                <a:gd name="T30" fmla="*/ 53 w 64"/>
                <a:gd name="T31" fmla="*/ 5 h 37"/>
                <a:gd name="T32" fmla="*/ 48 w 64"/>
                <a:gd name="T33"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37">
                  <a:moveTo>
                    <a:pt x="48" y="14"/>
                  </a:moveTo>
                  <a:cubicBezTo>
                    <a:pt x="47" y="16"/>
                    <a:pt x="45" y="17"/>
                    <a:pt x="43" y="17"/>
                  </a:cubicBezTo>
                  <a:cubicBezTo>
                    <a:pt x="40" y="17"/>
                    <a:pt x="38" y="15"/>
                    <a:pt x="37" y="13"/>
                  </a:cubicBezTo>
                  <a:cubicBezTo>
                    <a:pt x="33" y="0"/>
                    <a:pt x="33" y="0"/>
                    <a:pt x="33" y="0"/>
                  </a:cubicBezTo>
                  <a:cubicBezTo>
                    <a:pt x="30" y="6"/>
                    <a:pt x="30" y="6"/>
                    <a:pt x="30" y="6"/>
                  </a:cubicBezTo>
                  <a:cubicBezTo>
                    <a:pt x="29" y="8"/>
                    <a:pt x="28" y="9"/>
                    <a:pt x="25" y="9"/>
                  </a:cubicBezTo>
                  <a:cubicBezTo>
                    <a:pt x="23" y="9"/>
                    <a:pt x="21" y="8"/>
                    <a:pt x="20" y="6"/>
                  </a:cubicBezTo>
                  <a:cubicBezTo>
                    <a:pt x="17" y="1"/>
                    <a:pt x="17" y="1"/>
                    <a:pt x="17" y="1"/>
                  </a:cubicBezTo>
                  <a:cubicBezTo>
                    <a:pt x="16" y="3"/>
                    <a:pt x="16" y="3"/>
                    <a:pt x="16" y="3"/>
                  </a:cubicBezTo>
                  <a:cubicBezTo>
                    <a:pt x="15" y="4"/>
                    <a:pt x="13" y="5"/>
                    <a:pt x="11" y="5"/>
                  </a:cubicBezTo>
                  <a:cubicBezTo>
                    <a:pt x="0" y="5"/>
                    <a:pt x="0" y="5"/>
                    <a:pt x="0" y="5"/>
                  </a:cubicBezTo>
                  <a:cubicBezTo>
                    <a:pt x="7" y="16"/>
                    <a:pt x="22" y="30"/>
                    <a:pt x="32" y="36"/>
                  </a:cubicBezTo>
                  <a:cubicBezTo>
                    <a:pt x="32" y="36"/>
                    <a:pt x="33" y="37"/>
                    <a:pt x="33" y="37"/>
                  </a:cubicBezTo>
                  <a:cubicBezTo>
                    <a:pt x="33" y="37"/>
                    <a:pt x="34" y="36"/>
                    <a:pt x="34" y="36"/>
                  </a:cubicBezTo>
                  <a:cubicBezTo>
                    <a:pt x="43" y="29"/>
                    <a:pt x="57" y="15"/>
                    <a:pt x="64" y="5"/>
                  </a:cubicBezTo>
                  <a:cubicBezTo>
                    <a:pt x="53" y="5"/>
                    <a:pt x="53" y="5"/>
                    <a:pt x="53" y="5"/>
                  </a:cubicBezTo>
                  <a:lnTo>
                    <a:pt x="4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3" name="Freeform 27">
              <a:extLst>
                <a:ext uri="{FF2B5EF4-FFF2-40B4-BE49-F238E27FC236}">
                  <a16:creationId xmlns:a16="http://schemas.microsoft.com/office/drawing/2014/main" id="{42433AB5-F3C3-4FFA-96D1-A6D62E3B6256}"/>
                </a:ext>
              </a:extLst>
            </p:cNvPr>
            <p:cNvSpPr>
              <a:spLocks/>
            </p:cNvSpPr>
            <p:nvPr/>
          </p:nvSpPr>
          <p:spPr bwMode="auto">
            <a:xfrm>
              <a:off x="3662982" y="3802793"/>
              <a:ext cx="428828" cy="233835"/>
            </a:xfrm>
            <a:custGeom>
              <a:avLst/>
              <a:gdLst>
                <a:gd name="T0" fmla="*/ 4 w 88"/>
                <a:gd name="T1" fmla="*/ 48 h 50"/>
                <a:gd name="T2" fmla="*/ 19 w 88"/>
                <a:gd name="T3" fmla="*/ 48 h 50"/>
                <a:gd name="T4" fmla="*/ 23 w 88"/>
                <a:gd name="T5" fmla="*/ 42 h 50"/>
                <a:gd name="T6" fmla="*/ 28 w 88"/>
                <a:gd name="T7" fmla="*/ 40 h 50"/>
                <a:gd name="T8" fmla="*/ 33 w 88"/>
                <a:gd name="T9" fmla="*/ 43 h 50"/>
                <a:gd name="T10" fmla="*/ 35 w 88"/>
                <a:gd name="T11" fmla="*/ 46 h 50"/>
                <a:gd name="T12" fmla="*/ 41 w 88"/>
                <a:gd name="T13" fmla="*/ 35 h 50"/>
                <a:gd name="T14" fmla="*/ 46 w 88"/>
                <a:gd name="T15" fmla="*/ 32 h 50"/>
                <a:gd name="T16" fmla="*/ 52 w 88"/>
                <a:gd name="T17" fmla="*/ 36 h 50"/>
                <a:gd name="T18" fmla="*/ 56 w 88"/>
                <a:gd name="T19" fmla="*/ 50 h 50"/>
                <a:gd name="T20" fmla="*/ 60 w 88"/>
                <a:gd name="T21" fmla="*/ 48 h 50"/>
                <a:gd name="T22" fmla="*/ 82 w 88"/>
                <a:gd name="T23" fmla="*/ 48 h 50"/>
                <a:gd name="T24" fmla="*/ 88 w 88"/>
                <a:gd name="T25" fmla="*/ 26 h 50"/>
                <a:gd name="T26" fmla="*/ 66 w 88"/>
                <a:gd name="T27" fmla="*/ 0 h 50"/>
                <a:gd name="T28" fmla="*/ 44 w 88"/>
                <a:gd name="T29" fmla="*/ 16 h 50"/>
                <a:gd name="T30" fmla="*/ 23 w 88"/>
                <a:gd name="T31" fmla="*/ 0 h 50"/>
                <a:gd name="T32" fmla="*/ 0 w 88"/>
                <a:gd name="T33" fmla="*/ 29 h 50"/>
                <a:gd name="T34" fmla="*/ 4 w 88"/>
                <a:gd name="T35"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50">
                  <a:moveTo>
                    <a:pt x="4" y="48"/>
                  </a:moveTo>
                  <a:cubicBezTo>
                    <a:pt x="19" y="48"/>
                    <a:pt x="19" y="48"/>
                    <a:pt x="19" y="48"/>
                  </a:cubicBezTo>
                  <a:cubicBezTo>
                    <a:pt x="23" y="42"/>
                    <a:pt x="23" y="42"/>
                    <a:pt x="23" y="42"/>
                  </a:cubicBezTo>
                  <a:cubicBezTo>
                    <a:pt x="24" y="41"/>
                    <a:pt x="26" y="40"/>
                    <a:pt x="28" y="40"/>
                  </a:cubicBezTo>
                  <a:cubicBezTo>
                    <a:pt x="30" y="40"/>
                    <a:pt x="32" y="41"/>
                    <a:pt x="33" y="43"/>
                  </a:cubicBezTo>
                  <a:cubicBezTo>
                    <a:pt x="35" y="46"/>
                    <a:pt x="35" y="46"/>
                    <a:pt x="35" y="46"/>
                  </a:cubicBezTo>
                  <a:cubicBezTo>
                    <a:pt x="41" y="35"/>
                    <a:pt x="41" y="35"/>
                    <a:pt x="41" y="35"/>
                  </a:cubicBezTo>
                  <a:cubicBezTo>
                    <a:pt x="42" y="33"/>
                    <a:pt x="44" y="32"/>
                    <a:pt x="46" y="32"/>
                  </a:cubicBezTo>
                  <a:cubicBezTo>
                    <a:pt x="49" y="32"/>
                    <a:pt x="51" y="34"/>
                    <a:pt x="52" y="36"/>
                  </a:cubicBezTo>
                  <a:cubicBezTo>
                    <a:pt x="56" y="50"/>
                    <a:pt x="56" y="50"/>
                    <a:pt x="56" y="50"/>
                  </a:cubicBezTo>
                  <a:cubicBezTo>
                    <a:pt x="57" y="49"/>
                    <a:pt x="58" y="48"/>
                    <a:pt x="60" y="48"/>
                  </a:cubicBezTo>
                  <a:cubicBezTo>
                    <a:pt x="82" y="48"/>
                    <a:pt x="82" y="48"/>
                    <a:pt x="82" y="48"/>
                  </a:cubicBezTo>
                  <a:cubicBezTo>
                    <a:pt x="85" y="43"/>
                    <a:pt x="88" y="34"/>
                    <a:pt x="88" y="26"/>
                  </a:cubicBezTo>
                  <a:cubicBezTo>
                    <a:pt x="88" y="9"/>
                    <a:pt x="77" y="0"/>
                    <a:pt x="66" y="0"/>
                  </a:cubicBezTo>
                  <a:cubicBezTo>
                    <a:pt x="57" y="0"/>
                    <a:pt x="48" y="5"/>
                    <a:pt x="44" y="16"/>
                  </a:cubicBezTo>
                  <a:cubicBezTo>
                    <a:pt x="40" y="5"/>
                    <a:pt x="31" y="0"/>
                    <a:pt x="23" y="0"/>
                  </a:cubicBezTo>
                  <a:cubicBezTo>
                    <a:pt x="8" y="0"/>
                    <a:pt x="0" y="15"/>
                    <a:pt x="0" y="29"/>
                  </a:cubicBezTo>
                  <a:cubicBezTo>
                    <a:pt x="0" y="36"/>
                    <a:pt x="2" y="44"/>
                    <a:pt x="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4" name="Freeform 28">
              <a:extLst>
                <a:ext uri="{FF2B5EF4-FFF2-40B4-BE49-F238E27FC236}">
                  <a16:creationId xmlns:a16="http://schemas.microsoft.com/office/drawing/2014/main" id="{4EF9F06C-A513-434C-9E0F-F1AFD901431D}"/>
                </a:ext>
              </a:extLst>
            </p:cNvPr>
            <p:cNvSpPr>
              <a:spLocks/>
            </p:cNvSpPr>
            <p:nvPr/>
          </p:nvSpPr>
          <p:spPr bwMode="auto">
            <a:xfrm>
              <a:off x="3644426" y="3971234"/>
              <a:ext cx="468000" cy="150606"/>
            </a:xfrm>
            <a:custGeom>
              <a:avLst/>
              <a:gdLst>
                <a:gd name="T0" fmla="*/ 94 w 96"/>
                <a:gd name="T1" fmla="*/ 16 h 32"/>
                <a:gd name="T2" fmla="*/ 64 w 96"/>
                <a:gd name="T3" fmla="*/ 16 h 32"/>
                <a:gd name="T4" fmla="*/ 62 w 96"/>
                <a:gd name="T5" fmla="*/ 17 h 32"/>
                <a:gd name="T6" fmla="*/ 59 w 96"/>
                <a:gd name="T7" fmla="*/ 25 h 32"/>
                <a:gd name="T8" fmla="*/ 52 w 96"/>
                <a:gd name="T9" fmla="*/ 1 h 32"/>
                <a:gd name="T10" fmla="*/ 50 w 96"/>
                <a:gd name="T11" fmla="*/ 0 h 32"/>
                <a:gd name="T12" fmla="*/ 48 w 96"/>
                <a:gd name="T13" fmla="*/ 1 h 32"/>
                <a:gd name="T14" fmla="*/ 40 w 96"/>
                <a:gd name="T15" fmla="*/ 18 h 32"/>
                <a:gd name="T16" fmla="*/ 34 w 96"/>
                <a:gd name="T17" fmla="*/ 9 h 32"/>
                <a:gd name="T18" fmla="*/ 32 w 96"/>
                <a:gd name="T19" fmla="*/ 8 h 32"/>
                <a:gd name="T20" fmla="*/ 30 w 96"/>
                <a:gd name="T21" fmla="*/ 9 h 32"/>
                <a:gd name="T22" fmla="*/ 25 w 96"/>
                <a:gd name="T23" fmla="*/ 16 h 32"/>
                <a:gd name="T24" fmla="*/ 2 w 96"/>
                <a:gd name="T25" fmla="*/ 16 h 32"/>
                <a:gd name="T26" fmla="*/ 0 w 96"/>
                <a:gd name="T27" fmla="*/ 18 h 32"/>
                <a:gd name="T28" fmla="*/ 2 w 96"/>
                <a:gd name="T29" fmla="*/ 20 h 32"/>
                <a:gd name="T30" fmla="*/ 26 w 96"/>
                <a:gd name="T31" fmla="*/ 20 h 32"/>
                <a:gd name="T32" fmla="*/ 28 w 96"/>
                <a:gd name="T33" fmla="*/ 19 h 32"/>
                <a:gd name="T34" fmla="*/ 32 w 96"/>
                <a:gd name="T35" fmla="*/ 13 h 32"/>
                <a:gd name="T36" fmla="*/ 38 w 96"/>
                <a:gd name="T37" fmla="*/ 23 h 32"/>
                <a:gd name="T38" fmla="*/ 40 w 96"/>
                <a:gd name="T39" fmla="*/ 24 h 32"/>
                <a:gd name="T40" fmla="*/ 42 w 96"/>
                <a:gd name="T41" fmla="*/ 23 h 32"/>
                <a:gd name="T42" fmla="*/ 49 w 96"/>
                <a:gd name="T43" fmla="*/ 8 h 32"/>
                <a:gd name="T44" fmla="*/ 56 w 96"/>
                <a:gd name="T45" fmla="*/ 31 h 32"/>
                <a:gd name="T46" fmla="*/ 58 w 96"/>
                <a:gd name="T47" fmla="*/ 32 h 32"/>
                <a:gd name="T48" fmla="*/ 60 w 96"/>
                <a:gd name="T49" fmla="*/ 31 h 32"/>
                <a:gd name="T50" fmla="*/ 65 w 96"/>
                <a:gd name="T51" fmla="*/ 20 h 32"/>
                <a:gd name="T52" fmla="*/ 94 w 96"/>
                <a:gd name="T53" fmla="*/ 20 h 32"/>
                <a:gd name="T54" fmla="*/ 96 w 96"/>
                <a:gd name="T55" fmla="*/ 18 h 32"/>
                <a:gd name="T56" fmla="*/ 94 w 96"/>
                <a:gd name="T57"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6" h="32">
                  <a:moveTo>
                    <a:pt x="94" y="16"/>
                  </a:moveTo>
                  <a:cubicBezTo>
                    <a:pt x="64" y="16"/>
                    <a:pt x="64" y="16"/>
                    <a:pt x="64" y="16"/>
                  </a:cubicBezTo>
                  <a:cubicBezTo>
                    <a:pt x="63" y="16"/>
                    <a:pt x="63" y="16"/>
                    <a:pt x="62" y="17"/>
                  </a:cubicBezTo>
                  <a:cubicBezTo>
                    <a:pt x="59" y="25"/>
                    <a:pt x="59" y="25"/>
                    <a:pt x="59" y="25"/>
                  </a:cubicBezTo>
                  <a:cubicBezTo>
                    <a:pt x="52" y="1"/>
                    <a:pt x="52" y="1"/>
                    <a:pt x="52" y="1"/>
                  </a:cubicBezTo>
                  <a:cubicBezTo>
                    <a:pt x="52" y="1"/>
                    <a:pt x="51" y="0"/>
                    <a:pt x="50" y="0"/>
                  </a:cubicBezTo>
                  <a:cubicBezTo>
                    <a:pt x="49" y="0"/>
                    <a:pt x="49" y="0"/>
                    <a:pt x="48" y="1"/>
                  </a:cubicBezTo>
                  <a:cubicBezTo>
                    <a:pt x="40" y="18"/>
                    <a:pt x="40" y="18"/>
                    <a:pt x="40" y="18"/>
                  </a:cubicBezTo>
                  <a:cubicBezTo>
                    <a:pt x="34" y="9"/>
                    <a:pt x="34" y="9"/>
                    <a:pt x="34" y="9"/>
                  </a:cubicBezTo>
                  <a:cubicBezTo>
                    <a:pt x="33" y="8"/>
                    <a:pt x="33" y="8"/>
                    <a:pt x="32" y="8"/>
                  </a:cubicBezTo>
                  <a:cubicBezTo>
                    <a:pt x="31" y="8"/>
                    <a:pt x="31" y="8"/>
                    <a:pt x="30" y="9"/>
                  </a:cubicBezTo>
                  <a:cubicBezTo>
                    <a:pt x="25" y="16"/>
                    <a:pt x="25" y="16"/>
                    <a:pt x="25" y="16"/>
                  </a:cubicBezTo>
                  <a:cubicBezTo>
                    <a:pt x="2" y="16"/>
                    <a:pt x="2" y="16"/>
                    <a:pt x="2" y="16"/>
                  </a:cubicBezTo>
                  <a:cubicBezTo>
                    <a:pt x="1" y="16"/>
                    <a:pt x="0" y="17"/>
                    <a:pt x="0" y="18"/>
                  </a:cubicBezTo>
                  <a:cubicBezTo>
                    <a:pt x="0" y="19"/>
                    <a:pt x="1" y="20"/>
                    <a:pt x="2" y="20"/>
                  </a:cubicBezTo>
                  <a:cubicBezTo>
                    <a:pt x="26" y="20"/>
                    <a:pt x="26" y="20"/>
                    <a:pt x="26" y="20"/>
                  </a:cubicBezTo>
                  <a:cubicBezTo>
                    <a:pt x="27" y="20"/>
                    <a:pt x="27" y="20"/>
                    <a:pt x="28" y="19"/>
                  </a:cubicBezTo>
                  <a:cubicBezTo>
                    <a:pt x="32" y="13"/>
                    <a:pt x="32" y="13"/>
                    <a:pt x="32" y="13"/>
                  </a:cubicBezTo>
                  <a:cubicBezTo>
                    <a:pt x="38" y="23"/>
                    <a:pt x="38" y="23"/>
                    <a:pt x="38" y="23"/>
                  </a:cubicBezTo>
                  <a:cubicBezTo>
                    <a:pt x="39" y="24"/>
                    <a:pt x="39" y="24"/>
                    <a:pt x="40" y="24"/>
                  </a:cubicBezTo>
                  <a:cubicBezTo>
                    <a:pt x="41" y="24"/>
                    <a:pt x="41" y="24"/>
                    <a:pt x="42" y="23"/>
                  </a:cubicBezTo>
                  <a:cubicBezTo>
                    <a:pt x="49" y="8"/>
                    <a:pt x="49" y="8"/>
                    <a:pt x="49" y="8"/>
                  </a:cubicBezTo>
                  <a:cubicBezTo>
                    <a:pt x="56" y="31"/>
                    <a:pt x="56" y="31"/>
                    <a:pt x="56" y="31"/>
                  </a:cubicBezTo>
                  <a:cubicBezTo>
                    <a:pt x="56" y="31"/>
                    <a:pt x="57" y="32"/>
                    <a:pt x="58" y="32"/>
                  </a:cubicBezTo>
                  <a:cubicBezTo>
                    <a:pt x="59" y="32"/>
                    <a:pt x="59" y="32"/>
                    <a:pt x="60" y="31"/>
                  </a:cubicBezTo>
                  <a:cubicBezTo>
                    <a:pt x="65" y="20"/>
                    <a:pt x="65" y="20"/>
                    <a:pt x="65" y="20"/>
                  </a:cubicBezTo>
                  <a:cubicBezTo>
                    <a:pt x="94" y="20"/>
                    <a:pt x="94" y="20"/>
                    <a:pt x="94" y="20"/>
                  </a:cubicBezTo>
                  <a:cubicBezTo>
                    <a:pt x="95" y="20"/>
                    <a:pt x="96" y="19"/>
                    <a:pt x="96" y="18"/>
                  </a:cubicBezTo>
                  <a:cubicBezTo>
                    <a:pt x="96" y="17"/>
                    <a:pt x="95" y="16"/>
                    <a:pt x="9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76" name="Group 75">
            <a:extLst>
              <a:ext uri="{FF2B5EF4-FFF2-40B4-BE49-F238E27FC236}">
                <a16:creationId xmlns:a16="http://schemas.microsoft.com/office/drawing/2014/main" id="{8A9BB369-0CB7-46C9-B73C-14C1AC0F2871}"/>
              </a:ext>
            </a:extLst>
          </p:cNvPr>
          <p:cNvGrpSpPr/>
          <p:nvPr/>
        </p:nvGrpSpPr>
        <p:grpSpPr>
          <a:xfrm>
            <a:off x="5857320" y="2057634"/>
            <a:ext cx="482597" cy="445474"/>
            <a:chOff x="4113213" y="1458913"/>
            <a:chExt cx="344488" cy="330200"/>
          </a:xfrm>
          <a:solidFill>
            <a:srgbClr val="72BFC5"/>
          </a:solidFill>
        </p:grpSpPr>
        <p:sp>
          <p:nvSpPr>
            <p:cNvPr id="77" name="Freeform 139">
              <a:extLst>
                <a:ext uri="{FF2B5EF4-FFF2-40B4-BE49-F238E27FC236}">
                  <a16:creationId xmlns:a16="http://schemas.microsoft.com/office/drawing/2014/main" id="{8A7A7CBF-D290-40EA-BC7B-CCB2D5020773}"/>
                </a:ext>
              </a:extLst>
            </p:cNvPr>
            <p:cNvSpPr>
              <a:spLocks/>
            </p:cNvSpPr>
            <p:nvPr/>
          </p:nvSpPr>
          <p:spPr bwMode="auto">
            <a:xfrm>
              <a:off x="4113213" y="1487488"/>
              <a:ext cx="344488" cy="301625"/>
            </a:xfrm>
            <a:custGeom>
              <a:avLst/>
              <a:gdLst>
                <a:gd name="T0" fmla="*/ 90 w 92"/>
                <a:gd name="T1" fmla="*/ 0 h 80"/>
                <a:gd name="T2" fmla="*/ 88 w 92"/>
                <a:gd name="T3" fmla="*/ 0 h 80"/>
                <a:gd name="T4" fmla="*/ 88 w 92"/>
                <a:gd name="T5" fmla="*/ 4 h 80"/>
                <a:gd name="T6" fmla="*/ 88 w 92"/>
                <a:gd name="T7" fmla="*/ 62 h 80"/>
                <a:gd name="T8" fmla="*/ 86 w 92"/>
                <a:gd name="T9" fmla="*/ 64 h 80"/>
                <a:gd name="T10" fmla="*/ 66 w 92"/>
                <a:gd name="T11" fmla="*/ 64 h 80"/>
                <a:gd name="T12" fmla="*/ 58 w 92"/>
                <a:gd name="T13" fmla="*/ 64 h 80"/>
                <a:gd name="T14" fmla="*/ 52 w 92"/>
                <a:gd name="T15" fmla="*/ 70 h 80"/>
                <a:gd name="T16" fmla="*/ 50 w 92"/>
                <a:gd name="T17" fmla="*/ 72 h 80"/>
                <a:gd name="T18" fmla="*/ 42 w 92"/>
                <a:gd name="T19" fmla="*/ 72 h 80"/>
                <a:gd name="T20" fmla="*/ 40 w 92"/>
                <a:gd name="T21" fmla="*/ 70 h 80"/>
                <a:gd name="T22" fmla="*/ 34 w 92"/>
                <a:gd name="T23" fmla="*/ 64 h 80"/>
                <a:gd name="T24" fmla="*/ 26 w 92"/>
                <a:gd name="T25" fmla="*/ 64 h 80"/>
                <a:gd name="T26" fmla="*/ 6 w 92"/>
                <a:gd name="T27" fmla="*/ 64 h 80"/>
                <a:gd name="T28" fmla="*/ 4 w 92"/>
                <a:gd name="T29" fmla="*/ 62 h 80"/>
                <a:gd name="T30" fmla="*/ 4 w 92"/>
                <a:gd name="T31" fmla="*/ 4 h 80"/>
                <a:gd name="T32" fmla="*/ 4 w 92"/>
                <a:gd name="T33" fmla="*/ 0 h 80"/>
                <a:gd name="T34" fmla="*/ 2 w 92"/>
                <a:gd name="T35" fmla="*/ 0 h 80"/>
                <a:gd name="T36" fmla="*/ 0 w 92"/>
                <a:gd name="T37" fmla="*/ 2 h 80"/>
                <a:gd name="T38" fmla="*/ 0 w 92"/>
                <a:gd name="T39" fmla="*/ 66 h 80"/>
                <a:gd name="T40" fmla="*/ 2 w 92"/>
                <a:gd name="T41" fmla="*/ 68 h 80"/>
                <a:gd name="T42" fmla="*/ 26 w 92"/>
                <a:gd name="T43" fmla="*/ 68 h 80"/>
                <a:gd name="T44" fmla="*/ 38 w 92"/>
                <a:gd name="T45" fmla="*/ 78 h 80"/>
                <a:gd name="T46" fmla="*/ 40 w 92"/>
                <a:gd name="T47" fmla="*/ 80 h 80"/>
                <a:gd name="T48" fmla="*/ 52 w 92"/>
                <a:gd name="T49" fmla="*/ 80 h 80"/>
                <a:gd name="T50" fmla="*/ 54 w 92"/>
                <a:gd name="T51" fmla="*/ 78 h 80"/>
                <a:gd name="T52" fmla="*/ 66 w 92"/>
                <a:gd name="T53" fmla="*/ 68 h 80"/>
                <a:gd name="T54" fmla="*/ 90 w 92"/>
                <a:gd name="T55" fmla="*/ 68 h 80"/>
                <a:gd name="T56" fmla="*/ 92 w 92"/>
                <a:gd name="T57" fmla="*/ 66 h 80"/>
                <a:gd name="T58" fmla="*/ 92 w 92"/>
                <a:gd name="T59" fmla="*/ 2 h 80"/>
                <a:gd name="T60" fmla="*/ 90 w 92"/>
                <a:gd name="T6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80">
                  <a:moveTo>
                    <a:pt x="90" y="0"/>
                  </a:moveTo>
                  <a:cubicBezTo>
                    <a:pt x="88" y="0"/>
                    <a:pt x="88" y="0"/>
                    <a:pt x="88" y="0"/>
                  </a:cubicBezTo>
                  <a:cubicBezTo>
                    <a:pt x="88" y="4"/>
                    <a:pt x="88" y="4"/>
                    <a:pt x="88" y="4"/>
                  </a:cubicBezTo>
                  <a:cubicBezTo>
                    <a:pt x="88" y="62"/>
                    <a:pt x="88" y="62"/>
                    <a:pt x="88" y="62"/>
                  </a:cubicBezTo>
                  <a:cubicBezTo>
                    <a:pt x="88" y="63"/>
                    <a:pt x="87" y="64"/>
                    <a:pt x="86" y="64"/>
                  </a:cubicBezTo>
                  <a:cubicBezTo>
                    <a:pt x="66" y="64"/>
                    <a:pt x="66" y="64"/>
                    <a:pt x="66" y="64"/>
                  </a:cubicBezTo>
                  <a:cubicBezTo>
                    <a:pt x="58" y="64"/>
                    <a:pt x="58" y="64"/>
                    <a:pt x="58" y="64"/>
                  </a:cubicBezTo>
                  <a:cubicBezTo>
                    <a:pt x="53" y="64"/>
                    <a:pt x="52" y="65"/>
                    <a:pt x="52" y="70"/>
                  </a:cubicBezTo>
                  <a:cubicBezTo>
                    <a:pt x="52" y="71"/>
                    <a:pt x="51" y="72"/>
                    <a:pt x="50" y="72"/>
                  </a:cubicBezTo>
                  <a:cubicBezTo>
                    <a:pt x="42" y="72"/>
                    <a:pt x="42" y="72"/>
                    <a:pt x="42" y="72"/>
                  </a:cubicBezTo>
                  <a:cubicBezTo>
                    <a:pt x="41" y="72"/>
                    <a:pt x="40" y="71"/>
                    <a:pt x="40" y="70"/>
                  </a:cubicBezTo>
                  <a:cubicBezTo>
                    <a:pt x="40" y="65"/>
                    <a:pt x="39" y="64"/>
                    <a:pt x="34" y="64"/>
                  </a:cubicBezTo>
                  <a:cubicBezTo>
                    <a:pt x="26" y="64"/>
                    <a:pt x="26" y="64"/>
                    <a:pt x="26" y="64"/>
                  </a:cubicBezTo>
                  <a:cubicBezTo>
                    <a:pt x="6" y="64"/>
                    <a:pt x="6" y="64"/>
                    <a:pt x="6" y="64"/>
                  </a:cubicBezTo>
                  <a:cubicBezTo>
                    <a:pt x="5" y="64"/>
                    <a:pt x="4" y="63"/>
                    <a:pt x="4" y="62"/>
                  </a:cubicBezTo>
                  <a:cubicBezTo>
                    <a:pt x="4" y="4"/>
                    <a:pt x="4" y="4"/>
                    <a:pt x="4" y="4"/>
                  </a:cubicBezTo>
                  <a:cubicBezTo>
                    <a:pt x="4" y="0"/>
                    <a:pt x="4" y="0"/>
                    <a:pt x="4" y="0"/>
                  </a:cubicBezTo>
                  <a:cubicBezTo>
                    <a:pt x="2" y="0"/>
                    <a:pt x="2" y="0"/>
                    <a:pt x="2" y="0"/>
                  </a:cubicBezTo>
                  <a:cubicBezTo>
                    <a:pt x="1" y="0"/>
                    <a:pt x="0" y="1"/>
                    <a:pt x="0" y="2"/>
                  </a:cubicBezTo>
                  <a:cubicBezTo>
                    <a:pt x="0" y="66"/>
                    <a:pt x="0" y="66"/>
                    <a:pt x="0" y="66"/>
                  </a:cubicBezTo>
                  <a:cubicBezTo>
                    <a:pt x="0" y="67"/>
                    <a:pt x="1" y="68"/>
                    <a:pt x="2" y="68"/>
                  </a:cubicBezTo>
                  <a:cubicBezTo>
                    <a:pt x="26" y="68"/>
                    <a:pt x="26" y="68"/>
                    <a:pt x="26" y="68"/>
                  </a:cubicBezTo>
                  <a:cubicBezTo>
                    <a:pt x="30" y="68"/>
                    <a:pt x="38" y="69"/>
                    <a:pt x="38" y="78"/>
                  </a:cubicBezTo>
                  <a:cubicBezTo>
                    <a:pt x="38" y="79"/>
                    <a:pt x="39" y="80"/>
                    <a:pt x="40" y="80"/>
                  </a:cubicBezTo>
                  <a:cubicBezTo>
                    <a:pt x="52" y="80"/>
                    <a:pt x="52" y="80"/>
                    <a:pt x="52" y="80"/>
                  </a:cubicBezTo>
                  <a:cubicBezTo>
                    <a:pt x="53" y="80"/>
                    <a:pt x="54" y="79"/>
                    <a:pt x="54" y="78"/>
                  </a:cubicBezTo>
                  <a:cubicBezTo>
                    <a:pt x="54" y="69"/>
                    <a:pt x="62" y="68"/>
                    <a:pt x="66" y="68"/>
                  </a:cubicBezTo>
                  <a:cubicBezTo>
                    <a:pt x="90" y="68"/>
                    <a:pt x="90" y="68"/>
                    <a:pt x="90" y="68"/>
                  </a:cubicBezTo>
                  <a:cubicBezTo>
                    <a:pt x="91" y="68"/>
                    <a:pt x="92" y="67"/>
                    <a:pt x="92" y="66"/>
                  </a:cubicBezTo>
                  <a:cubicBezTo>
                    <a:pt x="92" y="2"/>
                    <a:pt x="92" y="2"/>
                    <a:pt x="92" y="2"/>
                  </a:cubicBezTo>
                  <a:cubicBezTo>
                    <a:pt x="92" y="1"/>
                    <a:pt x="91" y="0"/>
                    <a:pt x="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8" name="Freeform 140">
              <a:extLst>
                <a:ext uri="{FF2B5EF4-FFF2-40B4-BE49-F238E27FC236}">
                  <a16:creationId xmlns:a16="http://schemas.microsoft.com/office/drawing/2014/main" id="{873FABD1-6EA0-488A-942D-1DE3C6C40E5A}"/>
                </a:ext>
              </a:extLst>
            </p:cNvPr>
            <p:cNvSpPr>
              <a:spLocks/>
            </p:cNvSpPr>
            <p:nvPr/>
          </p:nvSpPr>
          <p:spPr bwMode="auto">
            <a:xfrm>
              <a:off x="4292600" y="1458913"/>
              <a:ext cx="134938" cy="285750"/>
            </a:xfrm>
            <a:custGeom>
              <a:avLst/>
              <a:gdLst>
                <a:gd name="T0" fmla="*/ 10 w 36"/>
                <a:gd name="T1" fmla="*/ 68 h 76"/>
                <a:gd name="T2" fmla="*/ 34 w 36"/>
                <a:gd name="T3" fmla="*/ 68 h 76"/>
                <a:gd name="T4" fmla="*/ 36 w 36"/>
                <a:gd name="T5" fmla="*/ 68 h 76"/>
                <a:gd name="T6" fmla="*/ 36 w 36"/>
                <a:gd name="T7" fmla="*/ 66 h 76"/>
                <a:gd name="T8" fmla="*/ 36 w 36"/>
                <a:gd name="T9" fmla="*/ 2 h 76"/>
                <a:gd name="T10" fmla="*/ 34 w 36"/>
                <a:gd name="T11" fmla="*/ 0 h 76"/>
                <a:gd name="T12" fmla="*/ 10 w 36"/>
                <a:gd name="T13" fmla="*/ 0 h 76"/>
                <a:gd name="T14" fmla="*/ 0 w 36"/>
                <a:gd name="T15" fmla="*/ 3 h 76"/>
                <a:gd name="T16" fmla="*/ 0 w 36"/>
                <a:gd name="T17" fmla="*/ 76 h 76"/>
                <a:gd name="T18" fmla="*/ 0 w 36"/>
                <a:gd name="T19" fmla="*/ 76 h 76"/>
                <a:gd name="T20" fmla="*/ 10 w 36"/>
                <a:gd name="T21" fmla="*/ 6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76">
                  <a:moveTo>
                    <a:pt x="10" y="68"/>
                  </a:moveTo>
                  <a:cubicBezTo>
                    <a:pt x="34" y="68"/>
                    <a:pt x="34" y="68"/>
                    <a:pt x="34" y="68"/>
                  </a:cubicBezTo>
                  <a:cubicBezTo>
                    <a:pt x="36" y="68"/>
                    <a:pt x="36" y="68"/>
                    <a:pt x="36" y="68"/>
                  </a:cubicBezTo>
                  <a:cubicBezTo>
                    <a:pt x="36" y="66"/>
                    <a:pt x="36" y="66"/>
                    <a:pt x="36" y="66"/>
                  </a:cubicBezTo>
                  <a:cubicBezTo>
                    <a:pt x="36" y="2"/>
                    <a:pt x="36" y="2"/>
                    <a:pt x="36" y="2"/>
                  </a:cubicBezTo>
                  <a:cubicBezTo>
                    <a:pt x="36" y="1"/>
                    <a:pt x="35" y="0"/>
                    <a:pt x="34" y="0"/>
                  </a:cubicBezTo>
                  <a:cubicBezTo>
                    <a:pt x="10" y="0"/>
                    <a:pt x="10" y="0"/>
                    <a:pt x="10" y="0"/>
                  </a:cubicBezTo>
                  <a:cubicBezTo>
                    <a:pt x="6" y="0"/>
                    <a:pt x="3" y="1"/>
                    <a:pt x="0" y="3"/>
                  </a:cubicBezTo>
                  <a:cubicBezTo>
                    <a:pt x="0" y="76"/>
                    <a:pt x="0" y="76"/>
                    <a:pt x="0" y="76"/>
                  </a:cubicBezTo>
                  <a:cubicBezTo>
                    <a:pt x="0" y="76"/>
                    <a:pt x="0" y="76"/>
                    <a:pt x="0" y="76"/>
                  </a:cubicBezTo>
                  <a:cubicBezTo>
                    <a:pt x="1" y="71"/>
                    <a:pt x="4" y="68"/>
                    <a:pt x="10"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9" name="Freeform 141">
              <a:extLst>
                <a:ext uri="{FF2B5EF4-FFF2-40B4-BE49-F238E27FC236}">
                  <a16:creationId xmlns:a16="http://schemas.microsoft.com/office/drawing/2014/main" id="{D6B00F68-CFD4-4802-BB83-103B589CF0A0}"/>
                </a:ext>
              </a:extLst>
            </p:cNvPr>
            <p:cNvSpPr>
              <a:spLocks/>
            </p:cNvSpPr>
            <p:nvPr/>
          </p:nvSpPr>
          <p:spPr bwMode="auto">
            <a:xfrm>
              <a:off x="4143375" y="1458913"/>
              <a:ext cx="134938" cy="285750"/>
            </a:xfrm>
            <a:custGeom>
              <a:avLst/>
              <a:gdLst>
                <a:gd name="T0" fmla="*/ 26 w 36"/>
                <a:gd name="T1" fmla="*/ 68 h 76"/>
                <a:gd name="T2" fmla="*/ 36 w 36"/>
                <a:gd name="T3" fmla="*/ 76 h 76"/>
                <a:gd name="T4" fmla="*/ 36 w 36"/>
                <a:gd name="T5" fmla="*/ 76 h 76"/>
                <a:gd name="T6" fmla="*/ 36 w 36"/>
                <a:gd name="T7" fmla="*/ 3 h 76"/>
                <a:gd name="T8" fmla="*/ 26 w 36"/>
                <a:gd name="T9" fmla="*/ 0 h 76"/>
                <a:gd name="T10" fmla="*/ 2 w 36"/>
                <a:gd name="T11" fmla="*/ 0 h 76"/>
                <a:gd name="T12" fmla="*/ 0 w 36"/>
                <a:gd name="T13" fmla="*/ 2 h 76"/>
                <a:gd name="T14" fmla="*/ 0 w 36"/>
                <a:gd name="T15" fmla="*/ 66 h 76"/>
                <a:gd name="T16" fmla="*/ 0 w 36"/>
                <a:gd name="T17" fmla="*/ 68 h 76"/>
                <a:gd name="T18" fmla="*/ 2 w 36"/>
                <a:gd name="T19" fmla="*/ 68 h 76"/>
                <a:gd name="T20" fmla="*/ 26 w 36"/>
                <a:gd name="T21" fmla="*/ 6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76">
                  <a:moveTo>
                    <a:pt x="26" y="68"/>
                  </a:moveTo>
                  <a:cubicBezTo>
                    <a:pt x="32" y="68"/>
                    <a:pt x="35" y="71"/>
                    <a:pt x="36" y="76"/>
                  </a:cubicBezTo>
                  <a:cubicBezTo>
                    <a:pt x="36" y="76"/>
                    <a:pt x="36" y="76"/>
                    <a:pt x="36" y="76"/>
                  </a:cubicBezTo>
                  <a:cubicBezTo>
                    <a:pt x="36" y="3"/>
                    <a:pt x="36" y="3"/>
                    <a:pt x="36" y="3"/>
                  </a:cubicBezTo>
                  <a:cubicBezTo>
                    <a:pt x="33" y="1"/>
                    <a:pt x="30" y="0"/>
                    <a:pt x="26" y="0"/>
                  </a:cubicBezTo>
                  <a:cubicBezTo>
                    <a:pt x="2" y="0"/>
                    <a:pt x="2" y="0"/>
                    <a:pt x="2" y="0"/>
                  </a:cubicBezTo>
                  <a:cubicBezTo>
                    <a:pt x="1" y="0"/>
                    <a:pt x="0" y="1"/>
                    <a:pt x="0" y="2"/>
                  </a:cubicBezTo>
                  <a:cubicBezTo>
                    <a:pt x="0" y="66"/>
                    <a:pt x="0" y="66"/>
                    <a:pt x="0" y="66"/>
                  </a:cubicBezTo>
                  <a:cubicBezTo>
                    <a:pt x="0" y="68"/>
                    <a:pt x="0" y="68"/>
                    <a:pt x="0" y="68"/>
                  </a:cubicBezTo>
                  <a:cubicBezTo>
                    <a:pt x="2" y="68"/>
                    <a:pt x="2" y="68"/>
                    <a:pt x="2" y="68"/>
                  </a:cubicBezTo>
                  <a:lnTo>
                    <a:pt x="2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80" name="Group 79">
            <a:extLst>
              <a:ext uri="{FF2B5EF4-FFF2-40B4-BE49-F238E27FC236}">
                <a16:creationId xmlns:a16="http://schemas.microsoft.com/office/drawing/2014/main" id="{FE047764-6C12-4223-BB1F-6A38ADB0F4A1}"/>
              </a:ext>
            </a:extLst>
          </p:cNvPr>
          <p:cNvGrpSpPr/>
          <p:nvPr/>
        </p:nvGrpSpPr>
        <p:grpSpPr>
          <a:xfrm>
            <a:off x="7690337" y="3863511"/>
            <a:ext cx="445474" cy="482597"/>
            <a:chOff x="4848225" y="3609976"/>
            <a:chExt cx="338138" cy="360362"/>
          </a:xfrm>
          <a:solidFill>
            <a:srgbClr val="EF95A0"/>
          </a:solidFill>
        </p:grpSpPr>
        <p:sp>
          <p:nvSpPr>
            <p:cNvPr id="81" name="Freeform 19">
              <a:extLst>
                <a:ext uri="{FF2B5EF4-FFF2-40B4-BE49-F238E27FC236}">
                  <a16:creationId xmlns:a16="http://schemas.microsoft.com/office/drawing/2014/main" id="{EDA5DE18-CD56-4BE1-9FB5-151EC89CFA11}"/>
                </a:ext>
              </a:extLst>
            </p:cNvPr>
            <p:cNvSpPr>
              <a:spLocks/>
            </p:cNvSpPr>
            <p:nvPr/>
          </p:nvSpPr>
          <p:spPr bwMode="auto">
            <a:xfrm>
              <a:off x="4848225" y="3700463"/>
              <a:ext cx="196850" cy="269875"/>
            </a:xfrm>
            <a:custGeom>
              <a:avLst/>
              <a:gdLst>
                <a:gd name="T0" fmla="*/ 42 w 52"/>
                <a:gd name="T1" fmla="*/ 9 h 72"/>
                <a:gd name="T2" fmla="*/ 41 w 52"/>
                <a:gd name="T3" fmla="*/ 14 h 72"/>
                <a:gd name="T4" fmla="*/ 44 w 52"/>
                <a:gd name="T5" fmla="*/ 24 h 72"/>
                <a:gd name="T6" fmla="*/ 26 w 52"/>
                <a:gd name="T7" fmla="*/ 42 h 72"/>
                <a:gd name="T8" fmla="*/ 8 w 52"/>
                <a:gd name="T9" fmla="*/ 24 h 72"/>
                <a:gd name="T10" fmla="*/ 18 w 52"/>
                <a:gd name="T11" fmla="*/ 8 h 72"/>
                <a:gd name="T12" fmla="*/ 20 w 52"/>
                <a:gd name="T13" fmla="*/ 3 h 72"/>
                <a:gd name="T14" fmla="*/ 14 w 52"/>
                <a:gd name="T15" fmla="*/ 1 h 72"/>
                <a:gd name="T16" fmla="*/ 0 w 52"/>
                <a:gd name="T17" fmla="*/ 24 h 72"/>
                <a:gd name="T18" fmla="*/ 20 w 52"/>
                <a:gd name="T19" fmla="*/ 49 h 72"/>
                <a:gd name="T20" fmla="*/ 20 w 52"/>
                <a:gd name="T21" fmla="*/ 56 h 72"/>
                <a:gd name="T22" fmla="*/ 16 w 52"/>
                <a:gd name="T23" fmla="*/ 56 h 72"/>
                <a:gd name="T24" fmla="*/ 12 w 52"/>
                <a:gd name="T25" fmla="*/ 60 h 72"/>
                <a:gd name="T26" fmla="*/ 16 w 52"/>
                <a:gd name="T27" fmla="*/ 64 h 72"/>
                <a:gd name="T28" fmla="*/ 20 w 52"/>
                <a:gd name="T29" fmla="*/ 64 h 72"/>
                <a:gd name="T30" fmla="*/ 20 w 52"/>
                <a:gd name="T31" fmla="*/ 68 h 72"/>
                <a:gd name="T32" fmla="*/ 24 w 52"/>
                <a:gd name="T33" fmla="*/ 72 h 72"/>
                <a:gd name="T34" fmla="*/ 28 w 52"/>
                <a:gd name="T35" fmla="*/ 68 h 72"/>
                <a:gd name="T36" fmla="*/ 28 w 52"/>
                <a:gd name="T37" fmla="*/ 64 h 72"/>
                <a:gd name="T38" fmla="*/ 32 w 52"/>
                <a:gd name="T39" fmla="*/ 64 h 72"/>
                <a:gd name="T40" fmla="*/ 36 w 52"/>
                <a:gd name="T41" fmla="*/ 60 h 72"/>
                <a:gd name="T42" fmla="*/ 32 w 52"/>
                <a:gd name="T43" fmla="*/ 56 h 72"/>
                <a:gd name="T44" fmla="*/ 28 w 52"/>
                <a:gd name="T45" fmla="*/ 56 h 72"/>
                <a:gd name="T46" fmla="*/ 28 w 52"/>
                <a:gd name="T47" fmla="*/ 50 h 72"/>
                <a:gd name="T48" fmla="*/ 52 w 52"/>
                <a:gd name="T49" fmla="*/ 24 h 72"/>
                <a:gd name="T50" fmla="*/ 48 w 52"/>
                <a:gd name="T51" fmla="*/ 10 h 72"/>
                <a:gd name="T52" fmla="*/ 42 w 52"/>
                <a:gd name="T53" fmla="*/ 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 h="72">
                  <a:moveTo>
                    <a:pt x="42" y="9"/>
                  </a:moveTo>
                  <a:cubicBezTo>
                    <a:pt x="40" y="10"/>
                    <a:pt x="40" y="12"/>
                    <a:pt x="41" y="14"/>
                  </a:cubicBezTo>
                  <a:cubicBezTo>
                    <a:pt x="43" y="17"/>
                    <a:pt x="44" y="20"/>
                    <a:pt x="44" y="24"/>
                  </a:cubicBezTo>
                  <a:cubicBezTo>
                    <a:pt x="44" y="34"/>
                    <a:pt x="36" y="42"/>
                    <a:pt x="26" y="42"/>
                  </a:cubicBezTo>
                  <a:cubicBezTo>
                    <a:pt x="16" y="42"/>
                    <a:pt x="8" y="34"/>
                    <a:pt x="8" y="24"/>
                  </a:cubicBezTo>
                  <a:cubicBezTo>
                    <a:pt x="8" y="17"/>
                    <a:pt x="12" y="11"/>
                    <a:pt x="18" y="8"/>
                  </a:cubicBezTo>
                  <a:cubicBezTo>
                    <a:pt x="20" y="7"/>
                    <a:pt x="21" y="5"/>
                    <a:pt x="20" y="3"/>
                  </a:cubicBezTo>
                  <a:cubicBezTo>
                    <a:pt x="19" y="1"/>
                    <a:pt x="16" y="0"/>
                    <a:pt x="14" y="1"/>
                  </a:cubicBezTo>
                  <a:cubicBezTo>
                    <a:pt x="5" y="5"/>
                    <a:pt x="0" y="14"/>
                    <a:pt x="0" y="24"/>
                  </a:cubicBezTo>
                  <a:cubicBezTo>
                    <a:pt x="0" y="36"/>
                    <a:pt x="9" y="47"/>
                    <a:pt x="20" y="49"/>
                  </a:cubicBezTo>
                  <a:cubicBezTo>
                    <a:pt x="20" y="56"/>
                    <a:pt x="20" y="56"/>
                    <a:pt x="20" y="56"/>
                  </a:cubicBezTo>
                  <a:cubicBezTo>
                    <a:pt x="16" y="56"/>
                    <a:pt x="16" y="56"/>
                    <a:pt x="16" y="56"/>
                  </a:cubicBezTo>
                  <a:cubicBezTo>
                    <a:pt x="14" y="56"/>
                    <a:pt x="12" y="58"/>
                    <a:pt x="12" y="60"/>
                  </a:cubicBezTo>
                  <a:cubicBezTo>
                    <a:pt x="12" y="62"/>
                    <a:pt x="14" y="64"/>
                    <a:pt x="16" y="64"/>
                  </a:cubicBezTo>
                  <a:cubicBezTo>
                    <a:pt x="20" y="64"/>
                    <a:pt x="20" y="64"/>
                    <a:pt x="20" y="64"/>
                  </a:cubicBezTo>
                  <a:cubicBezTo>
                    <a:pt x="20" y="68"/>
                    <a:pt x="20" y="68"/>
                    <a:pt x="20" y="68"/>
                  </a:cubicBezTo>
                  <a:cubicBezTo>
                    <a:pt x="20" y="70"/>
                    <a:pt x="22" y="72"/>
                    <a:pt x="24" y="72"/>
                  </a:cubicBezTo>
                  <a:cubicBezTo>
                    <a:pt x="26" y="72"/>
                    <a:pt x="28" y="70"/>
                    <a:pt x="28" y="68"/>
                  </a:cubicBezTo>
                  <a:cubicBezTo>
                    <a:pt x="28" y="64"/>
                    <a:pt x="28" y="64"/>
                    <a:pt x="28" y="64"/>
                  </a:cubicBezTo>
                  <a:cubicBezTo>
                    <a:pt x="32" y="64"/>
                    <a:pt x="32" y="64"/>
                    <a:pt x="32" y="64"/>
                  </a:cubicBezTo>
                  <a:cubicBezTo>
                    <a:pt x="34" y="64"/>
                    <a:pt x="36" y="62"/>
                    <a:pt x="36" y="60"/>
                  </a:cubicBezTo>
                  <a:cubicBezTo>
                    <a:pt x="36" y="58"/>
                    <a:pt x="34" y="56"/>
                    <a:pt x="32" y="56"/>
                  </a:cubicBezTo>
                  <a:cubicBezTo>
                    <a:pt x="28" y="56"/>
                    <a:pt x="28" y="56"/>
                    <a:pt x="28" y="56"/>
                  </a:cubicBezTo>
                  <a:cubicBezTo>
                    <a:pt x="28" y="50"/>
                    <a:pt x="28" y="50"/>
                    <a:pt x="28" y="50"/>
                  </a:cubicBezTo>
                  <a:cubicBezTo>
                    <a:pt x="41" y="49"/>
                    <a:pt x="52" y="38"/>
                    <a:pt x="52" y="24"/>
                  </a:cubicBezTo>
                  <a:cubicBezTo>
                    <a:pt x="52" y="19"/>
                    <a:pt x="51" y="14"/>
                    <a:pt x="48" y="10"/>
                  </a:cubicBezTo>
                  <a:cubicBezTo>
                    <a:pt x="47" y="8"/>
                    <a:pt x="44" y="7"/>
                    <a:pt x="4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2" name="Freeform 20">
              <a:extLst>
                <a:ext uri="{FF2B5EF4-FFF2-40B4-BE49-F238E27FC236}">
                  <a16:creationId xmlns:a16="http://schemas.microsoft.com/office/drawing/2014/main" id="{6C4CA08A-9D6F-4FF9-AF51-FBD8BA6C107B}"/>
                </a:ext>
              </a:extLst>
            </p:cNvPr>
            <p:cNvSpPr>
              <a:spLocks/>
            </p:cNvSpPr>
            <p:nvPr/>
          </p:nvSpPr>
          <p:spPr bwMode="auto">
            <a:xfrm>
              <a:off x="4938713" y="3609976"/>
              <a:ext cx="247650" cy="244475"/>
            </a:xfrm>
            <a:custGeom>
              <a:avLst/>
              <a:gdLst>
                <a:gd name="T0" fmla="*/ 65 w 66"/>
                <a:gd name="T1" fmla="*/ 2 h 65"/>
                <a:gd name="T2" fmla="*/ 64 w 66"/>
                <a:gd name="T3" fmla="*/ 1 h 65"/>
                <a:gd name="T4" fmla="*/ 62 w 66"/>
                <a:gd name="T5" fmla="*/ 0 h 65"/>
                <a:gd name="T6" fmla="*/ 48 w 66"/>
                <a:gd name="T7" fmla="*/ 0 h 65"/>
                <a:gd name="T8" fmla="*/ 44 w 66"/>
                <a:gd name="T9" fmla="*/ 4 h 65"/>
                <a:gd name="T10" fmla="*/ 48 w 66"/>
                <a:gd name="T11" fmla="*/ 8 h 65"/>
                <a:gd name="T12" fmla="*/ 52 w 66"/>
                <a:gd name="T13" fmla="*/ 8 h 65"/>
                <a:gd name="T14" fmla="*/ 41 w 66"/>
                <a:gd name="T15" fmla="*/ 19 h 65"/>
                <a:gd name="T16" fmla="*/ 26 w 66"/>
                <a:gd name="T17" fmla="*/ 14 h 65"/>
                <a:gd name="T18" fmla="*/ 0 w 66"/>
                <a:gd name="T19" fmla="*/ 40 h 65"/>
                <a:gd name="T20" fmla="*/ 4 w 66"/>
                <a:gd name="T21" fmla="*/ 54 h 65"/>
                <a:gd name="T22" fmla="*/ 10 w 66"/>
                <a:gd name="T23" fmla="*/ 55 h 65"/>
                <a:gd name="T24" fmla="*/ 11 w 66"/>
                <a:gd name="T25" fmla="*/ 50 h 65"/>
                <a:gd name="T26" fmla="*/ 8 w 66"/>
                <a:gd name="T27" fmla="*/ 40 h 65"/>
                <a:gd name="T28" fmla="*/ 26 w 66"/>
                <a:gd name="T29" fmla="*/ 22 h 65"/>
                <a:gd name="T30" fmla="*/ 39 w 66"/>
                <a:gd name="T31" fmla="*/ 27 h 65"/>
                <a:gd name="T32" fmla="*/ 39 w 66"/>
                <a:gd name="T33" fmla="*/ 27 h 65"/>
                <a:gd name="T34" fmla="*/ 39 w 66"/>
                <a:gd name="T35" fmla="*/ 27 h 65"/>
                <a:gd name="T36" fmla="*/ 44 w 66"/>
                <a:gd name="T37" fmla="*/ 40 h 65"/>
                <a:gd name="T38" fmla="*/ 33 w 66"/>
                <a:gd name="T39" fmla="*/ 57 h 65"/>
                <a:gd name="T40" fmla="*/ 30 w 66"/>
                <a:gd name="T41" fmla="*/ 62 h 65"/>
                <a:gd name="T42" fmla="*/ 34 w 66"/>
                <a:gd name="T43" fmla="*/ 65 h 65"/>
                <a:gd name="T44" fmla="*/ 35 w 66"/>
                <a:gd name="T45" fmla="*/ 64 h 65"/>
                <a:gd name="T46" fmla="*/ 52 w 66"/>
                <a:gd name="T47" fmla="*/ 40 h 65"/>
                <a:gd name="T48" fmla="*/ 47 w 66"/>
                <a:gd name="T49" fmla="*/ 25 h 65"/>
                <a:gd name="T50" fmla="*/ 58 w 66"/>
                <a:gd name="T51" fmla="*/ 14 h 65"/>
                <a:gd name="T52" fmla="*/ 58 w 66"/>
                <a:gd name="T53" fmla="*/ 18 h 65"/>
                <a:gd name="T54" fmla="*/ 62 w 66"/>
                <a:gd name="T55" fmla="*/ 22 h 65"/>
                <a:gd name="T56" fmla="*/ 66 w 66"/>
                <a:gd name="T57" fmla="*/ 18 h 65"/>
                <a:gd name="T58" fmla="*/ 66 w 66"/>
                <a:gd name="T59" fmla="*/ 4 h 65"/>
                <a:gd name="T60" fmla="*/ 65 w 66"/>
                <a:gd name="T61"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6" h="65">
                  <a:moveTo>
                    <a:pt x="65" y="2"/>
                  </a:moveTo>
                  <a:cubicBezTo>
                    <a:pt x="65" y="1"/>
                    <a:pt x="65" y="1"/>
                    <a:pt x="64" y="1"/>
                  </a:cubicBezTo>
                  <a:cubicBezTo>
                    <a:pt x="64" y="0"/>
                    <a:pt x="63" y="0"/>
                    <a:pt x="62" y="0"/>
                  </a:cubicBezTo>
                  <a:cubicBezTo>
                    <a:pt x="48" y="0"/>
                    <a:pt x="48" y="0"/>
                    <a:pt x="48" y="0"/>
                  </a:cubicBezTo>
                  <a:cubicBezTo>
                    <a:pt x="46" y="0"/>
                    <a:pt x="44" y="2"/>
                    <a:pt x="44" y="4"/>
                  </a:cubicBezTo>
                  <a:cubicBezTo>
                    <a:pt x="44" y="6"/>
                    <a:pt x="46" y="8"/>
                    <a:pt x="48" y="8"/>
                  </a:cubicBezTo>
                  <a:cubicBezTo>
                    <a:pt x="52" y="8"/>
                    <a:pt x="52" y="8"/>
                    <a:pt x="52" y="8"/>
                  </a:cubicBezTo>
                  <a:cubicBezTo>
                    <a:pt x="41" y="19"/>
                    <a:pt x="41" y="19"/>
                    <a:pt x="41" y="19"/>
                  </a:cubicBezTo>
                  <a:cubicBezTo>
                    <a:pt x="37" y="16"/>
                    <a:pt x="32" y="14"/>
                    <a:pt x="26" y="14"/>
                  </a:cubicBezTo>
                  <a:cubicBezTo>
                    <a:pt x="12" y="14"/>
                    <a:pt x="0" y="26"/>
                    <a:pt x="0" y="40"/>
                  </a:cubicBezTo>
                  <a:cubicBezTo>
                    <a:pt x="0" y="45"/>
                    <a:pt x="1" y="50"/>
                    <a:pt x="4" y="54"/>
                  </a:cubicBezTo>
                  <a:cubicBezTo>
                    <a:pt x="5" y="56"/>
                    <a:pt x="8" y="57"/>
                    <a:pt x="10" y="55"/>
                  </a:cubicBezTo>
                  <a:cubicBezTo>
                    <a:pt x="12" y="54"/>
                    <a:pt x="12" y="52"/>
                    <a:pt x="11" y="50"/>
                  </a:cubicBezTo>
                  <a:cubicBezTo>
                    <a:pt x="9" y="47"/>
                    <a:pt x="8" y="44"/>
                    <a:pt x="8" y="40"/>
                  </a:cubicBezTo>
                  <a:cubicBezTo>
                    <a:pt x="8" y="30"/>
                    <a:pt x="16" y="22"/>
                    <a:pt x="26" y="22"/>
                  </a:cubicBezTo>
                  <a:cubicBezTo>
                    <a:pt x="31" y="22"/>
                    <a:pt x="35" y="24"/>
                    <a:pt x="39" y="27"/>
                  </a:cubicBezTo>
                  <a:cubicBezTo>
                    <a:pt x="39" y="27"/>
                    <a:pt x="39" y="27"/>
                    <a:pt x="39" y="27"/>
                  </a:cubicBezTo>
                  <a:cubicBezTo>
                    <a:pt x="39" y="27"/>
                    <a:pt x="39" y="27"/>
                    <a:pt x="39" y="27"/>
                  </a:cubicBezTo>
                  <a:cubicBezTo>
                    <a:pt x="42" y="31"/>
                    <a:pt x="44" y="35"/>
                    <a:pt x="44" y="40"/>
                  </a:cubicBezTo>
                  <a:cubicBezTo>
                    <a:pt x="44" y="47"/>
                    <a:pt x="40" y="54"/>
                    <a:pt x="33" y="57"/>
                  </a:cubicBezTo>
                  <a:cubicBezTo>
                    <a:pt x="30" y="58"/>
                    <a:pt x="29" y="60"/>
                    <a:pt x="30" y="62"/>
                  </a:cubicBezTo>
                  <a:cubicBezTo>
                    <a:pt x="31" y="64"/>
                    <a:pt x="32" y="65"/>
                    <a:pt x="34" y="65"/>
                  </a:cubicBezTo>
                  <a:cubicBezTo>
                    <a:pt x="34" y="65"/>
                    <a:pt x="35" y="64"/>
                    <a:pt x="35" y="64"/>
                  </a:cubicBezTo>
                  <a:cubicBezTo>
                    <a:pt x="46" y="60"/>
                    <a:pt x="52" y="51"/>
                    <a:pt x="52" y="40"/>
                  </a:cubicBezTo>
                  <a:cubicBezTo>
                    <a:pt x="52" y="34"/>
                    <a:pt x="50" y="29"/>
                    <a:pt x="47" y="25"/>
                  </a:cubicBezTo>
                  <a:cubicBezTo>
                    <a:pt x="58" y="14"/>
                    <a:pt x="58" y="14"/>
                    <a:pt x="58" y="14"/>
                  </a:cubicBezTo>
                  <a:cubicBezTo>
                    <a:pt x="58" y="18"/>
                    <a:pt x="58" y="18"/>
                    <a:pt x="58" y="18"/>
                  </a:cubicBezTo>
                  <a:cubicBezTo>
                    <a:pt x="58" y="20"/>
                    <a:pt x="60" y="22"/>
                    <a:pt x="62" y="22"/>
                  </a:cubicBezTo>
                  <a:cubicBezTo>
                    <a:pt x="64" y="22"/>
                    <a:pt x="66" y="20"/>
                    <a:pt x="66" y="18"/>
                  </a:cubicBezTo>
                  <a:cubicBezTo>
                    <a:pt x="66" y="4"/>
                    <a:pt x="66" y="4"/>
                    <a:pt x="66" y="4"/>
                  </a:cubicBezTo>
                  <a:cubicBezTo>
                    <a:pt x="66" y="3"/>
                    <a:pt x="66" y="2"/>
                    <a:pt x="6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sp>
        <p:nvSpPr>
          <p:cNvPr id="133" name="Rectangle: Rounded Corners 132">
            <a:extLst>
              <a:ext uri="{FF2B5EF4-FFF2-40B4-BE49-F238E27FC236}">
                <a16:creationId xmlns:a16="http://schemas.microsoft.com/office/drawing/2014/main" id="{F4C70B14-4CFF-4944-8F13-5CE6278F64BB}"/>
              </a:ext>
            </a:extLst>
          </p:cNvPr>
          <p:cNvSpPr/>
          <p:nvPr/>
        </p:nvSpPr>
        <p:spPr>
          <a:xfrm>
            <a:off x="8822436" y="3191861"/>
            <a:ext cx="1825899" cy="1825899"/>
          </a:xfrm>
          <a:prstGeom prst="roundRect">
            <a:avLst>
              <a:gd name="adj" fmla="val 50000"/>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92" name="TextBox 91">
            <a:extLst>
              <a:ext uri="{FF2B5EF4-FFF2-40B4-BE49-F238E27FC236}">
                <a16:creationId xmlns:a16="http://schemas.microsoft.com/office/drawing/2014/main" id="{7F21C72D-474C-4AB0-AFC5-BDCB7BC549A5}"/>
              </a:ext>
            </a:extLst>
          </p:cNvPr>
          <p:cNvSpPr txBox="1"/>
          <p:nvPr/>
        </p:nvSpPr>
        <p:spPr>
          <a:xfrm>
            <a:off x="8937113" y="3723959"/>
            <a:ext cx="1596545" cy="761703"/>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SDG 8</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Decent Work and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Economic Growth</a:t>
            </a:r>
          </a:p>
        </p:txBody>
      </p:sp>
      <p:sp>
        <p:nvSpPr>
          <p:cNvPr id="134" name="Rectangle: Rounded Corners 133">
            <a:extLst>
              <a:ext uri="{FF2B5EF4-FFF2-40B4-BE49-F238E27FC236}">
                <a16:creationId xmlns:a16="http://schemas.microsoft.com/office/drawing/2014/main" id="{3CE6EEA5-0D52-4CBB-9C90-EAE0E27ED2E3}"/>
              </a:ext>
            </a:extLst>
          </p:cNvPr>
          <p:cNvSpPr/>
          <p:nvPr/>
        </p:nvSpPr>
        <p:spPr>
          <a:xfrm>
            <a:off x="8822436" y="1367422"/>
            <a:ext cx="1825899" cy="1825899"/>
          </a:xfrm>
          <a:prstGeom prst="roundRect">
            <a:avLst>
              <a:gd name="adj" fmla="val 50000"/>
            </a:avLst>
          </a:prstGeom>
          <a:solidFill>
            <a:srgbClr val="E75F71"/>
          </a:solidFill>
          <a:ln w="25400">
            <a:solidFill>
              <a:srgbClr val="E75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298" name="Rectangle: Rounded Corners 297">
            <a:extLst>
              <a:ext uri="{FF2B5EF4-FFF2-40B4-BE49-F238E27FC236}">
                <a16:creationId xmlns:a16="http://schemas.microsoft.com/office/drawing/2014/main" id="{9F35B215-969A-4A22-9263-C43F6BF437E2}"/>
              </a:ext>
            </a:extLst>
          </p:cNvPr>
          <p:cNvSpPr/>
          <p:nvPr/>
        </p:nvSpPr>
        <p:spPr>
          <a:xfrm>
            <a:off x="9225464" y="1770450"/>
            <a:ext cx="1019843" cy="1019843"/>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grpSp>
        <p:nvGrpSpPr>
          <p:cNvPr id="84" name="Group 83">
            <a:extLst>
              <a:ext uri="{FF2B5EF4-FFF2-40B4-BE49-F238E27FC236}">
                <a16:creationId xmlns:a16="http://schemas.microsoft.com/office/drawing/2014/main" id="{AC47E020-59ED-471C-AD45-724C547C40CC}"/>
              </a:ext>
            </a:extLst>
          </p:cNvPr>
          <p:cNvGrpSpPr/>
          <p:nvPr/>
        </p:nvGrpSpPr>
        <p:grpSpPr>
          <a:xfrm>
            <a:off x="9512648" y="2057634"/>
            <a:ext cx="445474" cy="445474"/>
            <a:chOff x="7724776" y="1787525"/>
            <a:chExt cx="344488" cy="361951"/>
          </a:xfrm>
          <a:solidFill>
            <a:srgbClr val="E75F71"/>
          </a:solidFill>
        </p:grpSpPr>
        <p:sp>
          <p:nvSpPr>
            <p:cNvPr id="85" name="Rectangle 84">
              <a:extLst>
                <a:ext uri="{FF2B5EF4-FFF2-40B4-BE49-F238E27FC236}">
                  <a16:creationId xmlns:a16="http://schemas.microsoft.com/office/drawing/2014/main" id="{61FAA03C-E878-4C65-B843-3080B0345749}"/>
                </a:ext>
              </a:extLst>
            </p:cNvPr>
            <p:cNvSpPr>
              <a:spLocks noChangeArrowheads="1"/>
            </p:cNvSpPr>
            <p:nvPr/>
          </p:nvSpPr>
          <p:spPr bwMode="auto">
            <a:xfrm>
              <a:off x="7948613" y="2103438"/>
              <a:ext cx="60325"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6" name="Freeform 140">
              <a:extLst>
                <a:ext uri="{FF2B5EF4-FFF2-40B4-BE49-F238E27FC236}">
                  <a16:creationId xmlns:a16="http://schemas.microsoft.com/office/drawing/2014/main" id="{32C3196B-BBC9-4625-980A-22A64F0EAF23}"/>
                </a:ext>
              </a:extLst>
            </p:cNvPr>
            <p:cNvSpPr>
              <a:spLocks/>
            </p:cNvSpPr>
            <p:nvPr/>
          </p:nvSpPr>
          <p:spPr bwMode="auto">
            <a:xfrm>
              <a:off x="7904163" y="2103438"/>
              <a:ext cx="30163" cy="46038"/>
            </a:xfrm>
            <a:custGeom>
              <a:avLst/>
              <a:gdLst>
                <a:gd name="T0" fmla="*/ 2 w 8"/>
                <a:gd name="T1" fmla="*/ 0 h 12"/>
                <a:gd name="T2" fmla="*/ 0 w 8"/>
                <a:gd name="T3" fmla="*/ 2 h 12"/>
                <a:gd name="T4" fmla="*/ 0 w 8"/>
                <a:gd name="T5" fmla="*/ 10 h 12"/>
                <a:gd name="T6" fmla="*/ 2 w 8"/>
                <a:gd name="T7" fmla="*/ 12 h 12"/>
                <a:gd name="T8" fmla="*/ 8 w 8"/>
                <a:gd name="T9" fmla="*/ 12 h 12"/>
                <a:gd name="T10" fmla="*/ 8 w 8"/>
                <a:gd name="T11" fmla="*/ 0 h 12"/>
                <a:gd name="T12" fmla="*/ 2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2" y="0"/>
                  </a:moveTo>
                  <a:cubicBezTo>
                    <a:pt x="1" y="0"/>
                    <a:pt x="0" y="1"/>
                    <a:pt x="0" y="2"/>
                  </a:cubicBezTo>
                  <a:cubicBezTo>
                    <a:pt x="0" y="10"/>
                    <a:pt x="0" y="10"/>
                    <a:pt x="0" y="10"/>
                  </a:cubicBezTo>
                  <a:cubicBezTo>
                    <a:pt x="0" y="11"/>
                    <a:pt x="1" y="12"/>
                    <a:pt x="2" y="12"/>
                  </a:cubicBezTo>
                  <a:cubicBezTo>
                    <a:pt x="8" y="12"/>
                    <a:pt x="8" y="12"/>
                    <a:pt x="8" y="12"/>
                  </a:cubicBezTo>
                  <a:cubicBezTo>
                    <a:pt x="8" y="0"/>
                    <a:pt x="8" y="0"/>
                    <a:pt x="8"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7" name="Freeform 141">
              <a:extLst>
                <a:ext uri="{FF2B5EF4-FFF2-40B4-BE49-F238E27FC236}">
                  <a16:creationId xmlns:a16="http://schemas.microsoft.com/office/drawing/2014/main" id="{58D3847A-F57B-4994-A16A-7706F2AF5400}"/>
                </a:ext>
              </a:extLst>
            </p:cNvPr>
            <p:cNvSpPr>
              <a:spLocks/>
            </p:cNvSpPr>
            <p:nvPr/>
          </p:nvSpPr>
          <p:spPr bwMode="auto">
            <a:xfrm>
              <a:off x="8024813" y="2103438"/>
              <a:ext cx="30163" cy="46038"/>
            </a:xfrm>
            <a:custGeom>
              <a:avLst/>
              <a:gdLst>
                <a:gd name="T0" fmla="*/ 6 w 8"/>
                <a:gd name="T1" fmla="*/ 0 h 12"/>
                <a:gd name="T2" fmla="*/ 0 w 8"/>
                <a:gd name="T3" fmla="*/ 0 h 12"/>
                <a:gd name="T4" fmla="*/ 0 w 8"/>
                <a:gd name="T5" fmla="*/ 12 h 12"/>
                <a:gd name="T6" fmla="*/ 6 w 8"/>
                <a:gd name="T7" fmla="*/ 12 h 12"/>
                <a:gd name="T8" fmla="*/ 8 w 8"/>
                <a:gd name="T9" fmla="*/ 10 h 12"/>
                <a:gd name="T10" fmla="*/ 8 w 8"/>
                <a:gd name="T11" fmla="*/ 2 h 12"/>
                <a:gd name="T12" fmla="*/ 6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6" y="0"/>
                  </a:moveTo>
                  <a:cubicBezTo>
                    <a:pt x="0" y="0"/>
                    <a:pt x="0" y="0"/>
                    <a:pt x="0" y="0"/>
                  </a:cubicBezTo>
                  <a:cubicBezTo>
                    <a:pt x="0" y="12"/>
                    <a:pt x="0" y="12"/>
                    <a:pt x="0" y="12"/>
                  </a:cubicBezTo>
                  <a:cubicBezTo>
                    <a:pt x="6" y="12"/>
                    <a:pt x="6" y="12"/>
                    <a:pt x="6" y="12"/>
                  </a:cubicBezTo>
                  <a:cubicBezTo>
                    <a:pt x="7" y="12"/>
                    <a:pt x="8" y="11"/>
                    <a:pt x="8" y="10"/>
                  </a:cubicBezTo>
                  <a:cubicBezTo>
                    <a:pt x="8" y="2"/>
                    <a:pt x="8" y="2"/>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8" name="Rectangle 87">
              <a:extLst>
                <a:ext uri="{FF2B5EF4-FFF2-40B4-BE49-F238E27FC236}">
                  <a16:creationId xmlns:a16="http://schemas.microsoft.com/office/drawing/2014/main" id="{3E8BAB0F-F7C6-462F-B2EF-E8BC5884B86A}"/>
                </a:ext>
              </a:extLst>
            </p:cNvPr>
            <p:cNvSpPr>
              <a:spLocks noChangeArrowheads="1"/>
            </p:cNvSpPr>
            <p:nvPr/>
          </p:nvSpPr>
          <p:spPr bwMode="auto">
            <a:xfrm>
              <a:off x="7783513" y="2103438"/>
              <a:ext cx="60325"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6" name="Freeform 143">
              <a:extLst>
                <a:ext uri="{FF2B5EF4-FFF2-40B4-BE49-F238E27FC236}">
                  <a16:creationId xmlns:a16="http://schemas.microsoft.com/office/drawing/2014/main" id="{D4A7E135-A3AE-4D74-B124-7E1EB2D50B5D}"/>
                </a:ext>
              </a:extLst>
            </p:cNvPr>
            <p:cNvSpPr>
              <a:spLocks/>
            </p:cNvSpPr>
            <p:nvPr/>
          </p:nvSpPr>
          <p:spPr bwMode="auto">
            <a:xfrm>
              <a:off x="7739063" y="2103438"/>
              <a:ext cx="30163" cy="46038"/>
            </a:xfrm>
            <a:custGeom>
              <a:avLst/>
              <a:gdLst>
                <a:gd name="T0" fmla="*/ 2 w 8"/>
                <a:gd name="T1" fmla="*/ 0 h 12"/>
                <a:gd name="T2" fmla="*/ 0 w 8"/>
                <a:gd name="T3" fmla="*/ 2 h 12"/>
                <a:gd name="T4" fmla="*/ 0 w 8"/>
                <a:gd name="T5" fmla="*/ 10 h 12"/>
                <a:gd name="T6" fmla="*/ 2 w 8"/>
                <a:gd name="T7" fmla="*/ 12 h 12"/>
                <a:gd name="T8" fmla="*/ 8 w 8"/>
                <a:gd name="T9" fmla="*/ 12 h 12"/>
                <a:gd name="T10" fmla="*/ 8 w 8"/>
                <a:gd name="T11" fmla="*/ 0 h 12"/>
                <a:gd name="T12" fmla="*/ 2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2" y="0"/>
                  </a:moveTo>
                  <a:cubicBezTo>
                    <a:pt x="1" y="0"/>
                    <a:pt x="0" y="1"/>
                    <a:pt x="0" y="2"/>
                  </a:cubicBezTo>
                  <a:cubicBezTo>
                    <a:pt x="0" y="10"/>
                    <a:pt x="0" y="10"/>
                    <a:pt x="0" y="10"/>
                  </a:cubicBezTo>
                  <a:cubicBezTo>
                    <a:pt x="0" y="11"/>
                    <a:pt x="1" y="12"/>
                    <a:pt x="2" y="12"/>
                  </a:cubicBezTo>
                  <a:cubicBezTo>
                    <a:pt x="8" y="12"/>
                    <a:pt x="8" y="12"/>
                    <a:pt x="8" y="12"/>
                  </a:cubicBezTo>
                  <a:cubicBezTo>
                    <a:pt x="8" y="0"/>
                    <a:pt x="8" y="0"/>
                    <a:pt x="8"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7" name="Freeform 144">
              <a:extLst>
                <a:ext uri="{FF2B5EF4-FFF2-40B4-BE49-F238E27FC236}">
                  <a16:creationId xmlns:a16="http://schemas.microsoft.com/office/drawing/2014/main" id="{F4BBD696-B106-45F5-AA81-785AD4F88775}"/>
                </a:ext>
              </a:extLst>
            </p:cNvPr>
            <p:cNvSpPr>
              <a:spLocks/>
            </p:cNvSpPr>
            <p:nvPr/>
          </p:nvSpPr>
          <p:spPr bwMode="auto">
            <a:xfrm>
              <a:off x="7859713" y="2103438"/>
              <a:ext cx="30163" cy="46038"/>
            </a:xfrm>
            <a:custGeom>
              <a:avLst/>
              <a:gdLst>
                <a:gd name="T0" fmla="*/ 6 w 8"/>
                <a:gd name="T1" fmla="*/ 0 h 12"/>
                <a:gd name="T2" fmla="*/ 0 w 8"/>
                <a:gd name="T3" fmla="*/ 0 h 12"/>
                <a:gd name="T4" fmla="*/ 0 w 8"/>
                <a:gd name="T5" fmla="*/ 12 h 12"/>
                <a:gd name="T6" fmla="*/ 6 w 8"/>
                <a:gd name="T7" fmla="*/ 12 h 12"/>
                <a:gd name="T8" fmla="*/ 8 w 8"/>
                <a:gd name="T9" fmla="*/ 10 h 12"/>
                <a:gd name="T10" fmla="*/ 8 w 8"/>
                <a:gd name="T11" fmla="*/ 2 h 12"/>
                <a:gd name="T12" fmla="*/ 6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6" y="0"/>
                  </a:moveTo>
                  <a:cubicBezTo>
                    <a:pt x="0" y="0"/>
                    <a:pt x="0" y="0"/>
                    <a:pt x="0" y="0"/>
                  </a:cubicBezTo>
                  <a:cubicBezTo>
                    <a:pt x="0" y="12"/>
                    <a:pt x="0" y="12"/>
                    <a:pt x="0" y="12"/>
                  </a:cubicBezTo>
                  <a:cubicBezTo>
                    <a:pt x="6" y="12"/>
                    <a:pt x="6" y="12"/>
                    <a:pt x="6" y="12"/>
                  </a:cubicBezTo>
                  <a:cubicBezTo>
                    <a:pt x="7" y="12"/>
                    <a:pt x="8" y="11"/>
                    <a:pt x="8" y="10"/>
                  </a:cubicBezTo>
                  <a:cubicBezTo>
                    <a:pt x="8" y="2"/>
                    <a:pt x="8" y="2"/>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8" name="Rectangle 107">
              <a:extLst>
                <a:ext uri="{FF2B5EF4-FFF2-40B4-BE49-F238E27FC236}">
                  <a16:creationId xmlns:a16="http://schemas.microsoft.com/office/drawing/2014/main" id="{4197BA6F-7762-4AE3-B7E7-1E01E3DDCD8A}"/>
                </a:ext>
              </a:extLst>
            </p:cNvPr>
            <p:cNvSpPr>
              <a:spLocks noChangeArrowheads="1"/>
            </p:cNvSpPr>
            <p:nvPr/>
          </p:nvSpPr>
          <p:spPr bwMode="auto">
            <a:xfrm>
              <a:off x="7769226" y="2051050"/>
              <a:ext cx="60325"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9" name="Freeform 146">
              <a:extLst>
                <a:ext uri="{FF2B5EF4-FFF2-40B4-BE49-F238E27FC236}">
                  <a16:creationId xmlns:a16="http://schemas.microsoft.com/office/drawing/2014/main" id="{D8E92720-BFD5-4C92-96BA-23AA5C958448}"/>
                </a:ext>
              </a:extLst>
            </p:cNvPr>
            <p:cNvSpPr>
              <a:spLocks/>
            </p:cNvSpPr>
            <p:nvPr/>
          </p:nvSpPr>
          <p:spPr bwMode="auto">
            <a:xfrm>
              <a:off x="7724776" y="2051050"/>
              <a:ext cx="28575" cy="46038"/>
            </a:xfrm>
            <a:custGeom>
              <a:avLst/>
              <a:gdLst>
                <a:gd name="T0" fmla="*/ 2 w 8"/>
                <a:gd name="T1" fmla="*/ 0 h 12"/>
                <a:gd name="T2" fmla="*/ 0 w 8"/>
                <a:gd name="T3" fmla="*/ 2 h 12"/>
                <a:gd name="T4" fmla="*/ 0 w 8"/>
                <a:gd name="T5" fmla="*/ 10 h 12"/>
                <a:gd name="T6" fmla="*/ 2 w 8"/>
                <a:gd name="T7" fmla="*/ 12 h 12"/>
                <a:gd name="T8" fmla="*/ 8 w 8"/>
                <a:gd name="T9" fmla="*/ 12 h 12"/>
                <a:gd name="T10" fmla="*/ 8 w 8"/>
                <a:gd name="T11" fmla="*/ 0 h 12"/>
                <a:gd name="T12" fmla="*/ 2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2" y="0"/>
                  </a:moveTo>
                  <a:cubicBezTo>
                    <a:pt x="1" y="0"/>
                    <a:pt x="0" y="1"/>
                    <a:pt x="0" y="2"/>
                  </a:cubicBezTo>
                  <a:cubicBezTo>
                    <a:pt x="0" y="10"/>
                    <a:pt x="0" y="10"/>
                    <a:pt x="0" y="10"/>
                  </a:cubicBezTo>
                  <a:cubicBezTo>
                    <a:pt x="0" y="11"/>
                    <a:pt x="1" y="12"/>
                    <a:pt x="2" y="12"/>
                  </a:cubicBezTo>
                  <a:cubicBezTo>
                    <a:pt x="8" y="12"/>
                    <a:pt x="8" y="12"/>
                    <a:pt x="8" y="12"/>
                  </a:cubicBezTo>
                  <a:cubicBezTo>
                    <a:pt x="8" y="0"/>
                    <a:pt x="8" y="0"/>
                    <a:pt x="8"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0" name="Freeform 147">
              <a:extLst>
                <a:ext uri="{FF2B5EF4-FFF2-40B4-BE49-F238E27FC236}">
                  <a16:creationId xmlns:a16="http://schemas.microsoft.com/office/drawing/2014/main" id="{3AA7CD54-3101-4426-98C1-A69AE009EADF}"/>
                </a:ext>
              </a:extLst>
            </p:cNvPr>
            <p:cNvSpPr>
              <a:spLocks/>
            </p:cNvSpPr>
            <p:nvPr/>
          </p:nvSpPr>
          <p:spPr bwMode="auto">
            <a:xfrm>
              <a:off x="7843838" y="2051050"/>
              <a:ext cx="30163" cy="46038"/>
            </a:xfrm>
            <a:custGeom>
              <a:avLst/>
              <a:gdLst>
                <a:gd name="T0" fmla="*/ 6 w 8"/>
                <a:gd name="T1" fmla="*/ 0 h 12"/>
                <a:gd name="T2" fmla="*/ 0 w 8"/>
                <a:gd name="T3" fmla="*/ 0 h 12"/>
                <a:gd name="T4" fmla="*/ 0 w 8"/>
                <a:gd name="T5" fmla="*/ 12 h 12"/>
                <a:gd name="T6" fmla="*/ 6 w 8"/>
                <a:gd name="T7" fmla="*/ 12 h 12"/>
                <a:gd name="T8" fmla="*/ 8 w 8"/>
                <a:gd name="T9" fmla="*/ 10 h 12"/>
                <a:gd name="T10" fmla="*/ 8 w 8"/>
                <a:gd name="T11" fmla="*/ 2 h 12"/>
                <a:gd name="T12" fmla="*/ 6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6" y="0"/>
                  </a:moveTo>
                  <a:cubicBezTo>
                    <a:pt x="0" y="0"/>
                    <a:pt x="0" y="0"/>
                    <a:pt x="0" y="0"/>
                  </a:cubicBezTo>
                  <a:cubicBezTo>
                    <a:pt x="0" y="12"/>
                    <a:pt x="0" y="12"/>
                    <a:pt x="0" y="12"/>
                  </a:cubicBezTo>
                  <a:cubicBezTo>
                    <a:pt x="6" y="12"/>
                    <a:pt x="6" y="12"/>
                    <a:pt x="6" y="12"/>
                  </a:cubicBezTo>
                  <a:cubicBezTo>
                    <a:pt x="7" y="12"/>
                    <a:pt x="8" y="11"/>
                    <a:pt x="8" y="10"/>
                  </a:cubicBezTo>
                  <a:cubicBezTo>
                    <a:pt x="8" y="2"/>
                    <a:pt x="8" y="2"/>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1" name="Rectangle 110">
              <a:extLst>
                <a:ext uri="{FF2B5EF4-FFF2-40B4-BE49-F238E27FC236}">
                  <a16:creationId xmlns:a16="http://schemas.microsoft.com/office/drawing/2014/main" id="{62C2D34D-AB85-46F8-9DEF-F103E4337843}"/>
                </a:ext>
              </a:extLst>
            </p:cNvPr>
            <p:cNvSpPr>
              <a:spLocks noChangeArrowheads="1"/>
            </p:cNvSpPr>
            <p:nvPr/>
          </p:nvSpPr>
          <p:spPr bwMode="auto">
            <a:xfrm>
              <a:off x="7964488" y="2051050"/>
              <a:ext cx="60325"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2" name="Freeform 149">
              <a:extLst>
                <a:ext uri="{FF2B5EF4-FFF2-40B4-BE49-F238E27FC236}">
                  <a16:creationId xmlns:a16="http://schemas.microsoft.com/office/drawing/2014/main" id="{13A797B9-CFD7-49BF-B95F-87879ADC4262}"/>
                </a:ext>
              </a:extLst>
            </p:cNvPr>
            <p:cNvSpPr>
              <a:spLocks/>
            </p:cNvSpPr>
            <p:nvPr/>
          </p:nvSpPr>
          <p:spPr bwMode="auto">
            <a:xfrm>
              <a:off x="7920038" y="2051050"/>
              <a:ext cx="28575" cy="46038"/>
            </a:xfrm>
            <a:custGeom>
              <a:avLst/>
              <a:gdLst>
                <a:gd name="T0" fmla="*/ 2 w 8"/>
                <a:gd name="T1" fmla="*/ 0 h 12"/>
                <a:gd name="T2" fmla="*/ 0 w 8"/>
                <a:gd name="T3" fmla="*/ 2 h 12"/>
                <a:gd name="T4" fmla="*/ 0 w 8"/>
                <a:gd name="T5" fmla="*/ 10 h 12"/>
                <a:gd name="T6" fmla="*/ 2 w 8"/>
                <a:gd name="T7" fmla="*/ 12 h 12"/>
                <a:gd name="T8" fmla="*/ 8 w 8"/>
                <a:gd name="T9" fmla="*/ 12 h 12"/>
                <a:gd name="T10" fmla="*/ 8 w 8"/>
                <a:gd name="T11" fmla="*/ 0 h 12"/>
                <a:gd name="T12" fmla="*/ 2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2" y="0"/>
                  </a:moveTo>
                  <a:cubicBezTo>
                    <a:pt x="1" y="0"/>
                    <a:pt x="0" y="1"/>
                    <a:pt x="0" y="2"/>
                  </a:cubicBezTo>
                  <a:cubicBezTo>
                    <a:pt x="0" y="10"/>
                    <a:pt x="0" y="10"/>
                    <a:pt x="0" y="10"/>
                  </a:cubicBezTo>
                  <a:cubicBezTo>
                    <a:pt x="0" y="11"/>
                    <a:pt x="1" y="12"/>
                    <a:pt x="2" y="12"/>
                  </a:cubicBezTo>
                  <a:cubicBezTo>
                    <a:pt x="8" y="12"/>
                    <a:pt x="8" y="12"/>
                    <a:pt x="8" y="12"/>
                  </a:cubicBezTo>
                  <a:cubicBezTo>
                    <a:pt x="8" y="0"/>
                    <a:pt x="8" y="0"/>
                    <a:pt x="8"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3" name="Freeform 150">
              <a:extLst>
                <a:ext uri="{FF2B5EF4-FFF2-40B4-BE49-F238E27FC236}">
                  <a16:creationId xmlns:a16="http://schemas.microsoft.com/office/drawing/2014/main" id="{7BA6A8AC-9A2B-43FC-B70F-4E68CA14B9D6}"/>
                </a:ext>
              </a:extLst>
            </p:cNvPr>
            <p:cNvSpPr>
              <a:spLocks/>
            </p:cNvSpPr>
            <p:nvPr/>
          </p:nvSpPr>
          <p:spPr bwMode="auto">
            <a:xfrm>
              <a:off x="8039101" y="2051050"/>
              <a:ext cx="30163" cy="46038"/>
            </a:xfrm>
            <a:custGeom>
              <a:avLst/>
              <a:gdLst>
                <a:gd name="T0" fmla="*/ 6 w 8"/>
                <a:gd name="T1" fmla="*/ 0 h 12"/>
                <a:gd name="T2" fmla="*/ 0 w 8"/>
                <a:gd name="T3" fmla="*/ 0 h 12"/>
                <a:gd name="T4" fmla="*/ 0 w 8"/>
                <a:gd name="T5" fmla="*/ 12 h 12"/>
                <a:gd name="T6" fmla="*/ 6 w 8"/>
                <a:gd name="T7" fmla="*/ 12 h 12"/>
                <a:gd name="T8" fmla="*/ 8 w 8"/>
                <a:gd name="T9" fmla="*/ 10 h 12"/>
                <a:gd name="T10" fmla="*/ 8 w 8"/>
                <a:gd name="T11" fmla="*/ 2 h 12"/>
                <a:gd name="T12" fmla="*/ 6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6" y="0"/>
                  </a:moveTo>
                  <a:cubicBezTo>
                    <a:pt x="0" y="0"/>
                    <a:pt x="0" y="0"/>
                    <a:pt x="0" y="0"/>
                  </a:cubicBezTo>
                  <a:cubicBezTo>
                    <a:pt x="0" y="12"/>
                    <a:pt x="0" y="12"/>
                    <a:pt x="0" y="12"/>
                  </a:cubicBezTo>
                  <a:cubicBezTo>
                    <a:pt x="6" y="12"/>
                    <a:pt x="6" y="12"/>
                    <a:pt x="6" y="12"/>
                  </a:cubicBezTo>
                  <a:cubicBezTo>
                    <a:pt x="7" y="12"/>
                    <a:pt x="8" y="11"/>
                    <a:pt x="8" y="10"/>
                  </a:cubicBezTo>
                  <a:cubicBezTo>
                    <a:pt x="8" y="2"/>
                    <a:pt x="8" y="2"/>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4" name="Rectangle 113">
              <a:extLst>
                <a:ext uri="{FF2B5EF4-FFF2-40B4-BE49-F238E27FC236}">
                  <a16:creationId xmlns:a16="http://schemas.microsoft.com/office/drawing/2014/main" id="{7E4ACD4F-1796-495F-9C83-E3B698F276F5}"/>
                </a:ext>
              </a:extLst>
            </p:cNvPr>
            <p:cNvSpPr>
              <a:spLocks noChangeArrowheads="1"/>
            </p:cNvSpPr>
            <p:nvPr/>
          </p:nvSpPr>
          <p:spPr bwMode="auto">
            <a:xfrm>
              <a:off x="7948613" y="1998663"/>
              <a:ext cx="60325"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5" name="Freeform 152">
              <a:extLst>
                <a:ext uri="{FF2B5EF4-FFF2-40B4-BE49-F238E27FC236}">
                  <a16:creationId xmlns:a16="http://schemas.microsoft.com/office/drawing/2014/main" id="{602B9291-F809-40C0-8D6A-891F2E4EFAAE}"/>
                </a:ext>
              </a:extLst>
            </p:cNvPr>
            <p:cNvSpPr>
              <a:spLocks/>
            </p:cNvSpPr>
            <p:nvPr/>
          </p:nvSpPr>
          <p:spPr bwMode="auto">
            <a:xfrm>
              <a:off x="7904163" y="1998663"/>
              <a:ext cx="30163" cy="44450"/>
            </a:xfrm>
            <a:custGeom>
              <a:avLst/>
              <a:gdLst>
                <a:gd name="T0" fmla="*/ 2 w 8"/>
                <a:gd name="T1" fmla="*/ 0 h 12"/>
                <a:gd name="T2" fmla="*/ 0 w 8"/>
                <a:gd name="T3" fmla="*/ 2 h 12"/>
                <a:gd name="T4" fmla="*/ 0 w 8"/>
                <a:gd name="T5" fmla="*/ 10 h 12"/>
                <a:gd name="T6" fmla="*/ 2 w 8"/>
                <a:gd name="T7" fmla="*/ 12 h 12"/>
                <a:gd name="T8" fmla="*/ 8 w 8"/>
                <a:gd name="T9" fmla="*/ 12 h 12"/>
                <a:gd name="T10" fmla="*/ 8 w 8"/>
                <a:gd name="T11" fmla="*/ 0 h 12"/>
                <a:gd name="T12" fmla="*/ 2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2" y="0"/>
                  </a:moveTo>
                  <a:cubicBezTo>
                    <a:pt x="1" y="0"/>
                    <a:pt x="0" y="1"/>
                    <a:pt x="0" y="2"/>
                  </a:cubicBezTo>
                  <a:cubicBezTo>
                    <a:pt x="0" y="10"/>
                    <a:pt x="0" y="10"/>
                    <a:pt x="0" y="10"/>
                  </a:cubicBezTo>
                  <a:cubicBezTo>
                    <a:pt x="0" y="11"/>
                    <a:pt x="1" y="12"/>
                    <a:pt x="2" y="12"/>
                  </a:cubicBezTo>
                  <a:cubicBezTo>
                    <a:pt x="8" y="12"/>
                    <a:pt x="8" y="12"/>
                    <a:pt x="8" y="12"/>
                  </a:cubicBezTo>
                  <a:cubicBezTo>
                    <a:pt x="8" y="0"/>
                    <a:pt x="8" y="0"/>
                    <a:pt x="8"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6" name="Freeform 153">
              <a:extLst>
                <a:ext uri="{FF2B5EF4-FFF2-40B4-BE49-F238E27FC236}">
                  <a16:creationId xmlns:a16="http://schemas.microsoft.com/office/drawing/2014/main" id="{B2DD3980-676C-47DF-9002-8A8F8DEF0F03}"/>
                </a:ext>
              </a:extLst>
            </p:cNvPr>
            <p:cNvSpPr>
              <a:spLocks/>
            </p:cNvSpPr>
            <p:nvPr/>
          </p:nvSpPr>
          <p:spPr bwMode="auto">
            <a:xfrm>
              <a:off x="8024813" y="1998663"/>
              <a:ext cx="30163" cy="44450"/>
            </a:xfrm>
            <a:custGeom>
              <a:avLst/>
              <a:gdLst>
                <a:gd name="T0" fmla="*/ 6 w 8"/>
                <a:gd name="T1" fmla="*/ 0 h 12"/>
                <a:gd name="T2" fmla="*/ 0 w 8"/>
                <a:gd name="T3" fmla="*/ 0 h 12"/>
                <a:gd name="T4" fmla="*/ 0 w 8"/>
                <a:gd name="T5" fmla="*/ 12 h 12"/>
                <a:gd name="T6" fmla="*/ 6 w 8"/>
                <a:gd name="T7" fmla="*/ 12 h 12"/>
                <a:gd name="T8" fmla="*/ 8 w 8"/>
                <a:gd name="T9" fmla="*/ 10 h 12"/>
                <a:gd name="T10" fmla="*/ 8 w 8"/>
                <a:gd name="T11" fmla="*/ 2 h 12"/>
                <a:gd name="T12" fmla="*/ 6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6" y="0"/>
                  </a:moveTo>
                  <a:cubicBezTo>
                    <a:pt x="0" y="0"/>
                    <a:pt x="0" y="0"/>
                    <a:pt x="0" y="0"/>
                  </a:cubicBezTo>
                  <a:cubicBezTo>
                    <a:pt x="0" y="12"/>
                    <a:pt x="0" y="12"/>
                    <a:pt x="0" y="12"/>
                  </a:cubicBezTo>
                  <a:cubicBezTo>
                    <a:pt x="6" y="12"/>
                    <a:pt x="6" y="12"/>
                    <a:pt x="6" y="12"/>
                  </a:cubicBezTo>
                  <a:cubicBezTo>
                    <a:pt x="7" y="12"/>
                    <a:pt x="8" y="11"/>
                    <a:pt x="8" y="10"/>
                  </a:cubicBezTo>
                  <a:cubicBezTo>
                    <a:pt x="8" y="2"/>
                    <a:pt x="8" y="2"/>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7" name="Rectangle 116">
              <a:extLst>
                <a:ext uri="{FF2B5EF4-FFF2-40B4-BE49-F238E27FC236}">
                  <a16:creationId xmlns:a16="http://schemas.microsoft.com/office/drawing/2014/main" id="{016C5A44-A708-4B1D-ACFF-20FD3D696456}"/>
                </a:ext>
              </a:extLst>
            </p:cNvPr>
            <p:cNvSpPr>
              <a:spLocks noChangeArrowheads="1"/>
            </p:cNvSpPr>
            <p:nvPr/>
          </p:nvSpPr>
          <p:spPr bwMode="auto">
            <a:xfrm>
              <a:off x="7964488" y="1946275"/>
              <a:ext cx="60325"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8" name="Freeform 155">
              <a:extLst>
                <a:ext uri="{FF2B5EF4-FFF2-40B4-BE49-F238E27FC236}">
                  <a16:creationId xmlns:a16="http://schemas.microsoft.com/office/drawing/2014/main" id="{85009E3A-B1C1-491C-9421-E7F26943A032}"/>
                </a:ext>
              </a:extLst>
            </p:cNvPr>
            <p:cNvSpPr>
              <a:spLocks/>
            </p:cNvSpPr>
            <p:nvPr/>
          </p:nvSpPr>
          <p:spPr bwMode="auto">
            <a:xfrm>
              <a:off x="7920038" y="1946275"/>
              <a:ext cx="28575" cy="44450"/>
            </a:xfrm>
            <a:custGeom>
              <a:avLst/>
              <a:gdLst>
                <a:gd name="T0" fmla="*/ 2 w 8"/>
                <a:gd name="T1" fmla="*/ 0 h 12"/>
                <a:gd name="T2" fmla="*/ 0 w 8"/>
                <a:gd name="T3" fmla="*/ 2 h 12"/>
                <a:gd name="T4" fmla="*/ 0 w 8"/>
                <a:gd name="T5" fmla="*/ 10 h 12"/>
                <a:gd name="T6" fmla="*/ 2 w 8"/>
                <a:gd name="T7" fmla="*/ 12 h 12"/>
                <a:gd name="T8" fmla="*/ 8 w 8"/>
                <a:gd name="T9" fmla="*/ 12 h 12"/>
                <a:gd name="T10" fmla="*/ 8 w 8"/>
                <a:gd name="T11" fmla="*/ 0 h 12"/>
                <a:gd name="T12" fmla="*/ 2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2" y="0"/>
                  </a:moveTo>
                  <a:cubicBezTo>
                    <a:pt x="1" y="0"/>
                    <a:pt x="0" y="1"/>
                    <a:pt x="0" y="2"/>
                  </a:cubicBezTo>
                  <a:cubicBezTo>
                    <a:pt x="0" y="10"/>
                    <a:pt x="0" y="10"/>
                    <a:pt x="0" y="10"/>
                  </a:cubicBezTo>
                  <a:cubicBezTo>
                    <a:pt x="0" y="11"/>
                    <a:pt x="1" y="12"/>
                    <a:pt x="2" y="12"/>
                  </a:cubicBezTo>
                  <a:cubicBezTo>
                    <a:pt x="8" y="12"/>
                    <a:pt x="8" y="12"/>
                    <a:pt x="8" y="12"/>
                  </a:cubicBezTo>
                  <a:cubicBezTo>
                    <a:pt x="8" y="0"/>
                    <a:pt x="8" y="0"/>
                    <a:pt x="8"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9" name="Freeform 156">
              <a:extLst>
                <a:ext uri="{FF2B5EF4-FFF2-40B4-BE49-F238E27FC236}">
                  <a16:creationId xmlns:a16="http://schemas.microsoft.com/office/drawing/2014/main" id="{35D2BB02-FB4B-47D9-BD5B-3AD526C0E42E}"/>
                </a:ext>
              </a:extLst>
            </p:cNvPr>
            <p:cNvSpPr>
              <a:spLocks/>
            </p:cNvSpPr>
            <p:nvPr/>
          </p:nvSpPr>
          <p:spPr bwMode="auto">
            <a:xfrm>
              <a:off x="8039101" y="1946275"/>
              <a:ext cx="30163" cy="44450"/>
            </a:xfrm>
            <a:custGeom>
              <a:avLst/>
              <a:gdLst>
                <a:gd name="T0" fmla="*/ 6 w 8"/>
                <a:gd name="T1" fmla="*/ 0 h 12"/>
                <a:gd name="T2" fmla="*/ 0 w 8"/>
                <a:gd name="T3" fmla="*/ 0 h 12"/>
                <a:gd name="T4" fmla="*/ 0 w 8"/>
                <a:gd name="T5" fmla="*/ 12 h 12"/>
                <a:gd name="T6" fmla="*/ 6 w 8"/>
                <a:gd name="T7" fmla="*/ 12 h 12"/>
                <a:gd name="T8" fmla="*/ 8 w 8"/>
                <a:gd name="T9" fmla="*/ 10 h 12"/>
                <a:gd name="T10" fmla="*/ 8 w 8"/>
                <a:gd name="T11" fmla="*/ 2 h 12"/>
                <a:gd name="T12" fmla="*/ 6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6" y="0"/>
                  </a:moveTo>
                  <a:cubicBezTo>
                    <a:pt x="0" y="0"/>
                    <a:pt x="0" y="0"/>
                    <a:pt x="0" y="0"/>
                  </a:cubicBezTo>
                  <a:cubicBezTo>
                    <a:pt x="0" y="12"/>
                    <a:pt x="0" y="12"/>
                    <a:pt x="0" y="12"/>
                  </a:cubicBezTo>
                  <a:cubicBezTo>
                    <a:pt x="6" y="12"/>
                    <a:pt x="6" y="12"/>
                    <a:pt x="6" y="12"/>
                  </a:cubicBezTo>
                  <a:cubicBezTo>
                    <a:pt x="7" y="12"/>
                    <a:pt x="8" y="11"/>
                    <a:pt x="8" y="10"/>
                  </a:cubicBezTo>
                  <a:cubicBezTo>
                    <a:pt x="8" y="2"/>
                    <a:pt x="8" y="2"/>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0" name="Freeform 157">
              <a:extLst>
                <a:ext uri="{FF2B5EF4-FFF2-40B4-BE49-F238E27FC236}">
                  <a16:creationId xmlns:a16="http://schemas.microsoft.com/office/drawing/2014/main" id="{069F8671-A0F6-4CEB-9B5E-09409F46FE22}"/>
                </a:ext>
              </a:extLst>
            </p:cNvPr>
            <p:cNvSpPr>
              <a:spLocks/>
            </p:cNvSpPr>
            <p:nvPr/>
          </p:nvSpPr>
          <p:spPr bwMode="auto">
            <a:xfrm>
              <a:off x="7731126" y="1787525"/>
              <a:ext cx="338138" cy="211138"/>
            </a:xfrm>
            <a:custGeom>
              <a:avLst/>
              <a:gdLst>
                <a:gd name="T0" fmla="*/ 88 w 90"/>
                <a:gd name="T1" fmla="*/ 0 h 56"/>
                <a:gd name="T2" fmla="*/ 60 w 90"/>
                <a:gd name="T3" fmla="*/ 0 h 56"/>
                <a:gd name="T4" fmla="*/ 58 w 90"/>
                <a:gd name="T5" fmla="*/ 2 h 56"/>
                <a:gd name="T6" fmla="*/ 60 w 90"/>
                <a:gd name="T7" fmla="*/ 4 h 56"/>
                <a:gd name="T8" fmla="*/ 83 w 90"/>
                <a:gd name="T9" fmla="*/ 4 h 56"/>
                <a:gd name="T10" fmla="*/ 58 w 90"/>
                <a:gd name="T11" fmla="*/ 31 h 56"/>
                <a:gd name="T12" fmla="*/ 39 w 90"/>
                <a:gd name="T13" fmla="*/ 16 h 56"/>
                <a:gd name="T14" fmla="*/ 37 w 90"/>
                <a:gd name="T15" fmla="*/ 16 h 56"/>
                <a:gd name="T16" fmla="*/ 1 w 90"/>
                <a:gd name="T17" fmla="*/ 52 h 56"/>
                <a:gd name="T18" fmla="*/ 1 w 90"/>
                <a:gd name="T19" fmla="*/ 55 h 56"/>
                <a:gd name="T20" fmla="*/ 2 w 90"/>
                <a:gd name="T21" fmla="*/ 56 h 56"/>
                <a:gd name="T22" fmla="*/ 3 w 90"/>
                <a:gd name="T23" fmla="*/ 55 h 56"/>
                <a:gd name="T24" fmla="*/ 38 w 90"/>
                <a:gd name="T25" fmla="*/ 21 h 56"/>
                <a:gd name="T26" fmla="*/ 57 w 90"/>
                <a:gd name="T27" fmla="*/ 35 h 56"/>
                <a:gd name="T28" fmla="*/ 59 w 90"/>
                <a:gd name="T29" fmla="*/ 35 h 56"/>
                <a:gd name="T30" fmla="*/ 86 w 90"/>
                <a:gd name="T31" fmla="*/ 7 h 56"/>
                <a:gd name="T32" fmla="*/ 86 w 90"/>
                <a:gd name="T33" fmla="*/ 28 h 56"/>
                <a:gd name="T34" fmla="*/ 88 w 90"/>
                <a:gd name="T35" fmla="*/ 30 h 56"/>
                <a:gd name="T36" fmla="*/ 90 w 90"/>
                <a:gd name="T37" fmla="*/ 28 h 56"/>
                <a:gd name="T38" fmla="*/ 90 w 90"/>
                <a:gd name="T39" fmla="*/ 2 h 56"/>
                <a:gd name="T40" fmla="*/ 88 w 90"/>
                <a:gd name="T4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56">
                  <a:moveTo>
                    <a:pt x="88" y="0"/>
                  </a:moveTo>
                  <a:cubicBezTo>
                    <a:pt x="60" y="0"/>
                    <a:pt x="60" y="0"/>
                    <a:pt x="60" y="0"/>
                  </a:cubicBezTo>
                  <a:cubicBezTo>
                    <a:pt x="59" y="0"/>
                    <a:pt x="58" y="1"/>
                    <a:pt x="58" y="2"/>
                  </a:cubicBezTo>
                  <a:cubicBezTo>
                    <a:pt x="58" y="3"/>
                    <a:pt x="59" y="4"/>
                    <a:pt x="60" y="4"/>
                  </a:cubicBezTo>
                  <a:cubicBezTo>
                    <a:pt x="83" y="4"/>
                    <a:pt x="83" y="4"/>
                    <a:pt x="83" y="4"/>
                  </a:cubicBezTo>
                  <a:cubicBezTo>
                    <a:pt x="58" y="31"/>
                    <a:pt x="58" y="31"/>
                    <a:pt x="58" y="31"/>
                  </a:cubicBezTo>
                  <a:cubicBezTo>
                    <a:pt x="39" y="16"/>
                    <a:pt x="39" y="16"/>
                    <a:pt x="39" y="16"/>
                  </a:cubicBezTo>
                  <a:cubicBezTo>
                    <a:pt x="38" y="16"/>
                    <a:pt x="37" y="16"/>
                    <a:pt x="37" y="16"/>
                  </a:cubicBezTo>
                  <a:cubicBezTo>
                    <a:pt x="1" y="52"/>
                    <a:pt x="1" y="52"/>
                    <a:pt x="1" y="52"/>
                  </a:cubicBezTo>
                  <a:cubicBezTo>
                    <a:pt x="0" y="53"/>
                    <a:pt x="0" y="55"/>
                    <a:pt x="1" y="55"/>
                  </a:cubicBezTo>
                  <a:cubicBezTo>
                    <a:pt x="1" y="56"/>
                    <a:pt x="1" y="56"/>
                    <a:pt x="2" y="56"/>
                  </a:cubicBezTo>
                  <a:cubicBezTo>
                    <a:pt x="3" y="56"/>
                    <a:pt x="3" y="56"/>
                    <a:pt x="3" y="55"/>
                  </a:cubicBezTo>
                  <a:cubicBezTo>
                    <a:pt x="38" y="21"/>
                    <a:pt x="38" y="21"/>
                    <a:pt x="38" y="21"/>
                  </a:cubicBezTo>
                  <a:cubicBezTo>
                    <a:pt x="57" y="35"/>
                    <a:pt x="57" y="35"/>
                    <a:pt x="57" y="35"/>
                  </a:cubicBezTo>
                  <a:cubicBezTo>
                    <a:pt x="58" y="36"/>
                    <a:pt x="59" y="36"/>
                    <a:pt x="59" y="35"/>
                  </a:cubicBezTo>
                  <a:cubicBezTo>
                    <a:pt x="86" y="7"/>
                    <a:pt x="86" y="7"/>
                    <a:pt x="86" y="7"/>
                  </a:cubicBezTo>
                  <a:cubicBezTo>
                    <a:pt x="86" y="28"/>
                    <a:pt x="86" y="28"/>
                    <a:pt x="86" y="28"/>
                  </a:cubicBezTo>
                  <a:cubicBezTo>
                    <a:pt x="86" y="29"/>
                    <a:pt x="87" y="30"/>
                    <a:pt x="88" y="30"/>
                  </a:cubicBezTo>
                  <a:cubicBezTo>
                    <a:pt x="89" y="30"/>
                    <a:pt x="90" y="29"/>
                    <a:pt x="90" y="28"/>
                  </a:cubicBezTo>
                  <a:cubicBezTo>
                    <a:pt x="90" y="2"/>
                    <a:pt x="90" y="2"/>
                    <a:pt x="90" y="2"/>
                  </a:cubicBezTo>
                  <a:cubicBezTo>
                    <a:pt x="90" y="1"/>
                    <a:pt x="89" y="0"/>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spTree>
    <p:extLst>
      <p:ext uri="{BB962C8B-B14F-4D97-AF65-F5344CB8AC3E}">
        <p14:creationId xmlns:p14="http://schemas.microsoft.com/office/powerpoint/2010/main" val="1362608558"/>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Shape 518">
          <a:extLst>
            <a:ext uri="{FF2B5EF4-FFF2-40B4-BE49-F238E27FC236}">
              <a16:creationId xmlns:a16="http://schemas.microsoft.com/office/drawing/2014/main" id="{9C858AB4-B206-EAD1-9EBC-4EA00287958E}"/>
            </a:ext>
          </a:extLst>
        </p:cNvPr>
        <p:cNvGrpSpPr/>
        <p:nvPr/>
      </p:nvGrpSpPr>
      <p:grpSpPr>
        <a:xfrm>
          <a:off x="0" y="0"/>
          <a:ext cx="0" cy="0"/>
          <a:chOff x="0" y="0"/>
          <a:chExt cx="0" cy="0"/>
        </a:xfrm>
      </p:grpSpPr>
      <p:grpSp>
        <p:nvGrpSpPr>
          <p:cNvPr id="519" name="Google Shape;519;p24">
            <a:extLst>
              <a:ext uri="{FF2B5EF4-FFF2-40B4-BE49-F238E27FC236}">
                <a16:creationId xmlns:a16="http://schemas.microsoft.com/office/drawing/2014/main" id="{BCA7A4C7-3D2E-4CD2-8B01-7BBA0CF45AB4}"/>
              </a:ext>
            </a:extLst>
          </p:cNvPr>
          <p:cNvGrpSpPr/>
          <p:nvPr/>
        </p:nvGrpSpPr>
        <p:grpSpPr>
          <a:xfrm>
            <a:off x="947033" y="1767300"/>
            <a:ext cx="2212400" cy="3816533"/>
            <a:chOff x="710275" y="1325475"/>
            <a:chExt cx="1659300" cy="2862400"/>
          </a:xfrm>
        </p:grpSpPr>
        <p:cxnSp>
          <p:nvCxnSpPr>
            <p:cNvPr id="520" name="Google Shape;520;p24">
              <a:extLst>
                <a:ext uri="{FF2B5EF4-FFF2-40B4-BE49-F238E27FC236}">
                  <a16:creationId xmlns:a16="http://schemas.microsoft.com/office/drawing/2014/main" id="{F861D6BD-8872-E46C-4312-20F2C2979A02}"/>
                </a:ext>
              </a:extLst>
            </p:cNvPr>
            <p:cNvCxnSpPr>
              <a:stCxn id="521" idx="0"/>
            </p:cNvCxnSpPr>
            <p:nvPr/>
          </p:nvCxnSpPr>
          <p:spPr>
            <a:xfrm>
              <a:off x="1539925" y="1806675"/>
              <a:ext cx="0" cy="843000"/>
            </a:xfrm>
            <a:prstGeom prst="straightConnector1">
              <a:avLst/>
            </a:prstGeom>
            <a:noFill/>
            <a:ln w="9525" cap="flat" cmpd="sng">
              <a:solidFill>
                <a:srgbClr val="000000"/>
              </a:solidFill>
              <a:prstDash val="dash"/>
              <a:round/>
              <a:headEnd type="none" w="med" len="med"/>
              <a:tailEnd type="none" w="med" len="med"/>
            </a:ln>
          </p:spPr>
        </p:cxnSp>
        <p:sp>
          <p:nvSpPr>
            <p:cNvPr id="521" name="Google Shape;521;p24">
              <a:extLst>
                <a:ext uri="{FF2B5EF4-FFF2-40B4-BE49-F238E27FC236}">
                  <a16:creationId xmlns:a16="http://schemas.microsoft.com/office/drawing/2014/main" id="{E8A0B179-0163-C3D6-81A8-D892D16FD907}"/>
                </a:ext>
              </a:extLst>
            </p:cNvPr>
            <p:cNvSpPr/>
            <p:nvPr/>
          </p:nvSpPr>
          <p:spPr>
            <a:xfrm rot="10800000">
              <a:off x="1299325" y="1325475"/>
              <a:ext cx="481200" cy="481200"/>
            </a:xfrm>
            <a:prstGeom prst="ellipse">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 name="Google Shape;522;p24">
              <a:extLst>
                <a:ext uri="{FF2B5EF4-FFF2-40B4-BE49-F238E27FC236}">
                  <a16:creationId xmlns:a16="http://schemas.microsoft.com/office/drawing/2014/main" id="{0F05669E-57B9-C98B-B409-6AA730A0A280}"/>
                </a:ext>
              </a:extLst>
            </p:cNvPr>
            <p:cNvSpPr txBox="1"/>
            <p:nvPr/>
          </p:nvSpPr>
          <p:spPr>
            <a:xfrm>
              <a:off x="736525" y="3454375"/>
              <a:ext cx="1606800" cy="7335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a gas giant made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523" name="Google Shape;523;p24">
              <a:extLst>
                <a:ext uri="{FF2B5EF4-FFF2-40B4-BE49-F238E27FC236}">
                  <a16:creationId xmlns:a16="http://schemas.microsoft.com/office/drawing/2014/main" id="{4A17138A-4521-B5F8-3D60-D9C7A2E54A9F}"/>
                </a:ext>
              </a:extLst>
            </p:cNvPr>
            <p:cNvSpPr/>
            <p:nvPr/>
          </p:nvSpPr>
          <p:spPr>
            <a:xfrm>
              <a:off x="710275" y="2500575"/>
              <a:ext cx="1659300" cy="800400"/>
            </a:xfrm>
            <a:prstGeom prst="notchedRightArrow">
              <a:avLst>
                <a:gd name="adj1" fmla="val 74710"/>
                <a:gd name="adj2" fmla="val 51726"/>
              </a:avLst>
            </a:pr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524" name="Google Shape;524;p24">
            <a:extLst>
              <a:ext uri="{FF2B5EF4-FFF2-40B4-BE49-F238E27FC236}">
                <a16:creationId xmlns:a16="http://schemas.microsoft.com/office/drawing/2014/main" id="{DFA6B54F-2633-9550-A752-15E995F69EEA}"/>
              </a:ext>
            </a:extLst>
          </p:cNvPr>
          <p:cNvGrpSpPr/>
          <p:nvPr/>
        </p:nvGrpSpPr>
        <p:grpSpPr>
          <a:xfrm>
            <a:off x="2968433" y="1767300"/>
            <a:ext cx="2212400" cy="3816533"/>
            <a:chOff x="2226325" y="1325475"/>
            <a:chExt cx="1659300" cy="2862400"/>
          </a:xfrm>
        </p:grpSpPr>
        <p:cxnSp>
          <p:nvCxnSpPr>
            <p:cNvPr id="525" name="Google Shape;525;p24">
              <a:extLst>
                <a:ext uri="{FF2B5EF4-FFF2-40B4-BE49-F238E27FC236}">
                  <a16:creationId xmlns:a16="http://schemas.microsoft.com/office/drawing/2014/main" id="{9BEDE408-209D-2D38-54A9-3CF8A24984C5}"/>
                </a:ext>
              </a:extLst>
            </p:cNvPr>
            <p:cNvCxnSpPr>
              <a:stCxn id="526" idx="0"/>
            </p:cNvCxnSpPr>
            <p:nvPr/>
          </p:nvCxnSpPr>
          <p:spPr>
            <a:xfrm>
              <a:off x="3055975" y="1806675"/>
              <a:ext cx="0" cy="843000"/>
            </a:xfrm>
            <a:prstGeom prst="straightConnector1">
              <a:avLst/>
            </a:prstGeom>
            <a:noFill/>
            <a:ln w="9525" cap="flat" cmpd="sng">
              <a:solidFill>
                <a:srgbClr val="000000"/>
              </a:solidFill>
              <a:prstDash val="dash"/>
              <a:round/>
              <a:headEnd type="none" w="med" len="med"/>
              <a:tailEnd type="none" w="med" len="med"/>
            </a:ln>
          </p:spPr>
        </p:cxnSp>
        <p:sp>
          <p:nvSpPr>
            <p:cNvPr id="526" name="Google Shape;526;p24">
              <a:extLst>
                <a:ext uri="{FF2B5EF4-FFF2-40B4-BE49-F238E27FC236}">
                  <a16:creationId xmlns:a16="http://schemas.microsoft.com/office/drawing/2014/main" id="{A3653646-A083-2113-1991-667CBCE9093E}"/>
                </a:ext>
              </a:extLst>
            </p:cNvPr>
            <p:cNvSpPr/>
            <p:nvPr/>
          </p:nvSpPr>
          <p:spPr>
            <a:xfrm rot="10800000">
              <a:off x="2815375" y="1325475"/>
              <a:ext cx="481200" cy="481200"/>
            </a:xfrm>
            <a:prstGeom prst="ellipse">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 name="Google Shape;527;p24">
              <a:extLst>
                <a:ext uri="{FF2B5EF4-FFF2-40B4-BE49-F238E27FC236}">
                  <a16:creationId xmlns:a16="http://schemas.microsoft.com/office/drawing/2014/main" id="{E616BF16-3E79-B9A0-F45C-BA06B6DA9F33}"/>
                </a:ext>
              </a:extLst>
            </p:cNvPr>
            <p:cNvSpPr/>
            <p:nvPr/>
          </p:nvSpPr>
          <p:spPr>
            <a:xfrm>
              <a:off x="2226325" y="2500575"/>
              <a:ext cx="1659300" cy="800400"/>
            </a:xfrm>
            <a:prstGeom prst="notchedRightArrow">
              <a:avLst>
                <a:gd name="adj1" fmla="val 74710"/>
                <a:gd name="adj2" fmla="val 51726"/>
              </a:avLst>
            </a:pr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528" name="Google Shape;528;p24">
              <a:extLst>
                <a:ext uri="{FF2B5EF4-FFF2-40B4-BE49-F238E27FC236}">
                  <a16:creationId xmlns:a16="http://schemas.microsoft.com/office/drawing/2014/main" id="{1B15CEEA-274D-7155-D10A-51D6F0D7A395}"/>
                </a:ext>
              </a:extLst>
            </p:cNvPr>
            <p:cNvSpPr txBox="1"/>
            <p:nvPr/>
          </p:nvSpPr>
          <p:spPr>
            <a:xfrm>
              <a:off x="2285275" y="3454375"/>
              <a:ext cx="1541400" cy="7335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529" name="Google Shape;529;p24">
            <a:extLst>
              <a:ext uri="{FF2B5EF4-FFF2-40B4-BE49-F238E27FC236}">
                <a16:creationId xmlns:a16="http://schemas.microsoft.com/office/drawing/2014/main" id="{BEC14BC2-13F9-5604-930E-6338F05AF79A}"/>
              </a:ext>
            </a:extLst>
          </p:cNvPr>
          <p:cNvGrpSpPr/>
          <p:nvPr/>
        </p:nvGrpSpPr>
        <p:grpSpPr>
          <a:xfrm>
            <a:off x="4989833" y="1767300"/>
            <a:ext cx="2212400" cy="3816533"/>
            <a:chOff x="3742375" y="1325475"/>
            <a:chExt cx="1659300" cy="2862400"/>
          </a:xfrm>
        </p:grpSpPr>
        <p:cxnSp>
          <p:nvCxnSpPr>
            <p:cNvPr id="530" name="Google Shape;530;p24">
              <a:extLst>
                <a:ext uri="{FF2B5EF4-FFF2-40B4-BE49-F238E27FC236}">
                  <a16:creationId xmlns:a16="http://schemas.microsoft.com/office/drawing/2014/main" id="{54B0315B-C2FC-A8C7-0B6A-AECBCDB60162}"/>
                </a:ext>
              </a:extLst>
            </p:cNvPr>
            <p:cNvCxnSpPr>
              <a:stCxn id="531" idx="0"/>
            </p:cNvCxnSpPr>
            <p:nvPr/>
          </p:nvCxnSpPr>
          <p:spPr>
            <a:xfrm>
              <a:off x="4572025" y="1806675"/>
              <a:ext cx="0" cy="843000"/>
            </a:xfrm>
            <a:prstGeom prst="straightConnector1">
              <a:avLst/>
            </a:prstGeom>
            <a:noFill/>
            <a:ln w="9525" cap="flat" cmpd="sng">
              <a:solidFill>
                <a:srgbClr val="000000"/>
              </a:solidFill>
              <a:prstDash val="dash"/>
              <a:round/>
              <a:headEnd type="none" w="med" len="med"/>
              <a:tailEnd type="none" w="med" len="med"/>
            </a:ln>
          </p:spPr>
        </p:cxnSp>
        <p:sp>
          <p:nvSpPr>
            <p:cNvPr id="531" name="Google Shape;531;p24">
              <a:extLst>
                <a:ext uri="{FF2B5EF4-FFF2-40B4-BE49-F238E27FC236}">
                  <a16:creationId xmlns:a16="http://schemas.microsoft.com/office/drawing/2014/main" id="{6D87BF32-AD50-8C85-75DD-A9C4D036BBD9}"/>
                </a:ext>
              </a:extLst>
            </p:cNvPr>
            <p:cNvSpPr/>
            <p:nvPr/>
          </p:nvSpPr>
          <p:spPr>
            <a:xfrm rot="10800000">
              <a:off x="4331425" y="1325475"/>
              <a:ext cx="481200" cy="481200"/>
            </a:xfrm>
            <a:prstGeom prst="ellipse">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 name="Google Shape;532;p24">
              <a:extLst>
                <a:ext uri="{FF2B5EF4-FFF2-40B4-BE49-F238E27FC236}">
                  <a16:creationId xmlns:a16="http://schemas.microsoft.com/office/drawing/2014/main" id="{FC4E12F2-2F86-2BC5-292B-CEE7F2917A6E}"/>
                </a:ext>
              </a:extLst>
            </p:cNvPr>
            <p:cNvSpPr/>
            <p:nvPr/>
          </p:nvSpPr>
          <p:spPr>
            <a:xfrm>
              <a:off x="3742375" y="2500575"/>
              <a:ext cx="1659300" cy="800400"/>
            </a:xfrm>
            <a:prstGeom prst="notchedRightArrow">
              <a:avLst>
                <a:gd name="adj1" fmla="val 74710"/>
                <a:gd name="adj2" fmla="val 51726"/>
              </a:avLst>
            </a:pr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Venus</a:t>
              </a:r>
              <a:endParaRPr kumimoji="0" sz="2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533" name="Google Shape;533;p24">
              <a:extLst>
                <a:ext uri="{FF2B5EF4-FFF2-40B4-BE49-F238E27FC236}">
                  <a16:creationId xmlns:a16="http://schemas.microsoft.com/office/drawing/2014/main" id="{F7BE6C23-2FFB-413E-8581-45E999AD69E6}"/>
                </a:ext>
              </a:extLst>
            </p:cNvPr>
            <p:cNvSpPr txBox="1"/>
            <p:nvPr/>
          </p:nvSpPr>
          <p:spPr>
            <a:xfrm>
              <a:off x="3801325" y="3454375"/>
              <a:ext cx="1541400" cy="7335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is the second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534" name="Google Shape;534;p24">
            <a:extLst>
              <a:ext uri="{FF2B5EF4-FFF2-40B4-BE49-F238E27FC236}">
                <a16:creationId xmlns:a16="http://schemas.microsoft.com/office/drawing/2014/main" id="{3ACA2A60-4705-7504-4525-FCAB0B63C263}"/>
              </a:ext>
            </a:extLst>
          </p:cNvPr>
          <p:cNvGrpSpPr/>
          <p:nvPr/>
        </p:nvGrpSpPr>
        <p:grpSpPr>
          <a:xfrm>
            <a:off x="7011233" y="1767300"/>
            <a:ext cx="2212400" cy="3816533"/>
            <a:chOff x="5258425" y="1325475"/>
            <a:chExt cx="1659300" cy="2862400"/>
          </a:xfrm>
        </p:grpSpPr>
        <p:cxnSp>
          <p:nvCxnSpPr>
            <p:cNvPr id="535" name="Google Shape;535;p24">
              <a:extLst>
                <a:ext uri="{FF2B5EF4-FFF2-40B4-BE49-F238E27FC236}">
                  <a16:creationId xmlns:a16="http://schemas.microsoft.com/office/drawing/2014/main" id="{B8DC9E2A-3C47-5E0B-0A57-C78E4C8409BD}"/>
                </a:ext>
              </a:extLst>
            </p:cNvPr>
            <p:cNvCxnSpPr>
              <a:stCxn id="536" idx="0"/>
            </p:cNvCxnSpPr>
            <p:nvPr/>
          </p:nvCxnSpPr>
          <p:spPr>
            <a:xfrm>
              <a:off x="6088075" y="1806675"/>
              <a:ext cx="0" cy="843000"/>
            </a:xfrm>
            <a:prstGeom prst="straightConnector1">
              <a:avLst/>
            </a:prstGeom>
            <a:noFill/>
            <a:ln w="9525" cap="flat" cmpd="sng">
              <a:solidFill>
                <a:srgbClr val="000000"/>
              </a:solidFill>
              <a:prstDash val="dash"/>
              <a:round/>
              <a:headEnd type="none" w="med" len="med"/>
              <a:tailEnd type="none" w="med" len="med"/>
            </a:ln>
          </p:spPr>
        </p:cxnSp>
        <p:sp>
          <p:nvSpPr>
            <p:cNvPr id="536" name="Google Shape;536;p24">
              <a:extLst>
                <a:ext uri="{FF2B5EF4-FFF2-40B4-BE49-F238E27FC236}">
                  <a16:creationId xmlns:a16="http://schemas.microsoft.com/office/drawing/2014/main" id="{23447E01-9998-6D6B-8EA3-F53A683FEEB4}"/>
                </a:ext>
              </a:extLst>
            </p:cNvPr>
            <p:cNvSpPr/>
            <p:nvPr/>
          </p:nvSpPr>
          <p:spPr>
            <a:xfrm rot="10800000">
              <a:off x="5847475" y="1325475"/>
              <a:ext cx="481200" cy="481200"/>
            </a:xfrm>
            <a:prstGeom prst="ellipse">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 name="Google Shape;537;p24">
              <a:extLst>
                <a:ext uri="{FF2B5EF4-FFF2-40B4-BE49-F238E27FC236}">
                  <a16:creationId xmlns:a16="http://schemas.microsoft.com/office/drawing/2014/main" id="{89A8F486-CB4D-58EA-24C2-62A0EFB2F8EE}"/>
                </a:ext>
              </a:extLst>
            </p:cNvPr>
            <p:cNvSpPr/>
            <p:nvPr/>
          </p:nvSpPr>
          <p:spPr>
            <a:xfrm>
              <a:off x="5258425" y="2500575"/>
              <a:ext cx="1659300" cy="800400"/>
            </a:xfrm>
            <a:prstGeom prst="notchedRightArrow">
              <a:avLst>
                <a:gd name="adj1" fmla="val 74710"/>
                <a:gd name="adj2" fmla="val 51726"/>
              </a:avLst>
            </a:prstGeom>
            <a:solidFill>
              <a:schemeClr val="accent4"/>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538" name="Google Shape;538;p24">
              <a:extLst>
                <a:ext uri="{FF2B5EF4-FFF2-40B4-BE49-F238E27FC236}">
                  <a16:creationId xmlns:a16="http://schemas.microsoft.com/office/drawing/2014/main" id="{A52D9FF0-6380-AAE1-5D6D-2E4EA19349A0}"/>
                </a:ext>
              </a:extLst>
            </p:cNvPr>
            <p:cNvSpPr txBox="1"/>
            <p:nvPr/>
          </p:nvSpPr>
          <p:spPr>
            <a:xfrm>
              <a:off x="5317375" y="3454375"/>
              <a:ext cx="1541400" cy="7335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539" name="Google Shape;539;p24">
            <a:extLst>
              <a:ext uri="{FF2B5EF4-FFF2-40B4-BE49-F238E27FC236}">
                <a16:creationId xmlns:a16="http://schemas.microsoft.com/office/drawing/2014/main" id="{81C50394-2720-7E60-1625-4FC51E25D940}"/>
              </a:ext>
            </a:extLst>
          </p:cNvPr>
          <p:cNvGrpSpPr/>
          <p:nvPr/>
        </p:nvGrpSpPr>
        <p:grpSpPr>
          <a:xfrm>
            <a:off x="9032633" y="1767300"/>
            <a:ext cx="2212400" cy="3816533"/>
            <a:chOff x="6774475" y="1325475"/>
            <a:chExt cx="1659300" cy="2862400"/>
          </a:xfrm>
        </p:grpSpPr>
        <p:cxnSp>
          <p:nvCxnSpPr>
            <p:cNvPr id="540" name="Google Shape;540;p24">
              <a:extLst>
                <a:ext uri="{FF2B5EF4-FFF2-40B4-BE49-F238E27FC236}">
                  <a16:creationId xmlns:a16="http://schemas.microsoft.com/office/drawing/2014/main" id="{1FDC9EB7-3463-DBCD-57B0-EF7DD97B47A7}"/>
                </a:ext>
              </a:extLst>
            </p:cNvPr>
            <p:cNvCxnSpPr>
              <a:stCxn id="541" idx="0"/>
            </p:cNvCxnSpPr>
            <p:nvPr/>
          </p:nvCxnSpPr>
          <p:spPr>
            <a:xfrm>
              <a:off x="7604125" y="1806675"/>
              <a:ext cx="0" cy="843000"/>
            </a:xfrm>
            <a:prstGeom prst="straightConnector1">
              <a:avLst/>
            </a:prstGeom>
            <a:noFill/>
            <a:ln w="9525" cap="flat" cmpd="sng">
              <a:solidFill>
                <a:srgbClr val="000000"/>
              </a:solidFill>
              <a:prstDash val="dash"/>
              <a:round/>
              <a:headEnd type="none" w="med" len="med"/>
              <a:tailEnd type="none" w="med" len="med"/>
            </a:ln>
          </p:spPr>
        </p:cxnSp>
        <p:sp>
          <p:nvSpPr>
            <p:cNvPr id="541" name="Google Shape;541;p24">
              <a:extLst>
                <a:ext uri="{FF2B5EF4-FFF2-40B4-BE49-F238E27FC236}">
                  <a16:creationId xmlns:a16="http://schemas.microsoft.com/office/drawing/2014/main" id="{314D6466-A607-D136-9FD3-B98513B4C641}"/>
                </a:ext>
              </a:extLst>
            </p:cNvPr>
            <p:cNvSpPr/>
            <p:nvPr/>
          </p:nvSpPr>
          <p:spPr>
            <a:xfrm rot="10800000">
              <a:off x="7363525" y="1325475"/>
              <a:ext cx="481200" cy="481200"/>
            </a:xfrm>
            <a:prstGeom prst="ellipse">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 name="Google Shape;542;p24">
              <a:extLst>
                <a:ext uri="{FF2B5EF4-FFF2-40B4-BE49-F238E27FC236}">
                  <a16:creationId xmlns:a16="http://schemas.microsoft.com/office/drawing/2014/main" id="{AD0A54BB-E2CF-DAA7-E261-23BDBB092755}"/>
                </a:ext>
              </a:extLst>
            </p:cNvPr>
            <p:cNvSpPr/>
            <p:nvPr/>
          </p:nvSpPr>
          <p:spPr>
            <a:xfrm>
              <a:off x="6774475" y="2500575"/>
              <a:ext cx="1659300" cy="800400"/>
            </a:xfrm>
            <a:prstGeom prst="notchedRightArrow">
              <a:avLst>
                <a:gd name="adj1" fmla="val 74710"/>
                <a:gd name="adj2" fmla="val 51726"/>
              </a:avLst>
            </a:pr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543" name="Google Shape;543;p24">
              <a:extLst>
                <a:ext uri="{FF2B5EF4-FFF2-40B4-BE49-F238E27FC236}">
                  <a16:creationId xmlns:a16="http://schemas.microsoft.com/office/drawing/2014/main" id="{19140220-FEB4-8E5E-67C2-846C210484CA}"/>
                </a:ext>
              </a:extLst>
            </p:cNvPr>
            <p:cNvSpPr txBox="1"/>
            <p:nvPr/>
          </p:nvSpPr>
          <p:spPr>
            <a:xfrm>
              <a:off x="6833425" y="3454375"/>
              <a:ext cx="1541400" cy="7335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544" name="Google Shape;544;p24">
            <a:extLst>
              <a:ext uri="{FF2B5EF4-FFF2-40B4-BE49-F238E27FC236}">
                <a16:creationId xmlns:a16="http://schemas.microsoft.com/office/drawing/2014/main" id="{D70E4903-B813-E729-05ED-0EB790D8C200}"/>
              </a:ext>
            </a:extLst>
          </p:cNvPr>
          <p:cNvGrpSpPr/>
          <p:nvPr/>
        </p:nvGrpSpPr>
        <p:grpSpPr>
          <a:xfrm>
            <a:off x="3914832" y="1906297"/>
            <a:ext cx="319601" cy="363617"/>
            <a:chOff x="6264525" y="842250"/>
            <a:chExt cx="423500" cy="481825"/>
          </a:xfrm>
        </p:grpSpPr>
        <p:sp>
          <p:nvSpPr>
            <p:cNvPr id="545" name="Google Shape;545;p24">
              <a:extLst>
                <a:ext uri="{FF2B5EF4-FFF2-40B4-BE49-F238E27FC236}">
                  <a16:creationId xmlns:a16="http://schemas.microsoft.com/office/drawing/2014/main" id="{8D91D4E5-E353-AFA3-5DAC-36646AE09417}"/>
                </a:ext>
              </a:extLst>
            </p:cNvPr>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46" name="Google Shape;546;p24">
              <a:extLst>
                <a:ext uri="{FF2B5EF4-FFF2-40B4-BE49-F238E27FC236}">
                  <a16:creationId xmlns:a16="http://schemas.microsoft.com/office/drawing/2014/main" id="{4BCEE2B0-22AE-BF0B-64AA-4608F268A844}"/>
                </a:ext>
              </a:extLst>
            </p:cNvPr>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47" name="Google Shape;547;p24">
              <a:extLst>
                <a:ext uri="{FF2B5EF4-FFF2-40B4-BE49-F238E27FC236}">
                  <a16:creationId xmlns:a16="http://schemas.microsoft.com/office/drawing/2014/main" id="{3D40A465-A946-44A2-1CF9-CC0BE0D7415A}"/>
                </a:ext>
              </a:extLst>
            </p:cNvPr>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48" name="Google Shape;548;p24">
              <a:extLst>
                <a:ext uri="{FF2B5EF4-FFF2-40B4-BE49-F238E27FC236}">
                  <a16:creationId xmlns:a16="http://schemas.microsoft.com/office/drawing/2014/main" id="{2DA1F8CC-4C05-CDB2-ABCD-1A5EAF5FF2A9}"/>
                </a:ext>
              </a:extLst>
            </p:cNvPr>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49" name="Google Shape;549;p24">
              <a:extLst>
                <a:ext uri="{FF2B5EF4-FFF2-40B4-BE49-F238E27FC236}">
                  <a16:creationId xmlns:a16="http://schemas.microsoft.com/office/drawing/2014/main" id="{E2F0E8E3-E89F-CC89-DFA3-ED5ED192A4C0}"/>
                </a:ext>
              </a:extLst>
            </p:cNvPr>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50" name="Google Shape;550;p24">
              <a:extLst>
                <a:ext uri="{FF2B5EF4-FFF2-40B4-BE49-F238E27FC236}">
                  <a16:creationId xmlns:a16="http://schemas.microsoft.com/office/drawing/2014/main" id="{84A998E6-CAAA-9A52-BC1F-9BA34785C833}"/>
                </a:ext>
              </a:extLst>
            </p:cNvPr>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51" name="Google Shape;551;p24">
              <a:extLst>
                <a:ext uri="{FF2B5EF4-FFF2-40B4-BE49-F238E27FC236}">
                  <a16:creationId xmlns:a16="http://schemas.microsoft.com/office/drawing/2014/main" id="{4F4843B5-8AB4-13B0-D540-17C9A98E89C7}"/>
                </a:ext>
              </a:extLst>
            </p:cNvPr>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552" name="Google Shape;552;p24">
            <a:extLst>
              <a:ext uri="{FF2B5EF4-FFF2-40B4-BE49-F238E27FC236}">
                <a16:creationId xmlns:a16="http://schemas.microsoft.com/office/drawing/2014/main" id="{2B132B63-90DF-2EAE-1B62-C75F4E5319BC}"/>
              </a:ext>
            </a:extLst>
          </p:cNvPr>
          <p:cNvGrpSpPr/>
          <p:nvPr/>
        </p:nvGrpSpPr>
        <p:grpSpPr>
          <a:xfrm>
            <a:off x="1871426" y="1906297"/>
            <a:ext cx="363617" cy="363617"/>
            <a:chOff x="900750" y="1436075"/>
            <a:chExt cx="481825" cy="481825"/>
          </a:xfrm>
        </p:grpSpPr>
        <p:sp>
          <p:nvSpPr>
            <p:cNvPr id="553" name="Google Shape;553;p24">
              <a:extLst>
                <a:ext uri="{FF2B5EF4-FFF2-40B4-BE49-F238E27FC236}">
                  <a16:creationId xmlns:a16="http://schemas.microsoft.com/office/drawing/2014/main" id="{0A18CC2E-A37E-7D81-9CA5-814141D38707}"/>
                </a:ext>
              </a:extLst>
            </p:cNvPr>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54" name="Google Shape;554;p24">
              <a:extLst>
                <a:ext uri="{FF2B5EF4-FFF2-40B4-BE49-F238E27FC236}">
                  <a16:creationId xmlns:a16="http://schemas.microsoft.com/office/drawing/2014/main" id="{C0F413FC-2D24-12FB-47F0-D50E4859B1AF}"/>
                </a:ext>
              </a:extLst>
            </p:cNvPr>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55" name="Google Shape;555;p24">
              <a:extLst>
                <a:ext uri="{FF2B5EF4-FFF2-40B4-BE49-F238E27FC236}">
                  <a16:creationId xmlns:a16="http://schemas.microsoft.com/office/drawing/2014/main" id="{661B37F4-C14C-A44E-0784-7DD081E0E3E9}"/>
                </a:ext>
              </a:extLst>
            </p:cNvPr>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56" name="Google Shape;556;p24">
              <a:extLst>
                <a:ext uri="{FF2B5EF4-FFF2-40B4-BE49-F238E27FC236}">
                  <a16:creationId xmlns:a16="http://schemas.microsoft.com/office/drawing/2014/main" id="{6FA52C42-4590-3890-E588-5312FC0A7B4F}"/>
                </a:ext>
              </a:extLst>
            </p:cNvPr>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557" name="Google Shape;557;p24">
            <a:extLst>
              <a:ext uri="{FF2B5EF4-FFF2-40B4-BE49-F238E27FC236}">
                <a16:creationId xmlns:a16="http://schemas.microsoft.com/office/drawing/2014/main" id="{832767DF-B797-A121-D3D3-8168F159CF70}"/>
              </a:ext>
            </a:extLst>
          </p:cNvPr>
          <p:cNvGrpSpPr/>
          <p:nvPr/>
        </p:nvGrpSpPr>
        <p:grpSpPr>
          <a:xfrm>
            <a:off x="5914218" y="1906297"/>
            <a:ext cx="363617" cy="363617"/>
            <a:chOff x="4456875" y="1435075"/>
            <a:chExt cx="481825" cy="481825"/>
          </a:xfrm>
        </p:grpSpPr>
        <p:sp>
          <p:nvSpPr>
            <p:cNvPr id="558" name="Google Shape;558;p24">
              <a:extLst>
                <a:ext uri="{FF2B5EF4-FFF2-40B4-BE49-F238E27FC236}">
                  <a16:creationId xmlns:a16="http://schemas.microsoft.com/office/drawing/2014/main" id="{1EC560AA-4C7C-52D1-8858-0AC897B9B903}"/>
                </a:ext>
              </a:extLst>
            </p:cNvPr>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59" name="Google Shape;559;p24">
              <a:extLst>
                <a:ext uri="{FF2B5EF4-FFF2-40B4-BE49-F238E27FC236}">
                  <a16:creationId xmlns:a16="http://schemas.microsoft.com/office/drawing/2014/main" id="{BB5C8ABE-E364-E85A-A8F4-79512FAD2EF2}"/>
                </a:ext>
              </a:extLst>
            </p:cNvPr>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0" name="Google Shape;560;p24">
              <a:extLst>
                <a:ext uri="{FF2B5EF4-FFF2-40B4-BE49-F238E27FC236}">
                  <a16:creationId xmlns:a16="http://schemas.microsoft.com/office/drawing/2014/main" id="{A41B12CA-4706-7500-8167-EE6657BD2D5B}"/>
                </a:ext>
              </a:extLst>
            </p:cNvPr>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1" name="Google Shape;561;p24">
              <a:extLst>
                <a:ext uri="{FF2B5EF4-FFF2-40B4-BE49-F238E27FC236}">
                  <a16:creationId xmlns:a16="http://schemas.microsoft.com/office/drawing/2014/main" id="{9C4EE498-84E9-22F3-63FC-C3C3B57C7EFC}"/>
                </a:ext>
              </a:extLst>
            </p:cNvPr>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2" name="Google Shape;562;p24">
              <a:extLst>
                <a:ext uri="{FF2B5EF4-FFF2-40B4-BE49-F238E27FC236}">
                  <a16:creationId xmlns:a16="http://schemas.microsoft.com/office/drawing/2014/main" id="{FD0A7064-BEB4-86E3-5E42-68F9584F6E95}"/>
                </a:ext>
              </a:extLst>
            </p:cNvPr>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3" name="Google Shape;563;p24">
              <a:extLst>
                <a:ext uri="{FF2B5EF4-FFF2-40B4-BE49-F238E27FC236}">
                  <a16:creationId xmlns:a16="http://schemas.microsoft.com/office/drawing/2014/main" id="{15BF79FD-F74D-DB2F-9A1C-7B57FF192BFA}"/>
                </a:ext>
              </a:extLst>
            </p:cNvPr>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4" name="Google Shape;564;p24">
              <a:extLst>
                <a:ext uri="{FF2B5EF4-FFF2-40B4-BE49-F238E27FC236}">
                  <a16:creationId xmlns:a16="http://schemas.microsoft.com/office/drawing/2014/main" id="{C3BF4EC4-373E-5989-4FB3-BC151A1639BF}"/>
                </a:ext>
              </a:extLst>
            </p:cNvPr>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5" name="Google Shape;565;p24">
              <a:extLst>
                <a:ext uri="{FF2B5EF4-FFF2-40B4-BE49-F238E27FC236}">
                  <a16:creationId xmlns:a16="http://schemas.microsoft.com/office/drawing/2014/main" id="{BFAE543B-81AD-B1D2-F5DE-C135E8ED8956}"/>
                </a:ext>
              </a:extLst>
            </p:cNvPr>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6" name="Google Shape;566;p24">
              <a:extLst>
                <a:ext uri="{FF2B5EF4-FFF2-40B4-BE49-F238E27FC236}">
                  <a16:creationId xmlns:a16="http://schemas.microsoft.com/office/drawing/2014/main" id="{3FEA930C-23EF-2F5F-46ED-F0964CC60940}"/>
                </a:ext>
              </a:extLst>
            </p:cNvPr>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7" name="Google Shape;567;p24">
              <a:extLst>
                <a:ext uri="{FF2B5EF4-FFF2-40B4-BE49-F238E27FC236}">
                  <a16:creationId xmlns:a16="http://schemas.microsoft.com/office/drawing/2014/main" id="{346DD1EB-4D37-D1AE-0B03-C69ABE1FBA61}"/>
                </a:ext>
              </a:extLst>
            </p:cNvPr>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8" name="Google Shape;568;p24">
              <a:extLst>
                <a:ext uri="{FF2B5EF4-FFF2-40B4-BE49-F238E27FC236}">
                  <a16:creationId xmlns:a16="http://schemas.microsoft.com/office/drawing/2014/main" id="{AE4A366C-1181-AD61-CF60-6FBF76BD0DA7}"/>
                </a:ext>
              </a:extLst>
            </p:cNvPr>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69" name="Google Shape;569;p24">
              <a:extLst>
                <a:ext uri="{FF2B5EF4-FFF2-40B4-BE49-F238E27FC236}">
                  <a16:creationId xmlns:a16="http://schemas.microsoft.com/office/drawing/2014/main" id="{332D7F06-DF9F-CA70-C87F-D9CAD87F28B5}"/>
                </a:ext>
              </a:extLst>
            </p:cNvPr>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70" name="Google Shape;570;p24">
              <a:extLst>
                <a:ext uri="{FF2B5EF4-FFF2-40B4-BE49-F238E27FC236}">
                  <a16:creationId xmlns:a16="http://schemas.microsoft.com/office/drawing/2014/main" id="{70143390-32E7-2CB9-C432-2282024BB701}"/>
                </a:ext>
              </a:extLst>
            </p:cNvPr>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71" name="Google Shape;571;p24">
              <a:extLst>
                <a:ext uri="{FF2B5EF4-FFF2-40B4-BE49-F238E27FC236}">
                  <a16:creationId xmlns:a16="http://schemas.microsoft.com/office/drawing/2014/main" id="{A5BF1D0B-32FA-B7AE-E372-5116C057C876}"/>
                </a:ext>
              </a:extLst>
            </p:cNvPr>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72" name="Google Shape;572;p24">
              <a:extLst>
                <a:ext uri="{FF2B5EF4-FFF2-40B4-BE49-F238E27FC236}">
                  <a16:creationId xmlns:a16="http://schemas.microsoft.com/office/drawing/2014/main" id="{CF3BED85-9938-C417-C1C3-325367C01F69}"/>
                </a:ext>
              </a:extLst>
            </p:cNvPr>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73" name="Google Shape;573;p24">
              <a:extLst>
                <a:ext uri="{FF2B5EF4-FFF2-40B4-BE49-F238E27FC236}">
                  <a16:creationId xmlns:a16="http://schemas.microsoft.com/office/drawing/2014/main" id="{502691C7-9C62-36EE-9798-1D01668A2DBD}"/>
                </a:ext>
              </a:extLst>
            </p:cNvPr>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74" name="Google Shape;574;p24">
              <a:extLst>
                <a:ext uri="{FF2B5EF4-FFF2-40B4-BE49-F238E27FC236}">
                  <a16:creationId xmlns:a16="http://schemas.microsoft.com/office/drawing/2014/main" id="{3BEF295D-B470-5EBC-1C98-9B4FB07E72C0}"/>
                </a:ext>
              </a:extLst>
            </p:cNvPr>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75" name="Google Shape;575;p24">
              <a:extLst>
                <a:ext uri="{FF2B5EF4-FFF2-40B4-BE49-F238E27FC236}">
                  <a16:creationId xmlns:a16="http://schemas.microsoft.com/office/drawing/2014/main" id="{7399101D-99D9-6785-2B9F-FCF948738365}"/>
                </a:ext>
              </a:extLst>
            </p:cNvPr>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76" name="Google Shape;576;p24">
              <a:extLst>
                <a:ext uri="{FF2B5EF4-FFF2-40B4-BE49-F238E27FC236}">
                  <a16:creationId xmlns:a16="http://schemas.microsoft.com/office/drawing/2014/main" id="{3E48BA8C-3B16-C7D5-936E-C431E80F5321}"/>
                </a:ext>
              </a:extLst>
            </p:cNvPr>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577" name="Google Shape;577;p24">
            <a:extLst>
              <a:ext uri="{FF2B5EF4-FFF2-40B4-BE49-F238E27FC236}">
                <a16:creationId xmlns:a16="http://schemas.microsoft.com/office/drawing/2014/main" id="{AF47B231-0361-7DEF-AE48-A94C8BE98E5E}"/>
              </a:ext>
            </a:extLst>
          </p:cNvPr>
          <p:cNvGrpSpPr/>
          <p:nvPr/>
        </p:nvGrpSpPr>
        <p:grpSpPr>
          <a:xfrm>
            <a:off x="7933843" y="1906287"/>
            <a:ext cx="367183" cy="363636"/>
            <a:chOff x="5049725" y="1435050"/>
            <a:chExt cx="486550" cy="481850"/>
          </a:xfrm>
        </p:grpSpPr>
        <p:sp>
          <p:nvSpPr>
            <p:cNvPr id="578" name="Google Shape;578;p24">
              <a:extLst>
                <a:ext uri="{FF2B5EF4-FFF2-40B4-BE49-F238E27FC236}">
                  <a16:creationId xmlns:a16="http://schemas.microsoft.com/office/drawing/2014/main" id="{8A7E6F2B-8F37-E070-13B2-13C7C5270690}"/>
                </a:ext>
              </a:extLst>
            </p:cNvPr>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79" name="Google Shape;579;p24">
              <a:extLst>
                <a:ext uri="{FF2B5EF4-FFF2-40B4-BE49-F238E27FC236}">
                  <a16:creationId xmlns:a16="http://schemas.microsoft.com/office/drawing/2014/main" id="{A6F38520-74C1-F219-771C-7F69E7C8BF98}"/>
                </a:ext>
              </a:extLst>
            </p:cNvPr>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80" name="Google Shape;580;p24">
              <a:extLst>
                <a:ext uri="{FF2B5EF4-FFF2-40B4-BE49-F238E27FC236}">
                  <a16:creationId xmlns:a16="http://schemas.microsoft.com/office/drawing/2014/main" id="{659F8820-5C53-0DF5-0B63-5AFFC31A2177}"/>
                </a:ext>
              </a:extLst>
            </p:cNvPr>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81" name="Google Shape;581;p24">
              <a:extLst>
                <a:ext uri="{FF2B5EF4-FFF2-40B4-BE49-F238E27FC236}">
                  <a16:creationId xmlns:a16="http://schemas.microsoft.com/office/drawing/2014/main" id="{5C05FA1A-DF7A-78F5-EF62-7C8A628B43BA}"/>
                </a:ext>
              </a:extLst>
            </p:cNvPr>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582" name="Google Shape;582;p24">
            <a:extLst>
              <a:ext uri="{FF2B5EF4-FFF2-40B4-BE49-F238E27FC236}">
                <a16:creationId xmlns:a16="http://schemas.microsoft.com/office/drawing/2014/main" id="{444EF8D6-45B7-79CF-BD7C-A704463721B1}"/>
              </a:ext>
            </a:extLst>
          </p:cNvPr>
          <p:cNvGrpSpPr/>
          <p:nvPr/>
        </p:nvGrpSpPr>
        <p:grpSpPr>
          <a:xfrm>
            <a:off x="9960063" y="1923427"/>
            <a:ext cx="357543" cy="329356"/>
            <a:chOff x="2682350" y="2643425"/>
            <a:chExt cx="473775" cy="436425"/>
          </a:xfrm>
        </p:grpSpPr>
        <p:sp>
          <p:nvSpPr>
            <p:cNvPr id="583" name="Google Shape;583;p24">
              <a:extLst>
                <a:ext uri="{FF2B5EF4-FFF2-40B4-BE49-F238E27FC236}">
                  <a16:creationId xmlns:a16="http://schemas.microsoft.com/office/drawing/2014/main" id="{05FE7723-D438-BD95-0AD8-5F0BEBBFCF1D}"/>
                </a:ext>
              </a:extLst>
            </p:cNvPr>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84" name="Google Shape;584;p24">
              <a:extLst>
                <a:ext uri="{FF2B5EF4-FFF2-40B4-BE49-F238E27FC236}">
                  <a16:creationId xmlns:a16="http://schemas.microsoft.com/office/drawing/2014/main" id="{5EFB8529-CBAB-D99F-198E-00316DC5B65F}"/>
                </a:ext>
              </a:extLst>
            </p:cNvPr>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85" name="Google Shape;585;p24">
              <a:extLst>
                <a:ext uri="{FF2B5EF4-FFF2-40B4-BE49-F238E27FC236}">
                  <a16:creationId xmlns:a16="http://schemas.microsoft.com/office/drawing/2014/main" id="{88A07814-58F7-9D14-561D-8A015921EF25}"/>
                </a:ext>
              </a:extLst>
            </p:cNvPr>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86" name="Google Shape;586;p24">
              <a:extLst>
                <a:ext uri="{FF2B5EF4-FFF2-40B4-BE49-F238E27FC236}">
                  <a16:creationId xmlns:a16="http://schemas.microsoft.com/office/drawing/2014/main" id="{BC876D53-CF15-31C2-6653-1C6389467FDF}"/>
                </a:ext>
              </a:extLst>
            </p:cNvPr>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87" name="Google Shape;587;p24">
              <a:extLst>
                <a:ext uri="{FF2B5EF4-FFF2-40B4-BE49-F238E27FC236}">
                  <a16:creationId xmlns:a16="http://schemas.microsoft.com/office/drawing/2014/main" id="{F1BEB1C1-7EA0-14AE-9D35-D82660A8EF94}"/>
                </a:ext>
              </a:extLst>
            </p:cNvPr>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88" name="Google Shape;588;p24">
              <a:extLst>
                <a:ext uri="{FF2B5EF4-FFF2-40B4-BE49-F238E27FC236}">
                  <a16:creationId xmlns:a16="http://schemas.microsoft.com/office/drawing/2014/main" id="{9D0AC636-DC43-638B-29F5-9453824E70B6}"/>
                </a:ext>
              </a:extLst>
            </p:cNvPr>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589" name="Google Shape;589;p24">
              <a:extLst>
                <a:ext uri="{FF2B5EF4-FFF2-40B4-BE49-F238E27FC236}">
                  <a16:creationId xmlns:a16="http://schemas.microsoft.com/office/drawing/2014/main" id="{C2DCB157-665F-1ECB-F8A7-983B80934FC2}"/>
                </a:ext>
              </a:extLst>
            </p:cNvPr>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590" name="Google Shape;590;p24">
            <a:extLst>
              <a:ext uri="{FF2B5EF4-FFF2-40B4-BE49-F238E27FC236}">
                <a16:creationId xmlns:a16="http://schemas.microsoft.com/office/drawing/2014/main" id="{B49FA041-033E-EFBA-CA85-85DBA1A087B8}"/>
              </a:ext>
            </a:extLst>
          </p:cNvPr>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spTree>
    <p:extLst>
      <p:ext uri="{BB962C8B-B14F-4D97-AF65-F5344CB8AC3E}">
        <p14:creationId xmlns:p14="http://schemas.microsoft.com/office/powerpoint/2010/main" val="296618086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 name="Group 85">
            <a:extLst>
              <a:ext uri="{FF2B5EF4-FFF2-40B4-BE49-F238E27FC236}">
                <a16:creationId xmlns:a16="http://schemas.microsoft.com/office/drawing/2014/main" id="{C9E831CA-F122-422A-812A-13D9D22FA885}"/>
              </a:ext>
            </a:extLst>
          </p:cNvPr>
          <p:cNvGrpSpPr/>
          <p:nvPr/>
        </p:nvGrpSpPr>
        <p:grpSpPr>
          <a:xfrm>
            <a:off x="609843" y="1532872"/>
            <a:ext cx="10972314" cy="3792256"/>
            <a:chOff x="802798" y="1551105"/>
            <a:chExt cx="10586405" cy="3658879"/>
          </a:xfrm>
        </p:grpSpPr>
        <p:cxnSp>
          <p:nvCxnSpPr>
            <p:cNvPr id="5" name="Google Shape;517;p24">
              <a:extLst>
                <a:ext uri="{FF2B5EF4-FFF2-40B4-BE49-F238E27FC236}">
                  <a16:creationId xmlns:a16="http://schemas.microsoft.com/office/drawing/2014/main" id="{106A4FF7-BA97-44A4-BBE1-58C0938F8358}"/>
                </a:ext>
              </a:extLst>
            </p:cNvPr>
            <p:cNvCxnSpPr>
              <a:cxnSpLocks/>
              <a:stCxn id="6" idx="0"/>
            </p:cNvCxnSpPr>
            <p:nvPr/>
          </p:nvCxnSpPr>
          <p:spPr>
            <a:xfrm>
              <a:off x="1939978" y="2210674"/>
              <a:ext cx="0" cy="1155479"/>
            </a:xfrm>
            <a:prstGeom prst="straightConnector1">
              <a:avLst/>
            </a:prstGeom>
            <a:noFill/>
            <a:ln w="9525" cap="flat" cmpd="sng">
              <a:solidFill>
                <a:srgbClr val="000000"/>
              </a:solidFill>
              <a:prstDash val="dash"/>
              <a:round/>
              <a:headEnd type="none" w="med" len="med"/>
              <a:tailEnd type="none" w="med" len="med"/>
            </a:ln>
          </p:spPr>
        </p:cxnSp>
        <p:sp>
          <p:nvSpPr>
            <p:cNvPr id="6" name="Google Shape;518;p24">
              <a:extLst>
                <a:ext uri="{FF2B5EF4-FFF2-40B4-BE49-F238E27FC236}">
                  <a16:creationId xmlns:a16="http://schemas.microsoft.com/office/drawing/2014/main" id="{3E03217B-2E0E-4199-B525-0BABB6AC0969}"/>
                </a:ext>
              </a:extLst>
            </p:cNvPr>
            <p:cNvSpPr/>
            <p:nvPr/>
          </p:nvSpPr>
          <p:spPr>
            <a:xfrm rot="10800000">
              <a:off x="1610194" y="1551105"/>
              <a:ext cx="659569" cy="659569"/>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520;p24">
              <a:extLst>
                <a:ext uri="{FF2B5EF4-FFF2-40B4-BE49-F238E27FC236}">
                  <a16:creationId xmlns:a16="http://schemas.microsoft.com/office/drawing/2014/main" id="{B74E78CB-12E9-4413-BEED-067D65ED7793}"/>
                </a:ext>
              </a:extLst>
            </p:cNvPr>
            <p:cNvSpPr/>
            <p:nvPr/>
          </p:nvSpPr>
          <p:spPr>
            <a:xfrm>
              <a:off x="802798" y="3161785"/>
              <a:ext cx="2274360" cy="1097088"/>
            </a:xfrm>
            <a:prstGeom prst="notchedRightArrow">
              <a:avLst>
                <a:gd name="adj1" fmla="val 74710"/>
                <a:gd name="adj2" fmla="val 51726"/>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US" b="1">
                  <a:solidFill>
                    <a:srgbClr val="FFFFFF"/>
                  </a:solidFill>
                  <a:effectLst>
                    <a:outerShdw blurRad="38100" dist="38100" dir="2700000" algn="tl">
                      <a:srgbClr val="000000">
                        <a:alpha val="43137"/>
                      </a:srgbClr>
                    </a:outerShdw>
                  </a:effectLst>
                  <a:latin typeface="Georgia" panose="02040502050405020303" pitchFamily="18" charset="0"/>
                  <a:ea typeface="Fira Sans Extra Condensed Medium"/>
                  <a:cs typeface="Fira Sans Extra Condensed Medium"/>
                  <a:sym typeface="Fira Sans Extra Condensed Medium"/>
                </a:rPr>
                <a:t>Caption 1</a:t>
              </a:r>
              <a:endParaRPr b="1">
                <a:solidFill>
                  <a:srgbClr val="FFFFFF"/>
                </a:solidFill>
                <a:effectLst>
                  <a:outerShdw blurRad="38100" dist="38100" dir="2700000" algn="tl">
                    <a:srgbClr val="000000">
                      <a:alpha val="43137"/>
                    </a:srgbClr>
                  </a:outerShdw>
                </a:effectLst>
                <a:latin typeface="Georgia" panose="02040502050405020303" pitchFamily="18" charset="0"/>
              </a:endParaRPr>
            </a:p>
          </p:txBody>
        </p:sp>
        <p:cxnSp>
          <p:nvCxnSpPr>
            <p:cNvPr id="10" name="Google Shape;522;p24">
              <a:extLst>
                <a:ext uri="{FF2B5EF4-FFF2-40B4-BE49-F238E27FC236}">
                  <a16:creationId xmlns:a16="http://schemas.microsoft.com/office/drawing/2014/main" id="{FA74846A-C69B-4EFD-B86B-6BDC50E94D6F}"/>
                </a:ext>
              </a:extLst>
            </p:cNvPr>
            <p:cNvCxnSpPr>
              <a:stCxn id="11" idx="0"/>
            </p:cNvCxnSpPr>
            <p:nvPr/>
          </p:nvCxnSpPr>
          <p:spPr>
            <a:xfrm>
              <a:off x="4017989" y="2210674"/>
              <a:ext cx="0" cy="1155479"/>
            </a:xfrm>
            <a:prstGeom prst="straightConnector1">
              <a:avLst/>
            </a:prstGeom>
            <a:noFill/>
            <a:ln w="9525" cap="flat" cmpd="sng">
              <a:solidFill>
                <a:srgbClr val="000000"/>
              </a:solidFill>
              <a:prstDash val="dash"/>
              <a:round/>
              <a:headEnd type="none" w="med" len="med"/>
              <a:tailEnd type="none" w="med" len="med"/>
            </a:ln>
          </p:spPr>
        </p:cxnSp>
        <p:sp>
          <p:nvSpPr>
            <p:cNvPr id="11" name="Google Shape;523;p24">
              <a:extLst>
                <a:ext uri="{FF2B5EF4-FFF2-40B4-BE49-F238E27FC236}">
                  <a16:creationId xmlns:a16="http://schemas.microsoft.com/office/drawing/2014/main" id="{4EA6D0A1-AF9B-4565-9A14-8B1BD2DBEA71}"/>
                </a:ext>
              </a:extLst>
            </p:cNvPr>
            <p:cNvSpPr/>
            <p:nvPr/>
          </p:nvSpPr>
          <p:spPr>
            <a:xfrm rot="10800000">
              <a:off x="3688205" y="1551105"/>
              <a:ext cx="659569" cy="659569"/>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524;p24">
              <a:extLst>
                <a:ext uri="{FF2B5EF4-FFF2-40B4-BE49-F238E27FC236}">
                  <a16:creationId xmlns:a16="http://schemas.microsoft.com/office/drawing/2014/main" id="{0854571A-18BD-4182-9D56-8E1504DFD8D3}"/>
                </a:ext>
              </a:extLst>
            </p:cNvPr>
            <p:cNvSpPr/>
            <p:nvPr/>
          </p:nvSpPr>
          <p:spPr>
            <a:xfrm>
              <a:off x="2880809" y="3161785"/>
              <a:ext cx="2274360" cy="1097088"/>
            </a:xfrm>
            <a:prstGeom prst="notchedRightArrow">
              <a:avLst>
                <a:gd name="adj1" fmla="val 74710"/>
                <a:gd name="adj2" fmla="val 51726"/>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US" b="1">
                  <a:solidFill>
                    <a:srgbClr val="FFFFFF"/>
                  </a:solidFill>
                  <a:effectLst>
                    <a:outerShdw blurRad="38100" dist="38100" dir="2700000" algn="tl">
                      <a:srgbClr val="000000">
                        <a:alpha val="43137"/>
                      </a:srgbClr>
                    </a:outerShdw>
                  </a:effectLst>
                  <a:latin typeface="Georgia" panose="02040502050405020303" pitchFamily="18" charset="0"/>
                  <a:ea typeface="Fira Sans Extra Condensed Medium"/>
                  <a:cs typeface="Fira Sans Extra Condensed Medium"/>
                  <a:sym typeface="Fira Sans Extra Condensed Medium"/>
                </a:rPr>
                <a:t>Caption 2</a:t>
              </a:r>
              <a:endParaRPr b="1">
                <a:solidFill>
                  <a:srgbClr val="FFFFFF"/>
                </a:solidFill>
                <a:effectLst>
                  <a:outerShdw blurRad="38100" dist="38100" dir="2700000" algn="tl">
                    <a:srgbClr val="000000">
                      <a:alpha val="43137"/>
                    </a:srgbClr>
                  </a:outerShdw>
                </a:effectLst>
                <a:latin typeface="Georgia" panose="02040502050405020303" pitchFamily="18" charset="0"/>
              </a:endParaRPr>
            </a:p>
          </p:txBody>
        </p:sp>
        <p:cxnSp>
          <p:nvCxnSpPr>
            <p:cNvPr id="15" name="Google Shape;527;p24">
              <a:extLst>
                <a:ext uri="{FF2B5EF4-FFF2-40B4-BE49-F238E27FC236}">
                  <a16:creationId xmlns:a16="http://schemas.microsoft.com/office/drawing/2014/main" id="{16B09E05-9111-4E54-93AA-ED97FC1923C5}"/>
                </a:ext>
              </a:extLst>
            </p:cNvPr>
            <p:cNvCxnSpPr>
              <a:stCxn id="16" idx="0"/>
            </p:cNvCxnSpPr>
            <p:nvPr/>
          </p:nvCxnSpPr>
          <p:spPr>
            <a:xfrm>
              <a:off x="6096000" y="2210674"/>
              <a:ext cx="0" cy="1155479"/>
            </a:xfrm>
            <a:prstGeom prst="straightConnector1">
              <a:avLst/>
            </a:prstGeom>
            <a:noFill/>
            <a:ln w="9525" cap="flat" cmpd="sng">
              <a:solidFill>
                <a:srgbClr val="000000"/>
              </a:solidFill>
              <a:prstDash val="dash"/>
              <a:round/>
              <a:headEnd type="none" w="med" len="med"/>
              <a:tailEnd type="none" w="med" len="med"/>
            </a:ln>
          </p:spPr>
        </p:cxnSp>
        <p:sp>
          <p:nvSpPr>
            <p:cNvPr id="16" name="Google Shape;528;p24">
              <a:extLst>
                <a:ext uri="{FF2B5EF4-FFF2-40B4-BE49-F238E27FC236}">
                  <a16:creationId xmlns:a16="http://schemas.microsoft.com/office/drawing/2014/main" id="{B9384AB1-C7B4-4027-96A8-7E49EE6B7013}"/>
                </a:ext>
              </a:extLst>
            </p:cNvPr>
            <p:cNvSpPr/>
            <p:nvPr/>
          </p:nvSpPr>
          <p:spPr>
            <a:xfrm rot="10800000">
              <a:off x="5766216" y="1551105"/>
              <a:ext cx="659569" cy="659569"/>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529;p24">
              <a:extLst>
                <a:ext uri="{FF2B5EF4-FFF2-40B4-BE49-F238E27FC236}">
                  <a16:creationId xmlns:a16="http://schemas.microsoft.com/office/drawing/2014/main" id="{379B2207-307C-4D4C-A639-DAF976217911}"/>
                </a:ext>
              </a:extLst>
            </p:cNvPr>
            <p:cNvSpPr/>
            <p:nvPr/>
          </p:nvSpPr>
          <p:spPr>
            <a:xfrm>
              <a:off x="4958820" y="3161785"/>
              <a:ext cx="2274360" cy="1097088"/>
            </a:xfrm>
            <a:prstGeom prst="notchedRightArrow">
              <a:avLst>
                <a:gd name="adj1" fmla="val 74710"/>
                <a:gd name="adj2" fmla="val 51726"/>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US" b="1">
                  <a:solidFill>
                    <a:srgbClr val="FFFFFF"/>
                  </a:solidFill>
                  <a:effectLst>
                    <a:outerShdw blurRad="38100" dist="38100" dir="2700000" algn="tl">
                      <a:srgbClr val="000000">
                        <a:alpha val="43137"/>
                      </a:srgbClr>
                    </a:outerShdw>
                  </a:effectLst>
                  <a:latin typeface="Georgia" panose="02040502050405020303" pitchFamily="18" charset="0"/>
                  <a:ea typeface="Fira Sans Extra Condensed Medium"/>
                  <a:cs typeface="Fira Sans Extra Condensed Medium"/>
                  <a:sym typeface="Fira Sans Extra Condensed Medium"/>
                </a:rPr>
                <a:t>Caption 3</a:t>
              </a:r>
              <a:endParaRPr b="1">
                <a:solidFill>
                  <a:srgbClr val="FFFFFF"/>
                </a:solidFill>
                <a:effectLst>
                  <a:outerShdw blurRad="38100" dist="38100" dir="2700000" algn="tl">
                    <a:srgbClr val="000000">
                      <a:alpha val="43137"/>
                    </a:srgbClr>
                  </a:outerShdw>
                </a:effectLst>
                <a:latin typeface="Georgia" panose="02040502050405020303" pitchFamily="18" charset="0"/>
              </a:endParaRPr>
            </a:p>
          </p:txBody>
        </p:sp>
        <p:cxnSp>
          <p:nvCxnSpPr>
            <p:cNvPr id="20" name="Google Shape;532;p24">
              <a:extLst>
                <a:ext uri="{FF2B5EF4-FFF2-40B4-BE49-F238E27FC236}">
                  <a16:creationId xmlns:a16="http://schemas.microsoft.com/office/drawing/2014/main" id="{4E427499-C76D-4400-86F5-BB0B086E6A1E}"/>
                </a:ext>
              </a:extLst>
            </p:cNvPr>
            <p:cNvCxnSpPr>
              <a:stCxn id="21" idx="0"/>
            </p:cNvCxnSpPr>
            <p:nvPr/>
          </p:nvCxnSpPr>
          <p:spPr>
            <a:xfrm>
              <a:off x="8174012" y="2210674"/>
              <a:ext cx="0" cy="1155479"/>
            </a:xfrm>
            <a:prstGeom prst="straightConnector1">
              <a:avLst/>
            </a:prstGeom>
            <a:noFill/>
            <a:ln w="9525" cap="flat" cmpd="sng">
              <a:solidFill>
                <a:srgbClr val="000000"/>
              </a:solidFill>
              <a:prstDash val="dash"/>
              <a:round/>
              <a:headEnd type="none" w="med" len="med"/>
              <a:tailEnd type="none" w="med" len="med"/>
            </a:ln>
          </p:spPr>
        </p:cxnSp>
        <p:sp>
          <p:nvSpPr>
            <p:cNvPr id="21" name="Google Shape;533;p24">
              <a:extLst>
                <a:ext uri="{FF2B5EF4-FFF2-40B4-BE49-F238E27FC236}">
                  <a16:creationId xmlns:a16="http://schemas.microsoft.com/office/drawing/2014/main" id="{D8643FE8-21CA-4931-8747-A1D6D1732BF3}"/>
                </a:ext>
              </a:extLst>
            </p:cNvPr>
            <p:cNvSpPr/>
            <p:nvPr/>
          </p:nvSpPr>
          <p:spPr>
            <a:xfrm rot="10800000">
              <a:off x="7844228" y="1551105"/>
              <a:ext cx="659569" cy="659569"/>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534;p24">
              <a:extLst>
                <a:ext uri="{FF2B5EF4-FFF2-40B4-BE49-F238E27FC236}">
                  <a16:creationId xmlns:a16="http://schemas.microsoft.com/office/drawing/2014/main" id="{F9D4923D-4D8D-4727-81FC-75B0697BC89C}"/>
                </a:ext>
              </a:extLst>
            </p:cNvPr>
            <p:cNvSpPr/>
            <p:nvPr/>
          </p:nvSpPr>
          <p:spPr>
            <a:xfrm>
              <a:off x="7036832" y="3161785"/>
              <a:ext cx="2274360" cy="1097088"/>
            </a:xfrm>
            <a:prstGeom prst="notchedRightArrow">
              <a:avLst>
                <a:gd name="adj1" fmla="val 74710"/>
                <a:gd name="adj2" fmla="val 51726"/>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US" b="1">
                  <a:solidFill>
                    <a:srgbClr val="FFFFFF"/>
                  </a:solidFill>
                  <a:effectLst>
                    <a:outerShdw blurRad="38100" dist="38100" dir="2700000" algn="tl">
                      <a:srgbClr val="000000">
                        <a:alpha val="43137"/>
                      </a:srgbClr>
                    </a:outerShdw>
                  </a:effectLst>
                  <a:latin typeface="Georgia" panose="02040502050405020303" pitchFamily="18" charset="0"/>
                  <a:ea typeface="Fira Sans Extra Condensed Medium"/>
                  <a:cs typeface="Fira Sans Extra Condensed Medium"/>
                  <a:sym typeface="Fira Sans Extra Condensed Medium"/>
                </a:rPr>
                <a:t>Caption 4</a:t>
              </a:r>
              <a:endParaRPr b="1">
                <a:solidFill>
                  <a:srgbClr val="FFFFFF"/>
                </a:solidFill>
                <a:effectLst>
                  <a:outerShdw blurRad="38100" dist="38100" dir="2700000" algn="tl">
                    <a:srgbClr val="000000">
                      <a:alpha val="43137"/>
                    </a:srgbClr>
                  </a:outerShdw>
                </a:effectLst>
                <a:latin typeface="Georgia" panose="02040502050405020303" pitchFamily="18" charset="0"/>
              </a:endParaRPr>
            </a:p>
          </p:txBody>
        </p:sp>
        <p:cxnSp>
          <p:nvCxnSpPr>
            <p:cNvPr id="25" name="Google Shape;537;p24">
              <a:extLst>
                <a:ext uri="{FF2B5EF4-FFF2-40B4-BE49-F238E27FC236}">
                  <a16:creationId xmlns:a16="http://schemas.microsoft.com/office/drawing/2014/main" id="{3674D2BC-1B14-46B1-82A0-1E2B0E413800}"/>
                </a:ext>
              </a:extLst>
            </p:cNvPr>
            <p:cNvCxnSpPr>
              <a:stCxn id="26" idx="0"/>
            </p:cNvCxnSpPr>
            <p:nvPr/>
          </p:nvCxnSpPr>
          <p:spPr>
            <a:xfrm>
              <a:off x="10252023" y="2210674"/>
              <a:ext cx="0" cy="1155479"/>
            </a:xfrm>
            <a:prstGeom prst="straightConnector1">
              <a:avLst/>
            </a:prstGeom>
            <a:noFill/>
            <a:ln w="9525" cap="flat" cmpd="sng">
              <a:solidFill>
                <a:srgbClr val="000000"/>
              </a:solidFill>
              <a:prstDash val="dash"/>
              <a:round/>
              <a:headEnd type="none" w="med" len="med"/>
              <a:tailEnd type="none" w="med" len="med"/>
            </a:ln>
          </p:spPr>
        </p:cxnSp>
        <p:sp>
          <p:nvSpPr>
            <p:cNvPr id="26" name="Google Shape;538;p24">
              <a:extLst>
                <a:ext uri="{FF2B5EF4-FFF2-40B4-BE49-F238E27FC236}">
                  <a16:creationId xmlns:a16="http://schemas.microsoft.com/office/drawing/2014/main" id="{12CC1B96-7D42-4C79-BA14-E68803D04674}"/>
                </a:ext>
              </a:extLst>
            </p:cNvPr>
            <p:cNvSpPr/>
            <p:nvPr/>
          </p:nvSpPr>
          <p:spPr>
            <a:xfrm rot="10800000">
              <a:off x="9922239" y="1551105"/>
              <a:ext cx="659569" cy="65956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539;p24">
              <a:extLst>
                <a:ext uri="{FF2B5EF4-FFF2-40B4-BE49-F238E27FC236}">
                  <a16:creationId xmlns:a16="http://schemas.microsoft.com/office/drawing/2014/main" id="{3ED4A355-7321-4AE2-B710-9FB416DE83E0}"/>
                </a:ext>
              </a:extLst>
            </p:cNvPr>
            <p:cNvSpPr/>
            <p:nvPr/>
          </p:nvSpPr>
          <p:spPr>
            <a:xfrm>
              <a:off x="9114843" y="3161785"/>
              <a:ext cx="2274360" cy="1097088"/>
            </a:xfrm>
            <a:prstGeom prst="notchedRightArrow">
              <a:avLst>
                <a:gd name="adj1" fmla="val 74710"/>
                <a:gd name="adj2" fmla="val 51726"/>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US" b="1">
                  <a:solidFill>
                    <a:srgbClr val="FFFFFF"/>
                  </a:solidFill>
                  <a:effectLst>
                    <a:outerShdw blurRad="38100" dist="38100" dir="2700000" algn="tl">
                      <a:srgbClr val="000000">
                        <a:alpha val="43137"/>
                      </a:srgbClr>
                    </a:outerShdw>
                  </a:effectLst>
                  <a:latin typeface="Georgia" panose="02040502050405020303" pitchFamily="18" charset="0"/>
                  <a:ea typeface="Fira Sans Extra Condensed Medium"/>
                  <a:cs typeface="Fira Sans Extra Condensed Medium"/>
                  <a:sym typeface="Fira Sans Extra Condensed Medium"/>
                </a:rPr>
                <a:t>Caption 5</a:t>
              </a:r>
              <a:endParaRPr b="1">
                <a:solidFill>
                  <a:srgbClr val="FFFFFF"/>
                </a:solidFill>
                <a:effectLst>
                  <a:outerShdw blurRad="38100" dist="38100" dir="2700000" algn="tl">
                    <a:srgbClr val="000000">
                      <a:alpha val="43137"/>
                    </a:srgbClr>
                  </a:outerShdw>
                </a:effectLst>
                <a:latin typeface="Georgia" panose="02040502050405020303" pitchFamily="18" charset="0"/>
              </a:endParaRPr>
            </a:p>
          </p:txBody>
        </p:sp>
        <p:sp>
          <p:nvSpPr>
            <p:cNvPr id="76" name="TextBox 75">
              <a:extLst>
                <a:ext uri="{FF2B5EF4-FFF2-40B4-BE49-F238E27FC236}">
                  <a16:creationId xmlns:a16="http://schemas.microsoft.com/office/drawing/2014/main" id="{3B4899D0-E4E2-4A9D-BF84-2A5B633588F1}"/>
                </a:ext>
              </a:extLst>
            </p:cNvPr>
            <p:cNvSpPr txBox="1"/>
            <p:nvPr/>
          </p:nvSpPr>
          <p:spPr>
            <a:xfrm>
              <a:off x="1122407" y="4563653"/>
              <a:ext cx="1635141" cy="646331"/>
            </a:xfrm>
            <a:prstGeom prst="rect">
              <a:avLst/>
            </a:prstGeom>
            <a:noFill/>
          </p:spPr>
          <p:txBody>
            <a:bodyPr wrap="square" lIns="0" tIns="0" rIns="0" bIns="0" rtlCol="0">
              <a:spAutoFit/>
            </a:bodyPr>
            <a:lstStyle/>
            <a:p>
              <a:pPr lvl="0" algn="ctr"/>
              <a:r>
                <a:rPr lang="en-US" sz="1400">
                  <a:latin typeface="Georgia Pro Light" panose="02040302050405020303" pitchFamily="18" charset="0"/>
                </a:rPr>
                <a:t>This slide is an editable slide with all your needs.  </a:t>
              </a:r>
            </a:p>
          </p:txBody>
        </p:sp>
        <p:sp>
          <p:nvSpPr>
            <p:cNvPr id="77" name="TextBox 76">
              <a:extLst>
                <a:ext uri="{FF2B5EF4-FFF2-40B4-BE49-F238E27FC236}">
                  <a16:creationId xmlns:a16="http://schemas.microsoft.com/office/drawing/2014/main" id="{01C2494B-57B9-423B-907E-C3123319DC75}"/>
                </a:ext>
              </a:extLst>
            </p:cNvPr>
            <p:cNvSpPr txBox="1"/>
            <p:nvPr/>
          </p:nvSpPr>
          <p:spPr>
            <a:xfrm>
              <a:off x="3200418" y="4563653"/>
              <a:ext cx="1635141" cy="646331"/>
            </a:xfrm>
            <a:prstGeom prst="rect">
              <a:avLst/>
            </a:prstGeom>
            <a:noFill/>
          </p:spPr>
          <p:txBody>
            <a:bodyPr wrap="square" lIns="0" tIns="0" rIns="0" bIns="0" rtlCol="0">
              <a:spAutoFit/>
            </a:bodyPr>
            <a:lstStyle/>
            <a:p>
              <a:pPr lvl="0" algn="ctr"/>
              <a:r>
                <a:rPr lang="en-US" sz="1400">
                  <a:latin typeface="Georgia Pro Light" panose="02040302050405020303" pitchFamily="18" charset="0"/>
                </a:rPr>
                <a:t>This slide is an editable slide with all your needs.  </a:t>
              </a:r>
            </a:p>
          </p:txBody>
        </p:sp>
        <p:sp>
          <p:nvSpPr>
            <p:cNvPr id="78" name="TextBox 77">
              <a:extLst>
                <a:ext uri="{FF2B5EF4-FFF2-40B4-BE49-F238E27FC236}">
                  <a16:creationId xmlns:a16="http://schemas.microsoft.com/office/drawing/2014/main" id="{99BBE901-828A-4FEA-9BCD-2B43536AF09F}"/>
                </a:ext>
              </a:extLst>
            </p:cNvPr>
            <p:cNvSpPr txBox="1"/>
            <p:nvPr/>
          </p:nvSpPr>
          <p:spPr>
            <a:xfrm>
              <a:off x="5278429" y="4563653"/>
              <a:ext cx="1635141" cy="646331"/>
            </a:xfrm>
            <a:prstGeom prst="rect">
              <a:avLst/>
            </a:prstGeom>
            <a:noFill/>
          </p:spPr>
          <p:txBody>
            <a:bodyPr wrap="square" lIns="0" tIns="0" rIns="0" bIns="0" rtlCol="0">
              <a:spAutoFit/>
            </a:bodyPr>
            <a:lstStyle/>
            <a:p>
              <a:pPr lvl="0" algn="ctr"/>
              <a:r>
                <a:rPr lang="en-US" sz="1400">
                  <a:latin typeface="Georgia Pro Light" panose="02040302050405020303" pitchFamily="18" charset="0"/>
                </a:rPr>
                <a:t>This slide is an editable slide with all your needs.  </a:t>
              </a:r>
            </a:p>
          </p:txBody>
        </p:sp>
        <p:sp>
          <p:nvSpPr>
            <p:cNvPr id="79" name="TextBox 78">
              <a:extLst>
                <a:ext uri="{FF2B5EF4-FFF2-40B4-BE49-F238E27FC236}">
                  <a16:creationId xmlns:a16="http://schemas.microsoft.com/office/drawing/2014/main" id="{619EF6CF-C146-4E3B-ACB0-45FDB43CBE91}"/>
                </a:ext>
              </a:extLst>
            </p:cNvPr>
            <p:cNvSpPr txBox="1"/>
            <p:nvPr/>
          </p:nvSpPr>
          <p:spPr>
            <a:xfrm>
              <a:off x="7356440" y="4563653"/>
              <a:ext cx="1635141" cy="646331"/>
            </a:xfrm>
            <a:prstGeom prst="rect">
              <a:avLst/>
            </a:prstGeom>
            <a:noFill/>
          </p:spPr>
          <p:txBody>
            <a:bodyPr wrap="square" lIns="0" tIns="0" rIns="0" bIns="0" rtlCol="0">
              <a:spAutoFit/>
            </a:bodyPr>
            <a:lstStyle/>
            <a:p>
              <a:pPr lvl="0" algn="ctr"/>
              <a:r>
                <a:rPr lang="en-US" sz="1400">
                  <a:latin typeface="Georgia Pro Light" panose="02040302050405020303" pitchFamily="18" charset="0"/>
                </a:rPr>
                <a:t>This slide is an editable slide with all your needs.  </a:t>
              </a:r>
            </a:p>
          </p:txBody>
        </p:sp>
        <p:sp>
          <p:nvSpPr>
            <p:cNvPr id="80" name="TextBox 79">
              <a:extLst>
                <a:ext uri="{FF2B5EF4-FFF2-40B4-BE49-F238E27FC236}">
                  <a16:creationId xmlns:a16="http://schemas.microsoft.com/office/drawing/2014/main" id="{69CA228C-9ED5-40C5-9B4D-1064D95AA4BD}"/>
                </a:ext>
              </a:extLst>
            </p:cNvPr>
            <p:cNvSpPr txBox="1"/>
            <p:nvPr/>
          </p:nvSpPr>
          <p:spPr>
            <a:xfrm>
              <a:off x="9434452" y="4563653"/>
              <a:ext cx="1635141" cy="646331"/>
            </a:xfrm>
            <a:prstGeom prst="rect">
              <a:avLst/>
            </a:prstGeom>
            <a:noFill/>
          </p:spPr>
          <p:txBody>
            <a:bodyPr wrap="square" lIns="0" tIns="0" rIns="0" bIns="0" rtlCol="0">
              <a:spAutoFit/>
            </a:bodyPr>
            <a:lstStyle/>
            <a:p>
              <a:pPr lvl="0" algn="ctr"/>
              <a:r>
                <a:rPr lang="en-US" sz="1400">
                  <a:latin typeface="Georgia Pro Light" panose="02040302050405020303" pitchFamily="18" charset="0"/>
                </a:rPr>
                <a:t>This slide is an editable slide with all your needs.  </a:t>
              </a:r>
            </a:p>
          </p:txBody>
        </p:sp>
        <p:sp>
          <p:nvSpPr>
            <p:cNvPr id="81" name="Shape 3619">
              <a:extLst>
                <a:ext uri="{FF2B5EF4-FFF2-40B4-BE49-F238E27FC236}">
                  <a16:creationId xmlns:a16="http://schemas.microsoft.com/office/drawing/2014/main" id="{40E5AB5D-E62A-4947-A953-2FDDE82CB438}"/>
                </a:ext>
              </a:extLst>
            </p:cNvPr>
            <p:cNvSpPr/>
            <p:nvPr/>
          </p:nvSpPr>
          <p:spPr>
            <a:xfrm>
              <a:off x="7981051" y="1710457"/>
              <a:ext cx="385918" cy="315750"/>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chemeClr val="bg1"/>
            </a:solidFill>
            <a:ln w="12700">
              <a:miter lim="400000"/>
            </a:ln>
          </p:spPr>
          <p:txBody>
            <a:bodyPr lIns="38100" tIns="38100" rIns="38100" bIns="38100" anchor="ctr"/>
            <a:lstStyle/>
            <a:p>
              <a:endParaRPr>
                <a:solidFill>
                  <a:prstClr val="black"/>
                </a:solidFill>
              </a:endParaRPr>
            </a:p>
          </p:txBody>
        </p:sp>
        <p:sp>
          <p:nvSpPr>
            <p:cNvPr id="82" name="Shape 3660">
              <a:extLst>
                <a:ext uri="{FF2B5EF4-FFF2-40B4-BE49-F238E27FC236}">
                  <a16:creationId xmlns:a16="http://schemas.microsoft.com/office/drawing/2014/main" id="{B0EB08F7-55CC-4191-B731-EDEEA3577046}"/>
                </a:ext>
              </a:extLst>
            </p:cNvPr>
            <p:cNvSpPr/>
            <p:nvPr/>
          </p:nvSpPr>
          <p:spPr>
            <a:xfrm>
              <a:off x="10059063" y="1687930"/>
              <a:ext cx="385918" cy="385918"/>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1"/>
                  </a:lnTo>
                  <a:cubicBezTo>
                    <a:pt x="19655" y="2641"/>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1"/>
                    <a:pt x="21380" y="0"/>
                    <a:pt x="21109" y="0"/>
                  </a:cubicBezTo>
                  <a:cubicBezTo>
                    <a:pt x="21034" y="0"/>
                    <a:pt x="20964" y="20"/>
                    <a:pt x="20900" y="52"/>
                  </a:cubicBezTo>
                  <a:lnTo>
                    <a:pt x="20898" y="48"/>
                  </a:lnTo>
                  <a:lnTo>
                    <a:pt x="302" y="8875"/>
                  </a:lnTo>
                  <a:cubicBezTo>
                    <a:pt x="301" y="8876"/>
                    <a:pt x="299" y="8876"/>
                    <a:pt x="297" y="8877"/>
                  </a:cubicBezTo>
                  <a:lnTo>
                    <a:pt x="280" y="8884"/>
                  </a:lnTo>
                  <a:lnTo>
                    <a:pt x="281" y="8887"/>
                  </a:lnTo>
                  <a:cubicBezTo>
                    <a:pt x="116" y="8967"/>
                    <a:pt x="0" y="9133"/>
                    <a:pt x="0" y="9327"/>
                  </a:cubicBezTo>
                  <a:cubicBezTo>
                    <a:pt x="0" y="9551"/>
                    <a:pt x="151" y="9732"/>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700"/>
                  </a:lnTo>
                  <a:cubicBezTo>
                    <a:pt x="21578" y="637"/>
                    <a:pt x="21600" y="567"/>
                    <a:pt x="21600" y="491"/>
                  </a:cubicBezTo>
                  <a:moveTo>
                    <a:pt x="7855" y="16200"/>
                  </a:moveTo>
                  <a:cubicBezTo>
                    <a:pt x="7719" y="16200"/>
                    <a:pt x="7596" y="16256"/>
                    <a:pt x="7507" y="16344"/>
                  </a:cubicBezTo>
                  <a:lnTo>
                    <a:pt x="6035" y="17817"/>
                  </a:lnTo>
                  <a:cubicBezTo>
                    <a:pt x="5946" y="17906"/>
                    <a:pt x="5891" y="18028"/>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1"/>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0"/>
                    <a:pt x="1964" y="19145"/>
                  </a:cubicBezTo>
                  <a:cubicBezTo>
                    <a:pt x="1964" y="19417"/>
                    <a:pt x="2184" y="19636"/>
                    <a:pt x="2455" y="19636"/>
                  </a:cubicBezTo>
                  <a:cubicBezTo>
                    <a:pt x="2590" y="19636"/>
                    <a:pt x="2713" y="19582"/>
                    <a:pt x="2802" y="19493"/>
                  </a:cubicBezTo>
                  <a:lnTo>
                    <a:pt x="7711" y="14583"/>
                  </a:lnTo>
                  <a:cubicBezTo>
                    <a:pt x="7800" y="14495"/>
                    <a:pt x="7855" y="14373"/>
                    <a:pt x="7855" y="14237"/>
                  </a:cubicBezTo>
                  <a:moveTo>
                    <a:pt x="4765" y="14583"/>
                  </a:moveTo>
                  <a:lnTo>
                    <a:pt x="5256" y="14093"/>
                  </a:lnTo>
                  <a:cubicBezTo>
                    <a:pt x="5345" y="14004"/>
                    <a:pt x="5400" y="13882"/>
                    <a:pt x="5400" y="13745"/>
                  </a:cubicBezTo>
                  <a:cubicBezTo>
                    <a:pt x="5400" y="13475"/>
                    <a:pt x="5180" y="13255"/>
                    <a:pt x="4909" y="13255"/>
                  </a:cubicBezTo>
                  <a:cubicBezTo>
                    <a:pt x="4774" y="13255"/>
                    <a:pt x="4651" y="13310"/>
                    <a:pt x="4562" y="13398"/>
                  </a:cubicBezTo>
                  <a:lnTo>
                    <a:pt x="4071" y="13889"/>
                  </a:lnTo>
                  <a:cubicBezTo>
                    <a:pt x="3982" y="13978"/>
                    <a:pt x="3927" y="14101"/>
                    <a:pt x="3927" y="14237"/>
                  </a:cubicBezTo>
                  <a:cubicBezTo>
                    <a:pt x="3927" y="14508"/>
                    <a:pt x="4147" y="14727"/>
                    <a:pt x="4418" y="14727"/>
                  </a:cubicBezTo>
                  <a:cubicBezTo>
                    <a:pt x="4554" y="14727"/>
                    <a:pt x="4676" y="14673"/>
                    <a:pt x="4765" y="14583"/>
                  </a:cubicBezTo>
                </a:path>
              </a:pathLst>
            </a:custGeom>
            <a:solidFill>
              <a:schemeClr val="bg1"/>
            </a:solidFill>
            <a:ln w="12700">
              <a:miter lim="400000"/>
            </a:ln>
          </p:spPr>
          <p:txBody>
            <a:bodyPr lIns="38100" tIns="38100" rIns="38100" bIns="38100" anchor="ctr"/>
            <a:lstStyle/>
            <a:p>
              <a:endParaRPr>
                <a:solidFill>
                  <a:prstClr val="black"/>
                </a:solidFill>
              </a:endParaRPr>
            </a:p>
          </p:txBody>
        </p:sp>
        <p:sp>
          <p:nvSpPr>
            <p:cNvPr id="83" name="Shape 3664">
              <a:extLst>
                <a:ext uri="{FF2B5EF4-FFF2-40B4-BE49-F238E27FC236}">
                  <a16:creationId xmlns:a16="http://schemas.microsoft.com/office/drawing/2014/main" id="{AC717E59-4196-4132-AC7C-DE92BAE8554A}"/>
                </a:ext>
              </a:extLst>
            </p:cNvPr>
            <p:cNvSpPr/>
            <p:nvPr/>
          </p:nvSpPr>
          <p:spPr>
            <a:xfrm>
              <a:off x="3835517" y="1687930"/>
              <a:ext cx="385918" cy="38591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7"/>
                  </a:cubicBezTo>
                  <a:lnTo>
                    <a:pt x="19602" y="12268"/>
                  </a:lnTo>
                  <a:cubicBezTo>
                    <a:pt x="19256" y="12354"/>
                    <a:pt x="18984" y="12622"/>
                    <a:pt x="18892" y="12966"/>
                  </a:cubicBezTo>
                  <a:cubicBezTo>
                    <a:pt x="18703" y="13673"/>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8"/>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3"/>
                  </a:lnTo>
                  <a:cubicBezTo>
                    <a:pt x="3724" y="15677"/>
                    <a:pt x="3727" y="15295"/>
                    <a:pt x="3548" y="14986"/>
                  </a:cubicBezTo>
                  <a:cubicBezTo>
                    <a:pt x="3179" y="14351"/>
                    <a:pt x="2897" y="13672"/>
                    <a:pt x="2708" y="12966"/>
                  </a:cubicBezTo>
                  <a:cubicBezTo>
                    <a:pt x="2616" y="12622"/>
                    <a:pt x="2343" y="12354"/>
                    <a:pt x="1998" y="12268"/>
                  </a:cubicBezTo>
                  <a:lnTo>
                    <a:pt x="993" y="12017"/>
                  </a:lnTo>
                  <a:cubicBezTo>
                    <a:pt x="989" y="12016"/>
                    <a:pt x="986" y="12014"/>
                    <a:pt x="982" y="12013"/>
                  </a:cubicBezTo>
                  <a:lnTo>
                    <a:pt x="982" y="9587"/>
                  </a:lnTo>
                  <a:lnTo>
                    <a:pt x="1998" y="9333"/>
                  </a:lnTo>
                  <a:cubicBezTo>
                    <a:pt x="2343" y="9247"/>
                    <a:pt x="2616" y="8979"/>
                    <a:pt x="2708" y="8634"/>
                  </a:cubicBezTo>
                  <a:cubicBezTo>
                    <a:pt x="2897" y="7928"/>
                    <a:pt x="3179" y="7250"/>
                    <a:pt x="3548" y="6615"/>
                  </a:cubicBezTo>
                  <a:cubicBezTo>
                    <a:pt x="3727" y="6305"/>
                    <a:pt x="3724" y="5924"/>
                    <a:pt x="3540" y="5617"/>
                  </a:cubicBezTo>
                  <a:lnTo>
                    <a:pt x="3005" y="4725"/>
                  </a:lnTo>
                  <a:cubicBezTo>
                    <a:pt x="3004" y="4722"/>
                    <a:pt x="3002" y="4718"/>
                    <a:pt x="3000" y="4714"/>
                  </a:cubicBezTo>
                  <a:lnTo>
                    <a:pt x="4715" y="3000"/>
                  </a:lnTo>
                  <a:lnTo>
                    <a:pt x="5621" y="3544"/>
                  </a:lnTo>
                  <a:cubicBezTo>
                    <a:pt x="5777" y="3637"/>
                    <a:pt x="5951" y="3683"/>
                    <a:pt x="6127" y="3683"/>
                  </a:cubicBezTo>
                  <a:cubicBezTo>
                    <a:pt x="6296" y="3683"/>
                    <a:pt x="6465" y="3640"/>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40"/>
                    <a:pt x="15304" y="3683"/>
                    <a:pt x="15473" y="3683"/>
                  </a:cubicBezTo>
                  <a:cubicBezTo>
                    <a:pt x="15648" y="3683"/>
                    <a:pt x="15822" y="3637"/>
                    <a:pt x="15978" y="3544"/>
                  </a:cubicBezTo>
                  <a:lnTo>
                    <a:pt x="16884" y="3000"/>
                  </a:lnTo>
                  <a:lnTo>
                    <a:pt x="18600" y="4714"/>
                  </a:lnTo>
                  <a:cubicBezTo>
                    <a:pt x="18598" y="4718"/>
                    <a:pt x="18597" y="4722"/>
                    <a:pt x="18595" y="4726"/>
                  </a:cubicBezTo>
                  <a:lnTo>
                    <a:pt x="18060" y="5617"/>
                  </a:lnTo>
                  <a:cubicBezTo>
                    <a:pt x="17876" y="5924"/>
                    <a:pt x="17873" y="6305"/>
                    <a:pt x="18053" y="6615"/>
                  </a:cubicBezTo>
                  <a:cubicBezTo>
                    <a:pt x="18421" y="7249"/>
                    <a:pt x="18703" y="7928"/>
                    <a:pt x="18892" y="8634"/>
                  </a:cubicBezTo>
                  <a:cubicBezTo>
                    <a:pt x="18984" y="8979"/>
                    <a:pt x="19256" y="9247"/>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1"/>
                  </a:lnTo>
                  <a:cubicBezTo>
                    <a:pt x="19625" y="4871"/>
                    <a:pt x="19736" y="4463"/>
                    <a:pt x="19455" y="4182"/>
                  </a:cubicBezTo>
                  <a:lnTo>
                    <a:pt x="17419" y="2146"/>
                  </a:lnTo>
                  <a:cubicBezTo>
                    <a:pt x="17292" y="2018"/>
                    <a:pt x="17136" y="1968"/>
                    <a:pt x="16975" y="1968"/>
                  </a:cubicBezTo>
                  <a:cubicBezTo>
                    <a:pt x="16778" y="1968"/>
                    <a:pt x="16572" y="2043"/>
                    <a:pt x="16400" y="2146"/>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6"/>
                  </a:lnTo>
                  <a:cubicBezTo>
                    <a:pt x="5028" y="2043"/>
                    <a:pt x="4822" y="1968"/>
                    <a:pt x="4625" y="1968"/>
                  </a:cubicBezTo>
                  <a:cubicBezTo>
                    <a:pt x="4464" y="1968"/>
                    <a:pt x="4308" y="2018"/>
                    <a:pt x="4181" y="2146"/>
                  </a:cubicBezTo>
                  <a:lnTo>
                    <a:pt x="2145" y="4182"/>
                  </a:lnTo>
                  <a:cubicBezTo>
                    <a:pt x="1864" y="4463"/>
                    <a:pt x="1975" y="4871"/>
                    <a:pt x="2145" y="5201"/>
                  </a:cubicBezTo>
                  <a:lnTo>
                    <a:pt x="2698" y="6122"/>
                  </a:lnTo>
                  <a:cubicBezTo>
                    <a:pt x="2292" y="6822"/>
                    <a:pt x="1973" y="7580"/>
                    <a:pt x="1759" y="8380"/>
                  </a:cubicBezTo>
                  <a:lnTo>
                    <a:pt x="720" y="8641"/>
                  </a:lnTo>
                  <a:cubicBezTo>
                    <a:pt x="367" y="8730"/>
                    <a:pt x="0" y="8963"/>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4"/>
                    <a:pt x="1864" y="17138"/>
                    <a:pt x="2145" y="17419"/>
                  </a:cubicBezTo>
                  <a:lnTo>
                    <a:pt x="4181" y="19455"/>
                  </a:lnTo>
                  <a:cubicBezTo>
                    <a:pt x="4305" y="19579"/>
                    <a:pt x="4454" y="19627"/>
                    <a:pt x="4610" y="19627"/>
                  </a:cubicBezTo>
                  <a:cubicBezTo>
                    <a:pt x="4807" y="19627"/>
                    <a:pt x="5016" y="19550"/>
                    <a:pt x="5200" y="19455"/>
                  </a:cubicBezTo>
                  <a:lnTo>
                    <a:pt x="6127" y="18899"/>
                  </a:lnTo>
                  <a:cubicBezTo>
                    <a:pt x="6825" y="19303"/>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3"/>
                    <a:pt x="15473" y="18899"/>
                  </a:cubicBezTo>
                  <a:lnTo>
                    <a:pt x="16400" y="19455"/>
                  </a:lnTo>
                  <a:cubicBezTo>
                    <a:pt x="16584" y="19550"/>
                    <a:pt x="16793" y="19627"/>
                    <a:pt x="16990" y="19627"/>
                  </a:cubicBezTo>
                  <a:cubicBezTo>
                    <a:pt x="17146" y="19627"/>
                    <a:pt x="17294" y="19579"/>
                    <a:pt x="17419" y="19455"/>
                  </a:cubicBezTo>
                  <a:lnTo>
                    <a:pt x="19455" y="17419"/>
                  </a:lnTo>
                  <a:cubicBezTo>
                    <a:pt x="19736" y="17138"/>
                    <a:pt x="19641" y="16714"/>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3"/>
                    <a:pt x="21233" y="8730"/>
                    <a:pt x="20880" y="8641"/>
                  </a:cubicBezTo>
                </a:path>
              </a:pathLst>
            </a:custGeom>
            <a:solidFill>
              <a:schemeClr val="bg1"/>
            </a:solidFill>
            <a:ln w="12700">
              <a:miter lim="400000"/>
            </a:ln>
          </p:spPr>
          <p:txBody>
            <a:bodyPr lIns="38100" tIns="38100" rIns="38100" bIns="38100" anchor="ctr"/>
            <a:lstStyle/>
            <a:p>
              <a:endParaRPr>
                <a:solidFill>
                  <a:prstClr val="black"/>
                </a:solidFill>
              </a:endParaRPr>
            </a:p>
          </p:txBody>
        </p:sp>
        <p:sp>
          <p:nvSpPr>
            <p:cNvPr id="84" name="Shape 3675">
              <a:extLst>
                <a:ext uri="{FF2B5EF4-FFF2-40B4-BE49-F238E27FC236}">
                  <a16:creationId xmlns:a16="http://schemas.microsoft.com/office/drawing/2014/main" id="{35051232-5442-4899-960C-C888716122FD}"/>
                </a:ext>
              </a:extLst>
            </p:cNvPr>
            <p:cNvSpPr/>
            <p:nvPr/>
          </p:nvSpPr>
          <p:spPr>
            <a:xfrm>
              <a:off x="1753159" y="1710423"/>
              <a:ext cx="385918" cy="315750"/>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70"/>
                    <a:pt x="8617" y="4800"/>
                    <a:pt x="8345" y="4800"/>
                  </a:cubicBezTo>
                  <a:lnTo>
                    <a:pt x="5400" y="4800"/>
                  </a:lnTo>
                  <a:cubicBezTo>
                    <a:pt x="5129" y="4800"/>
                    <a:pt x="4909" y="5070"/>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70"/>
                    <a:pt x="18926" y="16801"/>
                    <a:pt x="18655" y="16801"/>
                  </a:cubicBezTo>
                  <a:lnTo>
                    <a:pt x="18655" y="3601"/>
                  </a:lnTo>
                  <a:lnTo>
                    <a:pt x="20618" y="3601"/>
                  </a:lnTo>
                  <a:cubicBezTo>
                    <a:pt x="20618" y="3601"/>
                    <a:pt x="20618" y="20400"/>
                    <a:pt x="20618" y="20400"/>
                  </a:cubicBezTo>
                  <a:close/>
                  <a:moveTo>
                    <a:pt x="17673" y="16801"/>
                  </a:moveTo>
                  <a:cubicBezTo>
                    <a:pt x="17401" y="16801"/>
                    <a:pt x="17182" y="17070"/>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70"/>
                    <a:pt x="4199" y="16801"/>
                    <a:pt x="3927" y="16801"/>
                  </a:cubicBezTo>
                  <a:lnTo>
                    <a:pt x="3927" y="3601"/>
                  </a:lnTo>
                  <a:lnTo>
                    <a:pt x="17673" y="3601"/>
                  </a:lnTo>
                  <a:cubicBezTo>
                    <a:pt x="17673" y="3601"/>
                    <a:pt x="17673" y="16801"/>
                    <a:pt x="17673" y="16801"/>
                  </a:cubicBezTo>
                  <a:close/>
                  <a:moveTo>
                    <a:pt x="2945" y="16801"/>
                  </a:moveTo>
                  <a:cubicBezTo>
                    <a:pt x="2674" y="16801"/>
                    <a:pt x="2455" y="17070"/>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70"/>
                    <a:pt x="6653" y="7200"/>
                    <a:pt x="6382" y="7200"/>
                  </a:cubicBezTo>
                  <a:lnTo>
                    <a:pt x="5400" y="7200"/>
                  </a:lnTo>
                  <a:cubicBezTo>
                    <a:pt x="5129" y="7200"/>
                    <a:pt x="4909" y="7470"/>
                    <a:pt x="4909" y="7800"/>
                  </a:cubicBezTo>
                  <a:cubicBezTo>
                    <a:pt x="4909" y="8132"/>
                    <a:pt x="5129" y="8400"/>
                    <a:pt x="5400" y="8400"/>
                  </a:cubicBezTo>
                </a:path>
              </a:pathLst>
            </a:custGeom>
            <a:solidFill>
              <a:schemeClr val="bg1"/>
            </a:solidFill>
            <a:ln w="12700">
              <a:miter lim="400000"/>
            </a:ln>
          </p:spPr>
          <p:txBody>
            <a:bodyPr lIns="38100" tIns="38100" rIns="38100" bIns="38100" anchor="ctr"/>
            <a:lstStyle/>
            <a:p>
              <a:endParaRPr>
                <a:solidFill>
                  <a:prstClr val="black"/>
                </a:solidFill>
              </a:endParaRPr>
            </a:p>
          </p:txBody>
        </p:sp>
        <p:sp>
          <p:nvSpPr>
            <p:cNvPr id="85" name="Shape 3690">
              <a:extLst>
                <a:ext uri="{FF2B5EF4-FFF2-40B4-BE49-F238E27FC236}">
                  <a16:creationId xmlns:a16="http://schemas.microsoft.com/office/drawing/2014/main" id="{DD165CB6-EB32-4148-BC32-AFFA5A553629}"/>
                </a:ext>
              </a:extLst>
            </p:cNvPr>
            <p:cNvSpPr/>
            <p:nvPr/>
          </p:nvSpPr>
          <p:spPr>
            <a:xfrm>
              <a:off x="5915322" y="1710423"/>
              <a:ext cx="385918" cy="31578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0"/>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3"/>
                    <a:pt x="8380" y="7241"/>
                    <a:pt x="8380" y="7241"/>
                  </a:cubicBezTo>
                  <a:cubicBezTo>
                    <a:pt x="8112" y="6504"/>
                    <a:pt x="7614" y="5133"/>
                    <a:pt x="7988" y="4025"/>
                  </a:cubicBezTo>
                  <a:cubicBezTo>
                    <a:pt x="8490" y="2492"/>
                    <a:pt x="8935" y="2190"/>
                    <a:pt x="9741" y="1747"/>
                  </a:cubicBezTo>
                  <a:cubicBezTo>
                    <a:pt x="9788" y="1721"/>
                    <a:pt x="9834" y="1692"/>
                    <a:pt x="9877" y="1657"/>
                  </a:cubicBezTo>
                  <a:cubicBezTo>
                    <a:pt x="10029" y="1535"/>
                    <a:pt x="10674" y="1200"/>
                    <a:pt x="11403" y="1200"/>
                  </a:cubicBezTo>
                  <a:cubicBezTo>
                    <a:pt x="11768" y="1200"/>
                    <a:pt x="12075" y="1285"/>
                    <a:pt x="12318" y="1454"/>
                  </a:cubicBezTo>
                  <a:cubicBezTo>
                    <a:pt x="12610" y="1656"/>
                    <a:pt x="12890" y="2039"/>
                    <a:pt x="13313" y="3272"/>
                  </a:cubicBezTo>
                  <a:cubicBezTo>
                    <a:pt x="14101" y="5469"/>
                    <a:pt x="13602" y="6698"/>
                    <a:pt x="13350" y="7124"/>
                  </a:cubicBezTo>
                  <a:cubicBezTo>
                    <a:pt x="13183" y="7407"/>
                    <a:pt x="13126" y="7764"/>
                    <a:pt x="13191" y="8103"/>
                  </a:cubicBezTo>
                  <a:cubicBezTo>
                    <a:pt x="13386" y="9109"/>
                    <a:pt x="13260" y="9535"/>
                    <a:pt x="13227" y="9619"/>
                  </a:cubicBezTo>
                  <a:cubicBezTo>
                    <a:pt x="13219" y="9631"/>
                    <a:pt x="13101" y="9813"/>
                    <a:pt x="13041" y="9902"/>
                  </a:cubicBezTo>
                  <a:cubicBezTo>
                    <a:pt x="12668" y="10452"/>
                    <a:pt x="11973" y="11474"/>
                    <a:pt x="11973" y="13569"/>
                  </a:cubicBezTo>
                  <a:cubicBezTo>
                    <a:pt x="11973" y="16039"/>
                    <a:pt x="13545" y="17190"/>
                    <a:pt x="14427" y="17477"/>
                  </a:cubicBezTo>
                  <a:lnTo>
                    <a:pt x="14466" y="17493"/>
                  </a:lnTo>
                  <a:cubicBezTo>
                    <a:pt x="15703" y="18036"/>
                    <a:pt x="16914" y="18710"/>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2"/>
                  </a:cubicBezTo>
                  <a:cubicBezTo>
                    <a:pt x="13957" y="10422"/>
                    <a:pt x="14531" y="9808"/>
                    <a:pt x="14146" y="7826"/>
                  </a:cubicBezTo>
                  <a:cubicBezTo>
                    <a:pt x="14787" y="6740"/>
                    <a:pt x="14995" y="4972"/>
                    <a:pt x="14211" y="2789"/>
                  </a:cubicBezTo>
                  <a:cubicBezTo>
                    <a:pt x="13774" y="1514"/>
                    <a:pt x="13389" y="814"/>
                    <a:pt x="12801" y="409"/>
                  </a:cubicBezTo>
                  <a:cubicBezTo>
                    <a:pt x="12370" y="110"/>
                    <a:pt x="11880" y="0"/>
                    <a:pt x="11403" y="0"/>
                  </a:cubicBezTo>
                  <a:cubicBezTo>
                    <a:pt x="10516" y="0"/>
                    <a:pt x="9675" y="384"/>
                    <a:pt x="9339" y="653"/>
                  </a:cubicBezTo>
                  <a:cubicBezTo>
                    <a:pt x="8357" y="1192"/>
                    <a:pt x="7697" y="1688"/>
                    <a:pt x="7077" y="3580"/>
                  </a:cubicBezTo>
                  <a:cubicBezTo>
                    <a:pt x="6540" y="5169"/>
                    <a:pt x="7179" y="6892"/>
                    <a:pt x="7494" y="7758"/>
                  </a:cubicBezTo>
                  <a:cubicBezTo>
                    <a:pt x="7110" y="9740"/>
                    <a:pt x="7642" y="10422"/>
                    <a:pt x="7642" y="10422"/>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7"/>
                  </a:moveTo>
                  <a:cubicBezTo>
                    <a:pt x="19516" y="15007"/>
                    <a:pt x="18416" y="14701"/>
                    <a:pt x="18416" y="12954"/>
                  </a:cubicBezTo>
                  <a:cubicBezTo>
                    <a:pt x="18416" y="11419"/>
                    <a:pt x="18794" y="10879"/>
                    <a:pt x="19017" y="10506"/>
                  </a:cubicBezTo>
                  <a:cubicBezTo>
                    <a:pt x="19017" y="10506"/>
                    <a:pt x="19443" y="9975"/>
                    <a:pt x="19136" y="8434"/>
                  </a:cubicBezTo>
                  <a:cubicBezTo>
                    <a:pt x="19388" y="7760"/>
                    <a:pt x="19900" y="6420"/>
                    <a:pt x="19470" y="5184"/>
                  </a:cubicBezTo>
                  <a:cubicBezTo>
                    <a:pt x="18974" y="3713"/>
                    <a:pt x="18645" y="3327"/>
                    <a:pt x="17860" y="2908"/>
                  </a:cubicBezTo>
                  <a:cubicBezTo>
                    <a:pt x="17591" y="2699"/>
                    <a:pt x="16918" y="2400"/>
                    <a:pt x="16208" y="2400"/>
                  </a:cubicBezTo>
                  <a:cubicBezTo>
                    <a:pt x="15873" y="2400"/>
                    <a:pt x="15531" y="2474"/>
                    <a:pt x="15218" y="2647"/>
                  </a:cubicBezTo>
                  <a:cubicBezTo>
                    <a:pt x="15343" y="3035"/>
                    <a:pt x="15449" y="3420"/>
                    <a:pt x="15525" y="3799"/>
                  </a:cubicBezTo>
                  <a:cubicBezTo>
                    <a:pt x="15537" y="3791"/>
                    <a:pt x="15550" y="3779"/>
                    <a:pt x="15563" y="3770"/>
                  </a:cubicBezTo>
                  <a:cubicBezTo>
                    <a:pt x="15730" y="3657"/>
                    <a:pt x="15948" y="3600"/>
                    <a:pt x="16208" y="3600"/>
                  </a:cubicBezTo>
                  <a:cubicBezTo>
                    <a:pt x="16716" y="3600"/>
                    <a:pt x="17211" y="3826"/>
                    <a:pt x="17332" y="3919"/>
                  </a:cubicBezTo>
                  <a:cubicBezTo>
                    <a:pt x="17375" y="3953"/>
                    <a:pt x="17421" y="3983"/>
                    <a:pt x="17467" y="4007"/>
                  </a:cubicBezTo>
                  <a:cubicBezTo>
                    <a:pt x="17950" y="4265"/>
                    <a:pt x="18131" y="4361"/>
                    <a:pt x="18562" y="5641"/>
                  </a:cubicBezTo>
                  <a:cubicBezTo>
                    <a:pt x="18822" y="6387"/>
                    <a:pt x="18452" y="7378"/>
                    <a:pt x="18253" y="7910"/>
                  </a:cubicBezTo>
                  <a:cubicBezTo>
                    <a:pt x="18161" y="8155"/>
                    <a:pt x="18130" y="8457"/>
                    <a:pt x="18182" y="8719"/>
                  </a:cubicBezTo>
                  <a:cubicBezTo>
                    <a:pt x="18316" y="9392"/>
                    <a:pt x="18254" y="9707"/>
                    <a:pt x="18232" y="9784"/>
                  </a:cubicBezTo>
                  <a:cubicBezTo>
                    <a:pt x="18230" y="9789"/>
                    <a:pt x="18227" y="9793"/>
                    <a:pt x="18224" y="9798"/>
                  </a:cubicBezTo>
                  <a:lnTo>
                    <a:pt x="18191" y="9853"/>
                  </a:lnTo>
                  <a:cubicBezTo>
                    <a:pt x="17926" y="10290"/>
                    <a:pt x="17434" y="11106"/>
                    <a:pt x="17434" y="12954"/>
                  </a:cubicBezTo>
                  <a:cubicBezTo>
                    <a:pt x="17434" y="15019"/>
                    <a:pt x="18570" y="15932"/>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7"/>
                    <a:pt x="19516" y="15007"/>
                  </a:cubicBezTo>
                  <a:moveTo>
                    <a:pt x="2371" y="16155"/>
                  </a:moveTo>
                  <a:cubicBezTo>
                    <a:pt x="3030" y="15932"/>
                    <a:pt x="4166" y="15019"/>
                    <a:pt x="4166" y="12954"/>
                  </a:cubicBezTo>
                  <a:cubicBezTo>
                    <a:pt x="4166" y="11106"/>
                    <a:pt x="3673" y="10290"/>
                    <a:pt x="3409" y="9853"/>
                  </a:cubicBezTo>
                  <a:lnTo>
                    <a:pt x="3376" y="9798"/>
                  </a:lnTo>
                  <a:cubicBezTo>
                    <a:pt x="3373" y="9793"/>
                    <a:pt x="3370" y="9789"/>
                    <a:pt x="3367" y="9784"/>
                  </a:cubicBezTo>
                  <a:cubicBezTo>
                    <a:pt x="3346" y="9707"/>
                    <a:pt x="3283" y="9392"/>
                    <a:pt x="3418" y="8719"/>
                  </a:cubicBezTo>
                  <a:cubicBezTo>
                    <a:pt x="3470" y="8457"/>
                    <a:pt x="3439" y="8155"/>
                    <a:pt x="3347" y="7910"/>
                  </a:cubicBezTo>
                  <a:cubicBezTo>
                    <a:pt x="3148" y="7378"/>
                    <a:pt x="2778" y="6387"/>
                    <a:pt x="3038" y="5641"/>
                  </a:cubicBezTo>
                  <a:cubicBezTo>
                    <a:pt x="3469" y="4361"/>
                    <a:pt x="3649" y="4265"/>
                    <a:pt x="4133" y="4007"/>
                  </a:cubicBezTo>
                  <a:cubicBezTo>
                    <a:pt x="4180" y="3983"/>
                    <a:pt x="4225" y="3953"/>
                    <a:pt x="4268" y="3919"/>
                  </a:cubicBezTo>
                  <a:cubicBezTo>
                    <a:pt x="4389" y="3826"/>
                    <a:pt x="4884" y="3600"/>
                    <a:pt x="5392" y="3600"/>
                  </a:cubicBezTo>
                  <a:cubicBezTo>
                    <a:pt x="5636" y="3600"/>
                    <a:pt x="5839" y="3655"/>
                    <a:pt x="6002" y="3754"/>
                  </a:cubicBezTo>
                  <a:cubicBezTo>
                    <a:pt x="6045" y="3548"/>
                    <a:pt x="6096" y="3341"/>
                    <a:pt x="6165" y="3133"/>
                  </a:cubicBezTo>
                  <a:cubicBezTo>
                    <a:pt x="6225" y="2950"/>
                    <a:pt x="6289" y="2793"/>
                    <a:pt x="6351" y="2631"/>
                  </a:cubicBezTo>
                  <a:cubicBezTo>
                    <a:pt x="6046" y="2469"/>
                    <a:pt x="5716" y="2400"/>
                    <a:pt x="5392" y="2400"/>
                  </a:cubicBezTo>
                  <a:cubicBezTo>
                    <a:pt x="4682" y="2400"/>
                    <a:pt x="4009" y="2699"/>
                    <a:pt x="3740" y="2908"/>
                  </a:cubicBezTo>
                  <a:cubicBezTo>
                    <a:pt x="2955" y="3327"/>
                    <a:pt x="2625" y="3713"/>
                    <a:pt x="2130" y="5184"/>
                  </a:cubicBezTo>
                  <a:cubicBezTo>
                    <a:pt x="1700" y="6420"/>
                    <a:pt x="2212" y="7760"/>
                    <a:pt x="2464" y="8434"/>
                  </a:cubicBezTo>
                  <a:cubicBezTo>
                    <a:pt x="2156" y="9975"/>
                    <a:pt x="2583" y="10506"/>
                    <a:pt x="2583" y="10506"/>
                  </a:cubicBezTo>
                  <a:cubicBezTo>
                    <a:pt x="2806" y="10879"/>
                    <a:pt x="3185" y="11419"/>
                    <a:pt x="3185" y="12954"/>
                  </a:cubicBezTo>
                  <a:cubicBezTo>
                    <a:pt x="3185" y="14701"/>
                    <a:pt x="2084" y="15007"/>
                    <a:pt x="2084" y="15007"/>
                  </a:cubicBezTo>
                  <a:cubicBezTo>
                    <a:pt x="1191" y="15387"/>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chemeClr val="bg1"/>
            </a:solidFill>
            <a:ln w="12700">
              <a:miter lim="400000"/>
            </a:ln>
          </p:spPr>
          <p:txBody>
            <a:bodyPr lIns="38100" tIns="38100" rIns="38100" bIns="38100" anchor="ctr"/>
            <a:lstStyle/>
            <a:p>
              <a:endParaRPr>
                <a:solidFill>
                  <a:prstClr val="black"/>
                </a:solidFill>
              </a:endParaRPr>
            </a:p>
          </p:txBody>
        </p:sp>
      </p:grpSp>
    </p:spTree>
    <p:extLst>
      <p:ext uri="{BB962C8B-B14F-4D97-AF65-F5344CB8AC3E}">
        <p14:creationId xmlns:p14="http://schemas.microsoft.com/office/powerpoint/2010/main" val="421206564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35">
            <a:extLst>
              <a:ext uri="{FF2B5EF4-FFF2-40B4-BE49-F238E27FC236}">
                <a16:creationId xmlns:a16="http://schemas.microsoft.com/office/drawing/2014/main" id="{3C7033D2-AA05-A1D2-B6BD-332F598CD275}"/>
              </a:ext>
            </a:extLst>
          </p:cNvPr>
          <p:cNvGrpSpPr/>
          <p:nvPr/>
        </p:nvGrpSpPr>
        <p:grpSpPr>
          <a:xfrm>
            <a:off x="8090535" y="2936617"/>
            <a:ext cx="2194560" cy="1013782"/>
            <a:chOff x="8921977" y="1435947"/>
            <a:chExt cx="2926080" cy="1351708"/>
          </a:xfrm>
        </p:grpSpPr>
        <p:sp>
          <p:nvSpPr>
            <p:cNvPr id="37" name="TextBox 36">
              <a:extLst>
                <a:ext uri="{FF2B5EF4-FFF2-40B4-BE49-F238E27FC236}">
                  <a16:creationId xmlns:a16="http://schemas.microsoft.com/office/drawing/2014/main" id="{0BF654F5-AD58-D542-7AE8-FB883C0E83A2}"/>
                </a:ext>
              </a:extLst>
            </p:cNvPr>
            <p:cNvSpPr txBox="1"/>
            <p:nvPr/>
          </p:nvSpPr>
          <p:spPr>
            <a:xfrm>
              <a:off x="8921977" y="1435947"/>
              <a:ext cx="2926080" cy="492442"/>
            </a:xfrm>
            <a:prstGeom prst="rect">
              <a:avLst/>
            </a:prstGeom>
            <a:noFill/>
          </p:spPr>
          <p:txBody>
            <a:bodyPr wrap="square" lIns="0" rIns="0" rtlCol="0" anchor="b">
              <a:spAutoFit/>
            </a:bodyPr>
            <a:lstStyle/>
            <a:p>
              <a:r>
                <a:rPr lang="en-US" b="1" noProof="1">
                  <a:solidFill>
                    <a:schemeClr val="accent2"/>
                  </a:solidFill>
                </a:rPr>
                <a:t>Lorem Ipsum</a:t>
              </a:r>
            </a:p>
          </p:txBody>
        </p:sp>
        <p:sp>
          <p:nvSpPr>
            <p:cNvPr id="38" name="TextBox 37">
              <a:extLst>
                <a:ext uri="{FF2B5EF4-FFF2-40B4-BE49-F238E27FC236}">
                  <a16:creationId xmlns:a16="http://schemas.microsoft.com/office/drawing/2014/main" id="{B51192AC-53DC-C940-3DE4-AD1E095E3422}"/>
                </a:ext>
              </a:extLst>
            </p:cNvPr>
            <p:cNvSpPr txBox="1"/>
            <p:nvPr/>
          </p:nvSpPr>
          <p:spPr>
            <a:xfrm>
              <a:off x="8921977" y="1925881"/>
              <a:ext cx="2926080" cy="861774"/>
            </a:xfrm>
            <a:prstGeom prst="rect">
              <a:avLst/>
            </a:prstGeom>
            <a:noFill/>
          </p:spPr>
          <p:txBody>
            <a:bodyPr wrap="square" lIns="0" rIns="0" rtlCol="0" anchor="t">
              <a:spAutoFit/>
            </a:bodyPr>
            <a:lstStyle/>
            <a:p>
              <a:pPr algn="just"/>
              <a:r>
                <a:rPr lang="en-US" sz="900" noProof="1">
                  <a:solidFill>
                    <a:schemeClr val="tx1">
                      <a:lumMod val="65000"/>
                      <a:lumOff val="35000"/>
                    </a:schemeClr>
                  </a:solidFill>
                </a:rPr>
                <a:t>Lorem ipsum dolor sit amet, nibh est. A magna maecenas, quam magna nec quis, lorem nunc. Suspendisse viverra sodales mauris, cras pharetra proin egestas arcu erat dolor. </a:t>
              </a:r>
            </a:p>
          </p:txBody>
        </p:sp>
      </p:grpSp>
      <p:grpSp>
        <p:nvGrpSpPr>
          <p:cNvPr id="39" name="Group 38">
            <a:extLst>
              <a:ext uri="{FF2B5EF4-FFF2-40B4-BE49-F238E27FC236}">
                <a16:creationId xmlns:a16="http://schemas.microsoft.com/office/drawing/2014/main" id="{FB517B56-E396-68A2-2C08-90B913D6C1F3}"/>
              </a:ext>
            </a:extLst>
          </p:cNvPr>
          <p:cNvGrpSpPr/>
          <p:nvPr/>
        </p:nvGrpSpPr>
        <p:grpSpPr>
          <a:xfrm>
            <a:off x="8090535" y="4215439"/>
            <a:ext cx="2194560" cy="1013782"/>
            <a:chOff x="8921977" y="4042608"/>
            <a:chExt cx="2926080" cy="1351708"/>
          </a:xfrm>
        </p:grpSpPr>
        <p:sp>
          <p:nvSpPr>
            <p:cNvPr id="40" name="TextBox 39">
              <a:extLst>
                <a:ext uri="{FF2B5EF4-FFF2-40B4-BE49-F238E27FC236}">
                  <a16:creationId xmlns:a16="http://schemas.microsoft.com/office/drawing/2014/main" id="{8A3A21E7-D8F0-C0ED-D331-B549920BC30C}"/>
                </a:ext>
              </a:extLst>
            </p:cNvPr>
            <p:cNvSpPr txBox="1"/>
            <p:nvPr/>
          </p:nvSpPr>
          <p:spPr>
            <a:xfrm>
              <a:off x="8921977" y="4042608"/>
              <a:ext cx="2926080" cy="492442"/>
            </a:xfrm>
            <a:prstGeom prst="rect">
              <a:avLst/>
            </a:prstGeom>
            <a:noFill/>
          </p:spPr>
          <p:txBody>
            <a:bodyPr wrap="square" lIns="0" rIns="0" rtlCol="0" anchor="b">
              <a:spAutoFit/>
            </a:bodyPr>
            <a:lstStyle/>
            <a:p>
              <a:r>
                <a:rPr lang="en-US" b="1" noProof="1">
                  <a:solidFill>
                    <a:schemeClr val="accent5"/>
                  </a:solidFill>
                </a:rPr>
                <a:t>Lorem Ipsum</a:t>
              </a:r>
            </a:p>
          </p:txBody>
        </p:sp>
        <p:sp>
          <p:nvSpPr>
            <p:cNvPr id="41" name="TextBox 40">
              <a:extLst>
                <a:ext uri="{FF2B5EF4-FFF2-40B4-BE49-F238E27FC236}">
                  <a16:creationId xmlns:a16="http://schemas.microsoft.com/office/drawing/2014/main" id="{BA6570DE-7384-B827-FDE6-AD3AA14F8634}"/>
                </a:ext>
              </a:extLst>
            </p:cNvPr>
            <p:cNvSpPr txBox="1"/>
            <p:nvPr/>
          </p:nvSpPr>
          <p:spPr>
            <a:xfrm>
              <a:off x="8921977" y="4532542"/>
              <a:ext cx="2926080" cy="861774"/>
            </a:xfrm>
            <a:prstGeom prst="rect">
              <a:avLst/>
            </a:prstGeom>
            <a:noFill/>
          </p:spPr>
          <p:txBody>
            <a:bodyPr wrap="square" lIns="0" rIns="0" rtlCol="0" anchor="t">
              <a:spAutoFit/>
            </a:bodyPr>
            <a:lstStyle/>
            <a:p>
              <a:pPr algn="just"/>
              <a:r>
                <a:rPr lang="en-US" sz="900" noProof="1">
                  <a:solidFill>
                    <a:schemeClr val="tx1">
                      <a:lumMod val="65000"/>
                      <a:lumOff val="35000"/>
                    </a:schemeClr>
                  </a:solidFill>
                </a:rPr>
                <a:t>Lorem ipsum dolor sit amet, nibh est. A magna maecenas, quam magna nec quis, lorem nunc. Suspendisse viverra sodales mauris, cras pharetra proin egestas arcu erat dolor. </a:t>
              </a:r>
            </a:p>
          </p:txBody>
        </p:sp>
      </p:grpSp>
      <p:grpSp>
        <p:nvGrpSpPr>
          <p:cNvPr id="42" name="Group 41">
            <a:extLst>
              <a:ext uri="{FF2B5EF4-FFF2-40B4-BE49-F238E27FC236}">
                <a16:creationId xmlns:a16="http://schemas.microsoft.com/office/drawing/2014/main" id="{911408E4-C228-52E4-A7C3-CAB199484A79}"/>
              </a:ext>
            </a:extLst>
          </p:cNvPr>
          <p:cNvGrpSpPr/>
          <p:nvPr/>
        </p:nvGrpSpPr>
        <p:grpSpPr>
          <a:xfrm>
            <a:off x="1906905" y="3576029"/>
            <a:ext cx="2194560" cy="1013782"/>
            <a:chOff x="332936" y="2596988"/>
            <a:chExt cx="2926080" cy="1351708"/>
          </a:xfrm>
        </p:grpSpPr>
        <p:sp>
          <p:nvSpPr>
            <p:cNvPr id="43" name="TextBox 42">
              <a:extLst>
                <a:ext uri="{FF2B5EF4-FFF2-40B4-BE49-F238E27FC236}">
                  <a16:creationId xmlns:a16="http://schemas.microsoft.com/office/drawing/2014/main" id="{96168890-5BB6-7CBB-E651-284804B4FB0C}"/>
                </a:ext>
              </a:extLst>
            </p:cNvPr>
            <p:cNvSpPr txBox="1"/>
            <p:nvPr/>
          </p:nvSpPr>
          <p:spPr>
            <a:xfrm>
              <a:off x="332936" y="2596988"/>
              <a:ext cx="2926080" cy="492442"/>
            </a:xfrm>
            <a:prstGeom prst="rect">
              <a:avLst/>
            </a:prstGeom>
            <a:noFill/>
          </p:spPr>
          <p:txBody>
            <a:bodyPr wrap="square" lIns="0" rIns="0" rtlCol="0" anchor="b">
              <a:spAutoFit/>
            </a:bodyPr>
            <a:lstStyle/>
            <a:p>
              <a:pPr algn="r"/>
              <a:r>
                <a:rPr lang="en-US" b="1" noProof="1">
                  <a:solidFill>
                    <a:schemeClr val="accent3">
                      <a:lumMod val="75000"/>
                    </a:schemeClr>
                  </a:solidFill>
                </a:rPr>
                <a:t>Lorem Ipsum</a:t>
              </a:r>
            </a:p>
          </p:txBody>
        </p:sp>
        <p:sp>
          <p:nvSpPr>
            <p:cNvPr id="44" name="TextBox 43">
              <a:extLst>
                <a:ext uri="{FF2B5EF4-FFF2-40B4-BE49-F238E27FC236}">
                  <a16:creationId xmlns:a16="http://schemas.microsoft.com/office/drawing/2014/main" id="{C6F10833-AE7C-5804-F5DE-FAB85ECB93F0}"/>
                </a:ext>
              </a:extLst>
            </p:cNvPr>
            <p:cNvSpPr txBox="1"/>
            <p:nvPr/>
          </p:nvSpPr>
          <p:spPr>
            <a:xfrm>
              <a:off x="332936" y="3086922"/>
              <a:ext cx="2926080" cy="861774"/>
            </a:xfrm>
            <a:prstGeom prst="rect">
              <a:avLst/>
            </a:prstGeom>
            <a:noFill/>
          </p:spPr>
          <p:txBody>
            <a:bodyPr wrap="square" lIns="0" rIns="0" rtlCol="0" anchor="t">
              <a:spAutoFit/>
            </a:bodyPr>
            <a:lstStyle/>
            <a:p>
              <a:pPr algn="just"/>
              <a:r>
                <a:rPr lang="en-US" sz="900" noProof="1">
                  <a:solidFill>
                    <a:schemeClr val="tx1">
                      <a:lumMod val="65000"/>
                      <a:lumOff val="35000"/>
                    </a:schemeClr>
                  </a:solidFill>
                </a:rPr>
                <a:t>Lorem ipsum dolor sit amet, nibh est. A magna maecenas, quam magna nec quis, lorem nunc. Suspendisse viverra sodales mauris, cras pharetra proin egestas arcu erat dolor. </a:t>
              </a:r>
            </a:p>
          </p:txBody>
        </p:sp>
      </p:grpSp>
      <p:grpSp>
        <p:nvGrpSpPr>
          <p:cNvPr id="48" name="Group 47">
            <a:extLst>
              <a:ext uri="{FF2B5EF4-FFF2-40B4-BE49-F238E27FC236}">
                <a16:creationId xmlns:a16="http://schemas.microsoft.com/office/drawing/2014/main" id="{FA21756B-518C-4602-3710-1D4488EC16E1}"/>
              </a:ext>
            </a:extLst>
          </p:cNvPr>
          <p:cNvGrpSpPr/>
          <p:nvPr/>
        </p:nvGrpSpPr>
        <p:grpSpPr>
          <a:xfrm>
            <a:off x="8090535" y="1657796"/>
            <a:ext cx="2194560" cy="1013782"/>
            <a:chOff x="8921977" y="1435947"/>
            <a:chExt cx="2926080" cy="1351708"/>
          </a:xfrm>
        </p:grpSpPr>
        <p:sp>
          <p:nvSpPr>
            <p:cNvPr id="49" name="TextBox 48">
              <a:extLst>
                <a:ext uri="{FF2B5EF4-FFF2-40B4-BE49-F238E27FC236}">
                  <a16:creationId xmlns:a16="http://schemas.microsoft.com/office/drawing/2014/main" id="{733E484B-46DD-A72F-BDC0-04E7FE0A6643}"/>
                </a:ext>
              </a:extLst>
            </p:cNvPr>
            <p:cNvSpPr txBox="1"/>
            <p:nvPr/>
          </p:nvSpPr>
          <p:spPr>
            <a:xfrm>
              <a:off x="8921977" y="1435947"/>
              <a:ext cx="2926080" cy="492442"/>
            </a:xfrm>
            <a:prstGeom prst="rect">
              <a:avLst/>
            </a:prstGeom>
            <a:noFill/>
          </p:spPr>
          <p:txBody>
            <a:bodyPr wrap="square" lIns="0" rIns="0" rtlCol="0" anchor="b">
              <a:spAutoFit/>
            </a:bodyPr>
            <a:lstStyle/>
            <a:p>
              <a:r>
                <a:rPr lang="en-US" b="1" noProof="1">
                  <a:solidFill>
                    <a:schemeClr val="accent4">
                      <a:lumMod val="50000"/>
                    </a:schemeClr>
                  </a:solidFill>
                </a:rPr>
                <a:t>Lorem Ipsum</a:t>
              </a:r>
            </a:p>
          </p:txBody>
        </p:sp>
        <p:sp>
          <p:nvSpPr>
            <p:cNvPr id="50" name="TextBox 49">
              <a:extLst>
                <a:ext uri="{FF2B5EF4-FFF2-40B4-BE49-F238E27FC236}">
                  <a16:creationId xmlns:a16="http://schemas.microsoft.com/office/drawing/2014/main" id="{EC32D3BC-6757-9F4D-17C3-1B32D1EC1139}"/>
                </a:ext>
              </a:extLst>
            </p:cNvPr>
            <p:cNvSpPr txBox="1"/>
            <p:nvPr/>
          </p:nvSpPr>
          <p:spPr>
            <a:xfrm>
              <a:off x="8921977" y="1925881"/>
              <a:ext cx="2926080" cy="861774"/>
            </a:xfrm>
            <a:prstGeom prst="rect">
              <a:avLst/>
            </a:prstGeom>
            <a:noFill/>
          </p:spPr>
          <p:txBody>
            <a:bodyPr wrap="square" lIns="0" rIns="0" rtlCol="0" anchor="t">
              <a:spAutoFit/>
            </a:bodyPr>
            <a:lstStyle/>
            <a:p>
              <a:pPr algn="just"/>
              <a:r>
                <a:rPr lang="en-US" sz="900" noProof="1">
                  <a:solidFill>
                    <a:schemeClr val="tx1">
                      <a:lumMod val="65000"/>
                      <a:lumOff val="35000"/>
                    </a:schemeClr>
                  </a:solidFill>
                </a:rPr>
                <a:t>Lorem ipsum dolor sit amet, nibh est. A magna maecenas, quam magna nec quis, lorem nunc. Suspendisse viverra sodales mauris, cras pharetra proin egestas arcu erat dolor. </a:t>
              </a:r>
            </a:p>
          </p:txBody>
        </p:sp>
      </p:grpSp>
      <p:grpSp>
        <p:nvGrpSpPr>
          <p:cNvPr id="51" name="Group 50">
            <a:extLst>
              <a:ext uri="{FF2B5EF4-FFF2-40B4-BE49-F238E27FC236}">
                <a16:creationId xmlns:a16="http://schemas.microsoft.com/office/drawing/2014/main" id="{0F093FE3-DC01-2001-F289-3B0B30AD0E5B}"/>
              </a:ext>
            </a:extLst>
          </p:cNvPr>
          <p:cNvGrpSpPr/>
          <p:nvPr/>
        </p:nvGrpSpPr>
        <p:grpSpPr>
          <a:xfrm>
            <a:off x="1906905" y="2297208"/>
            <a:ext cx="2194560" cy="1013782"/>
            <a:chOff x="332936" y="2596988"/>
            <a:chExt cx="2926080" cy="1351708"/>
          </a:xfrm>
        </p:grpSpPr>
        <p:sp>
          <p:nvSpPr>
            <p:cNvPr id="52" name="TextBox 51">
              <a:extLst>
                <a:ext uri="{FF2B5EF4-FFF2-40B4-BE49-F238E27FC236}">
                  <a16:creationId xmlns:a16="http://schemas.microsoft.com/office/drawing/2014/main" id="{62477158-4A4F-C4CC-1D1E-1792CB7E0171}"/>
                </a:ext>
              </a:extLst>
            </p:cNvPr>
            <p:cNvSpPr txBox="1"/>
            <p:nvPr/>
          </p:nvSpPr>
          <p:spPr>
            <a:xfrm>
              <a:off x="332936" y="2596988"/>
              <a:ext cx="2926080" cy="492442"/>
            </a:xfrm>
            <a:prstGeom prst="rect">
              <a:avLst/>
            </a:prstGeom>
            <a:noFill/>
          </p:spPr>
          <p:txBody>
            <a:bodyPr wrap="square" lIns="0" rIns="0" rtlCol="0" anchor="b">
              <a:spAutoFit/>
            </a:bodyPr>
            <a:lstStyle/>
            <a:p>
              <a:pPr algn="r"/>
              <a:r>
                <a:rPr lang="en-US" b="1" noProof="1">
                  <a:solidFill>
                    <a:schemeClr val="accent6">
                      <a:lumMod val="75000"/>
                    </a:schemeClr>
                  </a:solidFill>
                </a:rPr>
                <a:t>Lorem Ipsum</a:t>
              </a:r>
            </a:p>
          </p:txBody>
        </p:sp>
        <p:sp>
          <p:nvSpPr>
            <p:cNvPr id="53" name="TextBox 52">
              <a:extLst>
                <a:ext uri="{FF2B5EF4-FFF2-40B4-BE49-F238E27FC236}">
                  <a16:creationId xmlns:a16="http://schemas.microsoft.com/office/drawing/2014/main" id="{5A9E2730-0EF5-BB92-80E8-3D58E020ED48}"/>
                </a:ext>
              </a:extLst>
            </p:cNvPr>
            <p:cNvSpPr txBox="1"/>
            <p:nvPr/>
          </p:nvSpPr>
          <p:spPr>
            <a:xfrm>
              <a:off x="332936" y="3086922"/>
              <a:ext cx="2926080" cy="861774"/>
            </a:xfrm>
            <a:prstGeom prst="rect">
              <a:avLst/>
            </a:prstGeom>
            <a:noFill/>
          </p:spPr>
          <p:txBody>
            <a:bodyPr wrap="square" lIns="0" rIns="0" rtlCol="0" anchor="t">
              <a:spAutoFit/>
            </a:bodyPr>
            <a:lstStyle/>
            <a:p>
              <a:pPr algn="just"/>
              <a:r>
                <a:rPr lang="en-US" sz="900" noProof="1">
                  <a:solidFill>
                    <a:schemeClr val="tx1">
                      <a:lumMod val="65000"/>
                      <a:lumOff val="35000"/>
                    </a:schemeClr>
                  </a:solidFill>
                </a:rPr>
                <a:t>Lorem ipsum dolor sit amet, nibh est. A magna maecenas, quam magna nec quis, lorem nunc. Suspendisse viverra sodales mauris, cras pharetra proin egestas arcu erat dolor. </a:t>
              </a:r>
            </a:p>
          </p:txBody>
        </p:sp>
      </p:grpSp>
      <p:sp>
        <p:nvSpPr>
          <p:cNvPr id="21" name="Freeform: Shape 20">
            <a:extLst>
              <a:ext uri="{FF2B5EF4-FFF2-40B4-BE49-F238E27FC236}">
                <a16:creationId xmlns:a16="http://schemas.microsoft.com/office/drawing/2014/main" id="{D4AD26E4-BEDF-08D2-7910-D9AEBF573FB8}"/>
              </a:ext>
            </a:extLst>
          </p:cNvPr>
          <p:cNvSpPr/>
          <p:nvPr/>
        </p:nvSpPr>
        <p:spPr>
          <a:xfrm>
            <a:off x="5228959" y="4303341"/>
            <a:ext cx="837522" cy="737291"/>
          </a:xfrm>
          <a:custGeom>
            <a:avLst/>
            <a:gdLst>
              <a:gd name="connsiteX0" fmla="*/ 350943 w 1116696"/>
              <a:gd name="connsiteY0" fmla="*/ 0 h 983055"/>
              <a:gd name="connsiteX1" fmla="*/ 363618 w 1116696"/>
              <a:gd name="connsiteY1" fmla="*/ 9479 h 983055"/>
              <a:gd name="connsiteX2" fmla="*/ 1011143 w 1116696"/>
              <a:gd name="connsiteY2" fmla="*/ 244218 h 983055"/>
              <a:gd name="connsiteX3" fmla="*/ 1116696 w 1116696"/>
              <a:gd name="connsiteY3" fmla="*/ 249548 h 983055"/>
              <a:gd name="connsiteX4" fmla="*/ 1116696 w 1116696"/>
              <a:gd name="connsiteY4" fmla="*/ 983055 h 983055"/>
              <a:gd name="connsiteX5" fmla="*/ 93612 w 1116696"/>
              <a:gd name="connsiteY5" fmla="*/ 704629 h 983055"/>
              <a:gd name="connsiteX6" fmla="*/ 35748 w 1116696"/>
              <a:gd name="connsiteY6" fmla="*/ 433981 h 98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696" h="983055">
                <a:moveTo>
                  <a:pt x="350943" y="0"/>
                </a:moveTo>
                <a:lnTo>
                  <a:pt x="363618" y="9479"/>
                </a:lnTo>
                <a:cubicBezTo>
                  <a:pt x="552123" y="136831"/>
                  <a:pt x="772912" y="220024"/>
                  <a:pt x="1011143" y="244218"/>
                </a:cubicBezTo>
                <a:lnTo>
                  <a:pt x="1116696" y="249548"/>
                </a:lnTo>
                <a:lnTo>
                  <a:pt x="1116696" y="983055"/>
                </a:lnTo>
                <a:cubicBezTo>
                  <a:pt x="744400" y="978369"/>
                  <a:pt x="397108" y="878235"/>
                  <a:pt x="93612" y="704629"/>
                </a:cubicBezTo>
                <a:cubicBezTo>
                  <a:pt x="-1838" y="649853"/>
                  <a:pt x="-29974" y="523151"/>
                  <a:pt x="35748" y="433981"/>
                </a:cubicBezTo>
                <a:close/>
              </a:path>
            </a:pathLst>
          </a:custGeom>
          <a:solidFill>
            <a:schemeClr val="accent5"/>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22" name="Freeform: Shape 21">
            <a:extLst>
              <a:ext uri="{FF2B5EF4-FFF2-40B4-BE49-F238E27FC236}">
                <a16:creationId xmlns:a16="http://schemas.microsoft.com/office/drawing/2014/main" id="{78AB6162-403E-D689-ED12-4BADC272BA9F}"/>
              </a:ext>
            </a:extLst>
          </p:cNvPr>
          <p:cNvSpPr/>
          <p:nvPr/>
        </p:nvSpPr>
        <p:spPr>
          <a:xfrm>
            <a:off x="5170313" y="1826220"/>
            <a:ext cx="897531" cy="727488"/>
          </a:xfrm>
          <a:custGeom>
            <a:avLst/>
            <a:gdLst>
              <a:gd name="connsiteX0" fmla="*/ 990221 w 1196708"/>
              <a:gd name="connsiteY0" fmla="*/ 1216 h 969984"/>
              <a:gd name="connsiteX1" fmla="*/ 1196708 w 1196708"/>
              <a:gd name="connsiteY1" fmla="*/ 185787 h 969984"/>
              <a:gd name="connsiteX2" fmla="*/ 1196708 w 1196708"/>
              <a:gd name="connsiteY2" fmla="*/ 721616 h 969984"/>
              <a:gd name="connsiteX3" fmla="*/ 1089339 w 1196708"/>
              <a:gd name="connsiteY3" fmla="*/ 727038 h 969984"/>
              <a:gd name="connsiteX4" fmla="*/ 441814 w 1196708"/>
              <a:gd name="connsiteY4" fmla="*/ 961776 h 969984"/>
              <a:gd name="connsiteX5" fmla="*/ 430839 w 1196708"/>
              <a:gd name="connsiteY5" fmla="*/ 969984 h 969984"/>
              <a:gd name="connsiteX6" fmla="*/ 0 w 1196708"/>
              <a:gd name="connsiteY6" fmla="*/ 376626 h 969984"/>
              <a:gd name="connsiteX7" fmla="*/ 990221 w 1196708"/>
              <a:gd name="connsiteY7" fmla="*/ 1216 h 969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708" h="969984">
                <a:moveTo>
                  <a:pt x="990221" y="1216"/>
                </a:moveTo>
                <a:cubicBezTo>
                  <a:pt x="1099697" y="-11322"/>
                  <a:pt x="1196708" y="74717"/>
                  <a:pt x="1196708" y="185787"/>
                </a:cubicBezTo>
                <a:lnTo>
                  <a:pt x="1196708" y="721616"/>
                </a:lnTo>
                <a:lnTo>
                  <a:pt x="1089339" y="727038"/>
                </a:lnTo>
                <a:cubicBezTo>
                  <a:pt x="851108" y="751231"/>
                  <a:pt x="630319" y="834425"/>
                  <a:pt x="441814" y="961776"/>
                </a:cubicBezTo>
                <a:lnTo>
                  <a:pt x="430839" y="969984"/>
                </a:lnTo>
                <a:lnTo>
                  <a:pt x="0" y="376626"/>
                </a:lnTo>
                <a:cubicBezTo>
                  <a:pt x="286268" y="174839"/>
                  <a:pt x="624172" y="41873"/>
                  <a:pt x="990221" y="1216"/>
                </a:cubicBezTo>
                <a:close/>
              </a:path>
            </a:pathLst>
          </a:custGeom>
          <a:solidFill>
            <a:schemeClr val="accent6"/>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23" name="Freeform: Shape 22">
            <a:extLst>
              <a:ext uri="{FF2B5EF4-FFF2-40B4-BE49-F238E27FC236}">
                <a16:creationId xmlns:a16="http://schemas.microsoft.com/office/drawing/2014/main" id="{50E3CF0B-2A7E-A7C9-B125-5E502D29A95C}"/>
              </a:ext>
            </a:extLst>
          </p:cNvPr>
          <p:cNvSpPr/>
          <p:nvPr/>
        </p:nvSpPr>
        <p:spPr>
          <a:xfrm>
            <a:off x="6120641" y="4305711"/>
            <a:ext cx="837809" cy="734921"/>
          </a:xfrm>
          <a:custGeom>
            <a:avLst/>
            <a:gdLst>
              <a:gd name="connsiteX0" fmla="*/ 768036 w 1117079"/>
              <a:gd name="connsiteY0" fmla="*/ 0 h 979895"/>
              <a:gd name="connsiteX1" fmla="*/ 1080932 w 1117079"/>
              <a:gd name="connsiteY1" fmla="*/ 430821 h 979895"/>
              <a:gd name="connsiteX2" fmla="*/ 1023068 w 1117079"/>
              <a:gd name="connsiteY2" fmla="*/ 701422 h 979895"/>
              <a:gd name="connsiteX3" fmla="*/ 0 w 1117079"/>
              <a:gd name="connsiteY3" fmla="*/ 979895 h 979895"/>
              <a:gd name="connsiteX4" fmla="*/ 0 w 1117079"/>
              <a:gd name="connsiteY4" fmla="*/ 246716 h 979895"/>
              <a:gd name="connsiteX5" fmla="*/ 112061 w 1117079"/>
              <a:gd name="connsiteY5" fmla="*/ 241058 h 979895"/>
              <a:gd name="connsiteX6" fmla="*/ 759585 w 1117079"/>
              <a:gd name="connsiteY6" fmla="*/ 6319 h 979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7079" h="979895">
                <a:moveTo>
                  <a:pt x="768036" y="0"/>
                </a:moveTo>
                <a:lnTo>
                  <a:pt x="1080932" y="430821"/>
                </a:lnTo>
                <a:cubicBezTo>
                  <a:pt x="1146652" y="519991"/>
                  <a:pt x="1120056" y="646693"/>
                  <a:pt x="1023068" y="701422"/>
                </a:cubicBezTo>
                <a:cubicBezTo>
                  <a:pt x="719577" y="873529"/>
                  <a:pt x="372290" y="975209"/>
                  <a:pt x="0" y="979895"/>
                </a:cubicBezTo>
                <a:lnTo>
                  <a:pt x="0" y="246716"/>
                </a:lnTo>
                <a:lnTo>
                  <a:pt x="112061" y="241058"/>
                </a:lnTo>
                <a:cubicBezTo>
                  <a:pt x="350292" y="216864"/>
                  <a:pt x="571080" y="133671"/>
                  <a:pt x="759585" y="6319"/>
                </a:cubicBezTo>
                <a:close/>
              </a:path>
            </a:pathLst>
          </a:custGeom>
          <a:solidFill>
            <a:schemeClr val="accent5"/>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24" name="Freeform: Shape 23">
            <a:extLst>
              <a:ext uri="{FF2B5EF4-FFF2-40B4-BE49-F238E27FC236}">
                <a16:creationId xmlns:a16="http://schemas.microsoft.com/office/drawing/2014/main" id="{4C2FBCF9-F587-DE62-7F22-C2A8FD9897B4}"/>
              </a:ext>
            </a:extLst>
          </p:cNvPr>
          <p:cNvSpPr/>
          <p:nvPr/>
        </p:nvSpPr>
        <p:spPr>
          <a:xfrm>
            <a:off x="6120640" y="1826193"/>
            <a:ext cx="897531" cy="725811"/>
          </a:xfrm>
          <a:custGeom>
            <a:avLst/>
            <a:gdLst>
              <a:gd name="connsiteX0" fmla="*/ 206488 w 1196708"/>
              <a:gd name="connsiteY0" fmla="*/ 1207 h 967748"/>
              <a:gd name="connsiteX1" fmla="*/ 1196708 w 1196708"/>
              <a:gd name="connsiteY1" fmla="*/ 376663 h 967748"/>
              <a:gd name="connsiteX2" fmla="*/ 767521 w 1196708"/>
              <a:gd name="connsiteY2" fmla="*/ 967748 h 967748"/>
              <a:gd name="connsiteX3" fmla="*/ 759585 w 1196708"/>
              <a:gd name="connsiteY3" fmla="*/ 961813 h 967748"/>
              <a:gd name="connsiteX4" fmla="*/ 112061 w 1196708"/>
              <a:gd name="connsiteY4" fmla="*/ 727075 h 967748"/>
              <a:gd name="connsiteX5" fmla="*/ 0 w 1196708"/>
              <a:gd name="connsiteY5" fmla="*/ 721416 h 967748"/>
              <a:gd name="connsiteX6" fmla="*/ 0 w 1196708"/>
              <a:gd name="connsiteY6" fmla="*/ 185824 h 967748"/>
              <a:gd name="connsiteX7" fmla="*/ 206488 w 1196708"/>
              <a:gd name="connsiteY7" fmla="*/ 1207 h 967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708" h="967748">
                <a:moveTo>
                  <a:pt x="206488" y="1207"/>
                </a:moveTo>
                <a:cubicBezTo>
                  <a:pt x="572536" y="41911"/>
                  <a:pt x="910440" y="174876"/>
                  <a:pt x="1196708" y="376663"/>
                </a:cubicBezTo>
                <a:lnTo>
                  <a:pt x="767521" y="967748"/>
                </a:lnTo>
                <a:lnTo>
                  <a:pt x="759585" y="961813"/>
                </a:lnTo>
                <a:cubicBezTo>
                  <a:pt x="571080" y="834462"/>
                  <a:pt x="350292" y="751268"/>
                  <a:pt x="112061" y="727075"/>
                </a:cubicBezTo>
                <a:lnTo>
                  <a:pt x="0" y="721416"/>
                </a:lnTo>
                <a:lnTo>
                  <a:pt x="0" y="185824"/>
                </a:lnTo>
                <a:cubicBezTo>
                  <a:pt x="0" y="74754"/>
                  <a:pt x="97011" y="-11285"/>
                  <a:pt x="206488" y="1207"/>
                </a:cubicBezTo>
                <a:close/>
              </a:path>
            </a:pathLst>
          </a:custGeom>
          <a:solidFill>
            <a:schemeClr val="accent4"/>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25" name="Freeform: Shape 24">
            <a:extLst>
              <a:ext uri="{FF2B5EF4-FFF2-40B4-BE49-F238E27FC236}">
                <a16:creationId xmlns:a16="http://schemas.microsoft.com/office/drawing/2014/main" id="{33EB785E-60DF-656D-15EB-779FCB976F54}"/>
              </a:ext>
            </a:extLst>
          </p:cNvPr>
          <p:cNvSpPr/>
          <p:nvPr/>
        </p:nvSpPr>
        <p:spPr>
          <a:xfrm>
            <a:off x="4485491" y="2991291"/>
            <a:ext cx="592942" cy="904436"/>
          </a:xfrm>
          <a:custGeom>
            <a:avLst/>
            <a:gdLst>
              <a:gd name="connsiteX0" fmla="*/ 243681 w 790589"/>
              <a:gd name="connsiteY0" fmla="*/ 865 h 1205914"/>
              <a:gd name="connsiteX1" fmla="*/ 283161 w 790589"/>
              <a:gd name="connsiteY1" fmla="*/ 9194 h 1205914"/>
              <a:gd name="connsiteX2" fmla="*/ 790589 w 790589"/>
              <a:gd name="connsiteY2" fmla="*/ 174424 h 1205914"/>
              <a:gd name="connsiteX3" fmla="*/ 758821 w 790589"/>
              <a:gd name="connsiteY3" fmla="*/ 297972 h 1205914"/>
              <a:gd name="connsiteX4" fmla="*/ 730026 w 790589"/>
              <a:gd name="connsiteY4" fmla="*/ 583611 h 1205914"/>
              <a:gd name="connsiteX5" fmla="*/ 758821 w 790589"/>
              <a:gd name="connsiteY5" fmla="*/ 869250 h 1205914"/>
              <a:gd name="connsiteX6" fmla="*/ 787459 w 790589"/>
              <a:gd name="connsiteY6" fmla="*/ 980628 h 1205914"/>
              <a:gd name="connsiteX7" fmla="*/ 93877 w 790589"/>
              <a:gd name="connsiteY7" fmla="*/ 1205914 h 1205914"/>
              <a:gd name="connsiteX8" fmla="*/ 0 w 790589"/>
              <a:gd name="connsiteY8" fmla="*/ 577060 h 1205914"/>
              <a:gd name="connsiteX9" fmla="*/ 43784 w 790589"/>
              <a:gd name="connsiteY9" fmla="*/ 148382 h 1205914"/>
              <a:gd name="connsiteX10" fmla="*/ 243681 w 790589"/>
              <a:gd name="connsiteY10" fmla="*/ 865 h 1205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0589" h="1205914">
                <a:moveTo>
                  <a:pt x="243681" y="865"/>
                </a:moveTo>
                <a:cubicBezTo>
                  <a:pt x="256835" y="2152"/>
                  <a:pt x="270059" y="4890"/>
                  <a:pt x="283161" y="9194"/>
                </a:cubicBezTo>
                <a:lnTo>
                  <a:pt x="790589" y="174424"/>
                </a:lnTo>
                <a:lnTo>
                  <a:pt x="758821" y="297972"/>
                </a:lnTo>
                <a:cubicBezTo>
                  <a:pt x="739941" y="390236"/>
                  <a:pt x="730026" y="485766"/>
                  <a:pt x="730026" y="583611"/>
                </a:cubicBezTo>
                <a:cubicBezTo>
                  <a:pt x="730026" y="681457"/>
                  <a:pt x="739941" y="776986"/>
                  <a:pt x="758821" y="869250"/>
                </a:cubicBezTo>
                <a:lnTo>
                  <a:pt x="787459" y="980628"/>
                </a:lnTo>
                <a:lnTo>
                  <a:pt x="93877" y="1205914"/>
                </a:lnTo>
                <a:cubicBezTo>
                  <a:pt x="32848" y="1007221"/>
                  <a:pt x="0" y="796045"/>
                  <a:pt x="0" y="577060"/>
                </a:cubicBezTo>
                <a:cubicBezTo>
                  <a:pt x="0" y="430007"/>
                  <a:pt x="15640" y="287627"/>
                  <a:pt x="43784" y="148382"/>
                </a:cubicBezTo>
                <a:cubicBezTo>
                  <a:pt x="62956" y="53972"/>
                  <a:pt x="151602" y="-8144"/>
                  <a:pt x="243681" y="865"/>
                </a:cubicBezTo>
                <a:close/>
              </a:path>
            </a:pathLst>
          </a:custGeom>
          <a:solidFill>
            <a:schemeClr val="accent3"/>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26" name="Freeform: Shape 25">
            <a:extLst>
              <a:ext uri="{FF2B5EF4-FFF2-40B4-BE49-F238E27FC236}">
                <a16:creationId xmlns:a16="http://schemas.microsoft.com/office/drawing/2014/main" id="{C5052822-AE92-7BE3-7A40-19330EBD0FFD}"/>
              </a:ext>
            </a:extLst>
          </p:cNvPr>
          <p:cNvSpPr/>
          <p:nvPr/>
        </p:nvSpPr>
        <p:spPr>
          <a:xfrm>
            <a:off x="7113569" y="2991292"/>
            <a:ext cx="592942" cy="904436"/>
          </a:xfrm>
          <a:custGeom>
            <a:avLst/>
            <a:gdLst>
              <a:gd name="connsiteX0" fmla="*/ 546909 w 790589"/>
              <a:gd name="connsiteY0" fmla="*/ 865 h 1205915"/>
              <a:gd name="connsiteX1" fmla="*/ 746805 w 790589"/>
              <a:gd name="connsiteY1" fmla="*/ 148439 h 1205915"/>
              <a:gd name="connsiteX2" fmla="*/ 790589 w 790589"/>
              <a:gd name="connsiteY2" fmla="*/ 577061 h 1205915"/>
              <a:gd name="connsiteX3" fmla="*/ 696712 w 790589"/>
              <a:gd name="connsiteY3" fmla="*/ 1205915 h 1205915"/>
              <a:gd name="connsiteX4" fmla="*/ 3129 w 790589"/>
              <a:gd name="connsiteY4" fmla="*/ 980628 h 1205915"/>
              <a:gd name="connsiteX5" fmla="*/ 31767 w 790589"/>
              <a:gd name="connsiteY5" fmla="*/ 869251 h 1205915"/>
              <a:gd name="connsiteX6" fmla="*/ 60562 w 790589"/>
              <a:gd name="connsiteY6" fmla="*/ 583612 h 1205915"/>
              <a:gd name="connsiteX7" fmla="*/ 31767 w 790589"/>
              <a:gd name="connsiteY7" fmla="*/ 297973 h 1205915"/>
              <a:gd name="connsiteX8" fmla="*/ 0 w 790589"/>
              <a:gd name="connsiteY8" fmla="*/ 174424 h 1205915"/>
              <a:gd name="connsiteX9" fmla="*/ 507429 w 790589"/>
              <a:gd name="connsiteY9" fmla="*/ 9194 h 1205915"/>
              <a:gd name="connsiteX10" fmla="*/ 546909 w 790589"/>
              <a:gd name="connsiteY10" fmla="*/ 865 h 1205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0589" h="1205915">
                <a:moveTo>
                  <a:pt x="546909" y="865"/>
                </a:moveTo>
                <a:cubicBezTo>
                  <a:pt x="638987" y="-8144"/>
                  <a:pt x="727633" y="53980"/>
                  <a:pt x="746805" y="148439"/>
                </a:cubicBezTo>
                <a:cubicBezTo>
                  <a:pt x="774949" y="286088"/>
                  <a:pt x="790589" y="430007"/>
                  <a:pt x="790589" y="577061"/>
                </a:cubicBezTo>
                <a:cubicBezTo>
                  <a:pt x="790589" y="796045"/>
                  <a:pt x="757742" y="1007222"/>
                  <a:pt x="696712" y="1205915"/>
                </a:cubicBezTo>
                <a:lnTo>
                  <a:pt x="3129" y="980628"/>
                </a:lnTo>
                <a:lnTo>
                  <a:pt x="31767" y="869251"/>
                </a:lnTo>
                <a:cubicBezTo>
                  <a:pt x="50647" y="776987"/>
                  <a:pt x="60562" y="681458"/>
                  <a:pt x="60562" y="583612"/>
                </a:cubicBezTo>
                <a:cubicBezTo>
                  <a:pt x="60562" y="485767"/>
                  <a:pt x="50647" y="390237"/>
                  <a:pt x="31767" y="297973"/>
                </a:cubicBezTo>
                <a:lnTo>
                  <a:pt x="0" y="174424"/>
                </a:lnTo>
                <a:lnTo>
                  <a:pt x="507429" y="9194"/>
                </a:lnTo>
                <a:cubicBezTo>
                  <a:pt x="520530" y="4890"/>
                  <a:pt x="533755" y="2152"/>
                  <a:pt x="546909" y="865"/>
                </a:cubicBezTo>
                <a:close/>
              </a:path>
            </a:pathLst>
          </a:custGeom>
          <a:solidFill>
            <a:schemeClr val="accent2"/>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27" name="Freeform: Shape 26">
            <a:extLst>
              <a:ext uri="{FF2B5EF4-FFF2-40B4-BE49-F238E27FC236}">
                <a16:creationId xmlns:a16="http://schemas.microsoft.com/office/drawing/2014/main" id="{D17429F9-F853-B31A-E0EE-1D9762EE5AD0}"/>
              </a:ext>
            </a:extLst>
          </p:cNvPr>
          <p:cNvSpPr/>
          <p:nvPr/>
        </p:nvSpPr>
        <p:spPr>
          <a:xfrm>
            <a:off x="6746753" y="3775494"/>
            <a:ext cx="874620" cy="870881"/>
          </a:xfrm>
          <a:custGeom>
            <a:avLst/>
            <a:gdLst>
              <a:gd name="connsiteX0" fmla="*/ 471098 w 1166160"/>
              <a:gd name="connsiteY0" fmla="*/ 0 h 1161174"/>
              <a:gd name="connsiteX1" fmla="*/ 1166160 w 1166160"/>
              <a:gd name="connsiteY1" fmla="*/ 227248 h 1161174"/>
              <a:gd name="connsiteX2" fmla="*/ 585771 w 1166160"/>
              <a:gd name="connsiteY2" fmla="*/ 1112626 h 1161174"/>
              <a:gd name="connsiteX3" fmla="*/ 310449 w 1166160"/>
              <a:gd name="connsiteY3" fmla="*/ 1084464 h 1161174"/>
              <a:gd name="connsiteX4" fmla="*/ 0 w 1166160"/>
              <a:gd name="connsiteY4" fmla="*/ 657014 h 1161174"/>
              <a:gd name="connsiteX5" fmla="*/ 33876 w 1166160"/>
              <a:gd name="connsiteY5" fmla="*/ 631682 h 1161174"/>
              <a:gd name="connsiteX6" fmla="*/ 438269 w 1166160"/>
              <a:gd name="connsiteY6" fmla="*/ 89694 h 1161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6160" h="1161174">
                <a:moveTo>
                  <a:pt x="471098" y="0"/>
                </a:moveTo>
                <a:lnTo>
                  <a:pt x="1166160" y="227248"/>
                </a:lnTo>
                <a:cubicBezTo>
                  <a:pt x="1048835" y="569812"/>
                  <a:pt x="847021" y="873270"/>
                  <a:pt x="585771" y="1112626"/>
                </a:cubicBezTo>
                <a:cubicBezTo>
                  <a:pt x="504427" y="1187727"/>
                  <a:pt x="376175" y="1173673"/>
                  <a:pt x="310449" y="1084464"/>
                </a:cubicBezTo>
                <a:lnTo>
                  <a:pt x="0" y="657014"/>
                </a:lnTo>
                <a:lnTo>
                  <a:pt x="33876" y="631682"/>
                </a:lnTo>
                <a:cubicBezTo>
                  <a:pt x="208874" y="487261"/>
                  <a:pt x="348619" y="301651"/>
                  <a:pt x="438269" y="89694"/>
                </a:cubicBezTo>
                <a:close/>
              </a:path>
            </a:pathLst>
          </a:custGeom>
          <a:solidFill>
            <a:schemeClr val="accent2"/>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28" name="Freeform: Shape 27">
            <a:extLst>
              <a:ext uri="{FF2B5EF4-FFF2-40B4-BE49-F238E27FC236}">
                <a16:creationId xmlns:a16="http://schemas.microsoft.com/office/drawing/2014/main" id="{0F3D18A2-08EB-C8BF-7339-C41A7D802E54}"/>
              </a:ext>
            </a:extLst>
          </p:cNvPr>
          <p:cNvSpPr/>
          <p:nvPr/>
        </p:nvSpPr>
        <p:spPr>
          <a:xfrm>
            <a:off x="4570628" y="3779685"/>
            <a:ext cx="876824" cy="870269"/>
          </a:xfrm>
          <a:custGeom>
            <a:avLst/>
            <a:gdLst>
              <a:gd name="connsiteX0" fmla="*/ 697107 w 1169099"/>
              <a:gd name="connsiteY0" fmla="*/ 0 h 1160359"/>
              <a:gd name="connsiteX1" fmla="*/ 727891 w 1169099"/>
              <a:gd name="connsiteY1" fmla="*/ 84108 h 1160359"/>
              <a:gd name="connsiteX2" fmla="*/ 1132284 w 1169099"/>
              <a:gd name="connsiteY2" fmla="*/ 626096 h 1160359"/>
              <a:gd name="connsiteX3" fmla="*/ 1169099 w 1169099"/>
              <a:gd name="connsiteY3" fmla="*/ 653626 h 1160359"/>
              <a:gd name="connsiteX4" fmla="*/ 855713 w 1169099"/>
              <a:gd name="connsiteY4" fmla="*/ 1083684 h 1160359"/>
              <a:gd name="connsiteX5" fmla="*/ 580391 w 1169099"/>
              <a:gd name="connsiteY5" fmla="*/ 1111810 h 1160359"/>
              <a:gd name="connsiteX6" fmla="*/ 0 w 1169099"/>
              <a:gd name="connsiteY6" fmla="*/ 226408 h 116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9099" h="1160359">
                <a:moveTo>
                  <a:pt x="697107" y="0"/>
                </a:moveTo>
                <a:lnTo>
                  <a:pt x="727891" y="84108"/>
                </a:lnTo>
                <a:cubicBezTo>
                  <a:pt x="817542" y="296065"/>
                  <a:pt x="957287" y="481675"/>
                  <a:pt x="1132284" y="626096"/>
                </a:cubicBezTo>
                <a:lnTo>
                  <a:pt x="1169099" y="653626"/>
                </a:lnTo>
                <a:lnTo>
                  <a:pt x="855713" y="1083684"/>
                </a:lnTo>
                <a:cubicBezTo>
                  <a:pt x="791532" y="1172834"/>
                  <a:pt x="661735" y="1186925"/>
                  <a:pt x="580391" y="1111810"/>
                </a:cubicBezTo>
                <a:cubicBezTo>
                  <a:pt x="319140" y="872485"/>
                  <a:pt x="117325" y="569030"/>
                  <a:pt x="0" y="226408"/>
                </a:cubicBezTo>
                <a:close/>
              </a:path>
            </a:pathLst>
          </a:custGeom>
          <a:solidFill>
            <a:schemeClr val="accent3"/>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29" name="Freeform: Shape 28">
            <a:extLst>
              <a:ext uri="{FF2B5EF4-FFF2-40B4-BE49-F238E27FC236}">
                <a16:creationId xmlns:a16="http://schemas.microsoft.com/office/drawing/2014/main" id="{46F6B783-AA71-9435-19C6-23FC3B1A26DB}"/>
              </a:ext>
            </a:extLst>
          </p:cNvPr>
          <p:cNvSpPr/>
          <p:nvPr/>
        </p:nvSpPr>
        <p:spPr>
          <a:xfrm>
            <a:off x="4619640" y="2140193"/>
            <a:ext cx="832510" cy="932841"/>
          </a:xfrm>
          <a:custGeom>
            <a:avLst/>
            <a:gdLst>
              <a:gd name="connsiteX0" fmla="*/ 679770 w 1110013"/>
              <a:gd name="connsiteY0" fmla="*/ 0 h 1243788"/>
              <a:gd name="connsiteX1" fmla="*/ 1110013 w 1110013"/>
              <a:gd name="connsiteY1" fmla="*/ 592524 h 1243788"/>
              <a:gd name="connsiteX2" fmla="*/ 1066934 w 1110013"/>
              <a:gd name="connsiteY2" fmla="*/ 624738 h 1243788"/>
              <a:gd name="connsiteX3" fmla="*/ 662541 w 1110013"/>
              <a:gd name="connsiteY3" fmla="*/ 1166726 h 1243788"/>
              <a:gd name="connsiteX4" fmla="*/ 634336 w 1110013"/>
              <a:gd name="connsiteY4" fmla="*/ 1243788 h 1243788"/>
              <a:gd name="connsiteX5" fmla="*/ 129126 w 1110013"/>
              <a:gd name="connsiteY5" fmla="*/ 1077794 h 1243788"/>
              <a:gd name="connsiteX6" fmla="*/ 16492 w 1110013"/>
              <a:gd name="connsiteY6" fmla="*/ 824411 h 1243788"/>
              <a:gd name="connsiteX7" fmla="*/ 679770 w 1110013"/>
              <a:gd name="connsiteY7" fmla="*/ 0 h 124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0013" h="1243788">
                <a:moveTo>
                  <a:pt x="679770" y="0"/>
                </a:moveTo>
                <a:lnTo>
                  <a:pt x="1110013" y="592524"/>
                </a:lnTo>
                <a:lnTo>
                  <a:pt x="1066934" y="624738"/>
                </a:lnTo>
                <a:cubicBezTo>
                  <a:pt x="891937" y="769159"/>
                  <a:pt x="752192" y="954769"/>
                  <a:pt x="662541" y="1166726"/>
                </a:cubicBezTo>
                <a:lnTo>
                  <a:pt x="634336" y="1243788"/>
                </a:lnTo>
                <a:lnTo>
                  <a:pt x="129126" y="1077794"/>
                </a:lnTo>
                <a:cubicBezTo>
                  <a:pt x="22780" y="1043424"/>
                  <a:pt x="-28862" y="926066"/>
                  <a:pt x="16492" y="824411"/>
                </a:cubicBezTo>
                <a:cubicBezTo>
                  <a:pt x="165129" y="497461"/>
                  <a:pt x="395071" y="214303"/>
                  <a:pt x="679770" y="0"/>
                </a:cubicBezTo>
                <a:close/>
              </a:path>
            </a:pathLst>
          </a:custGeom>
          <a:solidFill>
            <a:schemeClr val="accent6"/>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30" name="Freeform: Shape 29">
            <a:extLst>
              <a:ext uri="{FF2B5EF4-FFF2-40B4-BE49-F238E27FC236}">
                <a16:creationId xmlns:a16="http://schemas.microsoft.com/office/drawing/2014/main" id="{0DF73216-9653-9AFC-9D49-832DFBAAF3BD}"/>
              </a:ext>
            </a:extLst>
          </p:cNvPr>
          <p:cNvSpPr/>
          <p:nvPr/>
        </p:nvSpPr>
        <p:spPr>
          <a:xfrm>
            <a:off x="6738596" y="2140194"/>
            <a:ext cx="833757" cy="931555"/>
          </a:xfrm>
          <a:custGeom>
            <a:avLst/>
            <a:gdLst>
              <a:gd name="connsiteX0" fmla="*/ 431928 w 1111676"/>
              <a:gd name="connsiteY0" fmla="*/ 0 h 1242073"/>
              <a:gd name="connsiteX1" fmla="*/ 1095175 w 1111676"/>
              <a:gd name="connsiteY1" fmla="*/ 824428 h 1242073"/>
              <a:gd name="connsiteX2" fmla="*/ 982553 w 1111676"/>
              <a:gd name="connsiteY2" fmla="*/ 1077844 h 1242073"/>
              <a:gd name="connsiteX3" fmla="*/ 476724 w 1111676"/>
              <a:gd name="connsiteY3" fmla="*/ 1242073 h 1242073"/>
              <a:gd name="connsiteX4" fmla="*/ 449147 w 1111676"/>
              <a:gd name="connsiteY4" fmla="*/ 1166726 h 1242073"/>
              <a:gd name="connsiteX5" fmla="*/ 44754 w 1111676"/>
              <a:gd name="connsiteY5" fmla="*/ 624738 h 1242073"/>
              <a:gd name="connsiteX6" fmla="*/ 0 w 1111676"/>
              <a:gd name="connsiteY6" fmla="*/ 591271 h 1242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1676" h="1242073">
                <a:moveTo>
                  <a:pt x="431928" y="0"/>
                </a:moveTo>
                <a:cubicBezTo>
                  <a:pt x="716630" y="212758"/>
                  <a:pt x="946555" y="495912"/>
                  <a:pt x="1095175" y="824428"/>
                </a:cubicBezTo>
                <a:cubicBezTo>
                  <a:pt x="1140536" y="924505"/>
                  <a:pt x="1088933" y="1043401"/>
                  <a:pt x="982553" y="1077844"/>
                </a:cubicBezTo>
                <a:lnTo>
                  <a:pt x="476724" y="1242073"/>
                </a:lnTo>
                <a:lnTo>
                  <a:pt x="449147" y="1166726"/>
                </a:lnTo>
                <a:cubicBezTo>
                  <a:pt x="359497" y="954769"/>
                  <a:pt x="219752" y="769159"/>
                  <a:pt x="44754" y="624738"/>
                </a:cubicBezTo>
                <a:lnTo>
                  <a:pt x="0" y="591271"/>
                </a:lnTo>
                <a:close/>
              </a:path>
            </a:pathLst>
          </a:custGeom>
          <a:solidFill>
            <a:schemeClr val="accent4"/>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31" name="Freeform: Shape 30">
            <a:extLst>
              <a:ext uri="{FF2B5EF4-FFF2-40B4-BE49-F238E27FC236}">
                <a16:creationId xmlns:a16="http://schemas.microsoft.com/office/drawing/2014/main" id="{7CC3E9F7-638C-B26D-59D4-4E3D6363FA4A}"/>
              </a:ext>
            </a:extLst>
          </p:cNvPr>
          <p:cNvSpPr/>
          <p:nvPr/>
        </p:nvSpPr>
        <p:spPr>
          <a:xfrm>
            <a:off x="5174085" y="2449527"/>
            <a:ext cx="888962" cy="763163"/>
          </a:xfrm>
          <a:custGeom>
            <a:avLst/>
            <a:gdLst>
              <a:gd name="connsiteX0" fmla="*/ 1185283 w 1185283"/>
              <a:gd name="connsiteY0" fmla="*/ 0 h 1017551"/>
              <a:gd name="connsiteX1" fmla="*/ 1185283 w 1185283"/>
              <a:gd name="connsiteY1" fmla="*/ 415994 h 1017551"/>
              <a:gd name="connsiteX2" fmla="*/ 936539 w 1185283"/>
              <a:gd name="connsiteY2" fmla="*/ 891562 h 1017551"/>
              <a:gd name="connsiteX3" fmla="*/ 928707 w 1185283"/>
              <a:gd name="connsiteY3" fmla="*/ 897807 h 1017551"/>
              <a:gd name="connsiteX4" fmla="*/ 396890 w 1185283"/>
              <a:gd name="connsiteY4" fmla="*/ 991681 h 1017551"/>
              <a:gd name="connsiteX5" fmla="*/ 0 w 1185283"/>
              <a:gd name="connsiteY5" fmla="*/ 861899 h 1017551"/>
              <a:gd name="connsiteX6" fmla="*/ 23840 w 1185283"/>
              <a:gd name="connsiteY6" fmla="*/ 796762 h 1017551"/>
              <a:gd name="connsiteX7" fmla="*/ 1095468 w 1185283"/>
              <a:gd name="connsiteY7" fmla="*/ 4535 h 101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5283" h="1017551">
                <a:moveTo>
                  <a:pt x="1185283" y="0"/>
                </a:moveTo>
                <a:lnTo>
                  <a:pt x="1185283" y="415994"/>
                </a:lnTo>
                <a:cubicBezTo>
                  <a:pt x="1185283" y="605267"/>
                  <a:pt x="1091407" y="782050"/>
                  <a:pt x="936539" y="891562"/>
                </a:cubicBezTo>
                <a:cubicBezTo>
                  <a:pt x="934984" y="893135"/>
                  <a:pt x="931873" y="896233"/>
                  <a:pt x="928707" y="897807"/>
                </a:cubicBezTo>
                <a:cubicBezTo>
                  <a:pt x="775450" y="1010466"/>
                  <a:pt x="578310" y="1047986"/>
                  <a:pt x="396890" y="991681"/>
                </a:cubicBezTo>
                <a:lnTo>
                  <a:pt x="0" y="861899"/>
                </a:lnTo>
                <a:lnTo>
                  <a:pt x="23840" y="796762"/>
                </a:lnTo>
                <a:cubicBezTo>
                  <a:pt x="205884" y="366362"/>
                  <a:pt x="611717" y="53663"/>
                  <a:pt x="1095468" y="4535"/>
                </a:cubicBezTo>
                <a:close/>
              </a:path>
            </a:pathLst>
          </a:custGeom>
          <a:solidFill>
            <a:schemeClr val="accent6">
              <a:lumMod val="75000"/>
            </a:schemeClr>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32" name="Freeform: Shape 31">
            <a:extLst>
              <a:ext uri="{FF2B5EF4-FFF2-40B4-BE49-F238E27FC236}">
                <a16:creationId xmlns:a16="http://schemas.microsoft.com/office/drawing/2014/main" id="{E2E56B36-BADD-78C5-9436-275F781F8033}"/>
              </a:ext>
            </a:extLst>
          </p:cNvPr>
          <p:cNvSpPr/>
          <p:nvPr/>
        </p:nvSpPr>
        <p:spPr>
          <a:xfrm>
            <a:off x="6127784" y="2449465"/>
            <a:ext cx="889757" cy="763244"/>
          </a:xfrm>
          <a:custGeom>
            <a:avLst/>
            <a:gdLst>
              <a:gd name="connsiteX0" fmla="*/ 0 w 1186342"/>
              <a:gd name="connsiteY0" fmla="*/ 0 h 1017658"/>
              <a:gd name="connsiteX1" fmla="*/ 91377 w 1186342"/>
              <a:gd name="connsiteY1" fmla="*/ 4614 h 1017658"/>
              <a:gd name="connsiteX2" fmla="*/ 1163005 w 1186342"/>
              <a:gd name="connsiteY2" fmla="*/ 796841 h 1017658"/>
              <a:gd name="connsiteX3" fmla="*/ 1186342 w 1186342"/>
              <a:gd name="connsiteY3" fmla="*/ 860603 h 1017658"/>
              <a:gd name="connsiteX4" fmla="*/ 788394 w 1186342"/>
              <a:gd name="connsiteY4" fmla="*/ 990736 h 1017658"/>
              <a:gd name="connsiteX5" fmla="*/ 256577 w 1186342"/>
              <a:gd name="connsiteY5" fmla="*/ 898445 h 1017658"/>
              <a:gd name="connsiteX6" fmla="*/ 248744 w 1186342"/>
              <a:gd name="connsiteY6" fmla="*/ 892190 h 1017658"/>
              <a:gd name="connsiteX7" fmla="*/ 0 w 1186342"/>
              <a:gd name="connsiteY7" fmla="*/ 415020 h 1017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6342" h="1017658">
                <a:moveTo>
                  <a:pt x="0" y="0"/>
                </a:moveTo>
                <a:lnTo>
                  <a:pt x="91377" y="4614"/>
                </a:lnTo>
                <a:cubicBezTo>
                  <a:pt x="575128" y="53742"/>
                  <a:pt x="980960" y="366441"/>
                  <a:pt x="1163005" y="796841"/>
                </a:cubicBezTo>
                <a:lnTo>
                  <a:pt x="1186342" y="860603"/>
                </a:lnTo>
                <a:lnTo>
                  <a:pt x="788394" y="990736"/>
                </a:lnTo>
                <a:cubicBezTo>
                  <a:pt x="606974" y="1048604"/>
                  <a:pt x="409834" y="1011076"/>
                  <a:pt x="256577" y="898445"/>
                </a:cubicBezTo>
                <a:cubicBezTo>
                  <a:pt x="254966" y="896869"/>
                  <a:pt x="251855" y="893717"/>
                  <a:pt x="248744" y="892190"/>
                </a:cubicBezTo>
                <a:cubicBezTo>
                  <a:pt x="92321" y="782661"/>
                  <a:pt x="0" y="605908"/>
                  <a:pt x="0" y="415020"/>
                </a:cubicBezTo>
                <a:close/>
              </a:path>
            </a:pathLst>
          </a:custGeom>
          <a:solidFill>
            <a:schemeClr val="accent4">
              <a:lumMod val="75000"/>
            </a:schemeClr>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33" name="Freeform: Shape 32">
            <a:extLst>
              <a:ext uri="{FF2B5EF4-FFF2-40B4-BE49-F238E27FC236}">
                <a16:creationId xmlns:a16="http://schemas.microsoft.com/office/drawing/2014/main" id="{2A10699E-0A44-7B2C-2DCE-178C55D6749C}"/>
              </a:ext>
            </a:extLst>
          </p:cNvPr>
          <p:cNvSpPr/>
          <p:nvPr/>
        </p:nvSpPr>
        <p:spPr>
          <a:xfrm>
            <a:off x="5114861" y="3155405"/>
            <a:ext cx="644118" cy="1045934"/>
          </a:xfrm>
          <a:custGeom>
            <a:avLst/>
            <a:gdLst>
              <a:gd name="connsiteX0" fmla="*/ 52586 w 858824"/>
              <a:gd name="connsiteY0" fmla="*/ 0 h 1394578"/>
              <a:gd name="connsiteX1" fmla="*/ 449045 w 858824"/>
              <a:gd name="connsiteY1" fmla="*/ 129662 h 1394578"/>
              <a:gd name="connsiteX2" fmla="*/ 824474 w 858824"/>
              <a:gd name="connsiteY2" fmla="*/ 516024 h 1394578"/>
              <a:gd name="connsiteX3" fmla="*/ 827631 w 858824"/>
              <a:gd name="connsiteY3" fmla="*/ 525420 h 1394578"/>
              <a:gd name="connsiteX4" fmla="*/ 749407 w 858824"/>
              <a:gd name="connsiteY4" fmla="*/ 1055729 h 1394578"/>
              <a:gd name="connsiteX5" fmla="*/ 503239 w 858824"/>
              <a:gd name="connsiteY5" fmla="*/ 1394578 h 1394578"/>
              <a:gd name="connsiteX6" fmla="*/ 476059 w 858824"/>
              <a:gd name="connsiteY6" fmla="*/ 1374253 h 1394578"/>
              <a:gd name="connsiteX7" fmla="*/ 0 w 858824"/>
              <a:gd name="connsiteY7" fmla="*/ 364793 h 1394578"/>
              <a:gd name="connsiteX8" fmla="*/ 26578 w 858824"/>
              <a:gd name="connsiteY8" fmla="*/ 101148 h 1394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8824" h="1394578">
                <a:moveTo>
                  <a:pt x="52586" y="0"/>
                </a:moveTo>
                <a:lnTo>
                  <a:pt x="449045" y="129662"/>
                </a:lnTo>
                <a:cubicBezTo>
                  <a:pt x="630515" y="187541"/>
                  <a:pt x="766630" y="334556"/>
                  <a:pt x="824474" y="516024"/>
                </a:cubicBezTo>
                <a:cubicBezTo>
                  <a:pt x="826052" y="519156"/>
                  <a:pt x="826052" y="522288"/>
                  <a:pt x="827631" y="525420"/>
                </a:cubicBezTo>
                <a:cubicBezTo>
                  <a:pt x="888632" y="705322"/>
                  <a:pt x="858920" y="902450"/>
                  <a:pt x="749407" y="1055729"/>
                </a:cubicBezTo>
                <a:lnTo>
                  <a:pt x="503239" y="1394578"/>
                </a:lnTo>
                <a:lnTo>
                  <a:pt x="476059" y="1374253"/>
                </a:lnTo>
                <a:cubicBezTo>
                  <a:pt x="185318" y="1134313"/>
                  <a:pt x="0" y="771194"/>
                  <a:pt x="0" y="364793"/>
                </a:cubicBezTo>
                <a:cubicBezTo>
                  <a:pt x="0" y="274482"/>
                  <a:pt x="9152" y="186308"/>
                  <a:pt x="26578" y="101148"/>
                </a:cubicBezTo>
                <a:close/>
              </a:path>
            </a:pathLst>
          </a:custGeom>
          <a:solidFill>
            <a:schemeClr val="accent3">
              <a:lumMod val="75000"/>
            </a:schemeClr>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34" name="Freeform: Shape 33">
            <a:extLst>
              <a:ext uri="{FF2B5EF4-FFF2-40B4-BE49-F238E27FC236}">
                <a16:creationId xmlns:a16="http://schemas.microsoft.com/office/drawing/2014/main" id="{1742F685-CF7D-5422-E1F4-9B7445DE7382}"/>
              </a:ext>
            </a:extLst>
          </p:cNvPr>
          <p:cNvSpPr/>
          <p:nvPr/>
        </p:nvSpPr>
        <p:spPr>
          <a:xfrm>
            <a:off x="6433061" y="3155417"/>
            <a:ext cx="644081" cy="1045905"/>
          </a:xfrm>
          <a:custGeom>
            <a:avLst/>
            <a:gdLst>
              <a:gd name="connsiteX0" fmla="*/ 806193 w 858775"/>
              <a:gd name="connsiteY0" fmla="*/ 0 h 1394540"/>
              <a:gd name="connsiteX1" fmla="*/ 832198 w 858775"/>
              <a:gd name="connsiteY1" fmla="*/ 101134 h 1394540"/>
              <a:gd name="connsiteX2" fmla="*/ 858775 w 858775"/>
              <a:gd name="connsiteY2" fmla="*/ 364779 h 1394540"/>
              <a:gd name="connsiteX3" fmla="*/ 382717 w 858775"/>
              <a:gd name="connsiteY3" fmla="*/ 1374239 h 1394540"/>
              <a:gd name="connsiteX4" fmla="*/ 355568 w 858775"/>
              <a:gd name="connsiteY4" fmla="*/ 1394540 h 1394540"/>
              <a:gd name="connsiteX5" fmla="*/ 109418 w 858775"/>
              <a:gd name="connsiteY5" fmla="*/ 1055715 h 1394540"/>
              <a:gd name="connsiteX6" fmla="*/ 31194 w 858775"/>
              <a:gd name="connsiteY6" fmla="*/ 525406 h 1394540"/>
              <a:gd name="connsiteX7" fmla="*/ 34351 w 858775"/>
              <a:gd name="connsiteY7" fmla="*/ 516010 h 1394540"/>
              <a:gd name="connsiteX8" fmla="*/ 409779 w 858775"/>
              <a:gd name="connsiteY8" fmla="*/ 129648 h 139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8775" h="1394540">
                <a:moveTo>
                  <a:pt x="806193" y="0"/>
                </a:moveTo>
                <a:lnTo>
                  <a:pt x="832198" y="101134"/>
                </a:lnTo>
                <a:cubicBezTo>
                  <a:pt x="849624" y="186294"/>
                  <a:pt x="858775" y="274468"/>
                  <a:pt x="858775" y="364779"/>
                </a:cubicBezTo>
                <a:cubicBezTo>
                  <a:pt x="858775" y="771180"/>
                  <a:pt x="673458" y="1134299"/>
                  <a:pt x="382717" y="1374239"/>
                </a:cubicBezTo>
                <a:lnTo>
                  <a:pt x="355568" y="1394540"/>
                </a:lnTo>
                <a:lnTo>
                  <a:pt x="109418" y="1055715"/>
                </a:lnTo>
                <a:cubicBezTo>
                  <a:pt x="-96" y="902436"/>
                  <a:pt x="-29807" y="705308"/>
                  <a:pt x="31194" y="525406"/>
                </a:cubicBezTo>
                <a:cubicBezTo>
                  <a:pt x="32772" y="522274"/>
                  <a:pt x="32772" y="519142"/>
                  <a:pt x="34351" y="516010"/>
                </a:cubicBezTo>
                <a:cubicBezTo>
                  <a:pt x="92195" y="334542"/>
                  <a:pt x="228309" y="187527"/>
                  <a:pt x="409779" y="129648"/>
                </a:cubicBezTo>
                <a:close/>
              </a:path>
            </a:pathLst>
          </a:custGeom>
          <a:solidFill>
            <a:schemeClr val="accent2">
              <a:lumMod val="75000"/>
            </a:schemeClr>
          </a:solidFill>
          <a:ln w="12700">
            <a:miter lim="400000"/>
          </a:ln>
        </p:spPr>
        <p:txBody>
          <a:bodyPr wrap="square" lIns="28575" tIns="28575" rIns="28575" bIns="28575" anchor="ctr">
            <a:noAutofit/>
          </a:bodyPr>
          <a:lstStyle/>
          <a:p>
            <a:pPr>
              <a:defRPr sz="3000">
                <a:solidFill>
                  <a:srgbClr val="FFFFFF"/>
                </a:solidFill>
              </a:defRPr>
            </a:pPr>
            <a:endParaRPr sz="2250"/>
          </a:p>
        </p:txBody>
      </p:sp>
      <p:sp>
        <p:nvSpPr>
          <p:cNvPr id="35" name="Freeform: Shape 34">
            <a:extLst>
              <a:ext uri="{FF2B5EF4-FFF2-40B4-BE49-F238E27FC236}">
                <a16:creationId xmlns:a16="http://schemas.microsoft.com/office/drawing/2014/main" id="{5ACD1BCA-9DEC-030C-4043-DD4199758F2E}"/>
              </a:ext>
            </a:extLst>
          </p:cNvPr>
          <p:cNvSpPr/>
          <p:nvPr/>
        </p:nvSpPr>
        <p:spPr>
          <a:xfrm>
            <a:off x="5545922" y="3808602"/>
            <a:ext cx="1100207" cy="601539"/>
          </a:xfrm>
          <a:custGeom>
            <a:avLst/>
            <a:gdLst>
              <a:gd name="connsiteX0" fmla="*/ 731860 w 1466942"/>
              <a:gd name="connsiteY0" fmla="*/ 20 h 802052"/>
              <a:gd name="connsiteX1" fmla="*/ 735018 w 1466942"/>
              <a:gd name="connsiteY1" fmla="*/ 20 h 802052"/>
              <a:gd name="connsiteX2" fmla="*/ 738107 w 1466942"/>
              <a:gd name="connsiteY2" fmla="*/ 20 h 802052"/>
              <a:gd name="connsiteX3" fmla="*/ 1226187 w 1466942"/>
              <a:gd name="connsiteY3" fmla="*/ 240930 h 802052"/>
              <a:gd name="connsiteX4" fmla="*/ 1466942 w 1466942"/>
              <a:gd name="connsiteY4" fmla="*/ 577076 h 802052"/>
              <a:gd name="connsiteX5" fmla="*/ 1464857 w 1466942"/>
              <a:gd name="connsiteY5" fmla="*/ 578635 h 802052"/>
              <a:gd name="connsiteX6" fmla="*/ 733438 w 1466942"/>
              <a:gd name="connsiteY6" fmla="*/ 802052 h 802052"/>
              <a:gd name="connsiteX7" fmla="*/ 2019 w 1466942"/>
              <a:gd name="connsiteY7" fmla="*/ 578635 h 802052"/>
              <a:gd name="connsiteX8" fmla="*/ 0 w 1466942"/>
              <a:gd name="connsiteY8" fmla="*/ 577124 h 802052"/>
              <a:gd name="connsiteX9" fmla="*/ 243780 w 1466942"/>
              <a:gd name="connsiteY9" fmla="*/ 240930 h 802052"/>
              <a:gd name="connsiteX10" fmla="*/ 731860 w 1466942"/>
              <a:gd name="connsiteY10" fmla="*/ 20 h 802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942" h="802052">
                <a:moveTo>
                  <a:pt x="731860" y="20"/>
                </a:moveTo>
                <a:cubicBezTo>
                  <a:pt x="733439" y="20"/>
                  <a:pt x="733439" y="20"/>
                  <a:pt x="735018" y="20"/>
                </a:cubicBezTo>
                <a:cubicBezTo>
                  <a:pt x="736597" y="20"/>
                  <a:pt x="736597" y="20"/>
                  <a:pt x="738107" y="20"/>
                </a:cubicBezTo>
                <a:cubicBezTo>
                  <a:pt x="930552" y="-1539"/>
                  <a:pt x="1113590" y="86065"/>
                  <a:pt x="1226187" y="240930"/>
                </a:cubicBezTo>
                <a:lnTo>
                  <a:pt x="1466942" y="577076"/>
                </a:lnTo>
                <a:lnTo>
                  <a:pt x="1464857" y="578635"/>
                </a:lnTo>
                <a:cubicBezTo>
                  <a:pt x="1256070" y="719689"/>
                  <a:pt x="1004372" y="802052"/>
                  <a:pt x="733438" y="802052"/>
                </a:cubicBezTo>
                <a:cubicBezTo>
                  <a:pt x="462504" y="802052"/>
                  <a:pt x="210807" y="719689"/>
                  <a:pt x="2019" y="578635"/>
                </a:cubicBezTo>
                <a:lnTo>
                  <a:pt x="0" y="577124"/>
                </a:lnTo>
                <a:lnTo>
                  <a:pt x="243780" y="240930"/>
                </a:lnTo>
                <a:cubicBezTo>
                  <a:pt x="358025" y="86065"/>
                  <a:pt x="539484" y="-1539"/>
                  <a:pt x="731860" y="20"/>
                </a:cubicBezTo>
                <a:close/>
              </a:path>
            </a:pathLst>
          </a:custGeom>
          <a:solidFill>
            <a:schemeClr val="accent5">
              <a:lumMod val="75000"/>
            </a:schemeClr>
          </a:solidFill>
          <a:ln w="12700">
            <a:miter lim="400000"/>
          </a:ln>
        </p:spPr>
        <p:txBody>
          <a:bodyPr wrap="square" lIns="28575" tIns="28575" rIns="28575" bIns="28575" anchor="ctr">
            <a:noAutofit/>
          </a:bodyPr>
          <a:lstStyle/>
          <a:p>
            <a:pPr>
              <a:defRPr sz="3000">
                <a:solidFill>
                  <a:srgbClr val="FFFFFF"/>
                </a:solidFill>
              </a:defRPr>
            </a:pPr>
            <a:endParaRPr sz="2250"/>
          </a:p>
        </p:txBody>
      </p:sp>
      <p:pic>
        <p:nvPicPr>
          <p:cNvPr id="54" name="Graphic 53" descr="Bar graph with upward trend with solid fill">
            <a:extLst>
              <a:ext uri="{FF2B5EF4-FFF2-40B4-BE49-F238E27FC236}">
                <a16:creationId xmlns:a16="http://schemas.microsoft.com/office/drawing/2014/main" id="{94A4B0AD-1245-8FAC-5D80-4853D743C67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76435" y="2669739"/>
            <a:ext cx="422090" cy="422090"/>
          </a:xfrm>
          <a:prstGeom prst="rect">
            <a:avLst/>
          </a:prstGeom>
        </p:spPr>
      </p:pic>
      <p:pic>
        <p:nvPicPr>
          <p:cNvPr id="55" name="Graphic 54" descr="Bullseye with solid fill">
            <a:extLst>
              <a:ext uri="{FF2B5EF4-FFF2-40B4-BE49-F238E27FC236}">
                <a16:creationId xmlns:a16="http://schemas.microsoft.com/office/drawing/2014/main" id="{3CE81CF2-5AB6-8BFE-ACDA-43EA0133C33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884956" y="3909694"/>
            <a:ext cx="422090" cy="422090"/>
          </a:xfrm>
          <a:prstGeom prst="rect">
            <a:avLst/>
          </a:prstGeom>
        </p:spPr>
      </p:pic>
      <p:pic>
        <p:nvPicPr>
          <p:cNvPr id="57" name="Graphic 56" descr="Hourglass Finished with solid fill">
            <a:extLst>
              <a:ext uri="{FF2B5EF4-FFF2-40B4-BE49-F238E27FC236}">
                <a16:creationId xmlns:a16="http://schemas.microsoft.com/office/drawing/2014/main" id="{8E4E2CAC-044B-9BBF-95FE-1A5FDD2A845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234251" y="3405212"/>
            <a:ext cx="422090" cy="422090"/>
          </a:xfrm>
          <a:prstGeom prst="rect">
            <a:avLst/>
          </a:prstGeom>
        </p:spPr>
      </p:pic>
      <p:pic>
        <p:nvPicPr>
          <p:cNvPr id="58" name="Graphic 57" descr="Magnifying glass with solid fill">
            <a:extLst>
              <a:ext uri="{FF2B5EF4-FFF2-40B4-BE49-F238E27FC236}">
                <a16:creationId xmlns:a16="http://schemas.microsoft.com/office/drawing/2014/main" id="{E5EF990E-68BF-25CB-89EB-67FAAB8BCF0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544054" y="3405212"/>
            <a:ext cx="422090" cy="422090"/>
          </a:xfrm>
          <a:prstGeom prst="rect">
            <a:avLst/>
          </a:prstGeom>
        </p:spPr>
      </p:pic>
      <p:pic>
        <p:nvPicPr>
          <p:cNvPr id="59" name="Graphic 58" descr="Lights On with solid fill">
            <a:extLst>
              <a:ext uri="{FF2B5EF4-FFF2-40B4-BE49-F238E27FC236}">
                <a16:creationId xmlns:a16="http://schemas.microsoft.com/office/drawing/2014/main" id="{4CA0D472-0066-5610-E8A3-DF224237B48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268491" y="2669739"/>
            <a:ext cx="422090" cy="422090"/>
          </a:xfrm>
          <a:prstGeom prst="rect">
            <a:avLst/>
          </a:prstGeom>
        </p:spPr>
      </p:pic>
    </p:spTree>
    <p:extLst>
      <p:ext uri="{BB962C8B-B14F-4D97-AF65-F5344CB8AC3E}">
        <p14:creationId xmlns:p14="http://schemas.microsoft.com/office/powerpoint/2010/main" val="297128138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F4CF10-DEE6-C232-4A58-FB05375C8103}"/>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72DADB93-AB80-F55A-175E-A8792639A8E8}"/>
              </a:ext>
            </a:extLst>
          </p:cNvPr>
          <p:cNvSpPr>
            <a:spLocks noGrp="1"/>
          </p:cNvSpPr>
          <p:nvPr>
            <p:ph type="title"/>
          </p:nvPr>
        </p:nvSpPr>
        <p:spPr/>
        <p:txBody>
          <a:bodyPr/>
          <a:lstStyle/>
          <a:p>
            <a:r>
              <a:rPr lang="en-IN"/>
              <a:t>5-Step Semicircle Infographic Slide Template</a:t>
            </a:r>
          </a:p>
        </p:txBody>
      </p:sp>
      <p:sp>
        <p:nvSpPr>
          <p:cNvPr id="34" name="Freeform: Shape 33">
            <a:extLst>
              <a:ext uri="{FF2B5EF4-FFF2-40B4-BE49-F238E27FC236}">
                <a16:creationId xmlns:a16="http://schemas.microsoft.com/office/drawing/2014/main" id="{22F13D19-7F24-B477-73BE-48AD6A97A7B0}"/>
              </a:ext>
            </a:extLst>
          </p:cNvPr>
          <p:cNvSpPr/>
          <p:nvPr/>
        </p:nvSpPr>
        <p:spPr>
          <a:xfrm>
            <a:off x="1956862" y="3072825"/>
            <a:ext cx="2410784" cy="1494317"/>
          </a:xfrm>
          <a:custGeom>
            <a:avLst/>
            <a:gdLst>
              <a:gd name="connsiteX0" fmla="*/ 2293959 w 2410784"/>
              <a:gd name="connsiteY0" fmla="*/ 1494318 h 1494317"/>
              <a:gd name="connsiteX1" fmla="*/ 2410785 w 2410784"/>
              <a:gd name="connsiteY1" fmla="*/ 741527 h 1494317"/>
              <a:gd name="connsiteX2" fmla="*/ 2297647 w 2410784"/>
              <a:gd name="connsiteY2" fmla="*/ 0 h 1494317"/>
              <a:gd name="connsiteX3" fmla="*/ 0 w 2410784"/>
              <a:gd name="connsiteY3" fmla="*/ 741726 h 1494317"/>
              <a:gd name="connsiteX4" fmla="*/ 2293959 w 2410784"/>
              <a:gd name="connsiteY4" fmla="*/ 1494318 h 149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784" h="1494317">
                <a:moveTo>
                  <a:pt x="2293959" y="1494318"/>
                </a:moveTo>
                <a:cubicBezTo>
                  <a:pt x="2369716" y="1256977"/>
                  <a:pt x="2410785" y="1004087"/>
                  <a:pt x="2410785" y="741527"/>
                </a:cubicBezTo>
                <a:cubicBezTo>
                  <a:pt x="2410785" y="478967"/>
                  <a:pt x="2371112" y="234151"/>
                  <a:pt x="2297647" y="0"/>
                </a:cubicBezTo>
                <a:lnTo>
                  <a:pt x="0" y="741726"/>
                </a:lnTo>
                <a:lnTo>
                  <a:pt x="2293959" y="1494318"/>
                </a:lnTo>
                <a:close/>
              </a:path>
            </a:pathLst>
          </a:custGeom>
          <a:gradFill flip="none" rotWithShape="1">
            <a:gsLst>
              <a:gs pos="0">
                <a:schemeClr val="bg1">
                  <a:lumMod val="95000"/>
                </a:schemeClr>
              </a:gs>
              <a:gs pos="100000">
                <a:schemeClr val="bg1">
                  <a:lumMod val="85000"/>
                </a:schemeClr>
              </a:gs>
            </a:gsLst>
            <a:lin ang="5400000" scaled="1"/>
            <a:tileRect/>
          </a:gradFill>
          <a:ln w="9967"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id="{DD1D04F1-EFDD-0DC0-9444-C7214F8BB627}"/>
              </a:ext>
            </a:extLst>
          </p:cNvPr>
          <p:cNvSpPr/>
          <p:nvPr/>
        </p:nvSpPr>
        <p:spPr>
          <a:xfrm>
            <a:off x="1944901" y="1825815"/>
            <a:ext cx="2297547" cy="1951454"/>
          </a:xfrm>
          <a:custGeom>
            <a:avLst/>
            <a:gdLst>
              <a:gd name="connsiteX0" fmla="*/ 2297547 w 2297547"/>
              <a:gd name="connsiteY0" fmla="*/ 1209828 h 1951454"/>
              <a:gd name="connsiteX1" fmla="*/ 1420654 w 2297547"/>
              <a:gd name="connsiteY1" fmla="*/ 0 h 1951454"/>
              <a:gd name="connsiteX2" fmla="*/ 0 w 2297547"/>
              <a:gd name="connsiteY2" fmla="*/ 1951455 h 1951454"/>
              <a:gd name="connsiteX3" fmla="*/ 2297547 w 2297547"/>
              <a:gd name="connsiteY3" fmla="*/ 1209828 h 1951454"/>
            </a:gdLst>
            <a:ahLst/>
            <a:cxnLst>
              <a:cxn ang="0">
                <a:pos x="connsiteX0" y="connsiteY0"/>
              </a:cxn>
              <a:cxn ang="0">
                <a:pos x="connsiteX1" y="connsiteY1"/>
              </a:cxn>
              <a:cxn ang="0">
                <a:pos x="connsiteX2" y="connsiteY2"/>
              </a:cxn>
              <a:cxn ang="0">
                <a:pos x="connsiteX3" y="connsiteY3"/>
              </a:cxn>
            </a:cxnLst>
            <a:rect l="l" t="t" r="r" b="b"/>
            <a:pathLst>
              <a:path w="2297547" h="1951454">
                <a:moveTo>
                  <a:pt x="2297547" y="1209828"/>
                </a:moveTo>
                <a:cubicBezTo>
                  <a:pt x="2135665" y="721292"/>
                  <a:pt x="1825657" y="300239"/>
                  <a:pt x="1420654" y="0"/>
                </a:cubicBezTo>
                <a:lnTo>
                  <a:pt x="0" y="1951455"/>
                </a:lnTo>
                <a:lnTo>
                  <a:pt x="2297547" y="1209828"/>
                </a:lnTo>
                <a:close/>
              </a:path>
            </a:pathLst>
          </a:custGeom>
          <a:gradFill flip="none" rotWithShape="1">
            <a:gsLst>
              <a:gs pos="0">
                <a:schemeClr val="bg1">
                  <a:lumMod val="95000"/>
                </a:schemeClr>
              </a:gs>
              <a:gs pos="100000">
                <a:schemeClr val="bg1">
                  <a:lumMod val="85000"/>
                </a:schemeClr>
              </a:gs>
            </a:gsLst>
            <a:lin ang="5400000" scaled="1"/>
            <a:tileRect/>
          </a:gradFill>
          <a:ln w="9967"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id="{C3C636A8-C993-C087-BB85-F61514E7F12A}"/>
              </a:ext>
            </a:extLst>
          </p:cNvPr>
          <p:cNvSpPr/>
          <p:nvPr/>
        </p:nvSpPr>
        <p:spPr>
          <a:xfrm>
            <a:off x="1913402" y="1340769"/>
            <a:ext cx="1420653" cy="2413575"/>
          </a:xfrm>
          <a:custGeom>
            <a:avLst/>
            <a:gdLst>
              <a:gd name="connsiteX0" fmla="*/ 1420653 w 1420653"/>
              <a:gd name="connsiteY0" fmla="*/ 462121 h 2413575"/>
              <a:gd name="connsiteX1" fmla="*/ 0 w 1420653"/>
              <a:gd name="connsiteY1" fmla="*/ 0 h 2413575"/>
              <a:gd name="connsiteX2" fmla="*/ 0 w 1420653"/>
              <a:gd name="connsiteY2" fmla="*/ 2413576 h 2413575"/>
              <a:gd name="connsiteX3" fmla="*/ 1420653 w 1420653"/>
              <a:gd name="connsiteY3" fmla="*/ 462121 h 2413575"/>
            </a:gdLst>
            <a:ahLst/>
            <a:cxnLst>
              <a:cxn ang="0">
                <a:pos x="connsiteX0" y="connsiteY0"/>
              </a:cxn>
              <a:cxn ang="0">
                <a:pos x="connsiteX1" y="connsiteY1"/>
              </a:cxn>
              <a:cxn ang="0">
                <a:pos x="connsiteX2" y="connsiteY2"/>
              </a:cxn>
              <a:cxn ang="0">
                <a:pos x="connsiteX3" y="connsiteY3"/>
              </a:cxn>
            </a:cxnLst>
            <a:rect l="l" t="t" r="r" b="b"/>
            <a:pathLst>
              <a:path w="1420653" h="2413575">
                <a:moveTo>
                  <a:pt x="1420653" y="462121"/>
                </a:moveTo>
                <a:cubicBezTo>
                  <a:pt x="1019936" y="174641"/>
                  <a:pt x="529804" y="4087"/>
                  <a:pt x="0" y="0"/>
                </a:cubicBezTo>
                <a:lnTo>
                  <a:pt x="0" y="2413576"/>
                </a:lnTo>
                <a:lnTo>
                  <a:pt x="1420653" y="462121"/>
                </a:lnTo>
                <a:close/>
              </a:path>
            </a:pathLst>
          </a:custGeom>
          <a:gradFill flip="none" rotWithShape="1">
            <a:gsLst>
              <a:gs pos="0">
                <a:schemeClr val="bg1">
                  <a:lumMod val="95000"/>
                </a:schemeClr>
              </a:gs>
              <a:gs pos="100000">
                <a:schemeClr val="bg1">
                  <a:lumMod val="85000"/>
                </a:schemeClr>
              </a:gs>
            </a:gsLst>
            <a:lin ang="2700000" scaled="1"/>
            <a:tileRect/>
          </a:gradFill>
          <a:ln w="9967"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id="{736F809E-A849-322B-4B8D-B28A0FBB33BF}"/>
              </a:ext>
            </a:extLst>
          </p:cNvPr>
          <p:cNvSpPr/>
          <p:nvPr/>
        </p:nvSpPr>
        <p:spPr>
          <a:xfrm>
            <a:off x="1913401" y="3874759"/>
            <a:ext cx="1411084" cy="2413077"/>
          </a:xfrm>
          <a:custGeom>
            <a:avLst/>
            <a:gdLst>
              <a:gd name="connsiteX0" fmla="*/ 0 w 1411084"/>
              <a:gd name="connsiteY0" fmla="*/ 2413077 h 2413077"/>
              <a:gd name="connsiteX1" fmla="*/ 1411084 w 1411084"/>
              <a:gd name="connsiteY1" fmla="*/ 1957934 h 2413077"/>
              <a:gd name="connsiteX2" fmla="*/ 0 w 1411084"/>
              <a:gd name="connsiteY2" fmla="*/ 0 h 2413077"/>
              <a:gd name="connsiteX3" fmla="*/ 0 w 1411084"/>
              <a:gd name="connsiteY3" fmla="*/ 2413077 h 2413077"/>
            </a:gdLst>
            <a:ahLst/>
            <a:cxnLst>
              <a:cxn ang="0">
                <a:pos x="connsiteX0" y="connsiteY0"/>
              </a:cxn>
              <a:cxn ang="0">
                <a:pos x="connsiteX1" y="connsiteY1"/>
              </a:cxn>
              <a:cxn ang="0">
                <a:pos x="connsiteX2" y="connsiteY2"/>
              </a:cxn>
              <a:cxn ang="0">
                <a:pos x="connsiteX3" y="connsiteY3"/>
              </a:cxn>
            </a:cxnLst>
            <a:rect l="l" t="t" r="r" b="b"/>
            <a:pathLst>
              <a:path w="1411084" h="2413077">
                <a:moveTo>
                  <a:pt x="0" y="2413077"/>
                </a:moveTo>
                <a:cubicBezTo>
                  <a:pt x="525618" y="2408991"/>
                  <a:pt x="1012161" y="2241227"/>
                  <a:pt x="1411084" y="1957934"/>
                </a:cubicBezTo>
                <a:lnTo>
                  <a:pt x="0" y="0"/>
                </a:lnTo>
                <a:lnTo>
                  <a:pt x="0" y="2413077"/>
                </a:lnTo>
                <a:close/>
              </a:path>
            </a:pathLst>
          </a:custGeom>
          <a:gradFill flip="none" rotWithShape="1">
            <a:gsLst>
              <a:gs pos="0">
                <a:schemeClr val="bg1">
                  <a:lumMod val="95000"/>
                </a:schemeClr>
              </a:gs>
              <a:gs pos="100000">
                <a:schemeClr val="bg1">
                  <a:lumMod val="85000"/>
                </a:schemeClr>
              </a:gs>
            </a:gsLst>
            <a:lin ang="5400000" scaled="1"/>
            <a:tileRect/>
          </a:gradFill>
          <a:ln w="9967"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id="{386213B5-01F3-B4F2-642F-0AD7E0D0A7E5}"/>
              </a:ext>
            </a:extLst>
          </p:cNvPr>
          <p:cNvSpPr/>
          <p:nvPr/>
        </p:nvSpPr>
        <p:spPr>
          <a:xfrm>
            <a:off x="1944701" y="3851532"/>
            <a:ext cx="2294058" cy="1958232"/>
          </a:xfrm>
          <a:custGeom>
            <a:avLst/>
            <a:gdLst>
              <a:gd name="connsiteX0" fmla="*/ 1411284 w 2294058"/>
              <a:gd name="connsiteY0" fmla="*/ 1958233 h 1958232"/>
              <a:gd name="connsiteX1" fmla="*/ 2294058 w 2294058"/>
              <a:gd name="connsiteY1" fmla="*/ 752691 h 1958232"/>
              <a:gd name="connsiteX2" fmla="*/ 0 w 2294058"/>
              <a:gd name="connsiteY2" fmla="*/ 0 h 1958232"/>
              <a:gd name="connsiteX3" fmla="*/ 1411284 w 2294058"/>
              <a:gd name="connsiteY3" fmla="*/ 1958133 h 1958232"/>
            </a:gdLst>
            <a:ahLst/>
            <a:cxnLst>
              <a:cxn ang="0">
                <a:pos x="connsiteX0" y="connsiteY0"/>
              </a:cxn>
              <a:cxn ang="0">
                <a:pos x="connsiteX1" y="connsiteY1"/>
              </a:cxn>
              <a:cxn ang="0">
                <a:pos x="connsiteX2" y="connsiteY2"/>
              </a:cxn>
              <a:cxn ang="0">
                <a:pos x="connsiteX3" y="connsiteY3"/>
              </a:cxn>
            </a:cxnLst>
            <a:rect l="l" t="t" r="r" b="b"/>
            <a:pathLst>
              <a:path w="2294058" h="1958232">
                <a:moveTo>
                  <a:pt x="1411284" y="1958233"/>
                </a:moveTo>
                <a:cubicBezTo>
                  <a:pt x="1817783" y="1659788"/>
                  <a:pt x="2129884" y="1240331"/>
                  <a:pt x="2294058" y="752691"/>
                </a:cubicBezTo>
                <a:lnTo>
                  <a:pt x="0" y="0"/>
                </a:lnTo>
                <a:lnTo>
                  <a:pt x="1411284" y="1958133"/>
                </a:lnTo>
                <a:close/>
              </a:path>
            </a:pathLst>
          </a:custGeom>
          <a:gradFill flip="none" rotWithShape="1">
            <a:gsLst>
              <a:gs pos="0">
                <a:schemeClr val="bg1">
                  <a:lumMod val="95000"/>
                </a:schemeClr>
              </a:gs>
              <a:gs pos="100000">
                <a:schemeClr val="bg1">
                  <a:lumMod val="85000"/>
                </a:schemeClr>
              </a:gs>
            </a:gsLst>
            <a:lin ang="5400000" scaled="1"/>
            <a:tileRect/>
          </a:gradFill>
          <a:ln w="9967"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id="{A3D05E9E-1A8D-BCA3-09D8-D514E6CC538C}"/>
              </a:ext>
            </a:extLst>
          </p:cNvPr>
          <p:cNvSpPr/>
          <p:nvPr/>
        </p:nvSpPr>
        <p:spPr>
          <a:xfrm>
            <a:off x="3916990" y="3072825"/>
            <a:ext cx="450657" cy="1494317"/>
          </a:xfrm>
          <a:custGeom>
            <a:avLst/>
            <a:gdLst>
              <a:gd name="connsiteX0" fmla="*/ 100 w 450657"/>
              <a:gd name="connsiteY0" fmla="*/ 1384768 h 1494317"/>
              <a:gd name="connsiteX1" fmla="*/ 333832 w 450657"/>
              <a:gd name="connsiteY1" fmla="*/ 1494318 h 1494317"/>
              <a:gd name="connsiteX2" fmla="*/ 450658 w 450657"/>
              <a:gd name="connsiteY2" fmla="*/ 741527 h 1494317"/>
              <a:gd name="connsiteX3" fmla="*/ 337520 w 450657"/>
              <a:gd name="connsiteY3" fmla="*/ 0 h 1494317"/>
              <a:gd name="connsiteX4" fmla="*/ 3190 w 450657"/>
              <a:gd name="connsiteY4" fmla="*/ 107955 h 1494317"/>
              <a:gd name="connsiteX5" fmla="*/ 99382 w 450657"/>
              <a:gd name="connsiteY5" fmla="*/ 741527 h 1494317"/>
              <a:gd name="connsiteX6" fmla="*/ 0 w 450657"/>
              <a:gd name="connsiteY6" fmla="*/ 1384768 h 149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0657" h="1494317">
                <a:moveTo>
                  <a:pt x="100" y="1384768"/>
                </a:moveTo>
                <a:lnTo>
                  <a:pt x="333832" y="1494318"/>
                </a:lnTo>
                <a:cubicBezTo>
                  <a:pt x="409589" y="1256977"/>
                  <a:pt x="450658" y="1004087"/>
                  <a:pt x="450658" y="741527"/>
                </a:cubicBezTo>
                <a:cubicBezTo>
                  <a:pt x="450658" y="478967"/>
                  <a:pt x="410985" y="234151"/>
                  <a:pt x="337520" y="0"/>
                </a:cubicBezTo>
                <a:lnTo>
                  <a:pt x="3190" y="107955"/>
                </a:lnTo>
                <a:cubicBezTo>
                  <a:pt x="65690" y="308014"/>
                  <a:pt x="99382" y="520833"/>
                  <a:pt x="99382" y="741527"/>
                </a:cubicBezTo>
                <a:cubicBezTo>
                  <a:pt x="99382" y="962221"/>
                  <a:pt x="64494" y="1181917"/>
                  <a:pt x="0" y="1384768"/>
                </a:cubicBez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id="{4487EB28-8801-A079-9534-04FC7E77DF19}"/>
              </a:ext>
            </a:extLst>
          </p:cNvPr>
          <p:cNvSpPr/>
          <p:nvPr/>
        </p:nvSpPr>
        <p:spPr>
          <a:xfrm>
            <a:off x="3158915" y="1825815"/>
            <a:ext cx="1083632" cy="1317782"/>
          </a:xfrm>
          <a:custGeom>
            <a:avLst/>
            <a:gdLst>
              <a:gd name="connsiteX0" fmla="*/ 749302 w 1083632"/>
              <a:gd name="connsiteY0" fmla="*/ 1317783 h 1317782"/>
              <a:gd name="connsiteX1" fmla="*/ 1083632 w 1083632"/>
              <a:gd name="connsiteY1" fmla="*/ 1209828 h 1317782"/>
              <a:gd name="connsiteX2" fmla="*/ 206739 w 1083632"/>
              <a:gd name="connsiteY2" fmla="*/ 0 h 1317782"/>
              <a:gd name="connsiteX3" fmla="*/ 0 w 1083632"/>
              <a:gd name="connsiteY3" fmla="*/ 283991 h 1317782"/>
              <a:gd name="connsiteX4" fmla="*/ 749302 w 1083632"/>
              <a:gd name="connsiteY4" fmla="*/ 1317783 h 131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632" h="1317782">
                <a:moveTo>
                  <a:pt x="749302" y="1317783"/>
                </a:moveTo>
                <a:lnTo>
                  <a:pt x="1083632" y="1209828"/>
                </a:lnTo>
                <a:cubicBezTo>
                  <a:pt x="921750" y="721292"/>
                  <a:pt x="611743" y="300239"/>
                  <a:pt x="206739" y="0"/>
                </a:cubicBezTo>
                <a:lnTo>
                  <a:pt x="0" y="283991"/>
                </a:lnTo>
                <a:cubicBezTo>
                  <a:pt x="345694" y="540969"/>
                  <a:pt x="610447" y="900618"/>
                  <a:pt x="749302" y="1317783"/>
                </a:cubicBez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id="{BC5DB50D-15E4-BBF3-447E-249CFEF1C7CA}"/>
              </a:ext>
            </a:extLst>
          </p:cNvPr>
          <p:cNvSpPr/>
          <p:nvPr/>
        </p:nvSpPr>
        <p:spPr>
          <a:xfrm>
            <a:off x="1913402" y="1340768"/>
            <a:ext cx="1420753" cy="746012"/>
          </a:xfrm>
          <a:custGeom>
            <a:avLst/>
            <a:gdLst>
              <a:gd name="connsiteX0" fmla="*/ 1420653 w 1420753"/>
              <a:gd name="connsiteY0" fmla="*/ 462121 h 746012"/>
              <a:gd name="connsiteX1" fmla="*/ 0 w 1420753"/>
              <a:gd name="connsiteY1" fmla="*/ 0 h 746012"/>
              <a:gd name="connsiteX2" fmla="*/ 0 w 1420753"/>
              <a:gd name="connsiteY2" fmla="*/ 351176 h 746012"/>
              <a:gd name="connsiteX3" fmla="*/ 1214015 w 1420753"/>
              <a:gd name="connsiteY3" fmla="*/ 746013 h 746012"/>
              <a:gd name="connsiteX4" fmla="*/ 1420753 w 1420753"/>
              <a:gd name="connsiteY4" fmla="*/ 462021 h 746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53" h="746012">
                <a:moveTo>
                  <a:pt x="1420653" y="462121"/>
                </a:moveTo>
                <a:cubicBezTo>
                  <a:pt x="1019936" y="174641"/>
                  <a:pt x="529804" y="4087"/>
                  <a:pt x="0" y="0"/>
                </a:cubicBezTo>
                <a:lnTo>
                  <a:pt x="0" y="351176"/>
                </a:lnTo>
                <a:cubicBezTo>
                  <a:pt x="452552" y="355263"/>
                  <a:pt x="871212" y="500897"/>
                  <a:pt x="1214015" y="746013"/>
                </a:cubicBezTo>
                <a:lnTo>
                  <a:pt x="1420753" y="462021"/>
                </a:ln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id="{D0B207A3-37D9-047F-68DF-48A64BE7D536}"/>
              </a:ext>
            </a:extLst>
          </p:cNvPr>
          <p:cNvSpPr/>
          <p:nvPr/>
        </p:nvSpPr>
        <p:spPr>
          <a:xfrm>
            <a:off x="1913401" y="5547705"/>
            <a:ext cx="1411084" cy="740131"/>
          </a:xfrm>
          <a:custGeom>
            <a:avLst/>
            <a:gdLst>
              <a:gd name="connsiteX0" fmla="*/ 0 w 1411084"/>
              <a:gd name="connsiteY0" fmla="*/ 740131 h 740131"/>
              <a:gd name="connsiteX1" fmla="*/ 1411084 w 1411084"/>
              <a:gd name="connsiteY1" fmla="*/ 284988 h 740131"/>
              <a:gd name="connsiteX2" fmla="*/ 1205741 w 1411084"/>
              <a:gd name="connsiteY2" fmla="*/ 0 h 740131"/>
              <a:gd name="connsiteX3" fmla="*/ 0 w 1411084"/>
              <a:gd name="connsiteY3" fmla="*/ 388955 h 740131"/>
              <a:gd name="connsiteX4" fmla="*/ 0 w 1411084"/>
              <a:gd name="connsiteY4" fmla="*/ 740131 h 740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084" h="740131">
                <a:moveTo>
                  <a:pt x="0" y="740131"/>
                </a:moveTo>
                <a:cubicBezTo>
                  <a:pt x="525618" y="736044"/>
                  <a:pt x="1012161" y="568281"/>
                  <a:pt x="1411084" y="284988"/>
                </a:cubicBezTo>
                <a:lnTo>
                  <a:pt x="1205741" y="0"/>
                </a:lnTo>
                <a:cubicBezTo>
                  <a:pt x="864533" y="241627"/>
                  <a:pt x="448963" y="384868"/>
                  <a:pt x="0" y="388955"/>
                </a:cubicBezTo>
                <a:lnTo>
                  <a:pt x="0" y="740131"/>
                </a:ln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id="{789F36BE-1F79-C321-FC3A-3BA78471D7C3}"/>
              </a:ext>
            </a:extLst>
          </p:cNvPr>
          <p:cNvSpPr/>
          <p:nvPr/>
        </p:nvSpPr>
        <p:spPr>
          <a:xfrm>
            <a:off x="3150642" y="4494575"/>
            <a:ext cx="1088117" cy="1315091"/>
          </a:xfrm>
          <a:custGeom>
            <a:avLst/>
            <a:gdLst>
              <a:gd name="connsiteX0" fmla="*/ 0 w 1088117"/>
              <a:gd name="connsiteY0" fmla="*/ 1030203 h 1315091"/>
              <a:gd name="connsiteX1" fmla="*/ 205343 w 1088117"/>
              <a:gd name="connsiteY1" fmla="*/ 1315091 h 1315091"/>
              <a:gd name="connsiteX2" fmla="*/ 1088118 w 1088117"/>
              <a:gd name="connsiteY2" fmla="*/ 109549 h 1315091"/>
              <a:gd name="connsiteX3" fmla="*/ 754386 w 1088117"/>
              <a:gd name="connsiteY3" fmla="*/ 0 h 1315091"/>
              <a:gd name="connsiteX4" fmla="*/ 0 w 1088117"/>
              <a:gd name="connsiteY4" fmla="*/ 1030103 h 1315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7" h="1315091">
                <a:moveTo>
                  <a:pt x="0" y="1030203"/>
                </a:moveTo>
                <a:lnTo>
                  <a:pt x="205343" y="1315091"/>
                </a:lnTo>
                <a:cubicBezTo>
                  <a:pt x="611842" y="1016646"/>
                  <a:pt x="923943" y="597189"/>
                  <a:pt x="1088118" y="109549"/>
                </a:cubicBezTo>
                <a:lnTo>
                  <a:pt x="754386" y="0"/>
                </a:lnTo>
                <a:cubicBezTo>
                  <a:pt x="613536" y="416367"/>
                  <a:pt x="346990" y="774720"/>
                  <a:pt x="0" y="1030103"/>
                </a:cubicBezTo>
                <a:close/>
              </a:path>
            </a:pathLst>
          </a:custGeom>
          <a:gradFill flip="none" rotWithShape="1">
            <a:gsLst>
              <a:gs pos="0">
                <a:schemeClr val="accent1"/>
              </a:gs>
              <a:gs pos="100000">
                <a:schemeClr val="accent1">
                  <a:lumMod val="60000"/>
                  <a:lumOff val="40000"/>
                </a:schemeClr>
              </a:gs>
            </a:gsLst>
            <a:lin ang="16200000" scaled="1"/>
            <a:tileRect/>
          </a:gradFill>
          <a:ln w="9967"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id="{8979047E-AE66-48DD-1DC1-6F88E09E4438}"/>
              </a:ext>
            </a:extLst>
          </p:cNvPr>
          <p:cNvSpPr/>
          <p:nvPr/>
        </p:nvSpPr>
        <p:spPr>
          <a:xfrm>
            <a:off x="522625" y="2601687"/>
            <a:ext cx="2682377" cy="2682375"/>
          </a:xfrm>
          <a:custGeom>
            <a:avLst/>
            <a:gdLst>
              <a:gd name="connsiteX0" fmla="*/ 1908692 w 1908691"/>
              <a:gd name="connsiteY0" fmla="*/ 954346 h 1908691"/>
              <a:gd name="connsiteX1" fmla="*/ 954346 w 1908691"/>
              <a:gd name="connsiteY1" fmla="*/ 1908691 h 1908691"/>
              <a:gd name="connsiteX2" fmla="*/ 0 w 1908691"/>
              <a:gd name="connsiteY2" fmla="*/ 954346 h 1908691"/>
              <a:gd name="connsiteX3" fmla="*/ 954346 w 1908691"/>
              <a:gd name="connsiteY3" fmla="*/ 0 h 1908691"/>
              <a:gd name="connsiteX4" fmla="*/ 1908692 w 1908691"/>
              <a:gd name="connsiteY4" fmla="*/ 954346 h 1908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8691" h="1908691">
                <a:moveTo>
                  <a:pt x="1908692" y="954346"/>
                </a:moveTo>
                <a:cubicBezTo>
                  <a:pt x="1908692" y="1481416"/>
                  <a:pt x="1481416" y="1908691"/>
                  <a:pt x="954346" y="1908691"/>
                </a:cubicBezTo>
                <a:cubicBezTo>
                  <a:pt x="427275" y="1908691"/>
                  <a:pt x="0" y="1481416"/>
                  <a:pt x="0" y="954346"/>
                </a:cubicBezTo>
                <a:cubicBezTo>
                  <a:pt x="0" y="427275"/>
                  <a:pt x="427275" y="0"/>
                  <a:pt x="954346" y="0"/>
                </a:cubicBezTo>
                <a:cubicBezTo>
                  <a:pt x="1481416" y="0"/>
                  <a:pt x="1908692" y="427275"/>
                  <a:pt x="1908692" y="954346"/>
                </a:cubicBezTo>
                <a:close/>
              </a:path>
            </a:pathLst>
          </a:custGeom>
          <a:solidFill>
            <a:schemeClr val="tx1">
              <a:alpha val="31000"/>
            </a:schemeClr>
          </a:solidFill>
          <a:ln w="9967" cap="flat">
            <a:noFill/>
            <a:prstDash val="solid"/>
            <a:miter/>
          </a:ln>
          <a:effectLst>
            <a:softEdge rad="266700"/>
          </a:effectLst>
        </p:spPr>
        <p:txBody>
          <a:bodyPr rtlCol="0" anchor="ctr"/>
          <a:lstStyle/>
          <a:p>
            <a:endParaRPr lang="en-IN"/>
          </a:p>
        </p:txBody>
      </p:sp>
      <p:sp>
        <p:nvSpPr>
          <p:cNvPr id="50" name="Freeform: Shape 49">
            <a:extLst>
              <a:ext uri="{FF2B5EF4-FFF2-40B4-BE49-F238E27FC236}">
                <a16:creationId xmlns:a16="http://schemas.microsoft.com/office/drawing/2014/main" id="{AE80F786-9D61-1361-2FD3-FC65AD3F49A7}"/>
              </a:ext>
            </a:extLst>
          </p:cNvPr>
          <p:cNvSpPr/>
          <p:nvPr/>
        </p:nvSpPr>
        <p:spPr>
          <a:xfrm>
            <a:off x="792568" y="2713056"/>
            <a:ext cx="2202592" cy="2202590"/>
          </a:xfrm>
          <a:custGeom>
            <a:avLst/>
            <a:gdLst>
              <a:gd name="connsiteX0" fmla="*/ 1908692 w 1908691"/>
              <a:gd name="connsiteY0" fmla="*/ 954346 h 1908691"/>
              <a:gd name="connsiteX1" fmla="*/ 954346 w 1908691"/>
              <a:gd name="connsiteY1" fmla="*/ 1908691 h 1908691"/>
              <a:gd name="connsiteX2" fmla="*/ 0 w 1908691"/>
              <a:gd name="connsiteY2" fmla="*/ 954346 h 1908691"/>
              <a:gd name="connsiteX3" fmla="*/ 954346 w 1908691"/>
              <a:gd name="connsiteY3" fmla="*/ 0 h 1908691"/>
              <a:gd name="connsiteX4" fmla="*/ 1908692 w 1908691"/>
              <a:gd name="connsiteY4" fmla="*/ 954346 h 1908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8691" h="1908691">
                <a:moveTo>
                  <a:pt x="1908692" y="954346"/>
                </a:moveTo>
                <a:cubicBezTo>
                  <a:pt x="1908692" y="1481416"/>
                  <a:pt x="1481416" y="1908691"/>
                  <a:pt x="954346" y="1908691"/>
                </a:cubicBezTo>
                <a:cubicBezTo>
                  <a:pt x="427275" y="1908691"/>
                  <a:pt x="0" y="1481416"/>
                  <a:pt x="0" y="954346"/>
                </a:cubicBezTo>
                <a:cubicBezTo>
                  <a:pt x="0" y="427275"/>
                  <a:pt x="427275" y="0"/>
                  <a:pt x="954346" y="0"/>
                </a:cubicBezTo>
                <a:cubicBezTo>
                  <a:pt x="1481416" y="0"/>
                  <a:pt x="1908692" y="427275"/>
                  <a:pt x="1908692" y="954346"/>
                </a:cubicBezTo>
                <a:close/>
              </a:path>
            </a:pathLst>
          </a:custGeom>
          <a:gradFill flip="none" rotWithShape="1">
            <a:gsLst>
              <a:gs pos="0">
                <a:schemeClr val="bg1"/>
              </a:gs>
              <a:gs pos="100000">
                <a:schemeClr val="bg1">
                  <a:lumMod val="75000"/>
                </a:schemeClr>
              </a:gs>
            </a:gsLst>
            <a:lin ang="3600000" scaled="0"/>
            <a:tileRect/>
          </a:gradFill>
          <a:ln w="9967" cap="flat">
            <a:solidFill>
              <a:schemeClr val="bg1"/>
            </a:solid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id="{AE2FC6A8-260E-C982-6681-C523CB88CB20}"/>
              </a:ext>
            </a:extLst>
          </p:cNvPr>
          <p:cNvSpPr/>
          <p:nvPr/>
        </p:nvSpPr>
        <p:spPr>
          <a:xfrm>
            <a:off x="1130026" y="3050515"/>
            <a:ext cx="1527676" cy="1527674"/>
          </a:xfrm>
          <a:custGeom>
            <a:avLst/>
            <a:gdLst>
              <a:gd name="connsiteX0" fmla="*/ 1206339 w 1206339"/>
              <a:gd name="connsiteY0" fmla="*/ 603170 h 1206339"/>
              <a:gd name="connsiteX1" fmla="*/ 603170 w 1206339"/>
              <a:gd name="connsiteY1" fmla="*/ 1206339 h 1206339"/>
              <a:gd name="connsiteX2" fmla="*/ 0 w 1206339"/>
              <a:gd name="connsiteY2" fmla="*/ 603170 h 1206339"/>
              <a:gd name="connsiteX3" fmla="*/ 603170 w 1206339"/>
              <a:gd name="connsiteY3" fmla="*/ 0 h 1206339"/>
              <a:gd name="connsiteX4" fmla="*/ 1206339 w 1206339"/>
              <a:gd name="connsiteY4" fmla="*/ 603170 h 120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39" h="1206339">
                <a:moveTo>
                  <a:pt x="1206339" y="603170"/>
                </a:moveTo>
                <a:cubicBezTo>
                  <a:pt x="1206339" y="936291"/>
                  <a:pt x="936291" y="1206339"/>
                  <a:pt x="603170" y="1206339"/>
                </a:cubicBezTo>
                <a:cubicBezTo>
                  <a:pt x="270048" y="1206339"/>
                  <a:pt x="0" y="936291"/>
                  <a:pt x="0" y="603170"/>
                </a:cubicBezTo>
                <a:cubicBezTo>
                  <a:pt x="0" y="270048"/>
                  <a:pt x="270048" y="0"/>
                  <a:pt x="603170" y="0"/>
                </a:cubicBezTo>
                <a:cubicBezTo>
                  <a:pt x="936291" y="0"/>
                  <a:pt x="1206339" y="270048"/>
                  <a:pt x="1206339" y="603170"/>
                </a:cubicBezTo>
                <a:close/>
              </a:path>
            </a:pathLst>
          </a:custGeom>
          <a:gradFill>
            <a:gsLst>
              <a:gs pos="0">
                <a:schemeClr val="accent1"/>
              </a:gs>
              <a:gs pos="100000">
                <a:schemeClr val="accent1">
                  <a:lumMod val="60000"/>
                  <a:lumOff val="40000"/>
                </a:schemeClr>
              </a:gs>
            </a:gsLst>
            <a:lin ang="16200000" scaled="1"/>
          </a:gradFill>
          <a:ln w="9967" cap="flat">
            <a:noFill/>
            <a:prstDash val="solid"/>
            <a:miter/>
          </a:ln>
        </p:spPr>
        <p:txBody>
          <a:bodyPr rtlCol="0" anchor="ctr"/>
          <a:lstStyle/>
          <a:p>
            <a:endParaRPr lang="en-IN"/>
          </a:p>
        </p:txBody>
      </p:sp>
      <p:pic>
        <p:nvPicPr>
          <p:cNvPr id="55" name="Graphic 54" descr="City with solid fill">
            <a:extLst>
              <a:ext uri="{FF2B5EF4-FFF2-40B4-BE49-F238E27FC236}">
                <a16:creationId xmlns:a16="http://schemas.microsoft.com/office/drawing/2014/main" id="{0198D389-71C5-54FE-9664-2C47482CE62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535492" y="3455980"/>
            <a:ext cx="716744" cy="716744"/>
          </a:xfrm>
          <a:prstGeom prst="rect">
            <a:avLst/>
          </a:prstGeom>
        </p:spPr>
      </p:pic>
      <p:sp>
        <p:nvSpPr>
          <p:cNvPr id="56" name="TextBox 55">
            <a:extLst>
              <a:ext uri="{FF2B5EF4-FFF2-40B4-BE49-F238E27FC236}">
                <a16:creationId xmlns:a16="http://schemas.microsoft.com/office/drawing/2014/main" id="{5212BBF8-B704-3DB2-FF9D-F9E69D0E5E30}"/>
              </a:ext>
            </a:extLst>
          </p:cNvPr>
          <p:cNvSpPr txBox="1"/>
          <p:nvPr/>
        </p:nvSpPr>
        <p:spPr>
          <a:xfrm rot="1152506">
            <a:off x="1846263" y="1654461"/>
            <a:ext cx="1392852" cy="519091"/>
          </a:xfrm>
          <a:prstGeom prst="rect">
            <a:avLst/>
          </a:prstGeom>
          <a:noFill/>
        </p:spPr>
        <p:txBody>
          <a:bodyPr spcFirstLastPara="1" wrap="square" lIns="0" tIns="0" rIns="0" bIns="0" numCol="1" rtlCol="0" anchor="ctr">
            <a:prstTxWarp prst="textArchUp">
              <a:avLst/>
            </a:prstTxWarp>
            <a:noAutofit/>
          </a:bodyPr>
          <a:lstStyle/>
          <a:p>
            <a:pPr algn="ctr"/>
            <a:r>
              <a:rPr lang="en-US" sz="1400" b="1">
                <a:solidFill>
                  <a:schemeClr val="bg1"/>
                </a:solidFill>
              </a:rPr>
              <a:t>STEP 01</a:t>
            </a:r>
            <a:endParaRPr lang="en-IN" sz="1400" b="1">
              <a:solidFill>
                <a:schemeClr val="bg1"/>
              </a:solidFill>
            </a:endParaRPr>
          </a:p>
        </p:txBody>
      </p:sp>
      <p:sp>
        <p:nvSpPr>
          <p:cNvPr id="57" name="TextBox 56">
            <a:extLst>
              <a:ext uri="{FF2B5EF4-FFF2-40B4-BE49-F238E27FC236}">
                <a16:creationId xmlns:a16="http://schemas.microsoft.com/office/drawing/2014/main" id="{DDCD721C-D557-7A91-DC27-695CBD79F312}"/>
              </a:ext>
            </a:extLst>
          </p:cNvPr>
          <p:cNvSpPr txBox="1"/>
          <p:nvPr/>
        </p:nvSpPr>
        <p:spPr>
          <a:xfrm rot="3275186">
            <a:off x="2836863" y="2372920"/>
            <a:ext cx="1392852" cy="519091"/>
          </a:xfrm>
          <a:prstGeom prst="rect">
            <a:avLst/>
          </a:prstGeom>
          <a:noFill/>
        </p:spPr>
        <p:txBody>
          <a:bodyPr spcFirstLastPara="1" wrap="square" lIns="0" tIns="0" rIns="0" bIns="0" numCol="1" rtlCol="0" anchor="ctr">
            <a:prstTxWarp prst="textArchUp">
              <a:avLst/>
            </a:prstTxWarp>
            <a:noAutofit/>
          </a:bodyPr>
          <a:lstStyle/>
          <a:p>
            <a:pPr algn="ctr"/>
            <a:r>
              <a:rPr lang="en-US" sz="1400" b="1">
                <a:solidFill>
                  <a:schemeClr val="bg1"/>
                </a:solidFill>
              </a:rPr>
              <a:t>STEP 02</a:t>
            </a:r>
            <a:endParaRPr lang="en-IN" sz="1400" b="1">
              <a:solidFill>
                <a:schemeClr val="bg1"/>
              </a:solidFill>
            </a:endParaRPr>
          </a:p>
        </p:txBody>
      </p:sp>
      <p:sp>
        <p:nvSpPr>
          <p:cNvPr id="58" name="TextBox 57">
            <a:extLst>
              <a:ext uri="{FF2B5EF4-FFF2-40B4-BE49-F238E27FC236}">
                <a16:creationId xmlns:a16="http://schemas.microsoft.com/office/drawing/2014/main" id="{4C672BA2-76AE-FDD9-9061-99C3C13FEFEA}"/>
              </a:ext>
            </a:extLst>
          </p:cNvPr>
          <p:cNvSpPr txBox="1"/>
          <p:nvPr/>
        </p:nvSpPr>
        <p:spPr>
          <a:xfrm rot="5400000">
            <a:off x="3217864" y="3559464"/>
            <a:ext cx="1392852" cy="519091"/>
          </a:xfrm>
          <a:prstGeom prst="rect">
            <a:avLst/>
          </a:prstGeom>
          <a:noFill/>
        </p:spPr>
        <p:txBody>
          <a:bodyPr spcFirstLastPara="1" wrap="square" lIns="0" tIns="0" rIns="0" bIns="0" numCol="1" rtlCol="0" anchor="ctr">
            <a:prstTxWarp prst="textArchUp">
              <a:avLst/>
            </a:prstTxWarp>
            <a:noAutofit/>
          </a:bodyPr>
          <a:lstStyle/>
          <a:p>
            <a:pPr algn="ctr"/>
            <a:r>
              <a:rPr lang="en-US" sz="1400" b="1">
                <a:solidFill>
                  <a:schemeClr val="bg1"/>
                </a:solidFill>
              </a:rPr>
              <a:t>STEP 03</a:t>
            </a:r>
            <a:endParaRPr lang="en-IN" sz="1400" b="1">
              <a:solidFill>
                <a:schemeClr val="bg1"/>
              </a:solidFill>
            </a:endParaRPr>
          </a:p>
        </p:txBody>
      </p:sp>
      <p:sp>
        <p:nvSpPr>
          <p:cNvPr id="59" name="TextBox 58">
            <a:extLst>
              <a:ext uri="{FF2B5EF4-FFF2-40B4-BE49-F238E27FC236}">
                <a16:creationId xmlns:a16="http://schemas.microsoft.com/office/drawing/2014/main" id="{052CE94F-C1FB-651A-EBBC-F8E036697A8E}"/>
              </a:ext>
            </a:extLst>
          </p:cNvPr>
          <p:cNvSpPr txBox="1"/>
          <p:nvPr/>
        </p:nvSpPr>
        <p:spPr>
          <a:xfrm rot="18366919">
            <a:off x="2869520" y="4756894"/>
            <a:ext cx="1392852" cy="519091"/>
          </a:xfrm>
          <a:prstGeom prst="rect">
            <a:avLst/>
          </a:prstGeom>
          <a:noFill/>
        </p:spPr>
        <p:txBody>
          <a:bodyPr spcFirstLastPara="1" wrap="square" lIns="0" tIns="0" rIns="0" bIns="0" numCol="1" rtlCol="0" anchor="ctr">
            <a:prstTxWarp prst="textArchDown">
              <a:avLst/>
            </a:prstTxWarp>
            <a:noAutofit/>
          </a:bodyPr>
          <a:lstStyle/>
          <a:p>
            <a:pPr algn="ctr"/>
            <a:r>
              <a:rPr lang="en-US" sz="1400" b="1">
                <a:solidFill>
                  <a:schemeClr val="bg1"/>
                </a:solidFill>
              </a:rPr>
              <a:t>STEP 04</a:t>
            </a:r>
            <a:endParaRPr lang="en-IN" sz="1400" b="1">
              <a:solidFill>
                <a:schemeClr val="bg1"/>
              </a:solidFill>
            </a:endParaRPr>
          </a:p>
        </p:txBody>
      </p:sp>
      <p:sp>
        <p:nvSpPr>
          <p:cNvPr id="60" name="TextBox 59">
            <a:extLst>
              <a:ext uri="{FF2B5EF4-FFF2-40B4-BE49-F238E27FC236}">
                <a16:creationId xmlns:a16="http://schemas.microsoft.com/office/drawing/2014/main" id="{FA9BC422-066E-0D90-8392-7E74566DACA0}"/>
              </a:ext>
            </a:extLst>
          </p:cNvPr>
          <p:cNvSpPr txBox="1"/>
          <p:nvPr/>
        </p:nvSpPr>
        <p:spPr>
          <a:xfrm rot="20574728">
            <a:off x="1824492" y="5508009"/>
            <a:ext cx="1392852" cy="519091"/>
          </a:xfrm>
          <a:prstGeom prst="rect">
            <a:avLst/>
          </a:prstGeom>
          <a:noFill/>
        </p:spPr>
        <p:txBody>
          <a:bodyPr spcFirstLastPara="1" wrap="square" lIns="0" tIns="0" rIns="0" bIns="0" numCol="1" rtlCol="0" anchor="ctr">
            <a:prstTxWarp prst="textArchDown">
              <a:avLst/>
            </a:prstTxWarp>
            <a:noAutofit/>
          </a:bodyPr>
          <a:lstStyle/>
          <a:p>
            <a:pPr algn="ctr"/>
            <a:r>
              <a:rPr lang="en-US" sz="1400" b="1">
                <a:solidFill>
                  <a:schemeClr val="bg1"/>
                </a:solidFill>
              </a:rPr>
              <a:t>STEP 05</a:t>
            </a:r>
            <a:endParaRPr lang="en-IN" sz="1400" b="1">
              <a:solidFill>
                <a:schemeClr val="bg1"/>
              </a:solidFill>
            </a:endParaRPr>
          </a:p>
        </p:txBody>
      </p:sp>
      <p:grpSp>
        <p:nvGrpSpPr>
          <p:cNvPr id="61" name="Group 60">
            <a:extLst>
              <a:ext uri="{FF2B5EF4-FFF2-40B4-BE49-F238E27FC236}">
                <a16:creationId xmlns:a16="http://schemas.microsoft.com/office/drawing/2014/main" id="{9E3E48A1-66C0-19A0-8AAB-66492E240487}"/>
              </a:ext>
            </a:extLst>
          </p:cNvPr>
          <p:cNvGrpSpPr/>
          <p:nvPr/>
        </p:nvGrpSpPr>
        <p:grpSpPr>
          <a:xfrm>
            <a:off x="6912636" y="1284454"/>
            <a:ext cx="2241952" cy="824098"/>
            <a:chOff x="1045520" y="1147685"/>
            <a:chExt cx="2241952" cy="824098"/>
          </a:xfrm>
        </p:grpSpPr>
        <p:sp>
          <p:nvSpPr>
            <p:cNvPr id="62" name="TextBox 61">
              <a:extLst>
                <a:ext uri="{FF2B5EF4-FFF2-40B4-BE49-F238E27FC236}">
                  <a16:creationId xmlns:a16="http://schemas.microsoft.com/office/drawing/2014/main" id="{494D801A-882D-1A4A-6598-D355665356F9}"/>
                </a:ext>
              </a:extLst>
            </p:cNvPr>
            <p:cNvSpPr txBox="1"/>
            <p:nvPr/>
          </p:nvSpPr>
          <p:spPr>
            <a:xfrm>
              <a:off x="1045520" y="1500525"/>
              <a:ext cx="2241952" cy="471258"/>
            </a:xfrm>
            <a:prstGeom prst="rect">
              <a:avLst/>
            </a:prstGeom>
            <a:noFill/>
          </p:spPr>
          <p:txBody>
            <a:bodyPr wrap="square" lIns="0" tIns="0" rIns="0" bIns="0" anchor="t">
              <a:noAutofit/>
            </a:bodyPr>
            <a:lstStyle/>
            <a:p>
              <a:pPr>
                <a:defRPr/>
              </a:pPr>
              <a:r>
                <a:rPr lang="en-US" sz="1400" kern="0">
                  <a:solidFill>
                    <a:schemeClr val="tx1">
                      <a:lumMod val="85000"/>
                      <a:lumOff val="15000"/>
                    </a:schemeClr>
                  </a:solidFill>
                  <a:ea typeface="Open Sans" panose="020B0606030504020204" pitchFamily="34" charset="0"/>
                  <a:cs typeface="Open Sans" panose="020B0606030504020204" pitchFamily="34" charset="0"/>
                </a:rPr>
                <a:t>This is a sample text. Insert your desired text here</a:t>
              </a:r>
            </a:p>
          </p:txBody>
        </p:sp>
        <p:sp>
          <p:nvSpPr>
            <p:cNvPr id="63" name="TextBox 62">
              <a:extLst>
                <a:ext uri="{FF2B5EF4-FFF2-40B4-BE49-F238E27FC236}">
                  <a16:creationId xmlns:a16="http://schemas.microsoft.com/office/drawing/2014/main" id="{C3201AAB-ACC0-81B6-09EF-E35E8FA77A9C}"/>
                </a:ext>
              </a:extLst>
            </p:cNvPr>
            <p:cNvSpPr txBox="1"/>
            <p:nvPr/>
          </p:nvSpPr>
          <p:spPr>
            <a:xfrm>
              <a:off x="1045520" y="1147685"/>
              <a:ext cx="2241952" cy="283394"/>
            </a:xfrm>
            <a:prstGeom prst="rect">
              <a:avLst/>
            </a:prstGeom>
            <a:noFill/>
          </p:spPr>
          <p:txBody>
            <a:bodyPr wrap="square" lIns="0" tIns="0" rIns="0" bIns="0" anchor="ctr">
              <a:noAutofit/>
            </a:bodyPr>
            <a:lstStyle/>
            <a:p>
              <a:r>
                <a:rPr lang="en-IN" b="1">
                  <a:solidFill>
                    <a:schemeClr val="tx1">
                      <a:lumMod val="85000"/>
                      <a:lumOff val="15000"/>
                    </a:schemeClr>
                  </a:solidFill>
                  <a:ea typeface="Segoe UI Black" panose="020B0A02040204020203" pitchFamily="34" charset="0"/>
                  <a:cs typeface="Segoe UI Light" panose="020B0502040204020203" pitchFamily="34" charset="0"/>
                </a:rPr>
                <a:t>Placeholder</a:t>
              </a:r>
            </a:p>
          </p:txBody>
        </p:sp>
      </p:grpSp>
      <p:grpSp>
        <p:nvGrpSpPr>
          <p:cNvPr id="64" name="Group 63">
            <a:extLst>
              <a:ext uri="{FF2B5EF4-FFF2-40B4-BE49-F238E27FC236}">
                <a16:creationId xmlns:a16="http://schemas.microsoft.com/office/drawing/2014/main" id="{C16394C2-B4DE-D21C-BCAB-8826B710EF7A}"/>
              </a:ext>
            </a:extLst>
          </p:cNvPr>
          <p:cNvGrpSpPr/>
          <p:nvPr/>
        </p:nvGrpSpPr>
        <p:grpSpPr>
          <a:xfrm>
            <a:off x="9177469" y="2351254"/>
            <a:ext cx="2241952" cy="824098"/>
            <a:chOff x="1045520" y="1147685"/>
            <a:chExt cx="2241952" cy="824098"/>
          </a:xfrm>
        </p:grpSpPr>
        <p:sp>
          <p:nvSpPr>
            <p:cNvPr id="65" name="TextBox 64">
              <a:extLst>
                <a:ext uri="{FF2B5EF4-FFF2-40B4-BE49-F238E27FC236}">
                  <a16:creationId xmlns:a16="http://schemas.microsoft.com/office/drawing/2014/main" id="{C55A1213-A47A-C528-3BCE-D669606AC99A}"/>
                </a:ext>
              </a:extLst>
            </p:cNvPr>
            <p:cNvSpPr txBox="1"/>
            <p:nvPr/>
          </p:nvSpPr>
          <p:spPr>
            <a:xfrm>
              <a:off x="1045520" y="1500525"/>
              <a:ext cx="2241952" cy="471258"/>
            </a:xfrm>
            <a:prstGeom prst="rect">
              <a:avLst/>
            </a:prstGeom>
            <a:noFill/>
          </p:spPr>
          <p:txBody>
            <a:bodyPr wrap="square" lIns="0" tIns="0" rIns="0" bIns="0" anchor="t">
              <a:noAutofit/>
            </a:bodyPr>
            <a:lstStyle/>
            <a:p>
              <a:pPr>
                <a:defRPr/>
              </a:pPr>
              <a:r>
                <a:rPr lang="en-US" sz="1400" kern="0">
                  <a:solidFill>
                    <a:schemeClr val="tx1">
                      <a:lumMod val="85000"/>
                      <a:lumOff val="15000"/>
                    </a:schemeClr>
                  </a:solidFill>
                  <a:ea typeface="Open Sans" panose="020B0606030504020204" pitchFamily="34" charset="0"/>
                  <a:cs typeface="Open Sans" panose="020B0606030504020204" pitchFamily="34" charset="0"/>
                </a:rPr>
                <a:t>This is a sample text. Insert your desired text here</a:t>
              </a:r>
            </a:p>
          </p:txBody>
        </p:sp>
        <p:sp>
          <p:nvSpPr>
            <p:cNvPr id="66" name="TextBox 65">
              <a:extLst>
                <a:ext uri="{FF2B5EF4-FFF2-40B4-BE49-F238E27FC236}">
                  <a16:creationId xmlns:a16="http://schemas.microsoft.com/office/drawing/2014/main" id="{DAB3F4F2-7B8F-562D-2EFC-91350F47824D}"/>
                </a:ext>
              </a:extLst>
            </p:cNvPr>
            <p:cNvSpPr txBox="1"/>
            <p:nvPr/>
          </p:nvSpPr>
          <p:spPr>
            <a:xfrm>
              <a:off x="1045520" y="1147685"/>
              <a:ext cx="2241952" cy="283394"/>
            </a:xfrm>
            <a:prstGeom prst="rect">
              <a:avLst/>
            </a:prstGeom>
            <a:noFill/>
          </p:spPr>
          <p:txBody>
            <a:bodyPr wrap="square" lIns="0" tIns="0" rIns="0" bIns="0" anchor="ctr">
              <a:noAutofit/>
            </a:bodyPr>
            <a:lstStyle/>
            <a:p>
              <a:r>
                <a:rPr lang="en-IN" b="1">
                  <a:solidFill>
                    <a:schemeClr val="tx1">
                      <a:lumMod val="85000"/>
                      <a:lumOff val="15000"/>
                    </a:schemeClr>
                  </a:solidFill>
                  <a:ea typeface="Segoe UI Black" panose="020B0A02040204020203" pitchFamily="34" charset="0"/>
                  <a:cs typeface="Segoe UI Light" panose="020B0502040204020203" pitchFamily="34" charset="0"/>
                </a:rPr>
                <a:t>Placeholder</a:t>
              </a:r>
            </a:p>
          </p:txBody>
        </p:sp>
      </p:grpSp>
      <p:grpSp>
        <p:nvGrpSpPr>
          <p:cNvPr id="67" name="Group 66">
            <a:extLst>
              <a:ext uri="{FF2B5EF4-FFF2-40B4-BE49-F238E27FC236}">
                <a16:creationId xmlns:a16="http://schemas.microsoft.com/office/drawing/2014/main" id="{D0FBFE55-78BF-07A1-1A98-0C1A9B12F4C4}"/>
              </a:ext>
            </a:extLst>
          </p:cNvPr>
          <p:cNvGrpSpPr/>
          <p:nvPr/>
        </p:nvGrpSpPr>
        <p:grpSpPr>
          <a:xfrm>
            <a:off x="6912636" y="5551653"/>
            <a:ext cx="2241952" cy="824098"/>
            <a:chOff x="1045520" y="1147685"/>
            <a:chExt cx="2241952" cy="824098"/>
          </a:xfrm>
        </p:grpSpPr>
        <p:sp>
          <p:nvSpPr>
            <p:cNvPr id="68" name="TextBox 67">
              <a:extLst>
                <a:ext uri="{FF2B5EF4-FFF2-40B4-BE49-F238E27FC236}">
                  <a16:creationId xmlns:a16="http://schemas.microsoft.com/office/drawing/2014/main" id="{110D9E42-4776-E435-70A5-2F8689BE18F9}"/>
                </a:ext>
              </a:extLst>
            </p:cNvPr>
            <p:cNvSpPr txBox="1"/>
            <p:nvPr/>
          </p:nvSpPr>
          <p:spPr>
            <a:xfrm>
              <a:off x="1045520" y="1500525"/>
              <a:ext cx="2241952" cy="471258"/>
            </a:xfrm>
            <a:prstGeom prst="rect">
              <a:avLst/>
            </a:prstGeom>
            <a:noFill/>
          </p:spPr>
          <p:txBody>
            <a:bodyPr wrap="square" lIns="0" tIns="0" rIns="0" bIns="0" anchor="t">
              <a:noAutofit/>
            </a:bodyPr>
            <a:lstStyle/>
            <a:p>
              <a:pPr>
                <a:defRPr/>
              </a:pPr>
              <a:r>
                <a:rPr lang="en-US" sz="1400" kern="0">
                  <a:solidFill>
                    <a:schemeClr val="tx1">
                      <a:lumMod val="85000"/>
                      <a:lumOff val="15000"/>
                    </a:schemeClr>
                  </a:solidFill>
                  <a:ea typeface="Open Sans" panose="020B0606030504020204" pitchFamily="34" charset="0"/>
                  <a:cs typeface="Open Sans" panose="020B0606030504020204" pitchFamily="34" charset="0"/>
                </a:rPr>
                <a:t>This is a sample text. Insert your desired text here</a:t>
              </a:r>
            </a:p>
          </p:txBody>
        </p:sp>
        <p:sp>
          <p:nvSpPr>
            <p:cNvPr id="69" name="TextBox 68">
              <a:extLst>
                <a:ext uri="{FF2B5EF4-FFF2-40B4-BE49-F238E27FC236}">
                  <a16:creationId xmlns:a16="http://schemas.microsoft.com/office/drawing/2014/main" id="{4FD0DF0F-CD10-DA3F-4754-3343318FDCB8}"/>
                </a:ext>
              </a:extLst>
            </p:cNvPr>
            <p:cNvSpPr txBox="1"/>
            <p:nvPr/>
          </p:nvSpPr>
          <p:spPr>
            <a:xfrm>
              <a:off x="1045520" y="1147685"/>
              <a:ext cx="2241952" cy="283394"/>
            </a:xfrm>
            <a:prstGeom prst="rect">
              <a:avLst/>
            </a:prstGeom>
            <a:noFill/>
          </p:spPr>
          <p:txBody>
            <a:bodyPr wrap="square" lIns="0" tIns="0" rIns="0" bIns="0" anchor="ctr">
              <a:noAutofit/>
            </a:bodyPr>
            <a:lstStyle/>
            <a:p>
              <a:r>
                <a:rPr lang="en-IN" b="1">
                  <a:solidFill>
                    <a:schemeClr val="tx1">
                      <a:lumMod val="85000"/>
                      <a:lumOff val="15000"/>
                    </a:schemeClr>
                  </a:solidFill>
                  <a:ea typeface="Segoe UI Black" panose="020B0A02040204020203" pitchFamily="34" charset="0"/>
                  <a:cs typeface="Segoe UI Light" panose="020B0502040204020203" pitchFamily="34" charset="0"/>
                </a:rPr>
                <a:t>Placeholder</a:t>
              </a:r>
            </a:p>
          </p:txBody>
        </p:sp>
      </p:grpSp>
      <p:grpSp>
        <p:nvGrpSpPr>
          <p:cNvPr id="70" name="Group 69">
            <a:extLst>
              <a:ext uri="{FF2B5EF4-FFF2-40B4-BE49-F238E27FC236}">
                <a16:creationId xmlns:a16="http://schemas.microsoft.com/office/drawing/2014/main" id="{CD86A3DC-305F-8DD0-A9CC-82B4E0387F51}"/>
              </a:ext>
            </a:extLst>
          </p:cNvPr>
          <p:cNvGrpSpPr/>
          <p:nvPr/>
        </p:nvGrpSpPr>
        <p:grpSpPr>
          <a:xfrm>
            <a:off x="9177469" y="4484854"/>
            <a:ext cx="2241952" cy="824098"/>
            <a:chOff x="1045520" y="1147685"/>
            <a:chExt cx="2241952" cy="824098"/>
          </a:xfrm>
        </p:grpSpPr>
        <p:sp>
          <p:nvSpPr>
            <p:cNvPr id="71" name="TextBox 70">
              <a:extLst>
                <a:ext uri="{FF2B5EF4-FFF2-40B4-BE49-F238E27FC236}">
                  <a16:creationId xmlns:a16="http://schemas.microsoft.com/office/drawing/2014/main" id="{8FCA995D-1AAA-74FE-D51E-68845F79A4BB}"/>
                </a:ext>
              </a:extLst>
            </p:cNvPr>
            <p:cNvSpPr txBox="1"/>
            <p:nvPr/>
          </p:nvSpPr>
          <p:spPr>
            <a:xfrm>
              <a:off x="1045520" y="1500525"/>
              <a:ext cx="2241952" cy="471258"/>
            </a:xfrm>
            <a:prstGeom prst="rect">
              <a:avLst/>
            </a:prstGeom>
            <a:noFill/>
          </p:spPr>
          <p:txBody>
            <a:bodyPr wrap="square" lIns="0" tIns="0" rIns="0" bIns="0" anchor="t">
              <a:noAutofit/>
            </a:bodyPr>
            <a:lstStyle/>
            <a:p>
              <a:pPr>
                <a:defRPr/>
              </a:pPr>
              <a:r>
                <a:rPr lang="en-US" sz="1400" kern="0">
                  <a:solidFill>
                    <a:schemeClr val="tx1">
                      <a:lumMod val="85000"/>
                      <a:lumOff val="15000"/>
                    </a:schemeClr>
                  </a:solidFill>
                  <a:ea typeface="Open Sans" panose="020B0606030504020204" pitchFamily="34" charset="0"/>
                  <a:cs typeface="Open Sans" panose="020B0606030504020204" pitchFamily="34" charset="0"/>
                </a:rPr>
                <a:t>This is a sample text. Insert your desired text here</a:t>
              </a:r>
            </a:p>
          </p:txBody>
        </p:sp>
        <p:sp>
          <p:nvSpPr>
            <p:cNvPr id="72" name="TextBox 71">
              <a:extLst>
                <a:ext uri="{FF2B5EF4-FFF2-40B4-BE49-F238E27FC236}">
                  <a16:creationId xmlns:a16="http://schemas.microsoft.com/office/drawing/2014/main" id="{1D77251A-1FBA-1683-51DA-ADE604FF112D}"/>
                </a:ext>
              </a:extLst>
            </p:cNvPr>
            <p:cNvSpPr txBox="1"/>
            <p:nvPr/>
          </p:nvSpPr>
          <p:spPr>
            <a:xfrm>
              <a:off x="1045520" y="1147685"/>
              <a:ext cx="2241952" cy="283394"/>
            </a:xfrm>
            <a:prstGeom prst="rect">
              <a:avLst/>
            </a:prstGeom>
            <a:noFill/>
          </p:spPr>
          <p:txBody>
            <a:bodyPr wrap="square" lIns="0" tIns="0" rIns="0" bIns="0" anchor="ctr">
              <a:noAutofit/>
            </a:bodyPr>
            <a:lstStyle/>
            <a:p>
              <a:r>
                <a:rPr lang="en-IN" b="1">
                  <a:solidFill>
                    <a:schemeClr val="tx1">
                      <a:lumMod val="85000"/>
                      <a:lumOff val="15000"/>
                    </a:schemeClr>
                  </a:solidFill>
                  <a:ea typeface="Segoe UI Black" panose="020B0A02040204020203" pitchFamily="34" charset="0"/>
                  <a:cs typeface="Segoe UI Light" panose="020B0502040204020203" pitchFamily="34" charset="0"/>
                </a:rPr>
                <a:t>Placeholder</a:t>
              </a:r>
            </a:p>
          </p:txBody>
        </p:sp>
      </p:grpSp>
      <p:grpSp>
        <p:nvGrpSpPr>
          <p:cNvPr id="73" name="Group 72">
            <a:extLst>
              <a:ext uri="{FF2B5EF4-FFF2-40B4-BE49-F238E27FC236}">
                <a16:creationId xmlns:a16="http://schemas.microsoft.com/office/drawing/2014/main" id="{C8406B5A-AA66-4F0B-62B0-5005720F2459}"/>
              </a:ext>
            </a:extLst>
          </p:cNvPr>
          <p:cNvGrpSpPr/>
          <p:nvPr/>
        </p:nvGrpSpPr>
        <p:grpSpPr>
          <a:xfrm>
            <a:off x="6912636" y="3418054"/>
            <a:ext cx="2241952" cy="824098"/>
            <a:chOff x="1045520" y="1147685"/>
            <a:chExt cx="2241952" cy="824098"/>
          </a:xfrm>
        </p:grpSpPr>
        <p:sp>
          <p:nvSpPr>
            <p:cNvPr id="74" name="TextBox 73">
              <a:extLst>
                <a:ext uri="{FF2B5EF4-FFF2-40B4-BE49-F238E27FC236}">
                  <a16:creationId xmlns:a16="http://schemas.microsoft.com/office/drawing/2014/main" id="{D648F1D6-0D19-5556-5585-D536AAD6242F}"/>
                </a:ext>
              </a:extLst>
            </p:cNvPr>
            <p:cNvSpPr txBox="1"/>
            <p:nvPr/>
          </p:nvSpPr>
          <p:spPr>
            <a:xfrm>
              <a:off x="1045520" y="1500525"/>
              <a:ext cx="2241952" cy="471258"/>
            </a:xfrm>
            <a:prstGeom prst="rect">
              <a:avLst/>
            </a:prstGeom>
            <a:noFill/>
          </p:spPr>
          <p:txBody>
            <a:bodyPr wrap="square" lIns="0" tIns="0" rIns="0" bIns="0" anchor="t">
              <a:noAutofit/>
            </a:bodyPr>
            <a:lstStyle/>
            <a:p>
              <a:pPr>
                <a:defRPr/>
              </a:pPr>
              <a:r>
                <a:rPr lang="en-US" sz="1400" kern="0">
                  <a:solidFill>
                    <a:schemeClr val="tx1">
                      <a:lumMod val="85000"/>
                      <a:lumOff val="15000"/>
                    </a:schemeClr>
                  </a:solidFill>
                  <a:ea typeface="Open Sans" panose="020B0606030504020204" pitchFamily="34" charset="0"/>
                  <a:cs typeface="Open Sans" panose="020B0606030504020204" pitchFamily="34" charset="0"/>
                </a:rPr>
                <a:t>This is a sample text. Insert your desired text here</a:t>
              </a:r>
            </a:p>
          </p:txBody>
        </p:sp>
        <p:sp>
          <p:nvSpPr>
            <p:cNvPr id="75" name="TextBox 74">
              <a:extLst>
                <a:ext uri="{FF2B5EF4-FFF2-40B4-BE49-F238E27FC236}">
                  <a16:creationId xmlns:a16="http://schemas.microsoft.com/office/drawing/2014/main" id="{CEB673CB-D1D3-ABD2-F3FF-DABA156A4D2B}"/>
                </a:ext>
              </a:extLst>
            </p:cNvPr>
            <p:cNvSpPr txBox="1"/>
            <p:nvPr/>
          </p:nvSpPr>
          <p:spPr>
            <a:xfrm>
              <a:off x="1045520" y="1147685"/>
              <a:ext cx="2241952" cy="283394"/>
            </a:xfrm>
            <a:prstGeom prst="rect">
              <a:avLst/>
            </a:prstGeom>
            <a:noFill/>
          </p:spPr>
          <p:txBody>
            <a:bodyPr wrap="square" lIns="0" tIns="0" rIns="0" bIns="0" anchor="ctr">
              <a:noAutofit/>
            </a:bodyPr>
            <a:lstStyle/>
            <a:p>
              <a:r>
                <a:rPr lang="en-IN" b="1">
                  <a:solidFill>
                    <a:schemeClr val="tx1">
                      <a:lumMod val="85000"/>
                      <a:lumOff val="15000"/>
                    </a:schemeClr>
                  </a:solidFill>
                  <a:ea typeface="Segoe UI Black" panose="020B0A02040204020203" pitchFamily="34" charset="0"/>
                  <a:cs typeface="Segoe UI Light" panose="020B0502040204020203" pitchFamily="34" charset="0"/>
                </a:rPr>
                <a:t>Placeholder</a:t>
              </a:r>
            </a:p>
          </p:txBody>
        </p:sp>
      </p:grpSp>
      <p:cxnSp>
        <p:nvCxnSpPr>
          <p:cNvPr id="80" name="Straight Connector 79">
            <a:extLst>
              <a:ext uri="{FF2B5EF4-FFF2-40B4-BE49-F238E27FC236}">
                <a16:creationId xmlns:a16="http://schemas.microsoft.com/office/drawing/2014/main" id="{5B9E38C1-BE31-E72B-622C-CFF4ECC624FA}"/>
              </a:ext>
            </a:extLst>
          </p:cNvPr>
          <p:cNvCxnSpPr>
            <a:cxnSpLocks/>
          </p:cNvCxnSpPr>
          <p:nvPr/>
        </p:nvCxnSpPr>
        <p:spPr>
          <a:xfrm flipH="1">
            <a:off x="3531761" y="1600322"/>
            <a:ext cx="2562317"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07BDF039-F278-41A3-FC7D-CAD3CBDCBA8A}"/>
              </a:ext>
            </a:extLst>
          </p:cNvPr>
          <p:cNvCxnSpPr>
            <a:cxnSpLocks/>
          </p:cNvCxnSpPr>
          <p:nvPr/>
        </p:nvCxnSpPr>
        <p:spPr>
          <a:xfrm flipH="1">
            <a:off x="4363791" y="2612694"/>
            <a:ext cx="3954483"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1FC8971A-41D6-5F5D-072E-EB880CACF88E}"/>
              </a:ext>
            </a:extLst>
          </p:cNvPr>
          <p:cNvCxnSpPr>
            <a:cxnSpLocks/>
          </p:cNvCxnSpPr>
          <p:nvPr/>
        </p:nvCxnSpPr>
        <p:spPr>
          <a:xfrm flipH="1">
            <a:off x="4578811" y="3723037"/>
            <a:ext cx="1515267"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7E5114E6-5A93-94E6-80B8-4BA57D88F952}"/>
              </a:ext>
            </a:extLst>
          </p:cNvPr>
          <p:cNvCxnSpPr>
            <a:cxnSpLocks/>
          </p:cNvCxnSpPr>
          <p:nvPr/>
        </p:nvCxnSpPr>
        <p:spPr>
          <a:xfrm flipH="1">
            <a:off x="4494671" y="4768065"/>
            <a:ext cx="3823602"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E72BD9F1-8610-E1D6-CA34-B811824FA185}"/>
              </a:ext>
            </a:extLst>
          </p:cNvPr>
          <p:cNvCxnSpPr>
            <a:cxnSpLocks/>
          </p:cNvCxnSpPr>
          <p:nvPr/>
        </p:nvCxnSpPr>
        <p:spPr>
          <a:xfrm flipH="1">
            <a:off x="3485017" y="6041694"/>
            <a:ext cx="2609061" cy="0"/>
          </a:xfrm>
          <a:prstGeom prst="line">
            <a:avLst/>
          </a:prstGeom>
          <a:ln w="12700">
            <a:solidFill>
              <a:schemeClr val="bg1">
                <a:lumMod val="75000"/>
              </a:schemeClr>
            </a:solidFill>
            <a:prstDash val="lgDash"/>
            <a:headEnd type="oval" w="lg" len="lg"/>
            <a:tailEnd w="lg" len="lg"/>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D063465A-762E-F6AE-CA73-6C7113716652}"/>
              </a:ext>
            </a:extLst>
          </p:cNvPr>
          <p:cNvSpPr txBox="1"/>
          <p:nvPr/>
        </p:nvSpPr>
        <p:spPr>
          <a:xfrm>
            <a:off x="949239" y="2872155"/>
            <a:ext cx="1889250" cy="1882890"/>
          </a:xfrm>
          <a:prstGeom prst="rect">
            <a:avLst/>
          </a:prstGeom>
          <a:noFill/>
        </p:spPr>
        <p:txBody>
          <a:bodyPr spcFirstLastPara="1" wrap="square" lIns="0" tIns="0" rIns="0" bIns="0" numCol="1" anchor="ctr">
            <a:prstTxWarp prst="textArchDown">
              <a:avLst/>
            </a:prstTxWarp>
            <a:noAutofit/>
          </a:bodyPr>
          <a:lstStyle/>
          <a:p>
            <a:pPr algn="ctr"/>
            <a:r>
              <a:rPr lang="en-IN" sz="2000" b="1"/>
              <a:t>5-Step Semi-circular Infographic</a:t>
            </a:r>
            <a:endParaRPr lang="en-IN" sz="1400" b="1">
              <a:solidFill>
                <a:schemeClr val="tx1">
                  <a:lumMod val="85000"/>
                  <a:lumOff val="15000"/>
                </a:schemeClr>
              </a:solidFill>
              <a:ea typeface="Segoe UI Black" panose="020B0A02040204020203" pitchFamily="34" charset="0"/>
              <a:cs typeface="Segoe UI Light" panose="020B0502040204020203" pitchFamily="34" charset="0"/>
            </a:endParaRPr>
          </a:p>
        </p:txBody>
      </p:sp>
      <p:sp>
        <p:nvSpPr>
          <p:cNvPr id="93" name="Graphic 50" descr="Advertising with solid fill">
            <a:extLst>
              <a:ext uri="{FF2B5EF4-FFF2-40B4-BE49-F238E27FC236}">
                <a16:creationId xmlns:a16="http://schemas.microsoft.com/office/drawing/2014/main" id="{814C350A-67F0-B359-BB3F-24DB0037F30B}"/>
              </a:ext>
            </a:extLst>
          </p:cNvPr>
          <p:cNvSpPr/>
          <p:nvPr/>
        </p:nvSpPr>
        <p:spPr>
          <a:xfrm>
            <a:off x="2190283" y="2121877"/>
            <a:ext cx="336282" cy="336282"/>
          </a:xfrm>
          <a:custGeom>
            <a:avLst/>
            <a:gdLst>
              <a:gd name="connsiteX0" fmla="*/ 535828 w 535828"/>
              <a:gd name="connsiteY0" fmla="*/ 341591 h 535828"/>
              <a:gd name="connsiteX1" fmla="*/ 535828 w 535828"/>
              <a:gd name="connsiteY1" fmla="*/ 46885 h 535828"/>
              <a:gd name="connsiteX2" fmla="*/ 442058 w 535828"/>
              <a:gd name="connsiteY2" fmla="*/ 46885 h 535828"/>
              <a:gd name="connsiteX3" fmla="*/ 442058 w 535828"/>
              <a:gd name="connsiteY3" fmla="*/ 26791 h 535828"/>
              <a:gd name="connsiteX4" fmla="*/ 455454 w 535828"/>
              <a:gd name="connsiteY4" fmla="*/ 13396 h 535828"/>
              <a:gd name="connsiteX5" fmla="*/ 442058 w 535828"/>
              <a:gd name="connsiteY5" fmla="*/ 0 h 535828"/>
              <a:gd name="connsiteX6" fmla="*/ 415267 w 535828"/>
              <a:gd name="connsiteY6" fmla="*/ 0 h 535828"/>
              <a:gd name="connsiteX7" fmla="*/ 401871 w 535828"/>
              <a:gd name="connsiteY7" fmla="*/ 13396 h 535828"/>
              <a:gd name="connsiteX8" fmla="*/ 415267 w 535828"/>
              <a:gd name="connsiteY8" fmla="*/ 26791 h 535828"/>
              <a:gd name="connsiteX9" fmla="*/ 415267 w 535828"/>
              <a:gd name="connsiteY9" fmla="*/ 46885 h 535828"/>
              <a:gd name="connsiteX10" fmla="*/ 281310 w 535828"/>
              <a:gd name="connsiteY10" fmla="*/ 46885 h 535828"/>
              <a:gd name="connsiteX11" fmla="*/ 281310 w 535828"/>
              <a:gd name="connsiteY11" fmla="*/ 26791 h 535828"/>
              <a:gd name="connsiteX12" fmla="*/ 294706 w 535828"/>
              <a:gd name="connsiteY12" fmla="*/ 13396 h 535828"/>
              <a:gd name="connsiteX13" fmla="*/ 281310 w 535828"/>
              <a:gd name="connsiteY13" fmla="*/ 0 h 535828"/>
              <a:gd name="connsiteX14" fmla="*/ 254518 w 535828"/>
              <a:gd name="connsiteY14" fmla="*/ 0 h 535828"/>
              <a:gd name="connsiteX15" fmla="*/ 241123 w 535828"/>
              <a:gd name="connsiteY15" fmla="*/ 13396 h 535828"/>
              <a:gd name="connsiteX16" fmla="*/ 254518 w 535828"/>
              <a:gd name="connsiteY16" fmla="*/ 26791 h 535828"/>
              <a:gd name="connsiteX17" fmla="*/ 254518 w 535828"/>
              <a:gd name="connsiteY17" fmla="*/ 46885 h 535828"/>
              <a:gd name="connsiteX18" fmla="*/ 120561 w 535828"/>
              <a:gd name="connsiteY18" fmla="*/ 46885 h 535828"/>
              <a:gd name="connsiteX19" fmla="*/ 120561 w 535828"/>
              <a:gd name="connsiteY19" fmla="*/ 26791 h 535828"/>
              <a:gd name="connsiteX20" fmla="*/ 133957 w 535828"/>
              <a:gd name="connsiteY20" fmla="*/ 13396 h 535828"/>
              <a:gd name="connsiteX21" fmla="*/ 120561 w 535828"/>
              <a:gd name="connsiteY21" fmla="*/ 0 h 535828"/>
              <a:gd name="connsiteX22" fmla="*/ 93770 w 535828"/>
              <a:gd name="connsiteY22" fmla="*/ 0 h 535828"/>
              <a:gd name="connsiteX23" fmla="*/ 80374 w 535828"/>
              <a:gd name="connsiteY23" fmla="*/ 13396 h 535828"/>
              <a:gd name="connsiteX24" fmla="*/ 93770 w 535828"/>
              <a:gd name="connsiteY24" fmla="*/ 26791 h 535828"/>
              <a:gd name="connsiteX25" fmla="*/ 93770 w 535828"/>
              <a:gd name="connsiteY25" fmla="*/ 46885 h 535828"/>
              <a:gd name="connsiteX26" fmla="*/ 0 w 535828"/>
              <a:gd name="connsiteY26" fmla="*/ 46885 h 535828"/>
              <a:gd name="connsiteX27" fmla="*/ 0 w 535828"/>
              <a:gd name="connsiteY27" fmla="*/ 341591 h 535828"/>
              <a:gd name="connsiteX28" fmla="*/ 16745 w 535828"/>
              <a:gd name="connsiteY28" fmla="*/ 341591 h 535828"/>
              <a:gd name="connsiteX29" fmla="*/ 16745 w 535828"/>
              <a:gd name="connsiteY29" fmla="*/ 368382 h 535828"/>
              <a:gd name="connsiteX30" fmla="*/ 13396 w 535828"/>
              <a:gd name="connsiteY30" fmla="*/ 368382 h 535828"/>
              <a:gd name="connsiteX31" fmla="*/ 0 w 535828"/>
              <a:gd name="connsiteY31" fmla="*/ 381778 h 535828"/>
              <a:gd name="connsiteX32" fmla="*/ 13396 w 535828"/>
              <a:gd name="connsiteY32" fmla="*/ 395173 h 535828"/>
              <a:gd name="connsiteX33" fmla="*/ 87072 w 535828"/>
              <a:gd name="connsiteY33" fmla="*/ 395173 h 535828"/>
              <a:gd name="connsiteX34" fmla="*/ 87072 w 535828"/>
              <a:gd name="connsiteY34" fmla="*/ 535828 h 535828"/>
              <a:gd name="connsiteX35" fmla="*/ 127259 w 535828"/>
              <a:gd name="connsiteY35" fmla="*/ 535828 h 535828"/>
              <a:gd name="connsiteX36" fmla="*/ 127259 w 535828"/>
              <a:gd name="connsiteY36" fmla="*/ 395173 h 535828"/>
              <a:gd name="connsiteX37" fmla="*/ 408569 w 535828"/>
              <a:gd name="connsiteY37" fmla="*/ 395173 h 535828"/>
              <a:gd name="connsiteX38" fmla="*/ 408569 w 535828"/>
              <a:gd name="connsiteY38" fmla="*/ 535828 h 535828"/>
              <a:gd name="connsiteX39" fmla="*/ 448756 w 535828"/>
              <a:gd name="connsiteY39" fmla="*/ 535828 h 535828"/>
              <a:gd name="connsiteX40" fmla="*/ 448756 w 535828"/>
              <a:gd name="connsiteY40" fmla="*/ 395173 h 535828"/>
              <a:gd name="connsiteX41" fmla="*/ 522433 w 535828"/>
              <a:gd name="connsiteY41" fmla="*/ 395173 h 535828"/>
              <a:gd name="connsiteX42" fmla="*/ 535828 w 535828"/>
              <a:gd name="connsiteY42" fmla="*/ 381778 h 535828"/>
              <a:gd name="connsiteX43" fmla="*/ 522433 w 535828"/>
              <a:gd name="connsiteY43" fmla="*/ 368382 h 535828"/>
              <a:gd name="connsiteX44" fmla="*/ 519084 w 535828"/>
              <a:gd name="connsiteY44" fmla="*/ 368382 h 535828"/>
              <a:gd name="connsiteX45" fmla="*/ 519084 w 535828"/>
              <a:gd name="connsiteY45" fmla="*/ 341591 h 535828"/>
              <a:gd name="connsiteX46" fmla="*/ 338242 w 535828"/>
              <a:gd name="connsiteY46" fmla="*/ 341591 h 535828"/>
              <a:gd name="connsiteX47" fmla="*/ 338242 w 535828"/>
              <a:gd name="connsiteY47" fmla="*/ 368382 h 535828"/>
              <a:gd name="connsiteX48" fmla="*/ 308905 w 535828"/>
              <a:gd name="connsiteY48" fmla="*/ 368382 h 535828"/>
              <a:gd name="connsiteX49" fmla="*/ 335696 w 535828"/>
              <a:gd name="connsiteY49" fmla="*/ 341591 h 535828"/>
              <a:gd name="connsiteX50" fmla="*/ 358335 w 535828"/>
              <a:gd name="connsiteY50" fmla="*/ 368382 h 535828"/>
              <a:gd name="connsiteX51" fmla="*/ 358335 w 535828"/>
              <a:gd name="connsiteY51" fmla="*/ 341591 h 535828"/>
              <a:gd name="connsiteX52" fmla="*/ 387672 w 535828"/>
              <a:gd name="connsiteY52" fmla="*/ 341591 h 535828"/>
              <a:gd name="connsiteX53" fmla="*/ 360880 w 535828"/>
              <a:gd name="connsiteY53" fmla="*/ 368382 h 535828"/>
              <a:gd name="connsiteX54" fmla="*/ 280506 w 535828"/>
              <a:gd name="connsiteY54" fmla="*/ 368382 h 535828"/>
              <a:gd name="connsiteX55" fmla="*/ 277961 w 535828"/>
              <a:gd name="connsiteY55" fmla="*/ 368382 h 535828"/>
              <a:gd name="connsiteX56" fmla="*/ 277961 w 535828"/>
              <a:gd name="connsiteY56" fmla="*/ 341591 h 535828"/>
              <a:gd name="connsiteX57" fmla="*/ 307298 w 535828"/>
              <a:gd name="connsiteY57" fmla="*/ 341591 h 535828"/>
              <a:gd name="connsiteX58" fmla="*/ 257867 w 535828"/>
              <a:gd name="connsiteY58" fmla="*/ 341591 h 535828"/>
              <a:gd name="connsiteX59" fmla="*/ 257867 w 535828"/>
              <a:gd name="connsiteY59" fmla="*/ 368382 h 535828"/>
              <a:gd name="connsiteX60" fmla="*/ 228531 w 535828"/>
              <a:gd name="connsiteY60" fmla="*/ 368382 h 535828"/>
              <a:gd name="connsiteX61" fmla="*/ 255322 w 535828"/>
              <a:gd name="connsiteY61" fmla="*/ 341591 h 535828"/>
              <a:gd name="connsiteX62" fmla="*/ 200132 w 535828"/>
              <a:gd name="connsiteY62" fmla="*/ 368382 h 535828"/>
              <a:gd name="connsiteX63" fmla="*/ 197587 w 535828"/>
              <a:gd name="connsiteY63" fmla="*/ 368382 h 535828"/>
              <a:gd name="connsiteX64" fmla="*/ 197587 w 535828"/>
              <a:gd name="connsiteY64" fmla="*/ 341591 h 535828"/>
              <a:gd name="connsiteX65" fmla="*/ 226923 w 535828"/>
              <a:gd name="connsiteY65" fmla="*/ 341591 h 535828"/>
              <a:gd name="connsiteX66" fmla="*/ 177493 w 535828"/>
              <a:gd name="connsiteY66" fmla="*/ 341591 h 535828"/>
              <a:gd name="connsiteX67" fmla="*/ 177493 w 535828"/>
              <a:gd name="connsiteY67" fmla="*/ 368382 h 535828"/>
              <a:gd name="connsiteX68" fmla="*/ 148157 w 535828"/>
              <a:gd name="connsiteY68" fmla="*/ 368382 h 535828"/>
              <a:gd name="connsiteX69" fmla="*/ 174948 w 535828"/>
              <a:gd name="connsiteY69" fmla="*/ 341591 h 535828"/>
              <a:gd name="connsiteX70" fmla="*/ 119758 w 535828"/>
              <a:gd name="connsiteY70" fmla="*/ 368382 h 535828"/>
              <a:gd name="connsiteX71" fmla="*/ 117212 w 535828"/>
              <a:gd name="connsiteY71" fmla="*/ 368382 h 535828"/>
              <a:gd name="connsiteX72" fmla="*/ 117212 w 535828"/>
              <a:gd name="connsiteY72" fmla="*/ 341591 h 535828"/>
              <a:gd name="connsiteX73" fmla="*/ 146549 w 535828"/>
              <a:gd name="connsiteY73" fmla="*/ 341591 h 535828"/>
              <a:gd name="connsiteX74" fmla="*/ 97119 w 535828"/>
              <a:gd name="connsiteY74" fmla="*/ 341591 h 535828"/>
              <a:gd name="connsiteX75" fmla="*/ 97119 w 535828"/>
              <a:gd name="connsiteY75" fmla="*/ 368382 h 535828"/>
              <a:gd name="connsiteX76" fmla="*/ 67782 w 535828"/>
              <a:gd name="connsiteY76" fmla="*/ 368382 h 535828"/>
              <a:gd name="connsiteX77" fmla="*/ 94574 w 535828"/>
              <a:gd name="connsiteY77" fmla="*/ 341591 h 535828"/>
              <a:gd name="connsiteX78" fmla="*/ 416071 w 535828"/>
              <a:gd name="connsiteY78" fmla="*/ 341591 h 535828"/>
              <a:gd name="connsiteX79" fmla="*/ 418616 w 535828"/>
              <a:gd name="connsiteY79" fmla="*/ 341591 h 535828"/>
              <a:gd name="connsiteX80" fmla="*/ 418616 w 535828"/>
              <a:gd name="connsiteY80" fmla="*/ 368382 h 535828"/>
              <a:gd name="connsiteX81" fmla="*/ 389279 w 535828"/>
              <a:gd name="connsiteY81" fmla="*/ 368382 h 535828"/>
              <a:gd name="connsiteX82" fmla="*/ 438709 w 535828"/>
              <a:gd name="connsiteY82" fmla="*/ 368382 h 535828"/>
              <a:gd name="connsiteX83" fmla="*/ 438709 w 535828"/>
              <a:gd name="connsiteY83" fmla="*/ 341591 h 535828"/>
              <a:gd name="connsiteX84" fmla="*/ 468046 w 535828"/>
              <a:gd name="connsiteY84" fmla="*/ 341591 h 535828"/>
              <a:gd name="connsiteX85" fmla="*/ 441255 w 535828"/>
              <a:gd name="connsiteY85" fmla="*/ 368382 h 535828"/>
              <a:gd name="connsiteX86" fmla="*/ 26791 w 535828"/>
              <a:gd name="connsiteY86" fmla="*/ 73676 h 535828"/>
              <a:gd name="connsiteX87" fmla="*/ 509037 w 535828"/>
              <a:gd name="connsiteY87" fmla="*/ 73676 h 535828"/>
              <a:gd name="connsiteX88" fmla="*/ 509037 w 535828"/>
              <a:gd name="connsiteY88" fmla="*/ 314799 h 535828"/>
              <a:gd name="connsiteX89" fmla="*/ 26791 w 535828"/>
              <a:gd name="connsiteY89" fmla="*/ 314799 h 535828"/>
              <a:gd name="connsiteX90" fmla="*/ 36838 w 535828"/>
              <a:gd name="connsiteY90" fmla="*/ 341591 h 535828"/>
              <a:gd name="connsiteX91" fmla="*/ 66175 w 535828"/>
              <a:gd name="connsiteY91" fmla="*/ 341591 h 535828"/>
              <a:gd name="connsiteX92" fmla="*/ 39383 w 535828"/>
              <a:gd name="connsiteY92" fmla="*/ 368382 h 535828"/>
              <a:gd name="connsiteX93" fmla="*/ 36838 w 535828"/>
              <a:gd name="connsiteY93" fmla="*/ 368382 h 535828"/>
              <a:gd name="connsiteX94" fmla="*/ 498990 w 535828"/>
              <a:gd name="connsiteY94" fmla="*/ 368382 h 535828"/>
              <a:gd name="connsiteX95" fmla="*/ 469654 w 535828"/>
              <a:gd name="connsiteY95" fmla="*/ 368382 h 535828"/>
              <a:gd name="connsiteX96" fmla="*/ 496445 w 535828"/>
              <a:gd name="connsiteY96" fmla="*/ 341591 h 535828"/>
              <a:gd name="connsiteX97" fmla="*/ 498990 w 535828"/>
              <a:gd name="connsiteY97" fmla="*/ 341591 h 5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35828" h="535828">
                <a:moveTo>
                  <a:pt x="535828" y="341591"/>
                </a:moveTo>
                <a:lnTo>
                  <a:pt x="535828" y="46885"/>
                </a:lnTo>
                <a:lnTo>
                  <a:pt x="442058" y="46885"/>
                </a:lnTo>
                <a:lnTo>
                  <a:pt x="442058" y="26791"/>
                </a:lnTo>
                <a:cubicBezTo>
                  <a:pt x="449457" y="26791"/>
                  <a:pt x="455454" y="20794"/>
                  <a:pt x="455454" y="13396"/>
                </a:cubicBezTo>
                <a:cubicBezTo>
                  <a:pt x="455454" y="5997"/>
                  <a:pt x="449457" y="0"/>
                  <a:pt x="442058" y="0"/>
                </a:cubicBezTo>
                <a:lnTo>
                  <a:pt x="415267" y="0"/>
                </a:lnTo>
                <a:cubicBezTo>
                  <a:pt x="407869" y="0"/>
                  <a:pt x="401871" y="5997"/>
                  <a:pt x="401871" y="13396"/>
                </a:cubicBezTo>
                <a:cubicBezTo>
                  <a:pt x="401871" y="20794"/>
                  <a:pt x="407869" y="26791"/>
                  <a:pt x="415267" y="26791"/>
                </a:cubicBezTo>
                <a:lnTo>
                  <a:pt x="415267" y="46885"/>
                </a:lnTo>
                <a:lnTo>
                  <a:pt x="281310" y="46885"/>
                </a:lnTo>
                <a:lnTo>
                  <a:pt x="281310" y="26791"/>
                </a:lnTo>
                <a:cubicBezTo>
                  <a:pt x="288708" y="26791"/>
                  <a:pt x="294706" y="20794"/>
                  <a:pt x="294706" y="13396"/>
                </a:cubicBezTo>
                <a:cubicBezTo>
                  <a:pt x="294706" y="5997"/>
                  <a:pt x="288708" y="0"/>
                  <a:pt x="281310" y="0"/>
                </a:cubicBezTo>
                <a:lnTo>
                  <a:pt x="254518" y="0"/>
                </a:lnTo>
                <a:cubicBezTo>
                  <a:pt x="247120" y="0"/>
                  <a:pt x="241123" y="5997"/>
                  <a:pt x="241123" y="13396"/>
                </a:cubicBezTo>
                <a:cubicBezTo>
                  <a:pt x="241123" y="20794"/>
                  <a:pt x="247120" y="26791"/>
                  <a:pt x="254518" y="26791"/>
                </a:cubicBezTo>
                <a:lnTo>
                  <a:pt x="254518" y="46885"/>
                </a:lnTo>
                <a:lnTo>
                  <a:pt x="120561" y="46885"/>
                </a:lnTo>
                <a:lnTo>
                  <a:pt x="120561" y="26791"/>
                </a:lnTo>
                <a:cubicBezTo>
                  <a:pt x="127960" y="26791"/>
                  <a:pt x="133957" y="20794"/>
                  <a:pt x="133957" y="13396"/>
                </a:cubicBezTo>
                <a:cubicBezTo>
                  <a:pt x="133957" y="5997"/>
                  <a:pt x="127960" y="0"/>
                  <a:pt x="120561" y="0"/>
                </a:cubicBezTo>
                <a:lnTo>
                  <a:pt x="93770" y="0"/>
                </a:lnTo>
                <a:cubicBezTo>
                  <a:pt x="86372" y="0"/>
                  <a:pt x="80374" y="5997"/>
                  <a:pt x="80374" y="13396"/>
                </a:cubicBezTo>
                <a:cubicBezTo>
                  <a:pt x="80374" y="20794"/>
                  <a:pt x="86372" y="26791"/>
                  <a:pt x="93770" y="26791"/>
                </a:cubicBezTo>
                <a:lnTo>
                  <a:pt x="93770" y="46885"/>
                </a:lnTo>
                <a:lnTo>
                  <a:pt x="0" y="46885"/>
                </a:lnTo>
                <a:lnTo>
                  <a:pt x="0" y="341591"/>
                </a:lnTo>
                <a:lnTo>
                  <a:pt x="16745" y="341591"/>
                </a:lnTo>
                <a:lnTo>
                  <a:pt x="16745" y="368382"/>
                </a:lnTo>
                <a:lnTo>
                  <a:pt x="13396" y="368382"/>
                </a:lnTo>
                <a:cubicBezTo>
                  <a:pt x="5997" y="368382"/>
                  <a:pt x="0" y="374379"/>
                  <a:pt x="0" y="381778"/>
                </a:cubicBezTo>
                <a:cubicBezTo>
                  <a:pt x="0" y="389176"/>
                  <a:pt x="5997" y="395173"/>
                  <a:pt x="13396" y="395173"/>
                </a:cubicBezTo>
                <a:lnTo>
                  <a:pt x="87072" y="395173"/>
                </a:lnTo>
                <a:lnTo>
                  <a:pt x="87072" y="535828"/>
                </a:lnTo>
                <a:lnTo>
                  <a:pt x="127259" y="535828"/>
                </a:lnTo>
                <a:lnTo>
                  <a:pt x="127259" y="395173"/>
                </a:lnTo>
                <a:lnTo>
                  <a:pt x="408569" y="395173"/>
                </a:lnTo>
                <a:lnTo>
                  <a:pt x="408569" y="535828"/>
                </a:lnTo>
                <a:lnTo>
                  <a:pt x="448756" y="535828"/>
                </a:lnTo>
                <a:lnTo>
                  <a:pt x="448756" y="395173"/>
                </a:lnTo>
                <a:lnTo>
                  <a:pt x="522433" y="395173"/>
                </a:lnTo>
                <a:cubicBezTo>
                  <a:pt x="529831" y="395173"/>
                  <a:pt x="535828" y="389176"/>
                  <a:pt x="535828" y="381778"/>
                </a:cubicBezTo>
                <a:cubicBezTo>
                  <a:pt x="535828" y="374379"/>
                  <a:pt x="529831" y="368382"/>
                  <a:pt x="522433" y="368382"/>
                </a:cubicBezTo>
                <a:lnTo>
                  <a:pt x="519084" y="368382"/>
                </a:lnTo>
                <a:lnTo>
                  <a:pt x="519084" y="341591"/>
                </a:lnTo>
                <a:close/>
                <a:moveTo>
                  <a:pt x="338242" y="341591"/>
                </a:moveTo>
                <a:lnTo>
                  <a:pt x="338242" y="368382"/>
                </a:lnTo>
                <a:lnTo>
                  <a:pt x="308905" y="368382"/>
                </a:lnTo>
                <a:lnTo>
                  <a:pt x="335696" y="341591"/>
                </a:lnTo>
                <a:close/>
                <a:moveTo>
                  <a:pt x="358335" y="368382"/>
                </a:moveTo>
                <a:lnTo>
                  <a:pt x="358335" y="341591"/>
                </a:lnTo>
                <a:lnTo>
                  <a:pt x="387672" y="341591"/>
                </a:lnTo>
                <a:lnTo>
                  <a:pt x="360880" y="368382"/>
                </a:lnTo>
                <a:close/>
                <a:moveTo>
                  <a:pt x="280506" y="368382"/>
                </a:moveTo>
                <a:lnTo>
                  <a:pt x="277961" y="368382"/>
                </a:lnTo>
                <a:lnTo>
                  <a:pt x="277961" y="341591"/>
                </a:lnTo>
                <a:lnTo>
                  <a:pt x="307298" y="341591"/>
                </a:lnTo>
                <a:close/>
                <a:moveTo>
                  <a:pt x="257867" y="341591"/>
                </a:moveTo>
                <a:lnTo>
                  <a:pt x="257867" y="368382"/>
                </a:lnTo>
                <a:lnTo>
                  <a:pt x="228531" y="368382"/>
                </a:lnTo>
                <a:lnTo>
                  <a:pt x="255322" y="341591"/>
                </a:lnTo>
                <a:close/>
                <a:moveTo>
                  <a:pt x="200132" y="368382"/>
                </a:moveTo>
                <a:lnTo>
                  <a:pt x="197587" y="368382"/>
                </a:lnTo>
                <a:lnTo>
                  <a:pt x="197587" y="341591"/>
                </a:lnTo>
                <a:lnTo>
                  <a:pt x="226923" y="341591"/>
                </a:lnTo>
                <a:close/>
                <a:moveTo>
                  <a:pt x="177493" y="341591"/>
                </a:moveTo>
                <a:lnTo>
                  <a:pt x="177493" y="368382"/>
                </a:lnTo>
                <a:lnTo>
                  <a:pt x="148157" y="368382"/>
                </a:lnTo>
                <a:lnTo>
                  <a:pt x="174948" y="341591"/>
                </a:lnTo>
                <a:close/>
                <a:moveTo>
                  <a:pt x="119758" y="368382"/>
                </a:moveTo>
                <a:lnTo>
                  <a:pt x="117212" y="368382"/>
                </a:lnTo>
                <a:lnTo>
                  <a:pt x="117212" y="341591"/>
                </a:lnTo>
                <a:lnTo>
                  <a:pt x="146549" y="341591"/>
                </a:lnTo>
                <a:close/>
                <a:moveTo>
                  <a:pt x="97119" y="341591"/>
                </a:moveTo>
                <a:lnTo>
                  <a:pt x="97119" y="368382"/>
                </a:lnTo>
                <a:lnTo>
                  <a:pt x="67782" y="368382"/>
                </a:lnTo>
                <a:lnTo>
                  <a:pt x="94574" y="341591"/>
                </a:lnTo>
                <a:close/>
                <a:moveTo>
                  <a:pt x="416071" y="341591"/>
                </a:moveTo>
                <a:lnTo>
                  <a:pt x="418616" y="341591"/>
                </a:lnTo>
                <a:lnTo>
                  <a:pt x="418616" y="368382"/>
                </a:lnTo>
                <a:lnTo>
                  <a:pt x="389279" y="368382"/>
                </a:lnTo>
                <a:close/>
                <a:moveTo>
                  <a:pt x="438709" y="368382"/>
                </a:moveTo>
                <a:lnTo>
                  <a:pt x="438709" y="341591"/>
                </a:lnTo>
                <a:lnTo>
                  <a:pt x="468046" y="341591"/>
                </a:lnTo>
                <a:lnTo>
                  <a:pt x="441255" y="368382"/>
                </a:lnTo>
                <a:close/>
                <a:moveTo>
                  <a:pt x="26791" y="73676"/>
                </a:moveTo>
                <a:lnTo>
                  <a:pt x="509037" y="73676"/>
                </a:lnTo>
                <a:lnTo>
                  <a:pt x="509037" y="314799"/>
                </a:lnTo>
                <a:lnTo>
                  <a:pt x="26791" y="314799"/>
                </a:lnTo>
                <a:close/>
                <a:moveTo>
                  <a:pt x="36838" y="341591"/>
                </a:moveTo>
                <a:lnTo>
                  <a:pt x="66175" y="341591"/>
                </a:lnTo>
                <a:lnTo>
                  <a:pt x="39383" y="368382"/>
                </a:lnTo>
                <a:lnTo>
                  <a:pt x="36838" y="368382"/>
                </a:lnTo>
                <a:close/>
                <a:moveTo>
                  <a:pt x="498990" y="368382"/>
                </a:moveTo>
                <a:lnTo>
                  <a:pt x="469654" y="368382"/>
                </a:lnTo>
                <a:lnTo>
                  <a:pt x="496445" y="341591"/>
                </a:lnTo>
                <a:lnTo>
                  <a:pt x="498990" y="341591"/>
                </a:lnTo>
                <a:close/>
              </a:path>
            </a:pathLst>
          </a:custGeom>
          <a:solidFill>
            <a:schemeClr val="tx1">
              <a:lumMod val="75000"/>
              <a:lumOff val="25000"/>
            </a:schemeClr>
          </a:solidFill>
          <a:ln w="6648" cap="flat">
            <a:noFill/>
            <a:prstDash val="solid"/>
            <a:miter/>
          </a:ln>
        </p:spPr>
        <p:txBody>
          <a:bodyPr rtlCol="0" anchor="ctr"/>
          <a:lstStyle/>
          <a:p>
            <a:endParaRPr lang="en-IN"/>
          </a:p>
        </p:txBody>
      </p:sp>
      <p:sp>
        <p:nvSpPr>
          <p:cNvPr id="94" name="Graphic 52" descr="Bank with solid fill">
            <a:extLst>
              <a:ext uri="{FF2B5EF4-FFF2-40B4-BE49-F238E27FC236}">
                <a16:creationId xmlns:a16="http://schemas.microsoft.com/office/drawing/2014/main" id="{8A3C49CC-7D17-FA8F-4E41-A48CA2ED34D8}"/>
              </a:ext>
            </a:extLst>
          </p:cNvPr>
          <p:cNvSpPr/>
          <p:nvPr/>
        </p:nvSpPr>
        <p:spPr>
          <a:xfrm>
            <a:off x="3036061" y="2669682"/>
            <a:ext cx="319470" cy="302654"/>
          </a:xfrm>
          <a:custGeom>
            <a:avLst/>
            <a:gdLst>
              <a:gd name="connsiteX0" fmla="*/ 462152 w 509036"/>
              <a:gd name="connsiteY0" fmla="*/ 421965 h 482245"/>
              <a:gd name="connsiteX1" fmla="*/ 462152 w 509036"/>
              <a:gd name="connsiteY1" fmla="*/ 408569 h 482245"/>
              <a:gd name="connsiteX2" fmla="*/ 435361 w 509036"/>
              <a:gd name="connsiteY2" fmla="*/ 408569 h 482245"/>
              <a:gd name="connsiteX3" fmla="*/ 435361 w 509036"/>
              <a:gd name="connsiteY3" fmla="*/ 180842 h 482245"/>
              <a:gd name="connsiteX4" fmla="*/ 462152 w 509036"/>
              <a:gd name="connsiteY4" fmla="*/ 180842 h 482245"/>
              <a:gd name="connsiteX5" fmla="*/ 462152 w 509036"/>
              <a:gd name="connsiteY5" fmla="*/ 167446 h 482245"/>
              <a:gd name="connsiteX6" fmla="*/ 482246 w 509036"/>
              <a:gd name="connsiteY6" fmla="*/ 167446 h 482245"/>
              <a:gd name="connsiteX7" fmla="*/ 482246 w 509036"/>
              <a:gd name="connsiteY7" fmla="*/ 127259 h 482245"/>
              <a:gd name="connsiteX8" fmla="*/ 462152 w 509036"/>
              <a:gd name="connsiteY8" fmla="*/ 127259 h 482245"/>
              <a:gd name="connsiteX9" fmla="*/ 254518 w 509036"/>
              <a:gd name="connsiteY9" fmla="*/ 0 h 482245"/>
              <a:gd name="connsiteX10" fmla="*/ 46885 w 509036"/>
              <a:gd name="connsiteY10" fmla="*/ 127259 h 482245"/>
              <a:gd name="connsiteX11" fmla="*/ 26791 w 509036"/>
              <a:gd name="connsiteY11" fmla="*/ 127259 h 482245"/>
              <a:gd name="connsiteX12" fmla="*/ 26791 w 509036"/>
              <a:gd name="connsiteY12" fmla="*/ 167446 h 482245"/>
              <a:gd name="connsiteX13" fmla="*/ 46885 w 509036"/>
              <a:gd name="connsiteY13" fmla="*/ 167446 h 482245"/>
              <a:gd name="connsiteX14" fmla="*/ 46885 w 509036"/>
              <a:gd name="connsiteY14" fmla="*/ 180842 h 482245"/>
              <a:gd name="connsiteX15" fmla="*/ 73676 w 509036"/>
              <a:gd name="connsiteY15" fmla="*/ 180842 h 482245"/>
              <a:gd name="connsiteX16" fmla="*/ 73676 w 509036"/>
              <a:gd name="connsiteY16" fmla="*/ 408569 h 482245"/>
              <a:gd name="connsiteX17" fmla="*/ 46885 w 509036"/>
              <a:gd name="connsiteY17" fmla="*/ 408569 h 482245"/>
              <a:gd name="connsiteX18" fmla="*/ 46885 w 509036"/>
              <a:gd name="connsiteY18" fmla="*/ 421965 h 482245"/>
              <a:gd name="connsiteX19" fmla="*/ 0 w 509036"/>
              <a:gd name="connsiteY19" fmla="*/ 455454 h 482245"/>
              <a:gd name="connsiteX20" fmla="*/ 0 w 509036"/>
              <a:gd name="connsiteY20" fmla="*/ 482246 h 482245"/>
              <a:gd name="connsiteX21" fmla="*/ 254518 w 509036"/>
              <a:gd name="connsiteY21" fmla="*/ 482246 h 482245"/>
              <a:gd name="connsiteX22" fmla="*/ 509037 w 509036"/>
              <a:gd name="connsiteY22" fmla="*/ 482246 h 482245"/>
              <a:gd name="connsiteX23" fmla="*/ 509037 w 509036"/>
              <a:gd name="connsiteY23" fmla="*/ 455454 h 482245"/>
              <a:gd name="connsiteX24" fmla="*/ 462152 w 509036"/>
              <a:gd name="connsiteY24" fmla="*/ 421965 h 482245"/>
              <a:gd name="connsiteX25" fmla="*/ 154051 w 509036"/>
              <a:gd name="connsiteY25" fmla="*/ 408569 h 482245"/>
              <a:gd name="connsiteX26" fmla="*/ 113864 w 509036"/>
              <a:gd name="connsiteY26" fmla="*/ 408569 h 482245"/>
              <a:gd name="connsiteX27" fmla="*/ 113864 w 509036"/>
              <a:gd name="connsiteY27" fmla="*/ 180842 h 482245"/>
              <a:gd name="connsiteX28" fmla="*/ 154051 w 509036"/>
              <a:gd name="connsiteY28" fmla="*/ 180842 h 482245"/>
              <a:gd name="connsiteX29" fmla="*/ 154051 w 509036"/>
              <a:gd name="connsiteY29" fmla="*/ 408569 h 482245"/>
              <a:gd name="connsiteX30" fmla="*/ 234425 w 509036"/>
              <a:gd name="connsiteY30" fmla="*/ 408569 h 482245"/>
              <a:gd name="connsiteX31" fmla="*/ 194238 w 509036"/>
              <a:gd name="connsiteY31" fmla="*/ 408569 h 482245"/>
              <a:gd name="connsiteX32" fmla="*/ 194238 w 509036"/>
              <a:gd name="connsiteY32" fmla="*/ 180842 h 482245"/>
              <a:gd name="connsiteX33" fmla="*/ 234425 w 509036"/>
              <a:gd name="connsiteY33" fmla="*/ 180842 h 482245"/>
              <a:gd name="connsiteX34" fmla="*/ 234425 w 509036"/>
              <a:gd name="connsiteY34" fmla="*/ 408569 h 482245"/>
              <a:gd name="connsiteX35" fmla="*/ 247821 w 509036"/>
              <a:gd name="connsiteY35" fmla="*/ 113864 h 482245"/>
              <a:gd name="connsiteX36" fmla="*/ 221029 w 509036"/>
              <a:gd name="connsiteY36" fmla="*/ 87072 h 482245"/>
              <a:gd name="connsiteX37" fmla="*/ 247821 w 509036"/>
              <a:gd name="connsiteY37" fmla="*/ 60281 h 482245"/>
              <a:gd name="connsiteX38" fmla="*/ 274612 w 509036"/>
              <a:gd name="connsiteY38" fmla="*/ 87072 h 482245"/>
              <a:gd name="connsiteX39" fmla="*/ 247821 w 509036"/>
              <a:gd name="connsiteY39" fmla="*/ 113864 h 482245"/>
              <a:gd name="connsiteX40" fmla="*/ 314799 w 509036"/>
              <a:gd name="connsiteY40" fmla="*/ 408569 h 482245"/>
              <a:gd name="connsiteX41" fmla="*/ 274612 w 509036"/>
              <a:gd name="connsiteY41" fmla="*/ 408569 h 482245"/>
              <a:gd name="connsiteX42" fmla="*/ 274612 w 509036"/>
              <a:gd name="connsiteY42" fmla="*/ 180842 h 482245"/>
              <a:gd name="connsiteX43" fmla="*/ 314799 w 509036"/>
              <a:gd name="connsiteY43" fmla="*/ 180842 h 482245"/>
              <a:gd name="connsiteX44" fmla="*/ 314799 w 509036"/>
              <a:gd name="connsiteY44" fmla="*/ 408569 h 482245"/>
              <a:gd name="connsiteX45" fmla="*/ 395173 w 509036"/>
              <a:gd name="connsiteY45" fmla="*/ 408569 h 482245"/>
              <a:gd name="connsiteX46" fmla="*/ 354986 w 509036"/>
              <a:gd name="connsiteY46" fmla="*/ 408569 h 482245"/>
              <a:gd name="connsiteX47" fmla="*/ 354986 w 509036"/>
              <a:gd name="connsiteY47" fmla="*/ 180842 h 482245"/>
              <a:gd name="connsiteX48" fmla="*/ 395173 w 509036"/>
              <a:gd name="connsiteY48" fmla="*/ 180842 h 482245"/>
              <a:gd name="connsiteX49" fmla="*/ 395173 w 509036"/>
              <a:gd name="connsiteY49" fmla="*/ 408569 h 48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09036" h="482245">
                <a:moveTo>
                  <a:pt x="462152" y="421965"/>
                </a:moveTo>
                <a:lnTo>
                  <a:pt x="462152" y="408569"/>
                </a:lnTo>
                <a:lnTo>
                  <a:pt x="435361" y="408569"/>
                </a:lnTo>
                <a:lnTo>
                  <a:pt x="435361" y="180842"/>
                </a:lnTo>
                <a:lnTo>
                  <a:pt x="462152" y="180842"/>
                </a:lnTo>
                <a:lnTo>
                  <a:pt x="462152" y="167446"/>
                </a:lnTo>
                <a:lnTo>
                  <a:pt x="482246" y="167446"/>
                </a:lnTo>
                <a:lnTo>
                  <a:pt x="482246" y="127259"/>
                </a:lnTo>
                <a:lnTo>
                  <a:pt x="462152" y="127259"/>
                </a:lnTo>
                <a:lnTo>
                  <a:pt x="254518" y="0"/>
                </a:lnTo>
                <a:lnTo>
                  <a:pt x="46885" y="127259"/>
                </a:lnTo>
                <a:lnTo>
                  <a:pt x="26791" y="127259"/>
                </a:lnTo>
                <a:lnTo>
                  <a:pt x="26791" y="167446"/>
                </a:lnTo>
                <a:lnTo>
                  <a:pt x="46885" y="167446"/>
                </a:lnTo>
                <a:lnTo>
                  <a:pt x="46885" y="180842"/>
                </a:lnTo>
                <a:lnTo>
                  <a:pt x="73676" y="180842"/>
                </a:lnTo>
                <a:lnTo>
                  <a:pt x="73676" y="408569"/>
                </a:lnTo>
                <a:lnTo>
                  <a:pt x="46885" y="408569"/>
                </a:lnTo>
                <a:lnTo>
                  <a:pt x="46885" y="421965"/>
                </a:lnTo>
                <a:lnTo>
                  <a:pt x="0" y="455454"/>
                </a:lnTo>
                <a:lnTo>
                  <a:pt x="0" y="482246"/>
                </a:lnTo>
                <a:lnTo>
                  <a:pt x="254518" y="482246"/>
                </a:lnTo>
                <a:lnTo>
                  <a:pt x="509037" y="482246"/>
                </a:lnTo>
                <a:lnTo>
                  <a:pt x="509037" y="455454"/>
                </a:lnTo>
                <a:lnTo>
                  <a:pt x="462152" y="421965"/>
                </a:lnTo>
                <a:close/>
                <a:moveTo>
                  <a:pt x="154051" y="408569"/>
                </a:moveTo>
                <a:lnTo>
                  <a:pt x="113864" y="408569"/>
                </a:lnTo>
                <a:lnTo>
                  <a:pt x="113864" y="180842"/>
                </a:lnTo>
                <a:lnTo>
                  <a:pt x="154051" y="180842"/>
                </a:lnTo>
                <a:lnTo>
                  <a:pt x="154051" y="408569"/>
                </a:lnTo>
                <a:close/>
                <a:moveTo>
                  <a:pt x="234425" y="408569"/>
                </a:moveTo>
                <a:lnTo>
                  <a:pt x="194238" y="408569"/>
                </a:lnTo>
                <a:lnTo>
                  <a:pt x="194238" y="180842"/>
                </a:lnTo>
                <a:lnTo>
                  <a:pt x="234425" y="180842"/>
                </a:lnTo>
                <a:lnTo>
                  <a:pt x="234425" y="408569"/>
                </a:lnTo>
                <a:close/>
                <a:moveTo>
                  <a:pt x="247821" y="113864"/>
                </a:moveTo>
                <a:cubicBezTo>
                  <a:pt x="233085" y="113864"/>
                  <a:pt x="221029" y="101807"/>
                  <a:pt x="221029" y="87072"/>
                </a:cubicBezTo>
                <a:cubicBezTo>
                  <a:pt x="221029" y="72337"/>
                  <a:pt x="233085" y="60281"/>
                  <a:pt x="247821" y="60281"/>
                </a:cubicBezTo>
                <a:cubicBezTo>
                  <a:pt x="262556" y="60281"/>
                  <a:pt x="274612" y="72337"/>
                  <a:pt x="274612" y="87072"/>
                </a:cubicBezTo>
                <a:cubicBezTo>
                  <a:pt x="274612" y="101807"/>
                  <a:pt x="262556" y="113864"/>
                  <a:pt x="247821" y="113864"/>
                </a:cubicBezTo>
                <a:close/>
                <a:moveTo>
                  <a:pt x="314799" y="408569"/>
                </a:moveTo>
                <a:lnTo>
                  <a:pt x="274612" y="408569"/>
                </a:lnTo>
                <a:lnTo>
                  <a:pt x="274612" y="180842"/>
                </a:lnTo>
                <a:lnTo>
                  <a:pt x="314799" y="180842"/>
                </a:lnTo>
                <a:lnTo>
                  <a:pt x="314799" y="408569"/>
                </a:lnTo>
                <a:close/>
                <a:moveTo>
                  <a:pt x="395173" y="408569"/>
                </a:moveTo>
                <a:lnTo>
                  <a:pt x="354986" y="408569"/>
                </a:lnTo>
                <a:lnTo>
                  <a:pt x="354986" y="180842"/>
                </a:lnTo>
                <a:lnTo>
                  <a:pt x="395173" y="180842"/>
                </a:lnTo>
                <a:lnTo>
                  <a:pt x="395173" y="408569"/>
                </a:lnTo>
                <a:close/>
              </a:path>
            </a:pathLst>
          </a:custGeom>
          <a:solidFill>
            <a:schemeClr val="tx1">
              <a:lumMod val="75000"/>
              <a:lumOff val="25000"/>
            </a:schemeClr>
          </a:solidFill>
          <a:ln w="6648" cap="flat">
            <a:noFill/>
            <a:prstDash val="solid"/>
            <a:miter/>
          </a:ln>
        </p:spPr>
        <p:txBody>
          <a:bodyPr rtlCol="0" anchor="ctr"/>
          <a:lstStyle/>
          <a:p>
            <a:endParaRPr lang="en-IN"/>
          </a:p>
        </p:txBody>
      </p:sp>
      <p:sp>
        <p:nvSpPr>
          <p:cNvPr id="95" name="Graphic 54" descr="Board Of Directors with solid fill">
            <a:extLst>
              <a:ext uri="{FF2B5EF4-FFF2-40B4-BE49-F238E27FC236}">
                <a16:creationId xmlns:a16="http://schemas.microsoft.com/office/drawing/2014/main" id="{219156F4-8AB7-4F97-9EEE-B9D0265326C8}"/>
              </a:ext>
            </a:extLst>
          </p:cNvPr>
          <p:cNvSpPr/>
          <p:nvPr/>
        </p:nvSpPr>
        <p:spPr>
          <a:xfrm>
            <a:off x="3295440" y="3645877"/>
            <a:ext cx="386718" cy="302648"/>
          </a:xfrm>
          <a:custGeom>
            <a:avLst/>
            <a:gdLst>
              <a:gd name="connsiteX0" fmla="*/ 585584 w 616191"/>
              <a:gd name="connsiteY0" fmla="*/ 341952 h 482237"/>
              <a:gd name="connsiteX1" fmla="*/ 600125 w 616191"/>
              <a:gd name="connsiteY1" fmla="*/ 325013 h 482237"/>
              <a:gd name="connsiteX2" fmla="*/ 616046 w 616191"/>
              <a:gd name="connsiteY2" fmla="*/ 192356 h 482237"/>
              <a:gd name="connsiteX3" fmla="*/ 598533 w 616191"/>
              <a:gd name="connsiteY3" fmla="*/ 170049 h 482237"/>
              <a:gd name="connsiteX4" fmla="*/ 597292 w 616191"/>
              <a:gd name="connsiteY4" fmla="*/ 169938 h 482237"/>
              <a:gd name="connsiteX5" fmla="*/ 523575 w 616191"/>
              <a:gd name="connsiteY5" fmla="*/ 165598 h 482237"/>
              <a:gd name="connsiteX6" fmla="*/ 502497 w 616191"/>
              <a:gd name="connsiteY6" fmla="*/ 183059 h 482237"/>
              <a:gd name="connsiteX7" fmla="*/ 497929 w 616191"/>
              <a:gd name="connsiteY7" fmla="*/ 218477 h 482237"/>
              <a:gd name="connsiteX8" fmla="*/ 486670 w 616191"/>
              <a:gd name="connsiteY8" fmla="*/ 201237 h 482237"/>
              <a:gd name="connsiteX9" fmla="*/ 489235 w 616191"/>
              <a:gd name="connsiteY9" fmla="*/ 181351 h 482237"/>
              <a:gd name="connsiteX10" fmla="*/ 522430 w 616191"/>
              <a:gd name="connsiteY10" fmla="*/ 152195 h 482237"/>
              <a:gd name="connsiteX11" fmla="*/ 524439 w 616191"/>
              <a:gd name="connsiteY11" fmla="*/ 152256 h 482237"/>
              <a:gd name="connsiteX12" fmla="*/ 556281 w 616191"/>
              <a:gd name="connsiteY12" fmla="*/ 154124 h 482237"/>
              <a:gd name="connsiteX13" fmla="*/ 560882 w 616191"/>
              <a:gd name="connsiteY13" fmla="*/ 125879 h 482237"/>
              <a:gd name="connsiteX14" fmla="*/ 544231 w 616191"/>
              <a:gd name="connsiteY14" fmla="*/ 102852 h 482237"/>
              <a:gd name="connsiteX15" fmla="*/ 542416 w 616191"/>
              <a:gd name="connsiteY15" fmla="*/ 102645 h 482237"/>
              <a:gd name="connsiteX16" fmla="*/ 482477 w 616191"/>
              <a:gd name="connsiteY16" fmla="*/ 98626 h 482237"/>
              <a:gd name="connsiteX17" fmla="*/ 461318 w 616191"/>
              <a:gd name="connsiteY17" fmla="*/ 115585 h 482237"/>
              <a:gd name="connsiteX18" fmla="*/ 455451 w 616191"/>
              <a:gd name="connsiteY18" fmla="*/ 153354 h 482237"/>
              <a:gd name="connsiteX19" fmla="*/ 444507 w 616191"/>
              <a:gd name="connsiteY19" fmla="*/ 136609 h 482237"/>
              <a:gd name="connsiteX20" fmla="*/ 448057 w 616191"/>
              <a:gd name="connsiteY20" fmla="*/ 113582 h 482237"/>
              <a:gd name="connsiteX21" fmla="*/ 481091 w 616191"/>
              <a:gd name="connsiteY21" fmla="*/ 85244 h 482237"/>
              <a:gd name="connsiteX22" fmla="*/ 483328 w 616191"/>
              <a:gd name="connsiteY22" fmla="*/ 85324 h 482237"/>
              <a:gd name="connsiteX23" fmla="*/ 496549 w 616191"/>
              <a:gd name="connsiteY23" fmla="*/ 86201 h 482237"/>
              <a:gd name="connsiteX24" fmla="*/ 498632 w 616191"/>
              <a:gd name="connsiteY24" fmla="*/ 67447 h 482237"/>
              <a:gd name="connsiteX25" fmla="*/ 480850 w 616191"/>
              <a:gd name="connsiteY25" fmla="*/ 45282 h 482237"/>
              <a:gd name="connsiteX26" fmla="*/ 480233 w 616191"/>
              <a:gd name="connsiteY26" fmla="*/ 45224 h 482237"/>
              <a:gd name="connsiteX27" fmla="*/ 433442 w 616191"/>
              <a:gd name="connsiteY27" fmla="*/ 41627 h 482237"/>
              <a:gd name="connsiteX28" fmla="*/ 411915 w 616191"/>
              <a:gd name="connsiteY28" fmla="*/ 59531 h 482237"/>
              <a:gd name="connsiteX29" fmla="*/ 408881 w 616191"/>
              <a:gd name="connsiteY29" fmla="*/ 88372 h 482237"/>
              <a:gd name="connsiteX30" fmla="*/ 366309 w 616191"/>
              <a:gd name="connsiteY30" fmla="*/ 73569 h 482237"/>
              <a:gd name="connsiteX31" fmla="*/ 360462 w 616191"/>
              <a:gd name="connsiteY31" fmla="*/ 73569 h 482237"/>
              <a:gd name="connsiteX32" fmla="*/ 360462 w 616191"/>
              <a:gd name="connsiteY32" fmla="*/ 26684 h 482237"/>
              <a:gd name="connsiteX33" fmla="*/ 355104 w 616191"/>
              <a:gd name="connsiteY33" fmla="*/ 13751 h 482237"/>
              <a:gd name="connsiteX34" fmla="*/ 346946 w 616191"/>
              <a:gd name="connsiteY34" fmla="*/ 8721 h 482237"/>
              <a:gd name="connsiteX35" fmla="*/ 268990 w 616191"/>
              <a:gd name="connsiteY35" fmla="*/ 8386 h 482237"/>
              <a:gd name="connsiteX36" fmla="*/ 259311 w 616191"/>
              <a:gd name="connsiteY36" fmla="*/ 13744 h 482237"/>
              <a:gd name="connsiteX37" fmla="*/ 253953 w 616191"/>
              <a:gd name="connsiteY37" fmla="*/ 26678 h 482237"/>
              <a:gd name="connsiteX38" fmla="*/ 253953 w 616191"/>
              <a:gd name="connsiteY38" fmla="*/ 73563 h 482237"/>
              <a:gd name="connsiteX39" fmla="*/ 247510 w 616191"/>
              <a:gd name="connsiteY39" fmla="*/ 73563 h 482237"/>
              <a:gd name="connsiteX40" fmla="*/ 207122 w 616191"/>
              <a:gd name="connsiteY40" fmla="*/ 86684 h 482237"/>
              <a:gd name="connsiteX41" fmla="*/ 204282 w 616191"/>
              <a:gd name="connsiteY41" fmla="*/ 59531 h 482237"/>
              <a:gd name="connsiteX42" fmla="*/ 182795 w 616191"/>
              <a:gd name="connsiteY42" fmla="*/ 41627 h 482237"/>
              <a:gd name="connsiteX43" fmla="*/ 136004 w 616191"/>
              <a:gd name="connsiteY43" fmla="*/ 45224 h 482237"/>
              <a:gd name="connsiteX44" fmla="*/ 117546 w 616191"/>
              <a:gd name="connsiteY44" fmla="*/ 66831 h 482237"/>
              <a:gd name="connsiteX45" fmla="*/ 117605 w 616191"/>
              <a:gd name="connsiteY45" fmla="*/ 67447 h 482237"/>
              <a:gd name="connsiteX46" fmla="*/ 119688 w 616191"/>
              <a:gd name="connsiteY46" fmla="*/ 86201 h 482237"/>
              <a:gd name="connsiteX47" fmla="*/ 132909 w 616191"/>
              <a:gd name="connsiteY47" fmla="*/ 85324 h 482237"/>
              <a:gd name="connsiteX48" fmla="*/ 135146 w 616191"/>
              <a:gd name="connsiteY48" fmla="*/ 85244 h 482237"/>
              <a:gd name="connsiteX49" fmla="*/ 168173 w 616191"/>
              <a:gd name="connsiteY49" fmla="*/ 113582 h 482237"/>
              <a:gd name="connsiteX50" fmla="*/ 171288 w 616191"/>
              <a:gd name="connsiteY50" fmla="*/ 133716 h 482237"/>
              <a:gd name="connsiteX51" fmla="*/ 160344 w 616191"/>
              <a:gd name="connsiteY51" fmla="*/ 150461 h 482237"/>
              <a:gd name="connsiteX52" fmla="*/ 154985 w 616191"/>
              <a:gd name="connsiteY52" fmla="*/ 115592 h 482237"/>
              <a:gd name="connsiteX53" fmla="*/ 133827 w 616191"/>
              <a:gd name="connsiteY53" fmla="*/ 98633 h 482237"/>
              <a:gd name="connsiteX54" fmla="*/ 73888 w 616191"/>
              <a:gd name="connsiteY54" fmla="*/ 102651 h 482237"/>
              <a:gd name="connsiteX55" fmla="*/ 55214 w 616191"/>
              <a:gd name="connsiteY55" fmla="*/ 124071 h 482237"/>
              <a:gd name="connsiteX56" fmla="*/ 55422 w 616191"/>
              <a:gd name="connsiteY56" fmla="*/ 125886 h 482237"/>
              <a:gd name="connsiteX57" fmla="*/ 60023 w 616191"/>
              <a:gd name="connsiteY57" fmla="*/ 154131 h 482237"/>
              <a:gd name="connsiteX58" fmla="*/ 91865 w 616191"/>
              <a:gd name="connsiteY58" fmla="*/ 152262 h 482237"/>
              <a:gd name="connsiteX59" fmla="*/ 93874 w 616191"/>
              <a:gd name="connsiteY59" fmla="*/ 152202 h 482237"/>
              <a:gd name="connsiteX60" fmla="*/ 127015 w 616191"/>
              <a:gd name="connsiteY60" fmla="*/ 181358 h 482237"/>
              <a:gd name="connsiteX61" fmla="*/ 129199 w 616191"/>
              <a:gd name="connsiteY61" fmla="*/ 198310 h 482237"/>
              <a:gd name="connsiteX62" fmla="*/ 117879 w 616191"/>
              <a:gd name="connsiteY62" fmla="*/ 215557 h 482237"/>
              <a:gd name="connsiteX63" fmla="*/ 113686 w 616191"/>
              <a:gd name="connsiteY63" fmla="*/ 183059 h 482237"/>
              <a:gd name="connsiteX64" fmla="*/ 92608 w 616191"/>
              <a:gd name="connsiteY64" fmla="*/ 165598 h 482237"/>
              <a:gd name="connsiteX65" fmla="*/ 18898 w 616191"/>
              <a:gd name="connsiteY65" fmla="*/ 169938 h 482237"/>
              <a:gd name="connsiteX66" fmla="*/ 34 w 616191"/>
              <a:gd name="connsiteY66" fmla="*/ 191113 h 482237"/>
              <a:gd name="connsiteX67" fmla="*/ 144 w 616191"/>
              <a:gd name="connsiteY67" fmla="*/ 192356 h 482237"/>
              <a:gd name="connsiteX68" fmla="*/ 16072 w 616191"/>
              <a:gd name="connsiteY68" fmla="*/ 325013 h 482237"/>
              <a:gd name="connsiteX69" fmla="*/ 30620 w 616191"/>
              <a:gd name="connsiteY69" fmla="*/ 341952 h 482237"/>
              <a:gd name="connsiteX70" fmla="*/ 58456 w 616191"/>
              <a:gd name="connsiteY70" fmla="*/ 349688 h 482237"/>
              <a:gd name="connsiteX71" fmla="*/ 58456 w 616191"/>
              <a:gd name="connsiteY71" fmla="*/ 377819 h 482237"/>
              <a:gd name="connsiteX72" fmla="*/ 35067 w 616191"/>
              <a:gd name="connsiteY72" fmla="*/ 377819 h 482237"/>
              <a:gd name="connsiteX73" fmla="*/ 11665 w 616191"/>
              <a:gd name="connsiteY73" fmla="*/ 401215 h 482237"/>
              <a:gd name="connsiteX74" fmla="*/ 11665 w 616191"/>
              <a:gd name="connsiteY74" fmla="*/ 405823 h 482237"/>
              <a:gd name="connsiteX75" fmla="*/ 12851 w 616191"/>
              <a:gd name="connsiteY75" fmla="*/ 424730 h 482237"/>
              <a:gd name="connsiteX76" fmla="*/ 31758 w 616191"/>
              <a:gd name="connsiteY76" fmla="*/ 423544 h 482237"/>
              <a:gd name="connsiteX77" fmla="*/ 31758 w 616191"/>
              <a:gd name="connsiteY77" fmla="*/ 405823 h 482237"/>
              <a:gd name="connsiteX78" fmla="*/ 31758 w 616191"/>
              <a:gd name="connsiteY78" fmla="*/ 401215 h 482237"/>
              <a:gd name="connsiteX79" fmla="*/ 35107 w 616191"/>
              <a:gd name="connsiteY79" fmla="*/ 397866 h 482237"/>
              <a:gd name="connsiteX80" fmla="*/ 58469 w 616191"/>
              <a:gd name="connsiteY80" fmla="*/ 397866 h 482237"/>
              <a:gd name="connsiteX81" fmla="*/ 58469 w 616191"/>
              <a:gd name="connsiteY81" fmla="*/ 405816 h 482237"/>
              <a:gd name="connsiteX82" fmla="*/ 59620 w 616191"/>
              <a:gd name="connsiteY82" fmla="*/ 424726 h 482237"/>
              <a:gd name="connsiteX83" fmla="*/ 78529 w 616191"/>
              <a:gd name="connsiteY83" fmla="*/ 423575 h 482237"/>
              <a:gd name="connsiteX84" fmla="*/ 78529 w 616191"/>
              <a:gd name="connsiteY84" fmla="*/ 405816 h 482237"/>
              <a:gd name="connsiteX85" fmla="*/ 78529 w 616191"/>
              <a:gd name="connsiteY85" fmla="*/ 397866 h 482237"/>
              <a:gd name="connsiteX86" fmla="*/ 101932 w 616191"/>
              <a:gd name="connsiteY86" fmla="*/ 397866 h 482237"/>
              <a:gd name="connsiteX87" fmla="*/ 105281 w 616191"/>
              <a:gd name="connsiteY87" fmla="*/ 401215 h 482237"/>
              <a:gd name="connsiteX88" fmla="*/ 105281 w 616191"/>
              <a:gd name="connsiteY88" fmla="*/ 405823 h 482237"/>
              <a:gd name="connsiteX89" fmla="*/ 106467 w 616191"/>
              <a:gd name="connsiteY89" fmla="*/ 424730 h 482237"/>
              <a:gd name="connsiteX90" fmla="*/ 125374 w 616191"/>
              <a:gd name="connsiteY90" fmla="*/ 423544 h 482237"/>
              <a:gd name="connsiteX91" fmla="*/ 125374 w 616191"/>
              <a:gd name="connsiteY91" fmla="*/ 405823 h 482237"/>
              <a:gd name="connsiteX92" fmla="*/ 125374 w 616191"/>
              <a:gd name="connsiteY92" fmla="*/ 401215 h 482237"/>
              <a:gd name="connsiteX93" fmla="*/ 101972 w 616191"/>
              <a:gd name="connsiteY93" fmla="*/ 377813 h 482237"/>
              <a:gd name="connsiteX94" fmla="*/ 78529 w 616191"/>
              <a:gd name="connsiteY94" fmla="*/ 377813 h 482237"/>
              <a:gd name="connsiteX95" fmla="*/ 78529 w 616191"/>
              <a:gd name="connsiteY95" fmla="*/ 358838 h 482237"/>
              <a:gd name="connsiteX96" fmla="*/ 92039 w 616191"/>
              <a:gd name="connsiteY96" fmla="*/ 364913 h 482237"/>
              <a:gd name="connsiteX97" fmla="*/ 135146 w 616191"/>
              <a:gd name="connsiteY97" fmla="*/ 376433 h 482237"/>
              <a:gd name="connsiteX98" fmla="*/ 200008 w 616191"/>
              <a:gd name="connsiteY98" fmla="*/ 390318 h 482237"/>
              <a:gd name="connsiteX99" fmla="*/ 200008 w 616191"/>
              <a:gd name="connsiteY99" fmla="*/ 452527 h 482237"/>
              <a:gd name="connsiteX100" fmla="*/ 215206 w 616191"/>
              <a:gd name="connsiteY100" fmla="*/ 471951 h 482237"/>
              <a:gd name="connsiteX101" fmla="*/ 225286 w 616191"/>
              <a:gd name="connsiteY101" fmla="*/ 474469 h 482237"/>
              <a:gd name="connsiteX102" fmla="*/ 388386 w 616191"/>
              <a:gd name="connsiteY102" fmla="*/ 473197 h 482237"/>
              <a:gd name="connsiteX103" fmla="*/ 392404 w 616191"/>
              <a:gd name="connsiteY103" fmla="*/ 472125 h 482237"/>
              <a:gd name="connsiteX104" fmla="*/ 407300 w 616191"/>
              <a:gd name="connsiteY104" fmla="*/ 452788 h 482237"/>
              <a:gd name="connsiteX105" fmla="*/ 407300 w 616191"/>
              <a:gd name="connsiteY105" fmla="*/ 391269 h 482237"/>
              <a:gd name="connsiteX106" fmla="*/ 477768 w 616191"/>
              <a:gd name="connsiteY106" fmla="*/ 376634 h 482237"/>
              <a:gd name="connsiteX107" fmla="*/ 521874 w 616191"/>
              <a:gd name="connsiteY107" fmla="*/ 364899 h 482237"/>
              <a:gd name="connsiteX108" fmla="*/ 537687 w 616191"/>
              <a:gd name="connsiteY108" fmla="*/ 357290 h 482237"/>
              <a:gd name="connsiteX109" fmla="*/ 537687 w 616191"/>
              <a:gd name="connsiteY109" fmla="*/ 377813 h 482237"/>
              <a:gd name="connsiteX110" fmla="*/ 514285 w 616191"/>
              <a:gd name="connsiteY110" fmla="*/ 377813 h 482237"/>
              <a:gd name="connsiteX111" fmla="*/ 490883 w 616191"/>
              <a:gd name="connsiteY111" fmla="*/ 401215 h 482237"/>
              <a:gd name="connsiteX112" fmla="*/ 490883 w 616191"/>
              <a:gd name="connsiteY112" fmla="*/ 405823 h 482237"/>
              <a:gd name="connsiteX113" fmla="*/ 492034 w 616191"/>
              <a:gd name="connsiteY113" fmla="*/ 424732 h 482237"/>
              <a:gd name="connsiteX114" fmla="*/ 510943 w 616191"/>
              <a:gd name="connsiteY114" fmla="*/ 423582 h 482237"/>
              <a:gd name="connsiteX115" fmla="*/ 510943 w 616191"/>
              <a:gd name="connsiteY115" fmla="*/ 405823 h 482237"/>
              <a:gd name="connsiteX116" fmla="*/ 510943 w 616191"/>
              <a:gd name="connsiteY116" fmla="*/ 401215 h 482237"/>
              <a:gd name="connsiteX117" fmla="*/ 514292 w 616191"/>
              <a:gd name="connsiteY117" fmla="*/ 397866 h 482237"/>
              <a:gd name="connsiteX118" fmla="*/ 537694 w 616191"/>
              <a:gd name="connsiteY118" fmla="*/ 397866 h 482237"/>
              <a:gd name="connsiteX119" fmla="*/ 537694 w 616191"/>
              <a:gd name="connsiteY119" fmla="*/ 405816 h 482237"/>
              <a:gd name="connsiteX120" fmla="*/ 538845 w 616191"/>
              <a:gd name="connsiteY120" fmla="*/ 424726 h 482237"/>
              <a:gd name="connsiteX121" fmla="*/ 557754 w 616191"/>
              <a:gd name="connsiteY121" fmla="*/ 423575 h 482237"/>
              <a:gd name="connsiteX122" fmla="*/ 557754 w 616191"/>
              <a:gd name="connsiteY122" fmla="*/ 405816 h 482237"/>
              <a:gd name="connsiteX123" fmla="*/ 557754 w 616191"/>
              <a:gd name="connsiteY123" fmla="*/ 397866 h 482237"/>
              <a:gd name="connsiteX124" fmla="*/ 581156 w 616191"/>
              <a:gd name="connsiteY124" fmla="*/ 397866 h 482237"/>
              <a:gd name="connsiteX125" fmla="*/ 584505 w 616191"/>
              <a:gd name="connsiteY125" fmla="*/ 401215 h 482237"/>
              <a:gd name="connsiteX126" fmla="*/ 584505 w 616191"/>
              <a:gd name="connsiteY126" fmla="*/ 405823 h 482237"/>
              <a:gd name="connsiteX127" fmla="*/ 585692 w 616191"/>
              <a:gd name="connsiteY127" fmla="*/ 424730 h 482237"/>
              <a:gd name="connsiteX128" fmla="*/ 604599 w 616191"/>
              <a:gd name="connsiteY128" fmla="*/ 423544 h 482237"/>
              <a:gd name="connsiteX129" fmla="*/ 604599 w 616191"/>
              <a:gd name="connsiteY129" fmla="*/ 405823 h 482237"/>
              <a:gd name="connsiteX130" fmla="*/ 604599 w 616191"/>
              <a:gd name="connsiteY130" fmla="*/ 401215 h 482237"/>
              <a:gd name="connsiteX131" fmla="*/ 581156 w 616191"/>
              <a:gd name="connsiteY131" fmla="*/ 377813 h 482237"/>
              <a:gd name="connsiteX132" fmla="*/ 557748 w 616191"/>
              <a:gd name="connsiteY132" fmla="*/ 377813 h 482237"/>
              <a:gd name="connsiteX133" fmla="*/ 557748 w 616191"/>
              <a:gd name="connsiteY133" fmla="*/ 349682 h 482237"/>
              <a:gd name="connsiteX134" fmla="*/ 470890 w 616191"/>
              <a:gd name="connsiteY134" fmla="*/ 350787 h 482237"/>
              <a:gd name="connsiteX135" fmla="*/ 306839 w 616191"/>
              <a:gd name="connsiteY135" fmla="*/ 372220 h 482237"/>
              <a:gd name="connsiteX136" fmla="*/ 142072 w 616191"/>
              <a:gd name="connsiteY136" fmla="*/ 350579 h 482237"/>
              <a:gd name="connsiteX137" fmla="*/ 98965 w 616191"/>
              <a:gd name="connsiteY137" fmla="*/ 339059 h 482237"/>
              <a:gd name="connsiteX138" fmla="*/ 84945 w 616191"/>
              <a:gd name="connsiteY138" fmla="*/ 317229 h 482237"/>
              <a:gd name="connsiteX139" fmla="*/ 87625 w 616191"/>
              <a:gd name="connsiteY139" fmla="*/ 310928 h 482237"/>
              <a:gd name="connsiteX140" fmla="*/ 213806 w 616191"/>
              <a:gd name="connsiteY140" fmla="*/ 117467 h 482237"/>
              <a:gd name="connsiteX141" fmla="*/ 247523 w 616191"/>
              <a:gd name="connsiteY141" fmla="*/ 100314 h 482237"/>
              <a:gd name="connsiteX142" fmla="*/ 366370 w 616191"/>
              <a:gd name="connsiteY142" fmla="*/ 100314 h 482237"/>
              <a:gd name="connsiteX143" fmla="*/ 400087 w 616191"/>
              <a:gd name="connsiteY143" fmla="*/ 117454 h 482237"/>
              <a:gd name="connsiteX144" fmla="*/ 526355 w 616191"/>
              <a:gd name="connsiteY144" fmla="*/ 310901 h 482237"/>
              <a:gd name="connsiteX145" fmla="*/ 521327 w 616191"/>
              <a:gd name="connsiteY145" fmla="*/ 336344 h 482237"/>
              <a:gd name="connsiteX146" fmla="*/ 515002 w 616191"/>
              <a:gd name="connsiteY146" fmla="*/ 339032 h 482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616191" h="482237">
                <a:moveTo>
                  <a:pt x="585584" y="341952"/>
                </a:moveTo>
                <a:cubicBezTo>
                  <a:pt x="593416" y="339775"/>
                  <a:pt x="599159" y="333085"/>
                  <a:pt x="600125" y="325013"/>
                </a:cubicBezTo>
                <a:lnTo>
                  <a:pt x="616046" y="192356"/>
                </a:lnTo>
                <a:cubicBezTo>
                  <a:pt x="617370" y="181360"/>
                  <a:pt x="609529" y="171373"/>
                  <a:pt x="598533" y="170049"/>
                </a:cubicBezTo>
                <a:cubicBezTo>
                  <a:pt x="598121" y="169999"/>
                  <a:pt x="597707" y="169962"/>
                  <a:pt x="597292" y="169938"/>
                </a:cubicBezTo>
                <a:lnTo>
                  <a:pt x="523575" y="165598"/>
                </a:lnTo>
                <a:cubicBezTo>
                  <a:pt x="513058" y="164993"/>
                  <a:pt x="503859" y="172613"/>
                  <a:pt x="502497" y="183059"/>
                </a:cubicBezTo>
                <a:lnTo>
                  <a:pt x="497929" y="218477"/>
                </a:lnTo>
                <a:lnTo>
                  <a:pt x="486670" y="201237"/>
                </a:lnTo>
                <a:lnTo>
                  <a:pt x="489235" y="181351"/>
                </a:lnTo>
                <a:cubicBezTo>
                  <a:pt x="491411" y="164677"/>
                  <a:pt x="505614" y="152202"/>
                  <a:pt x="522430" y="152195"/>
                </a:cubicBezTo>
                <a:cubicBezTo>
                  <a:pt x="523099" y="152195"/>
                  <a:pt x="523769" y="152195"/>
                  <a:pt x="524439" y="152256"/>
                </a:cubicBezTo>
                <a:lnTo>
                  <a:pt x="556281" y="154124"/>
                </a:lnTo>
                <a:lnTo>
                  <a:pt x="560882" y="125879"/>
                </a:lnTo>
                <a:cubicBezTo>
                  <a:pt x="562643" y="114922"/>
                  <a:pt x="555188" y="104613"/>
                  <a:pt x="544231" y="102852"/>
                </a:cubicBezTo>
                <a:cubicBezTo>
                  <a:pt x="543630" y="102756"/>
                  <a:pt x="543024" y="102686"/>
                  <a:pt x="542416" y="102645"/>
                </a:cubicBezTo>
                <a:lnTo>
                  <a:pt x="482477" y="98626"/>
                </a:lnTo>
                <a:cubicBezTo>
                  <a:pt x="472098" y="97951"/>
                  <a:pt x="462919" y="105308"/>
                  <a:pt x="461318" y="115585"/>
                </a:cubicBezTo>
                <a:lnTo>
                  <a:pt x="455451" y="153354"/>
                </a:lnTo>
                <a:lnTo>
                  <a:pt x="444507" y="136609"/>
                </a:lnTo>
                <a:lnTo>
                  <a:pt x="448057" y="113582"/>
                </a:lnTo>
                <a:cubicBezTo>
                  <a:pt x="450499" y="97241"/>
                  <a:pt x="464568" y="85172"/>
                  <a:pt x="481091" y="85244"/>
                </a:cubicBezTo>
                <a:cubicBezTo>
                  <a:pt x="481827" y="85244"/>
                  <a:pt x="482578" y="85244"/>
                  <a:pt x="483328" y="85324"/>
                </a:cubicBezTo>
                <a:lnTo>
                  <a:pt x="496549" y="86201"/>
                </a:lnTo>
                <a:lnTo>
                  <a:pt x="498632" y="67447"/>
                </a:lnTo>
                <a:cubicBezTo>
                  <a:pt x="499843" y="56416"/>
                  <a:pt x="491881" y="46493"/>
                  <a:pt x="480850" y="45282"/>
                </a:cubicBezTo>
                <a:cubicBezTo>
                  <a:pt x="480645" y="45259"/>
                  <a:pt x="480440" y="45240"/>
                  <a:pt x="480233" y="45224"/>
                </a:cubicBezTo>
                <a:lnTo>
                  <a:pt x="433442" y="41627"/>
                </a:lnTo>
                <a:cubicBezTo>
                  <a:pt x="422605" y="40791"/>
                  <a:pt x="413068" y="48723"/>
                  <a:pt x="411915" y="59531"/>
                </a:cubicBezTo>
                <a:lnTo>
                  <a:pt x="408881" y="88372"/>
                </a:lnTo>
                <a:cubicBezTo>
                  <a:pt x="396773" y="78763"/>
                  <a:pt x="381766" y="73546"/>
                  <a:pt x="366309" y="73569"/>
                </a:cubicBezTo>
                <a:lnTo>
                  <a:pt x="360462" y="73569"/>
                </a:lnTo>
                <a:lnTo>
                  <a:pt x="360462" y="26684"/>
                </a:lnTo>
                <a:cubicBezTo>
                  <a:pt x="360457" y="21834"/>
                  <a:pt x="358530" y="17184"/>
                  <a:pt x="355104" y="13751"/>
                </a:cubicBezTo>
                <a:cubicBezTo>
                  <a:pt x="352643" y="11686"/>
                  <a:pt x="349895" y="9992"/>
                  <a:pt x="346946" y="8721"/>
                </a:cubicBezTo>
                <a:cubicBezTo>
                  <a:pt x="322260" y="-2789"/>
                  <a:pt x="293773" y="-2911"/>
                  <a:pt x="268990" y="8386"/>
                </a:cubicBezTo>
                <a:cubicBezTo>
                  <a:pt x="265550" y="9757"/>
                  <a:pt x="262298" y="11557"/>
                  <a:pt x="259311" y="13744"/>
                </a:cubicBezTo>
                <a:cubicBezTo>
                  <a:pt x="255885" y="17177"/>
                  <a:pt x="253958" y="21828"/>
                  <a:pt x="253953" y="26678"/>
                </a:cubicBezTo>
                <a:lnTo>
                  <a:pt x="253953" y="73563"/>
                </a:lnTo>
                <a:lnTo>
                  <a:pt x="247510" y="73563"/>
                </a:lnTo>
                <a:cubicBezTo>
                  <a:pt x="232997" y="73546"/>
                  <a:pt x="218853" y="78141"/>
                  <a:pt x="207122" y="86684"/>
                </a:cubicBezTo>
                <a:lnTo>
                  <a:pt x="204282" y="59531"/>
                </a:lnTo>
                <a:cubicBezTo>
                  <a:pt x="203130" y="48740"/>
                  <a:pt x="193617" y="40813"/>
                  <a:pt x="182795" y="41627"/>
                </a:cubicBezTo>
                <a:lnTo>
                  <a:pt x="136004" y="45224"/>
                </a:lnTo>
                <a:cubicBezTo>
                  <a:pt x="124940" y="46093"/>
                  <a:pt x="116677" y="55767"/>
                  <a:pt x="117546" y="66831"/>
                </a:cubicBezTo>
                <a:cubicBezTo>
                  <a:pt x="117563" y="67036"/>
                  <a:pt x="117582" y="67242"/>
                  <a:pt x="117605" y="67447"/>
                </a:cubicBezTo>
                <a:lnTo>
                  <a:pt x="119688" y="86201"/>
                </a:lnTo>
                <a:lnTo>
                  <a:pt x="132909" y="85324"/>
                </a:lnTo>
                <a:cubicBezTo>
                  <a:pt x="133659" y="85270"/>
                  <a:pt x="134410" y="85244"/>
                  <a:pt x="135146" y="85244"/>
                </a:cubicBezTo>
                <a:cubicBezTo>
                  <a:pt x="151668" y="85169"/>
                  <a:pt x="165737" y="97241"/>
                  <a:pt x="168173" y="113582"/>
                </a:cubicBezTo>
                <a:lnTo>
                  <a:pt x="171288" y="133716"/>
                </a:lnTo>
                <a:lnTo>
                  <a:pt x="160344" y="150461"/>
                </a:lnTo>
                <a:lnTo>
                  <a:pt x="154985" y="115592"/>
                </a:lnTo>
                <a:cubicBezTo>
                  <a:pt x="153385" y="105314"/>
                  <a:pt x="144206" y="97957"/>
                  <a:pt x="133827" y="98633"/>
                </a:cubicBezTo>
                <a:lnTo>
                  <a:pt x="73888" y="102651"/>
                </a:lnTo>
                <a:cubicBezTo>
                  <a:pt x="62816" y="103410"/>
                  <a:pt x="54456" y="113000"/>
                  <a:pt x="55214" y="124071"/>
                </a:cubicBezTo>
                <a:cubicBezTo>
                  <a:pt x="55256" y="124679"/>
                  <a:pt x="55325" y="125285"/>
                  <a:pt x="55422" y="125886"/>
                </a:cubicBezTo>
                <a:lnTo>
                  <a:pt x="60023" y="154131"/>
                </a:lnTo>
                <a:lnTo>
                  <a:pt x="91865" y="152262"/>
                </a:lnTo>
                <a:cubicBezTo>
                  <a:pt x="92535" y="152222"/>
                  <a:pt x="93204" y="152202"/>
                  <a:pt x="93874" y="152202"/>
                </a:cubicBezTo>
                <a:cubicBezTo>
                  <a:pt x="110669" y="152236"/>
                  <a:pt x="124842" y="164704"/>
                  <a:pt x="127015" y="181358"/>
                </a:cubicBezTo>
                <a:lnTo>
                  <a:pt x="129199" y="198310"/>
                </a:lnTo>
                <a:lnTo>
                  <a:pt x="117879" y="215557"/>
                </a:lnTo>
                <a:lnTo>
                  <a:pt x="113686" y="183059"/>
                </a:lnTo>
                <a:cubicBezTo>
                  <a:pt x="112324" y="172613"/>
                  <a:pt x="103125" y="164993"/>
                  <a:pt x="92608" y="165598"/>
                </a:cubicBezTo>
                <a:lnTo>
                  <a:pt x="18898" y="169938"/>
                </a:lnTo>
                <a:cubicBezTo>
                  <a:pt x="7842" y="170576"/>
                  <a:pt x="-604" y="180057"/>
                  <a:pt x="34" y="191113"/>
                </a:cubicBezTo>
                <a:cubicBezTo>
                  <a:pt x="58" y="191529"/>
                  <a:pt x="95" y="191943"/>
                  <a:pt x="144" y="192356"/>
                </a:cubicBezTo>
                <a:lnTo>
                  <a:pt x="16072" y="325013"/>
                </a:lnTo>
                <a:cubicBezTo>
                  <a:pt x="17039" y="333087"/>
                  <a:pt x="22785" y="339777"/>
                  <a:pt x="30620" y="341952"/>
                </a:cubicBezTo>
                <a:lnTo>
                  <a:pt x="58456" y="349688"/>
                </a:lnTo>
                <a:lnTo>
                  <a:pt x="58456" y="377819"/>
                </a:lnTo>
                <a:lnTo>
                  <a:pt x="35067" y="377819"/>
                </a:lnTo>
                <a:cubicBezTo>
                  <a:pt x="22154" y="377841"/>
                  <a:pt x="11691" y="388302"/>
                  <a:pt x="11665" y="401215"/>
                </a:cubicBezTo>
                <a:lnTo>
                  <a:pt x="11665" y="405823"/>
                </a:lnTo>
                <a:cubicBezTo>
                  <a:pt x="6771" y="411372"/>
                  <a:pt x="7302" y="419837"/>
                  <a:pt x="12851" y="424730"/>
                </a:cubicBezTo>
                <a:cubicBezTo>
                  <a:pt x="18400" y="429624"/>
                  <a:pt x="26865" y="429093"/>
                  <a:pt x="31758" y="423544"/>
                </a:cubicBezTo>
                <a:cubicBezTo>
                  <a:pt x="36224" y="418481"/>
                  <a:pt x="36224" y="410886"/>
                  <a:pt x="31758" y="405823"/>
                </a:cubicBezTo>
                <a:lnTo>
                  <a:pt x="31758" y="401215"/>
                </a:lnTo>
                <a:cubicBezTo>
                  <a:pt x="31758" y="399366"/>
                  <a:pt x="33258" y="397866"/>
                  <a:pt x="35107" y="397866"/>
                </a:cubicBezTo>
                <a:lnTo>
                  <a:pt x="58469" y="397866"/>
                </a:lnTo>
                <a:lnTo>
                  <a:pt x="58469" y="405816"/>
                </a:lnTo>
                <a:cubicBezTo>
                  <a:pt x="53565" y="411355"/>
                  <a:pt x="54080" y="419822"/>
                  <a:pt x="59620" y="424726"/>
                </a:cubicBezTo>
                <a:cubicBezTo>
                  <a:pt x="65159" y="429630"/>
                  <a:pt x="73625" y="429115"/>
                  <a:pt x="78529" y="423575"/>
                </a:cubicBezTo>
                <a:cubicBezTo>
                  <a:pt x="83017" y="418506"/>
                  <a:pt x="83017" y="410885"/>
                  <a:pt x="78529" y="405816"/>
                </a:cubicBezTo>
                <a:lnTo>
                  <a:pt x="78529" y="397866"/>
                </a:lnTo>
                <a:lnTo>
                  <a:pt x="101932" y="397866"/>
                </a:lnTo>
                <a:cubicBezTo>
                  <a:pt x="103781" y="397866"/>
                  <a:pt x="105281" y="399366"/>
                  <a:pt x="105281" y="401215"/>
                </a:cubicBezTo>
                <a:lnTo>
                  <a:pt x="105281" y="405823"/>
                </a:lnTo>
                <a:cubicBezTo>
                  <a:pt x="100387" y="411372"/>
                  <a:pt x="100918" y="419837"/>
                  <a:pt x="106467" y="424730"/>
                </a:cubicBezTo>
                <a:cubicBezTo>
                  <a:pt x="112016" y="429624"/>
                  <a:pt x="120481" y="429093"/>
                  <a:pt x="125374" y="423544"/>
                </a:cubicBezTo>
                <a:cubicBezTo>
                  <a:pt x="129840" y="418481"/>
                  <a:pt x="129840" y="410886"/>
                  <a:pt x="125374" y="405823"/>
                </a:cubicBezTo>
                <a:lnTo>
                  <a:pt x="125374" y="401215"/>
                </a:lnTo>
                <a:cubicBezTo>
                  <a:pt x="125352" y="388299"/>
                  <a:pt x="114887" y="377835"/>
                  <a:pt x="101972" y="377813"/>
                </a:cubicBezTo>
                <a:lnTo>
                  <a:pt x="78529" y="377813"/>
                </a:lnTo>
                <a:lnTo>
                  <a:pt x="78529" y="358838"/>
                </a:lnTo>
                <a:cubicBezTo>
                  <a:pt x="82686" y="361558"/>
                  <a:pt x="87245" y="363608"/>
                  <a:pt x="92039" y="364913"/>
                </a:cubicBezTo>
                <a:lnTo>
                  <a:pt x="135146" y="376433"/>
                </a:lnTo>
                <a:cubicBezTo>
                  <a:pt x="156539" y="382144"/>
                  <a:pt x="178160" y="386772"/>
                  <a:pt x="200008" y="390318"/>
                </a:cubicBezTo>
                <a:lnTo>
                  <a:pt x="200008" y="452527"/>
                </a:lnTo>
                <a:cubicBezTo>
                  <a:pt x="200038" y="461715"/>
                  <a:pt x="206295" y="469713"/>
                  <a:pt x="215206" y="471951"/>
                </a:cubicBezTo>
                <a:lnTo>
                  <a:pt x="225286" y="474469"/>
                </a:lnTo>
                <a:cubicBezTo>
                  <a:pt x="279164" y="485239"/>
                  <a:pt x="334682" y="484805"/>
                  <a:pt x="388386" y="473197"/>
                </a:cubicBezTo>
                <a:lnTo>
                  <a:pt x="392404" y="472125"/>
                </a:lnTo>
                <a:cubicBezTo>
                  <a:pt x="401164" y="469780"/>
                  <a:pt x="407267" y="461857"/>
                  <a:pt x="407300" y="452788"/>
                </a:cubicBezTo>
                <a:lnTo>
                  <a:pt x="407300" y="391269"/>
                </a:lnTo>
                <a:cubicBezTo>
                  <a:pt x="431036" y="387662"/>
                  <a:pt x="454560" y="382777"/>
                  <a:pt x="477768" y="376634"/>
                </a:cubicBezTo>
                <a:lnTo>
                  <a:pt x="521874" y="364899"/>
                </a:lnTo>
                <a:cubicBezTo>
                  <a:pt x="527575" y="363376"/>
                  <a:pt x="532939" y="360795"/>
                  <a:pt x="537687" y="357290"/>
                </a:cubicBezTo>
                <a:lnTo>
                  <a:pt x="537687" y="377813"/>
                </a:lnTo>
                <a:lnTo>
                  <a:pt x="514285" y="377813"/>
                </a:lnTo>
                <a:cubicBezTo>
                  <a:pt x="501370" y="377835"/>
                  <a:pt x="490905" y="388299"/>
                  <a:pt x="490883" y="401215"/>
                </a:cubicBezTo>
                <a:lnTo>
                  <a:pt x="490883" y="405823"/>
                </a:lnTo>
                <a:cubicBezTo>
                  <a:pt x="485979" y="411362"/>
                  <a:pt x="486494" y="419828"/>
                  <a:pt x="492034" y="424732"/>
                </a:cubicBezTo>
                <a:cubicBezTo>
                  <a:pt x="497573" y="429637"/>
                  <a:pt x="506039" y="429121"/>
                  <a:pt x="510943" y="423582"/>
                </a:cubicBezTo>
                <a:cubicBezTo>
                  <a:pt x="515430" y="418513"/>
                  <a:pt x="515430" y="410892"/>
                  <a:pt x="510943" y="405823"/>
                </a:cubicBezTo>
                <a:lnTo>
                  <a:pt x="510943" y="401215"/>
                </a:lnTo>
                <a:cubicBezTo>
                  <a:pt x="510943" y="399366"/>
                  <a:pt x="512443" y="397866"/>
                  <a:pt x="514292" y="397866"/>
                </a:cubicBezTo>
                <a:lnTo>
                  <a:pt x="537694" y="397866"/>
                </a:lnTo>
                <a:lnTo>
                  <a:pt x="537694" y="405816"/>
                </a:lnTo>
                <a:cubicBezTo>
                  <a:pt x="532790" y="411355"/>
                  <a:pt x="533305" y="419822"/>
                  <a:pt x="538845" y="424726"/>
                </a:cubicBezTo>
                <a:cubicBezTo>
                  <a:pt x="544384" y="429630"/>
                  <a:pt x="552850" y="429115"/>
                  <a:pt x="557754" y="423575"/>
                </a:cubicBezTo>
                <a:cubicBezTo>
                  <a:pt x="562242" y="418506"/>
                  <a:pt x="562242" y="410885"/>
                  <a:pt x="557754" y="405816"/>
                </a:cubicBezTo>
                <a:lnTo>
                  <a:pt x="557754" y="397866"/>
                </a:lnTo>
                <a:lnTo>
                  <a:pt x="581156" y="397866"/>
                </a:lnTo>
                <a:cubicBezTo>
                  <a:pt x="583006" y="397866"/>
                  <a:pt x="584505" y="399366"/>
                  <a:pt x="584505" y="401215"/>
                </a:cubicBezTo>
                <a:lnTo>
                  <a:pt x="584505" y="405823"/>
                </a:lnTo>
                <a:cubicBezTo>
                  <a:pt x="579612" y="411372"/>
                  <a:pt x="580143" y="419837"/>
                  <a:pt x="585692" y="424730"/>
                </a:cubicBezTo>
                <a:cubicBezTo>
                  <a:pt x="591241" y="429624"/>
                  <a:pt x="599706" y="429093"/>
                  <a:pt x="604599" y="423544"/>
                </a:cubicBezTo>
                <a:cubicBezTo>
                  <a:pt x="609064" y="418481"/>
                  <a:pt x="609064" y="410886"/>
                  <a:pt x="604599" y="405823"/>
                </a:cubicBezTo>
                <a:lnTo>
                  <a:pt x="604599" y="401215"/>
                </a:lnTo>
                <a:cubicBezTo>
                  <a:pt x="604577" y="388283"/>
                  <a:pt x="594088" y="377813"/>
                  <a:pt x="581156" y="377813"/>
                </a:cubicBezTo>
                <a:lnTo>
                  <a:pt x="557748" y="377813"/>
                </a:lnTo>
                <a:lnTo>
                  <a:pt x="557748" y="349682"/>
                </a:lnTo>
                <a:close/>
                <a:moveTo>
                  <a:pt x="470890" y="350787"/>
                </a:moveTo>
                <a:cubicBezTo>
                  <a:pt x="417368" y="365020"/>
                  <a:pt x="362221" y="372225"/>
                  <a:pt x="306839" y="372220"/>
                </a:cubicBezTo>
                <a:cubicBezTo>
                  <a:pt x="251209" y="372215"/>
                  <a:pt x="195817" y="364940"/>
                  <a:pt x="142072" y="350579"/>
                </a:cubicBezTo>
                <a:lnTo>
                  <a:pt x="98965" y="339059"/>
                </a:lnTo>
                <a:cubicBezTo>
                  <a:pt x="89065" y="336902"/>
                  <a:pt x="82788" y="327129"/>
                  <a:pt x="84945" y="317229"/>
                </a:cubicBezTo>
                <a:cubicBezTo>
                  <a:pt x="85435" y="314979"/>
                  <a:pt x="86344" y="312841"/>
                  <a:pt x="87625" y="310928"/>
                </a:cubicBezTo>
                <a:lnTo>
                  <a:pt x="213806" y="117467"/>
                </a:lnTo>
                <a:cubicBezTo>
                  <a:pt x="221567" y="106584"/>
                  <a:pt x="234156" y="100178"/>
                  <a:pt x="247523" y="100314"/>
                </a:cubicBezTo>
                <a:lnTo>
                  <a:pt x="366370" y="100314"/>
                </a:lnTo>
                <a:cubicBezTo>
                  <a:pt x="379733" y="100179"/>
                  <a:pt x="392321" y="106578"/>
                  <a:pt x="400087" y="117454"/>
                </a:cubicBezTo>
                <a:lnTo>
                  <a:pt x="526355" y="310901"/>
                </a:lnTo>
                <a:cubicBezTo>
                  <a:pt x="531992" y="319315"/>
                  <a:pt x="529742" y="330707"/>
                  <a:pt x="521327" y="336344"/>
                </a:cubicBezTo>
                <a:cubicBezTo>
                  <a:pt x="519407" y="337631"/>
                  <a:pt x="517261" y="338542"/>
                  <a:pt x="515002" y="339032"/>
                </a:cubicBezTo>
                <a:close/>
              </a:path>
            </a:pathLst>
          </a:custGeom>
          <a:solidFill>
            <a:schemeClr val="tx1">
              <a:lumMod val="75000"/>
              <a:lumOff val="25000"/>
            </a:schemeClr>
          </a:solidFill>
          <a:ln w="6648" cap="flat">
            <a:noFill/>
            <a:prstDash val="solid"/>
            <a:miter/>
          </a:ln>
        </p:spPr>
        <p:txBody>
          <a:bodyPr rtlCol="0" anchor="ctr"/>
          <a:lstStyle/>
          <a:p>
            <a:endParaRPr lang="en-IN"/>
          </a:p>
        </p:txBody>
      </p:sp>
      <p:sp>
        <p:nvSpPr>
          <p:cNvPr id="96" name="Graphic 56" descr="Brain in head with solid fill">
            <a:extLst>
              <a:ext uri="{FF2B5EF4-FFF2-40B4-BE49-F238E27FC236}">
                <a16:creationId xmlns:a16="http://schemas.microsoft.com/office/drawing/2014/main" id="{4E4378DC-C98B-7286-968D-88814B61B7DD}"/>
              </a:ext>
            </a:extLst>
          </p:cNvPr>
          <p:cNvSpPr/>
          <p:nvPr/>
        </p:nvSpPr>
        <p:spPr>
          <a:xfrm>
            <a:off x="3034673" y="4583770"/>
            <a:ext cx="285966" cy="336282"/>
          </a:xfrm>
          <a:custGeom>
            <a:avLst/>
            <a:gdLst>
              <a:gd name="connsiteX0" fmla="*/ 306226 w 455655"/>
              <a:gd name="connsiteY0" fmla="*/ 219690 h 535828"/>
              <a:gd name="connsiteX1" fmla="*/ 246616 w 455655"/>
              <a:gd name="connsiteY1" fmla="*/ 219690 h 535828"/>
              <a:gd name="connsiteX2" fmla="*/ 200400 w 455655"/>
              <a:gd name="connsiteY2" fmla="*/ 265235 h 535828"/>
              <a:gd name="connsiteX3" fmla="*/ 200400 w 455655"/>
              <a:gd name="connsiteY3" fmla="*/ 314799 h 535828"/>
              <a:gd name="connsiteX4" fmla="*/ 170260 w 455655"/>
              <a:gd name="connsiteY4" fmla="*/ 314799 h 535828"/>
              <a:gd name="connsiteX5" fmla="*/ 170260 w 455655"/>
              <a:gd name="connsiteY5" fmla="*/ 275282 h 535828"/>
              <a:gd name="connsiteX6" fmla="*/ 160883 w 455655"/>
              <a:gd name="connsiteY6" fmla="*/ 231746 h 535828"/>
              <a:gd name="connsiteX7" fmla="*/ 140789 w 455655"/>
              <a:gd name="connsiteY7" fmla="*/ 214331 h 535828"/>
              <a:gd name="connsiteX8" fmla="*/ 126054 w 455655"/>
              <a:gd name="connsiteY8" fmla="*/ 201605 h 535828"/>
              <a:gd name="connsiteX9" fmla="*/ 121366 w 455655"/>
              <a:gd name="connsiteY9" fmla="*/ 192228 h 535828"/>
              <a:gd name="connsiteX10" fmla="*/ 146148 w 455655"/>
              <a:gd name="connsiteY10" fmla="*/ 188880 h 535828"/>
              <a:gd name="connsiteX11" fmla="*/ 153515 w 455655"/>
              <a:gd name="connsiteY11" fmla="*/ 182182 h 535828"/>
              <a:gd name="connsiteX12" fmla="*/ 148157 w 455655"/>
              <a:gd name="connsiteY12" fmla="*/ 173474 h 535828"/>
              <a:gd name="connsiteX13" fmla="*/ 117347 w 455655"/>
              <a:gd name="connsiteY13" fmla="*/ 176823 h 535828"/>
              <a:gd name="connsiteX14" fmla="*/ 116677 w 455655"/>
              <a:gd name="connsiteY14" fmla="*/ 173474 h 535828"/>
              <a:gd name="connsiteX15" fmla="*/ 118687 w 455655"/>
              <a:gd name="connsiteY15" fmla="*/ 155390 h 535828"/>
              <a:gd name="connsiteX16" fmla="*/ 150166 w 455655"/>
              <a:gd name="connsiteY16" fmla="*/ 130608 h 535828"/>
              <a:gd name="connsiteX17" fmla="*/ 158204 w 455655"/>
              <a:gd name="connsiteY17" fmla="*/ 128599 h 535828"/>
              <a:gd name="connsiteX18" fmla="*/ 160213 w 455655"/>
              <a:gd name="connsiteY18" fmla="*/ 127929 h 535828"/>
              <a:gd name="connsiteX19" fmla="*/ 160883 w 455655"/>
              <a:gd name="connsiteY19" fmla="*/ 127929 h 535828"/>
              <a:gd name="connsiteX20" fmla="*/ 169590 w 455655"/>
              <a:gd name="connsiteY20" fmla="*/ 129938 h 535828"/>
              <a:gd name="connsiteX21" fmla="*/ 172939 w 455655"/>
              <a:gd name="connsiteY21" fmla="*/ 130608 h 535828"/>
              <a:gd name="connsiteX22" fmla="*/ 176958 w 455655"/>
              <a:gd name="connsiteY22" fmla="*/ 131278 h 535828"/>
              <a:gd name="connsiteX23" fmla="*/ 186335 w 455655"/>
              <a:gd name="connsiteY23" fmla="*/ 159409 h 535828"/>
              <a:gd name="connsiteX24" fmla="*/ 172939 w 455655"/>
              <a:gd name="connsiteY24" fmla="*/ 185531 h 535828"/>
              <a:gd name="connsiteX25" fmla="*/ 172269 w 455655"/>
              <a:gd name="connsiteY25" fmla="*/ 196247 h 535828"/>
              <a:gd name="connsiteX26" fmla="*/ 182316 w 455655"/>
              <a:gd name="connsiteY26" fmla="*/ 196917 h 535828"/>
              <a:gd name="connsiteX27" fmla="*/ 193702 w 455655"/>
              <a:gd name="connsiteY27" fmla="*/ 182851 h 535828"/>
              <a:gd name="connsiteX28" fmla="*/ 194372 w 455655"/>
              <a:gd name="connsiteY28" fmla="*/ 182851 h 535828"/>
              <a:gd name="connsiteX29" fmla="*/ 227192 w 455655"/>
              <a:gd name="connsiteY29" fmla="*/ 172805 h 535828"/>
              <a:gd name="connsiteX30" fmla="*/ 230541 w 455655"/>
              <a:gd name="connsiteY30" fmla="*/ 168116 h 535828"/>
              <a:gd name="connsiteX31" fmla="*/ 229201 w 455655"/>
              <a:gd name="connsiteY31" fmla="*/ 162758 h 535828"/>
              <a:gd name="connsiteX32" fmla="*/ 219154 w 455655"/>
              <a:gd name="connsiteY32" fmla="*/ 160749 h 535828"/>
              <a:gd name="connsiteX33" fmla="*/ 199731 w 455655"/>
              <a:gd name="connsiteY33" fmla="*/ 167446 h 535828"/>
              <a:gd name="connsiteX34" fmla="*/ 201070 w 455655"/>
              <a:gd name="connsiteY34" fmla="*/ 160749 h 535828"/>
              <a:gd name="connsiteX35" fmla="*/ 197051 w 455655"/>
              <a:gd name="connsiteY35" fmla="*/ 135966 h 535828"/>
              <a:gd name="connsiteX36" fmla="*/ 213126 w 455655"/>
              <a:gd name="connsiteY36" fmla="*/ 137306 h 535828"/>
              <a:gd name="connsiteX37" fmla="*/ 227192 w 455655"/>
              <a:gd name="connsiteY37" fmla="*/ 135966 h 535828"/>
              <a:gd name="connsiteX38" fmla="*/ 260681 w 455655"/>
              <a:gd name="connsiteY38" fmla="*/ 157400 h 535828"/>
              <a:gd name="connsiteX39" fmla="*/ 294170 w 455655"/>
              <a:gd name="connsiteY39" fmla="*/ 196247 h 535828"/>
              <a:gd name="connsiteX40" fmla="*/ 297519 w 455655"/>
              <a:gd name="connsiteY40" fmla="*/ 203615 h 535828"/>
              <a:gd name="connsiteX41" fmla="*/ 305557 w 455655"/>
              <a:gd name="connsiteY41" fmla="*/ 203615 h 535828"/>
              <a:gd name="connsiteX42" fmla="*/ 308906 w 455655"/>
              <a:gd name="connsiteY42" fmla="*/ 196247 h 535828"/>
              <a:gd name="connsiteX43" fmla="*/ 290821 w 455655"/>
              <a:gd name="connsiteY43" fmla="*/ 159409 h 535828"/>
              <a:gd name="connsiteX44" fmla="*/ 314264 w 455655"/>
              <a:gd name="connsiteY44" fmla="*/ 147353 h 535828"/>
              <a:gd name="connsiteX45" fmla="*/ 313594 w 455655"/>
              <a:gd name="connsiteY45" fmla="*/ 136636 h 535828"/>
              <a:gd name="connsiteX46" fmla="*/ 302878 w 455655"/>
              <a:gd name="connsiteY46" fmla="*/ 137306 h 535828"/>
              <a:gd name="connsiteX47" fmla="*/ 278095 w 455655"/>
              <a:gd name="connsiteY47" fmla="*/ 144004 h 535828"/>
              <a:gd name="connsiteX48" fmla="*/ 243267 w 455655"/>
              <a:gd name="connsiteY48" fmla="*/ 131278 h 535828"/>
              <a:gd name="connsiteX49" fmla="*/ 269388 w 455655"/>
              <a:gd name="connsiteY49" fmla="*/ 108505 h 535828"/>
              <a:gd name="connsiteX50" fmla="*/ 266709 w 455655"/>
              <a:gd name="connsiteY50" fmla="*/ 97789 h 535828"/>
              <a:gd name="connsiteX51" fmla="*/ 256662 w 455655"/>
              <a:gd name="connsiteY51" fmla="*/ 100468 h 535828"/>
              <a:gd name="connsiteX52" fmla="*/ 182986 w 455655"/>
              <a:gd name="connsiteY52" fmla="*/ 117882 h 535828"/>
              <a:gd name="connsiteX53" fmla="*/ 194372 w 455655"/>
              <a:gd name="connsiteY53" fmla="*/ 87742 h 535828"/>
              <a:gd name="connsiteX54" fmla="*/ 190354 w 455655"/>
              <a:gd name="connsiteY54" fmla="*/ 81044 h 535828"/>
              <a:gd name="connsiteX55" fmla="*/ 182316 w 455655"/>
              <a:gd name="connsiteY55" fmla="*/ 81714 h 535828"/>
              <a:gd name="connsiteX56" fmla="*/ 178967 w 455655"/>
              <a:gd name="connsiteY56" fmla="*/ 89081 h 535828"/>
              <a:gd name="connsiteX57" fmla="*/ 154855 w 455655"/>
              <a:gd name="connsiteY57" fmla="*/ 114533 h 535828"/>
              <a:gd name="connsiteX58" fmla="*/ 148157 w 455655"/>
              <a:gd name="connsiteY58" fmla="*/ 116543 h 535828"/>
              <a:gd name="connsiteX59" fmla="*/ 125384 w 455655"/>
              <a:gd name="connsiteY59" fmla="*/ 97119 h 535828"/>
              <a:gd name="connsiteX60" fmla="*/ 118017 w 455655"/>
              <a:gd name="connsiteY60" fmla="*/ 99128 h 535828"/>
              <a:gd name="connsiteX61" fmla="*/ 116007 w 455655"/>
              <a:gd name="connsiteY61" fmla="*/ 107166 h 535828"/>
              <a:gd name="connsiteX62" fmla="*/ 122035 w 455655"/>
              <a:gd name="connsiteY62" fmla="*/ 112524 h 535828"/>
              <a:gd name="connsiteX63" fmla="*/ 134092 w 455655"/>
              <a:gd name="connsiteY63" fmla="*/ 122571 h 535828"/>
              <a:gd name="connsiteX64" fmla="*/ 134092 w 455655"/>
              <a:gd name="connsiteY64" fmla="*/ 123241 h 535828"/>
              <a:gd name="connsiteX65" fmla="*/ 106630 w 455655"/>
              <a:gd name="connsiteY65" fmla="*/ 151372 h 535828"/>
              <a:gd name="connsiteX66" fmla="*/ 104621 w 455655"/>
              <a:gd name="connsiteY66" fmla="*/ 160749 h 535828"/>
              <a:gd name="connsiteX67" fmla="*/ 101272 w 455655"/>
              <a:gd name="connsiteY67" fmla="*/ 156060 h 535828"/>
              <a:gd name="connsiteX68" fmla="*/ 95914 w 455655"/>
              <a:gd name="connsiteY68" fmla="*/ 137976 h 535828"/>
              <a:gd name="connsiteX69" fmla="*/ 91225 w 455655"/>
              <a:gd name="connsiteY69" fmla="*/ 131948 h 535828"/>
              <a:gd name="connsiteX70" fmla="*/ 83858 w 455655"/>
              <a:gd name="connsiteY70" fmla="*/ 133287 h 535828"/>
              <a:gd name="connsiteX71" fmla="*/ 81848 w 455655"/>
              <a:gd name="connsiteY71" fmla="*/ 140655 h 535828"/>
              <a:gd name="connsiteX72" fmla="*/ 89216 w 455655"/>
              <a:gd name="connsiteY72" fmla="*/ 162758 h 535828"/>
              <a:gd name="connsiteX73" fmla="*/ 105961 w 455655"/>
              <a:gd name="connsiteY73" fmla="*/ 178163 h 535828"/>
              <a:gd name="connsiteX74" fmla="*/ 114668 w 455655"/>
              <a:gd name="connsiteY74" fmla="*/ 205624 h 535828"/>
              <a:gd name="connsiteX75" fmla="*/ 97253 w 455655"/>
              <a:gd name="connsiteY75" fmla="*/ 220359 h 535828"/>
              <a:gd name="connsiteX76" fmla="*/ 93235 w 455655"/>
              <a:gd name="connsiteY76" fmla="*/ 227057 h 535828"/>
              <a:gd name="connsiteX77" fmla="*/ 97253 w 455655"/>
              <a:gd name="connsiteY77" fmla="*/ 233755 h 535828"/>
              <a:gd name="connsiteX78" fmla="*/ 104621 w 455655"/>
              <a:gd name="connsiteY78" fmla="*/ 233085 h 535828"/>
              <a:gd name="connsiteX79" fmla="*/ 122705 w 455655"/>
              <a:gd name="connsiteY79" fmla="*/ 217680 h 535828"/>
              <a:gd name="connsiteX80" fmla="*/ 134761 w 455655"/>
              <a:gd name="connsiteY80" fmla="*/ 226387 h 535828"/>
              <a:gd name="connsiteX81" fmla="*/ 152176 w 455655"/>
              <a:gd name="connsiteY81" fmla="*/ 241123 h 535828"/>
              <a:gd name="connsiteX82" fmla="*/ 158204 w 455655"/>
              <a:gd name="connsiteY82" fmla="*/ 274612 h 535828"/>
              <a:gd name="connsiteX83" fmla="*/ 158204 w 455655"/>
              <a:gd name="connsiteY83" fmla="*/ 314799 h 535828"/>
              <a:gd name="connsiteX84" fmla="*/ 127394 w 455655"/>
              <a:gd name="connsiteY84" fmla="*/ 314799 h 535828"/>
              <a:gd name="connsiteX85" fmla="*/ 100602 w 455655"/>
              <a:gd name="connsiteY85" fmla="*/ 261216 h 535828"/>
              <a:gd name="connsiteX86" fmla="*/ 58406 w 455655"/>
              <a:gd name="connsiteY86" fmla="*/ 216341 h 535828"/>
              <a:gd name="connsiteX87" fmla="*/ 57736 w 455655"/>
              <a:gd name="connsiteY87" fmla="*/ 211652 h 535828"/>
              <a:gd name="connsiteX88" fmla="*/ 59745 w 455655"/>
              <a:gd name="connsiteY88" fmla="*/ 158069 h 535828"/>
              <a:gd name="connsiteX89" fmla="*/ 57736 w 455655"/>
              <a:gd name="connsiteY89" fmla="*/ 144004 h 535828"/>
              <a:gd name="connsiteX90" fmla="*/ 94574 w 455655"/>
              <a:gd name="connsiteY90" fmla="*/ 99798 h 535828"/>
              <a:gd name="connsiteX91" fmla="*/ 138110 w 455655"/>
              <a:gd name="connsiteY91" fmla="*/ 68988 h 535828"/>
              <a:gd name="connsiteX92" fmla="*/ 148827 w 455655"/>
              <a:gd name="connsiteY92" fmla="*/ 70327 h 535828"/>
              <a:gd name="connsiteX93" fmla="*/ 180977 w 455655"/>
              <a:gd name="connsiteY93" fmla="*/ 54253 h 535828"/>
              <a:gd name="connsiteX94" fmla="*/ 215136 w 455655"/>
              <a:gd name="connsiteY94" fmla="*/ 66309 h 535828"/>
              <a:gd name="connsiteX95" fmla="*/ 255323 w 455655"/>
              <a:gd name="connsiteY95" fmla="*/ 60281 h 535828"/>
              <a:gd name="connsiteX96" fmla="*/ 284793 w 455655"/>
              <a:gd name="connsiteY96" fmla="*/ 88412 h 535828"/>
              <a:gd name="connsiteX97" fmla="*/ 287472 w 455655"/>
              <a:gd name="connsiteY97" fmla="*/ 88412 h 535828"/>
              <a:gd name="connsiteX98" fmla="*/ 333688 w 455655"/>
              <a:gd name="connsiteY98" fmla="*/ 133957 h 535828"/>
              <a:gd name="connsiteX99" fmla="*/ 333688 w 455655"/>
              <a:gd name="connsiteY99" fmla="*/ 135966 h 535828"/>
              <a:gd name="connsiteX100" fmla="*/ 356460 w 455655"/>
              <a:gd name="connsiteY100" fmla="*/ 178833 h 535828"/>
              <a:gd name="connsiteX101" fmla="*/ 306226 w 455655"/>
              <a:gd name="connsiteY101" fmla="*/ 219690 h 535828"/>
              <a:gd name="connsiteX102" fmla="*/ 448891 w 455655"/>
              <a:gd name="connsiteY102" fmla="*/ 290017 h 535828"/>
              <a:gd name="connsiteX103" fmla="*/ 402676 w 455655"/>
              <a:gd name="connsiteY103" fmla="*/ 210313 h 535828"/>
              <a:gd name="connsiteX104" fmla="*/ 402676 w 455655"/>
              <a:gd name="connsiteY104" fmla="*/ 207633 h 535828"/>
              <a:gd name="connsiteX105" fmla="*/ 304217 w 455655"/>
              <a:gd name="connsiteY105" fmla="*/ 28131 h 535828"/>
              <a:gd name="connsiteX106" fmla="*/ 98593 w 455655"/>
              <a:gd name="connsiteY106" fmla="*/ 28131 h 535828"/>
              <a:gd name="connsiteX107" fmla="*/ 134 w 455655"/>
              <a:gd name="connsiteY107" fmla="*/ 207633 h 535828"/>
              <a:gd name="connsiteX108" fmla="*/ 79169 w 455655"/>
              <a:gd name="connsiteY108" fmla="*/ 368382 h 535828"/>
              <a:gd name="connsiteX109" fmla="*/ 79169 w 455655"/>
              <a:gd name="connsiteY109" fmla="*/ 535828 h 535828"/>
              <a:gd name="connsiteX110" fmla="*/ 290821 w 455655"/>
              <a:gd name="connsiteY110" fmla="*/ 535828 h 535828"/>
              <a:gd name="connsiteX111" fmla="*/ 290821 w 455655"/>
              <a:gd name="connsiteY111" fmla="*/ 456124 h 535828"/>
              <a:gd name="connsiteX112" fmla="*/ 323641 w 455655"/>
              <a:gd name="connsiteY112" fmla="*/ 456124 h 535828"/>
              <a:gd name="connsiteX113" fmla="*/ 379903 w 455655"/>
              <a:gd name="connsiteY113" fmla="*/ 432681 h 535828"/>
              <a:gd name="connsiteX114" fmla="*/ 402676 w 455655"/>
              <a:gd name="connsiteY114" fmla="*/ 376419 h 535828"/>
              <a:gd name="connsiteX115" fmla="*/ 402676 w 455655"/>
              <a:gd name="connsiteY115" fmla="*/ 336232 h 535828"/>
              <a:gd name="connsiteX116" fmla="*/ 432146 w 455655"/>
              <a:gd name="connsiteY116" fmla="*/ 336232 h 535828"/>
              <a:gd name="connsiteX117" fmla="*/ 448891 w 455655"/>
              <a:gd name="connsiteY117" fmla="*/ 290017 h 5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55655" h="535828">
                <a:moveTo>
                  <a:pt x="306226" y="219690"/>
                </a:moveTo>
                <a:lnTo>
                  <a:pt x="246616" y="219690"/>
                </a:lnTo>
                <a:cubicBezTo>
                  <a:pt x="221164" y="219690"/>
                  <a:pt x="200400" y="239783"/>
                  <a:pt x="200400" y="265235"/>
                </a:cubicBezTo>
                <a:lnTo>
                  <a:pt x="200400" y="314799"/>
                </a:lnTo>
                <a:lnTo>
                  <a:pt x="170260" y="314799"/>
                </a:lnTo>
                <a:lnTo>
                  <a:pt x="170260" y="275282"/>
                </a:lnTo>
                <a:cubicBezTo>
                  <a:pt x="170260" y="261216"/>
                  <a:pt x="170930" y="243132"/>
                  <a:pt x="160883" y="231746"/>
                </a:cubicBezTo>
                <a:cubicBezTo>
                  <a:pt x="154855" y="225048"/>
                  <a:pt x="148157" y="219690"/>
                  <a:pt x="140789" y="214331"/>
                </a:cubicBezTo>
                <a:cubicBezTo>
                  <a:pt x="135431" y="210982"/>
                  <a:pt x="130073" y="206964"/>
                  <a:pt x="126054" y="201605"/>
                </a:cubicBezTo>
                <a:cubicBezTo>
                  <a:pt x="124045" y="198926"/>
                  <a:pt x="122705" y="195577"/>
                  <a:pt x="121366" y="192228"/>
                </a:cubicBezTo>
                <a:cubicBezTo>
                  <a:pt x="129403" y="188880"/>
                  <a:pt x="138110" y="188210"/>
                  <a:pt x="146148" y="188880"/>
                </a:cubicBezTo>
                <a:cubicBezTo>
                  <a:pt x="150166" y="188880"/>
                  <a:pt x="153515" y="186200"/>
                  <a:pt x="153515" y="182182"/>
                </a:cubicBezTo>
                <a:cubicBezTo>
                  <a:pt x="154185" y="178163"/>
                  <a:pt x="151506" y="174814"/>
                  <a:pt x="148157" y="173474"/>
                </a:cubicBezTo>
                <a:cubicBezTo>
                  <a:pt x="138110" y="172135"/>
                  <a:pt x="127394" y="173474"/>
                  <a:pt x="117347" y="176823"/>
                </a:cubicBezTo>
                <a:cubicBezTo>
                  <a:pt x="117347" y="175484"/>
                  <a:pt x="117347" y="174144"/>
                  <a:pt x="116677" y="173474"/>
                </a:cubicBezTo>
                <a:cubicBezTo>
                  <a:pt x="116007" y="167446"/>
                  <a:pt x="117347" y="161418"/>
                  <a:pt x="118687" y="155390"/>
                </a:cubicBezTo>
                <a:cubicBezTo>
                  <a:pt x="124045" y="141325"/>
                  <a:pt x="137441" y="135297"/>
                  <a:pt x="150166" y="130608"/>
                </a:cubicBezTo>
                <a:cubicBezTo>
                  <a:pt x="152176" y="129938"/>
                  <a:pt x="154855" y="129269"/>
                  <a:pt x="158204" y="128599"/>
                </a:cubicBezTo>
                <a:lnTo>
                  <a:pt x="160213" y="127929"/>
                </a:lnTo>
                <a:lnTo>
                  <a:pt x="160883" y="127929"/>
                </a:lnTo>
                <a:cubicBezTo>
                  <a:pt x="164232" y="128599"/>
                  <a:pt x="166911" y="129269"/>
                  <a:pt x="169590" y="129938"/>
                </a:cubicBezTo>
                <a:lnTo>
                  <a:pt x="172939" y="130608"/>
                </a:lnTo>
                <a:lnTo>
                  <a:pt x="176958" y="131278"/>
                </a:lnTo>
                <a:cubicBezTo>
                  <a:pt x="183656" y="139315"/>
                  <a:pt x="187005" y="149362"/>
                  <a:pt x="186335" y="159409"/>
                </a:cubicBezTo>
                <a:cubicBezTo>
                  <a:pt x="185665" y="169456"/>
                  <a:pt x="180977" y="178833"/>
                  <a:pt x="172939" y="185531"/>
                </a:cubicBezTo>
                <a:cubicBezTo>
                  <a:pt x="170260" y="188210"/>
                  <a:pt x="169590" y="192898"/>
                  <a:pt x="172269" y="196247"/>
                </a:cubicBezTo>
                <a:cubicBezTo>
                  <a:pt x="174948" y="198926"/>
                  <a:pt x="178967" y="199596"/>
                  <a:pt x="182316" y="196917"/>
                </a:cubicBezTo>
                <a:cubicBezTo>
                  <a:pt x="187005" y="192898"/>
                  <a:pt x="191023" y="188210"/>
                  <a:pt x="193702" y="182851"/>
                </a:cubicBezTo>
                <a:lnTo>
                  <a:pt x="194372" y="182851"/>
                </a:lnTo>
                <a:cubicBezTo>
                  <a:pt x="205759" y="181512"/>
                  <a:pt x="217145" y="178163"/>
                  <a:pt x="227192" y="172805"/>
                </a:cubicBezTo>
                <a:cubicBezTo>
                  <a:pt x="228531" y="171465"/>
                  <a:pt x="229871" y="170126"/>
                  <a:pt x="230541" y="168116"/>
                </a:cubicBezTo>
                <a:cubicBezTo>
                  <a:pt x="231210" y="166107"/>
                  <a:pt x="230541" y="164097"/>
                  <a:pt x="229201" y="162758"/>
                </a:cubicBezTo>
                <a:cubicBezTo>
                  <a:pt x="226522" y="159409"/>
                  <a:pt x="222503" y="158739"/>
                  <a:pt x="219154" y="160749"/>
                </a:cubicBezTo>
                <a:cubicBezTo>
                  <a:pt x="213126" y="164097"/>
                  <a:pt x="207098" y="166777"/>
                  <a:pt x="199731" y="167446"/>
                </a:cubicBezTo>
                <a:cubicBezTo>
                  <a:pt x="200400" y="165437"/>
                  <a:pt x="201070" y="162758"/>
                  <a:pt x="201070" y="160749"/>
                </a:cubicBezTo>
                <a:cubicBezTo>
                  <a:pt x="201740" y="152041"/>
                  <a:pt x="200400" y="143334"/>
                  <a:pt x="197051" y="135966"/>
                </a:cubicBezTo>
                <a:cubicBezTo>
                  <a:pt x="202410" y="136636"/>
                  <a:pt x="207768" y="137306"/>
                  <a:pt x="213126" y="137306"/>
                </a:cubicBezTo>
                <a:cubicBezTo>
                  <a:pt x="217815" y="137306"/>
                  <a:pt x="222503" y="136636"/>
                  <a:pt x="227192" y="135966"/>
                </a:cubicBezTo>
                <a:cubicBezTo>
                  <a:pt x="235899" y="146683"/>
                  <a:pt x="247285" y="154051"/>
                  <a:pt x="260681" y="157400"/>
                </a:cubicBezTo>
                <a:cubicBezTo>
                  <a:pt x="278095" y="166107"/>
                  <a:pt x="294170" y="177493"/>
                  <a:pt x="294170" y="196247"/>
                </a:cubicBezTo>
                <a:cubicBezTo>
                  <a:pt x="294170" y="198926"/>
                  <a:pt x="295510" y="202275"/>
                  <a:pt x="297519" y="203615"/>
                </a:cubicBezTo>
                <a:cubicBezTo>
                  <a:pt x="300198" y="204954"/>
                  <a:pt x="302878" y="204954"/>
                  <a:pt x="305557" y="203615"/>
                </a:cubicBezTo>
                <a:cubicBezTo>
                  <a:pt x="308236" y="202275"/>
                  <a:pt x="309575" y="198926"/>
                  <a:pt x="308906" y="196247"/>
                </a:cubicBezTo>
                <a:cubicBezTo>
                  <a:pt x="308906" y="181512"/>
                  <a:pt x="302208" y="168116"/>
                  <a:pt x="290821" y="159409"/>
                </a:cubicBezTo>
                <a:cubicBezTo>
                  <a:pt x="300198" y="158739"/>
                  <a:pt x="308236" y="154051"/>
                  <a:pt x="314264" y="147353"/>
                </a:cubicBezTo>
                <a:cubicBezTo>
                  <a:pt x="316943" y="144004"/>
                  <a:pt x="316273" y="139315"/>
                  <a:pt x="313594" y="136636"/>
                </a:cubicBezTo>
                <a:cubicBezTo>
                  <a:pt x="310245" y="133957"/>
                  <a:pt x="305557" y="134627"/>
                  <a:pt x="302878" y="137306"/>
                </a:cubicBezTo>
                <a:cubicBezTo>
                  <a:pt x="299529" y="141325"/>
                  <a:pt x="290821" y="144674"/>
                  <a:pt x="278095" y="144004"/>
                </a:cubicBezTo>
                <a:cubicBezTo>
                  <a:pt x="265370" y="144004"/>
                  <a:pt x="252644" y="139315"/>
                  <a:pt x="243267" y="131278"/>
                </a:cubicBezTo>
                <a:cubicBezTo>
                  <a:pt x="253983" y="126589"/>
                  <a:pt x="263360" y="118552"/>
                  <a:pt x="269388" y="108505"/>
                </a:cubicBezTo>
                <a:cubicBezTo>
                  <a:pt x="271398" y="105156"/>
                  <a:pt x="270058" y="100468"/>
                  <a:pt x="266709" y="97789"/>
                </a:cubicBezTo>
                <a:cubicBezTo>
                  <a:pt x="263360" y="95779"/>
                  <a:pt x="258672" y="97119"/>
                  <a:pt x="256662" y="100468"/>
                </a:cubicBezTo>
                <a:cubicBezTo>
                  <a:pt x="245276" y="121231"/>
                  <a:pt x="221164" y="127259"/>
                  <a:pt x="182986" y="117882"/>
                </a:cubicBezTo>
                <a:cubicBezTo>
                  <a:pt x="191693" y="110515"/>
                  <a:pt x="195712" y="99128"/>
                  <a:pt x="194372" y="87742"/>
                </a:cubicBezTo>
                <a:cubicBezTo>
                  <a:pt x="194372" y="85063"/>
                  <a:pt x="193033" y="82384"/>
                  <a:pt x="190354" y="81044"/>
                </a:cubicBezTo>
                <a:cubicBezTo>
                  <a:pt x="187674" y="79704"/>
                  <a:pt x="184995" y="79704"/>
                  <a:pt x="182316" y="81714"/>
                </a:cubicBezTo>
                <a:cubicBezTo>
                  <a:pt x="179637" y="83053"/>
                  <a:pt x="178967" y="86402"/>
                  <a:pt x="178967" y="89081"/>
                </a:cubicBezTo>
                <a:cubicBezTo>
                  <a:pt x="179637" y="106496"/>
                  <a:pt x="170260" y="109845"/>
                  <a:pt x="154855" y="114533"/>
                </a:cubicBezTo>
                <a:cubicBezTo>
                  <a:pt x="152846" y="115203"/>
                  <a:pt x="150166" y="115873"/>
                  <a:pt x="148157" y="116543"/>
                </a:cubicBezTo>
                <a:cubicBezTo>
                  <a:pt x="144138" y="107166"/>
                  <a:pt x="135431" y="99798"/>
                  <a:pt x="125384" y="97119"/>
                </a:cubicBezTo>
                <a:cubicBezTo>
                  <a:pt x="122705" y="96449"/>
                  <a:pt x="120026" y="97119"/>
                  <a:pt x="118017" y="99128"/>
                </a:cubicBezTo>
                <a:cubicBezTo>
                  <a:pt x="116007" y="101138"/>
                  <a:pt x="115338" y="103817"/>
                  <a:pt x="116007" y="107166"/>
                </a:cubicBezTo>
                <a:cubicBezTo>
                  <a:pt x="116677" y="109845"/>
                  <a:pt x="118687" y="111854"/>
                  <a:pt x="122035" y="112524"/>
                </a:cubicBezTo>
                <a:cubicBezTo>
                  <a:pt x="127394" y="113864"/>
                  <a:pt x="131412" y="117882"/>
                  <a:pt x="134092" y="122571"/>
                </a:cubicBezTo>
                <a:lnTo>
                  <a:pt x="134092" y="123241"/>
                </a:lnTo>
                <a:cubicBezTo>
                  <a:pt x="121366" y="128599"/>
                  <a:pt x="111319" y="138646"/>
                  <a:pt x="106630" y="151372"/>
                </a:cubicBezTo>
                <a:cubicBezTo>
                  <a:pt x="105291" y="154051"/>
                  <a:pt x="104621" y="157400"/>
                  <a:pt x="104621" y="160749"/>
                </a:cubicBezTo>
                <a:cubicBezTo>
                  <a:pt x="103281" y="159409"/>
                  <a:pt x="101942" y="158069"/>
                  <a:pt x="101272" y="156060"/>
                </a:cubicBezTo>
                <a:cubicBezTo>
                  <a:pt x="98593" y="150702"/>
                  <a:pt x="96584" y="144004"/>
                  <a:pt x="95914" y="137976"/>
                </a:cubicBezTo>
                <a:cubicBezTo>
                  <a:pt x="95244" y="135297"/>
                  <a:pt x="93235" y="132618"/>
                  <a:pt x="91225" y="131948"/>
                </a:cubicBezTo>
                <a:cubicBezTo>
                  <a:pt x="88546" y="130608"/>
                  <a:pt x="85867" y="131278"/>
                  <a:pt x="83858" y="133287"/>
                </a:cubicBezTo>
                <a:cubicBezTo>
                  <a:pt x="81848" y="135297"/>
                  <a:pt x="80509" y="137976"/>
                  <a:pt x="81848" y="140655"/>
                </a:cubicBezTo>
                <a:cubicBezTo>
                  <a:pt x="83188" y="148692"/>
                  <a:pt x="85197" y="156060"/>
                  <a:pt x="89216" y="162758"/>
                </a:cubicBezTo>
                <a:cubicBezTo>
                  <a:pt x="93235" y="169456"/>
                  <a:pt x="98593" y="174814"/>
                  <a:pt x="105961" y="178163"/>
                </a:cubicBezTo>
                <a:cubicBezTo>
                  <a:pt x="106630" y="187540"/>
                  <a:pt x="109979" y="196917"/>
                  <a:pt x="114668" y="205624"/>
                </a:cubicBezTo>
                <a:cubicBezTo>
                  <a:pt x="109979" y="211652"/>
                  <a:pt x="103951" y="216341"/>
                  <a:pt x="97253" y="220359"/>
                </a:cubicBezTo>
                <a:cubicBezTo>
                  <a:pt x="95244" y="221699"/>
                  <a:pt x="93904" y="224378"/>
                  <a:pt x="93235" y="227057"/>
                </a:cubicBezTo>
                <a:cubicBezTo>
                  <a:pt x="93235" y="229736"/>
                  <a:pt x="94574" y="232416"/>
                  <a:pt x="97253" y="233755"/>
                </a:cubicBezTo>
                <a:cubicBezTo>
                  <a:pt x="99933" y="235095"/>
                  <a:pt x="102612" y="235095"/>
                  <a:pt x="104621" y="233085"/>
                </a:cubicBezTo>
                <a:cubicBezTo>
                  <a:pt x="111319" y="228397"/>
                  <a:pt x="117347" y="223708"/>
                  <a:pt x="122705" y="217680"/>
                </a:cubicBezTo>
                <a:cubicBezTo>
                  <a:pt x="126724" y="221029"/>
                  <a:pt x="130743" y="223708"/>
                  <a:pt x="134761" y="226387"/>
                </a:cubicBezTo>
                <a:cubicBezTo>
                  <a:pt x="141459" y="230406"/>
                  <a:pt x="146818" y="235095"/>
                  <a:pt x="152176" y="241123"/>
                </a:cubicBezTo>
                <a:cubicBezTo>
                  <a:pt x="158204" y="248490"/>
                  <a:pt x="158204" y="262556"/>
                  <a:pt x="158204" y="274612"/>
                </a:cubicBezTo>
                <a:lnTo>
                  <a:pt x="158204" y="314799"/>
                </a:lnTo>
                <a:lnTo>
                  <a:pt x="127394" y="314799"/>
                </a:lnTo>
                <a:cubicBezTo>
                  <a:pt x="127394" y="265235"/>
                  <a:pt x="103281" y="262556"/>
                  <a:pt x="100602" y="261216"/>
                </a:cubicBezTo>
                <a:cubicBezTo>
                  <a:pt x="90556" y="258537"/>
                  <a:pt x="64434" y="244472"/>
                  <a:pt x="58406" y="216341"/>
                </a:cubicBezTo>
                <a:cubicBezTo>
                  <a:pt x="57736" y="215001"/>
                  <a:pt x="57736" y="212992"/>
                  <a:pt x="57736" y="211652"/>
                </a:cubicBezTo>
                <a:cubicBezTo>
                  <a:pt x="46350" y="195577"/>
                  <a:pt x="47019" y="173474"/>
                  <a:pt x="59745" y="158069"/>
                </a:cubicBezTo>
                <a:cubicBezTo>
                  <a:pt x="58406" y="153381"/>
                  <a:pt x="57736" y="148692"/>
                  <a:pt x="57736" y="144004"/>
                </a:cubicBezTo>
                <a:cubicBezTo>
                  <a:pt x="57736" y="122571"/>
                  <a:pt x="73141" y="103817"/>
                  <a:pt x="94574" y="99798"/>
                </a:cubicBezTo>
                <a:cubicBezTo>
                  <a:pt x="101272" y="81044"/>
                  <a:pt x="118687" y="68318"/>
                  <a:pt x="138110" y="68988"/>
                </a:cubicBezTo>
                <a:cubicBezTo>
                  <a:pt x="141459" y="68988"/>
                  <a:pt x="145478" y="69658"/>
                  <a:pt x="148827" y="70327"/>
                </a:cubicBezTo>
                <a:cubicBezTo>
                  <a:pt x="156864" y="60950"/>
                  <a:pt x="168251" y="55592"/>
                  <a:pt x="180977" y="54253"/>
                </a:cubicBezTo>
                <a:cubicBezTo>
                  <a:pt x="193702" y="53583"/>
                  <a:pt x="205759" y="57602"/>
                  <a:pt x="215136" y="66309"/>
                </a:cubicBezTo>
                <a:cubicBezTo>
                  <a:pt x="227192" y="58271"/>
                  <a:pt x="241927" y="56262"/>
                  <a:pt x="255323" y="60281"/>
                </a:cubicBezTo>
                <a:cubicBezTo>
                  <a:pt x="269388" y="64299"/>
                  <a:pt x="280105" y="75016"/>
                  <a:pt x="284793" y="88412"/>
                </a:cubicBezTo>
                <a:lnTo>
                  <a:pt x="287472" y="88412"/>
                </a:lnTo>
                <a:cubicBezTo>
                  <a:pt x="312924" y="88412"/>
                  <a:pt x="333018" y="108505"/>
                  <a:pt x="333688" y="133957"/>
                </a:cubicBezTo>
                <a:lnTo>
                  <a:pt x="333688" y="135966"/>
                </a:lnTo>
                <a:cubicBezTo>
                  <a:pt x="349093" y="144674"/>
                  <a:pt x="357800" y="161418"/>
                  <a:pt x="356460" y="178833"/>
                </a:cubicBezTo>
                <a:cubicBezTo>
                  <a:pt x="351102" y="202275"/>
                  <a:pt x="330339" y="220359"/>
                  <a:pt x="306226" y="219690"/>
                </a:cubicBezTo>
                <a:close/>
                <a:moveTo>
                  <a:pt x="448891" y="290017"/>
                </a:moveTo>
                <a:lnTo>
                  <a:pt x="402676" y="210313"/>
                </a:lnTo>
                <a:lnTo>
                  <a:pt x="402676" y="207633"/>
                </a:lnTo>
                <a:cubicBezTo>
                  <a:pt x="405355" y="133957"/>
                  <a:pt x="367847" y="64969"/>
                  <a:pt x="304217" y="28131"/>
                </a:cubicBezTo>
                <a:cubicBezTo>
                  <a:pt x="240587" y="-9377"/>
                  <a:pt x="162223" y="-9377"/>
                  <a:pt x="98593" y="28131"/>
                </a:cubicBezTo>
                <a:cubicBezTo>
                  <a:pt x="34963" y="64969"/>
                  <a:pt x="-2545" y="133957"/>
                  <a:pt x="134" y="207633"/>
                </a:cubicBezTo>
                <a:cubicBezTo>
                  <a:pt x="134" y="270593"/>
                  <a:pt x="28935" y="330204"/>
                  <a:pt x="79169" y="368382"/>
                </a:cubicBezTo>
                <a:lnTo>
                  <a:pt x="79169" y="535828"/>
                </a:lnTo>
                <a:lnTo>
                  <a:pt x="290821" y="535828"/>
                </a:lnTo>
                <a:lnTo>
                  <a:pt x="290821" y="456124"/>
                </a:lnTo>
                <a:lnTo>
                  <a:pt x="323641" y="456124"/>
                </a:lnTo>
                <a:cubicBezTo>
                  <a:pt x="345074" y="456124"/>
                  <a:pt x="365168" y="448086"/>
                  <a:pt x="379903" y="432681"/>
                </a:cubicBezTo>
                <a:cubicBezTo>
                  <a:pt x="394638" y="417946"/>
                  <a:pt x="402676" y="397183"/>
                  <a:pt x="402676" y="376419"/>
                </a:cubicBezTo>
                <a:lnTo>
                  <a:pt x="402676" y="336232"/>
                </a:lnTo>
                <a:lnTo>
                  <a:pt x="432146" y="336232"/>
                </a:lnTo>
                <a:cubicBezTo>
                  <a:pt x="449561" y="334893"/>
                  <a:pt x="464966" y="314799"/>
                  <a:pt x="448891" y="290017"/>
                </a:cubicBezTo>
                <a:close/>
              </a:path>
            </a:pathLst>
          </a:custGeom>
          <a:solidFill>
            <a:schemeClr val="tx1">
              <a:lumMod val="75000"/>
              <a:lumOff val="25000"/>
            </a:schemeClr>
          </a:solidFill>
          <a:ln w="6648" cap="flat">
            <a:noFill/>
            <a:prstDash val="solid"/>
            <a:miter/>
          </a:ln>
        </p:spPr>
        <p:txBody>
          <a:bodyPr rtlCol="0" anchor="ctr"/>
          <a:lstStyle/>
          <a:p>
            <a:endParaRPr lang="en-IN"/>
          </a:p>
        </p:txBody>
      </p:sp>
      <p:grpSp>
        <p:nvGrpSpPr>
          <p:cNvPr id="97" name="Group 96">
            <a:extLst>
              <a:ext uri="{FF2B5EF4-FFF2-40B4-BE49-F238E27FC236}">
                <a16:creationId xmlns:a16="http://schemas.microsoft.com/office/drawing/2014/main" id="{2F05762C-3757-7C44-236B-2494DEA742CC}"/>
              </a:ext>
            </a:extLst>
          </p:cNvPr>
          <p:cNvGrpSpPr/>
          <p:nvPr/>
        </p:nvGrpSpPr>
        <p:grpSpPr>
          <a:xfrm>
            <a:off x="2202486" y="5178676"/>
            <a:ext cx="332080" cy="332080"/>
            <a:chOff x="8207181" y="3414922"/>
            <a:chExt cx="529130" cy="529130"/>
          </a:xfrm>
          <a:solidFill>
            <a:schemeClr val="tx1">
              <a:lumMod val="75000"/>
              <a:lumOff val="25000"/>
            </a:schemeClr>
          </a:solidFill>
        </p:grpSpPr>
        <p:sp>
          <p:nvSpPr>
            <p:cNvPr id="98" name="Freeform: Shape 97">
              <a:extLst>
                <a:ext uri="{FF2B5EF4-FFF2-40B4-BE49-F238E27FC236}">
                  <a16:creationId xmlns:a16="http://schemas.microsoft.com/office/drawing/2014/main" id="{1A009A4E-A0A4-CF3F-98C3-763E263F47B1}"/>
                </a:ext>
              </a:extLst>
            </p:cNvPr>
            <p:cNvSpPr/>
            <p:nvPr/>
          </p:nvSpPr>
          <p:spPr>
            <a:xfrm>
              <a:off x="8394051" y="3414922"/>
              <a:ext cx="342260" cy="341590"/>
            </a:xfrm>
            <a:custGeom>
              <a:avLst/>
              <a:gdLst>
                <a:gd name="connsiteX0" fmla="*/ 281980 w 342260"/>
                <a:gd name="connsiteY0" fmla="*/ 60281 h 341590"/>
                <a:gd name="connsiteX1" fmla="*/ 275282 w 342260"/>
                <a:gd name="connsiteY1" fmla="*/ 0 h 341590"/>
                <a:gd name="connsiteX2" fmla="*/ 201605 w 342260"/>
                <a:gd name="connsiteY2" fmla="*/ 73676 h 341590"/>
                <a:gd name="connsiteX3" fmla="*/ 205624 w 342260"/>
                <a:gd name="connsiteY3" fmla="*/ 108505 h 341590"/>
                <a:gd name="connsiteX4" fmla="*/ 98458 w 342260"/>
                <a:gd name="connsiteY4" fmla="*/ 215671 h 341590"/>
                <a:gd name="connsiteX5" fmla="*/ 66979 w 342260"/>
                <a:gd name="connsiteY5" fmla="*/ 207633 h 341590"/>
                <a:gd name="connsiteX6" fmla="*/ 0 w 342260"/>
                <a:gd name="connsiteY6" fmla="*/ 274612 h 341590"/>
                <a:gd name="connsiteX7" fmla="*/ 66979 w 342260"/>
                <a:gd name="connsiteY7" fmla="*/ 341591 h 341590"/>
                <a:gd name="connsiteX8" fmla="*/ 133957 w 342260"/>
                <a:gd name="connsiteY8" fmla="*/ 274612 h 341590"/>
                <a:gd name="connsiteX9" fmla="*/ 126589 w 342260"/>
                <a:gd name="connsiteY9" fmla="*/ 243802 h 341590"/>
                <a:gd name="connsiteX10" fmla="*/ 233755 w 342260"/>
                <a:gd name="connsiteY10" fmla="*/ 136636 h 341590"/>
                <a:gd name="connsiteX11" fmla="*/ 268584 w 342260"/>
                <a:gd name="connsiteY11" fmla="*/ 140655 h 341590"/>
                <a:gd name="connsiteX12" fmla="*/ 342260 w 342260"/>
                <a:gd name="connsiteY12" fmla="*/ 66979 h 341590"/>
                <a:gd name="connsiteX13" fmla="*/ 281980 w 342260"/>
                <a:gd name="connsiteY13" fmla="*/ 60281 h 34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260" h="341590">
                  <a:moveTo>
                    <a:pt x="281980" y="60281"/>
                  </a:moveTo>
                  <a:lnTo>
                    <a:pt x="275282" y="0"/>
                  </a:lnTo>
                  <a:lnTo>
                    <a:pt x="201605" y="73676"/>
                  </a:lnTo>
                  <a:lnTo>
                    <a:pt x="205624" y="108505"/>
                  </a:lnTo>
                  <a:lnTo>
                    <a:pt x="98458" y="215671"/>
                  </a:lnTo>
                  <a:cubicBezTo>
                    <a:pt x="89081" y="210982"/>
                    <a:pt x="78365" y="207633"/>
                    <a:pt x="66979" y="207633"/>
                  </a:cubicBezTo>
                  <a:cubicBezTo>
                    <a:pt x="30140" y="207633"/>
                    <a:pt x="0" y="237774"/>
                    <a:pt x="0" y="274612"/>
                  </a:cubicBezTo>
                  <a:cubicBezTo>
                    <a:pt x="0" y="311450"/>
                    <a:pt x="30140" y="341591"/>
                    <a:pt x="66979" y="341591"/>
                  </a:cubicBezTo>
                  <a:cubicBezTo>
                    <a:pt x="103817" y="341591"/>
                    <a:pt x="133957" y="311450"/>
                    <a:pt x="133957" y="274612"/>
                  </a:cubicBezTo>
                  <a:cubicBezTo>
                    <a:pt x="133957" y="263226"/>
                    <a:pt x="131278" y="253179"/>
                    <a:pt x="126589" y="243802"/>
                  </a:cubicBezTo>
                  <a:lnTo>
                    <a:pt x="233755" y="136636"/>
                  </a:lnTo>
                  <a:lnTo>
                    <a:pt x="268584" y="140655"/>
                  </a:lnTo>
                  <a:lnTo>
                    <a:pt x="342260" y="66979"/>
                  </a:lnTo>
                  <a:lnTo>
                    <a:pt x="281980" y="60281"/>
                  </a:lnTo>
                  <a:close/>
                </a:path>
              </a:pathLst>
            </a:custGeom>
            <a:grpFill/>
            <a:ln w="6648" cap="flat">
              <a:no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id="{65340F68-003D-1FEF-9277-2322FA8E2648}"/>
                </a:ext>
              </a:extLst>
            </p:cNvPr>
            <p:cNvSpPr/>
            <p:nvPr/>
          </p:nvSpPr>
          <p:spPr>
            <a:xfrm>
              <a:off x="8207181" y="3435016"/>
              <a:ext cx="509036" cy="509036"/>
            </a:xfrm>
            <a:custGeom>
              <a:avLst/>
              <a:gdLst>
                <a:gd name="connsiteX0" fmla="*/ 474208 w 509036"/>
                <a:gd name="connsiteY0" fmla="*/ 139315 h 509036"/>
                <a:gd name="connsiteX1" fmla="*/ 465501 w 509036"/>
                <a:gd name="connsiteY1" fmla="*/ 148692 h 509036"/>
                <a:gd name="connsiteX2" fmla="*/ 452775 w 509036"/>
                <a:gd name="connsiteY2" fmla="*/ 147353 h 509036"/>
                <a:gd name="connsiteX3" fmla="*/ 438709 w 509036"/>
                <a:gd name="connsiteY3" fmla="*/ 145343 h 509036"/>
                <a:gd name="connsiteX4" fmla="*/ 468850 w 509036"/>
                <a:gd name="connsiteY4" fmla="*/ 254518 h 509036"/>
                <a:gd name="connsiteX5" fmla="*/ 254518 w 509036"/>
                <a:gd name="connsiteY5" fmla="*/ 468850 h 509036"/>
                <a:gd name="connsiteX6" fmla="*/ 40187 w 509036"/>
                <a:gd name="connsiteY6" fmla="*/ 254518 h 509036"/>
                <a:gd name="connsiteX7" fmla="*/ 254518 w 509036"/>
                <a:gd name="connsiteY7" fmla="*/ 40187 h 509036"/>
                <a:gd name="connsiteX8" fmla="*/ 363693 w 509036"/>
                <a:gd name="connsiteY8" fmla="*/ 70327 h 509036"/>
                <a:gd name="connsiteX9" fmla="*/ 362354 w 509036"/>
                <a:gd name="connsiteY9" fmla="*/ 56932 h 509036"/>
                <a:gd name="connsiteX10" fmla="*/ 360345 w 509036"/>
                <a:gd name="connsiteY10" fmla="*/ 43536 h 509036"/>
                <a:gd name="connsiteX11" fmla="*/ 369722 w 509036"/>
                <a:gd name="connsiteY11" fmla="*/ 34159 h 509036"/>
                <a:gd name="connsiteX12" fmla="*/ 374410 w 509036"/>
                <a:gd name="connsiteY12" fmla="*/ 29471 h 509036"/>
                <a:gd name="connsiteX13" fmla="*/ 254518 w 509036"/>
                <a:gd name="connsiteY13" fmla="*/ 0 h 509036"/>
                <a:gd name="connsiteX14" fmla="*/ 0 w 509036"/>
                <a:gd name="connsiteY14" fmla="*/ 254518 h 509036"/>
                <a:gd name="connsiteX15" fmla="*/ 254518 w 509036"/>
                <a:gd name="connsiteY15" fmla="*/ 509037 h 509036"/>
                <a:gd name="connsiteX16" fmla="*/ 509037 w 509036"/>
                <a:gd name="connsiteY16" fmla="*/ 254518 h 509036"/>
                <a:gd name="connsiteX17" fmla="*/ 478897 w 509036"/>
                <a:gd name="connsiteY17" fmla="*/ 135297 h 509036"/>
                <a:gd name="connsiteX18" fmla="*/ 474208 w 509036"/>
                <a:gd name="connsiteY18" fmla="*/ 139315 h 50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9036" h="509036">
                  <a:moveTo>
                    <a:pt x="474208" y="139315"/>
                  </a:moveTo>
                  <a:lnTo>
                    <a:pt x="465501" y="148692"/>
                  </a:lnTo>
                  <a:lnTo>
                    <a:pt x="452775" y="147353"/>
                  </a:lnTo>
                  <a:lnTo>
                    <a:pt x="438709" y="145343"/>
                  </a:lnTo>
                  <a:cubicBezTo>
                    <a:pt x="457463" y="177493"/>
                    <a:pt x="468850" y="214331"/>
                    <a:pt x="468850" y="254518"/>
                  </a:cubicBezTo>
                  <a:cubicBezTo>
                    <a:pt x="468850" y="372401"/>
                    <a:pt x="372401" y="468850"/>
                    <a:pt x="254518" y="468850"/>
                  </a:cubicBezTo>
                  <a:cubicBezTo>
                    <a:pt x="136636" y="468850"/>
                    <a:pt x="40187" y="372401"/>
                    <a:pt x="40187" y="254518"/>
                  </a:cubicBezTo>
                  <a:cubicBezTo>
                    <a:pt x="40187" y="136636"/>
                    <a:pt x="136636" y="40187"/>
                    <a:pt x="254518" y="40187"/>
                  </a:cubicBezTo>
                  <a:cubicBezTo>
                    <a:pt x="294036" y="40187"/>
                    <a:pt x="331544" y="50904"/>
                    <a:pt x="363693" y="70327"/>
                  </a:cubicBezTo>
                  <a:lnTo>
                    <a:pt x="362354" y="56932"/>
                  </a:lnTo>
                  <a:lnTo>
                    <a:pt x="360345" y="43536"/>
                  </a:lnTo>
                  <a:lnTo>
                    <a:pt x="369722" y="34159"/>
                  </a:lnTo>
                  <a:lnTo>
                    <a:pt x="374410" y="29471"/>
                  </a:lnTo>
                  <a:cubicBezTo>
                    <a:pt x="338242" y="10717"/>
                    <a:pt x="298055" y="0"/>
                    <a:pt x="254518" y="0"/>
                  </a:cubicBezTo>
                  <a:cubicBezTo>
                    <a:pt x="113864" y="0"/>
                    <a:pt x="0" y="113864"/>
                    <a:pt x="0" y="254518"/>
                  </a:cubicBezTo>
                  <a:cubicBezTo>
                    <a:pt x="0" y="395173"/>
                    <a:pt x="113864" y="509037"/>
                    <a:pt x="254518" y="509037"/>
                  </a:cubicBezTo>
                  <a:cubicBezTo>
                    <a:pt x="395173" y="509037"/>
                    <a:pt x="509037" y="395173"/>
                    <a:pt x="509037" y="254518"/>
                  </a:cubicBezTo>
                  <a:cubicBezTo>
                    <a:pt x="509037" y="210982"/>
                    <a:pt x="498320" y="170795"/>
                    <a:pt x="478897" y="135297"/>
                  </a:cubicBezTo>
                  <a:lnTo>
                    <a:pt x="474208" y="139315"/>
                  </a:lnTo>
                  <a:close/>
                </a:path>
              </a:pathLst>
            </a:custGeom>
            <a:grpFill/>
            <a:ln w="6648"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id="{D6364B50-1032-5A0C-5306-C2C7115A6A86}"/>
                </a:ext>
              </a:extLst>
            </p:cNvPr>
            <p:cNvSpPr/>
            <p:nvPr/>
          </p:nvSpPr>
          <p:spPr>
            <a:xfrm>
              <a:off x="8300951" y="3528786"/>
              <a:ext cx="321497" cy="321497"/>
            </a:xfrm>
            <a:custGeom>
              <a:avLst/>
              <a:gdLst>
                <a:gd name="connsiteX0" fmla="*/ 272603 w 321497"/>
                <a:gd name="connsiteY0" fmla="*/ 115203 h 321497"/>
                <a:gd name="connsiteX1" fmla="*/ 281310 w 321497"/>
                <a:gd name="connsiteY1" fmla="*/ 160749 h 321497"/>
                <a:gd name="connsiteX2" fmla="*/ 160749 w 321497"/>
                <a:gd name="connsiteY2" fmla="*/ 281310 h 321497"/>
                <a:gd name="connsiteX3" fmla="*/ 40187 w 321497"/>
                <a:gd name="connsiteY3" fmla="*/ 160749 h 321497"/>
                <a:gd name="connsiteX4" fmla="*/ 160749 w 321497"/>
                <a:gd name="connsiteY4" fmla="*/ 40187 h 321497"/>
                <a:gd name="connsiteX5" fmla="*/ 206294 w 321497"/>
                <a:gd name="connsiteY5" fmla="*/ 48894 h 321497"/>
                <a:gd name="connsiteX6" fmla="*/ 236434 w 321497"/>
                <a:gd name="connsiteY6" fmla="*/ 18754 h 321497"/>
                <a:gd name="connsiteX7" fmla="*/ 160749 w 321497"/>
                <a:gd name="connsiteY7" fmla="*/ 0 h 321497"/>
                <a:gd name="connsiteX8" fmla="*/ 0 w 321497"/>
                <a:gd name="connsiteY8" fmla="*/ 160749 h 321497"/>
                <a:gd name="connsiteX9" fmla="*/ 160749 w 321497"/>
                <a:gd name="connsiteY9" fmla="*/ 321497 h 321497"/>
                <a:gd name="connsiteX10" fmla="*/ 321497 w 321497"/>
                <a:gd name="connsiteY10" fmla="*/ 160749 h 321497"/>
                <a:gd name="connsiteX11" fmla="*/ 302743 w 321497"/>
                <a:gd name="connsiteY11" fmla="*/ 85063 h 321497"/>
                <a:gd name="connsiteX12" fmla="*/ 272603 w 321497"/>
                <a:gd name="connsiteY12" fmla="*/ 115203 h 321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497" h="321497">
                  <a:moveTo>
                    <a:pt x="272603" y="115203"/>
                  </a:moveTo>
                  <a:cubicBezTo>
                    <a:pt x="278631" y="129269"/>
                    <a:pt x="281310" y="144674"/>
                    <a:pt x="281310" y="160749"/>
                  </a:cubicBezTo>
                  <a:cubicBezTo>
                    <a:pt x="281310" y="227057"/>
                    <a:pt x="227057" y="281310"/>
                    <a:pt x="160749" y="281310"/>
                  </a:cubicBezTo>
                  <a:cubicBezTo>
                    <a:pt x="94440" y="281310"/>
                    <a:pt x="40187" y="227057"/>
                    <a:pt x="40187" y="160749"/>
                  </a:cubicBezTo>
                  <a:cubicBezTo>
                    <a:pt x="40187" y="94440"/>
                    <a:pt x="94440" y="40187"/>
                    <a:pt x="160749" y="40187"/>
                  </a:cubicBezTo>
                  <a:cubicBezTo>
                    <a:pt x="176823" y="40187"/>
                    <a:pt x="192228" y="43536"/>
                    <a:pt x="206294" y="48894"/>
                  </a:cubicBezTo>
                  <a:lnTo>
                    <a:pt x="236434" y="18754"/>
                  </a:lnTo>
                  <a:cubicBezTo>
                    <a:pt x="213662" y="6698"/>
                    <a:pt x="188210" y="0"/>
                    <a:pt x="160749" y="0"/>
                  </a:cubicBezTo>
                  <a:cubicBezTo>
                    <a:pt x="72337" y="0"/>
                    <a:pt x="0" y="72337"/>
                    <a:pt x="0" y="160749"/>
                  </a:cubicBezTo>
                  <a:cubicBezTo>
                    <a:pt x="0" y="249160"/>
                    <a:pt x="72337" y="321497"/>
                    <a:pt x="160749" y="321497"/>
                  </a:cubicBezTo>
                  <a:cubicBezTo>
                    <a:pt x="249160" y="321497"/>
                    <a:pt x="321497" y="249160"/>
                    <a:pt x="321497" y="160749"/>
                  </a:cubicBezTo>
                  <a:cubicBezTo>
                    <a:pt x="321497" y="133287"/>
                    <a:pt x="314799" y="107835"/>
                    <a:pt x="302743" y="85063"/>
                  </a:cubicBezTo>
                  <a:lnTo>
                    <a:pt x="272603" y="115203"/>
                  </a:lnTo>
                  <a:close/>
                </a:path>
              </a:pathLst>
            </a:custGeom>
            <a:grpFill/>
            <a:ln w="6648" cap="flat">
              <a:noFill/>
              <a:prstDash val="solid"/>
              <a:miter/>
            </a:ln>
          </p:spPr>
          <p:txBody>
            <a:bodyPr rtlCol="0" anchor="ctr"/>
            <a:lstStyle/>
            <a:p>
              <a:endParaRPr lang="en-IN"/>
            </a:p>
          </p:txBody>
        </p:sp>
      </p:grpSp>
      <p:sp>
        <p:nvSpPr>
          <p:cNvPr id="2" name="TextBox 1">
            <a:extLst>
              <a:ext uri="{FF2B5EF4-FFF2-40B4-BE49-F238E27FC236}">
                <a16:creationId xmlns:a16="http://schemas.microsoft.com/office/drawing/2014/main" id="{25312874-A145-F8EC-EE69-0522844E7B72}"/>
              </a:ext>
            </a:extLst>
          </p:cNvPr>
          <p:cNvSpPr txBox="1"/>
          <p:nvPr/>
        </p:nvSpPr>
        <p:spPr>
          <a:xfrm>
            <a:off x="6308211" y="1267747"/>
            <a:ext cx="590376" cy="607481"/>
          </a:xfrm>
          <a:prstGeom prst="rect">
            <a:avLst/>
          </a:prstGeom>
          <a:noFill/>
        </p:spPr>
        <p:txBody>
          <a:bodyPr wrap="square" lIns="0" tIns="0" rIns="0" bIns="0" anchor="ctr">
            <a:noAutofit/>
          </a:bodyPr>
          <a:lstStyle/>
          <a:p>
            <a:r>
              <a:rPr lang="en-IN" sz="5400" b="1">
                <a:solidFill>
                  <a:schemeClr val="tx1">
                    <a:lumMod val="85000"/>
                    <a:lumOff val="15000"/>
                  </a:schemeClr>
                </a:solidFill>
                <a:ea typeface="Segoe UI Black" panose="020B0A02040204020203" pitchFamily="34" charset="0"/>
                <a:cs typeface="Segoe UI Light" panose="020B0502040204020203" pitchFamily="34" charset="0"/>
              </a:rPr>
              <a:t>1</a:t>
            </a:r>
          </a:p>
        </p:txBody>
      </p:sp>
      <p:sp>
        <p:nvSpPr>
          <p:cNvPr id="3" name="TextBox 2">
            <a:extLst>
              <a:ext uri="{FF2B5EF4-FFF2-40B4-BE49-F238E27FC236}">
                <a16:creationId xmlns:a16="http://schemas.microsoft.com/office/drawing/2014/main" id="{BAEF201A-C283-EEA7-B0A9-9A925FBD1C09}"/>
              </a:ext>
            </a:extLst>
          </p:cNvPr>
          <p:cNvSpPr txBox="1"/>
          <p:nvPr/>
        </p:nvSpPr>
        <p:spPr>
          <a:xfrm>
            <a:off x="8594001" y="2332243"/>
            <a:ext cx="590376" cy="607481"/>
          </a:xfrm>
          <a:prstGeom prst="rect">
            <a:avLst/>
          </a:prstGeom>
          <a:noFill/>
        </p:spPr>
        <p:txBody>
          <a:bodyPr wrap="square" lIns="0" tIns="0" rIns="0" bIns="0" anchor="ctr">
            <a:noAutofit/>
          </a:bodyPr>
          <a:lstStyle/>
          <a:p>
            <a:r>
              <a:rPr lang="en-IN" sz="5400" b="1">
                <a:solidFill>
                  <a:schemeClr val="tx1">
                    <a:lumMod val="85000"/>
                    <a:lumOff val="15000"/>
                  </a:schemeClr>
                </a:solidFill>
                <a:ea typeface="Segoe UI Black" panose="020B0A02040204020203" pitchFamily="34" charset="0"/>
                <a:cs typeface="Segoe UI Light" panose="020B0502040204020203" pitchFamily="34" charset="0"/>
              </a:rPr>
              <a:t>2</a:t>
            </a:r>
          </a:p>
        </p:txBody>
      </p:sp>
      <p:sp>
        <p:nvSpPr>
          <p:cNvPr id="5" name="TextBox 4">
            <a:extLst>
              <a:ext uri="{FF2B5EF4-FFF2-40B4-BE49-F238E27FC236}">
                <a16:creationId xmlns:a16="http://schemas.microsoft.com/office/drawing/2014/main" id="{FC86BA7C-D6DD-AE6F-C2A8-AB8EF202ECDE}"/>
              </a:ext>
            </a:extLst>
          </p:cNvPr>
          <p:cNvSpPr txBox="1"/>
          <p:nvPr/>
        </p:nvSpPr>
        <p:spPr>
          <a:xfrm>
            <a:off x="8613306" y="4513400"/>
            <a:ext cx="590376" cy="607481"/>
          </a:xfrm>
          <a:prstGeom prst="rect">
            <a:avLst/>
          </a:prstGeom>
          <a:noFill/>
        </p:spPr>
        <p:txBody>
          <a:bodyPr wrap="square" lIns="0" tIns="0" rIns="0" bIns="0" anchor="ctr">
            <a:noAutofit/>
          </a:bodyPr>
          <a:lstStyle/>
          <a:p>
            <a:r>
              <a:rPr lang="en-IN" sz="5400" b="1">
                <a:solidFill>
                  <a:schemeClr val="tx1">
                    <a:lumMod val="85000"/>
                    <a:lumOff val="15000"/>
                  </a:schemeClr>
                </a:solidFill>
                <a:ea typeface="Segoe UI Black" panose="020B0A02040204020203" pitchFamily="34" charset="0"/>
                <a:cs typeface="Segoe UI Light" panose="020B0502040204020203" pitchFamily="34" charset="0"/>
              </a:rPr>
              <a:t>4</a:t>
            </a:r>
          </a:p>
        </p:txBody>
      </p:sp>
      <p:sp>
        <p:nvSpPr>
          <p:cNvPr id="6" name="TextBox 5">
            <a:extLst>
              <a:ext uri="{FF2B5EF4-FFF2-40B4-BE49-F238E27FC236}">
                <a16:creationId xmlns:a16="http://schemas.microsoft.com/office/drawing/2014/main" id="{98C5D882-58BA-7FF0-E528-BE2B669BF5F0}"/>
              </a:ext>
            </a:extLst>
          </p:cNvPr>
          <p:cNvSpPr txBox="1"/>
          <p:nvPr/>
        </p:nvSpPr>
        <p:spPr>
          <a:xfrm>
            <a:off x="6357438" y="3426281"/>
            <a:ext cx="590376" cy="607481"/>
          </a:xfrm>
          <a:prstGeom prst="rect">
            <a:avLst/>
          </a:prstGeom>
          <a:noFill/>
        </p:spPr>
        <p:txBody>
          <a:bodyPr wrap="square" lIns="0" tIns="0" rIns="0" bIns="0" anchor="ctr">
            <a:noAutofit/>
          </a:bodyPr>
          <a:lstStyle/>
          <a:p>
            <a:r>
              <a:rPr lang="en-IN" sz="5400" b="1">
                <a:solidFill>
                  <a:schemeClr val="tx1">
                    <a:lumMod val="85000"/>
                    <a:lumOff val="15000"/>
                  </a:schemeClr>
                </a:solidFill>
                <a:ea typeface="Segoe UI Black" panose="020B0A02040204020203" pitchFamily="34" charset="0"/>
                <a:cs typeface="Segoe UI Light" panose="020B0502040204020203" pitchFamily="34" charset="0"/>
              </a:rPr>
              <a:t>3</a:t>
            </a:r>
          </a:p>
        </p:txBody>
      </p:sp>
      <p:sp>
        <p:nvSpPr>
          <p:cNvPr id="7" name="TextBox 6">
            <a:extLst>
              <a:ext uri="{FF2B5EF4-FFF2-40B4-BE49-F238E27FC236}">
                <a16:creationId xmlns:a16="http://schemas.microsoft.com/office/drawing/2014/main" id="{D404FE70-DB23-D2D4-5C85-70B81E51DB05}"/>
              </a:ext>
            </a:extLst>
          </p:cNvPr>
          <p:cNvSpPr txBox="1"/>
          <p:nvPr/>
        </p:nvSpPr>
        <p:spPr>
          <a:xfrm>
            <a:off x="6357438" y="5561147"/>
            <a:ext cx="590376" cy="607481"/>
          </a:xfrm>
          <a:prstGeom prst="rect">
            <a:avLst/>
          </a:prstGeom>
          <a:noFill/>
        </p:spPr>
        <p:txBody>
          <a:bodyPr wrap="square" lIns="0" tIns="0" rIns="0" bIns="0" anchor="ctr">
            <a:noAutofit/>
          </a:bodyPr>
          <a:lstStyle/>
          <a:p>
            <a:r>
              <a:rPr lang="en-IN" sz="5400" b="1">
                <a:solidFill>
                  <a:schemeClr val="tx1">
                    <a:lumMod val="85000"/>
                    <a:lumOff val="15000"/>
                  </a:schemeClr>
                </a:solidFill>
                <a:ea typeface="Segoe UI Black" panose="020B0A02040204020203" pitchFamily="34" charset="0"/>
                <a:cs typeface="Segoe UI Light" panose="020B0502040204020203" pitchFamily="34" charset="0"/>
              </a:rPr>
              <a:t>5</a:t>
            </a:r>
          </a:p>
        </p:txBody>
      </p:sp>
    </p:spTree>
    <p:extLst>
      <p:ext uri="{BB962C8B-B14F-4D97-AF65-F5344CB8AC3E}">
        <p14:creationId xmlns:p14="http://schemas.microsoft.com/office/powerpoint/2010/main" val="3241961804"/>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B2823D-8640-0C1B-9636-32D45B80C46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58ED8A5-A3B7-5523-F42D-EB6D3EF69244}"/>
              </a:ext>
            </a:extLst>
          </p:cNvPr>
          <p:cNvSpPr>
            <a:spLocks noGrp="1"/>
          </p:cNvSpPr>
          <p:nvPr>
            <p:ph type="title"/>
          </p:nvPr>
        </p:nvSpPr>
        <p:spPr>
          <a:xfrm>
            <a:off x="611030" y="274640"/>
            <a:ext cx="10969943" cy="711081"/>
          </a:xfrm>
        </p:spPr>
        <p:txBody>
          <a:bodyPr/>
          <a:lstStyle/>
          <a:p>
            <a:r>
              <a:rPr lang="en-IN"/>
              <a:t>6-Level Horizontal Cube PowerPoint Template</a:t>
            </a:r>
          </a:p>
        </p:txBody>
      </p:sp>
      <p:grpSp>
        <p:nvGrpSpPr>
          <p:cNvPr id="18" name="Group 17">
            <a:extLst>
              <a:ext uri="{FF2B5EF4-FFF2-40B4-BE49-F238E27FC236}">
                <a16:creationId xmlns:a16="http://schemas.microsoft.com/office/drawing/2014/main" id="{15217E8A-75F7-D719-2BDA-63281CC912BE}"/>
              </a:ext>
            </a:extLst>
          </p:cNvPr>
          <p:cNvGrpSpPr/>
          <p:nvPr/>
        </p:nvGrpSpPr>
        <p:grpSpPr>
          <a:xfrm rot="16200000">
            <a:off x="2280270" y="3238058"/>
            <a:ext cx="1494834" cy="1664663"/>
            <a:chOff x="5141943" y="1196752"/>
            <a:chExt cx="1904938" cy="2121361"/>
          </a:xfrm>
        </p:grpSpPr>
        <p:sp>
          <p:nvSpPr>
            <p:cNvPr id="6" name="Freeform 12">
              <a:extLst>
                <a:ext uri="{FF2B5EF4-FFF2-40B4-BE49-F238E27FC236}">
                  <a16:creationId xmlns:a16="http://schemas.microsoft.com/office/drawing/2014/main" id="{6A48BB41-F9D3-6259-9D05-1B332FB90490}"/>
                </a:ext>
              </a:extLst>
            </p:cNvPr>
            <p:cNvSpPr>
              <a:spLocks/>
            </p:cNvSpPr>
            <p:nvPr/>
          </p:nvSpPr>
          <p:spPr bwMode="auto">
            <a:xfrm>
              <a:off x="5141943" y="1721539"/>
              <a:ext cx="952222" cy="1596574"/>
            </a:xfrm>
            <a:custGeom>
              <a:avLst/>
              <a:gdLst>
                <a:gd name="T0" fmla="*/ 0 w 1930"/>
                <a:gd name="T1" fmla="*/ 0 h 3236"/>
                <a:gd name="T2" fmla="*/ 1930 w 1930"/>
                <a:gd name="T3" fmla="*/ 1078 h 3236"/>
                <a:gd name="T4" fmla="*/ 1930 w 1930"/>
                <a:gd name="T5" fmla="*/ 3236 h 3236"/>
                <a:gd name="T6" fmla="*/ 0 w 1930"/>
                <a:gd name="T7" fmla="*/ 2157 h 3236"/>
                <a:gd name="T8" fmla="*/ 0 w 1930"/>
                <a:gd name="T9" fmla="*/ 0 h 3236"/>
              </a:gdLst>
              <a:ahLst/>
              <a:cxnLst>
                <a:cxn ang="0">
                  <a:pos x="T0" y="T1"/>
                </a:cxn>
                <a:cxn ang="0">
                  <a:pos x="T2" y="T3"/>
                </a:cxn>
                <a:cxn ang="0">
                  <a:pos x="T4" y="T5"/>
                </a:cxn>
                <a:cxn ang="0">
                  <a:pos x="T6" y="T7"/>
                </a:cxn>
                <a:cxn ang="0">
                  <a:pos x="T8" y="T9"/>
                </a:cxn>
              </a:cxnLst>
              <a:rect l="0" t="0" r="r" b="b"/>
              <a:pathLst>
                <a:path w="1930" h="3236">
                  <a:moveTo>
                    <a:pt x="0" y="0"/>
                  </a:moveTo>
                  <a:lnTo>
                    <a:pt x="1930" y="1078"/>
                  </a:lnTo>
                  <a:lnTo>
                    <a:pt x="1930" y="3236"/>
                  </a:lnTo>
                  <a:lnTo>
                    <a:pt x="0" y="2157"/>
                  </a:lnTo>
                  <a:lnTo>
                    <a:pt x="0" y="0"/>
                  </a:lnTo>
                  <a:close/>
                </a:path>
              </a:pathLst>
            </a:custGeom>
            <a:solidFill>
              <a:schemeClr val="accent6">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7" name="Freeform 13">
              <a:extLst>
                <a:ext uri="{FF2B5EF4-FFF2-40B4-BE49-F238E27FC236}">
                  <a16:creationId xmlns:a16="http://schemas.microsoft.com/office/drawing/2014/main" id="{E3A6CBF4-2BA6-BCC9-8A88-7589376E068A}"/>
                </a:ext>
              </a:extLst>
            </p:cNvPr>
            <p:cNvSpPr>
              <a:spLocks/>
            </p:cNvSpPr>
            <p:nvPr/>
          </p:nvSpPr>
          <p:spPr bwMode="auto">
            <a:xfrm>
              <a:off x="6094165" y="1721539"/>
              <a:ext cx="952716" cy="1596574"/>
            </a:xfrm>
            <a:custGeom>
              <a:avLst/>
              <a:gdLst>
                <a:gd name="T0" fmla="*/ 1931 w 1931"/>
                <a:gd name="T1" fmla="*/ 0 h 3236"/>
                <a:gd name="T2" fmla="*/ 1931 w 1931"/>
                <a:gd name="T3" fmla="*/ 2157 h 3236"/>
                <a:gd name="T4" fmla="*/ 0 w 1931"/>
                <a:gd name="T5" fmla="*/ 3236 h 3236"/>
                <a:gd name="T6" fmla="*/ 0 w 1931"/>
                <a:gd name="T7" fmla="*/ 1078 h 3236"/>
                <a:gd name="T8" fmla="*/ 1931 w 1931"/>
                <a:gd name="T9" fmla="*/ 0 h 3236"/>
              </a:gdLst>
              <a:ahLst/>
              <a:cxnLst>
                <a:cxn ang="0">
                  <a:pos x="T0" y="T1"/>
                </a:cxn>
                <a:cxn ang="0">
                  <a:pos x="T2" y="T3"/>
                </a:cxn>
                <a:cxn ang="0">
                  <a:pos x="T4" y="T5"/>
                </a:cxn>
                <a:cxn ang="0">
                  <a:pos x="T6" y="T7"/>
                </a:cxn>
                <a:cxn ang="0">
                  <a:pos x="T8" y="T9"/>
                </a:cxn>
              </a:cxnLst>
              <a:rect l="0" t="0" r="r" b="b"/>
              <a:pathLst>
                <a:path w="1931" h="3236">
                  <a:moveTo>
                    <a:pt x="1931" y="0"/>
                  </a:moveTo>
                  <a:lnTo>
                    <a:pt x="1931" y="2157"/>
                  </a:lnTo>
                  <a:lnTo>
                    <a:pt x="0" y="3236"/>
                  </a:lnTo>
                  <a:lnTo>
                    <a:pt x="0" y="1078"/>
                  </a:lnTo>
                  <a:lnTo>
                    <a:pt x="1931" y="0"/>
                  </a:lnTo>
                  <a:close/>
                </a:path>
              </a:pathLst>
            </a:custGeom>
            <a:solidFill>
              <a:schemeClr val="accent6">
                <a:lumMod val="60000"/>
                <a:lumOff val="4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8" name="Freeform 14">
              <a:extLst>
                <a:ext uri="{FF2B5EF4-FFF2-40B4-BE49-F238E27FC236}">
                  <a16:creationId xmlns:a16="http://schemas.microsoft.com/office/drawing/2014/main" id="{BABAEE77-6F47-9BA0-F719-AEB85B012AF4}"/>
                </a:ext>
              </a:extLst>
            </p:cNvPr>
            <p:cNvSpPr>
              <a:spLocks/>
            </p:cNvSpPr>
            <p:nvPr/>
          </p:nvSpPr>
          <p:spPr bwMode="auto">
            <a:xfrm>
              <a:off x="5141943" y="1196752"/>
              <a:ext cx="1904938" cy="1064219"/>
            </a:xfrm>
            <a:custGeom>
              <a:avLst/>
              <a:gdLst>
                <a:gd name="T0" fmla="*/ 1930 w 3861"/>
                <a:gd name="T1" fmla="*/ 0 h 2157"/>
                <a:gd name="T2" fmla="*/ 3861 w 3861"/>
                <a:gd name="T3" fmla="*/ 1079 h 2157"/>
                <a:gd name="T4" fmla="*/ 1930 w 3861"/>
                <a:gd name="T5" fmla="*/ 2157 h 2157"/>
                <a:gd name="T6" fmla="*/ 0 w 3861"/>
                <a:gd name="T7" fmla="*/ 1079 h 2157"/>
                <a:gd name="T8" fmla="*/ 1930 w 3861"/>
                <a:gd name="T9" fmla="*/ 0 h 2157"/>
              </a:gdLst>
              <a:ahLst/>
              <a:cxnLst>
                <a:cxn ang="0">
                  <a:pos x="T0" y="T1"/>
                </a:cxn>
                <a:cxn ang="0">
                  <a:pos x="T2" y="T3"/>
                </a:cxn>
                <a:cxn ang="0">
                  <a:pos x="T4" y="T5"/>
                </a:cxn>
                <a:cxn ang="0">
                  <a:pos x="T6" y="T7"/>
                </a:cxn>
                <a:cxn ang="0">
                  <a:pos x="T8" y="T9"/>
                </a:cxn>
              </a:cxnLst>
              <a:rect l="0" t="0" r="r" b="b"/>
              <a:pathLst>
                <a:path w="3861" h="2157">
                  <a:moveTo>
                    <a:pt x="1930" y="0"/>
                  </a:moveTo>
                  <a:lnTo>
                    <a:pt x="3861" y="1079"/>
                  </a:lnTo>
                  <a:lnTo>
                    <a:pt x="1930" y="2157"/>
                  </a:lnTo>
                  <a:lnTo>
                    <a:pt x="0" y="1079"/>
                  </a:lnTo>
                  <a:lnTo>
                    <a:pt x="1930"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grpSp>
      <p:grpSp>
        <p:nvGrpSpPr>
          <p:cNvPr id="19" name="Group 18">
            <a:extLst>
              <a:ext uri="{FF2B5EF4-FFF2-40B4-BE49-F238E27FC236}">
                <a16:creationId xmlns:a16="http://schemas.microsoft.com/office/drawing/2014/main" id="{5AA140AB-AF76-EE28-614A-7887E8EE3524}"/>
              </a:ext>
            </a:extLst>
          </p:cNvPr>
          <p:cNvGrpSpPr/>
          <p:nvPr/>
        </p:nvGrpSpPr>
        <p:grpSpPr>
          <a:xfrm rot="16200000">
            <a:off x="3512842" y="2490642"/>
            <a:ext cx="1494834" cy="1664663"/>
            <a:chOff x="5141943" y="1196752"/>
            <a:chExt cx="1904938" cy="2121361"/>
          </a:xfrm>
        </p:grpSpPr>
        <p:sp>
          <p:nvSpPr>
            <p:cNvPr id="20" name="Freeform 12">
              <a:extLst>
                <a:ext uri="{FF2B5EF4-FFF2-40B4-BE49-F238E27FC236}">
                  <a16:creationId xmlns:a16="http://schemas.microsoft.com/office/drawing/2014/main" id="{D2CA1D2B-79F6-2774-FD25-F38E92511018}"/>
                </a:ext>
              </a:extLst>
            </p:cNvPr>
            <p:cNvSpPr>
              <a:spLocks/>
            </p:cNvSpPr>
            <p:nvPr/>
          </p:nvSpPr>
          <p:spPr bwMode="auto">
            <a:xfrm>
              <a:off x="5141943" y="1721539"/>
              <a:ext cx="952222" cy="1596574"/>
            </a:xfrm>
            <a:custGeom>
              <a:avLst/>
              <a:gdLst>
                <a:gd name="T0" fmla="*/ 0 w 1930"/>
                <a:gd name="T1" fmla="*/ 0 h 3236"/>
                <a:gd name="T2" fmla="*/ 1930 w 1930"/>
                <a:gd name="T3" fmla="*/ 1078 h 3236"/>
                <a:gd name="T4" fmla="*/ 1930 w 1930"/>
                <a:gd name="T5" fmla="*/ 3236 h 3236"/>
                <a:gd name="T6" fmla="*/ 0 w 1930"/>
                <a:gd name="T7" fmla="*/ 2157 h 3236"/>
                <a:gd name="T8" fmla="*/ 0 w 1930"/>
                <a:gd name="T9" fmla="*/ 0 h 3236"/>
              </a:gdLst>
              <a:ahLst/>
              <a:cxnLst>
                <a:cxn ang="0">
                  <a:pos x="T0" y="T1"/>
                </a:cxn>
                <a:cxn ang="0">
                  <a:pos x="T2" y="T3"/>
                </a:cxn>
                <a:cxn ang="0">
                  <a:pos x="T4" y="T5"/>
                </a:cxn>
                <a:cxn ang="0">
                  <a:pos x="T6" y="T7"/>
                </a:cxn>
                <a:cxn ang="0">
                  <a:pos x="T8" y="T9"/>
                </a:cxn>
              </a:cxnLst>
              <a:rect l="0" t="0" r="r" b="b"/>
              <a:pathLst>
                <a:path w="1930" h="3236">
                  <a:moveTo>
                    <a:pt x="0" y="0"/>
                  </a:moveTo>
                  <a:lnTo>
                    <a:pt x="1930" y="1078"/>
                  </a:lnTo>
                  <a:lnTo>
                    <a:pt x="1930" y="3236"/>
                  </a:lnTo>
                  <a:lnTo>
                    <a:pt x="0" y="2157"/>
                  </a:lnTo>
                  <a:lnTo>
                    <a:pt x="0" y="0"/>
                  </a:lnTo>
                  <a:close/>
                </a:path>
              </a:pathLst>
            </a:custGeom>
            <a:solidFill>
              <a:schemeClr val="accent5">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21" name="Freeform 13">
              <a:extLst>
                <a:ext uri="{FF2B5EF4-FFF2-40B4-BE49-F238E27FC236}">
                  <a16:creationId xmlns:a16="http://schemas.microsoft.com/office/drawing/2014/main" id="{105CDE66-7559-5042-1201-1F6EB5141DB9}"/>
                </a:ext>
              </a:extLst>
            </p:cNvPr>
            <p:cNvSpPr>
              <a:spLocks/>
            </p:cNvSpPr>
            <p:nvPr/>
          </p:nvSpPr>
          <p:spPr bwMode="auto">
            <a:xfrm>
              <a:off x="6094165" y="1721539"/>
              <a:ext cx="952716" cy="1596574"/>
            </a:xfrm>
            <a:custGeom>
              <a:avLst/>
              <a:gdLst>
                <a:gd name="T0" fmla="*/ 1931 w 1931"/>
                <a:gd name="T1" fmla="*/ 0 h 3236"/>
                <a:gd name="T2" fmla="*/ 1931 w 1931"/>
                <a:gd name="T3" fmla="*/ 2157 h 3236"/>
                <a:gd name="T4" fmla="*/ 0 w 1931"/>
                <a:gd name="T5" fmla="*/ 3236 h 3236"/>
                <a:gd name="T6" fmla="*/ 0 w 1931"/>
                <a:gd name="T7" fmla="*/ 1078 h 3236"/>
                <a:gd name="T8" fmla="*/ 1931 w 1931"/>
                <a:gd name="T9" fmla="*/ 0 h 3236"/>
              </a:gdLst>
              <a:ahLst/>
              <a:cxnLst>
                <a:cxn ang="0">
                  <a:pos x="T0" y="T1"/>
                </a:cxn>
                <a:cxn ang="0">
                  <a:pos x="T2" y="T3"/>
                </a:cxn>
                <a:cxn ang="0">
                  <a:pos x="T4" y="T5"/>
                </a:cxn>
                <a:cxn ang="0">
                  <a:pos x="T6" y="T7"/>
                </a:cxn>
                <a:cxn ang="0">
                  <a:pos x="T8" y="T9"/>
                </a:cxn>
              </a:cxnLst>
              <a:rect l="0" t="0" r="r" b="b"/>
              <a:pathLst>
                <a:path w="1931" h="3236">
                  <a:moveTo>
                    <a:pt x="1931" y="0"/>
                  </a:moveTo>
                  <a:lnTo>
                    <a:pt x="1931" y="2157"/>
                  </a:lnTo>
                  <a:lnTo>
                    <a:pt x="0" y="3236"/>
                  </a:lnTo>
                  <a:lnTo>
                    <a:pt x="0" y="1078"/>
                  </a:lnTo>
                  <a:lnTo>
                    <a:pt x="1931" y="0"/>
                  </a:lnTo>
                  <a:close/>
                </a:path>
              </a:pathLst>
            </a:custGeom>
            <a:solidFill>
              <a:schemeClr val="accent5">
                <a:lumMod val="60000"/>
                <a:lumOff val="4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22" name="Freeform 14">
              <a:extLst>
                <a:ext uri="{FF2B5EF4-FFF2-40B4-BE49-F238E27FC236}">
                  <a16:creationId xmlns:a16="http://schemas.microsoft.com/office/drawing/2014/main" id="{FDB39C56-FEFD-89EB-73F5-A488489DC1CD}"/>
                </a:ext>
              </a:extLst>
            </p:cNvPr>
            <p:cNvSpPr>
              <a:spLocks/>
            </p:cNvSpPr>
            <p:nvPr/>
          </p:nvSpPr>
          <p:spPr bwMode="auto">
            <a:xfrm>
              <a:off x="5141943" y="1196752"/>
              <a:ext cx="1904938" cy="1064219"/>
            </a:xfrm>
            <a:custGeom>
              <a:avLst/>
              <a:gdLst>
                <a:gd name="T0" fmla="*/ 1930 w 3861"/>
                <a:gd name="T1" fmla="*/ 0 h 2157"/>
                <a:gd name="T2" fmla="*/ 3861 w 3861"/>
                <a:gd name="T3" fmla="*/ 1079 h 2157"/>
                <a:gd name="T4" fmla="*/ 1930 w 3861"/>
                <a:gd name="T5" fmla="*/ 2157 h 2157"/>
                <a:gd name="T6" fmla="*/ 0 w 3861"/>
                <a:gd name="T7" fmla="*/ 1079 h 2157"/>
                <a:gd name="T8" fmla="*/ 1930 w 3861"/>
                <a:gd name="T9" fmla="*/ 0 h 2157"/>
              </a:gdLst>
              <a:ahLst/>
              <a:cxnLst>
                <a:cxn ang="0">
                  <a:pos x="T0" y="T1"/>
                </a:cxn>
                <a:cxn ang="0">
                  <a:pos x="T2" y="T3"/>
                </a:cxn>
                <a:cxn ang="0">
                  <a:pos x="T4" y="T5"/>
                </a:cxn>
                <a:cxn ang="0">
                  <a:pos x="T6" y="T7"/>
                </a:cxn>
                <a:cxn ang="0">
                  <a:pos x="T8" y="T9"/>
                </a:cxn>
              </a:cxnLst>
              <a:rect l="0" t="0" r="r" b="b"/>
              <a:pathLst>
                <a:path w="3861" h="2157">
                  <a:moveTo>
                    <a:pt x="1930" y="0"/>
                  </a:moveTo>
                  <a:lnTo>
                    <a:pt x="3861" y="1079"/>
                  </a:lnTo>
                  <a:lnTo>
                    <a:pt x="1930" y="2157"/>
                  </a:lnTo>
                  <a:lnTo>
                    <a:pt x="0" y="1079"/>
                  </a:lnTo>
                  <a:lnTo>
                    <a:pt x="1930"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grpSp>
      <p:grpSp>
        <p:nvGrpSpPr>
          <p:cNvPr id="23" name="Group 22">
            <a:extLst>
              <a:ext uri="{FF2B5EF4-FFF2-40B4-BE49-F238E27FC236}">
                <a16:creationId xmlns:a16="http://schemas.microsoft.com/office/drawing/2014/main" id="{F5376531-3756-CD81-0746-B6FE31F7F140}"/>
              </a:ext>
            </a:extLst>
          </p:cNvPr>
          <p:cNvGrpSpPr/>
          <p:nvPr/>
        </p:nvGrpSpPr>
        <p:grpSpPr>
          <a:xfrm rot="16200000">
            <a:off x="4747858" y="3238057"/>
            <a:ext cx="1494834" cy="1664663"/>
            <a:chOff x="5141943" y="1196752"/>
            <a:chExt cx="1904938" cy="2121361"/>
          </a:xfrm>
        </p:grpSpPr>
        <p:sp>
          <p:nvSpPr>
            <p:cNvPr id="24" name="Freeform 12">
              <a:extLst>
                <a:ext uri="{FF2B5EF4-FFF2-40B4-BE49-F238E27FC236}">
                  <a16:creationId xmlns:a16="http://schemas.microsoft.com/office/drawing/2014/main" id="{11869186-E7CF-7E49-2807-B0D2737C1879}"/>
                </a:ext>
              </a:extLst>
            </p:cNvPr>
            <p:cNvSpPr>
              <a:spLocks/>
            </p:cNvSpPr>
            <p:nvPr/>
          </p:nvSpPr>
          <p:spPr bwMode="auto">
            <a:xfrm>
              <a:off x="5141943" y="1721539"/>
              <a:ext cx="952222" cy="1596574"/>
            </a:xfrm>
            <a:custGeom>
              <a:avLst/>
              <a:gdLst>
                <a:gd name="T0" fmla="*/ 0 w 1930"/>
                <a:gd name="T1" fmla="*/ 0 h 3236"/>
                <a:gd name="T2" fmla="*/ 1930 w 1930"/>
                <a:gd name="T3" fmla="*/ 1078 h 3236"/>
                <a:gd name="T4" fmla="*/ 1930 w 1930"/>
                <a:gd name="T5" fmla="*/ 3236 h 3236"/>
                <a:gd name="T6" fmla="*/ 0 w 1930"/>
                <a:gd name="T7" fmla="*/ 2157 h 3236"/>
                <a:gd name="T8" fmla="*/ 0 w 1930"/>
                <a:gd name="T9" fmla="*/ 0 h 3236"/>
              </a:gdLst>
              <a:ahLst/>
              <a:cxnLst>
                <a:cxn ang="0">
                  <a:pos x="T0" y="T1"/>
                </a:cxn>
                <a:cxn ang="0">
                  <a:pos x="T2" y="T3"/>
                </a:cxn>
                <a:cxn ang="0">
                  <a:pos x="T4" y="T5"/>
                </a:cxn>
                <a:cxn ang="0">
                  <a:pos x="T6" y="T7"/>
                </a:cxn>
                <a:cxn ang="0">
                  <a:pos x="T8" y="T9"/>
                </a:cxn>
              </a:cxnLst>
              <a:rect l="0" t="0" r="r" b="b"/>
              <a:pathLst>
                <a:path w="1930" h="3236">
                  <a:moveTo>
                    <a:pt x="0" y="0"/>
                  </a:moveTo>
                  <a:lnTo>
                    <a:pt x="1930" y="1078"/>
                  </a:lnTo>
                  <a:lnTo>
                    <a:pt x="1930" y="3236"/>
                  </a:lnTo>
                  <a:lnTo>
                    <a:pt x="0" y="2157"/>
                  </a:lnTo>
                  <a:lnTo>
                    <a:pt x="0" y="0"/>
                  </a:lnTo>
                  <a:close/>
                </a:path>
              </a:pathLst>
            </a:custGeom>
            <a:solidFill>
              <a:schemeClr val="accent4">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25" name="Freeform 13">
              <a:extLst>
                <a:ext uri="{FF2B5EF4-FFF2-40B4-BE49-F238E27FC236}">
                  <a16:creationId xmlns:a16="http://schemas.microsoft.com/office/drawing/2014/main" id="{6D04EB08-F12C-BE5E-4CB0-2C36FFC6CA8B}"/>
                </a:ext>
              </a:extLst>
            </p:cNvPr>
            <p:cNvSpPr>
              <a:spLocks/>
            </p:cNvSpPr>
            <p:nvPr/>
          </p:nvSpPr>
          <p:spPr bwMode="auto">
            <a:xfrm>
              <a:off x="6094165" y="1721539"/>
              <a:ext cx="952716" cy="1596574"/>
            </a:xfrm>
            <a:custGeom>
              <a:avLst/>
              <a:gdLst>
                <a:gd name="T0" fmla="*/ 1931 w 1931"/>
                <a:gd name="T1" fmla="*/ 0 h 3236"/>
                <a:gd name="T2" fmla="*/ 1931 w 1931"/>
                <a:gd name="T3" fmla="*/ 2157 h 3236"/>
                <a:gd name="T4" fmla="*/ 0 w 1931"/>
                <a:gd name="T5" fmla="*/ 3236 h 3236"/>
                <a:gd name="T6" fmla="*/ 0 w 1931"/>
                <a:gd name="T7" fmla="*/ 1078 h 3236"/>
                <a:gd name="T8" fmla="*/ 1931 w 1931"/>
                <a:gd name="T9" fmla="*/ 0 h 3236"/>
              </a:gdLst>
              <a:ahLst/>
              <a:cxnLst>
                <a:cxn ang="0">
                  <a:pos x="T0" y="T1"/>
                </a:cxn>
                <a:cxn ang="0">
                  <a:pos x="T2" y="T3"/>
                </a:cxn>
                <a:cxn ang="0">
                  <a:pos x="T4" y="T5"/>
                </a:cxn>
                <a:cxn ang="0">
                  <a:pos x="T6" y="T7"/>
                </a:cxn>
                <a:cxn ang="0">
                  <a:pos x="T8" y="T9"/>
                </a:cxn>
              </a:cxnLst>
              <a:rect l="0" t="0" r="r" b="b"/>
              <a:pathLst>
                <a:path w="1931" h="3236">
                  <a:moveTo>
                    <a:pt x="1931" y="0"/>
                  </a:moveTo>
                  <a:lnTo>
                    <a:pt x="1931" y="2157"/>
                  </a:lnTo>
                  <a:lnTo>
                    <a:pt x="0" y="3236"/>
                  </a:lnTo>
                  <a:lnTo>
                    <a:pt x="0" y="1078"/>
                  </a:lnTo>
                  <a:lnTo>
                    <a:pt x="1931" y="0"/>
                  </a:lnTo>
                  <a:close/>
                </a:path>
              </a:pathLst>
            </a:custGeom>
            <a:solidFill>
              <a:schemeClr val="accent4">
                <a:lumMod val="60000"/>
                <a:lumOff val="4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26" name="Freeform 14">
              <a:extLst>
                <a:ext uri="{FF2B5EF4-FFF2-40B4-BE49-F238E27FC236}">
                  <a16:creationId xmlns:a16="http://schemas.microsoft.com/office/drawing/2014/main" id="{96089069-1430-938F-B116-24AE5EB2D99A}"/>
                </a:ext>
              </a:extLst>
            </p:cNvPr>
            <p:cNvSpPr>
              <a:spLocks/>
            </p:cNvSpPr>
            <p:nvPr/>
          </p:nvSpPr>
          <p:spPr bwMode="auto">
            <a:xfrm>
              <a:off x="5141943" y="1196752"/>
              <a:ext cx="1904938" cy="1064219"/>
            </a:xfrm>
            <a:custGeom>
              <a:avLst/>
              <a:gdLst>
                <a:gd name="T0" fmla="*/ 1930 w 3861"/>
                <a:gd name="T1" fmla="*/ 0 h 2157"/>
                <a:gd name="T2" fmla="*/ 3861 w 3861"/>
                <a:gd name="T3" fmla="*/ 1079 h 2157"/>
                <a:gd name="T4" fmla="*/ 1930 w 3861"/>
                <a:gd name="T5" fmla="*/ 2157 h 2157"/>
                <a:gd name="T6" fmla="*/ 0 w 3861"/>
                <a:gd name="T7" fmla="*/ 1079 h 2157"/>
                <a:gd name="T8" fmla="*/ 1930 w 3861"/>
                <a:gd name="T9" fmla="*/ 0 h 2157"/>
              </a:gdLst>
              <a:ahLst/>
              <a:cxnLst>
                <a:cxn ang="0">
                  <a:pos x="T0" y="T1"/>
                </a:cxn>
                <a:cxn ang="0">
                  <a:pos x="T2" y="T3"/>
                </a:cxn>
                <a:cxn ang="0">
                  <a:pos x="T4" y="T5"/>
                </a:cxn>
                <a:cxn ang="0">
                  <a:pos x="T6" y="T7"/>
                </a:cxn>
                <a:cxn ang="0">
                  <a:pos x="T8" y="T9"/>
                </a:cxn>
              </a:cxnLst>
              <a:rect l="0" t="0" r="r" b="b"/>
              <a:pathLst>
                <a:path w="3861" h="2157">
                  <a:moveTo>
                    <a:pt x="1930" y="0"/>
                  </a:moveTo>
                  <a:lnTo>
                    <a:pt x="3861" y="1079"/>
                  </a:lnTo>
                  <a:lnTo>
                    <a:pt x="1930" y="2157"/>
                  </a:lnTo>
                  <a:lnTo>
                    <a:pt x="0" y="1079"/>
                  </a:lnTo>
                  <a:lnTo>
                    <a:pt x="193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grpSp>
      <p:grpSp>
        <p:nvGrpSpPr>
          <p:cNvPr id="27" name="Group 26">
            <a:extLst>
              <a:ext uri="{FF2B5EF4-FFF2-40B4-BE49-F238E27FC236}">
                <a16:creationId xmlns:a16="http://schemas.microsoft.com/office/drawing/2014/main" id="{09B2BEB3-FC0C-1519-9F0E-7D6E60EBA56B}"/>
              </a:ext>
            </a:extLst>
          </p:cNvPr>
          <p:cNvGrpSpPr/>
          <p:nvPr/>
        </p:nvGrpSpPr>
        <p:grpSpPr>
          <a:xfrm rot="16200000">
            <a:off x="5980430" y="2490641"/>
            <a:ext cx="1494834" cy="1664663"/>
            <a:chOff x="5141943" y="1196752"/>
            <a:chExt cx="1904938" cy="2121361"/>
          </a:xfrm>
        </p:grpSpPr>
        <p:sp>
          <p:nvSpPr>
            <p:cNvPr id="28" name="Freeform 12">
              <a:extLst>
                <a:ext uri="{FF2B5EF4-FFF2-40B4-BE49-F238E27FC236}">
                  <a16:creationId xmlns:a16="http://schemas.microsoft.com/office/drawing/2014/main" id="{F061E8AE-489A-F6B7-D313-7B2A36EB47A4}"/>
                </a:ext>
              </a:extLst>
            </p:cNvPr>
            <p:cNvSpPr>
              <a:spLocks/>
            </p:cNvSpPr>
            <p:nvPr/>
          </p:nvSpPr>
          <p:spPr bwMode="auto">
            <a:xfrm>
              <a:off x="5141943" y="1721539"/>
              <a:ext cx="952222" cy="1596574"/>
            </a:xfrm>
            <a:custGeom>
              <a:avLst/>
              <a:gdLst>
                <a:gd name="T0" fmla="*/ 0 w 1930"/>
                <a:gd name="T1" fmla="*/ 0 h 3236"/>
                <a:gd name="T2" fmla="*/ 1930 w 1930"/>
                <a:gd name="T3" fmla="*/ 1078 h 3236"/>
                <a:gd name="T4" fmla="*/ 1930 w 1930"/>
                <a:gd name="T5" fmla="*/ 3236 h 3236"/>
                <a:gd name="T6" fmla="*/ 0 w 1930"/>
                <a:gd name="T7" fmla="*/ 2157 h 3236"/>
                <a:gd name="T8" fmla="*/ 0 w 1930"/>
                <a:gd name="T9" fmla="*/ 0 h 3236"/>
              </a:gdLst>
              <a:ahLst/>
              <a:cxnLst>
                <a:cxn ang="0">
                  <a:pos x="T0" y="T1"/>
                </a:cxn>
                <a:cxn ang="0">
                  <a:pos x="T2" y="T3"/>
                </a:cxn>
                <a:cxn ang="0">
                  <a:pos x="T4" y="T5"/>
                </a:cxn>
                <a:cxn ang="0">
                  <a:pos x="T6" y="T7"/>
                </a:cxn>
                <a:cxn ang="0">
                  <a:pos x="T8" y="T9"/>
                </a:cxn>
              </a:cxnLst>
              <a:rect l="0" t="0" r="r" b="b"/>
              <a:pathLst>
                <a:path w="1930" h="3236">
                  <a:moveTo>
                    <a:pt x="0" y="0"/>
                  </a:moveTo>
                  <a:lnTo>
                    <a:pt x="1930" y="1078"/>
                  </a:lnTo>
                  <a:lnTo>
                    <a:pt x="1930" y="3236"/>
                  </a:lnTo>
                  <a:lnTo>
                    <a:pt x="0" y="2157"/>
                  </a:lnTo>
                  <a:lnTo>
                    <a:pt x="0" y="0"/>
                  </a:lnTo>
                  <a:close/>
                </a:path>
              </a:pathLst>
            </a:custGeom>
            <a:solidFill>
              <a:schemeClr val="accent3">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29" name="Freeform 13">
              <a:extLst>
                <a:ext uri="{FF2B5EF4-FFF2-40B4-BE49-F238E27FC236}">
                  <a16:creationId xmlns:a16="http://schemas.microsoft.com/office/drawing/2014/main" id="{8FE1033E-1E9C-FE17-B30E-57A412F2132C}"/>
                </a:ext>
              </a:extLst>
            </p:cNvPr>
            <p:cNvSpPr>
              <a:spLocks/>
            </p:cNvSpPr>
            <p:nvPr/>
          </p:nvSpPr>
          <p:spPr bwMode="auto">
            <a:xfrm>
              <a:off x="6094165" y="1721539"/>
              <a:ext cx="952716" cy="1596574"/>
            </a:xfrm>
            <a:custGeom>
              <a:avLst/>
              <a:gdLst>
                <a:gd name="T0" fmla="*/ 1931 w 1931"/>
                <a:gd name="T1" fmla="*/ 0 h 3236"/>
                <a:gd name="T2" fmla="*/ 1931 w 1931"/>
                <a:gd name="T3" fmla="*/ 2157 h 3236"/>
                <a:gd name="T4" fmla="*/ 0 w 1931"/>
                <a:gd name="T5" fmla="*/ 3236 h 3236"/>
                <a:gd name="T6" fmla="*/ 0 w 1931"/>
                <a:gd name="T7" fmla="*/ 1078 h 3236"/>
                <a:gd name="T8" fmla="*/ 1931 w 1931"/>
                <a:gd name="T9" fmla="*/ 0 h 3236"/>
              </a:gdLst>
              <a:ahLst/>
              <a:cxnLst>
                <a:cxn ang="0">
                  <a:pos x="T0" y="T1"/>
                </a:cxn>
                <a:cxn ang="0">
                  <a:pos x="T2" y="T3"/>
                </a:cxn>
                <a:cxn ang="0">
                  <a:pos x="T4" y="T5"/>
                </a:cxn>
                <a:cxn ang="0">
                  <a:pos x="T6" y="T7"/>
                </a:cxn>
                <a:cxn ang="0">
                  <a:pos x="T8" y="T9"/>
                </a:cxn>
              </a:cxnLst>
              <a:rect l="0" t="0" r="r" b="b"/>
              <a:pathLst>
                <a:path w="1931" h="3236">
                  <a:moveTo>
                    <a:pt x="1931" y="0"/>
                  </a:moveTo>
                  <a:lnTo>
                    <a:pt x="1931" y="2157"/>
                  </a:lnTo>
                  <a:lnTo>
                    <a:pt x="0" y="3236"/>
                  </a:lnTo>
                  <a:lnTo>
                    <a:pt x="0" y="1078"/>
                  </a:lnTo>
                  <a:lnTo>
                    <a:pt x="1931" y="0"/>
                  </a:lnTo>
                  <a:close/>
                </a:path>
              </a:pathLst>
            </a:custGeom>
            <a:solidFill>
              <a:schemeClr val="accent3">
                <a:lumMod val="60000"/>
                <a:lumOff val="4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30" name="Freeform 14">
              <a:extLst>
                <a:ext uri="{FF2B5EF4-FFF2-40B4-BE49-F238E27FC236}">
                  <a16:creationId xmlns:a16="http://schemas.microsoft.com/office/drawing/2014/main" id="{88F3C5FB-2B54-D86F-F9C5-BD1046891E28}"/>
                </a:ext>
              </a:extLst>
            </p:cNvPr>
            <p:cNvSpPr>
              <a:spLocks/>
            </p:cNvSpPr>
            <p:nvPr/>
          </p:nvSpPr>
          <p:spPr bwMode="auto">
            <a:xfrm>
              <a:off x="5141943" y="1196752"/>
              <a:ext cx="1904938" cy="1064219"/>
            </a:xfrm>
            <a:custGeom>
              <a:avLst/>
              <a:gdLst>
                <a:gd name="T0" fmla="*/ 1930 w 3861"/>
                <a:gd name="T1" fmla="*/ 0 h 2157"/>
                <a:gd name="T2" fmla="*/ 3861 w 3861"/>
                <a:gd name="T3" fmla="*/ 1079 h 2157"/>
                <a:gd name="T4" fmla="*/ 1930 w 3861"/>
                <a:gd name="T5" fmla="*/ 2157 h 2157"/>
                <a:gd name="T6" fmla="*/ 0 w 3861"/>
                <a:gd name="T7" fmla="*/ 1079 h 2157"/>
                <a:gd name="T8" fmla="*/ 1930 w 3861"/>
                <a:gd name="T9" fmla="*/ 0 h 2157"/>
              </a:gdLst>
              <a:ahLst/>
              <a:cxnLst>
                <a:cxn ang="0">
                  <a:pos x="T0" y="T1"/>
                </a:cxn>
                <a:cxn ang="0">
                  <a:pos x="T2" y="T3"/>
                </a:cxn>
                <a:cxn ang="0">
                  <a:pos x="T4" y="T5"/>
                </a:cxn>
                <a:cxn ang="0">
                  <a:pos x="T6" y="T7"/>
                </a:cxn>
                <a:cxn ang="0">
                  <a:pos x="T8" y="T9"/>
                </a:cxn>
              </a:cxnLst>
              <a:rect l="0" t="0" r="r" b="b"/>
              <a:pathLst>
                <a:path w="3861" h="2157">
                  <a:moveTo>
                    <a:pt x="1930" y="0"/>
                  </a:moveTo>
                  <a:lnTo>
                    <a:pt x="3861" y="1079"/>
                  </a:lnTo>
                  <a:lnTo>
                    <a:pt x="1930" y="2157"/>
                  </a:lnTo>
                  <a:lnTo>
                    <a:pt x="0" y="1079"/>
                  </a:lnTo>
                  <a:lnTo>
                    <a:pt x="193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grpSp>
      <p:grpSp>
        <p:nvGrpSpPr>
          <p:cNvPr id="31" name="Group 30">
            <a:extLst>
              <a:ext uri="{FF2B5EF4-FFF2-40B4-BE49-F238E27FC236}">
                <a16:creationId xmlns:a16="http://schemas.microsoft.com/office/drawing/2014/main" id="{B9C983F1-B8BE-9412-2E8F-75487DBD055C}"/>
              </a:ext>
            </a:extLst>
          </p:cNvPr>
          <p:cNvGrpSpPr/>
          <p:nvPr/>
        </p:nvGrpSpPr>
        <p:grpSpPr>
          <a:xfrm rot="16200000">
            <a:off x="7215445" y="3238057"/>
            <a:ext cx="1494834" cy="1664663"/>
            <a:chOff x="5141943" y="1196752"/>
            <a:chExt cx="1904938" cy="2121361"/>
          </a:xfrm>
        </p:grpSpPr>
        <p:sp>
          <p:nvSpPr>
            <p:cNvPr id="32" name="Freeform 12">
              <a:extLst>
                <a:ext uri="{FF2B5EF4-FFF2-40B4-BE49-F238E27FC236}">
                  <a16:creationId xmlns:a16="http://schemas.microsoft.com/office/drawing/2014/main" id="{C1E87D3F-3B51-BC2A-97B8-02F445232A86}"/>
                </a:ext>
              </a:extLst>
            </p:cNvPr>
            <p:cNvSpPr>
              <a:spLocks/>
            </p:cNvSpPr>
            <p:nvPr/>
          </p:nvSpPr>
          <p:spPr bwMode="auto">
            <a:xfrm>
              <a:off x="5141943" y="1721539"/>
              <a:ext cx="952222" cy="1596574"/>
            </a:xfrm>
            <a:custGeom>
              <a:avLst/>
              <a:gdLst>
                <a:gd name="T0" fmla="*/ 0 w 1930"/>
                <a:gd name="T1" fmla="*/ 0 h 3236"/>
                <a:gd name="T2" fmla="*/ 1930 w 1930"/>
                <a:gd name="T3" fmla="*/ 1078 h 3236"/>
                <a:gd name="T4" fmla="*/ 1930 w 1930"/>
                <a:gd name="T5" fmla="*/ 3236 h 3236"/>
                <a:gd name="T6" fmla="*/ 0 w 1930"/>
                <a:gd name="T7" fmla="*/ 2157 h 3236"/>
                <a:gd name="T8" fmla="*/ 0 w 1930"/>
                <a:gd name="T9" fmla="*/ 0 h 3236"/>
              </a:gdLst>
              <a:ahLst/>
              <a:cxnLst>
                <a:cxn ang="0">
                  <a:pos x="T0" y="T1"/>
                </a:cxn>
                <a:cxn ang="0">
                  <a:pos x="T2" y="T3"/>
                </a:cxn>
                <a:cxn ang="0">
                  <a:pos x="T4" y="T5"/>
                </a:cxn>
                <a:cxn ang="0">
                  <a:pos x="T6" y="T7"/>
                </a:cxn>
                <a:cxn ang="0">
                  <a:pos x="T8" y="T9"/>
                </a:cxn>
              </a:cxnLst>
              <a:rect l="0" t="0" r="r" b="b"/>
              <a:pathLst>
                <a:path w="1930" h="3236">
                  <a:moveTo>
                    <a:pt x="0" y="0"/>
                  </a:moveTo>
                  <a:lnTo>
                    <a:pt x="1930" y="1078"/>
                  </a:lnTo>
                  <a:lnTo>
                    <a:pt x="1930" y="3236"/>
                  </a:lnTo>
                  <a:lnTo>
                    <a:pt x="0" y="2157"/>
                  </a:lnTo>
                  <a:lnTo>
                    <a:pt x="0" y="0"/>
                  </a:lnTo>
                  <a:close/>
                </a:path>
              </a:pathLst>
            </a:custGeom>
            <a:solidFill>
              <a:schemeClr val="accent2">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33" name="Freeform 13">
              <a:extLst>
                <a:ext uri="{FF2B5EF4-FFF2-40B4-BE49-F238E27FC236}">
                  <a16:creationId xmlns:a16="http://schemas.microsoft.com/office/drawing/2014/main" id="{9968E22C-4F37-6CA5-AF4B-350396826EA4}"/>
                </a:ext>
              </a:extLst>
            </p:cNvPr>
            <p:cNvSpPr>
              <a:spLocks/>
            </p:cNvSpPr>
            <p:nvPr/>
          </p:nvSpPr>
          <p:spPr bwMode="auto">
            <a:xfrm>
              <a:off x="6094165" y="1721539"/>
              <a:ext cx="952716" cy="1596574"/>
            </a:xfrm>
            <a:custGeom>
              <a:avLst/>
              <a:gdLst>
                <a:gd name="T0" fmla="*/ 1931 w 1931"/>
                <a:gd name="T1" fmla="*/ 0 h 3236"/>
                <a:gd name="T2" fmla="*/ 1931 w 1931"/>
                <a:gd name="T3" fmla="*/ 2157 h 3236"/>
                <a:gd name="T4" fmla="*/ 0 w 1931"/>
                <a:gd name="T5" fmla="*/ 3236 h 3236"/>
                <a:gd name="T6" fmla="*/ 0 w 1931"/>
                <a:gd name="T7" fmla="*/ 1078 h 3236"/>
                <a:gd name="T8" fmla="*/ 1931 w 1931"/>
                <a:gd name="T9" fmla="*/ 0 h 3236"/>
              </a:gdLst>
              <a:ahLst/>
              <a:cxnLst>
                <a:cxn ang="0">
                  <a:pos x="T0" y="T1"/>
                </a:cxn>
                <a:cxn ang="0">
                  <a:pos x="T2" y="T3"/>
                </a:cxn>
                <a:cxn ang="0">
                  <a:pos x="T4" y="T5"/>
                </a:cxn>
                <a:cxn ang="0">
                  <a:pos x="T6" y="T7"/>
                </a:cxn>
                <a:cxn ang="0">
                  <a:pos x="T8" y="T9"/>
                </a:cxn>
              </a:cxnLst>
              <a:rect l="0" t="0" r="r" b="b"/>
              <a:pathLst>
                <a:path w="1931" h="3236">
                  <a:moveTo>
                    <a:pt x="1931" y="0"/>
                  </a:moveTo>
                  <a:lnTo>
                    <a:pt x="1931" y="2157"/>
                  </a:lnTo>
                  <a:lnTo>
                    <a:pt x="0" y="3236"/>
                  </a:lnTo>
                  <a:lnTo>
                    <a:pt x="0" y="1078"/>
                  </a:lnTo>
                  <a:lnTo>
                    <a:pt x="1931" y="0"/>
                  </a:lnTo>
                  <a:close/>
                </a:path>
              </a:pathLst>
            </a:custGeom>
            <a:solidFill>
              <a:schemeClr val="accent2">
                <a:lumMod val="60000"/>
                <a:lumOff val="4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34" name="Freeform 14">
              <a:extLst>
                <a:ext uri="{FF2B5EF4-FFF2-40B4-BE49-F238E27FC236}">
                  <a16:creationId xmlns:a16="http://schemas.microsoft.com/office/drawing/2014/main" id="{089014A2-5234-6FF0-C3E9-7F4384229EAA}"/>
                </a:ext>
              </a:extLst>
            </p:cNvPr>
            <p:cNvSpPr>
              <a:spLocks/>
            </p:cNvSpPr>
            <p:nvPr/>
          </p:nvSpPr>
          <p:spPr bwMode="auto">
            <a:xfrm>
              <a:off x="5141943" y="1196752"/>
              <a:ext cx="1904938" cy="1064219"/>
            </a:xfrm>
            <a:custGeom>
              <a:avLst/>
              <a:gdLst>
                <a:gd name="T0" fmla="*/ 1930 w 3861"/>
                <a:gd name="T1" fmla="*/ 0 h 2157"/>
                <a:gd name="T2" fmla="*/ 3861 w 3861"/>
                <a:gd name="T3" fmla="*/ 1079 h 2157"/>
                <a:gd name="T4" fmla="*/ 1930 w 3861"/>
                <a:gd name="T5" fmla="*/ 2157 h 2157"/>
                <a:gd name="T6" fmla="*/ 0 w 3861"/>
                <a:gd name="T7" fmla="*/ 1079 h 2157"/>
                <a:gd name="T8" fmla="*/ 1930 w 3861"/>
                <a:gd name="T9" fmla="*/ 0 h 2157"/>
              </a:gdLst>
              <a:ahLst/>
              <a:cxnLst>
                <a:cxn ang="0">
                  <a:pos x="T0" y="T1"/>
                </a:cxn>
                <a:cxn ang="0">
                  <a:pos x="T2" y="T3"/>
                </a:cxn>
                <a:cxn ang="0">
                  <a:pos x="T4" y="T5"/>
                </a:cxn>
                <a:cxn ang="0">
                  <a:pos x="T6" y="T7"/>
                </a:cxn>
                <a:cxn ang="0">
                  <a:pos x="T8" y="T9"/>
                </a:cxn>
              </a:cxnLst>
              <a:rect l="0" t="0" r="r" b="b"/>
              <a:pathLst>
                <a:path w="3861" h="2157">
                  <a:moveTo>
                    <a:pt x="1930" y="0"/>
                  </a:moveTo>
                  <a:lnTo>
                    <a:pt x="3861" y="1079"/>
                  </a:lnTo>
                  <a:lnTo>
                    <a:pt x="1930" y="2157"/>
                  </a:lnTo>
                  <a:lnTo>
                    <a:pt x="0" y="1079"/>
                  </a:lnTo>
                  <a:lnTo>
                    <a:pt x="193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grpSp>
      <p:grpSp>
        <p:nvGrpSpPr>
          <p:cNvPr id="35" name="Group 34">
            <a:extLst>
              <a:ext uri="{FF2B5EF4-FFF2-40B4-BE49-F238E27FC236}">
                <a16:creationId xmlns:a16="http://schemas.microsoft.com/office/drawing/2014/main" id="{61D4A35B-49F4-814B-B4B3-B4D7DB4A9ACB}"/>
              </a:ext>
            </a:extLst>
          </p:cNvPr>
          <p:cNvGrpSpPr/>
          <p:nvPr/>
        </p:nvGrpSpPr>
        <p:grpSpPr>
          <a:xfrm rot="16200000">
            <a:off x="8448017" y="2490641"/>
            <a:ext cx="1494834" cy="1664663"/>
            <a:chOff x="5141943" y="1196752"/>
            <a:chExt cx="1904938" cy="2121361"/>
          </a:xfrm>
        </p:grpSpPr>
        <p:sp>
          <p:nvSpPr>
            <p:cNvPr id="36" name="Freeform 12">
              <a:extLst>
                <a:ext uri="{FF2B5EF4-FFF2-40B4-BE49-F238E27FC236}">
                  <a16:creationId xmlns:a16="http://schemas.microsoft.com/office/drawing/2014/main" id="{E47CF273-262E-B121-44B7-51C076594EF1}"/>
                </a:ext>
              </a:extLst>
            </p:cNvPr>
            <p:cNvSpPr>
              <a:spLocks/>
            </p:cNvSpPr>
            <p:nvPr/>
          </p:nvSpPr>
          <p:spPr bwMode="auto">
            <a:xfrm>
              <a:off x="5141943" y="1721539"/>
              <a:ext cx="952222" cy="1596574"/>
            </a:xfrm>
            <a:custGeom>
              <a:avLst/>
              <a:gdLst>
                <a:gd name="T0" fmla="*/ 0 w 1930"/>
                <a:gd name="T1" fmla="*/ 0 h 3236"/>
                <a:gd name="T2" fmla="*/ 1930 w 1930"/>
                <a:gd name="T3" fmla="*/ 1078 h 3236"/>
                <a:gd name="T4" fmla="*/ 1930 w 1930"/>
                <a:gd name="T5" fmla="*/ 3236 h 3236"/>
                <a:gd name="T6" fmla="*/ 0 w 1930"/>
                <a:gd name="T7" fmla="*/ 2157 h 3236"/>
                <a:gd name="T8" fmla="*/ 0 w 1930"/>
                <a:gd name="T9" fmla="*/ 0 h 3236"/>
              </a:gdLst>
              <a:ahLst/>
              <a:cxnLst>
                <a:cxn ang="0">
                  <a:pos x="T0" y="T1"/>
                </a:cxn>
                <a:cxn ang="0">
                  <a:pos x="T2" y="T3"/>
                </a:cxn>
                <a:cxn ang="0">
                  <a:pos x="T4" y="T5"/>
                </a:cxn>
                <a:cxn ang="0">
                  <a:pos x="T6" y="T7"/>
                </a:cxn>
                <a:cxn ang="0">
                  <a:pos x="T8" y="T9"/>
                </a:cxn>
              </a:cxnLst>
              <a:rect l="0" t="0" r="r" b="b"/>
              <a:pathLst>
                <a:path w="1930" h="3236">
                  <a:moveTo>
                    <a:pt x="0" y="0"/>
                  </a:moveTo>
                  <a:lnTo>
                    <a:pt x="1930" y="1078"/>
                  </a:lnTo>
                  <a:lnTo>
                    <a:pt x="1930" y="3236"/>
                  </a:lnTo>
                  <a:lnTo>
                    <a:pt x="0" y="2157"/>
                  </a:lnTo>
                  <a:lnTo>
                    <a:pt x="0" y="0"/>
                  </a:lnTo>
                  <a:close/>
                </a:path>
              </a:pathLst>
            </a:custGeom>
            <a:solidFill>
              <a:schemeClr val="accent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37" name="Freeform 13">
              <a:extLst>
                <a:ext uri="{FF2B5EF4-FFF2-40B4-BE49-F238E27FC236}">
                  <a16:creationId xmlns:a16="http://schemas.microsoft.com/office/drawing/2014/main" id="{4866D036-4C0D-D363-619E-DB2A4A98A3BC}"/>
                </a:ext>
              </a:extLst>
            </p:cNvPr>
            <p:cNvSpPr>
              <a:spLocks/>
            </p:cNvSpPr>
            <p:nvPr/>
          </p:nvSpPr>
          <p:spPr bwMode="auto">
            <a:xfrm>
              <a:off x="6094165" y="1721539"/>
              <a:ext cx="952716" cy="1596574"/>
            </a:xfrm>
            <a:custGeom>
              <a:avLst/>
              <a:gdLst>
                <a:gd name="T0" fmla="*/ 1931 w 1931"/>
                <a:gd name="T1" fmla="*/ 0 h 3236"/>
                <a:gd name="T2" fmla="*/ 1931 w 1931"/>
                <a:gd name="T3" fmla="*/ 2157 h 3236"/>
                <a:gd name="T4" fmla="*/ 0 w 1931"/>
                <a:gd name="T5" fmla="*/ 3236 h 3236"/>
                <a:gd name="T6" fmla="*/ 0 w 1931"/>
                <a:gd name="T7" fmla="*/ 1078 h 3236"/>
                <a:gd name="T8" fmla="*/ 1931 w 1931"/>
                <a:gd name="T9" fmla="*/ 0 h 3236"/>
              </a:gdLst>
              <a:ahLst/>
              <a:cxnLst>
                <a:cxn ang="0">
                  <a:pos x="T0" y="T1"/>
                </a:cxn>
                <a:cxn ang="0">
                  <a:pos x="T2" y="T3"/>
                </a:cxn>
                <a:cxn ang="0">
                  <a:pos x="T4" y="T5"/>
                </a:cxn>
                <a:cxn ang="0">
                  <a:pos x="T6" y="T7"/>
                </a:cxn>
                <a:cxn ang="0">
                  <a:pos x="T8" y="T9"/>
                </a:cxn>
              </a:cxnLst>
              <a:rect l="0" t="0" r="r" b="b"/>
              <a:pathLst>
                <a:path w="1931" h="3236">
                  <a:moveTo>
                    <a:pt x="1931" y="0"/>
                  </a:moveTo>
                  <a:lnTo>
                    <a:pt x="1931" y="2157"/>
                  </a:lnTo>
                  <a:lnTo>
                    <a:pt x="0" y="3236"/>
                  </a:lnTo>
                  <a:lnTo>
                    <a:pt x="0" y="1078"/>
                  </a:lnTo>
                  <a:lnTo>
                    <a:pt x="1931" y="0"/>
                  </a:lnTo>
                  <a:close/>
                </a:path>
              </a:pathLst>
            </a:custGeom>
            <a:solidFill>
              <a:schemeClr val="accent1">
                <a:lumMod val="60000"/>
                <a:lumOff val="4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sp>
          <p:nvSpPr>
            <p:cNvPr id="38" name="Freeform 14">
              <a:extLst>
                <a:ext uri="{FF2B5EF4-FFF2-40B4-BE49-F238E27FC236}">
                  <a16:creationId xmlns:a16="http://schemas.microsoft.com/office/drawing/2014/main" id="{0DEECB2A-73C7-5E52-1814-10EB8837A41D}"/>
                </a:ext>
              </a:extLst>
            </p:cNvPr>
            <p:cNvSpPr>
              <a:spLocks/>
            </p:cNvSpPr>
            <p:nvPr/>
          </p:nvSpPr>
          <p:spPr bwMode="auto">
            <a:xfrm>
              <a:off x="5141943" y="1196752"/>
              <a:ext cx="1904938" cy="1064219"/>
            </a:xfrm>
            <a:custGeom>
              <a:avLst/>
              <a:gdLst>
                <a:gd name="T0" fmla="*/ 1930 w 3861"/>
                <a:gd name="T1" fmla="*/ 0 h 2157"/>
                <a:gd name="T2" fmla="*/ 3861 w 3861"/>
                <a:gd name="T3" fmla="*/ 1079 h 2157"/>
                <a:gd name="T4" fmla="*/ 1930 w 3861"/>
                <a:gd name="T5" fmla="*/ 2157 h 2157"/>
                <a:gd name="T6" fmla="*/ 0 w 3861"/>
                <a:gd name="T7" fmla="*/ 1079 h 2157"/>
                <a:gd name="T8" fmla="*/ 1930 w 3861"/>
                <a:gd name="T9" fmla="*/ 0 h 2157"/>
              </a:gdLst>
              <a:ahLst/>
              <a:cxnLst>
                <a:cxn ang="0">
                  <a:pos x="T0" y="T1"/>
                </a:cxn>
                <a:cxn ang="0">
                  <a:pos x="T2" y="T3"/>
                </a:cxn>
                <a:cxn ang="0">
                  <a:pos x="T4" y="T5"/>
                </a:cxn>
                <a:cxn ang="0">
                  <a:pos x="T6" y="T7"/>
                </a:cxn>
                <a:cxn ang="0">
                  <a:pos x="T8" y="T9"/>
                </a:cxn>
              </a:cxnLst>
              <a:rect l="0" t="0" r="r" b="b"/>
              <a:pathLst>
                <a:path w="3861" h="2157">
                  <a:moveTo>
                    <a:pt x="1930" y="0"/>
                  </a:moveTo>
                  <a:lnTo>
                    <a:pt x="3861" y="1079"/>
                  </a:lnTo>
                  <a:lnTo>
                    <a:pt x="1930" y="2157"/>
                  </a:lnTo>
                  <a:lnTo>
                    <a:pt x="0" y="1079"/>
                  </a:lnTo>
                  <a:lnTo>
                    <a:pt x="193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87"/>
              <a:endParaRPr lang="en-IN" sz="2400">
                <a:solidFill>
                  <a:prstClr val="black"/>
                </a:solidFill>
                <a:latin typeface="Segoe UI"/>
              </a:endParaRPr>
            </a:p>
          </p:txBody>
        </p:sp>
      </p:grpSp>
      <p:grpSp>
        <p:nvGrpSpPr>
          <p:cNvPr id="3" name="Group 2">
            <a:extLst>
              <a:ext uri="{FF2B5EF4-FFF2-40B4-BE49-F238E27FC236}">
                <a16:creationId xmlns:a16="http://schemas.microsoft.com/office/drawing/2014/main" id="{914FF549-BE32-636D-E14D-873C8C99C7A7}"/>
              </a:ext>
            </a:extLst>
          </p:cNvPr>
          <p:cNvGrpSpPr/>
          <p:nvPr/>
        </p:nvGrpSpPr>
        <p:grpSpPr>
          <a:xfrm>
            <a:off x="903271" y="1388978"/>
            <a:ext cx="2100595" cy="788688"/>
            <a:chOff x="3635847" y="2227598"/>
            <a:chExt cx="1494252" cy="788688"/>
          </a:xfrm>
        </p:grpSpPr>
        <p:sp>
          <p:nvSpPr>
            <p:cNvPr id="4" name="TextBox 3">
              <a:extLst>
                <a:ext uri="{FF2B5EF4-FFF2-40B4-BE49-F238E27FC236}">
                  <a16:creationId xmlns:a16="http://schemas.microsoft.com/office/drawing/2014/main" id="{15A52A3A-8B8F-70D4-2518-4331DB551D6B}"/>
                </a:ext>
              </a:extLst>
            </p:cNvPr>
            <p:cNvSpPr txBox="1"/>
            <p:nvPr/>
          </p:nvSpPr>
          <p:spPr>
            <a:xfrm flipH="1">
              <a:off x="3635847" y="2566783"/>
              <a:ext cx="1494252" cy="449503"/>
            </a:xfrm>
            <a:prstGeom prst="rect">
              <a:avLst/>
            </a:prstGeom>
            <a:noFill/>
          </p:spPr>
          <p:txBody>
            <a:bodyPr wrap="square" lIns="0" tIns="0" rIns="0" bIns="0" rtlCol="0" anchor="t">
              <a:noAutofit/>
            </a:bodyPr>
            <a:lstStyle/>
            <a:p>
              <a:pPr algn="r" defTabSz="1218987"/>
              <a:r>
                <a:rPr lang="en-US" sz="1200">
                  <a:solidFill>
                    <a:prstClr val="black">
                      <a:lumMod val="85000"/>
                      <a:lumOff val="15000"/>
                    </a:prstClr>
                  </a:solidFill>
                  <a:latin typeface="Segoe UI"/>
                </a:rPr>
                <a:t>This is a sample text. Insert your desired text here. </a:t>
              </a:r>
              <a:endParaRPr lang="en-IN" sz="1200">
                <a:solidFill>
                  <a:prstClr val="black">
                    <a:lumMod val="85000"/>
                    <a:lumOff val="15000"/>
                  </a:prstClr>
                </a:solidFill>
                <a:latin typeface="Segoe UI"/>
              </a:endParaRPr>
            </a:p>
          </p:txBody>
        </p:sp>
        <p:sp>
          <p:nvSpPr>
            <p:cNvPr id="5" name="TextBox 4">
              <a:extLst>
                <a:ext uri="{FF2B5EF4-FFF2-40B4-BE49-F238E27FC236}">
                  <a16:creationId xmlns:a16="http://schemas.microsoft.com/office/drawing/2014/main" id="{E277B698-7739-731B-52DD-9CD1BB5AB3CD}"/>
                </a:ext>
              </a:extLst>
            </p:cNvPr>
            <p:cNvSpPr txBox="1"/>
            <p:nvPr/>
          </p:nvSpPr>
          <p:spPr>
            <a:xfrm flipH="1">
              <a:off x="3657837" y="2227598"/>
              <a:ext cx="1472262" cy="261257"/>
            </a:xfrm>
            <a:prstGeom prst="rect">
              <a:avLst/>
            </a:prstGeom>
            <a:noFill/>
          </p:spPr>
          <p:txBody>
            <a:bodyPr wrap="square" lIns="0" tIns="0" rIns="0" bIns="0" rtlCol="0" anchor="ctr">
              <a:noAutofit/>
            </a:bodyPr>
            <a:lstStyle/>
            <a:p>
              <a:pPr algn="r" defTabSz="1218987"/>
              <a:r>
                <a:rPr lang="en-US" sz="1600" b="1">
                  <a:solidFill>
                    <a:prstClr val="black">
                      <a:lumMod val="85000"/>
                      <a:lumOff val="15000"/>
                    </a:prstClr>
                  </a:solidFill>
                  <a:latin typeface="Segoe UI"/>
                </a:rPr>
                <a:t>Placeholder</a:t>
              </a:r>
              <a:endParaRPr lang="en-IN" sz="1600" b="1">
                <a:solidFill>
                  <a:prstClr val="black">
                    <a:lumMod val="85000"/>
                    <a:lumOff val="15000"/>
                  </a:prstClr>
                </a:solidFill>
                <a:latin typeface="Segoe UI"/>
              </a:endParaRPr>
            </a:p>
          </p:txBody>
        </p:sp>
      </p:grpSp>
      <p:cxnSp>
        <p:nvCxnSpPr>
          <p:cNvPr id="15" name="Straight Connector 14">
            <a:extLst>
              <a:ext uri="{FF2B5EF4-FFF2-40B4-BE49-F238E27FC236}">
                <a16:creationId xmlns:a16="http://schemas.microsoft.com/office/drawing/2014/main" id="{0EDFCF96-87FA-00E8-EEE4-476A18D45330}"/>
              </a:ext>
            </a:extLst>
          </p:cNvPr>
          <p:cNvCxnSpPr>
            <a:cxnSpLocks/>
          </p:cNvCxnSpPr>
          <p:nvPr/>
        </p:nvCxnSpPr>
        <p:spPr>
          <a:xfrm>
            <a:off x="3030465" y="2210638"/>
            <a:ext cx="0" cy="9947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55784D2C-0E55-28D1-00F9-EABB4400C918}"/>
              </a:ext>
            </a:extLst>
          </p:cNvPr>
          <p:cNvGrpSpPr/>
          <p:nvPr/>
        </p:nvGrpSpPr>
        <p:grpSpPr>
          <a:xfrm>
            <a:off x="2154289" y="5445274"/>
            <a:ext cx="2100595" cy="788688"/>
            <a:chOff x="2137140" y="5405082"/>
            <a:chExt cx="2100595" cy="788688"/>
          </a:xfrm>
        </p:grpSpPr>
        <p:sp>
          <p:nvSpPr>
            <p:cNvPr id="57" name="TextBox 56">
              <a:extLst>
                <a:ext uri="{FF2B5EF4-FFF2-40B4-BE49-F238E27FC236}">
                  <a16:creationId xmlns:a16="http://schemas.microsoft.com/office/drawing/2014/main" id="{E82DA36D-26BD-0AD3-C5F7-ED48CA5151AA}"/>
                </a:ext>
              </a:extLst>
            </p:cNvPr>
            <p:cNvSpPr txBox="1"/>
            <p:nvPr/>
          </p:nvSpPr>
          <p:spPr>
            <a:xfrm flipH="1">
              <a:off x="2137140" y="5744267"/>
              <a:ext cx="2100595" cy="449503"/>
            </a:xfrm>
            <a:prstGeom prst="rect">
              <a:avLst/>
            </a:prstGeom>
            <a:noFill/>
          </p:spPr>
          <p:txBody>
            <a:bodyPr wrap="square" lIns="0" tIns="0" rIns="0" bIns="0" rtlCol="0" anchor="t">
              <a:noAutofit/>
            </a:bodyPr>
            <a:lstStyle/>
            <a:p>
              <a:pPr algn="r" defTabSz="1218987"/>
              <a:r>
                <a:rPr lang="en-US" sz="1200">
                  <a:solidFill>
                    <a:prstClr val="black">
                      <a:lumMod val="85000"/>
                      <a:lumOff val="15000"/>
                    </a:prstClr>
                  </a:solidFill>
                  <a:latin typeface="Segoe UI"/>
                </a:rPr>
                <a:t>This is a sample text. Insert your desired text here. </a:t>
              </a:r>
              <a:endParaRPr lang="en-IN" sz="1200">
                <a:solidFill>
                  <a:prstClr val="black">
                    <a:lumMod val="85000"/>
                    <a:lumOff val="15000"/>
                  </a:prstClr>
                </a:solidFill>
                <a:latin typeface="Segoe UI"/>
              </a:endParaRPr>
            </a:p>
          </p:txBody>
        </p:sp>
        <p:sp>
          <p:nvSpPr>
            <p:cNvPr id="58" name="TextBox 57">
              <a:extLst>
                <a:ext uri="{FF2B5EF4-FFF2-40B4-BE49-F238E27FC236}">
                  <a16:creationId xmlns:a16="http://schemas.microsoft.com/office/drawing/2014/main" id="{272D2C29-4EB8-1263-F470-8D9E4DED91EA}"/>
                </a:ext>
              </a:extLst>
            </p:cNvPr>
            <p:cNvSpPr txBox="1"/>
            <p:nvPr/>
          </p:nvSpPr>
          <p:spPr>
            <a:xfrm flipH="1">
              <a:off x="2168053" y="5405082"/>
              <a:ext cx="2069682" cy="261257"/>
            </a:xfrm>
            <a:prstGeom prst="rect">
              <a:avLst/>
            </a:prstGeom>
            <a:noFill/>
          </p:spPr>
          <p:txBody>
            <a:bodyPr wrap="square" lIns="0" tIns="0" rIns="0" bIns="0" rtlCol="0" anchor="ctr">
              <a:noAutofit/>
            </a:bodyPr>
            <a:lstStyle/>
            <a:p>
              <a:pPr algn="r" defTabSz="1218987"/>
              <a:r>
                <a:rPr lang="en-US" sz="1600" b="1">
                  <a:solidFill>
                    <a:prstClr val="black">
                      <a:lumMod val="85000"/>
                      <a:lumOff val="15000"/>
                    </a:prstClr>
                  </a:solidFill>
                  <a:latin typeface="Segoe UI"/>
                </a:rPr>
                <a:t>Placeholder</a:t>
              </a:r>
              <a:endParaRPr lang="en-IN" sz="1600" b="1">
                <a:solidFill>
                  <a:prstClr val="black">
                    <a:lumMod val="85000"/>
                    <a:lumOff val="15000"/>
                  </a:prstClr>
                </a:solidFill>
                <a:latin typeface="Segoe UI"/>
              </a:endParaRPr>
            </a:p>
          </p:txBody>
        </p:sp>
      </p:grpSp>
      <p:grpSp>
        <p:nvGrpSpPr>
          <p:cNvPr id="59" name="Group 58">
            <a:extLst>
              <a:ext uri="{FF2B5EF4-FFF2-40B4-BE49-F238E27FC236}">
                <a16:creationId xmlns:a16="http://schemas.microsoft.com/office/drawing/2014/main" id="{C706342C-5DF6-1618-EC8E-32092AA6C774}"/>
              </a:ext>
            </a:extLst>
          </p:cNvPr>
          <p:cNvGrpSpPr/>
          <p:nvPr/>
        </p:nvGrpSpPr>
        <p:grpSpPr>
          <a:xfrm>
            <a:off x="5475271" y="1388978"/>
            <a:ext cx="2100595" cy="788688"/>
            <a:chOff x="3635847" y="2227598"/>
            <a:chExt cx="1494252" cy="788688"/>
          </a:xfrm>
        </p:grpSpPr>
        <p:sp>
          <p:nvSpPr>
            <p:cNvPr id="60" name="TextBox 59">
              <a:extLst>
                <a:ext uri="{FF2B5EF4-FFF2-40B4-BE49-F238E27FC236}">
                  <a16:creationId xmlns:a16="http://schemas.microsoft.com/office/drawing/2014/main" id="{B034CAC1-533F-DE17-F01B-8D489177A9DC}"/>
                </a:ext>
              </a:extLst>
            </p:cNvPr>
            <p:cNvSpPr txBox="1"/>
            <p:nvPr/>
          </p:nvSpPr>
          <p:spPr>
            <a:xfrm flipH="1">
              <a:off x="3635847" y="2566783"/>
              <a:ext cx="1494252" cy="449503"/>
            </a:xfrm>
            <a:prstGeom prst="rect">
              <a:avLst/>
            </a:prstGeom>
            <a:noFill/>
          </p:spPr>
          <p:txBody>
            <a:bodyPr wrap="square" lIns="0" tIns="0" rIns="0" bIns="0" rtlCol="0" anchor="t">
              <a:noAutofit/>
            </a:bodyPr>
            <a:lstStyle/>
            <a:p>
              <a:pPr defTabSz="1218987"/>
              <a:r>
                <a:rPr lang="en-US" sz="1200">
                  <a:solidFill>
                    <a:prstClr val="black">
                      <a:lumMod val="85000"/>
                      <a:lumOff val="15000"/>
                    </a:prstClr>
                  </a:solidFill>
                  <a:latin typeface="Segoe UI"/>
                </a:rPr>
                <a:t>This is a sample text. Insert your desired text here. </a:t>
              </a:r>
              <a:endParaRPr lang="en-IN" sz="1200">
                <a:solidFill>
                  <a:prstClr val="black">
                    <a:lumMod val="85000"/>
                    <a:lumOff val="15000"/>
                  </a:prstClr>
                </a:solidFill>
                <a:latin typeface="Segoe UI"/>
              </a:endParaRPr>
            </a:p>
          </p:txBody>
        </p:sp>
        <p:sp>
          <p:nvSpPr>
            <p:cNvPr id="61" name="TextBox 60">
              <a:extLst>
                <a:ext uri="{FF2B5EF4-FFF2-40B4-BE49-F238E27FC236}">
                  <a16:creationId xmlns:a16="http://schemas.microsoft.com/office/drawing/2014/main" id="{7388BCB2-3CE6-A08A-E693-9E1D0A724270}"/>
                </a:ext>
              </a:extLst>
            </p:cNvPr>
            <p:cNvSpPr txBox="1"/>
            <p:nvPr/>
          </p:nvSpPr>
          <p:spPr>
            <a:xfrm flipH="1">
              <a:off x="3635847" y="2227598"/>
              <a:ext cx="1472262" cy="261257"/>
            </a:xfrm>
            <a:prstGeom prst="rect">
              <a:avLst/>
            </a:prstGeom>
            <a:noFill/>
          </p:spPr>
          <p:txBody>
            <a:bodyPr wrap="square" lIns="0" tIns="0" rIns="0" bIns="0" rtlCol="0" anchor="ctr">
              <a:noAutofit/>
            </a:bodyPr>
            <a:lstStyle/>
            <a:p>
              <a:pPr defTabSz="1218987"/>
              <a:r>
                <a:rPr lang="en-US" sz="1600" b="1">
                  <a:solidFill>
                    <a:prstClr val="black">
                      <a:lumMod val="85000"/>
                      <a:lumOff val="15000"/>
                    </a:prstClr>
                  </a:solidFill>
                  <a:latin typeface="Segoe UI"/>
                </a:rPr>
                <a:t>Placeholder</a:t>
              </a:r>
              <a:endParaRPr lang="en-IN" sz="1600" b="1">
                <a:solidFill>
                  <a:prstClr val="black">
                    <a:lumMod val="85000"/>
                    <a:lumOff val="15000"/>
                  </a:prstClr>
                </a:solidFill>
                <a:latin typeface="Segoe UI"/>
              </a:endParaRPr>
            </a:p>
          </p:txBody>
        </p:sp>
      </p:grpSp>
      <p:grpSp>
        <p:nvGrpSpPr>
          <p:cNvPr id="67" name="Group 66">
            <a:extLst>
              <a:ext uri="{FF2B5EF4-FFF2-40B4-BE49-F238E27FC236}">
                <a16:creationId xmlns:a16="http://schemas.microsoft.com/office/drawing/2014/main" id="{7244AB33-4BA2-C7E8-2ABE-402AAD03011A}"/>
              </a:ext>
            </a:extLst>
          </p:cNvPr>
          <p:cNvGrpSpPr/>
          <p:nvPr/>
        </p:nvGrpSpPr>
        <p:grpSpPr>
          <a:xfrm>
            <a:off x="6716241" y="5445274"/>
            <a:ext cx="2100595" cy="788688"/>
            <a:chOff x="2137140" y="5405082"/>
            <a:chExt cx="2100595" cy="788688"/>
          </a:xfrm>
        </p:grpSpPr>
        <p:sp>
          <p:nvSpPr>
            <p:cNvPr id="68" name="TextBox 67">
              <a:extLst>
                <a:ext uri="{FF2B5EF4-FFF2-40B4-BE49-F238E27FC236}">
                  <a16:creationId xmlns:a16="http://schemas.microsoft.com/office/drawing/2014/main" id="{5D9B0A98-DAF5-E7CC-FE2D-1FFD292E7AF0}"/>
                </a:ext>
              </a:extLst>
            </p:cNvPr>
            <p:cNvSpPr txBox="1"/>
            <p:nvPr/>
          </p:nvSpPr>
          <p:spPr>
            <a:xfrm flipH="1">
              <a:off x="2137140" y="5744267"/>
              <a:ext cx="2100595" cy="449503"/>
            </a:xfrm>
            <a:prstGeom prst="rect">
              <a:avLst/>
            </a:prstGeom>
            <a:noFill/>
          </p:spPr>
          <p:txBody>
            <a:bodyPr wrap="square" lIns="0" tIns="0" rIns="0" bIns="0" rtlCol="0" anchor="t">
              <a:noAutofit/>
            </a:bodyPr>
            <a:lstStyle/>
            <a:p>
              <a:pPr defTabSz="1218987"/>
              <a:r>
                <a:rPr lang="en-US" sz="1200">
                  <a:solidFill>
                    <a:prstClr val="black">
                      <a:lumMod val="85000"/>
                      <a:lumOff val="15000"/>
                    </a:prstClr>
                  </a:solidFill>
                  <a:latin typeface="Segoe UI"/>
                </a:rPr>
                <a:t>This is a sample text. Insert your desired text here. </a:t>
              </a:r>
              <a:endParaRPr lang="en-IN" sz="1200">
                <a:solidFill>
                  <a:prstClr val="black">
                    <a:lumMod val="85000"/>
                    <a:lumOff val="15000"/>
                  </a:prstClr>
                </a:solidFill>
                <a:latin typeface="Segoe UI"/>
              </a:endParaRPr>
            </a:p>
          </p:txBody>
        </p:sp>
        <p:sp>
          <p:nvSpPr>
            <p:cNvPr id="69" name="TextBox 68">
              <a:extLst>
                <a:ext uri="{FF2B5EF4-FFF2-40B4-BE49-F238E27FC236}">
                  <a16:creationId xmlns:a16="http://schemas.microsoft.com/office/drawing/2014/main" id="{9DC5F7A1-1891-75D8-AEF3-0D43E2F30E97}"/>
                </a:ext>
              </a:extLst>
            </p:cNvPr>
            <p:cNvSpPr txBox="1"/>
            <p:nvPr/>
          </p:nvSpPr>
          <p:spPr>
            <a:xfrm flipH="1">
              <a:off x="2137140" y="5405082"/>
              <a:ext cx="2069682" cy="261257"/>
            </a:xfrm>
            <a:prstGeom prst="rect">
              <a:avLst/>
            </a:prstGeom>
            <a:noFill/>
          </p:spPr>
          <p:txBody>
            <a:bodyPr wrap="square" lIns="0" tIns="0" rIns="0" bIns="0" rtlCol="0" anchor="ctr">
              <a:noAutofit/>
            </a:bodyPr>
            <a:lstStyle/>
            <a:p>
              <a:pPr defTabSz="1218987"/>
              <a:r>
                <a:rPr lang="en-US" sz="1600" b="1">
                  <a:solidFill>
                    <a:prstClr val="black">
                      <a:lumMod val="85000"/>
                      <a:lumOff val="15000"/>
                    </a:prstClr>
                  </a:solidFill>
                  <a:latin typeface="Segoe UI"/>
                </a:rPr>
                <a:t>Placeholder</a:t>
              </a:r>
              <a:endParaRPr lang="en-IN" sz="1600" b="1">
                <a:solidFill>
                  <a:prstClr val="black">
                    <a:lumMod val="85000"/>
                    <a:lumOff val="15000"/>
                  </a:prstClr>
                </a:solidFill>
                <a:latin typeface="Segoe UI"/>
              </a:endParaRPr>
            </a:p>
          </p:txBody>
        </p:sp>
      </p:grpSp>
      <p:grpSp>
        <p:nvGrpSpPr>
          <p:cNvPr id="70" name="Group 69">
            <a:extLst>
              <a:ext uri="{FF2B5EF4-FFF2-40B4-BE49-F238E27FC236}">
                <a16:creationId xmlns:a16="http://schemas.microsoft.com/office/drawing/2014/main" id="{32135AE0-885C-A4E2-E8A9-BDC6780F9F66}"/>
              </a:ext>
            </a:extLst>
          </p:cNvPr>
          <p:cNvGrpSpPr/>
          <p:nvPr/>
        </p:nvGrpSpPr>
        <p:grpSpPr>
          <a:xfrm>
            <a:off x="7967262" y="1388978"/>
            <a:ext cx="2100595" cy="788688"/>
            <a:chOff x="3635847" y="2227598"/>
            <a:chExt cx="1494252" cy="788688"/>
          </a:xfrm>
        </p:grpSpPr>
        <p:sp>
          <p:nvSpPr>
            <p:cNvPr id="71" name="TextBox 70">
              <a:extLst>
                <a:ext uri="{FF2B5EF4-FFF2-40B4-BE49-F238E27FC236}">
                  <a16:creationId xmlns:a16="http://schemas.microsoft.com/office/drawing/2014/main" id="{F1CA020E-2105-3BA1-AD18-C06E3482A181}"/>
                </a:ext>
              </a:extLst>
            </p:cNvPr>
            <p:cNvSpPr txBox="1"/>
            <p:nvPr/>
          </p:nvSpPr>
          <p:spPr>
            <a:xfrm flipH="1">
              <a:off x="3635847" y="2566783"/>
              <a:ext cx="1494252" cy="449503"/>
            </a:xfrm>
            <a:prstGeom prst="rect">
              <a:avLst/>
            </a:prstGeom>
            <a:noFill/>
          </p:spPr>
          <p:txBody>
            <a:bodyPr wrap="square" lIns="0" tIns="0" rIns="0" bIns="0" rtlCol="0" anchor="t">
              <a:noAutofit/>
            </a:bodyPr>
            <a:lstStyle/>
            <a:p>
              <a:pPr defTabSz="1218987"/>
              <a:r>
                <a:rPr lang="en-US" sz="1200">
                  <a:solidFill>
                    <a:prstClr val="black">
                      <a:lumMod val="85000"/>
                      <a:lumOff val="15000"/>
                    </a:prstClr>
                  </a:solidFill>
                  <a:latin typeface="Segoe UI"/>
                </a:rPr>
                <a:t>This is a sample text. Insert your desired text here. </a:t>
              </a:r>
              <a:endParaRPr lang="en-IN" sz="1200">
                <a:solidFill>
                  <a:prstClr val="black">
                    <a:lumMod val="85000"/>
                    <a:lumOff val="15000"/>
                  </a:prstClr>
                </a:solidFill>
                <a:latin typeface="Segoe UI"/>
              </a:endParaRPr>
            </a:p>
          </p:txBody>
        </p:sp>
        <p:sp>
          <p:nvSpPr>
            <p:cNvPr id="72" name="TextBox 71">
              <a:extLst>
                <a:ext uri="{FF2B5EF4-FFF2-40B4-BE49-F238E27FC236}">
                  <a16:creationId xmlns:a16="http://schemas.microsoft.com/office/drawing/2014/main" id="{76223C42-B73B-1557-4433-E5DC3EEE88F3}"/>
                </a:ext>
              </a:extLst>
            </p:cNvPr>
            <p:cNvSpPr txBox="1"/>
            <p:nvPr/>
          </p:nvSpPr>
          <p:spPr>
            <a:xfrm flipH="1">
              <a:off x="3635847" y="2227598"/>
              <a:ext cx="1472262" cy="261257"/>
            </a:xfrm>
            <a:prstGeom prst="rect">
              <a:avLst/>
            </a:prstGeom>
            <a:noFill/>
          </p:spPr>
          <p:txBody>
            <a:bodyPr wrap="square" lIns="0" tIns="0" rIns="0" bIns="0" rtlCol="0" anchor="ctr">
              <a:noAutofit/>
            </a:bodyPr>
            <a:lstStyle/>
            <a:p>
              <a:pPr defTabSz="1218987"/>
              <a:r>
                <a:rPr lang="en-US" sz="1600" b="1">
                  <a:solidFill>
                    <a:prstClr val="black">
                      <a:lumMod val="85000"/>
                      <a:lumOff val="15000"/>
                    </a:prstClr>
                  </a:solidFill>
                  <a:latin typeface="Segoe UI"/>
                </a:rPr>
                <a:t>Placeholder</a:t>
              </a:r>
              <a:endParaRPr lang="en-IN" sz="1600" b="1">
                <a:solidFill>
                  <a:prstClr val="black">
                    <a:lumMod val="85000"/>
                    <a:lumOff val="15000"/>
                  </a:prstClr>
                </a:solidFill>
                <a:latin typeface="Segoe UI"/>
              </a:endParaRPr>
            </a:p>
          </p:txBody>
        </p:sp>
      </p:grpSp>
      <p:grpSp>
        <p:nvGrpSpPr>
          <p:cNvPr id="74" name="Group 73">
            <a:extLst>
              <a:ext uri="{FF2B5EF4-FFF2-40B4-BE49-F238E27FC236}">
                <a16:creationId xmlns:a16="http://schemas.microsoft.com/office/drawing/2014/main" id="{CD8E9B97-B1E0-F1CF-79D8-75B9E272255C}"/>
              </a:ext>
            </a:extLst>
          </p:cNvPr>
          <p:cNvGrpSpPr/>
          <p:nvPr/>
        </p:nvGrpSpPr>
        <p:grpSpPr>
          <a:xfrm>
            <a:off x="9188136" y="5445274"/>
            <a:ext cx="2100595" cy="788688"/>
            <a:chOff x="2137140" y="5405082"/>
            <a:chExt cx="2100595" cy="788688"/>
          </a:xfrm>
        </p:grpSpPr>
        <p:sp>
          <p:nvSpPr>
            <p:cNvPr id="75" name="TextBox 74">
              <a:extLst>
                <a:ext uri="{FF2B5EF4-FFF2-40B4-BE49-F238E27FC236}">
                  <a16:creationId xmlns:a16="http://schemas.microsoft.com/office/drawing/2014/main" id="{ECDBDE31-5967-499A-A971-2AC84AE1080D}"/>
                </a:ext>
              </a:extLst>
            </p:cNvPr>
            <p:cNvSpPr txBox="1"/>
            <p:nvPr/>
          </p:nvSpPr>
          <p:spPr>
            <a:xfrm flipH="1">
              <a:off x="2137140" y="5744267"/>
              <a:ext cx="2100595" cy="449503"/>
            </a:xfrm>
            <a:prstGeom prst="rect">
              <a:avLst/>
            </a:prstGeom>
            <a:noFill/>
          </p:spPr>
          <p:txBody>
            <a:bodyPr wrap="square" lIns="0" tIns="0" rIns="0" bIns="0" rtlCol="0" anchor="t">
              <a:noAutofit/>
            </a:bodyPr>
            <a:lstStyle/>
            <a:p>
              <a:pPr defTabSz="1218987"/>
              <a:r>
                <a:rPr lang="en-US" sz="1200">
                  <a:solidFill>
                    <a:prstClr val="black">
                      <a:lumMod val="85000"/>
                      <a:lumOff val="15000"/>
                    </a:prstClr>
                  </a:solidFill>
                  <a:latin typeface="Segoe UI"/>
                </a:rPr>
                <a:t>This is a sample text. Insert your desired text here. </a:t>
              </a:r>
              <a:endParaRPr lang="en-IN" sz="1200">
                <a:solidFill>
                  <a:prstClr val="black">
                    <a:lumMod val="85000"/>
                    <a:lumOff val="15000"/>
                  </a:prstClr>
                </a:solidFill>
                <a:latin typeface="Segoe UI"/>
              </a:endParaRPr>
            </a:p>
          </p:txBody>
        </p:sp>
        <p:sp>
          <p:nvSpPr>
            <p:cNvPr id="76" name="TextBox 75">
              <a:extLst>
                <a:ext uri="{FF2B5EF4-FFF2-40B4-BE49-F238E27FC236}">
                  <a16:creationId xmlns:a16="http://schemas.microsoft.com/office/drawing/2014/main" id="{FE5E9E02-0BAF-E15D-A816-F1FD9FC29387}"/>
                </a:ext>
              </a:extLst>
            </p:cNvPr>
            <p:cNvSpPr txBox="1"/>
            <p:nvPr/>
          </p:nvSpPr>
          <p:spPr>
            <a:xfrm flipH="1">
              <a:off x="2137140" y="5405082"/>
              <a:ext cx="2069682" cy="261257"/>
            </a:xfrm>
            <a:prstGeom prst="rect">
              <a:avLst/>
            </a:prstGeom>
            <a:noFill/>
          </p:spPr>
          <p:txBody>
            <a:bodyPr wrap="square" lIns="0" tIns="0" rIns="0" bIns="0" rtlCol="0" anchor="ctr">
              <a:noAutofit/>
            </a:bodyPr>
            <a:lstStyle/>
            <a:p>
              <a:pPr defTabSz="1218987"/>
              <a:r>
                <a:rPr lang="en-US" sz="1600" b="1">
                  <a:solidFill>
                    <a:prstClr val="black">
                      <a:lumMod val="85000"/>
                      <a:lumOff val="15000"/>
                    </a:prstClr>
                  </a:solidFill>
                  <a:latin typeface="Segoe UI"/>
                </a:rPr>
                <a:t>Placeholder</a:t>
              </a:r>
              <a:endParaRPr lang="en-IN" sz="1600" b="1">
                <a:solidFill>
                  <a:prstClr val="black">
                    <a:lumMod val="85000"/>
                    <a:lumOff val="15000"/>
                  </a:prstClr>
                </a:solidFill>
                <a:latin typeface="Segoe UI"/>
              </a:endParaRPr>
            </a:p>
          </p:txBody>
        </p:sp>
      </p:grpSp>
      <p:cxnSp>
        <p:nvCxnSpPr>
          <p:cNvPr id="80" name="Straight Connector 79">
            <a:extLst>
              <a:ext uri="{FF2B5EF4-FFF2-40B4-BE49-F238E27FC236}">
                <a16:creationId xmlns:a16="http://schemas.microsoft.com/office/drawing/2014/main" id="{D0C08B5A-7801-EB39-0FA6-6F0972491B4A}"/>
              </a:ext>
            </a:extLst>
          </p:cNvPr>
          <p:cNvCxnSpPr>
            <a:cxnSpLocks/>
          </p:cNvCxnSpPr>
          <p:nvPr/>
        </p:nvCxnSpPr>
        <p:spPr>
          <a:xfrm>
            <a:off x="4254883" y="4200212"/>
            <a:ext cx="0" cy="9947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B5AD465E-2620-335E-E0CA-8563F4E60F07}"/>
              </a:ext>
            </a:extLst>
          </p:cNvPr>
          <p:cNvCxnSpPr>
            <a:cxnSpLocks/>
          </p:cNvCxnSpPr>
          <p:nvPr/>
        </p:nvCxnSpPr>
        <p:spPr>
          <a:xfrm>
            <a:off x="5475270" y="2210638"/>
            <a:ext cx="0" cy="9947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071F66D7-518B-0280-AF19-2EF50E00DC69}"/>
              </a:ext>
            </a:extLst>
          </p:cNvPr>
          <p:cNvCxnSpPr>
            <a:cxnSpLocks/>
          </p:cNvCxnSpPr>
          <p:nvPr/>
        </p:nvCxnSpPr>
        <p:spPr>
          <a:xfrm>
            <a:off x="7967261" y="2210638"/>
            <a:ext cx="0" cy="9947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F55ABCC1-A5D4-F87B-A56D-289C21F02A8F}"/>
              </a:ext>
            </a:extLst>
          </p:cNvPr>
          <p:cNvCxnSpPr>
            <a:cxnSpLocks/>
          </p:cNvCxnSpPr>
          <p:nvPr/>
        </p:nvCxnSpPr>
        <p:spPr>
          <a:xfrm>
            <a:off x="6716240" y="4200211"/>
            <a:ext cx="0" cy="9947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C3F7E7DC-21D2-65FB-C074-68F12FA4BC86}"/>
              </a:ext>
            </a:extLst>
          </p:cNvPr>
          <p:cNvCxnSpPr>
            <a:cxnSpLocks/>
          </p:cNvCxnSpPr>
          <p:nvPr/>
        </p:nvCxnSpPr>
        <p:spPr>
          <a:xfrm>
            <a:off x="9188135" y="4200211"/>
            <a:ext cx="0" cy="9947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86" name="Graphic 85" descr="Binoculars with solid fill">
            <a:extLst>
              <a:ext uri="{FF2B5EF4-FFF2-40B4-BE49-F238E27FC236}">
                <a16:creationId xmlns:a16="http://schemas.microsoft.com/office/drawing/2014/main" id="{66884A0C-CC47-E6F8-2314-FD92A3BE8C47}"/>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88745" y="4277244"/>
            <a:ext cx="381142" cy="381140"/>
          </a:xfrm>
          <a:prstGeom prst="rect">
            <a:avLst/>
          </a:prstGeom>
        </p:spPr>
      </p:pic>
      <p:pic>
        <p:nvPicPr>
          <p:cNvPr id="87" name="Graphic 86" descr="Board Of Directors with solid fill">
            <a:extLst>
              <a:ext uri="{FF2B5EF4-FFF2-40B4-BE49-F238E27FC236}">
                <a16:creationId xmlns:a16="http://schemas.microsoft.com/office/drawing/2014/main" id="{3C54D1F1-2AC9-A59F-3207-667AB4E475FA}"/>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244331" y="3522848"/>
            <a:ext cx="381142" cy="381140"/>
          </a:xfrm>
          <a:prstGeom prst="rect">
            <a:avLst/>
          </a:prstGeom>
        </p:spPr>
      </p:pic>
      <p:pic>
        <p:nvPicPr>
          <p:cNvPr id="88" name="Graphic 87" descr="Chat with solid fill">
            <a:extLst>
              <a:ext uri="{FF2B5EF4-FFF2-40B4-BE49-F238E27FC236}">
                <a16:creationId xmlns:a16="http://schemas.microsoft.com/office/drawing/2014/main" id="{71279847-E1B6-C019-DCCF-05BE1925023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950822" y="4274861"/>
            <a:ext cx="381142" cy="381140"/>
          </a:xfrm>
          <a:prstGeom prst="rect">
            <a:avLst/>
          </a:prstGeom>
        </p:spPr>
      </p:pic>
      <p:pic>
        <p:nvPicPr>
          <p:cNvPr id="89" name="Graphic 88" descr="Diamond with solid fill">
            <a:extLst>
              <a:ext uri="{FF2B5EF4-FFF2-40B4-BE49-F238E27FC236}">
                <a16:creationId xmlns:a16="http://schemas.microsoft.com/office/drawing/2014/main" id="{A26BC69B-AC89-5E72-CF81-D4F7C03AF548}"/>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027389" y="4261614"/>
            <a:ext cx="381142" cy="381140"/>
          </a:xfrm>
          <a:prstGeom prst="rect">
            <a:avLst/>
          </a:prstGeom>
        </p:spPr>
      </p:pic>
      <p:pic>
        <p:nvPicPr>
          <p:cNvPr id="90" name="Graphic 89" descr="Door Open with solid fill">
            <a:extLst>
              <a:ext uri="{FF2B5EF4-FFF2-40B4-BE49-F238E27FC236}">
                <a16:creationId xmlns:a16="http://schemas.microsoft.com/office/drawing/2014/main" id="{58008247-658D-12EA-6C6F-0FE3D018ED68}"/>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744044" y="3515838"/>
            <a:ext cx="381142" cy="381140"/>
          </a:xfrm>
          <a:prstGeom prst="rect">
            <a:avLst/>
          </a:prstGeom>
        </p:spPr>
      </p:pic>
      <p:pic>
        <p:nvPicPr>
          <p:cNvPr id="91" name="Graphic 90" descr="Gears with solid fill">
            <a:extLst>
              <a:ext uri="{FF2B5EF4-FFF2-40B4-BE49-F238E27FC236}">
                <a16:creationId xmlns:a16="http://schemas.microsoft.com/office/drawing/2014/main" id="{5C92DBA2-0605-1860-A2C5-CEA4F43A9B0E}"/>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203158" y="3512540"/>
            <a:ext cx="381142" cy="381140"/>
          </a:xfrm>
          <a:prstGeom prst="rect">
            <a:avLst/>
          </a:prstGeom>
        </p:spPr>
      </p:pic>
    </p:spTree>
    <p:extLst>
      <p:ext uri="{BB962C8B-B14F-4D97-AF65-F5344CB8AC3E}">
        <p14:creationId xmlns:p14="http://schemas.microsoft.com/office/powerpoint/2010/main" val="2152964553"/>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100000">
              <a:schemeClr val="bg1"/>
            </a:gs>
          </a:gsLst>
          <a:lin ang="0" scaled="1"/>
        </a:gradFill>
        <a:effectLst/>
      </p:bgPr>
    </p:bg>
    <p:spTree>
      <p:nvGrpSpPr>
        <p:cNvPr id="1" name="">
          <a:extLst>
            <a:ext uri="{FF2B5EF4-FFF2-40B4-BE49-F238E27FC236}">
              <a16:creationId xmlns:a16="http://schemas.microsoft.com/office/drawing/2014/main" id="{02FD5017-6EF0-57A5-818A-26B58F98FA6A}"/>
            </a:ext>
          </a:extLst>
        </p:cNvPr>
        <p:cNvGrpSpPr/>
        <p:nvPr/>
      </p:nvGrpSpPr>
      <p:grpSpPr>
        <a:xfrm>
          <a:off x="0" y="0"/>
          <a:ext cx="0" cy="0"/>
          <a:chOff x="0" y="0"/>
          <a:chExt cx="0" cy="0"/>
        </a:xfrm>
      </p:grpSpPr>
      <p:sp>
        <p:nvSpPr>
          <p:cNvPr id="93" name="Oval 92">
            <a:extLst>
              <a:ext uri="{FF2B5EF4-FFF2-40B4-BE49-F238E27FC236}">
                <a16:creationId xmlns:a16="http://schemas.microsoft.com/office/drawing/2014/main" id="{5D2A28C2-98CA-4BD8-866E-36FCCC1A3235}"/>
              </a:ext>
            </a:extLst>
          </p:cNvPr>
          <p:cNvSpPr/>
          <p:nvPr/>
        </p:nvSpPr>
        <p:spPr>
          <a:xfrm rot="10800000" flipV="1">
            <a:off x="5289524" y="3534822"/>
            <a:ext cx="3754464" cy="665893"/>
          </a:xfrm>
          <a:prstGeom prst="ellipse">
            <a:avLst/>
          </a:prstGeom>
          <a:gradFill flip="none" rotWithShape="1">
            <a:gsLst>
              <a:gs pos="0">
                <a:schemeClr val="tx1">
                  <a:lumMod val="95000"/>
                  <a:lumOff val="5000"/>
                  <a:alpha val="31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4" name="Oval 93">
            <a:extLst>
              <a:ext uri="{FF2B5EF4-FFF2-40B4-BE49-F238E27FC236}">
                <a16:creationId xmlns:a16="http://schemas.microsoft.com/office/drawing/2014/main" id="{08538BF1-E93C-C61C-2F2B-1D621662BEC3}"/>
              </a:ext>
            </a:extLst>
          </p:cNvPr>
          <p:cNvSpPr/>
          <p:nvPr/>
        </p:nvSpPr>
        <p:spPr>
          <a:xfrm rot="10800000" flipV="1">
            <a:off x="3054236" y="3541230"/>
            <a:ext cx="3754464" cy="665893"/>
          </a:xfrm>
          <a:prstGeom prst="ellipse">
            <a:avLst/>
          </a:prstGeom>
          <a:gradFill flip="none" rotWithShape="1">
            <a:gsLst>
              <a:gs pos="0">
                <a:schemeClr val="tx1">
                  <a:lumMod val="95000"/>
                  <a:lumOff val="5000"/>
                  <a:alpha val="31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5" name="Oval 94">
            <a:extLst>
              <a:ext uri="{FF2B5EF4-FFF2-40B4-BE49-F238E27FC236}">
                <a16:creationId xmlns:a16="http://schemas.microsoft.com/office/drawing/2014/main" id="{0A60954D-7353-5576-C9D4-9266A191E954}"/>
              </a:ext>
            </a:extLst>
          </p:cNvPr>
          <p:cNvSpPr/>
          <p:nvPr/>
        </p:nvSpPr>
        <p:spPr>
          <a:xfrm rot="7200000" flipV="1">
            <a:off x="3657813" y="4442948"/>
            <a:ext cx="3754464" cy="665893"/>
          </a:xfrm>
          <a:prstGeom prst="ellipse">
            <a:avLst/>
          </a:prstGeom>
          <a:gradFill flip="none" rotWithShape="1">
            <a:gsLst>
              <a:gs pos="0">
                <a:schemeClr val="tx1">
                  <a:lumMod val="95000"/>
                  <a:lumOff val="5000"/>
                  <a:alpha val="31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2" name="Oval 91">
            <a:extLst>
              <a:ext uri="{FF2B5EF4-FFF2-40B4-BE49-F238E27FC236}">
                <a16:creationId xmlns:a16="http://schemas.microsoft.com/office/drawing/2014/main" id="{FAD1E598-45BD-0B0D-CE7C-54CC2840527E}"/>
              </a:ext>
            </a:extLst>
          </p:cNvPr>
          <p:cNvSpPr/>
          <p:nvPr/>
        </p:nvSpPr>
        <p:spPr>
          <a:xfrm rot="7192611" flipV="1">
            <a:off x="4691351" y="2612478"/>
            <a:ext cx="3754464" cy="665893"/>
          </a:xfrm>
          <a:prstGeom prst="ellipse">
            <a:avLst/>
          </a:prstGeom>
          <a:gradFill flip="none" rotWithShape="1">
            <a:gsLst>
              <a:gs pos="0">
                <a:schemeClr val="tx1">
                  <a:lumMod val="95000"/>
                  <a:lumOff val="5000"/>
                  <a:alpha val="31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1" name="Oval 90">
            <a:extLst>
              <a:ext uri="{FF2B5EF4-FFF2-40B4-BE49-F238E27FC236}">
                <a16:creationId xmlns:a16="http://schemas.microsoft.com/office/drawing/2014/main" id="{16A955DF-5BC5-2E13-6644-F1B76352C14B}"/>
              </a:ext>
            </a:extLst>
          </p:cNvPr>
          <p:cNvSpPr/>
          <p:nvPr/>
        </p:nvSpPr>
        <p:spPr>
          <a:xfrm rot="14348157" flipV="1">
            <a:off x="4700027" y="4415813"/>
            <a:ext cx="3754464" cy="665893"/>
          </a:xfrm>
          <a:prstGeom prst="ellipse">
            <a:avLst/>
          </a:prstGeom>
          <a:gradFill flip="none" rotWithShape="1">
            <a:gsLst>
              <a:gs pos="0">
                <a:schemeClr val="tx1">
                  <a:lumMod val="95000"/>
                  <a:lumOff val="5000"/>
                  <a:alpha val="31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0" name="Oval 89">
            <a:extLst>
              <a:ext uri="{FF2B5EF4-FFF2-40B4-BE49-F238E27FC236}">
                <a16:creationId xmlns:a16="http://schemas.microsoft.com/office/drawing/2014/main" id="{7563B77D-8F07-EC60-4E4B-D79CB90E77EC}"/>
              </a:ext>
            </a:extLst>
          </p:cNvPr>
          <p:cNvSpPr/>
          <p:nvPr/>
        </p:nvSpPr>
        <p:spPr>
          <a:xfrm rot="14348157" flipV="1">
            <a:off x="3692089" y="2592332"/>
            <a:ext cx="3754464" cy="665893"/>
          </a:xfrm>
          <a:prstGeom prst="ellipse">
            <a:avLst/>
          </a:prstGeom>
          <a:gradFill flip="none" rotWithShape="1">
            <a:gsLst>
              <a:gs pos="0">
                <a:schemeClr val="tx1">
                  <a:lumMod val="95000"/>
                  <a:lumOff val="5000"/>
                  <a:alpha val="31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86" name="Freeform: Shape 85">
            <a:extLst>
              <a:ext uri="{FF2B5EF4-FFF2-40B4-BE49-F238E27FC236}">
                <a16:creationId xmlns:a16="http://schemas.microsoft.com/office/drawing/2014/main" id="{F428E24D-7F0F-0CCD-73FB-A850A8EDE17A}"/>
              </a:ext>
            </a:extLst>
          </p:cNvPr>
          <p:cNvSpPr/>
          <p:nvPr/>
        </p:nvSpPr>
        <p:spPr>
          <a:xfrm>
            <a:off x="4625398" y="1364892"/>
            <a:ext cx="2880416" cy="2494529"/>
          </a:xfrm>
          <a:custGeom>
            <a:avLst/>
            <a:gdLst>
              <a:gd name="connsiteX0" fmla="*/ 864965 w 1729835"/>
              <a:gd name="connsiteY0" fmla="*/ 1498092 h 1498091"/>
              <a:gd name="connsiteX1" fmla="*/ 1729835 w 1729835"/>
              <a:gd name="connsiteY1" fmla="*/ 0 h 1498091"/>
              <a:gd name="connsiteX2" fmla="*/ 1729835 w 1729835"/>
              <a:gd name="connsiteY2" fmla="*/ 0 h 1498091"/>
              <a:gd name="connsiteX3" fmla="*/ 0 w 1729835"/>
              <a:gd name="connsiteY3" fmla="*/ 0 h 1498091"/>
              <a:gd name="connsiteX4" fmla="*/ 0 w 1729835"/>
              <a:gd name="connsiteY4" fmla="*/ 0 h 1498091"/>
              <a:gd name="connsiteX5" fmla="*/ 864965 w 1729835"/>
              <a:gd name="connsiteY5" fmla="*/ 1498092 h 1498091"/>
              <a:gd name="connsiteX6" fmla="*/ 864965 w 1729835"/>
              <a:gd name="connsiteY6" fmla="*/ 1498092 h 149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9835" h="1498091">
                <a:moveTo>
                  <a:pt x="864965" y="1498092"/>
                </a:moveTo>
                <a:lnTo>
                  <a:pt x="1729835" y="0"/>
                </a:lnTo>
                <a:lnTo>
                  <a:pt x="1729835" y="0"/>
                </a:lnTo>
                <a:lnTo>
                  <a:pt x="0" y="0"/>
                </a:lnTo>
                <a:lnTo>
                  <a:pt x="0" y="0"/>
                </a:lnTo>
                <a:lnTo>
                  <a:pt x="864965" y="1498092"/>
                </a:lnTo>
                <a:lnTo>
                  <a:pt x="864965" y="1498092"/>
                </a:lnTo>
                <a:close/>
              </a:path>
            </a:pathLst>
          </a:custGeom>
          <a:solidFill>
            <a:schemeClr val="bg1"/>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87" name="Freeform: Shape 86">
            <a:extLst>
              <a:ext uri="{FF2B5EF4-FFF2-40B4-BE49-F238E27FC236}">
                <a16:creationId xmlns:a16="http://schemas.microsoft.com/office/drawing/2014/main" id="{DDC9E972-3300-86B8-7E7F-ED9B0F036236}"/>
              </a:ext>
            </a:extLst>
          </p:cNvPr>
          <p:cNvSpPr/>
          <p:nvPr/>
        </p:nvSpPr>
        <p:spPr>
          <a:xfrm>
            <a:off x="6065685" y="3859421"/>
            <a:ext cx="2880256" cy="2494371"/>
          </a:xfrm>
          <a:custGeom>
            <a:avLst/>
            <a:gdLst>
              <a:gd name="connsiteX0" fmla="*/ 0 w 1729739"/>
              <a:gd name="connsiteY0" fmla="*/ 0 h 1497996"/>
              <a:gd name="connsiteX1" fmla="*/ 0 w 1729739"/>
              <a:gd name="connsiteY1" fmla="*/ 0 h 1497996"/>
              <a:gd name="connsiteX2" fmla="*/ 864870 w 1729739"/>
              <a:gd name="connsiteY2" fmla="*/ 1497997 h 1497996"/>
              <a:gd name="connsiteX3" fmla="*/ 1729740 w 1729739"/>
              <a:gd name="connsiteY3" fmla="*/ 0 h 1497996"/>
              <a:gd name="connsiteX4" fmla="*/ 0 w 1729739"/>
              <a:gd name="connsiteY4" fmla="*/ 0 h 1497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9739" h="1497996">
                <a:moveTo>
                  <a:pt x="0" y="0"/>
                </a:moveTo>
                <a:lnTo>
                  <a:pt x="0" y="0"/>
                </a:lnTo>
                <a:lnTo>
                  <a:pt x="864870" y="1497997"/>
                </a:lnTo>
                <a:lnTo>
                  <a:pt x="1729740" y="0"/>
                </a:lnTo>
                <a:lnTo>
                  <a:pt x="0" y="0"/>
                </a:lnTo>
                <a:close/>
              </a:path>
            </a:pathLst>
          </a:custGeom>
          <a:solidFill>
            <a:schemeClr val="bg1"/>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88" name="Freeform: Shape 87">
            <a:extLst>
              <a:ext uri="{FF2B5EF4-FFF2-40B4-BE49-F238E27FC236}">
                <a16:creationId xmlns:a16="http://schemas.microsoft.com/office/drawing/2014/main" id="{FAB78F8A-0B49-FD71-EC34-27782E1A9AF8}"/>
              </a:ext>
            </a:extLst>
          </p:cNvPr>
          <p:cNvSpPr/>
          <p:nvPr/>
        </p:nvSpPr>
        <p:spPr>
          <a:xfrm>
            <a:off x="3185269" y="3859421"/>
            <a:ext cx="2880416" cy="2494371"/>
          </a:xfrm>
          <a:custGeom>
            <a:avLst/>
            <a:gdLst>
              <a:gd name="connsiteX0" fmla="*/ 1729835 w 1729835"/>
              <a:gd name="connsiteY0" fmla="*/ 0 h 1497996"/>
              <a:gd name="connsiteX1" fmla="*/ 0 w 1729835"/>
              <a:gd name="connsiteY1" fmla="*/ 0 h 1497996"/>
              <a:gd name="connsiteX2" fmla="*/ 864870 w 1729835"/>
              <a:gd name="connsiteY2" fmla="*/ 1497997 h 1497996"/>
              <a:gd name="connsiteX3" fmla="*/ 1729835 w 1729835"/>
              <a:gd name="connsiteY3" fmla="*/ 0 h 1497996"/>
              <a:gd name="connsiteX4" fmla="*/ 1729835 w 1729835"/>
              <a:gd name="connsiteY4" fmla="*/ 0 h 1497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9835" h="1497996">
                <a:moveTo>
                  <a:pt x="1729835" y="0"/>
                </a:moveTo>
                <a:lnTo>
                  <a:pt x="0" y="0"/>
                </a:lnTo>
                <a:lnTo>
                  <a:pt x="864870" y="1497997"/>
                </a:lnTo>
                <a:lnTo>
                  <a:pt x="1729835" y="0"/>
                </a:lnTo>
                <a:lnTo>
                  <a:pt x="1729835" y="0"/>
                </a:lnTo>
                <a:close/>
              </a:path>
            </a:pathLst>
          </a:custGeom>
          <a:solidFill>
            <a:schemeClr val="bg1"/>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2" name="Freeform: Shape 101">
            <a:extLst>
              <a:ext uri="{FF2B5EF4-FFF2-40B4-BE49-F238E27FC236}">
                <a16:creationId xmlns:a16="http://schemas.microsoft.com/office/drawing/2014/main" id="{387CF91A-0C97-237E-8486-E56C92D20AD4}"/>
              </a:ext>
            </a:extLst>
          </p:cNvPr>
          <p:cNvSpPr/>
          <p:nvPr/>
        </p:nvSpPr>
        <p:spPr>
          <a:xfrm>
            <a:off x="4520398" y="2515432"/>
            <a:ext cx="1546192" cy="1339050"/>
          </a:xfrm>
          <a:custGeom>
            <a:avLst/>
            <a:gdLst>
              <a:gd name="connsiteX0" fmla="*/ 831696 w 1663482"/>
              <a:gd name="connsiteY0" fmla="*/ 0 h 1440627"/>
              <a:gd name="connsiteX1" fmla="*/ 0 w 1663482"/>
              <a:gd name="connsiteY1" fmla="*/ 1440628 h 1440627"/>
              <a:gd name="connsiteX2" fmla="*/ 1663483 w 1663482"/>
              <a:gd name="connsiteY2" fmla="*/ 1440628 h 1440627"/>
              <a:gd name="connsiteX3" fmla="*/ 831696 w 1663482"/>
              <a:gd name="connsiteY3" fmla="*/ 0 h 1440627"/>
            </a:gdLst>
            <a:ahLst/>
            <a:cxnLst>
              <a:cxn ang="0">
                <a:pos x="connsiteX0" y="connsiteY0"/>
              </a:cxn>
              <a:cxn ang="0">
                <a:pos x="connsiteX1" y="connsiteY1"/>
              </a:cxn>
              <a:cxn ang="0">
                <a:pos x="connsiteX2" y="connsiteY2"/>
              </a:cxn>
              <a:cxn ang="0">
                <a:pos x="connsiteX3" y="connsiteY3"/>
              </a:cxn>
            </a:cxnLst>
            <a:rect l="l" t="t" r="r" b="b"/>
            <a:pathLst>
              <a:path w="1663482" h="1440627">
                <a:moveTo>
                  <a:pt x="831696" y="0"/>
                </a:moveTo>
                <a:lnTo>
                  <a:pt x="0" y="1440628"/>
                </a:lnTo>
                <a:lnTo>
                  <a:pt x="1663483" y="1440628"/>
                </a:lnTo>
                <a:lnTo>
                  <a:pt x="831696" y="0"/>
                </a:lnTo>
                <a:close/>
              </a:path>
            </a:pathLst>
          </a:custGeom>
          <a:solidFill>
            <a:schemeClr val="accent6"/>
          </a:solidFill>
          <a:ln w="915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1" name="Freeform: Shape 100">
            <a:extLst>
              <a:ext uri="{FF2B5EF4-FFF2-40B4-BE49-F238E27FC236}">
                <a16:creationId xmlns:a16="http://schemas.microsoft.com/office/drawing/2014/main" id="{591480C3-97F3-4959-AC49-B26C71F2AD1D}"/>
              </a:ext>
            </a:extLst>
          </p:cNvPr>
          <p:cNvSpPr/>
          <p:nvPr/>
        </p:nvSpPr>
        <p:spPr>
          <a:xfrm>
            <a:off x="5293451" y="2515432"/>
            <a:ext cx="1546192" cy="1339050"/>
          </a:xfrm>
          <a:custGeom>
            <a:avLst/>
            <a:gdLst>
              <a:gd name="connsiteX0" fmla="*/ 831787 w 1663482"/>
              <a:gd name="connsiteY0" fmla="*/ 1440628 h 1440627"/>
              <a:gd name="connsiteX1" fmla="*/ 1663483 w 1663482"/>
              <a:gd name="connsiteY1" fmla="*/ 0 h 1440627"/>
              <a:gd name="connsiteX2" fmla="*/ 1663483 w 1663482"/>
              <a:gd name="connsiteY2" fmla="*/ 0 h 1440627"/>
              <a:gd name="connsiteX3" fmla="*/ 0 w 1663482"/>
              <a:gd name="connsiteY3" fmla="*/ 0 h 1440627"/>
              <a:gd name="connsiteX4" fmla="*/ 0 w 1663482"/>
              <a:gd name="connsiteY4" fmla="*/ 0 h 1440627"/>
              <a:gd name="connsiteX5" fmla="*/ 831787 w 1663482"/>
              <a:gd name="connsiteY5" fmla="*/ 1440628 h 1440627"/>
              <a:gd name="connsiteX6" fmla="*/ 831787 w 1663482"/>
              <a:gd name="connsiteY6" fmla="*/ 1440628 h 144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482" h="1440627">
                <a:moveTo>
                  <a:pt x="831787" y="1440628"/>
                </a:moveTo>
                <a:lnTo>
                  <a:pt x="1663483" y="0"/>
                </a:lnTo>
                <a:lnTo>
                  <a:pt x="1663483" y="0"/>
                </a:lnTo>
                <a:lnTo>
                  <a:pt x="0" y="0"/>
                </a:lnTo>
                <a:lnTo>
                  <a:pt x="0" y="0"/>
                </a:lnTo>
                <a:lnTo>
                  <a:pt x="831787" y="1440628"/>
                </a:lnTo>
                <a:lnTo>
                  <a:pt x="831787" y="1440628"/>
                </a:lnTo>
                <a:close/>
              </a:path>
            </a:pathLst>
          </a:custGeom>
          <a:solidFill>
            <a:schemeClr val="accent3"/>
          </a:solidFill>
          <a:ln w="915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3" name="Freeform: Shape 102">
            <a:extLst>
              <a:ext uri="{FF2B5EF4-FFF2-40B4-BE49-F238E27FC236}">
                <a16:creationId xmlns:a16="http://schemas.microsoft.com/office/drawing/2014/main" id="{EC8E6344-E6B8-0D10-E7D0-C1A0E120D89E}"/>
              </a:ext>
            </a:extLst>
          </p:cNvPr>
          <p:cNvSpPr/>
          <p:nvPr/>
        </p:nvSpPr>
        <p:spPr>
          <a:xfrm>
            <a:off x="6066591" y="2515432"/>
            <a:ext cx="1546107" cy="1339050"/>
          </a:xfrm>
          <a:custGeom>
            <a:avLst/>
            <a:gdLst>
              <a:gd name="connsiteX0" fmla="*/ 1663391 w 1663390"/>
              <a:gd name="connsiteY0" fmla="*/ 1440628 h 1440627"/>
              <a:gd name="connsiteX1" fmla="*/ 831696 w 1663390"/>
              <a:gd name="connsiteY1" fmla="*/ 0 h 1440627"/>
              <a:gd name="connsiteX2" fmla="*/ 0 w 1663390"/>
              <a:gd name="connsiteY2" fmla="*/ 1440628 h 1440627"/>
              <a:gd name="connsiteX3" fmla="*/ 1663391 w 1663390"/>
              <a:gd name="connsiteY3" fmla="*/ 1440628 h 1440627"/>
            </a:gdLst>
            <a:ahLst/>
            <a:cxnLst>
              <a:cxn ang="0">
                <a:pos x="connsiteX0" y="connsiteY0"/>
              </a:cxn>
              <a:cxn ang="0">
                <a:pos x="connsiteX1" y="connsiteY1"/>
              </a:cxn>
              <a:cxn ang="0">
                <a:pos x="connsiteX2" y="connsiteY2"/>
              </a:cxn>
              <a:cxn ang="0">
                <a:pos x="connsiteX3" y="connsiteY3"/>
              </a:cxn>
            </a:cxnLst>
            <a:rect l="l" t="t" r="r" b="b"/>
            <a:pathLst>
              <a:path w="1663390" h="1440627">
                <a:moveTo>
                  <a:pt x="1663391" y="1440628"/>
                </a:moveTo>
                <a:lnTo>
                  <a:pt x="831696" y="0"/>
                </a:lnTo>
                <a:lnTo>
                  <a:pt x="0" y="1440628"/>
                </a:lnTo>
                <a:lnTo>
                  <a:pt x="1663391" y="1440628"/>
                </a:lnTo>
                <a:close/>
              </a:path>
            </a:pathLst>
          </a:custGeom>
          <a:solidFill>
            <a:schemeClr val="accent1"/>
          </a:solidFill>
          <a:ln w="915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4" name="Freeform: Shape 103">
            <a:extLst>
              <a:ext uri="{FF2B5EF4-FFF2-40B4-BE49-F238E27FC236}">
                <a16:creationId xmlns:a16="http://schemas.microsoft.com/office/drawing/2014/main" id="{7F7DA5AF-9541-A3A3-DD5A-CB81B6451464}"/>
              </a:ext>
            </a:extLst>
          </p:cNvPr>
          <p:cNvSpPr/>
          <p:nvPr/>
        </p:nvSpPr>
        <p:spPr>
          <a:xfrm>
            <a:off x="6066591" y="3854482"/>
            <a:ext cx="1546107" cy="1338966"/>
          </a:xfrm>
          <a:custGeom>
            <a:avLst/>
            <a:gdLst>
              <a:gd name="connsiteX0" fmla="*/ 0 w 1663390"/>
              <a:gd name="connsiteY0" fmla="*/ 0 h 1440536"/>
              <a:gd name="connsiteX1" fmla="*/ 0 w 1663390"/>
              <a:gd name="connsiteY1" fmla="*/ 0 h 1440536"/>
              <a:gd name="connsiteX2" fmla="*/ 831696 w 1663390"/>
              <a:gd name="connsiteY2" fmla="*/ 1440536 h 1440536"/>
              <a:gd name="connsiteX3" fmla="*/ 1663391 w 1663390"/>
              <a:gd name="connsiteY3" fmla="*/ 0 h 1440536"/>
              <a:gd name="connsiteX4" fmla="*/ 0 w 1663390"/>
              <a:gd name="connsiteY4" fmla="*/ 0 h 1440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3390" h="1440536">
                <a:moveTo>
                  <a:pt x="0" y="0"/>
                </a:moveTo>
                <a:lnTo>
                  <a:pt x="0" y="0"/>
                </a:lnTo>
                <a:lnTo>
                  <a:pt x="831696" y="1440536"/>
                </a:lnTo>
                <a:lnTo>
                  <a:pt x="1663391" y="0"/>
                </a:lnTo>
                <a:lnTo>
                  <a:pt x="0" y="0"/>
                </a:lnTo>
                <a:close/>
              </a:path>
            </a:pathLst>
          </a:custGeom>
          <a:solidFill>
            <a:schemeClr val="accent2"/>
          </a:solidFill>
          <a:ln w="915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5" name="Freeform: Shape 104">
            <a:extLst>
              <a:ext uri="{FF2B5EF4-FFF2-40B4-BE49-F238E27FC236}">
                <a16:creationId xmlns:a16="http://schemas.microsoft.com/office/drawing/2014/main" id="{44D012BC-8A94-2002-0CFD-BCA728DDCAB0}"/>
              </a:ext>
            </a:extLst>
          </p:cNvPr>
          <p:cNvSpPr/>
          <p:nvPr/>
        </p:nvSpPr>
        <p:spPr>
          <a:xfrm>
            <a:off x="4520398" y="3854482"/>
            <a:ext cx="1546192" cy="1338966"/>
          </a:xfrm>
          <a:custGeom>
            <a:avLst/>
            <a:gdLst>
              <a:gd name="connsiteX0" fmla="*/ 1663483 w 1663482"/>
              <a:gd name="connsiteY0" fmla="*/ 0 h 1440536"/>
              <a:gd name="connsiteX1" fmla="*/ 0 w 1663482"/>
              <a:gd name="connsiteY1" fmla="*/ 0 h 1440536"/>
              <a:gd name="connsiteX2" fmla="*/ 831696 w 1663482"/>
              <a:gd name="connsiteY2" fmla="*/ 1440536 h 1440536"/>
              <a:gd name="connsiteX3" fmla="*/ 1663483 w 1663482"/>
              <a:gd name="connsiteY3" fmla="*/ 0 h 1440536"/>
              <a:gd name="connsiteX4" fmla="*/ 1663483 w 1663482"/>
              <a:gd name="connsiteY4" fmla="*/ 0 h 1440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3482" h="1440536">
                <a:moveTo>
                  <a:pt x="1663483" y="0"/>
                </a:moveTo>
                <a:lnTo>
                  <a:pt x="0" y="0"/>
                </a:lnTo>
                <a:lnTo>
                  <a:pt x="831696" y="1440536"/>
                </a:lnTo>
                <a:lnTo>
                  <a:pt x="1663483" y="0"/>
                </a:lnTo>
                <a:lnTo>
                  <a:pt x="1663483" y="0"/>
                </a:lnTo>
                <a:close/>
              </a:path>
            </a:pathLst>
          </a:custGeom>
          <a:solidFill>
            <a:schemeClr val="accent5"/>
          </a:solidFill>
          <a:ln w="915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6" name="Freeform: Shape 105">
            <a:extLst>
              <a:ext uri="{FF2B5EF4-FFF2-40B4-BE49-F238E27FC236}">
                <a16:creationId xmlns:a16="http://schemas.microsoft.com/office/drawing/2014/main" id="{FC4BD6F9-055B-557E-137D-DC4A124A860E}"/>
              </a:ext>
            </a:extLst>
          </p:cNvPr>
          <p:cNvSpPr/>
          <p:nvPr/>
        </p:nvSpPr>
        <p:spPr>
          <a:xfrm>
            <a:off x="5293451" y="3854482"/>
            <a:ext cx="1546192" cy="1338966"/>
          </a:xfrm>
          <a:custGeom>
            <a:avLst/>
            <a:gdLst>
              <a:gd name="connsiteX0" fmla="*/ 0 w 1663482"/>
              <a:gd name="connsiteY0" fmla="*/ 1440536 h 1440536"/>
              <a:gd name="connsiteX1" fmla="*/ 0 w 1663482"/>
              <a:gd name="connsiteY1" fmla="*/ 1440536 h 1440536"/>
              <a:gd name="connsiteX2" fmla="*/ 1663483 w 1663482"/>
              <a:gd name="connsiteY2" fmla="*/ 1440536 h 1440536"/>
              <a:gd name="connsiteX3" fmla="*/ 1663483 w 1663482"/>
              <a:gd name="connsiteY3" fmla="*/ 1440536 h 1440536"/>
              <a:gd name="connsiteX4" fmla="*/ 831787 w 1663482"/>
              <a:gd name="connsiteY4" fmla="*/ 0 h 1440536"/>
              <a:gd name="connsiteX5" fmla="*/ 0 w 1663482"/>
              <a:gd name="connsiteY5" fmla="*/ 1440536 h 144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3482" h="1440536">
                <a:moveTo>
                  <a:pt x="0" y="1440536"/>
                </a:moveTo>
                <a:lnTo>
                  <a:pt x="0" y="1440536"/>
                </a:lnTo>
                <a:lnTo>
                  <a:pt x="1663483" y="1440536"/>
                </a:lnTo>
                <a:lnTo>
                  <a:pt x="1663483" y="1440536"/>
                </a:lnTo>
                <a:lnTo>
                  <a:pt x="831787" y="0"/>
                </a:lnTo>
                <a:lnTo>
                  <a:pt x="0" y="1440536"/>
                </a:lnTo>
                <a:close/>
              </a:path>
            </a:pathLst>
          </a:custGeom>
          <a:solidFill>
            <a:schemeClr val="accent4"/>
          </a:solidFill>
          <a:ln w="915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32" name="Freeform: Shape 31">
            <a:extLst>
              <a:ext uri="{FF2B5EF4-FFF2-40B4-BE49-F238E27FC236}">
                <a16:creationId xmlns:a16="http://schemas.microsoft.com/office/drawing/2014/main" id="{E9AC8AAD-4509-DDA8-99FB-8F4C0BFB6C0C}"/>
              </a:ext>
            </a:extLst>
          </p:cNvPr>
          <p:cNvSpPr/>
          <p:nvPr/>
        </p:nvSpPr>
        <p:spPr>
          <a:xfrm>
            <a:off x="4819049" y="2768101"/>
            <a:ext cx="2500871" cy="2165892"/>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gradFill flip="none" rotWithShape="1">
            <a:gsLst>
              <a:gs pos="0">
                <a:schemeClr val="bg1"/>
              </a:gs>
              <a:gs pos="100000">
                <a:schemeClr val="bg1">
                  <a:lumMod val="85000"/>
                </a:schemeClr>
              </a:gs>
            </a:gsLst>
            <a:lin ang="2700000" scaled="1"/>
            <a:tileRect/>
          </a:gradFill>
          <a:ln w="127000"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33" name="TextBox 32">
            <a:extLst>
              <a:ext uri="{FF2B5EF4-FFF2-40B4-BE49-F238E27FC236}">
                <a16:creationId xmlns:a16="http://schemas.microsoft.com/office/drawing/2014/main" id="{2157CBF0-B473-87D6-B852-4199BA550058}"/>
              </a:ext>
            </a:extLst>
          </p:cNvPr>
          <p:cNvSpPr txBox="1"/>
          <p:nvPr/>
        </p:nvSpPr>
        <p:spPr>
          <a:xfrm>
            <a:off x="5093688" y="3396068"/>
            <a:ext cx="1951592" cy="909961"/>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lumMod val="85000"/>
                    <a:lumOff val="15000"/>
                  </a:prstClr>
                </a:solidFill>
                <a:effectLst/>
                <a:uLnTx/>
                <a:uFillTx/>
                <a:latin typeface="Segoe UI"/>
                <a:ea typeface="+mn-ea"/>
                <a:cs typeface="+mn-cs"/>
              </a:rPr>
              <a:t>HEXAGONAL</a:t>
            </a:r>
          </a:p>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lumMod val="85000"/>
                    <a:lumOff val="15000"/>
                  </a:prstClr>
                </a:solidFill>
                <a:effectLst/>
                <a:uLnTx/>
                <a:uFillTx/>
                <a:latin typeface="Segoe UI"/>
                <a:ea typeface="+mn-ea"/>
                <a:cs typeface="+mn-cs"/>
              </a:rPr>
              <a:t>DIAGRAM</a:t>
            </a:r>
            <a:endParaRPr kumimoji="0" lang="en-IN" sz="2000" b="1" i="0" u="none" strike="noStrike" kern="1200" cap="none" spc="0" normalizeH="0" baseline="0" noProof="0">
              <a:ln>
                <a:noFill/>
              </a:ln>
              <a:solidFill>
                <a:prstClr val="black"/>
              </a:solidFill>
              <a:effectLst/>
              <a:uLnTx/>
              <a:uFillTx/>
              <a:latin typeface="Segoe UI"/>
              <a:ea typeface="+mn-ea"/>
              <a:cs typeface="+mn-cs"/>
            </a:endParaRPr>
          </a:p>
        </p:txBody>
      </p:sp>
      <p:grpSp>
        <p:nvGrpSpPr>
          <p:cNvPr id="58" name="Group 57">
            <a:extLst>
              <a:ext uri="{FF2B5EF4-FFF2-40B4-BE49-F238E27FC236}">
                <a16:creationId xmlns:a16="http://schemas.microsoft.com/office/drawing/2014/main" id="{4036B530-541E-33F6-6222-601BBD3276A2}"/>
              </a:ext>
            </a:extLst>
          </p:cNvPr>
          <p:cNvGrpSpPr/>
          <p:nvPr/>
        </p:nvGrpSpPr>
        <p:grpSpPr>
          <a:xfrm>
            <a:off x="5349008" y="2284880"/>
            <a:ext cx="1487372" cy="135786"/>
            <a:chOff x="5294312" y="2245133"/>
            <a:chExt cx="1600200" cy="146086"/>
          </a:xfrm>
        </p:grpSpPr>
        <p:cxnSp>
          <p:nvCxnSpPr>
            <p:cNvPr id="39" name="Straight Connector 38">
              <a:extLst>
                <a:ext uri="{FF2B5EF4-FFF2-40B4-BE49-F238E27FC236}">
                  <a16:creationId xmlns:a16="http://schemas.microsoft.com/office/drawing/2014/main" id="{F5046842-8342-18EB-E61C-381D6C1F16D1}"/>
                </a:ext>
              </a:extLst>
            </p:cNvPr>
            <p:cNvCxnSpPr>
              <a:cxnSpLocks/>
            </p:cNvCxnSpPr>
            <p:nvPr/>
          </p:nvCxnSpPr>
          <p:spPr>
            <a:xfrm>
              <a:off x="5294312" y="2316394"/>
              <a:ext cx="1600200" cy="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1508CC93-0BA6-C2A0-331A-131FEE8EE196}"/>
                </a:ext>
              </a:extLst>
            </p:cNvPr>
            <p:cNvSpPr/>
            <p:nvPr/>
          </p:nvSpPr>
          <p:spPr>
            <a:xfrm>
              <a:off x="6019844" y="2245133"/>
              <a:ext cx="146086" cy="146086"/>
            </a:xfrm>
            <a:prstGeom prst="ellipse">
              <a:avLst/>
            </a:prstGeom>
            <a:solidFill>
              <a:schemeClr val="bg1"/>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65" name="Group 64">
            <a:extLst>
              <a:ext uri="{FF2B5EF4-FFF2-40B4-BE49-F238E27FC236}">
                <a16:creationId xmlns:a16="http://schemas.microsoft.com/office/drawing/2014/main" id="{36EEEBD8-2201-3614-8D72-F680A65EFA15}"/>
              </a:ext>
            </a:extLst>
          </p:cNvPr>
          <p:cNvGrpSpPr/>
          <p:nvPr/>
        </p:nvGrpSpPr>
        <p:grpSpPr>
          <a:xfrm>
            <a:off x="5349008" y="5282255"/>
            <a:ext cx="1487372" cy="135786"/>
            <a:chOff x="5294312" y="2245133"/>
            <a:chExt cx="1600200" cy="146086"/>
          </a:xfrm>
        </p:grpSpPr>
        <p:cxnSp>
          <p:nvCxnSpPr>
            <p:cNvPr id="66" name="Straight Connector 65">
              <a:extLst>
                <a:ext uri="{FF2B5EF4-FFF2-40B4-BE49-F238E27FC236}">
                  <a16:creationId xmlns:a16="http://schemas.microsoft.com/office/drawing/2014/main" id="{E4C79F67-8B31-03D5-C0AB-5DC35241C93A}"/>
                </a:ext>
              </a:extLst>
            </p:cNvPr>
            <p:cNvCxnSpPr>
              <a:cxnSpLocks/>
            </p:cNvCxnSpPr>
            <p:nvPr/>
          </p:nvCxnSpPr>
          <p:spPr>
            <a:xfrm>
              <a:off x="5294312" y="2316394"/>
              <a:ext cx="1600200" cy="0"/>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6A59737F-F318-9E52-7471-3294BD2EB767}"/>
                </a:ext>
              </a:extLst>
            </p:cNvPr>
            <p:cNvSpPr/>
            <p:nvPr/>
          </p:nvSpPr>
          <p:spPr>
            <a:xfrm>
              <a:off x="6019844" y="2245133"/>
              <a:ext cx="146086" cy="146086"/>
            </a:xfrm>
            <a:prstGeom prst="ellipse">
              <a:avLst/>
            </a:prstGeom>
            <a:solidFill>
              <a:schemeClr val="bg1"/>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70" name="Group 69">
            <a:extLst>
              <a:ext uri="{FF2B5EF4-FFF2-40B4-BE49-F238E27FC236}">
                <a16:creationId xmlns:a16="http://schemas.microsoft.com/office/drawing/2014/main" id="{A23F8137-50DA-6918-6B78-2378DBB74440}"/>
              </a:ext>
            </a:extLst>
          </p:cNvPr>
          <p:cNvGrpSpPr/>
          <p:nvPr/>
        </p:nvGrpSpPr>
        <p:grpSpPr>
          <a:xfrm rot="3600000">
            <a:off x="6649327" y="3034224"/>
            <a:ext cx="1487372" cy="135786"/>
            <a:chOff x="5294312" y="2245133"/>
            <a:chExt cx="1600200" cy="146086"/>
          </a:xfrm>
        </p:grpSpPr>
        <p:cxnSp>
          <p:nvCxnSpPr>
            <p:cNvPr id="74" name="Straight Connector 73">
              <a:extLst>
                <a:ext uri="{FF2B5EF4-FFF2-40B4-BE49-F238E27FC236}">
                  <a16:creationId xmlns:a16="http://schemas.microsoft.com/office/drawing/2014/main" id="{A3D1DE67-D1B5-55B6-0C5D-4E8190F83DBF}"/>
                </a:ext>
              </a:extLst>
            </p:cNvPr>
            <p:cNvCxnSpPr>
              <a:cxnSpLocks/>
            </p:cNvCxnSpPr>
            <p:nvPr/>
          </p:nvCxnSpPr>
          <p:spPr>
            <a:xfrm>
              <a:off x="5294312" y="2316394"/>
              <a:ext cx="1600200" cy="0"/>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38C21F15-0684-775C-6C7D-F592998FAEE4}"/>
                </a:ext>
              </a:extLst>
            </p:cNvPr>
            <p:cNvSpPr/>
            <p:nvPr/>
          </p:nvSpPr>
          <p:spPr>
            <a:xfrm>
              <a:off x="6019844" y="2245133"/>
              <a:ext cx="146086" cy="146086"/>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71" name="Group 70">
            <a:extLst>
              <a:ext uri="{FF2B5EF4-FFF2-40B4-BE49-F238E27FC236}">
                <a16:creationId xmlns:a16="http://schemas.microsoft.com/office/drawing/2014/main" id="{6C323004-FF91-94E3-13AF-0F10A42A75AA}"/>
              </a:ext>
            </a:extLst>
          </p:cNvPr>
          <p:cNvGrpSpPr/>
          <p:nvPr/>
        </p:nvGrpSpPr>
        <p:grpSpPr>
          <a:xfrm rot="3600000">
            <a:off x="4003305" y="4544500"/>
            <a:ext cx="1487372" cy="135786"/>
            <a:chOff x="5294312" y="2245133"/>
            <a:chExt cx="1600200" cy="146086"/>
          </a:xfrm>
        </p:grpSpPr>
        <p:cxnSp>
          <p:nvCxnSpPr>
            <p:cNvPr id="72" name="Straight Connector 71">
              <a:extLst>
                <a:ext uri="{FF2B5EF4-FFF2-40B4-BE49-F238E27FC236}">
                  <a16:creationId xmlns:a16="http://schemas.microsoft.com/office/drawing/2014/main" id="{AEFE88E3-78BB-3984-5B67-F7C96533A2A2}"/>
                </a:ext>
              </a:extLst>
            </p:cNvPr>
            <p:cNvCxnSpPr>
              <a:cxnSpLocks/>
            </p:cNvCxnSpPr>
            <p:nvPr/>
          </p:nvCxnSpPr>
          <p:spPr>
            <a:xfrm>
              <a:off x="5294312" y="2316394"/>
              <a:ext cx="1600200" cy="0"/>
            </a:xfrm>
            <a:prstGeom prst="line">
              <a:avLst/>
            </a:prstGeom>
            <a:ln w="25400">
              <a:solidFill>
                <a:schemeClr val="accent5"/>
              </a:solidFill>
            </a:ln>
          </p:spPr>
          <p:style>
            <a:lnRef idx="1">
              <a:schemeClr val="accent1"/>
            </a:lnRef>
            <a:fillRef idx="0">
              <a:schemeClr val="accent1"/>
            </a:fillRef>
            <a:effectRef idx="0">
              <a:schemeClr val="accent1"/>
            </a:effectRef>
            <a:fontRef idx="minor">
              <a:schemeClr val="tx1"/>
            </a:fontRef>
          </p:style>
        </p:cxnSp>
        <p:sp>
          <p:nvSpPr>
            <p:cNvPr id="73" name="Oval 72">
              <a:extLst>
                <a:ext uri="{FF2B5EF4-FFF2-40B4-BE49-F238E27FC236}">
                  <a16:creationId xmlns:a16="http://schemas.microsoft.com/office/drawing/2014/main" id="{093FC012-2341-1D7C-3A27-316573B92F85}"/>
                </a:ext>
              </a:extLst>
            </p:cNvPr>
            <p:cNvSpPr/>
            <p:nvPr/>
          </p:nvSpPr>
          <p:spPr>
            <a:xfrm>
              <a:off x="6019844" y="2245133"/>
              <a:ext cx="146086" cy="146086"/>
            </a:xfrm>
            <a:prstGeom prst="ellipse">
              <a:avLst/>
            </a:prstGeom>
            <a:solidFill>
              <a:schemeClr val="bg1"/>
            </a:solidFill>
            <a:ln>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77" name="Group 76">
            <a:extLst>
              <a:ext uri="{FF2B5EF4-FFF2-40B4-BE49-F238E27FC236}">
                <a16:creationId xmlns:a16="http://schemas.microsoft.com/office/drawing/2014/main" id="{60E6C296-AB61-BEDB-079D-34219F7D2449}"/>
              </a:ext>
            </a:extLst>
          </p:cNvPr>
          <p:cNvGrpSpPr/>
          <p:nvPr/>
        </p:nvGrpSpPr>
        <p:grpSpPr>
          <a:xfrm rot="18000000">
            <a:off x="4012478" y="3018772"/>
            <a:ext cx="1487372" cy="135786"/>
            <a:chOff x="5294312" y="2245133"/>
            <a:chExt cx="1600200" cy="146086"/>
          </a:xfrm>
        </p:grpSpPr>
        <p:cxnSp>
          <p:nvCxnSpPr>
            <p:cNvPr id="81" name="Straight Connector 80">
              <a:extLst>
                <a:ext uri="{FF2B5EF4-FFF2-40B4-BE49-F238E27FC236}">
                  <a16:creationId xmlns:a16="http://schemas.microsoft.com/office/drawing/2014/main" id="{7FAC7257-325D-F384-44C2-24853E2626BC}"/>
                </a:ext>
              </a:extLst>
            </p:cNvPr>
            <p:cNvCxnSpPr>
              <a:cxnSpLocks/>
            </p:cNvCxnSpPr>
            <p:nvPr/>
          </p:nvCxnSpPr>
          <p:spPr>
            <a:xfrm>
              <a:off x="5294312" y="2316394"/>
              <a:ext cx="1600200" cy="0"/>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21D2B82F-71F0-DA27-FB90-FE03F5A8A985}"/>
                </a:ext>
              </a:extLst>
            </p:cNvPr>
            <p:cNvSpPr/>
            <p:nvPr/>
          </p:nvSpPr>
          <p:spPr>
            <a:xfrm>
              <a:off x="6019844" y="2245133"/>
              <a:ext cx="146086" cy="146086"/>
            </a:xfrm>
            <a:prstGeom prst="ellipse">
              <a:avLst/>
            </a:prstGeom>
            <a:solidFill>
              <a:schemeClr val="bg1"/>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grpSp>
        <p:nvGrpSpPr>
          <p:cNvPr id="78" name="Group 77">
            <a:extLst>
              <a:ext uri="{FF2B5EF4-FFF2-40B4-BE49-F238E27FC236}">
                <a16:creationId xmlns:a16="http://schemas.microsoft.com/office/drawing/2014/main" id="{F4E04B4C-9AD4-FFF6-2DB6-8FE1E53D1FB9}"/>
              </a:ext>
            </a:extLst>
          </p:cNvPr>
          <p:cNvGrpSpPr/>
          <p:nvPr/>
        </p:nvGrpSpPr>
        <p:grpSpPr>
          <a:xfrm rot="18000000">
            <a:off x="6646912" y="4532912"/>
            <a:ext cx="1487372" cy="135786"/>
            <a:chOff x="5294312" y="2245133"/>
            <a:chExt cx="1600200" cy="146086"/>
          </a:xfrm>
        </p:grpSpPr>
        <p:cxnSp>
          <p:nvCxnSpPr>
            <p:cNvPr id="79" name="Straight Connector 78">
              <a:extLst>
                <a:ext uri="{FF2B5EF4-FFF2-40B4-BE49-F238E27FC236}">
                  <a16:creationId xmlns:a16="http://schemas.microsoft.com/office/drawing/2014/main" id="{EB58F23E-2F53-2F8E-791F-31314BA82DF7}"/>
                </a:ext>
              </a:extLst>
            </p:cNvPr>
            <p:cNvCxnSpPr>
              <a:cxnSpLocks/>
            </p:cNvCxnSpPr>
            <p:nvPr/>
          </p:nvCxnSpPr>
          <p:spPr>
            <a:xfrm>
              <a:off x="5294312" y="2316394"/>
              <a:ext cx="16002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60447708-093C-E3CC-5C07-E6F185E7B519}"/>
                </a:ext>
              </a:extLst>
            </p:cNvPr>
            <p:cNvSpPr/>
            <p:nvPr/>
          </p:nvSpPr>
          <p:spPr>
            <a:xfrm>
              <a:off x="6019844" y="2245133"/>
              <a:ext cx="146086" cy="146086"/>
            </a:xfrm>
            <a:prstGeom prst="ellipse">
              <a:avLst/>
            </a:prstGeom>
            <a:solidFill>
              <a:schemeClr val="bg1"/>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107" name="Isosceles Triangle 106">
            <a:extLst>
              <a:ext uri="{FF2B5EF4-FFF2-40B4-BE49-F238E27FC236}">
                <a16:creationId xmlns:a16="http://schemas.microsoft.com/office/drawing/2014/main" id="{E36D6A09-DECF-0953-640D-9C54FEFE9A6B}"/>
              </a:ext>
            </a:extLst>
          </p:cNvPr>
          <p:cNvSpPr/>
          <p:nvPr/>
        </p:nvSpPr>
        <p:spPr>
          <a:xfrm>
            <a:off x="6018949" y="2114185"/>
            <a:ext cx="149893" cy="129218"/>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08" name="Isosceles Triangle 107">
            <a:extLst>
              <a:ext uri="{FF2B5EF4-FFF2-40B4-BE49-F238E27FC236}">
                <a16:creationId xmlns:a16="http://schemas.microsoft.com/office/drawing/2014/main" id="{4A96B23E-4DF1-C28C-C0C5-F7F667674A06}"/>
              </a:ext>
            </a:extLst>
          </p:cNvPr>
          <p:cNvSpPr/>
          <p:nvPr/>
        </p:nvSpPr>
        <p:spPr>
          <a:xfrm rot="10800000">
            <a:off x="6018949" y="5467332"/>
            <a:ext cx="149893" cy="129218"/>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09" name="Isosceles Triangle 108">
            <a:extLst>
              <a:ext uri="{FF2B5EF4-FFF2-40B4-BE49-F238E27FC236}">
                <a16:creationId xmlns:a16="http://schemas.microsoft.com/office/drawing/2014/main" id="{853B87D6-A645-9C09-17C1-8D922B1FE4D0}"/>
              </a:ext>
            </a:extLst>
          </p:cNvPr>
          <p:cNvSpPr/>
          <p:nvPr/>
        </p:nvSpPr>
        <p:spPr>
          <a:xfrm rot="10800000">
            <a:off x="7461202" y="2969358"/>
            <a:ext cx="149893" cy="129218"/>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10" name="Isosceles Triangle 109">
            <a:extLst>
              <a:ext uri="{FF2B5EF4-FFF2-40B4-BE49-F238E27FC236}">
                <a16:creationId xmlns:a16="http://schemas.microsoft.com/office/drawing/2014/main" id="{467BA407-C2C0-42F0-7207-57BC2B93D2C0}"/>
              </a:ext>
            </a:extLst>
          </p:cNvPr>
          <p:cNvSpPr/>
          <p:nvPr/>
        </p:nvSpPr>
        <p:spPr>
          <a:xfrm rot="7200000">
            <a:off x="7488719" y="4630486"/>
            <a:ext cx="149893" cy="129218"/>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11" name="Isosceles Triangle 110">
            <a:extLst>
              <a:ext uri="{FF2B5EF4-FFF2-40B4-BE49-F238E27FC236}">
                <a16:creationId xmlns:a16="http://schemas.microsoft.com/office/drawing/2014/main" id="{6C91677B-3690-FE5F-48D6-18193585DFC4}"/>
              </a:ext>
            </a:extLst>
          </p:cNvPr>
          <p:cNvSpPr/>
          <p:nvPr/>
        </p:nvSpPr>
        <p:spPr>
          <a:xfrm rot="14400000">
            <a:off x="4501413" y="4641060"/>
            <a:ext cx="149893" cy="129218"/>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12" name="Isosceles Triangle 111">
            <a:extLst>
              <a:ext uri="{FF2B5EF4-FFF2-40B4-BE49-F238E27FC236}">
                <a16:creationId xmlns:a16="http://schemas.microsoft.com/office/drawing/2014/main" id="{F895A063-31F3-4385-EC49-C75EA13A7154}"/>
              </a:ext>
            </a:extLst>
          </p:cNvPr>
          <p:cNvSpPr/>
          <p:nvPr/>
        </p:nvSpPr>
        <p:spPr>
          <a:xfrm rot="18000000">
            <a:off x="4517048" y="2929827"/>
            <a:ext cx="149893" cy="129218"/>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pic>
        <p:nvPicPr>
          <p:cNvPr id="113" name="Graphic 112" descr="Magnifying glass outline">
            <a:extLst>
              <a:ext uri="{FF2B5EF4-FFF2-40B4-BE49-F238E27FC236}">
                <a16:creationId xmlns:a16="http://schemas.microsoft.com/office/drawing/2014/main" id="{277D8F21-AF58-BD03-D8C6-785C20FBF4A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887111" y="5589240"/>
            <a:ext cx="387775" cy="387774"/>
          </a:xfrm>
          <a:prstGeom prst="rect">
            <a:avLst/>
          </a:prstGeom>
        </p:spPr>
      </p:pic>
      <p:pic>
        <p:nvPicPr>
          <p:cNvPr id="114" name="Graphic 113" descr="Hourglass Finished outline">
            <a:extLst>
              <a:ext uri="{FF2B5EF4-FFF2-40B4-BE49-F238E27FC236}">
                <a16:creationId xmlns:a16="http://schemas.microsoft.com/office/drawing/2014/main" id="{092084CB-2705-273D-E39A-EBD1C63ED41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106963" y="4642152"/>
            <a:ext cx="387775" cy="387774"/>
          </a:xfrm>
          <a:prstGeom prst="rect">
            <a:avLst/>
          </a:prstGeom>
        </p:spPr>
      </p:pic>
      <p:pic>
        <p:nvPicPr>
          <p:cNvPr id="115" name="Graphic 114" descr="Gears outline">
            <a:extLst>
              <a:ext uri="{FF2B5EF4-FFF2-40B4-BE49-F238E27FC236}">
                <a16:creationId xmlns:a16="http://schemas.microsoft.com/office/drawing/2014/main" id="{348215A6-4CFE-DF3A-6C34-A4549A5396F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194314" y="2696868"/>
            <a:ext cx="387775" cy="387774"/>
          </a:xfrm>
          <a:prstGeom prst="rect">
            <a:avLst/>
          </a:prstGeom>
        </p:spPr>
      </p:pic>
      <p:pic>
        <p:nvPicPr>
          <p:cNvPr id="116" name="Graphic 115" descr="Lights On outline">
            <a:extLst>
              <a:ext uri="{FF2B5EF4-FFF2-40B4-BE49-F238E27FC236}">
                <a16:creationId xmlns:a16="http://schemas.microsoft.com/office/drawing/2014/main" id="{D469E09E-AF75-C655-97CB-DEBCB65F46F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639442" y="2677910"/>
            <a:ext cx="387775" cy="387774"/>
          </a:xfrm>
          <a:prstGeom prst="rect">
            <a:avLst/>
          </a:prstGeom>
        </p:spPr>
      </p:pic>
      <p:pic>
        <p:nvPicPr>
          <p:cNvPr id="117" name="Graphic 116" descr="Advertising outline">
            <a:extLst>
              <a:ext uri="{FF2B5EF4-FFF2-40B4-BE49-F238E27FC236}">
                <a16:creationId xmlns:a16="http://schemas.microsoft.com/office/drawing/2014/main" id="{5D667D43-3CCB-C996-5F60-16C25B99CD22}"/>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7651839" y="4642152"/>
            <a:ext cx="387775" cy="387774"/>
          </a:xfrm>
          <a:prstGeom prst="rect">
            <a:avLst/>
          </a:prstGeom>
        </p:spPr>
      </p:pic>
      <p:pic>
        <p:nvPicPr>
          <p:cNvPr id="118" name="Graphic 117" descr="Bank outline">
            <a:extLst>
              <a:ext uri="{FF2B5EF4-FFF2-40B4-BE49-F238E27FC236}">
                <a16:creationId xmlns:a16="http://schemas.microsoft.com/office/drawing/2014/main" id="{95817F03-4BA6-9DD4-4272-81382C6EE08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899852" y="1691850"/>
            <a:ext cx="387775" cy="387774"/>
          </a:xfrm>
          <a:prstGeom prst="rect">
            <a:avLst/>
          </a:prstGeom>
        </p:spPr>
      </p:pic>
      <p:sp>
        <p:nvSpPr>
          <p:cNvPr id="120" name="TextBox 119">
            <a:extLst>
              <a:ext uri="{FF2B5EF4-FFF2-40B4-BE49-F238E27FC236}">
                <a16:creationId xmlns:a16="http://schemas.microsoft.com/office/drawing/2014/main" id="{688EE447-820D-D044-DDE0-8D652FBC33B1}"/>
              </a:ext>
            </a:extLst>
          </p:cNvPr>
          <p:cNvSpPr txBox="1"/>
          <p:nvPr/>
        </p:nvSpPr>
        <p:spPr>
          <a:xfrm>
            <a:off x="4855497" y="1199881"/>
            <a:ext cx="2469653" cy="423954"/>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121" name="TextBox 120">
            <a:extLst>
              <a:ext uri="{FF2B5EF4-FFF2-40B4-BE49-F238E27FC236}">
                <a16:creationId xmlns:a16="http://schemas.microsoft.com/office/drawing/2014/main" id="{5CB42184-F407-5C5D-5047-AF87AF746C63}"/>
              </a:ext>
            </a:extLst>
          </p:cNvPr>
          <p:cNvSpPr txBox="1"/>
          <p:nvPr/>
        </p:nvSpPr>
        <p:spPr>
          <a:xfrm>
            <a:off x="8334521" y="2298451"/>
            <a:ext cx="1746544" cy="723984"/>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122" name="TextBox 121">
            <a:extLst>
              <a:ext uri="{FF2B5EF4-FFF2-40B4-BE49-F238E27FC236}">
                <a16:creationId xmlns:a16="http://schemas.microsoft.com/office/drawing/2014/main" id="{60A53A94-0284-3656-319A-22F341B805EC}"/>
              </a:ext>
            </a:extLst>
          </p:cNvPr>
          <p:cNvSpPr txBox="1"/>
          <p:nvPr/>
        </p:nvSpPr>
        <p:spPr>
          <a:xfrm>
            <a:off x="8334521" y="4556229"/>
            <a:ext cx="1746544" cy="723984"/>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123" name="TextBox 122">
            <a:extLst>
              <a:ext uri="{FF2B5EF4-FFF2-40B4-BE49-F238E27FC236}">
                <a16:creationId xmlns:a16="http://schemas.microsoft.com/office/drawing/2014/main" id="{59B46D79-4A64-9C9A-96B5-9DC6286B4972}"/>
              </a:ext>
            </a:extLst>
          </p:cNvPr>
          <p:cNvSpPr txBox="1"/>
          <p:nvPr/>
        </p:nvSpPr>
        <p:spPr>
          <a:xfrm>
            <a:off x="2103054" y="2298451"/>
            <a:ext cx="1746544" cy="723984"/>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124" name="TextBox 123">
            <a:extLst>
              <a:ext uri="{FF2B5EF4-FFF2-40B4-BE49-F238E27FC236}">
                <a16:creationId xmlns:a16="http://schemas.microsoft.com/office/drawing/2014/main" id="{2AB23B17-70B4-DB7E-0EBF-AED059049967}"/>
              </a:ext>
            </a:extLst>
          </p:cNvPr>
          <p:cNvSpPr txBox="1"/>
          <p:nvPr/>
        </p:nvSpPr>
        <p:spPr>
          <a:xfrm>
            <a:off x="2103054" y="4556229"/>
            <a:ext cx="1746544" cy="723984"/>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125" name="TextBox 124">
            <a:extLst>
              <a:ext uri="{FF2B5EF4-FFF2-40B4-BE49-F238E27FC236}">
                <a16:creationId xmlns:a16="http://schemas.microsoft.com/office/drawing/2014/main" id="{8E986200-8F8E-06E5-E89B-98301AFC04A1}"/>
              </a:ext>
            </a:extLst>
          </p:cNvPr>
          <p:cNvSpPr txBox="1"/>
          <p:nvPr/>
        </p:nvSpPr>
        <p:spPr>
          <a:xfrm>
            <a:off x="4855497" y="6024593"/>
            <a:ext cx="2469653" cy="423954"/>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Tree>
    <p:extLst>
      <p:ext uri="{BB962C8B-B14F-4D97-AF65-F5344CB8AC3E}">
        <p14:creationId xmlns:p14="http://schemas.microsoft.com/office/powerpoint/2010/main" val="14446062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100000">
              <a:schemeClr val="bg1">
                <a:lumMod val="95000"/>
              </a:schemeClr>
            </a:gs>
          </a:gsLst>
          <a:lin ang="0" scaled="1"/>
        </a:gradFill>
        <a:effectLst/>
      </p:bgPr>
    </p:bg>
    <p:spTree>
      <p:nvGrpSpPr>
        <p:cNvPr id="1" name="">
          <a:extLst>
            <a:ext uri="{FF2B5EF4-FFF2-40B4-BE49-F238E27FC236}">
              <a16:creationId xmlns:a16="http://schemas.microsoft.com/office/drawing/2014/main" id="{E82124DA-9888-7549-4C4C-4A2CB176D8D5}"/>
            </a:ext>
          </a:extLst>
        </p:cNvPr>
        <p:cNvGrpSpPr/>
        <p:nvPr/>
      </p:nvGrpSpPr>
      <p:grpSpPr>
        <a:xfrm>
          <a:off x="0" y="0"/>
          <a:ext cx="0" cy="0"/>
          <a:chOff x="0" y="0"/>
          <a:chExt cx="0" cy="0"/>
        </a:xfrm>
      </p:grpSpPr>
      <p:sp>
        <p:nvSpPr>
          <p:cNvPr id="15" name="Freeform: Shape 14">
            <a:extLst>
              <a:ext uri="{FF2B5EF4-FFF2-40B4-BE49-F238E27FC236}">
                <a16:creationId xmlns:a16="http://schemas.microsoft.com/office/drawing/2014/main" id="{5D24320C-2277-E503-6D1D-E3F8FE3853E2}"/>
              </a:ext>
            </a:extLst>
          </p:cNvPr>
          <p:cNvSpPr/>
          <p:nvPr/>
        </p:nvSpPr>
        <p:spPr>
          <a:xfrm>
            <a:off x="4863873" y="2858314"/>
            <a:ext cx="3216249" cy="2785449"/>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solidFill>
            <a:schemeClr val="tx1">
              <a:alpha val="30000"/>
            </a:schemeClr>
          </a:solidFill>
          <a:ln w="127000" cap="flat">
            <a:noFill/>
            <a:prstDash val="solid"/>
            <a:miter/>
          </a:ln>
          <a:effectLst>
            <a:softEdge rad="609600"/>
          </a:effectLst>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2" name="Freeform: Shape 11">
            <a:extLst>
              <a:ext uri="{FF2B5EF4-FFF2-40B4-BE49-F238E27FC236}">
                <a16:creationId xmlns:a16="http://schemas.microsoft.com/office/drawing/2014/main" id="{EA62FE03-08AC-2404-C325-7FC9DD27C5EB}"/>
              </a:ext>
            </a:extLst>
          </p:cNvPr>
          <p:cNvSpPr/>
          <p:nvPr/>
        </p:nvSpPr>
        <p:spPr>
          <a:xfrm>
            <a:off x="4450028" y="2414610"/>
            <a:ext cx="3313711" cy="2869784"/>
          </a:xfrm>
          <a:custGeom>
            <a:avLst/>
            <a:gdLst>
              <a:gd name="connsiteX0" fmla="*/ 3159310 w 4212380"/>
              <a:gd name="connsiteY0" fmla="*/ 0 h 3648063"/>
              <a:gd name="connsiteX1" fmla="*/ 1053071 w 4212380"/>
              <a:gd name="connsiteY1" fmla="*/ 0 h 3648063"/>
              <a:gd name="connsiteX2" fmla="*/ 0 w 4212380"/>
              <a:gd name="connsiteY2" fmla="*/ 1824032 h 3648063"/>
              <a:gd name="connsiteX3" fmla="*/ 1053071 w 4212380"/>
              <a:gd name="connsiteY3" fmla="*/ 3648064 h 3648063"/>
              <a:gd name="connsiteX4" fmla="*/ 3159310 w 4212380"/>
              <a:gd name="connsiteY4" fmla="*/ 3648064 h 3648063"/>
              <a:gd name="connsiteX5" fmla="*/ 4212381 w 4212380"/>
              <a:gd name="connsiteY5" fmla="*/ 1824032 h 3648063"/>
              <a:gd name="connsiteX6" fmla="*/ 3159310 w 4212380"/>
              <a:gd name="connsiteY6" fmla="*/ 0 h 36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12380" h="3648063">
                <a:moveTo>
                  <a:pt x="3159310" y="0"/>
                </a:moveTo>
                <a:lnTo>
                  <a:pt x="1053071" y="0"/>
                </a:lnTo>
                <a:lnTo>
                  <a:pt x="0" y="1824032"/>
                </a:lnTo>
                <a:lnTo>
                  <a:pt x="1053071" y="3648064"/>
                </a:lnTo>
                <a:lnTo>
                  <a:pt x="3159310" y="3648064"/>
                </a:lnTo>
                <a:lnTo>
                  <a:pt x="4212381" y="1824032"/>
                </a:lnTo>
                <a:lnTo>
                  <a:pt x="3159310" y="0"/>
                </a:lnTo>
                <a:close/>
              </a:path>
            </a:pathLst>
          </a:custGeom>
          <a:noFill/>
          <a:ln w="19362" cap="flat">
            <a:solidFill>
              <a:srgbClr val="C6C6C6"/>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8" name="Freeform: Shape 7">
            <a:extLst>
              <a:ext uri="{FF2B5EF4-FFF2-40B4-BE49-F238E27FC236}">
                <a16:creationId xmlns:a16="http://schemas.microsoft.com/office/drawing/2014/main" id="{5C597F3A-350A-4EC0-2117-C79FD1E74F9A}"/>
              </a:ext>
            </a:extLst>
          </p:cNvPr>
          <p:cNvSpPr/>
          <p:nvPr/>
        </p:nvSpPr>
        <p:spPr>
          <a:xfrm>
            <a:off x="3846733" y="3849503"/>
            <a:ext cx="4520302" cy="7407"/>
          </a:xfrm>
          <a:custGeom>
            <a:avLst/>
            <a:gdLst>
              <a:gd name="connsiteX0" fmla="*/ 0 w 5911632"/>
              <a:gd name="connsiteY0" fmla="*/ 0 h 9687"/>
              <a:gd name="connsiteX1" fmla="*/ 5911633 w 5911632"/>
              <a:gd name="connsiteY1" fmla="*/ 0 h 9687"/>
            </a:gdLst>
            <a:ahLst/>
            <a:cxnLst>
              <a:cxn ang="0">
                <a:pos x="connsiteX0" y="connsiteY0"/>
              </a:cxn>
              <a:cxn ang="0">
                <a:pos x="connsiteX1" y="connsiteY1"/>
              </a:cxn>
            </a:cxnLst>
            <a:rect l="l" t="t" r="r" b="b"/>
            <a:pathLst>
              <a:path w="5911632" h="9687">
                <a:moveTo>
                  <a:pt x="0" y="0"/>
                </a:moveTo>
                <a:lnTo>
                  <a:pt x="5911633" y="0"/>
                </a:lnTo>
              </a:path>
            </a:pathLst>
          </a:custGeom>
          <a:ln w="25400" cap="flat">
            <a:solidFill>
              <a:schemeClr val="accent4"/>
            </a:solidFill>
            <a:prstDash val="solid"/>
            <a:miter/>
            <a:headEnd type="oval" w="lg" len="lg"/>
            <a:tailEnd type="oval" w="lg" len="lg"/>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9" name="Freeform: Shape 8">
            <a:extLst>
              <a:ext uri="{FF2B5EF4-FFF2-40B4-BE49-F238E27FC236}">
                <a16:creationId xmlns:a16="http://schemas.microsoft.com/office/drawing/2014/main" id="{829EDFA7-1EE6-DE41-9BF0-13D2EA5C7A85}"/>
              </a:ext>
            </a:extLst>
          </p:cNvPr>
          <p:cNvSpPr/>
          <p:nvPr/>
        </p:nvSpPr>
        <p:spPr>
          <a:xfrm>
            <a:off x="4976789" y="1892143"/>
            <a:ext cx="2260188" cy="3914716"/>
          </a:xfrm>
          <a:custGeom>
            <a:avLst/>
            <a:gdLst>
              <a:gd name="connsiteX0" fmla="*/ 0 w 2955864"/>
              <a:gd name="connsiteY0" fmla="*/ 0 h 5119650"/>
              <a:gd name="connsiteX1" fmla="*/ 2955865 w 2955864"/>
              <a:gd name="connsiteY1" fmla="*/ 5119651 h 5119650"/>
            </a:gdLst>
            <a:ahLst/>
            <a:cxnLst>
              <a:cxn ang="0">
                <a:pos x="connsiteX0" y="connsiteY0"/>
              </a:cxn>
              <a:cxn ang="0">
                <a:pos x="connsiteX1" y="connsiteY1"/>
              </a:cxn>
            </a:cxnLst>
            <a:rect l="l" t="t" r="r" b="b"/>
            <a:pathLst>
              <a:path w="2955864" h="5119650">
                <a:moveTo>
                  <a:pt x="0" y="0"/>
                </a:moveTo>
                <a:lnTo>
                  <a:pt x="2955865" y="5119651"/>
                </a:lnTo>
              </a:path>
            </a:pathLst>
          </a:custGeom>
          <a:ln w="25400" cap="flat">
            <a:solidFill>
              <a:schemeClr val="accent5"/>
            </a:solidFill>
            <a:prstDash val="solid"/>
            <a:miter/>
            <a:headEnd type="oval" w="lg" len="lg"/>
            <a:tailEnd type="oval" w="lg" len="lg"/>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 name="Freeform: Shape 9">
            <a:extLst>
              <a:ext uri="{FF2B5EF4-FFF2-40B4-BE49-F238E27FC236}">
                <a16:creationId xmlns:a16="http://schemas.microsoft.com/office/drawing/2014/main" id="{86210930-667F-979C-8E5F-72A0E4BC4479}"/>
              </a:ext>
            </a:extLst>
          </p:cNvPr>
          <p:cNvSpPr/>
          <p:nvPr/>
        </p:nvSpPr>
        <p:spPr>
          <a:xfrm>
            <a:off x="4976789" y="1892143"/>
            <a:ext cx="2260188" cy="3914716"/>
          </a:xfrm>
          <a:custGeom>
            <a:avLst/>
            <a:gdLst>
              <a:gd name="connsiteX0" fmla="*/ 2955865 w 2955864"/>
              <a:gd name="connsiteY0" fmla="*/ 0 h 5119650"/>
              <a:gd name="connsiteX1" fmla="*/ 0 w 2955864"/>
              <a:gd name="connsiteY1" fmla="*/ 5119651 h 5119650"/>
            </a:gdLst>
            <a:ahLst/>
            <a:cxnLst>
              <a:cxn ang="0">
                <a:pos x="connsiteX0" y="connsiteY0"/>
              </a:cxn>
              <a:cxn ang="0">
                <a:pos x="connsiteX1" y="connsiteY1"/>
              </a:cxn>
            </a:cxnLst>
            <a:rect l="l" t="t" r="r" b="b"/>
            <a:pathLst>
              <a:path w="2955864" h="5119650">
                <a:moveTo>
                  <a:pt x="2955865" y="0"/>
                </a:moveTo>
                <a:lnTo>
                  <a:pt x="0" y="5119651"/>
                </a:lnTo>
              </a:path>
            </a:pathLst>
          </a:custGeom>
          <a:ln w="25400" cap="flat">
            <a:solidFill>
              <a:schemeClr val="accent1"/>
            </a:solidFill>
            <a:prstDash val="solid"/>
            <a:miter/>
            <a:headEnd type="oval" w="lg" len="lg"/>
            <a:tailEnd type="oval" w="lg" len="lg"/>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3" name="Freeform: Shape 12">
            <a:extLst>
              <a:ext uri="{FF2B5EF4-FFF2-40B4-BE49-F238E27FC236}">
                <a16:creationId xmlns:a16="http://schemas.microsoft.com/office/drawing/2014/main" id="{EF41DC19-6272-77BD-4540-8BC0F7B24640}"/>
              </a:ext>
            </a:extLst>
          </p:cNvPr>
          <p:cNvSpPr/>
          <p:nvPr/>
        </p:nvSpPr>
        <p:spPr>
          <a:xfrm>
            <a:off x="4622859" y="2585881"/>
            <a:ext cx="2918108" cy="2527243"/>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gradFill flip="none" rotWithShape="1">
            <a:gsLst>
              <a:gs pos="0">
                <a:schemeClr val="bg1"/>
              </a:gs>
              <a:gs pos="100000">
                <a:schemeClr val="bg1">
                  <a:lumMod val="85000"/>
                </a:schemeClr>
              </a:gs>
            </a:gsLst>
            <a:lin ang="13500000" scaled="1"/>
            <a:tileRect/>
          </a:gradFill>
          <a:ln w="127000"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 name="Freeform: Shape 10">
            <a:extLst>
              <a:ext uri="{FF2B5EF4-FFF2-40B4-BE49-F238E27FC236}">
                <a16:creationId xmlns:a16="http://schemas.microsoft.com/office/drawing/2014/main" id="{FB4478F7-6FBE-7634-8FAC-B312F3B0BC72}"/>
              </a:ext>
            </a:extLst>
          </p:cNvPr>
          <p:cNvSpPr/>
          <p:nvPr/>
        </p:nvSpPr>
        <p:spPr>
          <a:xfrm>
            <a:off x="4736623" y="2684407"/>
            <a:ext cx="2690580" cy="2330191"/>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gradFill flip="none" rotWithShape="1">
            <a:gsLst>
              <a:gs pos="0">
                <a:schemeClr val="bg1"/>
              </a:gs>
              <a:gs pos="100000">
                <a:schemeClr val="bg1">
                  <a:lumMod val="85000"/>
                </a:schemeClr>
              </a:gs>
            </a:gsLst>
            <a:lin ang="2700000" scaled="1"/>
            <a:tileRect/>
          </a:gradFill>
          <a:ln w="127000"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6" name="TextBox 15">
            <a:extLst>
              <a:ext uri="{FF2B5EF4-FFF2-40B4-BE49-F238E27FC236}">
                <a16:creationId xmlns:a16="http://schemas.microsoft.com/office/drawing/2014/main" id="{38605E53-8F08-BA69-64A1-D0B4DBC88497}"/>
              </a:ext>
            </a:extLst>
          </p:cNvPr>
          <p:cNvSpPr txBox="1"/>
          <p:nvPr/>
        </p:nvSpPr>
        <p:spPr>
          <a:xfrm>
            <a:off x="5032096" y="3360008"/>
            <a:ext cx="2099634" cy="978988"/>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lumMod val="85000"/>
                    <a:lumOff val="15000"/>
                  </a:prstClr>
                </a:solidFill>
                <a:effectLst/>
                <a:uLnTx/>
                <a:uFillTx/>
                <a:latin typeface="Segoe UI"/>
                <a:ea typeface="+mn-ea"/>
                <a:cs typeface="+mn-cs"/>
              </a:rPr>
              <a:t>HEXAGONAL</a:t>
            </a:r>
          </a:p>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lumMod val="85000"/>
                    <a:lumOff val="15000"/>
                  </a:prstClr>
                </a:solidFill>
                <a:effectLst/>
                <a:uLnTx/>
                <a:uFillTx/>
                <a:latin typeface="Segoe UI"/>
                <a:ea typeface="+mn-ea"/>
                <a:cs typeface="+mn-cs"/>
              </a:rPr>
              <a:t>DIAGRAM</a:t>
            </a:r>
            <a:endParaRPr kumimoji="0" lang="en-IN" sz="2000" b="1" i="0" u="none" strike="noStrike" kern="1200" cap="none" spc="0" normalizeH="0" baseline="0" noProof="0">
              <a:ln>
                <a:noFill/>
              </a:ln>
              <a:solidFill>
                <a:prstClr val="black"/>
              </a:solidFill>
              <a:effectLst/>
              <a:uLnTx/>
              <a:uFillTx/>
              <a:latin typeface="Segoe UI"/>
              <a:ea typeface="+mn-ea"/>
              <a:cs typeface="+mn-cs"/>
            </a:endParaRPr>
          </a:p>
        </p:txBody>
      </p:sp>
      <p:grpSp>
        <p:nvGrpSpPr>
          <p:cNvPr id="17" name="Group 16">
            <a:extLst>
              <a:ext uri="{FF2B5EF4-FFF2-40B4-BE49-F238E27FC236}">
                <a16:creationId xmlns:a16="http://schemas.microsoft.com/office/drawing/2014/main" id="{08D191F5-DB7C-176B-9D04-7EBA2DCEEEC5}"/>
              </a:ext>
            </a:extLst>
          </p:cNvPr>
          <p:cNvGrpSpPr/>
          <p:nvPr/>
        </p:nvGrpSpPr>
        <p:grpSpPr>
          <a:xfrm>
            <a:off x="9003188" y="3441708"/>
            <a:ext cx="2469653" cy="804116"/>
            <a:chOff x="1003061" y="1786066"/>
            <a:chExt cx="1832720" cy="749969"/>
          </a:xfrm>
        </p:grpSpPr>
        <p:sp>
          <p:nvSpPr>
            <p:cNvPr id="18" name="TextBox 17">
              <a:extLst>
                <a:ext uri="{FF2B5EF4-FFF2-40B4-BE49-F238E27FC236}">
                  <a16:creationId xmlns:a16="http://schemas.microsoft.com/office/drawing/2014/main" id="{10C908FE-DD9C-5C3C-01EF-5F301309EE3A}"/>
                </a:ext>
              </a:extLst>
            </p:cNvPr>
            <p:cNvSpPr txBox="1"/>
            <p:nvPr/>
          </p:nvSpPr>
          <p:spPr>
            <a:xfrm>
              <a:off x="1003061" y="2140629"/>
              <a:ext cx="1832720" cy="39540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19" name="TextBox 18">
              <a:extLst>
                <a:ext uri="{FF2B5EF4-FFF2-40B4-BE49-F238E27FC236}">
                  <a16:creationId xmlns:a16="http://schemas.microsoft.com/office/drawing/2014/main" id="{6F99A02F-D426-F6E7-8930-7D2276C39725}"/>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26" name="Group 25">
            <a:extLst>
              <a:ext uri="{FF2B5EF4-FFF2-40B4-BE49-F238E27FC236}">
                <a16:creationId xmlns:a16="http://schemas.microsoft.com/office/drawing/2014/main" id="{04313E14-D6E9-0AFC-E954-816CEDF6C58E}"/>
              </a:ext>
            </a:extLst>
          </p:cNvPr>
          <p:cNvGrpSpPr/>
          <p:nvPr/>
        </p:nvGrpSpPr>
        <p:grpSpPr>
          <a:xfrm>
            <a:off x="7979933" y="5519516"/>
            <a:ext cx="2469653" cy="804116"/>
            <a:chOff x="1003061" y="1786066"/>
            <a:chExt cx="1832720" cy="749969"/>
          </a:xfrm>
        </p:grpSpPr>
        <p:sp>
          <p:nvSpPr>
            <p:cNvPr id="30" name="TextBox 29">
              <a:extLst>
                <a:ext uri="{FF2B5EF4-FFF2-40B4-BE49-F238E27FC236}">
                  <a16:creationId xmlns:a16="http://schemas.microsoft.com/office/drawing/2014/main" id="{0884917E-637E-06B4-303D-BD0F1A5C33D4}"/>
                </a:ext>
              </a:extLst>
            </p:cNvPr>
            <p:cNvSpPr txBox="1"/>
            <p:nvPr/>
          </p:nvSpPr>
          <p:spPr>
            <a:xfrm>
              <a:off x="1003061" y="2140629"/>
              <a:ext cx="1832720" cy="39540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31" name="TextBox 30">
              <a:extLst>
                <a:ext uri="{FF2B5EF4-FFF2-40B4-BE49-F238E27FC236}">
                  <a16:creationId xmlns:a16="http://schemas.microsoft.com/office/drawing/2014/main" id="{24450CE8-A744-D5C9-42CA-C5BEEA490AFA}"/>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20" name="Group 19">
            <a:extLst>
              <a:ext uri="{FF2B5EF4-FFF2-40B4-BE49-F238E27FC236}">
                <a16:creationId xmlns:a16="http://schemas.microsoft.com/office/drawing/2014/main" id="{9B171E16-6D94-F293-B2A2-85D679BB925A}"/>
              </a:ext>
            </a:extLst>
          </p:cNvPr>
          <p:cNvGrpSpPr/>
          <p:nvPr/>
        </p:nvGrpSpPr>
        <p:grpSpPr>
          <a:xfrm>
            <a:off x="7979933" y="1362540"/>
            <a:ext cx="2469653" cy="804116"/>
            <a:chOff x="1003061" y="1786066"/>
            <a:chExt cx="1832720" cy="749969"/>
          </a:xfrm>
        </p:grpSpPr>
        <p:sp>
          <p:nvSpPr>
            <p:cNvPr id="24" name="TextBox 23">
              <a:extLst>
                <a:ext uri="{FF2B5EF4-FFF2-40B4-BE49-F238E27FC236}">
                  <a16:creationId xmlns:a16="http://schemas.microsoft.com/office/drawing/2014/main" id="{A7C736BA-1659-1B3F-50E3-7CD62EBFDD68}"/>
                </a:ext>
              </a:extLst>
            </p:cNvPr>
            <p:cNvSpPr txBox="1"/>
            <p:nvPr/>
          </p:nvSpPr>
          <p:spPr>
            <a:xfrm>
              <a:off x="1003061" y="2140629"/>
              <a:ext cx="1832720" cy="39540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25" name="TextBox 24">
              <a:extLst>
                <a:ext uri="{FF2B5EF4-FFF2-40B4-BE49-F238E27FC236}">
                  <a16:creationId xmlns:a16="http://schemas.microsoft.com/office/drawing/2014/main" id="{6C30C40A-9FED-BB24-CC36-09B181FF7FFD}"/>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35" name="Group 34">
            <a:extLst>
              <a:ext uri="{FF2B5EF4-FFF2-40B4-BE49-F238E27FC236}">
                <a16:creationId xmlns:a16="http://schemas.microsoft.com/office/drawing/2014/main" id="{004677B6-8F84-B0B4-8ED5-0F3E57A64B65}"/>
              </a:ext>
            </a:extLst>
          </p:cNvPr>
          <p:cNvGrpSpPr/>
          <p:nvPr/>
        </p:nvGrpSpPr>
        <p:grpSpPr>
          <a:xfrm flipH="1">
            <a:off x="719162" y="3441708"/>
            <a:ext cx="2469653" cy="804116"/>
            <a:chOff x="1003061" y="1786066"/>
            <a:chExt cx="1832720" cy="749969"/>
          </a:xfrm>
        </p:grpSpPr>
        <p:sp>
          <p:nvSpPr>
            <p:cNvPr id="49" name="TextBox 48">
              <a:extLst>
                <a:ext uri="{FF2B5EF4-FFF2-40B4-BE49-F238E27FC236}">
                  <a16:creationId xmlns:a16="http://schemas.microsoft.com/office/drawing/2014/main" id="{EBB68AD5-E2B1-3DA8-D930-5A34E41FAFCC}"/>
                </a:ext>
              </a:extLst>
            </p:cNvPr>
            <p:cNvSpPr txBox="1"/>
            <p:nvPr/>
          </p:nvSpPr>
          <p:spPr>
            <a:xfrm>
              <a:off x="1003061" y="2140629"/>
              <a:ext cx="1832720" cy="395406"/>
            </a:xfrm>
            <a:prstGeom prst="rect">
              <a:avLst/>
            </a:prstGeom>
            <a:noFill/>
          </p:spPr>
          <p:txBody>
            <a:bodyPr wrap="square" lIns="0" tIns="0" rIns="0" bIns="0" rtlCol="0" anchor="t">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50" name="TextBox 49">
              <a:extLst>
                <a:ext uri="{FF2B5EF4-FFF2-40B4-BE49-F238E27FC236}">
                  <a16:creationId xmlns:a16="http://schemas.microsoft.com/office/drawing/2014/main" id="{A78FA483-D189-3081-18F7-CF20BB597D72}"/>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43" name="Group 42">
            <a:extLst>
              <a:ext uri="{FF2B5EF4-FFF2-40B4-BE49-F238E27FC236}">
                <a16:creationId xmlns:a16="http://schemas.microsoft.com/office/drawing/2014/main" id="{13A24A99-5EB6-8AA9-4A36-59CACF70C761}"/>
              </a:ext>
            </a:extLst>
          </p:cNvPr>
          <p:cNvGrpSpPr/>
          <p:nvPr/>
        </p:nvGrpSpPr>
        <p:grpSpPr>
          <a:xfrm flipH="1">
            <a:off x="1742417" y="5519516"/>
            <a:ext cx="2469653" cy="804116"/>
            <a:chOff x="1003061" y="1786066"/>
            <a:chExt cx="1832720" cy="749969"/>
          </a:xfrm>
        </p:grpSpPr>
        <p:sp>
          <p:nvSpPr>
            <p:cNvPr id="47" name="TextBox 46">
              <a:extLst>
                <a:ext uri="{FF2B5EF4-FFF2-40B4-BE49-F238E27FC236}">
                  <a16:creationId xmlns:a16="http://schemas.microsoft.com/office/drawing/2014/main" id="{EA856A77-5AA4-E2A4-6405-1A9284595E25}"/>
                </a:ext>
              </a:extLst>
            </p:cNvPr>
            <p:cNvSpPr txBox="1"/>
            <p:nvPr/>
          </p:nvSpPr>
          <p:spPr>
            <a:xfrm>
              <a:off x="1003061" y="2140629"/>
              <a:ext cx="1832720" cy="395406"/>
            </a:xfrm>
            <a:prstGeom prst="rect">
              <a:avLst/>
            </a:prstGeom>
            <a:noFill/>
          </p:spPr>
          <p:txBody>
            <a:bodyPr wrap="square" lIns="0" tIns="0" rIns="0" bIns="0" rtlCol="0" anchor="t">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48" name="TextBox 47">
              <a:extLst>
                <a:ext uri="{FF2B5EF4-FFF2-40B4-BE49-F238E27FC236}">
                  <a16:creationId xmlns:a16="http://schemas.microsoft.com/office/drawing/2014/main" id="{0372FA5E-A01F-3CF0-85EE-7C6E9ED1678E}"/>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44" name="Group 43">
            <a:extLst>
              <a:ext uri="{FF2B5EF4-FFF2-40B4-BE49-F238E27FC236}">
                <a16:creationId xmlns:a16="http://schemas.microsoft.com/office/drawing/2014/main" id="{DE35B1A2-4965-4EB3-C520-A3DB582A31A6}"/>
              </a:ext>
            </a:extLst>
          </p:cNvPr>
          <p:cNvGrpSpPr/>
          <p:nvPr/>
        </p:nvGrpSpPr>
        <p:grpSpPr>
          <a:xfrm flipH="1">
            <a:off x="1742417" y="1362540"/>
            <a:ext cx="2469653" cy="804116"/>
            <a:chOff x="1003061" y="1786066"/>
            <a:chExt cx="1832720" cy="749969"/>
          </a:xfrm>
        </p:grpSpPr>
        <p:sp>
          <p:nvSpPr>
            <p:cNvPr id="45" name="TextBox 44">
              <a:extLst>
                <a:ext uri="{FF2B5EF4-FFF2-40B4-BE49-F238E27FC236}">
                  <a16:creationId xmlns:a16="http://schemas.microsoft.com/office/drawing/2014/main" id="{B79160CA-62E3-0346-A0D9-83AC8E4C887F}"/>
                </a:ext>
              </a:extLst>
            </p:cNvPr>
            <p:cNvSpPr txBox="1"/>
            <p:nvPr/>
          </p:nvSpPr>
          <p:spPr>
            <a:xfrm>
              <a:off x="1003061" y="2140629"/>
              <a:ext cx="1832720" cy="395406"/>
            </a:xfrm>
            <a:prstGeom prst="rect">
              <a:avLst/>
            </a:prstGeom>
            <a:noFill/>
          </p:spPr>
          <p:txBody>
            <a:bodyPr wrap="square" lIns="0" tIns="0" rIns="0" bIns="0" rtlCol="0" anchor="t">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46" name="TextBox 45">
              <a:extLst>
                <a:ext uri="{FF2B5EF4-FFF2-40B4-BE49-F238E27FC236}">
                  <a16:creationId xmlns:a16="http://schemas.microsoft.com/office/drawing/2014/main" id="{D4249935-05E5-B4CB-22BC-45A57FDB6E83}"/>
                </a:ext>
              </a:extLst>
            </p:cNvPr>
            <p:cNvSpPr txBox="1"/>
            <p:nvPr/>
          </p:nvSpPr>
          <p:spPr>
            <a:xfrm>
              <a:off x="1003061" y="1786066"/>
              <a:ext cx="1832720" cy="206700"/>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lumMod val="85000"/>
                      <a:lumOff val="15000"/>
                    </a:prstClr>
                  </a:solidFill>
                  <a:effectLst/>
                  <a:uLnTx/>
                  <a:uFillTx/>
                  <a:latin typeface="Segoe UI"/>
                  <a:ea typeface="+mn-ea"/>
                  <a:cs typeface="+mn-cs"/>
                </a:rPr>
                <a:t>Placeholder</a:t>
              </a:r>
              <a:endParaRPr kumimoji="0" lang="en-US" sz="1800" b="1" i="0" u="none" strike="noStrike" kern="1200" cap="none" spc="0" normalizeH="0" baseline="0" noProof="0">
                <a:ln>
                  <a:noFill/>
                </a:ln>
                <a:solidFill>
                  <a:prstClr val="black"/>
                </a:solidFill>
                <a:effectLst/>
                <a:uLnTx/>
                <a:uFillTx/>
                <a:latin typeface="Segoe UI"/>
                <a:ea typeface="+mn-ea"/>
                <a:cs typeface="+mn-cs"/>
              </a:endParaRPr>
            </a:p>
          </p:txBody>
        </p:sp>
      </p:grpSp>
      <p:sp>
        <p:nvSpPr>
          <p:cNvPr id="6" name="Oval 5">
            <a:extLst>
              <a:ext uri="{FF2B5EF4-FFF2-40B4-BE49-F238E27FC236}">
                <a16:creationId xmlns:a16="http://schemas.microsoft.com/office/drawing/2014/main" id="{82F2A054-1E85-4854-C408-18E5409A155E}"/>
              </a:ext>
            </a:extLst>
          </p:cNvPr>
          <p:cNvSpPr/>
          <p:nvPr/>
        </p:nvSpPr>
        <p:spPr>
          <a:xfrm>
            <a:off x="6871537" y="5467531"/>
            <a:ext cx="658365" cy="658365"/>
          </a:xfrm>
          <a:prstGeom prst="ellipse">
            <a:avLst/>
          </a:prstGeom>
          <a:gradFill>
            <a:gsLst>
              <a:gs pos="0">
                <a:schemeClr val="accent5">
                  <a:lumMod val="75000"/>
                </a:schemeClr>
              </a:gs>
              <a:gs pos="100000">
                <a:schemeClr val="accent5"/>
              </a:gs>
            </a:gsLst>
            <a:lin ang="135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pic>
        <p:nvPicPr>
          <p:cNvPr id="52" name="Graphic 51" descr="Magnifying glass outline">
            <a:extLst>
              <a:ext uri="{FF2B5EF4-FFF2-40B4-BE49-F238E27FC236}">
                <a16:creationId xmlns:a16="http://schemas.microsoft.com/office/drawing/2014/main" id="{55DF9A93-50D7-6AFC-6B15-05B60BDF44F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987041" y="5583035"/>
            <a:ext cx="427357" cy="427357"/>
          </a:xfrm>
          <a:prstGeom prst="rect">
            <a:avLst/>
          </a:prstGeom>
        </p:spPr>
      </p:pic>
      <p:sp>
        <p:nvSpPr>
          <p:cNvPr id="5" name="Oval 4">
            <a:extLst>
              <a:ext uri="{FF2B5EF4-FFF2-40B4-BE49-F238E27FC236}">
                <a16:creationId xmlns:a16="http://schemas.microsoft.com/office/drawing/2014/main" id="{0AACE135-5665-BA3B-502A-4E72270EC755}"/>
              </a:ext>
            </a:extLst>
          </p:cNvPr>
          <p:cNvSpPr/>
          <p:nvPr/>
        </p:nvSpPr>
        <p:spPr>
          <a:xfrm>
            <a:off x="4698408" y="5467531"/>
            <a:ext cx="658365" cy="658365"/>
          </a:xfrm>
          <a:prstGeom prst="ellipse">
            <a:avLst/>
          </a:prstGeom>
          <a:gradFill flip="none" rotWithShape="1">
            <a:gsLst>
              <a:gs pos="0">
                <a:schemeClr val="accent1"/>
              </a:gs>
              <a:gs pos="100000">
                <a:schemeClr val="accent1">
                  <a:lumMod val="75000"/>
                </a:schemeClr>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pic>
        <p:nvPicPr>
          <p:cNvPr id="53" name="Graphic 52" descr="Hourglass Finished outline">
            <a:extLst>
              <a:ext uri="{FF2B5EF4-FFF2-40B4-BE49-F238E27FC236}">
                <a16:creationId xmlns:a16="http://schemas.microsoft.com/office/drawing/2014/main" id="{7CB602A4-1859-2DB4-9CB7-5CA1AD02058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813912" y="5583035"/>
            <a:ext cx="427357" cy="427357"/>
          </a:xfrm>
          <a:prstGeom prst="rect">
            <a:avLst/>
          </a:prstGeom>
        </p:spPr>
      </p:pic>
      <p:sp>
        <p:nvSpPr>
          <p:cNvPr id="7" name="Oval 6">
            <a:extLst>
              <a:ext uri="{FF2B5EF4-FFF2-40B4-BE49-F238E27FC236}">
                <a16:creationId xmlns:a16="http://schemas.microsoft.com/office/drawing/2014/main" id="{535395C0-1AB3-BBDD-7D14-2CB302ACCBED}"/>
              </a:ext>
            </a:extLst>
          </p:cNvPr>
          <p:cNvSpPr/>
          <p:nvPr/>
        </p:nvSpPr>
        <p:spPr>
          <a:xfrm>
            <a:off x="3515494" y="3518989"/>
            <a:ext cx="658365" cy="658365"/>
          </a:xfrm>
          <a:prstGeom prst="ellipse">
            <a:avLst/>
          </a:prstGeom>
          <a:gradFill flip="none" rotWithShape="1">
            <a:gsLst>
              <a:gs pos="0">
                <a:schemeClr val="accent2">
                  <a:lumMod val="75000"/>
                </a:schemeClr>
              </a:gs>
              <a:gs pos="100000">
                <a:schemeClr val="accent2"/>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pic>
        <p:nvPicPr>
          <p:cNvPr id="54" name="Graphic 53" descr="Gears outline">
            <a:extLst>
              <a:ext uri="{FF2B5EF4-FFF2-40B4-BE49-F238E27FC236}">
                <a16:creationId xmlns:a16="http://schemas.microsoft.com/office/drawing/2014/main" id="{760C4886-72BF-A6BF-C35D-699A094A323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630998" y="3634493"/>
            <a:ext cx="427357" cy="427357"/>
          </a:xfrm>
          <a:prstGeom prst="rect">
            <a:avLst/>
          </a:prstGeom>
        </p:spPr>
      </p:pic>
      <p:sp>
        <p:nvSpPr>
          <p:cNvPr id="4" name="Oval 3">
            <a:extLst>
              <a:ext uri="{FF2B5EF4-FFF2-40B4-BE49-F238E27FC236}">
                <a16:creationId xmlns:a16="http://schemas.microsoft.com/office/drawing/2014/main" id="{4DADF908-CBF4-3029-56BA-A6677F4592DD}"/>
              </a:ext>
            </a:extLst>
          </p:cNvPr>
          <p:cNvSpPr/>
          <p:nvPr/>
        </p:nvSpPr>
        <p:spPr>
          <a:xfrm>
            <a:off x="6830897" y="1548674"/>
            <a:ext cx="658365" cy="658365"/>
          </a:xfrm>
          <a:prstGeom prst="ellipse">
            <a:avLst/>
          </a:prstGeom>
          <a:gradFill flip="none" rotWithShape="1">
            <a:gsLst>
              <a:gs pos="0">
                <a:schemeClr val="accent1"/>
              </a:gs>
              <a:gs pos="100000">
                <a:schemeClr val="accent1">
                  <a:lumMod val="75000"/>
                </a:schemeClr>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pic>
        <p:nvPicPr>
          <p:cNvPr id="55" name="Graphic 54" descr="Lights On outline">
            <a:extLst>
              <a:ext uri="{FF2B5EF4-FFF2-40B4-BE49-F238E27FC236}">
                <a16:creationId xmlns:a16="http://schemas.microsoft.com/office/drawing/2014/main" id="{A2E7FD85-6215-76FD-22F7-42215690958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946401" y="1664178"/>
            <a:ext cx="427357" cy="427357"/>
          </a:xfrm>
          <a:prstGeom prst="rect">
            <a:avLst/>
          </a:prstGeom>
        </p:spPr>
      </p:pic>
      <p:sp>
        <p:nvSpPr>
          <p:cNvPr id="14" name="Oval 13">
            <a:extLst>
              <a:ext uri="{FF2B5EF4-FFF2-40B4-BE49-F238E27FC236}">
                <a16:creationId xmlns:a16="http://schemas.microsoft.com/office/drawing/2014/main" id="{6A0960AC-9C2D-DB13-0187-95B69B516F0C}"/>
              </a:ext>
            </a:extLst>
          </p:cNvPr>
          <p:cNvSpPr/>
          <p:nvPr/>
        </p:nvSpPr>
        <p:spPr>
          <a:xfrm>
            <a:off x="8043952" y="3518989"/>
            <a:ext cx="658365" cy="658365"/>
          </a:xfrm>
          <a:prstGeom prst="ellipse">
            <a:avLst/>
          </a:prstGeom>
          <a:gradFill flip="none" rotWithShape="1">
            <a:gsLst>
              <a:gs pos="0">
                <a:schemeClr val="accent2">
                  <a:lumMod val="75000"/>
                </a:schemeClr>
              </a:gs>
              <a:gs pos="100000">
                <a:schemeClr val="accent2"/>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pic>
        <p:nvPicPr>
          <p:cNvPr id="56" name="Graphic 55" descr="Advertising outline">
            <a:extLst>
              <a:ext uri="{FF2B5EF4-FFF2-40B4-BE49-F238E27FC236}">
                <a16:creationId xmlns:a16="http://schemas.microsoft.com/office/drawing/2014/main" id="{97C79FEF-2089-B948-0108-51B3426751B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159456" y="3634493"/>
            <a:ext cx="427357" cy="427357"/>
          </a:xfrm>
          <a:prstGeom prst="rect">
            <a:avLst/>
          </a:prstGeom>
        </p:spPr>
      </p:pic>
      <p:sp>
        <p:nvSpPr>
          <p:cNvPr id="3" name="Oval 2">
            <a:extLst>
              <a:ext uri="{FF2B5EF4-FFF2-40B4-BE49-F238E27FC236}">
                <a16:creationId xmlns:a16="http://schemas.microsoft.com/office/drawing/2014/main" id="{53FEC7F8-DD89-725C-7A69-59A79694C3A8}"/>
              </a:ext>
            </a:extLst>
          </p:cNvPr>
          <p:cNvSpPr/>
          <p:nvPr/>
        </p:nvSpPr>
        <p:spPr>
          <a:xfrm>
            <a:off x="4708568" y="1548674"/>
            <a:ext cx="658365" cy="658365"/>
          </a:xfrm>
          <a:prstGeom prst="ellipse">
            <a:avLst/>
          </a:prstGeom>
          <a:gradFill>
            <a:gsLst>
              <a:gs pos="0">
                <a:schemeClr val="accent5">
                  <a:lumMod val="75000"/>
                </a:schemeClr>
              </a:gs>
              <a:gs pos="100000">
                <a:schemeClr val="accent5"/>
              </a:gs>
            </a:gsLst>
            <a:lin ang="135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pic>
        <p:nvPicPr>
          <p:cNvPr id="57" name="Graphic 56" descr="Bank outline">
            <a:extLst>
              <a:ext uri="{FF2B5EF4-FFF2-40B4-BE49-F238E27FC236}">
                <a16:creationId xmlns:a16="http://schemas.microsoft.com/office/drawing/2014/main" id="{51902D39-E4DC-6299-1020-D38AF4E69A0A}"/>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4824072" y="1664178"/>
            <a:ext cx="427357" cy="427357"/>
          </a:xfrm>
          <a:prstGeom prst="rect">
            <a:avLst/>
          </a:prstGeom>
        </p:spPr>
      </p:pic>
    </p:spTree>
    <p:extLst>
      <p:ext uri="{BB962C8B-B14F-4D97-AF65-F5344CB8AC3E}">
        <p14:creationId xmlns:p14="http://schemas.microsoft.com/office/powerpoint/2010/main" val="287418453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992B73-CC0A-30DE-C572-B091FA797739}"/>
            </a:ext>
          </a:extLst>
        </p:cNvPr>
        <p:cNvGrpSpPr/>
        <p:nvPr/>
      </p:nvGrpSpPr>
      <p:grpSpPr>
        <a:xfrm>
          <a:off x="0" y="0"/>
          <a:ext cx="0" cy="0"/>
          <a:chOff x="0" y="0"/>
          <a:chExt cx="0" cy="0"/>
        </a:xfrm>
      </p:grpSpPr>
      <p:sp>
        <p:nvSpPr>
          <p:cNvPr id="10" name="Title 9">
            <a:extLst>
              <a:ext uri="{FF2B5EF4-FFF2-40B4-BE49-F238E27FC236}">
                <a16:creationId xmlns:a16="http://schemas.microsoft.com/office/drawing/2014/main" id="{336C35C9-A661-397C-66C5-A328517FCAC9}"/>
              </a:ext>
            </a:extLst>
          </p:cNvPr>
          <p:cNvSpPr>
            <a:spLocks noGrp="1"/>
          </p:cNvSpPr>
          <p:nvPr>
            <p:ph type="title"/>
          </p:nvPr>
        </p:nvSpPr>
        <p:spPr>
          <a:xfrm>
            <a:off x="611030" y="274640"/>
            <a:ext cx="10969943" cy="711081"/>
          </a:xfrm>
        </p:spPr>
        <p:txBody>
          <a:bodyPr/>
          <a:lstStyle/>
          <a:p>
            <a:r>
              <a:rPr lang="en-US" b="0" i="0">
                <a:solidFill>
                  <a:schemeClr val="tx1">
                    <a:lumMod val="85000"/>
                    <a:lumOff val="15000"/>
                  </a:schemeClr>
                </a:solidFill>
                <a:effectLst/>
              </a:rPr>
              <a:t>6-Item Infographic Boxes PowerPoint Template</a:t>
            </a:r>
            <a:endParaRPr lang="en-US">
              <a:solidFill>
                <a:schemeClr val="tx1">
                  <a:lumMod val="85000"/>
                  <a:lumOff val="15000"/>
                </a:schemeClr>
              </a:solidFill>
            </a:endParaRPr>
          </a:p>
        </p:txBody>
      </p:sp>
      <p:sp>
        <p:nvSpPr>
          <p:cNvPr id="57" name="Freeform: Shape 56">
            <a:extLst>
              <a:ext uri="{FF2B5EF4-FFF2-40B4-BE49-F238E27FC236}">
                <a16:creationId xmlns:a16="http://schemas.microsoft.com/office/drawing/2014/main" id="{D00636EF-69AE-392C-EBB1-0E754854993B}"/>
              </a:ext>
            </a:extLst>
          </p:cNvPr>
          <p:cNvSpPr/>
          <p:nvPr/>
        </p:nvSpPr>
        <p:spPr>
          <a:xfrm>
            <a:off x="653766" y="1237024"/>
            <a:ext cx="5272906" cy="1439477"/>
          </a:xfrm>
          <a:custGeom>
            <a:avLst/>
            <a:gdLst>
              <a:gd name="connsiteX0" fmla="*/ 0 w 5315774"/>
              <a:gd name="connsiteY0" fmla="*/ 0 h 1451180"/>
              <a:gd name="connsiteX1" fmla="*/ 5315775 w 5315774"/>
              <a:gd name="connsiteY1" fmla="*/ 0 h 1451180"/>
              <a:gd name="connsiteX2" fmla="*/ 5315775 w 5315774"/>
              <a:gd name="connsiteY2" fmla="*/ 1451180 h 1451180"/>
              <a:gd name="connsiteX3" fmla="*/ 0 w 5315774"/>
              <a:gd name="connsiteY3" fmla="*/ 1451180 h 1451180"/>
            </a:gdLst>
            <a:ahLst/>
            <a:cxnLst>
              <a:cxn ang="0">
                <a:pos x="connsiteX0" y="connsiteY0"/>
              </a:cxn>
              <a:cxn ang="0">
                <a:pos x="connsiteX1" y="connsiteY1"/>
              </a:cxn>
              <a:cxn ang="0">
                <a:pos x="connsiteX2" y="connsiteY2"/>
              </a:cxn>
              <a:cxn ang="0">
                <a:pos x="connsiteX3" y="connsiteY3"/>
              </a:cxn>
            </a:cxnLst>
            <a:rect l="l" t="t" r="r" b="b"/>
            <a:pathLst>
              <a:path w="5315774" h="1451180">
                <a:moveTo>
                  <a:pt x="0" y="0"/>
                </a:moveTo>
                <a:lnTo>
                  <a:pt x="5315775" y="0"/>
                </a:lnTo>
                <a:lnTo>
                  <a:pt x="5315775" y="1451180"/>
                </a:lnTo>
                <a:lnTo>
                  <a:pt x="0" y="1451180"/>
                </a:lnTo>
                <a:close/>
              </a:path>
            </a:pathLst>
          </a:custGeom>
          <a:solidFill>
            <a:schemeClr val="accent1">
              <a:lumMod val="20000"/>
              <a:lumOff val="80000"/>
            </a:schemeClr>
          </a:solidFill>
          <a:ln w="63500" cap="flat">
            <a:solidFill>
              <a:schemeClr val="accent1"/>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58" name="Freeform: Shape 57">
            <a:extLst>
              <a:ext uri="{FF2B5EF4-FFF2-40B4-BE49-F238E27FC236}">
                <a16:creationId xmlns:a16="http://schemas.microsoft.com/office/drawing/2014/main" id="{5ADD1630-8227-233F-A39D-DDCF022BAC43}"/>
              </a:ext>
            </a:extLst>
          </p:cNvPr>
          <p:cNvSpPr/>
          <p:nvPr/>
        </p:nvSpPr>
        <p:spPr>
          <a:xfrm>
            <a:off x="6261289" y="1237024"/>
            <a:ext cx="5276947" cy="1439477"/>
          </a:xfrm>
          <a:custGeom>
            <a:avLst/>
            <a:gdLst>
              <a:gd name="connsiteX0" fmla="*/ 0 w 5319848"/>
              <a:gd name="connsiteY0" fmla="*/ 0 h 1451180"/>
              <a:gd name="connsiteX1" fmla="*/ 5319849 w 5319848"/>
              <a:gd name="connsiteY1" fmla="*/ 0 h 1451180"/>
              <a:gd name="connsiteX2" fmla="*/ 5319849 w 5319848"/>
              <a:gd name="connsiteY2" fmla="*/ 1451180 h 1451180"/>
              <a:gd name="connsiteX3" fmla="*/ 0 w 5319848"/>
              <a:gd name="connsiteY3" fmla="*/ 1451180 h 1451180"/>
            </a:gdLst>
            <a:ahLst/>
            <a:cxnLst>
              <a:cxn ang="0">
                <a:pos x="connsiteX0" y="connsiteY0"/>
              </a:cxn>
              <a:cxn ang="0">
                <a:pos x="connsiteX1" y="connsiteY1"/>
              </a:cxn>
              <a:cxn ang="0">
                <a:pos x="connsiteX2" y="connsiteY2"/>
              </a:cxn>
              <a:cxn ang="0">
                <a:pos x="connsiteX3" y="connsiteY3"/>
              </a:cxn>
            </a:cxnLst>
            <a:rect l="l" t="t" r="r" b="b"/>
            <a:pathLst>
              <a:path w="5319848" h="1451180">
                <a:moveTo>
                  <a:pt x="0" y="0"/>
                </a:moveTo>
                <a:lnTo>
                  <a:pt x="5319849" y="0"/>
                </a:lnTo>
                <a:lnTo>
                  <a:pt x="5319849" y="1451180"/>
                </a:lnTo>
                <a:lnTo>
                  <a:pt x="0" y="1451180"/>
                </a:lnTo>
                <a:close/>
              </a:path>
            </a:pathLst>
          </a:custGeom>
          <a:solidFill>
            <a:schemeClr val="accent2">
              <a:lumMod val="20000"/>
              <a:lumOff val="80000"/>
            </a:schemeClr>
          </a:solidFill>
          <a:ln w="63500" cap="flat">
            <a:solidFill>
              <a:schemeClr val="accent2"/>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59" name="Freeform: Shape 58">
            <a:extLst>
              <a:ext uri="{FF2B5EF4-FFF2-40B4-BE49-F238E27FC236}">
                <a16:creationId xmlns:a16="http://schemas.microsoft.com/office/drawing/2014/main" id="{0D69E7D9-C0E5-121E-1B50-E2A7AEE7F631}"/>
              </a:ext>
            </a:extLst>
          </p:cNvPr>
          <p:cNvSpPr/>
          <p:nvPr/>
        </p:nvSpPr>
        <p:spPr>
          <a:xfrm>
            <a:off x="6261289" y="3011117"/>
            <a:ext cx="5276947" cy="1445791"/>
          </a:xfrm>
          <a:custGeom>
            <a:avLst/>
            <a:gdLst>
              <a:gd name="connsiteX0" fmla="*/ 0 w 5319848"/>
              <a:gd name="connsiteY0" fmla="*/ 0 h 1457545"/>
              <a:gd name="connsiteX1" fmla="*/ 5319849 w 5319848"/>
              <a:gd name="connsiteY1" fmla="*/ 0 h 1457545"/>
              <a:gd name="connsiteX2" fmla="*/ 5319849 w 5319848"/>
              <a:gd name="connsiteY2" fmla="*/ 1457545 h 1457545"/>
              <a:gd name="connsiteX3" fmla="*/ 0 w 5319848"/>
              <a:gd name="connsiteY3" fmla="*/ 1457545 h 1457545"/>
            </a:gdLst>
            <a:ahLst/>
            <a:cxnLst>
              <a:cxn ang="0">
                <a:pos x="connsiteX0" y="connsiteY0"/>
              </a:cxn>
              <a:cxn ang="0">
                <a:pos x="connsiteX1" y="connsiteY1"/>
              </a:cxn>
              <a:cxn ang="0">
                <a:pos x="connsiteX2" y="connsiteY2"/>
              </a:cxn>
              <a:cxn ang="0">
                <a:pos x="connsiteX3" y="connsiteY3"/>
              </a:cxn>
            </a:cxnLst>
            <a:rect l="l" t="t" r="r" b="b"/>
            <a:pathLst>
              <a:path w="5319848" h="1457545">
                <a:moveTo>
                  <a:pt x="0" y="0"/>
                </a:moveTo>
                <a:lnTo>
                  <a:pt x="5319849" y="0"/>
                </a:lnTo>
                <a:lnTo>
                  <a:pt x="5319849" y="1457545"/>
                </a:lnTo>
                <a:lnTo>
                  <a:pt x="0" y="1457545"/>
                </a:lnTo>
                <a:close/>
              </a:path>
            </a:pathLst>
          </a:custGeom>
          <a:solidFill>
            <a:schemeClr val="accent3">
              <a:lumMod val="20000"/>
              <a:lumOff val="80000"/>
            </a:schemeClr>
          </a:solidFill>
          <a:ln w="63500" cap="flat">
            <a:solidFill>
              <a:schemeClr val="accent3"/>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0" name="Freeform: Shape 59">
            <a:extLst>
              <a:ext uri="{FF2B5EF4-FFF2-40B4-BE49-F238E27FC236}">
                <a16:creationId xmlns:a16="http://schemas.microsoft.com/office/drawing/2014/main" id="{511774E7-A9D7-1190-5571-0D273BF673C6}"/>
              </a:ext>
            </a:extLst>
          </p:cNvPr>
          <p:cNvSpPr/>
          <p:nvPr/>
        </p:nvSpPr>
        <p:spPr>
          <a:xfrm>
            <a:off x="653766" y="3011117"/>
            <a:ext cx="5272906" cy="1445791"/>
          </a:xfrm>
          <a:custGeom>
            <a:avLst/>
            <a:gdLst>
              <a:gd name="connsiteX0" fmla="*/ 0 w 5315774"/>
              <a:gd name="connsiteY0" fmla="*/ 0 h 1457545"/>
              <a:gd name="connsiteX1" fmla="*/ 5315775 w 5315774"/>
              <a:gd name="connsiteY1" fmla="*/ 0 h 1457545"/>
              <a:gd name="connsiteX2" fmla="*/ 5315775 w 5315774"/>
              <a:gd name="connsiteY2" fmla="*/ 1457545 h 1457545"/>
              <a:gd name="connsiteX3" fmla="*/ 0 w 5315774"/>
              <a:gd name="connsiteY3" fmla="*/ 1457545 h 1457545"/>
            </a:gdLst>
            <a:ahLst/>
            <a:cxnLst>
              <a:cxn ang="0">
                <a:pos x="connsiteX0" y="connsiteY0"/>
              </a:cxn>
              <a:cxn ang="0">
                <a:pos x="connsiteX1" y="connsiteY1"/>
              </a:cxn>
              <a:cxn ang="0">
                <a:pos x="connsiteX2" y="connsiteY2"/>
              </a:cxn>
              <a:cxn ang="0">
                <a:pos x="connsiteX3" y="connsiteY3"/>
              </a:cxn>
            </a:cxnLst>
            <a:rect l="l" t="t" r="r" b="b"/>
            <a:pathLst>
              <a:path w="5315774" h="1457545">
                <a:moveTo>
                  <a:pt x="0" y="0"/>
                </a:moveTo>
                <a:lnTo>
                  <a:pt x="5315775" y="0"/>
                </a:lnTo>
                <a:lnTo>
                  <a:pt x="5315775" y="1457545"/>
                </a:lnTo>
                <a:lnTo>
                  <a:pt x="0" y="1457545"/>
                </a:lnTo>
                <a:close/>
              </a:path>
            </a:pathLst>
          </a:custGeom>
          <a:solidFill>
            <a:schemeClr val="accent6">
              <a:lumMod val="20000"/>
              <a:lumOff val="80000"/>
            </a:schemeClr>
          </a:solidFill>
          <a:ln w="63500" cap="flat">
            <a:solidFill>
              <a:schemeClr val="accent6"/>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1" name="Freeform: Shape 60">
            <a:extLst>
              <a:ext uri="{FF2B5EF4-FFF2-40B4-BE49-F238E27FC236}">
                <a16:creationId xmlns:a16="http://schemas.microsoft.com/office/drawing/2014/main" id="{1F5A5136-BC00-E20A-9427-8407E1E0A424}"/>
              </a:ext>
            </a:extLst>
          </p:cNvPr>
          <p:cNvSpPr/>
          <p:nvPr/>
        </p:nvSpPr>
        <p:spPr>
          <a:xfrm>
            <a:off x="6261289" y="4791522"/>
            <a:ext cx="5276947" cy="1445791"/>
          </a:xfrm>
          <a:custGeom>
            <a:avLst/>
            <a:gdLst>
              <a:gd name="connsiteX0" fmla="*/ 0 w 5319848"/>
              <a:gd name="connsiteY0" fmla="*/ 0 h 1457545"/>
              <a:gd name="connsiteX1" fmla="*/ 5319849 w 5319848"/>
              <a:gd name="connsiteY1" fmla="*/ 0 h 1457545"/>
              <a:gd name="connsiteX2" fmla="*/ 5319849 w 5319848"/>
              <a:gd name="connsiteY2" fmla="*/ 1457545 h 1457545"/>
              <a:gd name="connsiteX3" fmla="*/ 0 w 5319848"/>
              <a:gd name="connsiteY3" fmla="*/ 1457545 h 1457545"/>
            </a:gdLst>
            <a:ahLst/>
            <a:cxnLst>
              <a:cxn ang="0">
                <a:pos x="connsiteX0" y="connsiteY0"/>
              </a:cxn>
              <a:cxn ang="0">
                <a:pos x="connsiteX1" y="connsiteY1"/>
              </a:cxn>
              <a:cxn ang="0">
                <a:pos x="connsiteX2" y="connsiteY2"/>
              </a:cxn>
              <a:cxn ang="0">
                <a:pos x="connsiteX3" y="connsiteY3"/>
              </a:cxn>
            </a:cxnLst>
            <a:rect l="l" t="t" r="r" b="b"/>
            <a:pathLst>
              <a:path w="5319848" h="1457545">
                <a:moveTo>
                  <a:pt x="0" y="0"/>
                </a:moveTo>
                <a:lnTo>
                  <a:pt x="5319849" y="0"/>
                </a:lnTo>
                <a:lnTo>
                  <a:pt x="5319849" y="1457545"/>
                </a:lnTo>
                <a:lnTo>
                  <a:pt x="0" y="1457545"/>
                </a:lnTo>
                <a:close/>
              </a:path>
            </a:pathLst>
          </a:custGeom>
          <a:solidFill>
            <a:schemeClr val="accent5">
              <a:lumMod val="20000"/>
              <a:lumOff val="80000"/>
            </a:schemeClr>
          </a:solidFill>
          <a:ln w="63500" cap="flat">
            <a:solidFill>
              <a:schemeClr val="accent5"/>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2" name="Freeform: Shape 61">
            <a:extLst>
              <a:ext uri="{FF2B5EF4-FFF2-40B4-BE49-F238E27FC236}">
                <a16:creationId xmlns:a16="http://schemas.microsoft.com/office/drawing/2014/main" id="{F260989B-61B3-E0F8-51CC-23FF2DCF94D8}"/>
              </a:ext>
            </a:extLst>
          </p:cNvPr>
          <p:cNvSpPr/>
          <p:nvPr/>
        </p:nvSpPr>
        <p:spPr>
          <a:xfrm>
            <a:off x="653766" y="4791522"/>
            <a:ext cx="5272906" cy="1445791"/>
          </a:xfrm>
          <a:custGeom>
            <a:avLst/>
            <a:gdLst>
              <a:gd name="connsiteX0" fmla="*/ 0 w 5315774"/>
              <a:gd name="connsiteY0" fmla="*/ 0 h 1457545"/>
              <a:gd name="connsiteX1" fmla="*/ 5315775 w 5315774"/>
              <a:gd name="connsiteY1" fmla="*/ 0 h 1457545"/>
              <a:gd name="connsiteX2" fmla="*/ 5315775 w 5315774"/>
              <a:gd name="connsiteY2" fmla="*/ 1457545 h 1457545"/>
              <a:gd name="connsiteX3" fmla="*/ 0 w 5315774"/>
              <a:gd name="connsiteY3" fmla="*/ 1457545 h 1457545"/>
            </a:gdLst>
            <a:ahLst/>
            <a:cxnLst>
              <a:cxn ang="0">
                <a:pos x="connsiteX0" y="connsiteY0"/>
              </a:cxn>
              <a:cxn ang="0">
                <a:pos x="connsiteX1" y="connsiteY1"/>
              </a:cxn>
              <a:cxn ang="0">
                <a:pos x="connsiteX2" y="connsiteY2"/>
              </a:cxn>
              <a:cxn ang="0">
                <a:pos x="connsiteX3" y="connsiteY3"/>
              </a:cxn>
            </a:cxnLst>
            <a:rect l="l" t="t" r="r" b="b"/>
            <a:pathLst>
              <a:path w="5315774" h="1457545">
                <a:moveTo>
                  <a:pt x="0" y="0"/>
                </a:moveTo>
                <a:lnTo>
                  <a:pt x="5315775" y="0"/>
                </a:lnTo>
                <a:lnTo>
                  <a:pt x="5315775" y="1457545"/>
                </a:lnTo>
                <a:lnTo>
                  <a:pt x="0" y="1457545"/>
                </a:lnTo>
                <a:close/>
              </a:path>
            </a:pathLst>
          </a:custGeom>
          <a:solidFill>
            <a:schemeClr val="accent4">
              <a:lumMod val="20000"/>
              <a:lumOff val="80000"/>
            </a:schemeClr>
          </a:solidFill>
          <a:ln w="63500" cap="flat">
            <a:solidFill>
              <a:schemeClr val="accent4"/>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3" name="Freeform: Shape 62">
            <a:extLst>
              <a:ext uri="{FF2B5EF4-FFF2-40B4-BE49-F238E27FC236}">
                <a16:creationId xmlns:a16="http://schemas.microsoft.com/office/drawing/2014/main" id="{314E7EE3-ED14-E8E2-EFFF-ECFBB9BF692B}"/>
              </a:ext>
            </a:extLst>
          </p:cNvPr>
          <p:cNvSpPr/>
          <p:nvPr/>
        </p:nvSpPr>
        <p:spPr>
          <a:xfrm>
            <a:off x="7222961" y="3011117"/>
            <a:ext cx="378809" cy="1445791"/>
          </a:xfrm>
          <a:custGeom>
            <a:avLst/>
            <a:gdLst>
              <a:gd name="connsiteX0" fmla="*/ 0 w 381889"/>
              <a:gd name="connsiteY0" fmla="*/ 0 h 1457545"/>
              <a:gd name="connsiteX1" fmla="*/ 381890 w 381889"/>
              <a:gd name="connsiteY1" fmla="*/ 0 h 1457545"/>
              <a:gd name="connsiteX2" fmla="*/ 381890 w 381889"/>
              <a:gd name="connsiteY2" fmla="*/ 1457545 h 1457545"/>
              <a:gd name="connsiteX3" fmla="*/ 0 w 381889"/>
              <a:gd name="connsiteY3" fmla="*/ 1457545 h 1457545"/>
            </a:gdLst>
            <a:ahLst/>
            <a:cxnLst>
              <a:cxn ang="0">
                <a:pos x="connsiteX0" y="connsiteY0"/>
              </a:cxn>
              <a:cxn ang="0">
                <a:pos x="connsiteX1" y="connsiteY1"/>
              </a:cxn>
              <a:cxn ang="0">
                <a:pos x="connsiteX2" y="connsiteY2"/>
              </a:cxn>
              <a:cxn ang="0">
                <a:pos x="connsiteX3" y="connsiteY3"/>
              </a:cxn>
            </a:cxnLst>
            <a:rect l="l" t="t" r="r" b="b"/>
            <a:pathLst>
              <a:path w="381889" h="1457545">
                <a:moveTo>
                  <a:pt x="0" y="0"/>
                </a:moveTo>
                <a:lnTo>
                  <a:pt x="381890" y="0"/>
                </a:lnTo>
                <a:lnTo>
                  <a:pt x="381890" y="1457545"/>
                </a:lnTo>
                <a:lnTo>
                  <a:pt x="0" y="1457545"/>
                </a:lnTo>
                <a:close/>
              </a:path>
            </a:pathLst>
          </a:custGeom>
          <a:solidFill>
            <a:schemeClr val="accent3"/>
          </a:solidFill>
          <a:ln w="12729"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4" name="Freeform: Shape 63">
            <a:extLst>
              <a:ext uri="{FF2B5EF4-FFF2-40B4-BE49-F238E27FC236}">
                <a16:creationId xmlns:a16="http://schemas.microsoft.com/office/drawing/2014/main" id="{37ED9E16-2D7C-8A2A-CEC4-B61E974CD93F}"/>
              </a:ext>
            </a:extLst>
          </p:cNvPr>
          <p:cNvSpPr/>
          <p:nvPr/>
        </p:nvSpPr>
        <p:spPr>
          <a:xfrm>
            <a:off x="4590232" y="4791521"/>
            <a:ext cx="1336441" cy="609252"/>
          </a:xfrm>
          <a:custGeom>
            <a:avLst/>
            <a:gdLst>
              <a:gd name="connsiteX0" fmla="*/ 381890 w 1347306"/>
              <a:gd name="connsiteY0" fmla="*/ 29151 h 614205"/>
              <a:gd name="connsiteX1" fmla="*/ 381890 w 1347306"/>
              <a:gd name="connsiteY1" fmla="*/ 0 h 614205"/>
              <a:gd name="connsiteX2" fmla="*/ 0 w 1347306"/>
              <a:gd name="connsiteY2" fmla="*/ 0 h 614205"/>
              <a:gd name="connsiteX3" fmla="*/ 0 w 1347306"/>
              <a:gd name="connsiteY3" fmla="*/ 29151 h 614205"/>
              <a:gd name="connsiteX4" fmla="*/ 585055 w 1347306"/>
              <a:gd name="connsiteY4" fmla="*/ 614206 h 614205"/>
              <a:gd name="connsiteX5" fmla="*/ 1347306 w 1347306"/>
              <a:gd name="connsiteY5" fmla="*/ 614206 h 614205"/>
              <a:gd name="connsiteX6" fmla="*/ 1347306 w 1347306"/>
              <a:gd name="connsiteY6" fmla="*/ 232316 h 614205"/>
              <a:gd name="connsiteX7" fmla="*/ 585055 w 1347306"/>
              <a:gd name="connsiteY7" fmla="*/ 232316 h 614205"/>
              <a:gd name="connsiteX8" fmla="*/ 381890 w 1347306"/>
              <a:gd name="connsiteY8" fmla="*/ 29151 h 614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7306" h="614205">
                <a:moveTo>
                  <a:pt x="381890" y="29151"/>
                </a:moveTo>
                <a:lnTo>
                  <a:pt x="381890" y="0"/>
                </a:lnTo>
                <a:lnTo>
                  <a:pt x="0" y="0"/>
                </a:lnTo>
                <a:lnTo>
                  <a:pt x="0" y="29151"/>
                </a:lnTo>
                <a:cubicBezTo>
                  <a:pt x="0" y="351720"/>
                  <a:pt x="262485" y="614206"/>
                  <a:pt x="585055" y="614206"/>
                </a:cubicBezTo>
                <a:lnTo>
                  <a:pt x="1347306" y="614206"/>
                </a:lnTo>
                <a:lnTo>
                  <a:pt x="1347306" y="232316"/>
                </a:lnTo>
                <a:lnTo>
                  <a:pt x="585055" y="232316"/>
                </a:lnTo>
                <a:cubicBezTo>
                  <a:pt x="473034" y="232316"/>
                  <a:pt x="381890" y="141172"/>
                  <a:pt x="381890" y="29151"/>
                </a:cubicBezTo>
                <a:close/>
              </a:path>
            </a:pathLst>
          </a:custGeom>
          <a:solidFill>
            <a:schemeClr val="accent4"/>
          </a:solidFill>
          <a:ln w="12729"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5" name="Freeform: Shape 64">
            <a:extLst>
              <a:ext uri="{FF2B5EF4-FFF2-40B4-BE49-F238E27FC236}">
                <a16:creationId xmlns:a16="http://schemas.microsoft.com/office/drawing/2014/main" id="{32BB5994-12E4-8FE7-FA61-26DC0DDDB89E}"/>
              </a:ext>
            </a:extLst>
          </p:cNvPr>
          <p:cNvSpPr/>
          <p:nvPr/>
        </p:nvSpPr>
        <p:spPr>
          <a:xfrm>
            <a:off x="6261289" y="4791521"/>
            <a:ext cx="1340481" cy="609252"/>
          </a:xfrm>
          <a:custGeom>
            <a:avLst/>
            <a:gdLst>
              <a:gd name="connsiteX0" fmla="*/ 766325 w 1351379"/>
              <a:gd name="connsiteY0" fmla="*/ 614206 h 614205"/>
              <a:gd name="connsiteX1" fmla="*/ 1351380 w 1351379"/>
              <a:gd name="connsiteY1" fmla="*/ 29151 h 614205"/>
              <a:gd name="connsiteX2" fmla="*/ 1351380 w 1351379"/>
              <a:gd name="connsiteY2" fmla="*/ 0 h 614205"/>
              <a:gd name="connsiteX3" fmla="*/ 969490 w 1351379"/>
              <a:gd name="connsiteY3" fmla="*/ 0 h 614205"/>
              <a:gd name="connsiteX4" fmla="*/ 969490 w 1351379"/>
              <a:gd name="connsiteY4" fmla="*/ 29151 h 614205"/>
              <a:gd name="connsiteX5" fmla="*/ 766325 w 1351379"/>
              <a:gd name="connsiteY5" fmla="*/ 232316 h 614205"/>
              <a:gd name="connsiteX6" fmla="*/ 0 w 1351379"/>
              <a:gd name="connsiteY6" fmla="*/ 232316 h 614205"/>
              <a:gd name="connsiteX7" fmla="*/ 0 w 1351379"/>
              <a:gd name="connsiteY7" fmla="*/ 614206 h 614205"/>
              <a:gd name="connsiteX8" fmla="*/ 766325 w 1351379"/>
              <a:gd name="connsiteY8" fmla="*/ 614206 h 614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1379" h="614205">
                <a:moveTo>
                  <a:pt x="766325" y="614206"/>
                </a:moveTo>
                <a:cubicBezTo>
                  <a:pt x="1088895" y="614206"/>
                  <a:pt x="1351380" y="351720"/>
                  <a:pt x="1351380" y="29151"/>
                </a:cubicBezTo>
                <a:lnTo>
                  <a:pt x="1351380" y="0"/>
                </a:lnTo>
                <a:lnTo>
                  <a:pt x="969490" y="0"/>
                </a:lnTo>
                <a:lnTo>
                  <a:pt x="969490" y="29151"/>
                </a:lnTo>
                <a:cubicBezTo>
                  <a:pt x="969490" y="141172"/>
                  <a:pt x="878346" y="232316"/>
                  <a:pt x="766325" y="232316"/>
                </a:cubicBezTo>
                <a:lnTo>
                  <a:pt x="0" y="232316"/>
                </a:lnTo>
                <a:lnTo>
                  <a:pt x="0" y="614206"/>
                </a:lnTo>
                <a:lnTo>
                  <a:pt x="766325" y="614206"/>
                </a:lnTo>
                <a:close/>
              </a:path>
            </a:pathLst>
          </a:custGeom>
          <a:solidFill>
            <a:schemeClr val="accent5"/>
          </a:solidFill>
          <a:ln w="12729"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6" name="Freeform: Shape 65">
            <a:extLst>
              <a:ext uri="{FF2B5EF4-FFF2-40B4-BE49-F238E27FC236}">
                <a16:creationId xmlns:a16="http://schemas.microsoft.com/office/drawing/2014/main" id="{A666D115-8B1B-B22D-D407-9F379077BA9B}"/>
              </a:ext>
            </a:extLst>
          </p:cNvPr>
          <p:cNvSpPr/>
          <p:nvPr/>
        </p:nvSpPr>
        <p:spPr>
          <a:xfrm>
            <a:off x="6261289" y="2067247"/>
            <a:ext cx="1340481" cy="609252"/>
          </a:xfrm>
          <a:custGeom>
            <a:avLst/>
            <a:gdLst>
              <a:gd name="connsiteX0" fmla="*/ 1351380 w 1351379"/>
              <a:gd name="connsiteY0" fmla="*/ 614206 h 614205"/>
              <a:gd name="connsiteX1" fmla="*/ 1351380 w 1351379"/>
              <a:gd name="connsiteY1" fmla="*/ 585055 h 614205"/>
              <a:gd name="connsiteX2" fmla="*/ 766325 w 1351379"/>
              <a:gd name="connsiteY2" fmla="*/ 0 h 614205"/>
              <a:gd name="connsiteX3" fmla="*/ 0 w 1351379"/>
              <a:gd name="connsiteY3" fmla="*/ 0 h 614205"/>
              <a:gd name="connsiteX4" fmla="*/ 0 w 1351379"/>
              <a:gd name="connsiteY4" fmla="*/ 381890 h 614205"/>
              <a:gd name="connsiteX5" fmla="*/ 766325 w 1351379"/>
              <a:gd name="connsiteY5" fmla="*/ 381890 h 614205"/>
              <a:gd name="connsiteX6" fmla="*/ 969490 w 1351379"/>
              <a:gd name="connsiteY6" fmla="*/ 585055 h 614205"/>
              <a:gd name="connsiteX7" fmla="*/ 969490 w 1351379"/>
              <a:gd name="connsiteY7" fmla="*/ 614206 h 614205"/>
              <a:gd name="connsiteX8" fmla="*/ 1351380 w 1351379"/>
              <a:gd name="connsiteY8" fmla="*/ 614206 h 614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1379" h="614205">
                <a:moveTo>
                  <a:pt x="1351380" y="614206"/>
                </a:moveTo>
                <a:lnTo>
                  <a:pt x="1351380" y="585055"/>
                </a:lnTo>
                <a:cubicBezTo>
                  <a:pt x="1351380" y="262485"/>
                  <a:pt x="1088895" y="0"/>
                  <a:pt x="766325" y="0"/>
                </a:cubicBezTo>
                <a:lnTo>
                  <a:pt x="0" y="0"/>
                </a:lnTo>
                <a:lnTo>
                  <a:pt x="0" y="381890"/>
                </a:lnTo>
                <a:lnTo>
                  <a:pt x="766325" y="381890"/>
                </a:lnTo>
                <a:cubicBezTo>
                  <a:pt x="878346" y="381890"/>
                  <a:pt x="969490" y="473034"/>
                  <a:pt x="969490" y="585055"/>
                </a:cubicBezTo>
                <a:lnTo>
                  <a:pt x="969490" y="614206"/>
                </a:lnTo>
                <a:lnTo>
                  <a:pt x="1351380" y="614206"/>
                </a:lnTo>
                <a:close/>
              </a:path>
            </a:pathLst>
          </a:custGeom>
          <a:solidFill>
            <a:schemeClr val="accent2"/>
          </a:solidFill>
          <a:ln w="12729"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7" name="Freeform: Shape 66">
            <a:extLst>
              <a:ext uri="{FF2B5EF4-FFF2-40B4-BE49-F238E27FC236}">
                <a16:creationId xmlns:a16="http://schemas.microsoft.com/office/drawing/2014/main" id="{A13A0DB6-12A6-7DE0-F0B8-3054521E5923}"/>
              </a:ext>
            </a:extLst>
          </p:cNvPr>
          <p:cNvSpPr/>
          <p:nvPr/>
        </p:nvSpPr>
        <p:spPr>
          <a:xfrm>
            <a:off x="4590232" y="2067247"/>
            <a:ext cx="1336441" cy="609252"/>
          </a:xfrm>
          <a:custGeom>
            <a:avLst/>
            <a:gdLst>
              <a:gd name="connsiteX0" fmla="*/ 585055 w 1347306"/>
              <a:gd name="connsiteY0" fmla="*/ 0 h 614205"/>
              <a:gd name="connsiteX1" fmla="*/ 0 w 1347306"/>
              <a:gd name="connsiteY1" fmla="*/ 585055 h 614205"/>
              <a:gd name="connsiteX2" fmla="*/ 0 w 1347306"/>
              <a:gd name="connsiteY2" fmla="*/ 614206 h 614205"/>
              <a:gd name="connsiteX3" fmla="*/ 381890 w 1347306"/>
              <a:gd name="connsiteY3" fmla="*/ 614206 h 614205"/>
              <a:gd name="connsiteX4" fmla="*/ 381890 w 1347306"/>
              <a:gd name="connsiteY4" fmla="*/ 585055 h 614205"/>
              <a:gd name="connsiteX5" fmla="*/ 585055 w 1347306"/>
              <a:gd name="connsiteY5" fmla="*/ 381890 h 614205"/>
              <a:gd name="connsiteX6" fmla="*/ 1347306 w 1347306"/>
              <a:gd name="connsiteY6" fmla="*/ 381890 h 614205"/>
              <a:gd name="connsiteX7" fmla="*/ 1347306 w 1347306"/>
              <a:gd name="connsiteY7" fmla="*/ 0 h 614205"/>
              <a:gd name="connsiteX8" fmla="*/ 585055 w 1347306"/>
              <a:gd name="connsiteY8" fmla="*/ 0 h 614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7306" h="614205">
                <a:moveTo>
                  <a:pt x="585055" y="0"/>
                </a:moveTo>
                <a:cubicBezTo>
                  <a:pt x="262485" y="0"/>
                  <a:pt x="0" y="262485"/>
                  <a:pt x="0" y="585055"/>
                </a:cubicBezTo>
                <a:lnTo>
                  <a:pt x="0" y="614206"/>
                </a:lnTo>
                <a:lnTo>
                  <a:pt x="381890" y="614206"/>
                </a:lnTo>
                <a:lnTo>
                  <a:pt x="381890" y="585055"/>
                </a:lnTo>
                <a:cubicBezTo>
                  <a:pt x="381890" y="473034"/>
                  <a:pt x="473034" y="381890"/>
                  <a:pt x="585055" y="381890"/>
                </a:cubicBezTo>
                <a:lnTo>
                  <a:pt x="1347306" y="381890"/>
                </a:lnTo>
                <a:lnTo>
                  <a:pt x="1347306" y="0"/>
                </a:lnTo>
                <a:lnTo>
                  <a:pt x="585055" y="0"/>
                </a:lnTo>
                <a:close/>
              </a:path>
            </a:pathLst>
          </a:custGeom>
          <a:solidFill>
            <a:schemeClr val="accent1"/>
          </a:solidFill>
          <a:ln w="12729"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8" name="Freeform: Shape 67">
            <a:extLst>
              <a:ext uri="{FF2B5EF4-FFF2-40B4-BE49-F238E27FC236}">
                <a16:creationId xmlns:a16="http://schemas.microsoft.com/office/drawing/2014/main" id="{FF4EE109-7F13-176F-91BE-31ABE339FCFF}"/>
              </a:ext>
            </a:extLst>
          </p:cNvPr>
          <p:cNvSpPr/>
          <p:nvPr/>
        </p:nvSpPr>
        <p:spPr>
          <a:xfrm>
            <a:off x="4590232" y="3011117"/>
            <a:ext cx="378809" cy="1445791"/>
          </a:xfrm>
          <a:custGeom>
            <a:avLst/>
            <a:gdLst>
              <a:gd name="connsiteX0" fmla="*/ 0 w 381889"/>
              <a:gd name="connsiteY0" fmla="*/ 0 h 1457545"/>
              <a:gd name="connsiteX1" fmla="*/ 381890 w 381889"/>
              <a:gd name="connsiteY1" fmla="*/ 0 h 1457545"/>
              <a:gd name="connsiteX2" fmla="*/ 381890 w 381889"/>
              <a:gd name="connsiteY2" fmla="*/ 1457545 h 1457545"/>
              <a:gd name="connsiteX3" fmla="*/ 0 w 381889"/>
              <a:gd name="connsiteY3" fmla="*/ 1457545 h 1457545"/>
            </a:gdLst>
            <a:ahLst/>
            <a:cxnLst>
              <a:cxn ang="0">
                <a:pos x="connsiteX0" y="connsiteY0"/>
              </a:cxn>
              <a:cxn ang="0">
                <a:pos x="connsiteX1" y="connsiteY1"/>
              </a:cxn>
              <a:cxn ang="0">
                <a:pos x="connsiteX2" y="connsiteY2"/>
              </a:cxn>
              <a:cxn ang="0">
                <a:pos x="connsiteX3" y="connsiteY3"/>
              </a:cxn>
            </a:cxnLst>
            <a:rect l="l" t="t" r="r" b="b"/>
            <a:pathLst>
              <a:path w="381889" h="1457545">
                <a:moveTo>
                  <a:pt x="0" y="0"/>
                </a:moveTo>
                <a:lnTo>
                  <a:pt x="381890" y="0"/>
                </a:lnTo>
                <a:lnTo>
                  <a:pt x="381890" y="1457545"/>
                </a:lnTo>
                <a:lnTo>
                  <a:pt x="0" y="1457545"/>
                </a:lnTo>
                <a:close/>
              </a:path>
            </a:pathLst>
          </a:custGeom>
          <a:solidFill>
            <a:schemeClr val="accent6"/>
          </a:solidFill>
          <a:ln w="12729"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9" name="Freeform: Shape 68">
            <a:extLst>
              <a:ext uri="{FF2B5EF4-FFF2-40B4-BE49-F238E27FC236}">
                <a16:creationId xmlns:a16="http://schemas.microsoft.com/office/drawing/2014/main" id="{DB40B9CC-7C25-3334-64DF-813EDBF4D9C2}"/>
              </a:ext>
            </a:extLst>
          </p:cNvPr>
          <p:cNvSpPr/>
          <p:nvPr/>
        </p:nvSpPr>
        <p:spPr>
          <a:xfrm>
            <a:off x="4804511" y="2259809"/>
            <a:ext cx="2583104" cy="2951560"/>
          </a:xfrm>
          <a:custGeom>
            <a:avLst/>
            <a:gdLst>
              <a:gd name="connsiteX0" fmla="*/ 2209868 w 2604104"/>
              <a:gd name="connsiteY0" fmla="*/ 2975556 h 2975556"/>
              <a:gd name="connsiteX1" fmla="*/ 394110 w 2604104"/>
              <a:gd name="connsiteY1" fmla="*/ 2975556 h 2975556"/>
              <a:gd name="connsiteX2" fmla="*/ 0 w 2604104"/>
              <a:gd name="connsiteY2" fmla="*/ 2581446 h 2975556"/>
              <a:gd name="connsiteX3" fmla="*/ 0 w 2604104"/>
              <a:gd name="connsiteY3" fmla="*/ 394110 h 2975556"/>
              <a:gd name="connsiteX4" fmla="*/ 394110 w 2604104"/>
              <a:gd name="connsiteY4" fmla="*/ 0 h 2975556"/>
              <a:gd name="connsiteX5" fmla="*/ 2209995 w 2604104"/>
              <a:gd name="connsiteY5" fmla="*/ 0 h 2975556"/>
              <a:gd name="connsiteX6" fmla="*/ 2604104 w 2604104"/>
              <a:gd name="connsiteY6" fmla="*/ 394110 h 2975556"/>
              <a:gd name="connsiteX7" fmla="*/ 2604104 w 2604104"/>
              <a:gd name="connsiteY7" fmla="*/ 2581573 h 2975556"/>
              <a:gd name="connsiteX8" fmla="*/ 2209868 w 2604104"/>
              <a:gd name="connsiteY8" fmla="*/ 2975556 h 2975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4104" h="2975556">
                <a:moveTo>
                  <a:pt x="2209868" y="2975556"/>
                </a:moveTo>
                <a:lnTo>
                  <a:pt x="394110" y="2975556"/>
                </a:lnTo>
                <a:cubicBezTo>
                  <a:pt x="177324" y="2975556"/>
                  <a:pt x="0" y="2798232"/>
                  <a:pt x="0" y="2581446"/>
                </a:cubicBezTo>
                <a:lnTo>
                  <a:pt x="0" y="394110"/>
                </a:lnTo>
                <a:cubicBezTo>
                  <a:pt x="0" y="177324"/>
                  <a:pt x="177324" y="0"/>
                  <a:pt x="394110" y="0"/>
                </a:cubicBezTo>
                <a:lnTo>
                  <a:pt x="2209995" y="0"/>
                </a:lnTo>
                <a:cubicBezTo>
                  <a:pt x="2426781" y="0"/>
                  <a:pt x="2604104" y="177324"/>
                  <a:pt x="2604104" y="394110"/>
                </a:cubicBezTo>
                <a:lnTo>
                  <a:pt x="2604104" y="2581573"/>
                </a:lnTo>
                <a:cubicBezTo>
                  <a:pt x="2603978" y="2798232"/>
                  <a:pt x="2426653" y="2975556"/>
                  <a:pt x="2209868" y="2975556"/>
                </a:cubicBezTo>
                <a:close/>
              </a:path>
            </a:pathLst>
          </a:custGeom>
          <a:solidFill>
            <a:srgbClr val="FFFFFF"/>
          </a:solidFill>
          <a:ln w="12729"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74" name="Graphic 71">
            <a:extLst>
              <a:ext uri="{FF2B5EF4-FFF2-40B4-BE49-F238E27FC236}">
                <a16:creationId xmlns:a16="http://schemas.microsoft.com/office/drawing/2014/main" id="{B1F6CBB0-FCAE-872F-A140-9EDD486D4CFC}"/>
              </a:ext>
            </a:extLst>
          </p:cNvPr>
          <p:cNvSpPr/>
          <p:nvPr/>
        </p:nvSpPr>
        <p:spPr>
          <a:xfrm>
            <a:off x="4922895" y="2418080"/>
            <a:ext cx="2546293" cy="2922300"/>
          </a:xfrm>
          <a:custGeom>
            <a:avLst/>
            <a:gdLst>
              <a:gd name="connsiteX0" fmla="*/ 1530096 w 1695450"/>
              <a:gd name="connsiteY0" fmla="*/ 1952625 h 1952625"/>
              <a:gd name="connsiteX1" fmla="*/ 165354 w 1695450"/>
              <a:gd name="connsiteY1" fmla="*/ 1952625 h 1952625"/>
              <a:gd name="connsiteX2" fmla="*/ 0 w 1695450"/>
              <a:gd name="connsiteY2" fmla="*/ 1787271 h 1952625"/>
              <a:gd name="connsiteX3" fmla="*/ 0 w 1695450"/>
              <a:gd name="connsiteY3" fmla="*/ 165354 h 1952625"/>
              <a:gd name="connsiteX4" fmla="*/ 165354 w 1695450"/>
              <a:gd name="connsiteY4" fmla="*/ 0 h 1952625"/>
              <a:gd name="connsiteX5" fmla="*/ 1530096 w 1695450"/>
              <a:gd name="connsiteY5" fmla="*/ 0 h 1952625"/>
              <a:gd name="connsiteX6" fmla="*/ 1695450 w 1695450"/>
              <a:gd name="connsiteY6" fmla="*/ 165354 h 1952625"/>
              <a:gd name="connsiteX7" fmla="*/ 1695450 w 1695450"/>
              <a:gd name="connsiteY7" fmla="*/ 1787271 h 1952625"/>
              <a:gd name="connsiteX8" fmla="*/ 1530096 w 1695450"/>
              <a:gd name="connsiteY8" fmla="*/ 1952625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450" h="1952625">
                <a:moveTo>
                  <a:pt x="1530096" y="1952625"/>
                </a:moveTo>
                <a:lnTo>
                  <a:pt x="165354" y="1952625"/>
                </a:lnTo>
                <a:cubicBezTo>
                  <a:pt x="74390" y="1952625"/>
                  <a:pt x="0" y="1878235"/>
                  <a:pt x="0" y="1787271"/>
                </a:cubicBezTo>
                <a:lnTo>
                  <a:pt x="0" y="165354"/>
                </a:lnTo>
                <a:cubicBezTo>
                  <a:pt x="0" y="74390"/>
                  <a:pt x="74390" y="0"/>
                  <a:pt x="165354" y="0"/>
                </a:cubicBezTo>
                <a:lnTo>
                  <a:pt x="1530096" y="0"/>
                </a:lnTo>
                <a:cubicBezTo>
                  <a:pt x="1621060" y="0"/>
                  <a:pt x="1695450" y="74390"/>
                  <a:pt x="1695450" y="165354"/>
                </a:cubicBezTo>
                <a:lnTo>
                  <a:pt x="1695450" y="1787271"/>
                </a:lnTo>
                <a:cubicBezTo>
                  <a:pt x="1695450" y="1878235"/>
                  <a:pt x="1621060" y="1952625"/>
                  <a:pt x="1530096" y="1952625"/>
                </a:cubicBezTo>
                <a:close/>
              </a:path>
            </a:pathLst>
          </a:custGeom>
          <a:solidFill>
            <a:schemeClr val="tx1">
              <a:alpha val="13000"/>
            </a:schemeClr>
          </a:solidFill>
          <a:ln w="9525" cap="flat">
            <a:noFill/>
            <a:prstDash val="solid"/>
            <a:miter/>
          </a:ln>
          <a:effectLst>
            <a:softEdge rad="215900"/>
          </a:effectLst>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73" name="Graphic 71">
            <a:extLst>
              <a:ext uri="{FF2B5EF4-FFF2-40B4-BE49-F238E27FC236}">
                <a16:creationId xmlns:a16="http://schemas.microsoft.com/office/drawing/2014/main" id="{A6F26502-56EE-28F0-FE0E-F08BFF58A4AF}"/>
              </a:ext>
            </a:extLst>
          </p:cNvPr>
          <p:cNvSpPr/>
          <p:nvPr/>
        </p:nvSpPr>
        <p:spPr>
          <a:xfrm>
            <a:off x="5004539" y="2480149"/>
            <a:ext cx="2182922" cy="2514039"/>
          </a:xfrm>
          <a:custGeom>
            <a:avLst/>
            <a:gdLst>
              <a:gd name="connsiteX0" fmla="*/ 1530096 w 1695450"/>
              <a:gd name="connsiteY0" fmla="*/ 1952625 h 1952625"/>
              <a:gd name="connsiteX1" fmla="*/ 165354 w 1695450"/>
              <a:gd name="connsiteY1" fmla="*/ 1952625 h 1952625"/>
              <a:gd name="connsiteX2" fmla="*/ 0 w 1695450"/>
              <a:gd name="connsiteY2" fmla="*/ 1787271 h 1952625"/>
              <a:gd name="connsiteX3" fmla="*/ 0 w 1695450"/>
              <a:gd name="connsiteY3" fmla="*/ 165354 h 1952625"/>
              <a:gd name="connsiteX4" fmla="*/ 165354 w 1695450"/>
              <a:gd name="connsiteY4" fmla="*/ 0 h 1952625"/>
              <a:gd name="connsiteX5" fmla="*/ 1530096 w 1695450"/>
              <a:gd name="connsiteY5" fmla="*/ 0 h 1952625"/>
              <a:gd name="connsiteX6" fmla="*/ 1695450 w 1695450"/>
              <a:gd name="connsiteY6" fmla="*/ 165354 h 1952625"/>
              <a:gd name="connsiteX7" fmla="*/ 1695450 w 1695450"/>
              <a:gd name="connsiteY7" fmla="*/ 1787271 h 1952625"/>
              <a:gd name="connsiteX8" fmla="*/ 1530096 w 1695450"/>
              <a:gd name="connsiteY8" fmla="*/ 1952625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450" h="1952625">
                <a:moveTo>
                  <a:pt x="1530096" y="1952625"/>
                </a:moveTo>
                <a:lnTo>
                  <a:pt x="165354" y="1952625"/>
                </a:lnTo>
                <a:cubicBezTo>
                  <a:pt x="74390" y="1952625"/>
                  <a:pt x="0" y="1878235"/>
                  <a:pt x="0" y="1787271"/>
                </a:cubicBezTo>
                <a:lnTo>
                  <a:pt x="0" y="165354"/>
                </a:lnTo>
                <a:cubicBezTo>
                  <a:pt x="0" y="74390"/>
                  <a:pt x="74390" y="0"/>
                  <a:pt x="165354" y="0"/>
                </a:cubicBezTo>
                <a:lnTo>
                  <a:pt x="1530096" y="0"/>
                </a:lnTo>
                <a:cubicBezTo>
                  <a:pt x="1621060" y="0"/>
                  <a:pt x="1695450" y="74390"/>
                  <a:pt x="1695450" y="165354"/>
                </a:cubicBezTo>
                <a:lnTo>
                  <a:pt x="1695450" y="1787271"/>
                </a:lnTo>
                <a:cubicBezTo>
                  <a:pt x="1695450" y="1878235"/>
                  <a:pt x="1621060" y="1952625"/>
                  <a:pt x="1530096" y="1952625"/>
                </a:cubicBezTo>
                <a:close/>
              </a:path>
            </a:pathLst>
          </a:custGeom>
          <a:gradFill>
            <a:gsLst>
              <a:gs pos="1000">
                <a:schemeClr val="bg1"/>
              </a:gs>
              <a:gs pos="100000">
                <a:schemeClr val="bg1">
                  <a:lumMod val="95000"/>
                </a:schemeClr>
              </a:gs>
            </a:gsLst>
            <a:lin ang="5400000" scaled="1"/>
          </a:gra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75" name="TextBox 74">
            <a:extLst>
              <a:ext uri="{FF2B5EF4-FFF2-40B4-BE49-F238E27FC236}">
                <a16:creationId xmlns:a16="http://schemas.microsoft.com/office/drawing/2014/main" id="{2F5AAB7C-47FA-33F1-97BD-90AA186D1F13}"/>
              </a:ext>
            </a:extLst>
          </p:cNvPr>
          <p:cNvSpPr txBox="1"/>
          <p:nvPr/>
        </p:nvSpPr>
        <p:spPr>
          <a:xfrm>
            <a:off x="5240972" y="3192404"/>
            <a:ext cx="1710056" cy="1089529"/>
          </a:xfrm>
          <a:prstGeom prst="rect">
            <a:avLst/>
          </a:prstGeom>
          <a:noFill/>
        </p:spPr>
        <p:txBody>
          <a:bodyPr wrap="square" rtlCol="0" anchor="ctr">
            <a:sp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3200" b="1" i="0" u="none" strike="noStrike" kern="1200" cap="none" spc="0" normalizeH="0" baseline="0" noProof="0">
                <a:ln>
                  <a:noFill/>
                </a:ln>
                <a:solidFill>
                  <a:prstClr val="black">
                    <a:lumMod val="75000"/>
                    <a:lumOff val="25000"/>
                  </a:prstClr>
                </a:solidFill>
                <a:effectLst/>
                <a:uLnTx/>
                <a:uFillTx/>
                <a:latin typeface="Segoe UI"/>
                <a:ea typeface="Segoe UI Black" panose="020B0A02040204020203" pitchFamily="34" charset="0"/>
                <a:cs typeface="+mn-cs"/>
              </a:rPr>
              <a:t>6-ITEM</a:t>
            </a:r>
            <a:r>
              <a:rPr kumimoji="0" lang="en-US" sz="2000" b="1" i="0" u="none" strike="noStrike" kern="1200" cap="none" spc="0" normalizeH="0" baseline="0" noProof="0">
                <a:ln>
                  <a:noFill/>
                </a:ln>
                <a:solidFill>
                  <a:prstClr val="black">
                    <a:lumMod val="75000"/>
                    <a:lumOff val="25000"/>
                  </a:prstClr>
                </a:solidFill>
                <a:effectLst/>
                <a:uLnTx/>
                <a:uFillTx/>
                <a:latin typeface="Segoe UI"/>
                <a:ea typeface="Segoe UI Black" panose="020B0A02040204020203" pitchFamily="34" charset="0"/>
                <a:cs typeface="+mn-cs"/>
              </a:rPr>
              <a:t> Infographic Boxes</a:t>
            </a:r>
          </a:p>
        </p:txBody>
      </p:sp>
      <p:grpSp>
        <p:nvGrpSpPr>
          <p:cNvPr id="76" name="Group 75">
            <a:extLst>
              <a:ext uri="{FF2B5EF4-FFF2-40B4-BE49-F238E27FC236}">
                <a16:creationId xmlns:a16="http://schemas.microsoft.com/office/drawing/2014/main" id="{57D57D36-5DD2-B7A1-30F5-9B4E10E85938}"/>
              </a:ext>
            </a:extLst>
          </p:cNvPr>
          <p:cNvGrpSpPr/>
          <p:nvPr/>
        </p:nvGrpSpPr>
        <p:grpSpPr>
          <a:xfrm>
            <a:off x="1912442" y="1533160"/>
            <a:ext cx="2443932" cy="823027"/>
            <a:chOff x="6598468" y="2658806"/>
            <a:chExt cx="2443932" cy="823027"/>
          </a:xfrm>
        </p:grpSpPr>
        <p:sp>
          <p:nvSpPr>
            <p:cNvPr id="77" name="Rectangle 76">
              <a:extLst>
                <a:ext uri="{FF2B5EF4-FFF2-40B4-BE49-F238E27FC236}">
                  <a16:creationId xmlns:a16="http://schemas.microsoft.com/office/drawing/2014/main" id="{709D7E47-C545-E159-A93E-429C5DDCDD13}"/>
                </a:ext>
              </a:extLst>
            </p:cNvPr>
            <p:cNvSpPr/>
            <p:nvPr/>
          </p:nvSpPr>
          <p:spPr>
            <a:xfrm>
              <a:off x="6598468" y="2996952"/>
              <a:ext cx="2443932" cy="484881"/>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78" name="Rectangle 77">
              <a:extLst>
                <a:ext uri="{FF2B5EF4-FFF2-40B4-BE49-F238E27FC236}">
                  <a16:creationId xmlns:a16="http://schemas.microsoft.com/office/drawing/2014/main" id="{630288F7-4D25-A922-9F18-D49F5484C22E}"/>
                </a:ext>
              </a:extLst>
            </p:cNvPr>
            <p:cNvSpPr/>
            <p:nvPr/>
          </p:nvSpPr>
          <p:spPr>
            <a:xfrm>
              <a:off x="6598468" y="2658806"/>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grpSp>
        <p:nvGrpSpPr>
          <p:cNvPr id="79" name="Group 78">
            <a:extLst>
              <a:ext uri="{FF2B5EF4-FFF2-40B4-BE49-F238E27FC236}">
                <a16:creationId xmlns:a16="http://schemas.microsoft.com/office/drawing/2014/main" id="{417055EA-C051-17BE-0F47-3E28F65980B8}"/>
              </a:ext>
            </a:extLst>
          </p:cNvPr>
          <p:cNvGrpSpPr/>
          <p:nvPr/>
        </p:nvGrpSpPr>
        <p:grpSpPr>
          <a:xfrm>
            <a:off x="7784922" y="1533160"/>
            <a:ext cx="2443932" cy="823027"/>
            <a:chOff x="6598468" y="2658806"/>
            <a:chExt cx="2443932" cy="823027"/>
          </a:xfrm>
        </p:grpSpPr>
        <p:sp>
          <p:nvSpPr>
            <p:cNvPr id="80" name="Rectangle 79">
              <a:extLst>
                <a:ext uri="{FF2B5EF4-FFF2-40B4-BE49-F238E27FC236}">
                  <a16:creationId xmlns:a16="http://schemas.microsoft.com/office/drawing/2014/main" id="{27995BEE-A514-678F-56F4-E9B8FB4CE93C}"/>
                </a:ext>
              </a:extLst>
            </p:cNvPr>
            <p:cNvSpPr/>
            <p:nvPr/>
          </p:nvSpPr>
          <p:spPr>
            <a:xfrm>
              <a:off x="6598468" y="2996952"/>
              <a:ext cx="2443932" cy="484881"/>
            </a:xfrm>
            <a:prstGeom prst="rect">
              <a:avLst/>
            </a:prstGeom>
          </p:spPr>
          <p:txBody>
            <a:bodyPr wrap="square" lIns="0" tIns="0" rIns="0" bIns="0" anchor="t">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81" name="Rectangle 80">
              <a:extLst>
                <a:ext uri="{FF2B5EF4-FFF2-40B4-BE49-F238E27FC236}">
                  <a16:creationId xmlns:a16="http://schemas.microsoft.com/office/drawing/2014/main" id="{BEA9A958-947F-EFA5-ED4C-789D4788707B}"/>
                </a:ext>
              </a:extLst>
            </p:cNvPr>
            <p:cNvSpPr/>
            <p:nvPr/>
          </p:nvSpPr>
          <p:spPr>
            <a:xfrm>
              <a:off x="6598468" y="2658806"/>
              <a:ext cx="2443932" cy="248184"/>
            </a:xfrm>
            <a:prstGeom prst="rect">
              <a:avLst/>
            </a:prstGeom>
          </p:spPr>
          <p:txBody>
            <a:bodyPr wrap="square" lIns="0" tIns="0" rIns="0" bIns="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grpSp>
        <p:nvGrpSpPr>
          <p:cNvPr id="82" name="Group 81">
            <a:extLst>
              <a:ext uri="{FF2B5EF4-FFF2-40B4-BE49-F238E27FC236}">
                <a16:creationId xmlns:a16="http://schemas.microsoft.com/office/drawing/2014/main" id="{1B586798-56AF-BD3F-6302-969076079F95}"/>
              </a:ext>
            </a:extLst>
          </p:cNvPr>
          <p:cNvGrpSpPr/>
          <p:nvPr/>
        </p:nvGrpSpPr>
        <p:grpSpPr>
          <a:xfrm>
            <a:off x="1912442" y="3331480"/>
            <a:ext cx="2443932" cy="823027"/>
            <a:chOff x="6598468" y="2658806"/>
            <a:chExt cx="2443932" cy="823027"/>
          </a:xfrm>
        </p:grpSpPr>
        <p:sp>
          <p:nvSpPr>
            <p:cNvPr id="83" name="Rectangle 82">
              <a:extLst>
                <a:ext uri="{FF2B5EF4-FFF2-40B4-BE49-F238E27FC236}">
                  <a16:creationId xmlns:a16="http://schemas.microsoft.com/office/drawing/2014/main" id="{A004F4C6-BF91-41A0-63C7-AAE4A3320811}"/>
                </a:ext>
              </a:extLst>
            </p:cNvPr>
            <p:cNvSpPr/>
            <p:nvPr/>
          </p:nvSpPr>
          <p:spPr>
            <a:xfrm>
              <a:off x="6598468" y="2996952"/>
              <a:ext cx="2443932" cy="484881"/>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84" name="Rectangle 83">
              <a:extLst>
                <a:ext uri="{FF2B5EF4-FFF2-40B4-BE49-F238E27FC236}">
                  <a16:creationId xmlns:a16="http://schemas.microsoft.com/office/drawing/2014/main" id="{304B35C7-999A-BCC3-C709-E628C8DEBDED}"/>
                </a:ext>
              </a:extLst>
            </p:cNvPr>
            <p:cNvSpPr/>
            <p:nvPr/>
          </p:nvSpPr>
          <p:spPr>
            <a:xfrm>
              <a:off x="6598468" y="2658806"/>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grpSp>
        <p:nvGrpSpPr>
          <p:cNvPr id="85" name="Group 84">
            <a:extLst>
              <a:ext uri="{FF2B5EF4-FFF2-40B4-BE49-F238E27FC236}">
                <a16:creationId xmlns:a16="http://schemas.microsoft.com/office/drawing/2014/main" id="{F7D55E56-685E-4E25-E42E-6FC36FA36ECF}"/>
              </a:ext>
            </a:extLst>
          </p:cNvPr>
          <p:cNvGrpSpPr/>
          <p:nvPr/>
        </p:nvGrpSpPr>
        <p:grpSpPr>
          <a:xfrm>
            <a:off x="7784922" y="3331480"/>
            <a:ext cx="2443932" cy="823027"/>
            <a:chOff x="6598468" y="2658806"/>
            <a:chExt cx="2443932" cy="823027"/>
          </a:xfrm>
        </p:grpSpPr>
        <p:sp>
          <p:nvSpPr>
            <p:cNvPr id="86" name="Rectangle 85">
              <a:extLst>
                <a:ext uri="{FF2B5EF4-FFF2-40B4-BE49-F238E27FC236}">
                  <a16:creationId xmlns:a16="http://schemas.microsoft.com/office/drawing/2014/main" id="{F6341FD0-3031-F1F8-01EC-85FA13ADF44E}"/>
                </a:ext>
              </a:extLst>
            </p:cNvPr>
            <p:cNvSpPr/>
            <p:nvPr/>
          </p:nvSpPr>
          <p:spPr>
            <a:xfrm>
              <a:off x="6598468" y="2996952"/>
              <a:ext cx="2443932" cy="484881"/>
            </a:xfrm>
            <a:prstGeom prst="rect">
              <a:avLst/>
            </a:prstGeom>
          </p:spPr>
          <p:txBody>
            <a:bodyPr wrap="square" lIns="0" tIns="0" rIns="0" bIns="0" anchor="t">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87" name="Rectangle 86">
              <a:extLst>
                <a:ext uri="{FF2B5EF4-FFF2-40B4-BE49-F238E27FC236}">
                  <a16:creationId xmlns:a16="http://schemas.microsoft.com/office/drawing/2014/main" id="{3AE6E114-6063-0D31-0EE8-411B05A50821}"/>
                </a:ext>
              </a:extLst>
            </p:cNvPr>
            <p:cNvSpPr/>
            <p:nvPr/>
          </p:nvSpPr>
          <p:spPr>
            <a:xfrm>
              <a:off x="6598468" y="2658806"/>
              <a:ext cx="2443932" cy="248184"/>
            </a:xfrm>
            <a:prstGeom prst="rect">
              <a:avLst/>
            </a:prstGeom>
          </p:spPr>
          <p:txBody>
            <a:bodyPr wrap="square" lIns="0" tIns="0" rIns="0" bIns="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grpSp>
        <p:nvGrpSpPr>
          <p:cNvPr id="88" name="Group 87">
            <a:extLst>
              <a:ext uri="{FF2B5EF4-FFF2-40B4-BE49-F238E27FC236}">
                <a16:creationId xmlns:a16="http://schemas.microsoft.com/office/drawing/2014/main" id="{93C7F397-F8FC-090D-F7BC-57F09F8B2221}"/>
              </a:ext>
            </a:extLst>
          </p:cNvPr>
          <p:cNvGrpSpPr/>
          <p:nvPr/>
        </p:nvGrpSpPr>
        <p:grpSpPr>
          <a:xfrm>
            <a:off x="1912442" y="5099320"/>
            <a:ext cx="2443932" cy="823027"/>
            <a:chOff x="6598468" y="2658806"/>
            <a:chExt cx="2443932" cy="823027"/>
          </a:xfrm>
        </p:grpSpPr>
        <p:sp>
          <p:nvSpPr>
            <p:cNvPr id="89" name="Rectangle 88">
              <a:extLst>
                <a:ext uri="{FF2B5EF4-FFF2-40B4-BE49-F238E27FC236}">
                  <a16:creationId xmlns:a16="http://schemas.microsoft.com/office/drawing/2014/main" id="{C577FD8E-806E-E170-5052-B407C5CFBF5E}"/>
                </a:ext>
              </a:extLst>
            </p:cNvPr>
            <p:cNvSpPr/>
            <p:nvPr/>
          </p:nvSpPr>
          <p:spPr>
            <a:xfrm>
              <a:off x="6598468" y="2996952"/>
              <a:ext cx="2443932" cy="484881"/>
            </a:xfrm>
            <a:prstGeom prst="rect">
              <a:avLst/>
            </a:prstGeom>
          </p:spPr>
          <p:txBody>
            <a:bodyPr wrap="square" lIns="0" tIns="0" rIns="0" bIns="0" anchor="t">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90" name="Rectangle 89">
              <a:extLst>
                <a:ext uri="{FF2B5EF4-FFF2-40B4-BE49-F238E27FC236}">
                  <a16:creationId xmlns:a16="http://schemas.microsoft.com/office/drawing/2014/main" id="{C52CC1AB-EB54-7EBB-C41E-7B24BCF9C11E}"/>
                </a:ext>
              </a:extLst>
            </p:cNvPr>
            <p:cNvSpPr/>
            <p:nvPr/>
          </p:nvSpPr>
          <p:spPr>
            <a:xfrm>
              <a:off x="6598468" y="2658806"/>
              <a:ext cx="2443932" cy="248184"/>
            </a:xfrm>
            <a:prstGeom prst="rect">
              <a:avLst/>
            </a:prstGeom>
          </p:spPr>
          <p:txBody>
            <a:bodyPr wrap="square" lIns="0" tIns="0" rIns="0" bIns="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grpSp>
        <p:nvGrpSpPr>
          <p:cNvPr id="91" name="Group 90">
            <a:extLst>
              <a:ext uri="{FF2B5EF4-FFF2-40B4-BE49-F238E27FC236}">
                <a16:creationId xmlns:a16="http://schemas.microsoft.com/office/drawing/2014/main" id="{EF7E5141-74F4-08BA-1FAB-105A1152E6B8}"/>
              </a:ext>
            </a:extLst>
          </p:cNvPr>
          <p:cNvGrpSpPr/>
          <p:nvPr/>
        </p:nvGrpSpPr>
        <p:grpSpPr>
          <a:xfrm>
            <a:off x="7784922" y="5099320"/>
            <a:ext cx="2443932" cy="823027"/>
            <a:chOff x="6598468" y="2658806"/>
            <a:chExt cx="2443932" cy="823027"/>
          </a:xfrm>
        </p:grpSpPr>
        <p:sp>
          <p:nvSpPr>
            <p:cNvPr id="92" name="Rectangle 91">
              <a:extLst>
                <a:ext uri="{FF2B5EF4-FFF2-40B4-BE49-F238E27FC236}">
                  <a16:creationId xmlns:a16="http://schemas.microsoft.com/office/drawing/2014/main" id="{71B133DD-3DCF-D45C-5906-85F0B0629AA8}"/>
                </a:ext>
              </a:extLst>
            </p:cNvPr>
            <p:cNvSpPr/>
            <p:nvPr/>
          </p:nvSpPr>
          <p:spPr>
            <a:xfrm>
              <a:off x="6598468" y="2996952"/>
              <a:ext cx="2443932" cy="484881"/>
            </a:xfrm>
            <a:prstGeom prst="rect">
              <a:avLst/>
            </a:prstGeom>
          </p:spPr>
          <p:txBody>
            <a:bodyPr wrap="square" lIns="0" tIns="0" rIns="0" bIns="0" anchor="t">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This is a sample text. Insert your desired text here.</a:t>
              </a:r>
            </a:p>
          </p:txBody>
        </p:sp>
        <p:sp>
          <p:nvSpPr>
            <p:cNvPr id="93" name="Rectangle 92">
              <a:extLst>
                <a:ext uri="{FF2B5EF4-FFF2-40B4-BE49-F238E27FC236}">
                  <a16:creationId xmlns:a16="http://schemas.microsoft.com/office/drawing/2014/main" id="{DC4B9E75-E456-9619-66DA-E74A654D0121}"/>
                </a:ext>
              </a:extLst>
            </p:cNvPr>
            <p:cNvSpPr/>
            <p:nvPr/>
          </p:nvSpPr>
          <p:spPr>
            <a:xfrm>
              <a:off x="6598468" y="2658806"/>
              <a:ext cx="2443932" cy="248184"/>
            </a:xfrm>
            <a:prstGeom prst="rect">
              <a:avLst/>
            </a:prstGeom>
          </p:spPr>
          <p:txBody>
            <a:bodyPr wrap="square" lIns="0" tIns="0" rIns="0" bIns="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lumMod val="85000"/>
                      <a:lumOff val="15000"/>
                    </a:prstClr>
                  </a:solidFill>
                  <a:effectLst/>
                  <a:uLnTx/>
                  <a:uFillTx/>
                  <a:latin typeface="Segoe UI" panose="020B0502040204020203" pitchFamily="34" charset="0"/>
                  <a:ea typeface="Open Sans" panose="020B0606030504020204" pitchFamily="34" charset="0"/>
                  <a:cs typeface="Segoe UI" panose="020B0502040204020203" pitchFamily="34" charset="0"/>
                </a:rPr>
                <a:t>Placeholder</a:t>
              </a:r>
            </a:p>
          </p:txBody>
        </p:sp>
      </p:grpSp>
      <p:pic>
        <p:nvPicPr>
          <p:cNvPr id="97" name="Graphic 96" descr="Daily calendar with solid fill">
            <a:extLst>
              <a:ext uri="{FF2B5EF4-FFF2-40B4-BE49-F238E27FC236}">
                <a16:creationId xmlns:a16="http://schemas.microsoft.com/office/drawing/2014/main" id="{191F70F8-DB3E-D69E-C09B-0FE2029008B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480323" y="1621214"/>
            <a:ext cx="671094" cy="671094"/>
          </a:xfrm>
          <a:prstGeom prst="rect">
            <a:avLst/>
          </a:prstGeom>
        </p:spPr>
      </p:pic>
      <p:pic>
        <p:nvPicPr>
          <p:cNvPr id="99" name="Graphic 98" descr="Decision chart with solid fill">
            <a:extLst>
              <a:ext uri="{FF2B5EF4-FFF2-40B4-BE49-F238E27FC236}">
                <a16:creationId xmlns:a16="http://schemas.microsoft.com/office/drawing/2014/main" id="{DD4B56FE-1FC5-6D5A-AFE4-E7FCA85B29D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480323" y="3398464"/>
            <a:ext cx="671094" cy="671094"/>
          </a:xfrm>
          <a:prstGeom prst="rect">
            <a:avLst/>
          </a:prstGeom>
        </p:spPr>
      </p:pic>
      <p:pic>
        <p:nvPicPr>
          <p:cNvPr id="101" name="Graphic 100" descr="Diamond with solid fill">
            <a:extLst>
              <a:ext uri="{FF2B5EF4-FFF2-40B4-BE49-F238E27FC236}">
                <a16:creationId xmlns:a16="http://schemas.microsoft.com/office/drawing/2014/main" id="{0CEE015D-1AF8-CFC7-9B60-A5798A91C02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0480323" y="5178869"/>
            <a:ext cx="671094" cy="671094"/>
          </a:xfrm>
          <a:prstGeom prst="rect">
            <a:avLst/>
          </a:prstGeom>
        </p:spPr>
      </p:pic>
      <p:pic>
        <p:nvPicPr>
          <p:cNvPr id="103" name="Graphic 102" descr="Document with solid fill">
            <a:extLst>
              <a:ext uri="{FF2B5EF4-FFF2-40B4-BE49-F238E27FC236}">
                <a16:creationId xmlns:a16="http://schemas.microsoft.com/office/drawing/2014/main" id="{E3A7CD2C-34CA-0F78-7772-DBAF48DF20A2}"/>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83028" y="5178869"/>
            <a:ext cx="671094" cy="671094"/>
          </a:xfrm>
          <a:prstGeom prst="rect">
            <a:avLst/>
          </a:prstGeom>
        </p:spPr>
      </p:pic>
      <p:pic>
        <p:nvPicPr>
          <p:cNvPr id="105" name="Graphic 104" descr="Gears with solid fill">
            <a:extLst>
              <a:ext uri="{FF2B5EF4-FFF2-40B4-BE49-F238E27FC236}">
                <a16:creationId xmlns:a16="http://schemas.microsoft.com/office/drawing/2014/main" id="{7CC53DBA-FF16-4A28-120E-7309AFFBD5E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83028" y="3398464"/>
            <a:ext cx="671094" cy="671094"/>
          </a:xfrm>
          <a:prstGeom prst="rect">
            <a:avLst/>
          </a:prstGeom>
        </p:spPr>
      </p:pic>
      <p:pic>
        <p:nvPicPr>
          <p:cNvPr id="107" name="Graphic 106" descr="Layers Design with solid fill">
            <a:extLst>
              <a:ext uri="{FF2B5EF4-FFF2-40B4-BE49-F238E27FC236}">
                <a16:creationId xmlns:a16="http://schemas.microsoft.com/office/drawing/2014/main" id="{F330AE4D-6610-0F6E-B72D-31EF447E1FB9}"/>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83028" y="1621214"/>
            <a:ext cx="671094" cy="671094"/>
          </a:xfrm>
          <a:prstGeom prst="rect">
            <a:avLst/>
          </a:prstGeom>
        </p:spPr>
      </p:pic>
    </p:spTree>
    <p:extLst>
      <p:ext uri="{BB962C8B-B14F-4D97-AF65-F5344CB8AC3E}">
        <p14:creationId xmlns:p14="http://schemas.microsoft.com/office/powerpoint/2010/main" val="1655050436"/>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100000">
              <a:schemeClr val="bg1">
                <a:lumMod val="95000"/>
              </a:schemeClr>
            </a:gs>
          </a:gsLst>
          <a:lin ang="0" scaled="1"/>
        </a:gradFill>
        <a:effectLst/>
      </p:bgPr>
    </p:bg>
    <p:spTree>
      <p:nvGrpSpPr>
        <p:cNvPr id="1" name="">
          <a:extLst>
            <a:ext uri="{FF2B5EF4-FFF2-40B4-BE49-F238E27FC236}">
              <a16:creationId xmlns:a16="http://schemas.microsoft.com/office/drawing/2014/main" id="{955CAB9F-4286-0946-C38A-C3C85D12D6F7}"/>
            </a:ext>
          </a:extLst>
        </p:cNvPr>
        <p:cNvGrpSpPr/>
        <p:nvPr/>
      </p:nvGrpSpPr>
      <p:grpSpPr>
        <a:xfrm>
          <a:off x="0" y="0"/>
          <a:ext cx="0" cy="0"/>
          <a:chOff x="0" y="0"/>
          <a:chExt cx="0" cy="0"/>
        </a:xfrm>
      </p:grpSpPr>
      <p:grpSp>
        <p:nvGrpSpPr>
          <p:cNvPr id="20" name="Group 19">
            <a:extLst>
              <a:ext uri="{FF2B5EF4-FFF2-40B4-BE49-F238E27FC236}">
                <a16:creationId xmlns:a16="http://schemas.microsoft.com/office/drawing/2014/main" id="{AD35EB88-1684-BD0A-1282-B8C355A2F68F}"/>
              </a:ext>
            </a:extLst>
          </p:cNvPr>
          <p:cNvGrpSpPr/>
          <p:nvPr/>
        </p:nvGrpSpPr>
        <p:grpSpPr>
          <a:xfrm>
            <a:off x="3247379" y="1340768"/>
            <a:ext cx="5697242" cy="4933980"/>
            <a:chOff x="3139613" y="1302533"/>
            <a:chExt cx="5911632" cy="5119650"/>
          </a:xfrm>
        </p:grpSpPr>
        <p:sp>
          <p:nvSpPr>
            <p:cNvPr id="15" name="Freeform: Shape 14">
              <a:extLst>
                <a:ext uri="{FF2B5EF4-FFF2-40B4-BE49-F238E27FC236}">
                  <a16:creationId xmlns:a16="http://schemas.microsoft.com/office/drawing/2014/main" id="{F6246BC6-163A-CAB8-A8A2-277E3E77AC49}"/>
                </a:ext>
              </a:extLst>
            </p:cNvPr>
            <p:cNvSpPr/>
            <p:nvPr/>
          </p:nvSpPr>
          <p:spPr>
            <a:xfrm>
              <a:off x="4469823" y="2566086"/>
              <a:ext cx="4206197" cy="3642799"/>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solidFill>
              <a:schemeClr val="tx1">
                <a:alpha val="30000"/>
              </a:schemeClr>
            </a:solidFill>
            <a:ln w="127000" cap="flat">
              <a:noFill/>
              <a:prstDash val="solid"/>
              <a:miter/>
            </a:ln>
            <a:effectLst>
              <a:softEdge rad="609600"/>
            </a:effectLst>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nvGrpSpPr>
            <p:cNvPr id="14" name="Group 13">
              <a:extLst>
                <a:ext uri="{FF2B5EF4-FFF2-40B4-BE49-F238E27FC236}">
                  <a16:creationId xmlns:a16="http://schemas.microsoft.com/office/drawing/2014/main" id="{8FEBCFAF-FF22-C83B-6C65-A5FA6CAF96C9}"/>
                </a:ext>
              </a:extLst>
            </p:cNvPr>
            <p:cNvGrpSpPr/>
            <p:nvPr/>
          </p:nvGrpSpPr>
          <p:grpSpPr>
            <a:xfrm>
              <a:off x="3139613" y="1302533"/>
              <a:ext cx="5911632" cy="5119650"/>
              <a:chOff x="3139613" y="1302533"/>
              <a:chExt cx="5911632" cy="5119650"/>
            </a:xfrm>
          </p:grpSpPr>
          <p:sp>
            <p:nvSpPr>
              <p:cNvPr id="12" name="Freeform: Shape 11">
                <a:extLst>
                  <a:ext uri="{FF2B5EF4-FFF2-40B4-BE49-F238E27FC236}">
                    <a16:creationId xmlns:a16="http://schemas.microsoft.com/office/drawing/2014/main" id="{56CAA7DC-C34F-06F6-27C7-3D1E33FA9D0E}"/>
                  </a:ext>
                </a:extLst>
              </p:cNvPr>
              <p:cNvSpPr/>
              <p:nvPr/>
            </p:nvSpPr>
            <p:spPr>
              <a:xfrm>
                <a:off x="3928599" y="1985813"/>
                <a:ext cx="4333658" cy="3753092"/>
              </a:xfrm>
              <a:custGeom>
                <a:avLst/>
                <a:gdLst>
                  <a:gd name="connsiteX0" fmla="*/ 3159310 w 4212380"/>
                  <a:gd name="connsiteY0" fmla="*/ 0 h 3648063"/>
                  <a:gd name="connsiteX1" fmla="*/ 1053071 w 4212380"/>
                  <a:gd name="connsiteY1" fmla="*/ 0 h 3648063"/>
                  <a:gd name="connsiteX2" fmla="*/ 0 w 4212380"/>
                  <a:gd name="connsiteY2" fmla="*/ 1824032 h 3648063"/>
                  <a:gd name="connsiteX3" fmla="*/ 1053071 w 4212380"/>
                  <a:gd name="connsiteY3" fmla="*/ 3648064 h 3648063"/>
                  <a:gd name="connsiteX4" fmla="*/ 3159310 w 4212380"/>
                  <a:gd name="connsiteY4" fmla="*/ 3648064 h 3648063"/>
                  <a:gd name="connsiteX5" fmla="*/ 4212381 w 4212380"/>
                  <a:gd name="connsiteY5" fmla="*/ 1824032 h 3648063"/>
                  <a:gd name="connsiteX6" fmla="*/ 3159310 w 4212380"/>
                  <a:gd name="connsiteY6" fmla="*/ 0 h 36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12380" h="3648063">
                    <a:moveTo>
                      <a:pt x="3159310" y="0"/>
                    </a:moveTo>
                    <a:lnTo>
                      <a:pt x="1053071" y="0"/>
                    </a:lnTo>
                    <a:lnTo>
                      <a:pt x="0" y="1824032"/>
                    </a:lnTo>
                    <a:lnTo>
                      <a:pt x="1053071" y="3648064"/>
                    </a:lnTo>
                    <a:lnTo>
                      <a:pt x="3159310" y="3648064"/>
                    </a:lnTo>
                    <a:lnTo>
                      <a:pt x="4212381" y="1824032"/>
                    </a:lnTo>
                    <a:lnTo>
                      <a:pt x="3159310" y="0"/>
                    </a:lnTo>
                    <a:close/>
                  </a:path>
                </a:pathLst>
              </a:custGeom>
              <a:noFill/>
              <a:ln w="19362" cap="flat">
                <a:solidFill>
                  <a:schemeClr val="bg1">
                    <a:lumMod val="85000"/>
                  </a:schemeClr>
                </a:solid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8" name="Freeform: Shape 7">
                <a:extLst>
                  <a:ext uri="{FF2B5EF4-FFF2-40B4-BE49-F238E27FC236}">
                    <a16:creationId xmlns:a16="http://schemas.microsoft.com/office/drawing/2014/main" id="{4FF0D8EC-80D1-0182-CC8B-B301472A9A8A}"/>
                  </a:ext>
                </a:extLst>
              </p:cNvPr>
              <p:cNvSpPr/>
              <p:nvPr/>
            </p:nvSpPr>
            <p:spPr>
              <a:xfrm>
                <a:off x="3139613" y="3862359"/>
                <a:ext cx="5911632" cy="9687"/>
              </a:xfrm>
              <a:custGeom>
                <a:avLst/>
                <a:gdLst>
                  <a:gd name="connsiteX0" fmla="*/ 0 w 5911632"/>
                  <a:gd name="connsiteY0" fmla="*/ 0 h 9687"/>
                  <a:gd name="connsiteX1" fmla="*/ 5911633 w 5911632"/>
                  <a:gd name="connsiteY1" fmla="*/ 0 h 9687"/>
                </a:gdLst>
                <a:ahLst/>
                <a:cxnLst>
                  <a:cxn ang="0">
                    <a:pos x="connsiteX0" y="connsiteY0"/>
                  </a:cxn>
                  <a:cxn ang="0">
                    <a:pos x="connsiteX1" y="connsiteY1"/>
                  </a:cxn>
                </a:cxnLst>
                <a:rect l="l" t="t" r="r" b="b"/>
                <a:pathLst>
                  <a:path w="5911632" h="9687">
                    <a:moveTo>
                      <a:pt x="0" y="0"/>
                    </a:moveTo>
                    <a:lnTo>
                      <a:pt x="5911633" y="0"/>
                    </a:lnTo>
                  </a:path>
                </a:pathLst>
              </a:custGeom>
              <a:ln w="25400" cap="flat">
                <a:solidFill>
                  <a:schemeClr val="accent2"/>
                </a:solidFill>
                <a:prstDash val="solid"/>
                <a:miter/>
                <a:headEnd type="oval" w="lg" len="lg"/>
                <a:tailEnd type="oval" w="lg" len="lg"/>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9" name="Freeform: Shape 8">
                <a:extLst>
                  <a:ext uri="{FF2B5EF4-FFF2-40B4-BE49-F238E27FC236}">
                    <a16:creationId xmlns:a16="http://schemas.microsoft.com/office/drawing/2014/main" id="{5681A3F7-73DF-0E50-2919-47D808D5BF06}"/>
                  </a:ext>
                </a:extLst>
              </p:cNvPr>
              <p:cNvSpPr/>
              <p:nvPr/>
            </p:nvSpPr>
            <p:spPr>
              <a:xfrm>
                <a:off x="4617496" y="1302533"/>
                <a:ext cx="2955864" cy="5119650"/>
              </a:xfrm>
              <a:custGeom>
                <a:avLst/>
                <a:gdLst>
                  <a:gd name="connsiteX0" fmla="*/ 0 w 2955864"/>
                  <a:gd name="connsiteY0" fmla="*/ 0 h 5119650"/>
                  <a:gd name="connsiteX1" fmla="*/ 2955865 w 2955864"/>
                  <a:gd name="connsiteY1" fmla="*/ 5119651 h 5119650"/>
                </a:gdLst>
                <a:ahLst/>
                <a:cxnLst>
                  <a:cxn ang="0">
                    <a:pos x="connsiteX0" y="connsiteY0"/>
                  </a:cxn>
                  <a:cxn ang="0">
                    <a:pos x="connsiteX1" y="connsiteY1"/>
                  </a:cxn>
                </a:cxnLst>
                <a:rect l="l" t="t" r="r" b="b"/>
                <a:pathLst>
                  <a:path w="2955864" h="5119650">
                    <a:moveTo>
                      <a:pt x="0" y="0"/>
                    </a:moveTo>
                    <a:lnTo>
                      <a:pt x="2955865" y="5119651"/>
                    </a:lnTo>
                  </a:path>
                </a:pathLst>
              </a:custGeom>
              <a:ln w="25400" cap="flat">
                <a:solidFill>
                  <a:schemeClr val="accent5"/>
                </a:solidFill>
                <a:prstDash val="solid"/>
                <a:miter/>
                <a:headEnd type="oval" w="lg" len="lg"/>
                <a:tailEnd type="oval" w="lg" len="lg"/>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 name="Freeform: Shape 9">
                <a:extLst>
                  <a:ext uri="{FF2B5EF4-FFF2-40B4-BE49-F238E27FC236}">
                    <a16:creationId xmlns:a16="http://schemas.microsoft.com/office/drawing/2014/main" id="{773120DC-6942-AC3D-A0CF-9554F529E86D}"/>
                  </a:ext>
                </a:extLst>
              </p:cNvPr>
              <p:cNvSpPr/>
              <p:nvPr/>
            </p:nvSpPr>
            <p:spPr>
              <a:xfrm>
                <a:off x="4617496" y="1302533"/>
                <a:ext cx="2955864" cy="5119650"/>
              </a:xfrm>
              <a:custGeom>
                <a:avLst/>
                <a:gdLst>
                  <a:gd name="connsiteX0" fmla="*/ 2955865 w 2955864"/>
                  <a:gd name="connsiteY0" fmla="*/ 0 h 5119650"/>
                  <a:gd name="connsiteX1" fmla="*/ 0 w 2955864"/>
                  <a:gd name="connsiteY1" fmla="*/ 5119651 h 5119650"/>
                </a:gdLst>
                <a:ahLst/>
                <a:cxnLst>
                  <a:cxn ang="0">
                    <a:pos x="connsiteX0" y="connsiteY0"/>
                  </a:cxn>
                  <a:cxn ang="0">
                    <a:pos x="connsiteX1" y="connsiteY1"/>
                  </a:cxn>
                </a:cxnLst>
                <a:rect l="l" t="t" r="r" b="b"/>
                <a:pathLst>
                  <a:path w="2955864" h="5119650">
                    <a:moveTo>
                      <a:pt x="2955865" y="0"/>
                    </a:moveTo>
                    <a:lnTo>
                      <a:pt x="0" y="5119651"/>
                    </a:lnTo>
                  </a:path>
                </a:pathLst>
              </a:custGeom>
              <a:ln w="25400" cap="flat">
                <a:solidFill>
                  <a:schemeClr val="accent1"/>
                </a:solidFill>
                <a:prstDash val="solid"/>
                <a:miter/>
                <a:headEnd type="oval" w="lg" len="lg"/>
                <a:tailEnd type="oval" w="lg" len="lg"/>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grpSp>
        <p:sp>
          <p:nvSpPr>
            <p:cNvPr id="13" name="Freeform: Shape 12">
              <a:extLst>
                <a:ext uri="{FF2B5EF4-FFF2-40B4-BE49-F238E27FC236}">
                  <a16:creationId xmlns:a16="http://schemas.microsoft.com/office/drawing/2014/main" id="{6F6E8900-3DD1-3EFD-7535-0346E3C22B3D}"/>
                </a:ext>
              </a:extLst>
            </p:cNvPr>
            <p:cNvSpPr/>
            <p:nvPr/>
          </p:nvSpPr>
          <p:spPr>
            <a:xfrm>
              <a:off x="4154627" y="2209800"/>
              <a:ext cx="3816290" cy="3305118"/>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gradFill flip="none" rotWithShape="1">
              <a:gsLst>
                <a:gs pos="0">
                  <a:schemeClr val="bg1"/>
                </a:gs>
                <a:gs pos="100000">
                  <a:schemeClr val="bg1">
                    <a:lumMod val="85000"/>
                  </a:schemeClr>
                </a:gs>
              </a:gsLst>
              <a:lin ang="13500000" scaled="1"/>
              <a:tileRect/>
            </a:gradFill>
            <a:ln w="127000"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 name="Freeform: Shape 10">
              <a:extLst>
                <a:ext uri="{FF2B5EF4-FFF2-40B4-BE49-F238E27FC236}">
                  <a16:creationId xmlns:a16="http://schemas.microsoft.com/office/drawing/2014/main" id="{F686C3B0-6609-C37D-C0E8-5424908490E3}"/>
                </a:ext>
              </a:extLst>
            </p:cNvPr>
            <p:cNvSpPr/>
            <p:nvPr/>
          </p:nvSpPr>
          <p:spPr>
            <a:xfrm>
              <a:off x="4303408" y="2338652"/>
              <a:ext cx="3518729" cy="3047415"/>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gradFill flip="none" rotWithShape="1">
              <a:gsLst>
                <a:gs pos="0">
                  <a:schemeClr val="bg1"/>
                </a:gs>
                <a:gs pos="100000">
                  <a:schemeClr val="bg1">
                    <a:lumMod val="85000"/>
                  </a:schemeClr>
                </a:gs>
              </a:gsLst>
              <a:lin ang="2700000" scaled="1"/>
              <a:tileRect/>
            </a:gradFill>
            <a:ln w="127000"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6" name="TextBox 15">
              <a:extLst>
                <a:ext uri="{FF2B5EF4-FFF2-40B4-BE49-F238E27FC236}">
                  <a16:creationId xmlns:a16="http://schemas.microsoft.com/office/drawing/2014/main" id="{66F5A492-7F19-69EE-A3D1-BD69164D0EDD}"/>
                </a:ext>
              </a:extLst>
            </p:cNvPr>
            <p:cNvSpPr txBox="1"/>
            <p:nvPr/>
          </p:nvSpPr>
          <p:spPr>
            <a:xfrm>
              <a:off x="4689826" y="3222201"/>
              <a:ext cx="2745893" cy="1280317"/>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lumMod val="85000"/>
                      <a:lumOff val="15000"/>
                    </a:prstClr>
                  </a:solidFill>
                  <a:effectLst/>
                  <a:uLnTx/>
                  <a:uFillTx/>
                  <a:latin typeface="Segoe UI"/>
                  <a:ea typeface="+mn-ea"/>
                  <a:cs typeface="+mn-cs"/>
                </a:rPr>
                <a:t>HEXAGONAL</a:t>
              </a:r>
            </a:p>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lumMod val="85000"/>
                      <a:lumOff val="15000"/>
                    </a:prstClr>
                  </a:solidFill>
                  <a:effectLst/>
                  <a:uLnTx/>
                  <a:uFillTx/>
                  <a:latin typeface="Segoe UI"/>
                  <a:ea typeface="+mn-ea"/>
                  <a:cs typeface="+mn-cs"/>
                </a:rPr>
                <a:t>DIAGRAM</a:t>
              </a:r>
              <a:endParaRPr kumimoji="0" lang="en-IN" sz="2000" b="1" i="0" u="none" strike="noStrike" kern="1200" cap="none" spc="0" normalizeH="0" baseline="0" noProof="0">
                <a:ln>
                  <a:noFill/>
                </a:ln>
                <a:solidFill>
                  <a:prstClr val="black"/>
                </a:solidFill>
                <a:effectLst/>
                <a:uLnTx/>
                <a:uFillTx/>
                <a:latin typeface="Segoe UI"/>
                <a:ea typeface="+mn-ea"/>
                <a:cs typeface="+mn-cs"/>
              </a:endParaRPr>
            </a:p>
          </p:txBody>
        </p:sp>
      </p:grpSp>
      <p:sp>
        <p:nvSpPr>
          <p:cNvPr id="37" name="TextBox 36">
            <a:extLst>
              <a:ext uri="{FF2B5EF4-FFF2-40B4-BE49-F238E27FC236}">
                <a16:creationId xmlns:a16="http://schemas.microsoft.com/office/drawing/2014/main" id="{ABB93B3A-3280-E939-0447-3EB572C71BBA}"/>
              </a:ext>
            </a:extLst>
          </p:cNvPr>
          <p:cNvSpPr txBox="1"/>
          <p:nvPr/>
        </p:nvSpPr>
        <p:spPr>
          <a:xfrm>
            <a:off x="5321528" y="5878560"/>
            <a:ext cx="1548946" cy="423954"/>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40" name="TextBox 39">
            <a:extLst>
              <a:ext uri="{FF2B5EF4-FFF2-40B4-BE49-F238E27FC236}">
                <a16:creationId xmlns:a16="http://schemas.microsoft.com/office/drawing/2014/main" id="{05FC3886-D8C3-ED26-539F-562530C1F9BF}"/>
              </a:ext>
            </a:extLst>
          </p:cNvPr>
          <p:cNvSpPr txBox="1"/>
          <p:nvPr/>
        </p:nvSpPr>
        <p:spPr>
          <a:xfrm>
            <a:off x="5321528" y="1366851"/>
            <a:ext cx="1548946" cy="423954"/>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3" name="TextBox 2">
            <a:extLst>
              <a:ext uri="{FF2B5EF4-FFF2-40B4-BE49-F238E27FC236}">
                <a16:creationId xmlns:a16="http://schemas.microsoft.com/office/drawing/2014/main" id="{2F56A12A-5E63-CDE1-8BED-5565195B62D2}"/>
              </a:ext>
            </a:extLst>
          </p:cNvPr>
          <p:cNvSpPr txBox="1"/>
          <p:nvPr/>
        </p:nvSpPr>
        <p:spPr>
          <a:xfrm rot="3600000">
            <a:off x="7291003" y="2421926"/>
            <a:ext cx="1548946" cy="423954"/>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4" name="TextBox 3">
            <a:extLst>
              <a:ext uri="{FF2B5EF4-FFF2-40B4-BE49-F238E27FC236}">
                <a16:creationId xmlns:a16="http://schemas.microsoft.com/office/drawing/2014/main" id="{37308E42-2F3C-E7CF-8635-142C93C11521}"/>
              </a:ext>
            </a:extLst>
          </p:cNvPr>
          <p:cNvSpPr txBox="1"/>
          <p:nvPr/>
        </p:nvSpPr>
        <p:spPr>
          <a:xfrm rot="3600000">
            <a:off x="3352050" y="4793337"/>
            <a:ext cx="1548946" cy="423954"/>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5" name="TextBox 4">
            <a:extLst>
              <a:ext uri="{FF2B5EF4-FFF2-40B4-BE49-F238E27FC236}">
                <a16:creationId xmlns:a16="http://schemas.microsoft.com/office/drawing/2014/main" id="{54BC6CD5-B28E-450A-459C-536DF552B988}"/>
              </a:ext>
            </a:extLst>
          </p:cNvPr>
          <p:cNvSpPr txBox="1"/>
          <p:nvPr/>
        </p:nvSpPr>
        <p:spPr>
          <a:xfrm rot="18000000">
            <a:off x="3331954" y="2381732"/>
            <a:ext cx="1548946" cy="423954"/>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6" name="TextBox 5">
            <a:extLst>
              <a:ext uri="{FF2B5EF4-FFF2-40B4-BE49-F238E27FC236}">
                <a16:creationId xmlns:a16="http://schemas.microsoft.com/office/drawing/2014/main" id="{9458EABF-2B8F-5919-2A4A-E6D3C2F56779}"/>
              </a:ext>
            </a:extLst>
          </p:cNvPr>
          <p:cNvSpPr txBox="1"/>
          <p:nvPr/>
        </p:nvSpPr>
        <p:spPr>
          <a:xfrm rot="18000000">
            <a:off x="7361341" y="4763193"/>
            <a:ext cx="1548946" cy="423954"/>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85000"/>
                    <a:lumOff val="15000"/>
                  </a:prstClr>
                </a:solidFill>
                <a:effectLst/>
                <a:uLnTx/>
                <a:uFillTx/>
                <a:latin typeface="Segoe UI"/>
                <a:ea typeface="+mn-ea"/>
                <a:cs typeface="+mn-cs"/>
              </a:rPr>
              <a:t>Insert your desired text here.</a:t>
            </a:r>
            <a:endParaRPr kumimoji="0" lang="en-US" sz="1400" b="1" i="0" u="none" strike="noStrike" kern="1200" cap="none" spc="0" normalizeH="0" baseline="0" noProof="0">
              <a:ln>
                <a:noFill/>
              </a:ln>
              <a:solidFill>
                <a:prstClr val="black"/>
              </a:solidFill>
              <a:effectLst/>
              <a:uLnTx/>
              <a:uFillTx/>
              <a:latin typeface="Segoe UI"/>
              <a:ea typeface="+mn-ea"/>
              <a:cs typeface="+mn-cs"/>
            </a:endParaRPr>
          </a:p>
        </p:txBody>
      </p:sp>
      <p:sp>
        <p:nvSpPr>
          <p:cNvPr id="7" name="TextBox 6">
            <a:extLst>
              <a:ext uri="{FF2B5EF4-FFF2-40B4-BE49-F238E27FC236}">
                <a16:creationId xmlns:a16="http://schemas.microsoft.com/office/drawing/2014/main" id="{D967FBD8-764D-764D-6C96-92F90352F15B}"/>
              </a:ext>
            </a:extLst>
          </p:cNvPr>
          <p:cNvSpPr txBox="1"/>
          <p:nvPr/>
        </p:nvSpPr>
        <p:spPr>
          <a:xfrm>
            <a:off x="1092317" y="4910851"/>
            <a:ext cx="1807912" cy="749781"/>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600" b="1" i="0" u="none" strike="noStrike" kern="1200" cap="none" spc="0" normalizeH="0" baseline="0" noProof="0">
              <a:ln>
                <a:noFill/>
              </a:ln>
              <a:solidFill>
                <a:prstClr val="black"/>
              </a:solidFill>
              <a:effectLst/>
              <a:uLnTx/>
              <a:uFillTx/>
              <a:latin typeface="Segoe UI"/>
              <a:ea typeface="+mn-ea"/>
              <a:cs typeface="+mn-cs"/>
            </a:endParaRPr>
          </a:p>
        </p:txBody>
      </p:sp>
      <p:sp>
        <p:nvSpPr>
          <p:cNvPr id="24" name="TextBox 23">
            <a:extLst>
              <a:ext uri="{FF2B5EF4-FFF2-40B4-BE49-F238E27FC236}">
                <a16:creationId xmlns:a16="http://schemas.microsoft.com/office/drawing/2014/main" id="{B4657AF5-71E8-4E42-3C33-94AF26C3FC5B}"/>
              </a:ext>
            </a:extLst>
          </p:cNvPr>
          <p:cNvSpPr txBox="1"/>
          <p:nvPr/>
        </p:nvSpPr>
        <p:spPr>
          <a:xfrm>
            <a:off x="9291772" y="4910851"/>
            <a:ext cx="1807912" cy="749781"/>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lumMod val="85000"/>
                    <a:lumOff val="15000"/>
                  </a:prstClr>
                </a:solidFill>
                <a:effectLst/>
                <a:uLnTx/>
                <a:uFillTx/>
                <a:latin typeface="Segoe UI"/>
                <a:ea typeface="+mn-ea"/>
                <a:cs typeface="+mn-cs"/>
              </a:rPr>
              <a:t>This is a sample text. Insert your desired text here.</a:t>
            </a:r>
            <a:endParaRPr kumimoji="0" lang="en-US" sz="1600" b="1" i="0" u="none" strike="noStrike" kern="1200" cap="none" spc="0" normalizeH="0" baseline="0" noProof="0">
              <a:ln>
                <a:noFill/>
              </a:ln>
              <a:solidFill>
                <a:prstClr val="black"/>
              </a:solidFill>
              <a:effectLst/>
              <a:uLnTx/>
              <a:uFillTx/>
              <a:latin typeface="Segoe UI"/>
              <a:ea typeface="+mn-ea"/>
              <a:cs typeface="+mn-cs"/>
            </a:endParaRPr>
          </a:p>
        </p:txBody>
      </p:sp>
    </p:spTree>
    <p:extLst>
      <p:ext uri="{BB962C8B-B14F-4D97-AF65-F5344CB8AC3E}">
        <p14:creationId xmlns:p14="http://schemas.microsoft.com/office/powerpoint/2010/main" val="311977220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Shape 422"/>
        <p:cNvGrpSpPr/>
        <p:nvPr/>
      </p:nvGrpSpPr>
      <p:grpSpPr>
        <a:xfrm>
          <a:off x="0" y="0"/>
          <a:ext cx="0" cy="0"/>
          <a:chOff x="0" y="0"/>
          <a:chExt cx="0" cy="0"/>
        </a:xfrm>
      </p:grpSpPr>
      <p:sp>
        <p:nvSpPr>
          <p:cNvPr id="423" name="Google Shape;423;p43"/>
          <p:cNvSpPr txBox="1">
            <a:spLocks noGrp="1"/>
          </p:cNvSpPr>
          <p:nvPr>
            <p:ph type="title"/>
          </p:nvPr>
        </p:nvSpPr>
        <p:spPr>
          <a:xfrm>
            <a:off x="960000" y="719333"/>
            <a:ext cx="10272000" cy="763600"/>
          </a:xfrm>
          <a:prstGeom prst="rect">
            <a:avLst/>
          </a:prstGeom>
        </p:spPr>
        <p:txBody>
          <a:bodyPr spcFirstLastPara="1" wrap="square" lIns="121900" tIns="121900" rIns="121900" bIns="121900" anchor="t" anchorCtr="0">
            <a:noAutofit/>
          </a:bodyPr>
          <a:lstStyle/>
          <a:p>
            <a:r>
              <a:rPr lang="en"/>
              <a:t>Solutions</a:t>
            </a:r>
            <a:endParaRPr/>
          </a:p>
        </p:txBody>
      </p:sp>
      <p:sp>
        <p:nvSpPr>
          <p:cNvPr id="424" name="Google Shape;424;p43"/>
          <p:cNvSpPr txBox="1">
            <a:spLocks noGrp="1"/>
          </p:cNvSpPr>
          <p:nvPr>
            <p:ph type="subTitle" idx="1"/>
          </p:nvPr>
        </p:nvSpPr>
        <p:spPr>
          <a:xfrm>
            <a:off x="950800" y="2077013"/>
            <a:ext cx="2978000" cy="1551200"/>
          </a:xfrm>
          <a:prstGeom prst="rect">
            <a:avLst/>
          </a:prstGeom>
        </p:spPr>
        <p:txBody>
          <a:bodyPr spcFirstLastPara="1" wrap="square" lIns="121900" tIns="121900" rIns="121900" bIns="121900" anchor="t" anchorCtr="0">
            <a:noAutofit/>
          </a:bodyPr>
          <a:lstStyle/>
          <a:p>
            <a:pPr marL="0" indent="0"/>
            <a:r>
              <a:rPr lang="en"/>
              <a:t>Implementing a new CRM (customer relationship management) system to improve the company’s customer data management and sales tracking</a:t>
            </a:r>
            <a:endParaRPr/>
          </a:p>
        </p:txBody>
      </p:sp>
      <p:sp>
        <p:nvSpPr>
          <p:cNvPr id="425" name="Google Shape;425;p43"/>
          <p:cNvSpPr txBox="1">
            <a:spLocks noGrp="1"/>
          </p:cNvSpPr>
          <p:nvPr>
            <p:ph type="subTitle" idx="2"/>
          </p:nvPr>
        </p:nvSpPr>
        <p:spPr>
          <a:xfrm>
            <a:off x="4607000" y="2077013"/>
            <a:ext cx="2978000" cy="1551200"/>
          </a:xfrm>
          <a:prstGeom prst="rect">
            <a:avLst/>
          </a:prstGeom>
        </p:spPr>
        <p:txBody>
          <a:bodyPr spcFirstLastPara="1" wrap="square" lIns="121900" tIns="121900" rIns="121900" bIns="121900" anchor="t" anchorCtr="0">
            <a:noAutofit/>
          </a:bodyPr>
          <a:lstStyle/>
          <a:p>
            <a:pPr marL="0" indent="0"/>
            <a:r>
              <a:rPr lang="en"/>
              <a:t>Outsourcing specific business functions (such as accounting or IT) to a third-party provider to reduce costs and increase time efficiency</a:t>
            </a:r>
            <a:endParaRPr/>
          </a:p>
        </p:txBody>
      </p:sp>
      <p:sp>
        <p:nvSpPr>
          <p:cNvPr id="426" name="Google Shape;426;p43"/>
          <p:cNvSpPr txBox="1">
            <a:spLocks noGrp="1"/>
          </p:cNvSpPr>
          <p:nvPr>
            <p:ph type="subTitle" idx="3"/>
          </p:nvPr>
        </p:nvSpPr>
        <p:spPr>
          <a:xfrm>
            <a:off x="950800" y="4384067"/>
            <a:ext cx="2978000" cy="1551200"/>
          </a:xfrm>
          <a:prstGeom prst="rect">
            <a:avLst/>
          </a:prstGeom>
        </p:spPr>
        <p:txBody>
          <a:bodyPr spcFirstLastPara="1" wrap="square" lIns="121900" tIns="121900" rIns="121900" bIns="121900" anchor="t" anchorCtr="0">
            <a:noAutofit/>
          </a:bodyPr>
          <a:lstStyle/>
          <a:p>
            <a:pPr marL="0" indent="0"/>
            <a:r>
              <a:rPr lang="en"/>
              <a:t>Developing a new product or service to diversify the business and increase revenue streams</a:t>
            </a:r>
            <a:endParaRPr/>
          </a:p>
        </p:txBody>
      </p:sp>
      <p:sp>
        <p:nvSpPr>
          <p:cNvPr id="427" name="Google Shape;427;p43"/>
          <p:cNvSpPr txBox="1">
            <a:spLocks noGrp="1"/>
          </p:cNvSpPr>
          <p:nvPr>
            <p:ph type="subTitle" idx="4"/>
          </p:nvPr>
        </p:nvSpPr>
        <p:spPr>
          <a:xfrm>
            <a:off x="4607000" y="4384067"/>
            <a:ext cx="2978000" cy="1551200"/>
          </a:xfrm>
          <a:prstGeom prst="rect">
            <a:avLst/>
          </a:prstGeom>
        </p:spPr>
        <p:txBody>
          <a:bodyPr spcFirstLastPara="1" wrap="square" lIns="121900" tIns="121900" rIns="121900" bIns="121900" anchor="t" anchorCtr="0">
            <a:noAutofit/>
          </a:bodyPr>
          <a:lstStyle/>
          <a:p>
            <a:pPr marL="0" indent="0"/>
            <a:r>
              <a:rPr lang="en"/>
              <a:t>Implementing a cost-saving initiative, such as energy-efficient practices or process automation, to reduce expenses</a:t>
            </a:r>
            <a:endParaRPr/>
          </a:p>
        </p:txBody>
      </p:sp>
      <p:sp>
        <p:nvSpPr>
          <p:cNvPr id="428" name="Google Shape;428;p43"/>
          <p:cNvSpPr txBox="1">
            <a:spLocks noGrp="1"/>
          </p:cNvSpPr>
          <p:nvPr>
            <p:ph type="subTitle" idx="7"/>
          </p:nvPr>
        </p:nvSpPr>
        <p:spPr>
          <a:xfrm>
            <a:off x="950800" y="1742816"/>
            <a:ext cx="2978000" cy="502800"/>
          </a:xfrm>
          <a:prstGeom prst="rect">
            <a:avLst/>
          </a:prstGeom>
        </p:spPr>
        <p:txBody>
          <a:bodyPr spcFirstLastPara="1" wrap="square" lIns="121900" tIns="121900" rIns="121900" bIns="121900" anchor="b" anchorCtr="0">
            <a:noAutofit/>
          </a:bodyPr>
          <a:lstStyle/>
          <a:p>
            <a:pPr marL="0" indent="0"/>
            <a:r>
              <a:rPr lang="en"/>
              <a:t>Solution 1</a:t>
            </a:r>
            <a:endParaRPr/>
          </a:p>
        </p:txBody>
      </p:sp>
      <p:sp>
        <p:nvSpPr>
          <p:cNvPr id="429" name="Google Shape;429;p43"/>
          <p:cNvSpPr txBox="1">
            <a:spLocks noGrp="1"/>
          </p:cNvSpPr>
          <p:nvPr>
            <p:ph type="subTitle" idx="8"/>
          </p:nvPr>
        </p:nvSpPr>
        <p:spPr>
          <a:xfrm>
            <a:off x="4610200" y="1742816"/>
            <a:ext cx="2974800" cy="502800"/>
          </a:xfrm>
          <a:prstGeom prst="rect">
            <a:avLst/>
          </a:prstGeom>
        </p:spPr>
        <p:txBody>
          <a:bodyPr spcFirstLastPara="1" wrap="square" lIns="121900" tIns="121900" rIns="121900" bIns="121900" anchor="b" anchorCtr="0">
            <a:noAutofit/>
          </a:bodyPr>
          <a:lstStyle/>
          <a:p>
            <a:pPr marL="0" indent="0"/>
            <a:r>
              <a:rPr lang="en"/>
              <a:t>Solution 2</a:t>
            </a:r>
            <a:endParaRPr/>
          </a:p>
        </p:txBody>
      </p:sp>
      <p:sp>
        <p:nvSpPr>
          <p:cNvPr id="430" name="Google Shape;430;p43"/>
          <p:cNvSpPr txBox="1">
            <a:spLocks noGrp="1"/>
          </p:cNvSpPr>
          <p:nvPr>
            <p:ph type="subTitle" idx="9"/>
          </p:nvPr>
        </p:nvSpPr>
        <p:spPr>
          <a:xfrm>
            <a:off x="8266400" y="1742816"/>
            <a:ext cx="2974800" cy="502800"/>
          </a:xfrm>
          <a:prstGeom prst="rect">
            <a:avLst/>
          </a:prstGeom>
        </p:spPr>
        <p:txBody>
          <a:bodyPr spcFirstLastPara="1" wrap="square" lIns="121900" tIns="121900" rIns="121900" bIns="121900" anchor="b" anchorCtr="0">
            <a:noAutofit/>
          </a:bodyPr>
          <a:lstStyle/>
          <a:p>
            <a:pPr marL="0" indent="0"/>
            <a:r>
              <a:rPr lang="en"/>
              <a:t>Solution 3</a:t>
            </a:r>
            <a:endParaRPr/>
          </a:p>
        </p:txBody>
      </p:sp>
      <p:sp>
        <p:nvSpPr>
          <p:cNvPr id="431" name="Google Shape;431;p43"/>
          <p:cNvSpPr txBox="1">
            <a:spLocks noGrp="1"/>
          </p:cNvSpPr>
          <p:nvPr>
            <p:ph type="subTitle" idx="5"/>
          </p:nvPr>
        </p:nvSpPr>
        <p:spPr>
          <a:xfrm>
            <a:off x="8263200" y="2077013"/>
            <a:ext cx="2978000" cy="1551200"/>
          </a:xfrm>
          <a:prstGeom prst="rect">
            <a:avLst/>
          </a:prstGeom>
        </p:spPr>
        <p:txBody>
          <a:bodyPr spcFirstLastPara="1" wrap="square" lIns="121900" tIns="121900" rIns="121900" bIns="121900" anchor="t" anchorCtr="0">
            <a:noAutofit/>
          </a:bodyPr>
          <a:lstStyle/>
          <a:p>
            <a:pPr marL="0" indent="0"/>
            <a:r>
              <a:rPr lang="en"/>
              <a:t>Launching an e-commerce platform to expand the reach of the business and increase online sales</a:t>
            </a:r>
            <a:endParaRPr/>
          </a:p>
        </p:txBody>
      </p:sp>
      <p:sp>
        <p:nvSpPr>
          <p:cNvPr id="432" name="Google Shape;432;p43"/>
          <p:cNvSpPr txBox="1">
            <a:spLocks noGrp="1"/>
          </p:cNvSpPr>
          <p:nvPr>
            <p:ph type="subTitle" idx="6"/>
          </p:nvPr>
        </p:nvSpPr>
        <p:spPr>
          <a:xfrm>
            <a:off x="8263200" y="4384067"/>
            <a:ext cx="2978000" cy="1551200"/>
          </a:xfrm>
          <a:prstGeom prst="rect">
            <a:avLst/>
          </a:prstGeom>
        </p:spPr>
        <p:txBody>
          <a:bodyPr spcFirstLastPara="1" wrap="square" lIns="121900" tIns="121900" rIns="121900" bIns="121900" anchor="t" anchorCtr="0">
            <a:noAutofit/>
          </a:bodyPr>
          <a:lstStyle/>
          <a:p>
            <a:pPr marL="0" indent="0"/>
            <a:r>
              <a:rPr lang="en"/>
              <a:t>Establishing strategic partnerships with other businesses to gain access to new markets or</a:t>
            </a:r>
            <a:endParaRPr/>
          </a:p>
          <a:p>
            <a:pPr marL="0" indent="0"/>
            <a:r>
              <a:rPr lang="en"/>
              <a:t>innovative technologies</a:t>
            </a:r>
            <a:endParaRPr/>
          </a:p>
        </p:txBody>
      </p:sp>
      <p:sp>
        <p:nvSpPr>
          <p:cNvPr id="433" name="Google Shape;433;p43"/>
          <p:cNvSpPr txBox="1">
            <a:spLocks noGrp="1"/>
          </p:cNvSpPr>
          <p:nvPr>
            <p:ph type="subTitle" idx="13"/>
          </p:nvPr>
        </p:nvSpPr>
        <p:spPr>
          <a:xfrm>
            <a:off x="950800" y="4045584"/>
            <a:ext cx="2978000" cy="502800"/>
          </a:xfrm>
          <a:prstGeom prst="rect">
            <a:avLst/>
          </a:prstGeom>
        </p:spPr>
        <p:txBody>
          <a:bodyPr spcFirstLastPara="1" wrap="square" lIns="121900" tIns="121900" rIns="121900" bIns="121900" anchor="b" anchorCtr="0">
            <a:noAutofit/>
          </a:bodyPr>
          <a:lstStyle/>
          <a:p>
            <a:pPr marL="0" indent="0"/>
            <a:r>
              <a:rPr lang="en"/>
              <a:t>Solution 4</a:t>
            </a:r>
            <a:endParaRPr/>
          </a:p>
        </p:txBody>
      </p:sp>
      <p:sp>
        <p:nvSpPr>
          <p:cNvPr id="434" name="Google Shape;434;p43"/>
          <p:cNvSpPr txBox="1">
            <a:spLocks noGrp="1"/>
          </p:cNvSpPr>
          <p:nvPr>
            <p:ph type="subTitle" idx="14"/>
          </p:nvPr>
        </p:nvSpPr>
        <p:spPr>
          <a:xfrm>
            <a:off x="4610200" y="4045591"/>
            <a:ext cx="2974800" cy="502800"/>
          </a:xfrm>
          <a:prstGeom prst="rect">
            <a:avLst/>
          </a:prstGeom>
        </p:spPr>
        <p:txBody>
          <a:bodyPr spcFirstLastPara="1" wrap="square" lIns="121900" tIns="121900" rIns="121900" bIns="121900" anchor="b" anchorCtr="0">
            <a:noAutofit/>
          </a:bodyPr>
          <a:lstStyle/>
          <a:p>
            <a:pPr marL="0" indent="0"/>
            <a:r>
              <a:rPr lang="en"/>
              <a:t>Solution 5</a:t>
            </a:r>
            <a:endParaRPr/>
          </a:p>
        </p:txBody>
      </p:sp>
      <p:sp>
        <p:nvSpPr>
          <p:cNvPr id="435" name="Google Shape;435;p43"/>
          <p:cNvSpPr txBox="1">
            <a:spLocks noGrp="1"/>
          </p:cNvSpPr>
          <p:nvPr>
            <p:ph type="subTitle" idx="15"/>
          </p:nvPr>
        </p:nvSpPr>
        <p:spPr>
          <a:xfrm>
            <a:off x="8266400" y="4045591"/>
            <a:ext cx="2974800" cy="502800"/>
          </a:xfrm>
          <a:prstGeom prst="rect">
            <a:avLst/>
          </a:prstGeom>
        </p:spPr>
        <p:txBody>
          <a:bodyPr spcFirstLastPara="1" wrap="square" lIns="121900" tIns="121900" rIns="121900" bIns="121900" anchor="b" anchorCtr="0">
            <a:noAutofit/>
          </a:bodyPr>
          <a:lstStyle/>
          <a:p>
            <a:pPr marL="0" indent="0"/>
            <a:r>
              <a:rPr lang="en"/>
              <a:t>Solution 6</a:t>
            </a:r>
            <a:endParaRPr/>
          </a:p>
        </p:txBody>
      </p:sp>
    </p:spTree>
    <p:extLst>
      <p:ext uri="{BB962C8B-B14F-4D97-AF65-F5344CB8AC3E}">
        <p14:creationId xmlns:p14="http://schemas.microsoft.com/office/powerpoint/2010/main" val="2482712341"/>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Shape 1083"/>
        <p:cNvGrpSpPr/>
        <p:nvPr/>
      </p:nvGrpSpPr>
      <p:grpSpPr>
        <a:xfrm>
          <a:off x="0" y="0"/>
          <a:ext cx="0" cy="0"/>
          <a:chOff x="0" y="0"/>
          <a:chExt cx="0" cy="0"/>
        </a:xfrm>
      </p:grpSpPr>
      <p:sp>
        <p:nvSpPr>
          <p:cNvPr id="1084" name="Google Shape;1084;p36"/>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085" name="Google Shape;1085;p36"/>
          <p:cNvGrpSpPr/>
          <p:nvPr/>
        </p:nvGrpSpPr>
        <p:grpSpPr>
          <a:xfrm>
            <a:off x="4254384" y="2397524"/>
            <a:ext cx="1519533" cy="1232009"/>
            <a:chOff x="3190788" y="1882442"/>
            <a:chExt cx="1139650" cy="924007"/>
          </a:xfrm>
        </p:grpSpPr>
        <p:sp>
          <p:nvSpPr>
            <p:cNvPr id="1086" name="Google Shape;1086;p36"/>
            <p:cNvSpPr/>
            <p:nvPr/>
          </p:nvSpPr>
          <p:spPr>
            <a:xfrm>
              <a:off x="3190788" y="1882442"/>
              <a:ext cx="1139650" cy="924007"/>
            </a:xfrm>
            <a:custGeom>
              <a:avLst/>
              <a:gdLst/>
              <a:ahLst/>
              <a:cxnLst/>
              <a:rect l="l" t="t" r="r" b="b"/>
              <a:pathLst>
                <a:path w="51031" h="41375" extrusionOk="0">
                  <a:moveTo>
                    <a:pt x="11942" y="1"/>
                  </a:moveTo>
                  <a:lnTo>
                    <a:pt x="0" y="20682"/>
                  </a:lnTo>
                  <a:lnTo>
                    <a:pt x="11942" y="41375"/>
                  </a:lnTo>
                  <a:lnTo>
                    <a:pt x="35826" y="41375"/>
                  </a:lnTo>
                  <a:lnTo>
                    <a:pt x="38267" y="37112"/>
                  </a:lnTo>
                  <a:lnTo>
                    <a:pt x="51030" y="36731"/>
                  </a:lnTo>
                  <a:lnTo>
                    <a:pt x="44553" y="26218"/>
                  </a:lnTo>
                  <a:lnTo>
                    <a:pt x="47768" y="20670"/>
                  </a:lnTo>
                  <a:lnTo>
                    <a:pt x="35826" y="1"/>
                  </a:ln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 name="Google Shape;1087;p36"/>
            <p:cNvSpPr/>
            <p:nvPr/>
          </p:nvSpPr>
          <p:spPr>
            <a:xfrm>
              <a:off x="3288621" y="1966453"/>
              <a:ext cx="871101" cy="754370"/>
            </a:xfrm>
            <a:custGeom>
              <a:avLst/>
              <a:gdLst/>
              <a:ahLst/>
              <a:cxnLst/>
              <a:rect l="l" t="t" r="r" b="b"/>
              <a:pathLst>
                <a:path w="39006" h="33779" extrusionOk="0">
                  <a:moveTo>
                    <a:pt x="9752" y="1"/>
                  </a:moveTo>
                  <a:lnTo>
                    <a:pt x="1" y="16884"/>
                  </a:lnTo>
                  <a:lnTo>
                    <a:pt x="9752" y="33779"/>
                  </a:lnTo>
                  <a:lnTo>
                    <a:pt x="29254" y="33779"/>
                  </a:lnTo>
                  <a:lnTo>
                    <a:pt x="39006" y="16884"/>
                  </a:lnTo>
                  <a:lnTo>
                    <a:pt x="29254"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88" name="Google Shape;1088;p36"/>
          <p:cNvGrpSpPr/>
          <p:nvPr/>
        </p:nvGrpSpPr>
        <p:grpSpPr>
          <a:xfrm>
            <a:off x="4254384" y="3700332"/>
            <a:ext cx="1519533" cy="1232040"/>
            <a:chOff x="3190788" y="2859549"/>
            <a:chExt cx="1139650" cy="924030"/>
          </a:xfrm>
        </p:grpSpPr>
        <p:sp>
          <p:nvSpPr>
            <p:cNvPr id="1089" name="Google Shape;1089;p36"/>
            <p:cNvSpPr/>
            <p:nvPr/>
          </p:nvSpPr>
          <p:spPr>
            <a:xfrm>
              <a:off x="3190788" y="2859549"/>
              <a:ext cx="1139650" cy="924030"/>
            </a:xfrm>
            <a:custGeom>
              <a:avLst/>
              <a:gdLst/>
              <a:ahLst/>
              <a:cxnLst/>
              <a:rect l="l" t="t" r="r" b="b"/>
              <a:pathLst>
                <a:path w="51031" h="41376" extrusionOk="0">
                  <a:moveTo>
                    <a:pt x="11942" y="1"/>
                  </a:moveTo>
                  <a:lnTo>
                    <a:pt x="0" y="20682"/>
                  </a:lnTo>
                  <a:lnTo>
                    <a:pt x="11942" y="41375"/>
                  </a:lnTo>
                  <a:lnTo>
                    <a:pt x="35826" y="41375"/>
                  </a:lnTo>
                  <a:lnTo>
                    <a:pt x="47768" y="20706"/>
                  </a:lnTo>
                  <a:lnTo>
                    <a:pt x="44553" y="15146"/>
                  </a:lnTo>
                  <a:lnTo>
                    <a:pt x="51030" y="4644"/>
                  </a:lnTo>
                  <a:lnTo>
                    <a:pt x="38267" y="4263"/>
                  </a:lnTo>
                  <a:lnTo>
                    <a:pt x="35826" y="1"/>
                  </a:ln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 name="Google Shape;1090;p36"/>
            <p:cNvSpPr/>
            <p:nvPr/>
          </p:nvSpPr>
          <p:spPr>
            <a:xfrm>
              <a:off x="3288621" y="2945168"/>
              <a:ext cx="871101" cy="754370"/>
            </a:xfrm>
            <a:custGeom>
              <a:avLst/>
              <a:gdLst/>
              <a:ahLst/>
              <a:cxnLst/>
              <a:rect l="l" t="t" r="r" b="b"/>
              <a:pathLst>
                <a:path w="39006" h="33779" extrusionOk="0">
                  <a:moveTo>
                    <a:pt x="9752" y="1"/>
                  </a:moveTo>
                  <a:lnTo>
                    <a:pt x="1" y="16896"/>
                  </a:lnTo>
                  <a:lnTo>
                    <a:pt x="9752" y="33779"/>
                  </a:lnTo>
                  <a:lnTo>
                    <a:pt x="29254" y="33779"/>
                  </a:lnTo>
                  <a:lnTo>
                    <a:pt x="39006" y="16896"/>
                  </a:lnTo>
                  <a:lnTo>
                    <a:pt x="29254"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91" name="Google Shape;1091;p36"/>
          <p:cNvGrpSpPr/>
          <p:nvPr/>
        </p:nvGrpSpPr>
        <p:grpSpPr>
          <a:xfrm>
            <a:off x="6418279" y="2397524"/>
            <a:ext cx="1519533" cy="1232009"/>
            <a:chOff x="4813709" y="1882442"/>
            <a:chExt cx="1139650" cy="924007"/>
          </a:xfrm>
        </p:grpSpPr>
        <p:sp>
          <p:nvSpPr>
            <p:cNvPr id="1092" name="Google Shape;1092;p36"/>
            <p:cNvSpPr/>
            <p:nvPr/>
          </p:nvSpPr>
          <p:spPr>
            <a:xfrm>
              <a:off x="4813709" y="1882442"/>
              <a:ext cx="1139650" cy="924007"/>
            </a:xfrm>
            <a:custGeom>
              <a:avLst/>
              <a:gdLst/>
              <a:ahLst/>
              <a:cxnLst/>
              <a:rect l="l" t="t" r="r" b="b"/>
              <a:pathLst>
                <a:path w="51031" h="41375" extrusionOk="0">
                  <a:moveTo>
                    <a:pt x="15205" y="1"/>
                  </a:moveTo>
                  <a:lnTo>
                    <a:pt x="3263" y="20670"/>
                  </a:lnTo>
                  <a:lnTo>
                    <a:pt x="6478" y="26230"/>
                  </a:lnTo>
                  <a:lnTo>
                    <a:pt x="1" y="36731"/>
                  </a:lnTo>
                  <a:lnTo>
                    <a:pt x="12764" y="37124"/>
                  </a:lnTo>
                  <a:lnTo>
                    <a:pt x="15205" y="41375"/>
                  </a:lnTo>
                  <a:lnTo>
                    <a:pt x="39089" y="41375"/>
                  </a:lnTo>
                  <a:lnTo>
                    <a:pt x="51031" y="20682"/>
                  </a:lnTo>
                  <a:lnTo>
                    <a:pt x="39089" y="1"/>
                  </a:ln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 name="Google Shape;1093;p36"/>
            <p:cNvSpPr/>
            <p:nvPr/>
          </p:nvSpPr>
          <p:spPr>
            <a:xfrm>
              <a:off x="4984409" y="1966453"/>
              <a:ext cx="871101" cy="754370"/>
            </a:xfrm>
            <a:custGeom>
              <a:avLst/>
              <a:gdLst/>
              <a:ahLst/>
              <a:cxnLst/>
              <a:rect l="l" t="t" r="r" b="b"/>
              <a:pathLst>
                <a:path w="39006" h="33779" extrusionOk="0">
                  <a:moveTo>
                    <a:pt x="9752" y="1"/>
                  </a:moveTo>
                  <a:lnTo>
                    <a:pt x="1" y="16884"/>
                  </a:lnTo>
                  <a:lnTo>
                    <a:pt x="9752" y="33779"/>
                  </a:lnTo>
                  <a:lnTo>
                    <a:pt x="29254" y="33779"/>
                  </a:lnTo>
                  <a:lnTo>
                    <a:pt x="39006" y="16884"/>
                  </a:lnTo>
                  <a:lnTo>
                    <a:pt x="29254" y="1"/>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94" name="Google Shape;1094;p36"/>
          <p:cNvGrpSpPr/>
          <p:nvPr/>
        </p:nvGrpSpPr>
        <p:grpSpPr>
          <a:xfrm>
            <a:off x="6418279" y="3700332"/>
            <a:ext cx="1519533" cy="1232040"/>
            <a:chOff x="4813709" y="2859549"/>
            <a:chExt cx="1139650" cy="924030"/>
          </a:xfrm>
        </p:grpSpPr>
        <p:sp>
          <p:nvSpPr>
            <p:cNvPr id="1095" name="Google Shape;1095;p36"/>
            <p:cNvSpPr/>
            <p:nvPr/>
          </p:nvSpPr>
          <p:spPr>
            <a:xfrm>
              <a:off x="4813709" y="2859549"/>
              <a:ext cx="1139650" cy="924030"/>
            </a:xfrm>
            <a:custGeom>
              <a:avLst/>
              <a:gdLst/>
              <a:ahLst/>
              <a:cxnLst/>
              <a:rect l="l" t="t" r="r" b="b"/>
              <a:pathLst>
                <a:path w="51031" h="41376" extrusionOk="0">
                  <a:moveTo>
                    <a:pt x="15205" y="1"/>
                  </a:moveTo>
                  <a:lnTo>
                    <a:pt x="12764" y="4263"/>
                  </a:lnTo>
                  <a:lnTo>
                    <a:pt x="1" y="4632"/>
                  </a:lnTo>
                  <a:lnTo>
                    <a:pt x="6478" y="15146"/>
                  </a:lnTo>
                  <a:lnTo>
                    <a:pt x="3263" y="20706"/>
                  </a:lnTo>
                  <a:lnTo>
                    <a:pt x="15205" y="41375"/>
                  </a:lnTo>
                  <a:lnTo>
                    <a:pt x="39089" y="41375"/>
                  </a:lnTo>
                  <a:lnTo>
                    <a:pt x="51031" y="20682"/>
                  </a:lnTo>
                  <a:lnTo>
                    <a:pt x="39089" y="1"/>
                  </a:ln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 name="Google Shape;1096;p36"/>
            <p:cNvSpPr/>
            <p:nvPr/>
          </p:nvSpPr>
          <p:spPr>
            <a:xfrm>
              <a:off x="4984409" y="2945168"/>
              <a:ext cx="871101" cy="754370"/>
            </a:xfrm>
            <a:custGeom>
              <a:avLst/>
              <a:gdLst/>
              <a:ahLst/>
              <a:cxnLst/>
              <a:rect l="l" t="t" r="r" b="b"/>
              <a:pathLst>
                <a:path w="39006" h="33779" extrusionOk="0">
                  <a:moveTo>
                    <a:pt x="9752" y="1"/>
                  </a:moveTo>
                  <a:lnTo>
                    <a:pt x="1" y="16896"/>
                  </a:lnTo>
                  <a:lnTo>
                    <a:pt x="9752" y="33779"/>
                  </a:lnTo>
                  <a:lnTo>
                    <a:pt x="29254" y="33779"/>
                  </a:lnTo>
                  <a:lnTo>
                    <a:pt x="39006" y="16896"/>
                  </a:lnTo>
                  <a:lnTo>
                    <a:pt x="29254"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97" name="Google Shape;1097;p36"/>
          <p:cNvGrpSpPr/>
          <p:nvPr/>
        </p:nvGrpSpPr>
        <p:grpSpPr>
          <a:xfrm>
            <a:off x="5384910" y="1737082"/>
            <a:ext cx="1422372" cy="1559583"/>
            <a:chOff x="4038682" y="1387111"/>
            <a:chExt cx="1066779" cy="1169687"/>
          </a:xfrm>
        </p:grpSpPr>
        <p:sp>
          <p:nvSpPr>
            <p:cNvPr id="1098" name="Google Shape;1098;p36"/>
            <p:cNvSpPr/>
            <p:nvPr/>
          </p:nvSpPr>
          <p:spPr>
            <a:xfrm>
              <a:off x="4038682" y="1387111"/>
              <a:ext cx="1066779" cy="1169687"/>
            </a:xfrm>
            <a:custGeom>
              <a:avLst/>
              <a:gdLst/>
              <a:ahLst/>
              <a:cxnLst/>
              <a:rect l="l" t="t" r="r" b="b"/>
              <a:pathLst>
                <a:path w="47768" h="52376" extrusionOk="0">
                  <a:moveTo>
                    <a:pt x="11942" y="0"/>
                  </a:moveTo>
                  <a:lnTo>
                    <a:pt x="0" y="20622"/>
                  </a:lnTo>
                  <a:lnTo>
                    <a:pt x="11942" y="41232"/>
                  </a:lnTo>
                  <a:lnTo>
                    <a:pt x="17455" y="41232"/>
                  </a:lnTo>
                  <a:lnTo>
                    <a:pt x="23884" y="52376"/>
                  </a:lnTo>
                  <a:lnTo>
                    <a:pt x="30325" y="41232"/>
                  </a:lnTo>
                  <a:lnTo>
                    <a:pt x="35826" y="41232"/>
                  </a:lnTo>
                  <a:lnTo>
                    <a:pt x="47768" y="20622"/>
                  </a:lnTo>
                  <a:lnTo>
                    <a:pt x="35826" y="0"/>
                  </a:ln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 name="Google Shape;1099;p36"/>
            <p:cNvSpPr/>
            <p:nvPr/>
          </p:nvSpPr>
          <p:spPr>
            <a:xfrm>
              <a:off x="4136515" y="1470318"/>
              <a:ext cx="871101" cy="754370"/>
            </a:xfrm>
            <a:custGeom>
              <a:avLst/>
              <a:gdLst/>
              <a:ahLst/>
              <a:cxnLst/>
              <a:rect l="l" t="t" r="r" b="b"/>
              <a:pathLst>
                <a:path w="39006" h="33779" extrusionOk="0">
                  <a:moveTo>
                    <a:pt x="9752" y="1"/>
                  </a:moveTo>
                  <a:lnTo>
                    <a:pt x="1" y="16896"/>
                  </a:lnTo>
                  <a:lnTo>
                    <a:pt x="9752" y="33779"/>
                  </a:lnTo>
                  <a:lnTo>
                    <a:pt x="29254" y="33779"/>
                  </a:lnTo>
                  <a:lnTo>
                    <a:pt x="39006" y="16896"/>
                  </a:lnTo>
                  <a:lnTo>
                    <a:pt x="2925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0" name="Google Shape;1100;p36"/>
          <p:cNvGrpSpPr/>
          <p:nvPr/>
        </p:nvGrpSpPr>
        <p:grpSpPr>
          <a:xfrm>
            <a:off x="5384910" y="4033219"/>
            <a:ext cx="1422372" cy="1559255"/>
            <a:chOff x="4038682" y="3109214"/>
            <a:chExt cx="1066779" cy="1169441"/>
          </a:xfrm>
        </p:grpSpPr>
        <p:sp>
          <p:nvSpPr>
            <p:cNvPr id="1101" name="Google Shape;1101;p36"/>
            <p:cNvSpPr/>
            <p:nvPr/>
          </p:nvSpPr>
          <p:spPr>
            <a:xfrm>
              <a:off x="4038682" y="3109214"/>
              <a:ext cx="1066779" cy="1169441"/>
            </a:xfrm>
            <a:custGeom>
              <a:avLst/>
              <a:gdLst/>
              <a:ahLst/>
              <a:cxnLst/>
              <a:rect l="l" t="t" r="r" b="b"/>
              <a:pathLst>
                <a:path w="47768" h="52365" extrusionOk="0">
                  <a:moveTo>
                    <a:pt x="23884" y="1"/>
                  </a:moveTo>
                  <a:lnTo>
                    <a:pt x="17455" y="11145"/>
                  </a:lnTo>
                  <a:lnTo>
                    <a:pt x="11942" y="11145"/>
                  </a:lnTo>
                  <a:lnTo>
                    <a:pt x="0" y="31755"/>
                  </a:lnTo>
                  <a:lnTo>
                    <a:pt x="11942" y="52364"/>
                  </a:lnTo>
                  <a:lnTo>
                    <a:pt x="35826" y="52364"/>
                  </a:lnTo>
                  <a:lnTo>
                    <a:pt x="47768" y="31755"/>
                  </a:lnTo>
                  <a:lnTo>
                    <a:pt x="35826" y="11145"/>
                  </a:lnTo>
                  <a:lnTo>
                    <a:pt x="30325" y="11145"/>
                  </a:lnTo>
                  <a:lnTo>
                    <a:pt x="23884" y="1"/>
                  </a:ln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 name="Google Shape;1102;p36"/>
            <p:cNvSpPr/>
            <p:nvPr/>
          </p:nvSpPr>
          <p:spPr>
            <a:xfrm>
              <a:off x="4136515" y="3441303"/>
              <a:ext cx="871101" cy="754370"/>
            </a:xfrm>
            <a:custGeom>
              <a:avLst/>
              <a:gdLst/>
              <a:ahLst/>
              <a:cxnLst/>
              <a:rect l="l" t="t" r="r" b="b"/>
              <a:pathLst>
                <a:path w="39006" h="33779" extrusionOk="0">
                  <a:moveTo>
                    <a:pt x="9752" y="1"/>
                  </a:moveTo>
                  <a:lnTo>
                    <a:pt x="1" y="16884"/>
                  </a:lnTo>
                  <a:lnTo>
                    <a:pt x="9752" y="33779"/>
                  </a:lnTo>
                  <a:lnTo>
                    <a:pt x="29254" y="33779"/>
                  </a:lnTo>
                  <a:lnTo>
                    <a:pt x="39006" y="16884"/>
                  </a:lnTo>
                  <a:lnTo>
                    <a:pt x="29254"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3" name="Google Shape;1103;p36"/>
          <p:cNvGrpSpPr/>
          <p:nvPr/>
        </p:nvGrpSpPr>
        <p:grpSpPr>
          <a:xfrm>
            <a:off x="6996552" y="4085078"/>
            <a:ext cx="460099" cy="462524"/>
            <a:chOff x="6069423" y="2891892"/>
            <a:chExt cx="362321" cy="364231"/>
          </a:xfrm>
        </p:grpSpPr>
        <p:sp>
          <p:nvSpPr>
            <p:cNvPr id="1104" name="Google Shape;1104;p36"/>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 name="Google Shape;1105;p36"/>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 name="Google Shape;1106;p36"/>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7" name="Google Shape;1107;p36"/>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 name="Google Shape;1108;p36"/>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9" name="Google Shape;1109;p36"/>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0" name="Google Shape;1110;p36"/>
          <p:cNvGrpSpPr/>
          <p:nvPr/>
        </p:nvGrpSpPr>
        <p:grpSpPr>
          <a:xfrm>
            <a:off x="5873513" y="4800849"/>
            <a:ext cx="445184" cy="356140"/>
            <a:chOff x="7500054" y="2934735"/>
            <a:chExt cx="350576" cy="280454"/>
          </a:xfrm>
        </p:grpSpPr>
        <p:sp>
          <p:nvSpPr>
            <p:cNvPr id="1111" name="Google Shape;1111;p36"/>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2" name="Google Shape;1112;p36"/>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 name="Google Shape;1113;p36"/>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4" name="Google Shape;1114;p36"/>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5" name="Google Shape;1115;p36"/>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6" name="Google Shape;1116;p36"/>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7" name="Google Shape;1117;p36"/>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 name="Google Shape;1118;p36"/>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9" name="Google Shape;1119;p36"/>
          <p:cNvGrpSpPr/>
          <p:nvPr/>
        </p:nvGrpSpPr>
        <p:grpSpPr>
          <a:xfrm>
            <a:off x="7022057" y="2808841"/>
            <a:ext cx="409089" cy="409372"/>
            <a:chOff x="4206763" y="2450951"/>
            <a:chExt cx="322151" cy="322374"/>
          </a:xfrm>
        </p:grpSpPr>
        <p:sp>
          <p:nvSpPr>
            <p:cNvPr id="1120" name="Google Shape;1120;p36"/>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 name="Google Shape;1121;p36"/>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2" name="Google Shape;1122;p36"/>
          <p:cNvGrpSpPr/>
          <p:nvPr/>
        </p:nvGrpSpPr>
        <p:grpSpPr>
          <a:xfrm>
            <a:off x="4753318" y="4103853"/>
            <a:ext cx="424489" cy="424975"/>
            <a:chOff x="3725461" y="2444712"/>
            <a:chExt cx="334279" cy="334661"/>
          </a:xfrm>
        </p:grpSpPr>
        <p:sp>
          <p:nvSpPr>
            <p:cNvPr id="1123" name="Google Shape;1123;p36"/>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 name="Google Shape;1124;p36"/>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 name="Google Shape;1125;p36"/>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 name="Google Shape;1126;p36"/>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7" name="Google Shape;1127;p36"/>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8" name="Google Shape;1128;p36"/>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9" name="Google Shape;1129;p36"/>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30" name="Google Shape;1130;p36"/>
          <p:cNvGrpSpPr/>
          <p:nvPr/>
        </p:nvGrpSpPr>
        <p:grpSpPr>
          <a:xfrm>
            <a:off x="5854252" y="2135323"/>
            <a:ext cx="483704" cy="431240"/>
            <a:chOff x="855096" y="1504485"/>
            <a:chExt cx="380910" cy="339594"/>
          </a:xfrm>
        </p:grpSpPr>
        <p:sp>
          <p:nvSpPr>
            <p:cNvPr id="1131" name="Google Shape;1131;p36"/>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 name="Google Shape;1132;p36"/>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 name="Google Shape;1133;p36"/>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 name="Google Shape;1134;p36"/>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 name="Google Shape;1135;p36"/>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36" name="Google Shape;1136;p36"/>
          <p:cNvGrpSpPr/>
          <p:nvPr/>
        </p:nvGrpSpPr>
        <p:grpSpPr>
          <a:xfrm>
            <a:off x="4752775" y="2812483"/>
            <a:ext cx="459655" cy="399955"/>
            <a:chOff x="3716358" y="1544655"/>
            <a:chExt cx="361971" cy="314958"/>
          </a:xfrm>
        </p:grpSpPr>
        <p:sp>
          <p:nvSpPr>
            <p:cNvPr id="1137" name="Google Shape;1137;p36"/>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 name="Google Shape;1138;p36"/>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 name="Google Shape;1139;p36"/>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 name="Google Shape;1140;p36"/>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1" name="Google Shape;1141;p36"/>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42" name="Google Shape;1142;p36"/>
            <p:cNvGrpSpPr/>
            <p:nvPr/>
          </p:nvGrpSpPr>
          <p:grpSpPr>
            <a:xfrm>
              <a:off x="3716358" y="1544655"/>
              <a:ext cx="361971" cy="314958"/>
              <a:chOff x="3716358" y="1544655"/>
              <a:chExt cx="361971" cy="314958"/>
            </a:xfrm>
          </p:grpSpPr>
          <p:sp>
            <p:nvSpPr>
              <p:cNvPr id="1143" name="Google Shape;1143;p36"/>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4" name="Google Shape;1144;p36"/>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5" name="Google Shape;1145;p36"/>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6" name="Google Shape;1146;p36"/>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7" name="Google Shape;1147;p36"/>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48" name="Google Shape;1148;p36"/>
          <p:cNvGrpSpPr/>
          <p:nvPr/>
        </p:nvGrpSpPr>
        <p:grpSpPr>
          <a:xfrm>
            <a:off x="8459459" y="1667951"/>
            <a:ext cx="2776308" cy="1140695"/>
            <a:chOff x="6344594" y="1335263"/>
            <a:chExt cx="2082231" cy="855521"/>
          </a:xfrm>
        </p:grpSpPr>
        <p:sp>
          <p:nvSpPr>
            <p:cNvPr id="1149" name="Google Shape;1149;p36"/>
            <p:cNvSpPr txBox="1"/>
            <p:nvPr/>
          </p:nvSpPr>
          <p:spPr>
            <a:xfrm>
              <a:off x="6344594" y="1600684"/>
              <a:ext cx="2079600" cy="5901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150" name="Google Shape;1150;p36"/>
            <p:cNvSpPr txBox="1"/>
            <p:nvPr/>
          </p:nvSpPr>
          <p:spPr>
            <a:xfrm>
              <a:off x="6347225" y="1335263"/>
              <a:ext cx="2079600" cy="354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151" name="Google Shape;1151;p36"/>
          <p:cNvGrpSpPr/>
          <p:nvPr/>
        </p:nvGrpSpPr>
        <p:grpSpPr>
          <a:xfrm>
            <a:off x="8459459" y="3084179"/>
            <a:ext cx="2776308" cy="1151087"/>
            <a:chOff x="6344594" y="2397434"/>
            <a:chExt cx="2082231" cy="863315"/>
          </a:xfrm>
        </p:grpSpPr>
        <p:sp>
          <p:nvSpPr>
            <p:cNvPr id="1152" name="Google Shape;1152;p36"/>
            <p:cNvSpPr txBox="1"/>
            <p:nvPr/>
          </p:nvSpPr>
          <p:spPr>
            <a:xfrm>
              <a:off x="6344594" y="2670650"/>
              <a:ext cx="2079600" cy="5901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153" name="Google Shape;1153;p36"/>
            <p:cNvSpPr txBox="1"/>
            <p:nvPr/>
          </p:nvSpPr>
          <p:spPr>
            <a:xfrm>
              <a:off x="6347225" y="2397434"/>
              <a:ext cx="2079600" cy="354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154" name="Google Shape;1154;p36"/>
          <p:cNvGrpSpPr/>
          <p:nvPr/>
        </p:nvGrpSpPr>
        <p:grpSpPr>
          <a:xfrm>
            <a:off x="8459459" y="4510800"/>
            <a:ext cx="2776308" cy="1150557"/>
            <a:chOff x="6344594" y="3467400"/>
            <a:chExt cx="2082231" cy="862918"/>
          </a:xfrm>
        </p:grpSpPr>
        <p:sp>
          <p:nvSpPr>
            <p:cNvPr id="1155" name="Google Shape;1155;p36"/>
            <p:cNvSpPr txBox="1"/>
            <p:nvPr/>
          </p:nvSpPr>
          <p:spPr>
            <a:xfrm>
              <a:off x="6344594" y="3740218"/>
              <a:ext cx="2079600" cy="5901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156" name="Google Shape;1156;p36"/>
            <p:cNvSpPr txBox="1"/>
            <p:nvPr/>
          </p:nvSpPr>
          <p:spPr>
            <a:xfrm>
              <a:off x="6347225" y="3467400"/>
              <a:ext cx="2079600" cy="3546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157" name="Google Shape;1157;p36"/>
          <p:cNvGrpSpPr/>
          <p:nvPr/>
        </p:nvGrpSpPr>
        <p:grpSpPr>
          <a:xfrm>
            <a:off x="947030" y="1667951"/>
            <a:ext cx="2785671" cy="1119024"/>
            <a:chOff x="710272" y="1456088"/>
            <a:chExt cx="2089253" cy="839268"/>
          </a:xfrm>
        </p:grpSpPr>
        <p:sp>
          <p:nvSpPr>
            <p:cNvPr id="1158" name="Google Shape;1158;p36"/>
            <p:cNvSpPr txBox="1"/>
            <p:nvPr/>
          </p:nvSpPr>
          <p:spPr>
            <a:xfrm>
              <a:off x="710272" y="1705256"/>
              <a:ext cx="2079600" cy="5901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a gas giant made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159" name="Google Shape;1159;p36"/>
            <p:cNvSpPr txBox="1"/>
            <p:nvPr/>
          </p:nvSpPr>
          <p:spPr>
            <a:xfrm>
              <a:off x="719925" y="1456088"/>
              <a:ext cx="2079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160" name="Google Shape;1160;p36"/>
          <p:cNvGrpSpPr/>
          <p:nvPr/>
        </p:nvGrpSpPr>
        <p:grpSpPr>
          <a:xfrm>
            <a:off x="947030" y="3073647"/>
            <a:ext cx="2785671" cy="1150480"/>
            <a:chOff x="710272" y="2518063"/>
            <a:chExt cx="2089253" cy="862860"/>
          </a:xfrm>
        </p:grpSpPr>
        <p:sp>
          <p:nvSpPr>
            <p:cNvPr id="1161" name="Google Shape;1161;p36"/>
            <p:cNvSpPr txBox="1"/>
            <p:nvPr/>
          </p:nvSpPr>
          <p:spPr>
            <a:xfrm>
              <a:off x="710272" y="2790822"/>
              <a:ext cx="2079600" cy="5901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162" name="Google Shape;1162;p36"/>
            <p:cNvSpPr txBox="1"/>
            <p:nvPr/>
          </p:nvSpPr>
          <p:spPr>
            <a:xfrm>
              <a:off x="719925" y="2518063"/>
              <a:ext cx="2079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8225E2"/>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8225E2"/>
                </a:solidFill>
                <a:effectLst/>
                <a:uLnTx/>
                <a:uFillTx/>
                <a:latin typeface="Fira Sans Extra Condensed Medium"/>
                <a:ea typeface="Fira Sans Extra Condensed Medium"/>
                <a:cs typeface="Fira Sans Extra Condensed Medium"/>
                <a:sym typeface="Fira Sans Extra Condensed Medium"/>
              </a:endParaRPr>
            </a:p>
          </p:txBody>
        </p:sp>
      </p:grpSp>
      <p:grpSp>
        <p:nvGrpSpPr>
          <p:cNvPr id="1163" name="Google Shape;1163;p36"/>
          <p:cNvGrpSpPr/>
          <p:nvPr/>
        </p:nvGrpSpPr>
        <p:grpSpPr>
          <a:xfrm>
            <a:off x="951665" y="4510800"/>
            <a:ext cx="2781036" cy="1150755"/>
            <a:chOff x="713748" y="3588225"/>
            <a:chExt cx="2085777" cy="863066"/>
          </a:xfrm>
        </p:grpSpPr>
        <p:sp>
          <p:nvSpPr>
            <p:cNvPr id="1164" name="Google Shape;1164;p36"/>
            <p:cNvSpPr txBox="1"/>
            <p:nvPr/>
          </p:nvSpPr>
          <p:spPr>
            <a:xfrm>
              <a:off x="713748" y="3861191"/>
              <a:ext cx="2079600" cy="5901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is the second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sp>
          <p:nvSpPr>
            <p:cNvPr id="1165" name="Google Shape;1165;p36"/>
            <p:cNvSpPr txBox="1"/>
            <p:nvPr/>
          </p:nvSpPr>
          <p:spPr>
            <a:xfrm>
              <a:off x="719925" y="3588225"/>
              <a:ext cx="2079600" cy="3546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rPr>
                <a:t>Venus</a:t>
              </a:r>
              <a:endParaRPr kumimoji="0"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endParaRPr>
            </a:p>
          </p:txBody>
        </p:sp>
      </p:grpSp>
    </p:spTree>
    <p:extLst>
      <p:ext uri="{BB962C8B-B14F-4D97-AF65-F5344CB8AC3E}">
        <p14:creationId xmlns:p14="http://schemas.microsoft.com/office/powerpoint/2010/main" val="129379715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Shape 1360"/>
        <p:cNvGrpSpPr/>
        <p:nvPr/>
      </p:nvGrpSpPr>
      <p:grpSpPr>
        <a:xfrm>
          <a:off x="0" y="0"/>
          <a:ext cx="0" cy="0"/>
          <a:chOff x="0" y="0"/>
          <a:chExt cx="0" cy="0"/>
        </a:xfrm>
      </p:grpSpPr>
      <p:sp>
        <p:nvSpPr>
          <p:cNvPr id="1361" name="Google Shape;1361;p41"/>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362" name="Google Shape;1362;p41"/>
          <p:cNvGrpSpPr/>
          <p:nvPr/>
        </p:nvGrpSpPr>
        <p:grpSpPr>
          <a:xfrm>
            <a:off x="947034" y="3277967"/>
            <a:ext cx="4459084" cy="998400"/>
            <a:chOff x="710275" y="2458475"/>
            <a:chExt cx="3344313" cy="748800"/>
          </a:xfrm>
        </p:grpSpPr>
        <p:sp>
          <p:nvSpPr>
            <p:cNvPr id="1363" name="Google Shape;1363;p41"/>
            <p:cNvSpPr/>
            <p:nvPr/>
          </p:nvSpPr>
          <p:spPr>
            <a:xfrm>
              <a:off x="2492925" y="2627225"/>
              <a:ext cx="1154400" cy="411300"/>
            </a:xfrm>
            <a:prstGeom prst="roundRect">
              <a:avLst>
                <a:gd name="adj" fmla="val 16667"/>
              </a:avLst>
            </a:prstGeom>
            <a:solidFill>
              <a:schemeClr val="accent5"/>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Saturn</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64" name="Google Shape;1364;p41"/>
            <p:cNvCxnSpPr/>
            <p:nvPr/>
          </p:nvCxnSpPr>
          <p:spPr>
            <a:xfrm>
              <a:off x="3731188" y="2832875"/>
              <a:ext cx="323400" cy="0"/>
            </a:xfrm>
            <a:prstGeom prst="straightConnector1">
              <a:avLst/>
            </a:prstGeom>
            <a:noFill/>
            <a:ln w="9525" cap="flat" cmpd="sng">
              <a:solidFill>
                <a:srgbClr val="000000"/>
              </a:solidFill>
              <a:prstDash val="solid"/>
              <a:round/>
              <a:headEnd type="none" w="med" len="med"/>
              <a:tailEnd type="none" w="med" len="med"/>
            </a:ln>
          </p:spPr>
        </p:cxnSp>
        <p:sp>
          <p:nvSpPr>
            <p:cNvPr id="1365" name="Google Shape;1365;p41"/>
            <p:cNvSpPr txBox="1"/>
            <p:nvPr/>
          </p:nvSpPr>
          <p:spPr>
            <a:xfrm>
              <a:off x="710275" y="2458475"/>
              <a:ext cx="1536300" cy="7488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composed mostly of hydrogen and helium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
        <p:nvSpPr>
          <p:cNvPr id="1366" name="Google Shape;1366;p41"/>
          <p:cNvSpPr/>
          <p:nvPr/>
        </p:nvSpPr>
        <p:spPr>
          <a:xfrm>
            <a:off x="5517917" y="3199167"/>
            <a:ext cx="1156000" cy="1156000"/>
          </a:xfrm>
          <a:prstGeom prst="ellipse">
            <a:avLst/>
          </a:prstGeom>
          <a:solidFill>
            <a:schemeClr val="l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000000"/>
                </a:solidFill>
                <a:effectLst/>
                <a:uLnTx/>
                <a:uFillTx/>
                <a:latin typeface="Fira Sans Extra Condensed Medium"/>
                <a:ea typeface="Fira Sans Extra Condensed Medium"/>
                <a:cs typeface="Fira Sans Extra Condensed Medium"/>
                <a:sym typeface="Fira Sans Extra Condensed Medium"/>
              </a:rPr>
              <a:t>2023</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67" name="Google Shape;1367;p41"/>
          <p:cNvGrpSpPr/>
          <p:nvPr/>
        </p:nvGrpSpPr>
        <p:grpSpPr>
          <a:xfrm>
            <a:off x="6785767" y="3277967"/>
            <a:ext cx="4459067" cy="998400"/>
            <a:chOff x="5089325" y="2458475"/>
            <a:chExt cx="3344300" cy="748800"/>
          </a:xfrm>
        </p:grpSpPr>
        <p:sp>
          <p:nvSpPr>
            <p:cNvPr id="1368" name="Google Shape;1368;p41"/>
            <p:cNvSpPr/>
            <p:nvPr/>
          </p:nvSpPr>
          <p:spPr>
            <a:xfrm>
              <a:off x="5496625" y="2627225"/>
              <a:ext cx="1154400" cy="411300"/>
            </a:xfrm>
            <a:prstGeom prst="roundRect">
              <a:avLst>
                <a:gd name="adj" fmla="val 16667"/>
              </a:avLst>
            </a:prstGeom>
            <a:solidFill>
              <a:schemeClr val="accent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Venus</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69" name="Google Shape;1369;p41"/>
            <p:cNvCxnSpPr/>
            <p:nvPr/>
          </p:nvCxnSpPr>
          <p:spPr>
            <a:xfrm>
              <a:off x="5089325" y="2832875"/>
              <a:ext cx="323400" cy="0"/>
            </a:xfrm>
            <a:prstGeom prst="straightConnector1">
              <a:avLst/>
            </a:prstGeom>
            <a:noFill/>
            <a:ln w="9525" cap="flat" cmpd="sng">
              <a:solidFill>
                <a:srgbClr val="000000"/>
              </a:solidFill>
              <a:prstDash val="solid"/>
              <a:round/>
              <a:headEnd type="none" w="med" len="med"/>
              <a:tailEnd type="none" w="med" len="med"/>
            </a:ln>
          </p:spPr>
        </p:cxnSp>
        <p:sp>
          <p:nvSpPr>
            <p:cNvPr id="1370" name="Google Shape;1370;p41"/>
            <p:cNvSpPr txBox="1"/>
            <p:nvPr/>
          </p:nvSpPr>
          <p:spPr>
            <a:xfrm>
              <a:off x="6897325" y="2458475"/>
              <a:ext cx="1536300" cy="7488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is the second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71" name="Google Shape;1371;p41"/>
          <p:cNvGrpSpPr/>
          <p:nvPr/>
        </p:nvGrpSpPr>
        <p:grpSpPr>
          <a:xfrm>
            <a:off x="6312100" y="1677267"/>
            <a:ext cx="4932733" cy="1417605"/>
            <a:chOff x="4734075" y="1257950"/>
            <a:chExt cx="3699550" cy="1063204"/>
          </a:xfrm>
        </p:grpSpPr>
        <p:sp>
          <p:nvSpPr>
            <p:cNvPr id="1372" name="Google Shape;1372;p41"/>
            <p:cNvSpPr/>
            <p:nvPr/>
          </p:nvSpPr>
          <p:spPr>
            <a:xfrm>
              <a:off x="5496625" y="1422325"/>
              <a:ext cx="1154400" cy="411300"/>
            </a:xfrm>
            <a:prstGeom prst="roundRect">
              <a:avLst>
                <a:gd name="adj" fmla="val 16667"/>
              </a:avLst>
            </a:prstGeom>
            <a:solidFill>
              <a:schemeClr val="accent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Mercury</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3" name="Google Shape;1373;p41"/>
            <p:cNvSpPr/>
            <p:nvPr/>
          </p:nvSpPr>
          <p:spPr>
            <a:xfrm>
              <a:off x="4734075" y="1909825"/>
              <a:ext cx="1318708" cy="411329"/>
            </a:xfrm>
            <a:custGeom>
              <a:avLst/>
              <a:gdLst/>
              <a:ahLst/>
              <a:cxnLst/>
              <a:rect l="l" t="t" r="r" b="b"/>
              <a:pathLst>
                <a:path w="55507" h="15181" fill="none" extrusionOk="0">
                  <a:moveTo>
                    <a:pt x="0" y="15181"/>
                  </a:moveTo>
                  <a:lnTo>
                    <a:pt x="0" y="5810"/>
                  </a:lnTo>
                  <a:lnTo>
                    <a:pt x="55507" y="5810"/>
                  </a:lnTo>
                  <a:lnTo>
                    <a:pt x="55507" y="0"/>
                  </a:lnTo>
                </a:path>
              </a:pathLst>
            </a:custGeom>
            <a:noFill/>
            <a:ln w="9525" cap="flat" cmpd="sng">
              <a:solidFill>
                <a:srgbClr val="000000"/>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 name="Google Shape;1374;p41"/>
            <p:cNvSpPr txBox="1"/>
            <p:nvPr/>
          </p:nvSpPr>
          <p:spPr>
            <a:xfrm>
              <a:off x="6897325" y="1257950"/>
              <a:ext cx="1536300" cy="7488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in the Solar System</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75" name="Google Shape;1375;p41"/>
          <p:cNvGrpSpPr/>
          <p:nvPr/>
        </p:nvGrpSpPr>
        <p:grpSpPr>
          <a:xfrm>
            <a:off x="6312100" y="4459559"/>
            <a:ext cx="4932733" cy="1417508"/>
            <a:chOff x="4734075" y="3344669"/>
            <a:chExt cx="3699550" cy="1063131"/>
          </a:xfrm>
        </p:grpSpPr>
        <p:sp>
          <p:nvSpPr>
            <p:cNvPr id="1376" name="Google Shape;1376;p41"/>
            <p:cNvSpPr/>
            <p:nvPr/>
          </p:nvSpPr>
          <p:spPr>
            <a:xfrm>
              <a:off x="5496625" y="3832225"/>
              <a:ext cx="1154400" cy="411300"/>
            </a:xfrm>
            <a:prstGeom prst="roundRect">
              <a:avLst>
                <a:gd name="adj" fmla="val 16667"/>
              </a:avLst>
            </a:prstGeom>
            <a:solidFill>
              <a:schemeClr val="accent3"/>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Neptune</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7" name="Google Shape;1377;p41"/>
            <p:cNvSpPr/>
            <p:nvPr/>
          </p:nvSpPr>
          <p:spPr>
            <a:xfrm>
              <a:off x="4734075" y="3344669"/>
              <a:ext cx="1318708" cy="411356"/>
            </a:xfrm>
            <a:custGeom>
              <a:avLst/>
              <a:gdLst/>
              <a:ahLst/>
              <a:cxnLst/>
              <a:rect l="l" t="t" r="r" b="b"/>
              <a:pathLst>
                <a:path w="55507" h="15182" fill="none" extrusionOk="0">
                  <a:moveTo>
                    <a:pt x="0" y="1"/>
                  </a:moveTo>
                  <a:lnTo>
                    <a:pt x="0" y="9371"/>
                  </a:lnTo>
                  <a:lnTo>
                    <a:pt x="55507" y="9371"/>
                  </a:lnTo>
                  <a:lnTo>
                    <a:pt x="55507" y="15181"/>
                  </a:lnTo>
                </a:path>
              </a:pathLst>
            </a:custGeom>
            <a:noFill/>
            <a:ln w="9525" cap="flat" cmpd="sng">
              <a:solidFill>
                <a:srgbClr val="000000"/>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8" name="Google Shape;1378;p41"/>
            <p:cNvSpPr txBox="1"/>
            <p:nvPr/>
          </p:nvSpPr>
          <p:spPr>
            <a:xfrm>
              <a:off x="6897325" y="3659000"/>
              <a:ext cx="1536300" cy="748800"/>
            </a:xfrm>
            <a:prstGeom prst="rect">
              <a:avLst/>
            </a:prstGeom>
            <a:no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79" name="Google Shape;1379;p41"/>
          <p:cNvGrpSpPr/>
          <p:nvPr/>
        </p:nvGrpSpPr>
        <p:grpSpPr>
          <a:xfrm>
            <a:off x="947033" y="1677267"/>
            <a:ext cx="4924267" cy="1417605"/>
            <a:chOff x="710275" y="1257950"/>
            <a:chExt cx="3693200" cy="1063204"/>
          </a:xfrm>
        </p:grpSpPr>
        <p:sp>
          <p:nvSpPr>
            <p:cNvPr id="1380" name="Google Shape;1380;p41"/>
            <p:cNvSpPr/>
            <p:nvPr/>
          </p:nvSpPr>
          <p:spPr>
            <a:xfrm>
              <a:off x="2492925" y="1422325"/>
              <a:ext cx="1154400" cy="411300"/>
            </a:xfrm>
            <a:prstGeom prst="roundRect">
              <a:avLst>
                <a:gd name="adj" fmla="val 16667"/>
              </a:avLst>
            </a:prstGeom>
            <a:solidFill>
              <a:schemeClr val="accent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Mars</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1" name="Google Shape;1381;p41"/>
            <p:cNvSpPr/>
            <p:nvPr/>
          </p:nvSpPr>
          <p:spPr>
            <a:xfrm>
              <a:off x="3084776" y="1909825"/>
              <a:ext cx="1318700" cy="411329"/>
            </a:xfrm>
            <a:custGeom>
              <a:avLst/>
              <a:gdLst/>
              <a:ahLst/>
              <a:cxnLst/>
              <a:rect l="l" t="t" r="r" b="b"/>
              <a:pathLst>
                <a:path w="55495" h="15181" fill="none" extrusionOk="0">
                  <a:moveTo>
                    <a:pt x="0" y="0"/>
                  </a:moveTo>
                  <a:lnTo>
                    <a:pt x="0" y="6144"/>
                  </a:lnTo>
                  <a:lnTo>
                    <a:pt x="55495" y="6144"/>
                  </a:lnTo>
                  <a:lnTo>
                    <a:pt x="55495" y="15181"/>
                  </a:lnTo>
                </a:path>
              </a:pathLst>
            </a:custGeom>
            <a:noFill/>
            <a:ln w="9525" cap="flat" cmpd="sng">
              <a:solidFill>
                <a:srgbClr val="000000"/>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2" name="Google Shape;1382;p41"/>
            <p:cNvSpPr txBox="1"/>
            <p:nvPr/>
          </p:nvSpPr>
          <p:spPr>
            <a:xfrm>
              <a:off x="710275" y="1257950"/>
              <a:ext cx="1536300" cy="7488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actually a cold place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grpSp>
        <p:nvGrpSpPr>
          <p:cNvPr id="1383" name="Google Shape;1383;p41"/>
          <p:cNvGrpSpPr/>
          <p:nvPr/>
        </p:nvGrpSpPr>
        <p:grpSpPr>
          <a:xfrm>
            <a:off x="947033" y="4459559"/>
            <a:ext cx="4924267" cy="1417508"/>
            <a:chOff x="710275" y="3344669"/>
            <a:chExt cx="3693200" cy="1063131"/>
          </a:xfrm>
        </p:grpSpPr>
        <p:sp>
          <p:nvSpPr>
            <p:cNvPr id="1384" name="Google Shape;1384;p41"/>
            <p:cNvSpPr/>
            <p:nvPr/>
          </p:nvSpPr>
          <p:spPr>
            <a:xfrm>
              <a:off x="2492925" y="3832225"/>
              <a:ext cx="1154400" cy="411300"/>
            </a:xfrm>
            <a:prstGeom prst="roundRect">
              <a:avLst>
                <a:gd name="adj" fmla="val 16667"/>
              </a:avLst>
            </a:prstGeom>
            <a:solidFill>
              <a:schemeClr val="accent4"/>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Pts val="1100"/>
                <a:buFontTx/>
                <a:buNone/>
                <a:tabLst/>
                <a:defRPr/>
              </a:pPr>
              <a:r>
                <a:rPr kumimoji="0" lang="en" sz="2267" b="0" i="0" u="none" strike="noStrike" kern="0" cap="none" spc="0" normalizeH="0" baseline="0" noProof="0">
                  <a:ln>
                    <a:noFill/>
                  </a:ln>
                  <a:solidFill>
                    <a:srgbClr val="FFFFFF"/>
                  </a:solidFill>
                  <a:effectLst/>
                  <a:uLnTx/>
                  <a:uFillTx/>
                  <a:latin typeface="Fira Sans Extra Condensed Medium"/>
                  <a:ea typeface="Fira Sans Extra Condensed Medium"/>
                  <a:cs typeface="Fira Sans Extra Condensed Medium"/>
                  <a:sym typeface="Fira Sans Extra Condensed Medium"/>
                </a:rPr>
                <a:t>Jupiter</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5" name="Google Shape;1385;p41"/>
            <p:cNvSpPr/>
            <p:nvPr/>
          </p:nvSpPr>
          <p:spPr>
            <a:xfrm>
              <a:off x="3084776" y="3344669"/>
              <a:ext cx="1318700" cy="411356"/>
            </a:xfrm>
            <a:custGeom>
              <a:avLst/>
              <a:gdLst/>
              <a:ahLst/>
              <a:cxnLst/>
              <a:rect l="l" t="t" r="r" b="b"/>
              <a:pathLst>
                <a:path w="55495" h="15182" fill="none" extrusionOk="0">
                  <a:moveTo>
                    <a:pt x="0" y="15181"/>
                  </a:moveTo>
                  <a:lnTo>
                    <a:pt x="0" y="9026"/>
                  </a:lnTo>
                  <a:lnTo>
                    <a:pt x="55495" y="9026"/>
                  </a:lnTo>
                  <a:lnTo>
                    <a:pt x="55495" y="1"/>
                  </a:lnTo>
                </a:path>
              </a:pathLst>
            </a:custGeom>
            <a:noFill/>
            <a:ln w="9525" cap="flat" cmpd="sng">
              <a:solidFill>
                <a:srgbClr val="000000"/>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 name="Google Shape;1386;p41"/>
            <p:cNvSpPr txBox="1"/>
            <p:nvPr/>
          </p:nvSpPr>
          <p:spPr>
            <a:xfrm>
              <a:off x="710275" y="3659000"/>
              <a:ext cx="1536300" cy="748800"/>
            </a:xfrm>
            <a:prstGeom prst="rect">
              <a:avLst/>
            </a:prstGeom>
            <a:no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Planet Jupiter is a gas giant and the biggest one</a:t>
              </a:r>
              <a:endParaRPr kumimoji="0" sz="16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Tree>
    <p:extLst>
      <p:ext uri="{BB962C8B-B14F-4D97-AF65-F5344CB8AC3E}">
        <p14:creationId xmlns:p14="http://schemas.microsoft.com/office/powerpoint/2010/main" val="232279564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Shape 1491"/>
        <p:cNvGrpSpPr/>
        <p:nvPr/>
      </p:nvGrpSpPr>
      <p:grpSpPr>
        <a:xfrm>
          <a:off x="0" y="0"/>
          <a:ext cx="0" cy="0"/>
          <a:chOff x="0" y="0"/>
          <a:chExt cx="0" cy="0"/>
        </a:xfrm>
      </p:grpSpPr>
      <p:sp>
        <p:nvSpPr>
          <p:cNvPr id="1492" name="Google Shape;1492;p44"/>
          <p:cNvSpPr txBox="1">
            <a:spLocks noGrp="1"/>
          </p:cNvSpPr>
          <p:nvPr>
            <p:ph type="title"/>
          </p:nvPr>
        </p:nvSpPr>
        <p:spPr>
          <a:xfrm>
            <a:off x="947033" y="715533"/>
            <a:ext cx="10298000" cy="641600"/>
          </a:xfrm>
          <a:prstGeom prst="rect">
            <a:avLst/>
          </a:prstGeom>
        </p:spPr>
        <p:txBody>
          <a:bodyPr spcFirstLastPara="1" wrap="square" lIns="121900" tIns="121900" rIns="121900" bIns="121900" anchor="ctr" anchorCtr="0">
            <a:noAutofit/>
          </a:bodyPr>
          <a:lstStyle/>
          <a:p>
            <a:r>
              <a:rPr lang="en"/>
              <a:t>Project Management Infographics</a:t>
            </a:r>
            <a:endParaRPr/>
          </a:p>
        </p:txBody>
      </p:sp>
      <p:grpSp>
        <p:nvGrpSpPr>
          <p:cNvPr id="1493" name="Google Shape;1493;p44"/>
          <p:cNvGrpSpPr/>
          <p:nvPr/>
        </p:nvGrpSpPr>
        <p:grpSpPr>
          <a:xfrm>
            <a:off x="947039" y="1638595"/>
            <a:ext cx="2823512" cy="4277152"/>
            <a:chOff x="710279" y="1228946"/>
            <a:chExt cx="2117634" cy="3207864"/>
          </a:xfrm>
        </p:grpSpPr>
        <p:sp>
          <p:nvSpPr>
            <p:cNvPr id="1494" name="Google Shape;1494;p44"/>
            <p:cNvSpPr/>
            <p:nvPr/>
          </p:nvSpPr>
          <p:spPr>
            <a:xfrm>
              <a:off x="710279" y="1228946"/>
              <a:ext cx="2013822" cy="3207864"/>
            </a:xfrm>
            <a:custGeom>
              <a:avLst/>
              <a:gdLst/>
              <a:ahLst/>
              <a:cxnLst/>
              <a:rect l="l" t="t" r="r" b="b"/>
              <a:pathLst>
                <a:path w="70903" h="112943" extrusionOk="0">
                  <a:moveTo>
                    <a:pt x="70902" y="0"/>
                  </a:moveTo>
                  <a:lnTo>
                    <a:pt x="1" y="48"/>
                  </a:lnTo>
                  <a:lnTo>
                    <a:pt x="35446" y="112943"/>
                  </a:lnTo>
                  <a:lnTo>
                    <a:pt x="70902" y="0"/>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 name="Google Shape;1495;p44"/>
            <p:cNvSpPr/>
            <p:nvPr/>
          </p:nvSpPr>
          <p:spPr>
            <a:xfrm>
              <a:off x="1581412" y="4004343"/>
              <a:ext cx="670611" cy="431519"/>
            </a:xfrm>
            <a:custGeom>
              <a:avLst/>
              <a:gdLst/>
              <a:ahLst/>
              <a:cxnLst/>
              <a:rect l="l" t="t" r="r" b="b"/>
              <a:pathLst>
                <a:path w="23611" h="15193" extrusionOk="0">
                  <a:moveTo>
                    <a:pt x="0" y="0"/>
                  </a:moveTo>
                  <a:lnTo>
                    <a:pt x="4775" y="15193"/>
                  </a:lnTo>
                  <a:lnTo>
                    <a:pt x="16288" y="15193"/>
                  </a:lnTo>
                  <a:lnTo>
                    <a:pt x="23610" y="7597"/>
                  </a:lnTo>
                  <a:lnTo>
                    <a:pt x="16478"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 name="Google Shape;1496;p44"/>
            <p:cNvSpPr/>
            <p:nvPr/>
          </p:nvSpPr>
          <p:spPr>
            <a:xfrm>
              <a:off x="1421449" y="3493857"/>
              <a:ext cx="902603" cy="431519"/>
            </a:xfrm>
            <a:custGeom>
              <a:avLst/>
              <a:gdLst/>
              <a:ahLst/>
              <a:cxnLst/>
              <a:rect l="l" t="t" r="r" b="b"/>
              <a:pathLst>
                <a:path w="31779" h="15193" extrusionOk="0">
                  <a:moveTo>
                    <a:pt x="1" y="0"/>
                  </a:moveTo>
                  <a:lnTo>
                    <a:pt x="4775" y="15193"/>
                  </a:lnTo>
                  <a:lnTo>
                    <a:pt x="24456" y="15193"/>
                  </a:lnTo>
                  <a:lnTo>
                    <a:pt x="31778" y="7596"/>
                  </a:lnTo>
                  <a:lnTo>
                    <a:pt x="24646"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 name="Google Shape;1497;p44"/>
            <p:cNvSpPr/>
            <p:nvPr/>
          </p:nvSpPr>
          <p:spPr>
            <a:xfrm>
              <a:off x="1260151" y="2982084"/>
              <a:ext cx="1174131" cy="431860"/>
            </a:xfrm>
            <a:custGeom>
              <a:avLst/>
              <a:gdLst/>
              <a:ahLst/>
              <a:cxnLst/>
              <a:rect l="l" t="t" r="r" b="b"/>
              <a:pathLst>
                <a:path w="41339" h="15205" extrusionOk="0">
                  <a:moveTo>
                    <a:pt x="0" y="0"/>
                  </a:moveTo>
                  <a:lnTo>
                    <a:pt x="4775" y="15204"/>
                  </a:lnTo>
                  <a:lnTo>
                    <a:pt x="34016" y="15204"/>
                  </a:lnTo>
                  <a:lnTo>
                    <a:pt x="41339" y="7608"/>
                  </a:lnTo>
                  <a:lnTo>
                    <a:pt x="34207" y="0"/>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 name="Google Shape;1498;p44"/>
            <p:cNvSpPr/>
            <p:nvPr/>
          </p:nvSpPr>
          <p:spPr>
            <a:xfrm>
              <a:off x="1097831" y="2470623"/>
              <a:ext cx="1435888" cy="431548"/>
            </a:xfrm>
            <a:custGeom>
              <a:avLst/>
              <a:gdLst/>
              <a:ahLst/>
              <a:cxnLst/>
              <a:rect l="l" t="t" r="r" b="b"/>
              <a:pathLst>
                <a:path w="50555" h="15194" extrusionOk="0">
                  <a:moveTo>
                    <a:pt x="0" y="1"/>
                  </a:moveTo>
                  <a:lnTo>
                    <a:pt x="4775" y="15193"/>
                  </a:lnTo>
                  <a:lnTo>
                    <a:pt x="43232" y="15193"/>
                  </a:lnTo>
                  <a:lnTo>
                    <a:pt x="50554" y="7597"/>
                  </a:lnTo>
                  <a:lnTo>
                    <a:pt x="43422"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 name="Google Shape;1499;p44"/>
            <p:cNvSpPr/>
            <p:nvPr/>
          </p:nvSpPr>
          <p:spPr>
            <a:xfrm>
              <a:off x="939913" y="1959162"/>
              <a:ext cx="1739540" cy="431548"/>
            </a:xfrm>
            <a:custGeom>
              <a:avLst/>
              <a:gdLst/>
              <a:ahLst/>
              <a:cxnLst/>
              <a:rect l="l" t="t" r="r" b="b"/>
              <a:pathLst>
                <a:path w="61246" h="15194" extrusionOk="0">
                  <a:moveTo>
                    <a:pt x="0" y="1"/>
                  </a:moveTo>
                  <a:lnTo>
                    <a:pt x="4774" y="15193"/>
                  </a:lnTo>
                  <a:lnTo>
                    <a:pt x="53923" y="15193"/>
                  </a:lnTo>
                  <a:lnTo>
                    <a:pt x="61246" y="7597"/>
                  </a:lnTo>
                  <a:lnTo>
                    <a:pt x="54102" y="1"/>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 name="Google Shape;1500;p44"/>
            <p:cNvSpPr/>
            <p:nvPr/>
          </p:nvSpPr>
          <p:spPr>
            <a:xfrm>
              <a:off x="780291" y="1447740"/>
              <a:ext cx="2047621" cy="431519"/>
            </a:xfrm>
            <a:custGeom>
              <a:avLst/>
              <a:gdLst/>
              <a:ahLst/>
              <a:cxnLst/>
              <a:rect l="l" t="t" r="r" b="b"/>
              <a:pathLst>
                <a:path w="72093" h="15193" extrusionOk="0">
                  <a:moveTo>
                    <a:pt x="0" y="1"/>
                  </a:moveTo>
                  <a:lnTo>
                    <a:pt x="4775" y="15193"/>
                  </a:lnTo>
                  <a:lnTo>
                    <a:pt x="64770" y="15193"/>
                  </a:lnTo>
                  <a:lnTo>
                    <a:pt x="72093" y="7597"/>
                  </a:lnTo>
                  <a:lnTo>
                    <a:pt x="64961"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1" name="Google Shape;1501;p44"/>
          <p:cNvGrpSpPr/>
          <p:nvPr/>
        </p:nvGrpSpPr>
        <p:grpSpPr>
          <a:xfrm>
            <a:off x="4115718" y="1981600"/>
            <a:ext cx="7129317" cy="472800"/>
            <a:chOff x="3086788" y="1486200"/>
            <a:chExt cx="5346988" cy="354600"/>
          </a:xfrm>
        </p:grpSpPr>
        <p:sp>
          <p:nvSpPr>
            <p:cNvPr id="1502" name="Google Shape;1502;p44"/>
            <p:cNvSpPr txBox="1"/>
            <p:nvPr/>
          </p:nvSpPr>
          <p:spPr>
            <a:xfrm>
              <a:off x="3086788" y="1486200"/>
              <a:ext cx="1580400" cy="354600"/>
            </a:xfrm>
            <a:prstGeom prst="rect">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rPr>
                <a:t>Mercury</a:t>
              </a:r>
              <a:endParaRPr kumimoji="0" sz="2267" b="0" i="0" u="none" strike="noStrike" kern="0" cap="none" spc="0" normalizeH="0" baseline="0" noProof="0">
                <a:ln>
                  <a:noFill/>
                </a:ln>
                <a:solidFill>
                  <a:srgbClr val="FBB831"/>
                </a:solidFill>
                <a:effectLst/>
                <a:uLnTx/>
                <a:uFillTx/>
                <a:latin typeface="Fira Sans Extra Condensed Medium"/>
                <a:ea typeface="Fira Sans Extra Condensed Medium"/>
                <a:cs typeface="Fira Sans Extra Condensed Medium"/>
                <a:sym typeface="Fira Sans Extra Condensed Medium"/>
              </a:endParaRPr>
            </a:p>
          </p:txBody>
        </p:sp>
        <p:sp>
          <p:nvSpPr>
            <p:cNvPr id="1503" name="Google Shape;1503;p44"/>
            <p:cNvSpPr txBox="1"/>
            <p:nvPr/>
          </p:nvSpPr>
          <p:spPr>
            <a:xfrm>
              <a:off x="5053675" y="1486200"/>
              <a:ext cx="3380100" cy="3546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Mercury is the smallest planet of them all</a:t>
              </a:r>
              <a:endParaRPr kumimoji="0" sz="2267" b="0" i="0" u="none" strike="noStrike" kern="0" cap="none" spc="0" normalizeH="0" baseline="0" noProof="0">
                <a:ln>
                  <a:noFill/>
                </a:ln>
                <a:solidFill>
                  <a:srgbClr val="FF33B7"/>
                </a:solidFill>
                <a:effectLst/>
                <a:uLnTx/>
                <a:uFillTx/>
                <a:latin typeface="Fira Sans Extra Condensed Medium"/>
                <a:ea typeface="Fira Sans Extra Condensed Medium"/>
                <a:cs typeface="Fira Sans Extra Condensed Medium"/>
                <a:sym typeface="Fira Sans Extra Condensed Medium"/>
              </a:endParaRPr>
            </a:p>
          </p:txBody>
        </p:sp>
        <p:cxnSp>
          <p:nvCxnSpPr>
            <p:cNvPr id="1504" name="Google Shape;1504;p44"/>
            <p:cNvCxnSpPr>
              <a:stCxn id="1502" idx="3"/>
              <a:endCxn id="1503" idx="1"/>
            </p:cNvCxnSpPr>
            <p:nvPr/>
          </p:nvCxnSpPr>
          <p:spPr>
            <a:xfrm>
              <a:off x="4667188" y="1663500"/>
              <a:ext cx="386400" cy="0"/>
            </a:xfrm>
            <a:prstGeom prst="straightConnector1">
              <a:avLst/>
            </a:prstGeom>
            <a:noFill/>
            <a:ln w="9525" cap="flat" cmpd="sng">
              <a:solidFill>
                <a:srgbClr val="000000"/>
              </a:solidFill>
              <a:prstDash val="solid"/>
              <a:round/>
              <a:headEnd type="none" w="med" len="med"/>
              <a:tailEnd type="none" w="med" len="med"/>
            </a:ln>
          </p:spPr>
        </p:cxnSp>
      </p:grpSp>
      <p:grpSp>
        <p:nvGrpSpPr>
          <p:cNvPr id="1505" name="Google Shape;1505;p44"/>
          <p:cNvGrpSpPr/>
          <p:nvPr/>
        </p:nvGrpSpPr>
        <p:grpSpPr>
          <a:xfrm>
            <a:off x="4115718" y="2663360"/>
            <a:ext cx="7129317" cy="472800"/>
            <a:chOff x="3086788" y="1997520"/>
            <a:chExt cx="5346988" cy="354600"/>
          </a:xfrm>
        </p:grpSpPr>
        <p:sp>
          <p:nvSpPr>
            <p:cNvPr id="1506" name="Google Shape;1506;p44"/>
            <p:cNvSpPr txBox="1"/>
            <p:nvPr/>
          </p:nvSpPr>
          <p:spPr>
            <a:xfrm>
              <a:off x="3086788" y="1997520"/>
              <a:ext cx="1580400" cy="354600"/>
            </a:xfrm>
            <a:prstGeom prst="rect">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rPr>
                <a:t>Neptune</a:t>
              </a:r>
              <a:endParaRPr kumimoji="0" sz="2267" b="0" i="0" u="none" strike="noStrike" kern="0" cap="none" spc="0" normalizeH="0" baseline="0" noProof="0">
                <a:ln>
                  <a:noFill/>
                </a:ln>
                <a:solidFill>
                  <a:srgbClr val="FB8569"/>
                </a:solidFill>
                <a:effectLst/>
                <a:uLnTx/>
                <a:uFillTx/>
                <a:latin typeface="Fira Sans Extra Condensed Medium"/>
                <a:ea typeface="Fira Sans Extra Condensed Medium"/>
                <a:cs typeface="Fira Sans Extra Condensed Medium"/>
                <a:sym typeface="Fira Sans Extra Condensed Medium"/>
              </a:endParaRPr>
            </a:p>
          </p:txBody>
        </p:sp>
        <p:sp>
          <p:nvSpPr>
            <p:cNvPr id="1507" name="Google Shape;1507;p44"/>
            <p:cNvSpPr txBox="1"/>
            <p:nvPr/>
          </p:nvSpPr>
          <p:spPr>
            <a:xfrm>
              <a:off x="5053675" y="1997520"/>
              <a:ext cx="3380100" cy="3546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Neptune is the farthest planet from the Sun</a:t>
              </a:r>
              <a:endParaRPr kumimoji="0" sz="2267" b="0" i="0" u="none" strike="noStrike" kern="0" cap="none" spc="0" normalizeH="0" baseline="0" noProof="0">
                <a:ln>
                  <a:noFill/>
                </a:ln>
                <a:solidFill>
                  <a:srgbClr val="FF33B7"/>
                </a:solidFill>
                <a:effectLst/>
                <a:uLnTx/>
                <a:uFillTx/>
                <a:latin typeface="Fira Sans Extra Condensed Medium"/>
                <a:ea typeface="Fira Sans Extra Condensed Medium"/>
                <a:cs typeface="Fira Sans Extra Condensed Medium"/>
                <a:sym typeface="Fira Sans Extra Condensed Medium"/>
              </a:endParaRPr>
            </a:p>
          </p:txBody>
        </p:sp>
        <p:cxnSp>
          <p:nvCxnSpPr>
            <p:cNvPr id="1508" name="Google Shape;1508;p44"/>
            <p:cNvCxnSpPr>
              <a:stCxn id="1506" idx="3"/>
              <a:endCxn id="1507" idx="1"/>
            </p:cNvCxnSpPr>
            <p:nvPr/>
          </p:nvCxnSpPr>
          <p:spPr>
            <a:xfrm>
              <a:off x="4667188" y="2174820"/>
              <a:ext cx="386400" cy="0"/>
            </a:xfrm>
            <a:prstGeom prst="straightConnector1">
              <a:avLst/>
            </a:prstGeom>
            <a:noFill/>
            <a:ln w="9525" cap="flat" cmpd="sng">
              <a:solidFill>
                <a:srgbClr val="000000"/>
              </a:solidFill>
              <a:prstDash val="solid"/>
              <a:round/>
              <a:headEnd type="none" w="med" len="med"/>
              <a:tailEnd type="none" w="med" len="med"/>
            </a:ln>
          </p:spPr>
        </p:cxnSp>
      </p:grpSp>
      <p:grpSp>
        <p:nvGrpSpPr>
          <p:cNvPr id="1509" name="Google Shape;1509;p44"/>
          <p:cNvGrpSpPr/>
          <p:nvPr/>
        </p:nvGrpSpPr>
        <p:grpSpPr>
          <a:xfrm>
            <a:off x="4115718" y="3345121"/>
            <a:ext cx="7129317" cy="472801"/>
            <a:chOff x="3086788" y="2508840"/>
            <a:chExt cx="5346988" cy="354601"/>
          </a:xfrm>
        </p:grpSpPr>
        <p:sp>
          <p:nvSpPr>
            <p:cNvPr id="1510" name="Google Shape;1510;p44"/>
            <p:cNvSpPr txBox="1"/>
            <p:nvPr/>
          </p:nvSpPr>
          <p:spPr>
            <a:xfrm>
              <a:off x="3086788" y="2508841"/>
              <a:ext cx="1580400" cy="354600"/>
            </a:xfrm>
            <a:prstGeom prst="rect">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rPr>
                <a:t>Saturn</a:t>
              </a:r>
              <a:endParaRPr kumimoji="0" sz="2267" b="0" i="0" u="none" strike="noStrike" kern="0" cap="none" spc="0" normalizeH="0" baseline="0" noProof="0">
                <a:ln>
                  <a:noFill/>
                </a:ln>
                <a:solidFill>
                  <a:srgbClr val="FB569C"/>
                </a:solidFill>
                <a:effectLst/>
                <a:uLnTx/>
                <a:uFillTx/>
                <a:latin typeface="Fira Sans Extra Condensed Medium"/>
                <a:ea typeface="Fira Sans Extra Condensed Medium"/>
                <a:cs typeface="Fira Sans Extra Condensed Medium"/>
                <a:sym typeface="Fira Sans Extra Condensed Medium"/>
              </a:endParaRPr>
            </a:p>
          </p:txBody>
        </p:sp>
        <p:sp>
          <p:nvSpPr>
            <p:cNvPr id="1511" name="Google Shape;1511;p44"/>
            <p:cNvSpPr txBox="1"/>
            <p:nvPr/>
          </p:nvSpPr>
          <p:spPr>
            <a:xfrm>
              <a:off x="5053675" y="2508840"/>
              <a:ext cx="3380100" cy="3546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Saturn is composed of hydrogen and helium</a:t>
              </a:r>
              <a:endParaRPr kumimoji="0" sz="2267" b="0" i="0" u="none" strike="noStrike" kern="0" cap="none" spc="0" normalizeH="0" baseline="0" noProof="0">
                <a:ln>
                  <a:noFill/>
                </a:ln>
                <a:solidFill>
                  <a:srgbClr val="FF33B7"/>
                </a:solidFill>
                <a:effectLst/>
                <a:uLnTx/>
                <a:uFillTx/>
                <a:latin typeface="Fira Sans Extra Condensed Medium"/>
                <a:ea typeface="Fira Sans Extra Condensed Medium"/>
                <a:cs typeface="Fira Sans Extra Condensed Medium"/>
                <a:sym typeface="Fira Sans Extra Condensed Medium"/>
              </a:endParaRPr>
            </a:p>
          </p:txBody>
        </p:sp>
        <p:cxnSp>
          <p:nvCxnSpPr>
            <p:cNvPr id="1512" name="Google Shape;1512;p44"/>
            <p:cNvCxnSpPr>
              <a:stCxn id="1510" idx="3"/>
              <a:endCxn id="1511" idx="1"/>
            </p:cNvCxnSpPr>
            <p:nvPr/>
          </p:nvCxnSpPr>
          <p:spPr>
            <a:xfrm>
              <a:off x="4667188" y="2686141"/>
              <a:ext cx="386400" cy="0"/>
            </a:xfrm>
            <a:prstGeom prst="straightConnector1">
              <a:avLst/>
            </a:prstGeom>
            <a:noFill/>
            <a:ln w="9525" cap="flat" cmpd="sng">
              <a:solidFill>
                <a:srgbClr val="000000"/>
              </a:solidFill>
              <a:prstDash val="solid"/>
              <a:round/>
              <a:headEnd type="none" w="med" len="med"/>
              <a:tailEnd type="none" w="med" len="med"/>
            </a:ln>
          </p:spPr>
        </p:cxnSp>
      </p:grpSp>
      <p:grpSp>
        <p:nvGrpSpPr>
          <p:cNvPr id="1513" name="Google Shape;1513;p44"/>
          <p:cNvGrpSpPr/>
          <p:nvPr/>
        </p:nvGrpSpPr>
        <p:grpSpPr>
          <a:xfrm>
            <a:off x="4115718" y="4026881"/>
            <a:ext cx="7129317" cy="472801"/>
            <a:chOff x="3086788" y="3020160"/>
            <a:chExt cx="5346988" cy="354601"/>
          </a:xfrm>
        </p:grpSpPr>
        <p:sp>
          <p:nvSpPr>
            <p:cNvPr id="1514" name="Google Shape;1514;p44"/>
            <p:cNvSpPr txBox="1"/>
            <p:nvPr/>
          </p:nvSpPr>
          <p:spPr>
            <a:xfrm>
              <a:off x="3086788" y="3020161"/>
              <a:ext cx="1580400" cy="354600"/>
            </a:xfrm>
            <a:prstGeom prst="rect">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rPr>
                <a:t>Jupiter</a:t>
              </a:r>
              <a:endParaRPr kumimoji="0" sz="2267" b="0" i="0" u="none" strike="noStrike" kern="0" cap="none" spc="0" normalizeH="0" baseline="0" noProof="0">
                <a:ln>
                  <a:noFill/>
                </a:ln>
                <a:solidFill>
                  <a:srgbClr val="E850E0"/>
                </a:solidFill>
                <a:effectLst/>
                <a:uLnTx/>
                <a:uFillTx/>
                <a:latin typeface="Fira Sans Extra Condensed Medium"/>
                <a:ea typeface="Fira Sans Extra Condensed Medium"/>
                <a:cs typeface="Fira Sans Extra Condensed Medium"/>
                <a:sym typeface="Fira Sans Extra Condensed Medium"/>
              </a:endParaRPr>
            </a:p>
          </p:txBody>
        </p:sp>
        <p:sp>
          <p:nvSpPr>
            <p:cNvPr id="1515" name="Google Shape;1515;p44"/>
            <p:cNvSpPr txBox="1"/>
            <p:nvPr/>
          </p:nvSpPr>
          <p:spPr>
            <a:xfrm>
              <a:off x="5053675" y="3020160"/>
              <a:ext cx="3380100" cy="3546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Jupiter is a gas giant and the biggest planet</a:t>
              </a:r>
              <a:endParaRPr kumimoji="0" sz="2267" b="0" i="0" u="none" strike="noStrike" kern="0" cap="none" spc="0" normalizeH="0" baseline="0" noProof="0">
                <a:ln>
                  <a:noFill/>
                </a:ln>
                <a:solidFill>
                  <a:srgbClr val="FF33B7"/>
                </a:solidFill>
                <a:effectLst/>
                <a:uLnTx/>
                <a:uFillTx/>
                <a:latin typeface="Fira Sans Extra Condensed Medium"/>
                <a:ea typeface="Fira Sans Extra Condensed Medium"/>
                <a:cs typeface="Fira Sans Extra Condensed Medium"/>
                <a:sym typeface="Fira Sans Extra Condensed Medium"/>
              </a:endParaRPr>
            </a:p>
          </p:txBody>
        </p:sp>
        <p:cxnSp>
          <p:nvCxnSpPr>
            <p:cNvPr id="1516" name="Google Shape;1516;p44"/>
            <p:cNvCxnSpPr>
              <a:stCxn id="1514" idx="3"/>
              <a:endCxn id="1515" idx="1"/>
            </p:cNvCxnSpPr>
            <p:nvPr/>
          </p:nvCxnSpPr>
          <p:spPr>
            <a:xfrm>
              <a:off x="4667188" y="3197461"/>
              <a:ext cx="386400" cy="0"/>
            </a:xfrm>
            <a:prstGeom prst="straightConnector1">
              <a:avLst/>
            </a:prstGeom>
            <a:noFill/>
            <a:ln w="9525" cap="flat" cmpd="sng">
              <a:solidFill>
                <a:srgbClr val="000000"/>
              </a:solidFill>
              <a:prstDash val="solid"/>
              <a:round/>
              <a:headEnd type="none" w="med" len="med"/>
              <a:tailEnd type="none" w="med" len="med"/>
            </a:ln>
          </p:spPr>
        </p:cxnSp>
      </p:grpSp>
      <p:grpSp>
        <p:nvGrpSpPr>
          <p:cNvPr id="1517" name="Google Shape;1517;p44"/>
          <p:cNvGrpSpPr/>
          <p:nvPr/>
        </p:nvGrpSpPr>
        <p:grpSpPr>
          <a:xfrm>
            <a:off x="4115718" y="4708640"/>
            <a:ext cx="7129317" cy="472803"/>
            <a:chOff x="3086788" y="3531480"/>
            <a:chExt cx="5346988" cy="354602"/>
          </a:xfrm>
        </p:grpSpPr>
        <p:sp>
          <p:nvSpPr>
            <p:cNvPr id="1518" name="Google Shape;1518;p44"/>
            <p:cNvSpPr txBox="1"/>
            <p:nvPr/>
          </p:nvSpPr>
          <p:spPr>
            <a:xfrm>
              <a:off x="3086788" y="3531482"/>
              <a:ext cx="1580400" cy="354600"/>
            </a:xfrm>
            <a:prstGeom prst="rect">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8225E2"/>
                  </a:solidFill>
                  <a:effectLst/>
                  <a:uLnTx/>
                  <a:uFillTx/>
                  <a:latin typeface="Fira Sans Extra Condensed Medium"/>
                  <a:ea typeface="Fira Sans Extra Condensed Medium"/>
                  <a:cs typeface="Fira Sans Extra Condensed Medium"/>
                  <a:sym typeface="Fira Sans Extra Condensed Medium"/>
                </a:rPr>
                <a:t>Mars</a:t>
              </a:r>
              <a:endParaRPr kumimoji="0" sz="2267" b="0" i="0" u="none" strike="noStrike" kern="0" cap="none" spc="0" normalizeH="0" baseline="0" noProof="0">
                <a:ln>
                  <a:noFill/>
                </a:ln>
                <a:solidFill>
                  <a:srgbClr val="8225E2"/>
                </a:solidFill>
                <a:effectLst/>
                <a:uLnTx/>
                <a:uFillTx/>
                <a:latin typeface="Fira Sans Extra Condensed Medium"/>
                <a:ea typeface="Fira Sans Extra Condensed Medium"/>
                <a:cs typeface="Fira Sans Extra Condensed Medium"/>
                <a:sym typeface="Fira Sans Extra Condensed Medium"/>
              </a:endParaRPr>
            </a:p>
          </p:txBody>
        </p:sp>
        <p:sp>
          <p:nvSpPr>
            <p:cNvPr id="1519" name="Google Shape;1519;p44"/>
            <p:cNvSpPr txBox="1"/>
            <p:nvPr/>
          </p:nvSpPr>
          <p:spPr>
            <a:xfrm>
              <a:off x="5053675" y="3531480"/>
              <a:ext cx="3380100" cy="3546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Despite being red, Mars is a very cold place</a:t>
              </a:r>
              <a:endParaRPr kumimoji="0" sz="2267" b="0" i="0" u="none" strike="noStrike" kern="0" cap="none" spc="0" normalizeH="0" baseline="0" noProof="0">
                <a:ln>
                  <a:noFill/>
                </a:ln>
                <a:solidFill>
                  <a:srgbClr val="FF33B7"/>
                </a:solidFill>
                <a:effectLst/>
                <a:uLnTx/>
                <a:uFillTx/>
                <a:latin typeface="Fira Sans Extra Condensed Medium"/>
                <a:ea typeface="Fira Sans Extra Condensed Medium"/>
                <a:cs typeface="Fira Sans Extra Condensed Medium"/>
                <a:sym typeface="Fira Sans Extra Condensed Medium"/>
              </a:endParaRPr>
            </a:p>
          </p:txBody>
        </p:sp>
        <p:cxnSp>
          <p:nvCxnSpPr>
            <p:cNvPr id="1520" name="Google Shape;1520;p44"/>
            <p:cNvCxnSpPr>
              <a:stCxn id="1518" idx="3"/>
              <a:endCxn id="1519" idx="1"/>
            </p:cNvCxnSpPr>
            <p:nvPr/>
          </p:nvCxnSpPr>
          <p:spPr>
            <a:xfrm>
              <a:off x="4667188" y="3708782"/>
              <a:ext cx="386400" cy="0"/>
            </a:xfrm>
            <a:prstGeom prst="straightConnector1">
              <a:avLst/>
            </a:prstGeom>
            <a:noFill/>
            <a:ln w="9525" cap="flat" cmpd="sng">
              <a:solidFill>
                <a:srgbClr val="000000"/>
              </a:solidFill>
              <a:prstDash val="solid"/>
              <a:round/>
              <a:headEnd type="none" w="med" len="med"/>
              <a:tailEnd type="none" w="med" len="med"/>
            </a:ln>
          </p:spPr>
        </p:cxnSp>
      </p:grpSp>
      <p:grpSp>
        <p:nvGrpSpPr>
          <p:cNvPr id="1521" name="Google Shape;1521;p44"/>
          <p:cNvGrpSpPr/>
          <p:nvPr/>
        </p:nvGrpSpPr>
        <p:grpSpPr>
          <a:xfrm>
            <a:off x="4115718" y="5390400"/>
            <a:ext cx="7129317" cy="472803"/>
            <a:chOff x="3086788" y="4042800"/>
            <a:chExt cx="5346988" cy="354602"/>
          </a:xfrm>
        </p:grpSpPr>
        <p:sp>
          <p:nvSpPr>
            <p:cNvPr id="1522" name="Google Shape;1522;p44"/>
            <p:cNvSpPr txBox="1"/>
            <p:nvPr/>
          </p:nvSpPr>
          <p:spPr>
            <a:xfrm>
              <a:off x="3086788" y="4042802"/>
              <a:ext cx="1580400" cy="354600"/>
            </a:xfrm>
            <a:prstGeom prst="rect">
              <a:avLst/>
            </a:pr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rPr>
                <a:t>Venus</a:t>
              </a:r>
              <a:endParaRPr kumimoji="0" sz="2267" b="0" i="0" u="none" strike="noStrike" kern="0" cap="none" spc="0" normalizeH="0" baseline="0" noProof="0">
                <a:ln>
                  <a:noFill/>
                </a:ln>
                <a:solidFill>
                  <a:srgbClr val="9C27B0"/>
                </a:solidFill>
                <a:effectLst/>
                <a:uLnTx/>
                <a:uFillTx/>
                <a:latin typeface="Fira Sans Extra Condensed Medium"/>
                <a:ea typeface="Fira Sans Extra Condensed Medium"/>
                <a:cs typeface="Fira Sans Extra Condensed Medium"/>
                <a:sym typeface="Fira Sans Extra Condensed Medium"/>
              </a:endParaRPr>
            </a:p>
          </p:txBody>
        </p:sp>
        <p:sp>
          <p:nvSpPr>
            <p:cNvPr id="1523" name="Google Shape;1523;p44"/>
            <p:cNvSpPr txBox="1"/>
            <p:nvPr/>
          </p:nvSpPr>
          <p:spPr>
            <a:xfrm>
              <a:off x="5053675" y="4042800"/>
              <a:ext cx="3380100" cy="3546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a:ln>
                    <a:noFill/>
                  </a:ln>
                  <a:solidFill>
                    <a:srgbClr val="000000"/>
                  </a:solidFill>
                  <a:effectLst/>
                  <a:uLnTx/>
                  <a:uFillTx/>
                  <a:latin typeface="Roboto"/>
                  <a:ea typeface="Roboto"/>
                  <a:cs typeface="Roboto"/>
                  <a:sym typeface="Roboto"/>
                </a:rPr>
                <a:t>Venus is the second planet from the Sun</a:t>
              </a:r>
              <a:endParaRPr kumimoji="0" sz="2267" b="0" i="0" u="none" strike="noStrike" kern="0" cap="none" spc="0" normalizeH="0" baseline="0" noProof="0">
                <a:ln>
                  <a:noFill/>
                </a:ln>
                <a:solidFill>
                  <a:srgbClr val="FF33B7"/>
                </a:solidFill>
                <a:effectLst/>
                <a:uLnTx/>
                <a:uFillTx/>
                <a:latin typeface="Fira Sans Extra Condensed Medium"/>
                <a:ea typeface="Fira Sans Extra Condensed Medium"/>
                <a:cs typeface="Fira Sans Extra Condensed Medium"/>
                <a:sym typeface="Fira Sans Extra Condensed Medium"/>
              </a:endParaRPr>
            </a:p>
          </p:txBody>
        </p:sp>
        <p:cxnSp>
          <p:nvCxnSpPr>
            <p:cNvPr id="1524" name="Google Shape;1524;p44"/>
            <p:cNvCxnSpPr>
              <a:stCxn id="1522" idx="3"/>
              <a:endCxn id="1523" idx="1"/>
            </p:cNvCxnSpPr>
            <p:nvPr/>
          </p:nvCxnSpPr>
          <p:spPr>
            <a:xfrm>
              <a:off x="4667188" y="4220102"/>
              <a:ext cx="386400" cy="0"/>
            </a:xfrm>
            <a:prstGeom prst="straightConnector1">
              <a:avLst/>
            </a:prstGeom>
            <a:noFill/>
            <a:ln w="9525" cap="flat" cmpd="sng">
              <a:solidFill>
                <a:srgbClr val="000000"/>
              </a:solidFill>
              <a:prstDash val="solid"/>
              <a:round/>
              <a:headEnd type="none" w="med" len="med"/>
              <a:tailEnd type="none" w="med" len="med"/>
            </a:ln>
          </p:spPr>
        </p:cxnSp>
      </p:grpSp>
    </p:spTree>
    <p:extLst>
      <p:ext uri="{BB962C8B-B14F-4D97-AF65-F5344CB8AC3E}">
        <p14:creationId xmlns:p14="http://schemas.microsoft.com/office/powerpoint/2010/main" val="239695035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849D9F2F-C4E4-E3B4-F4CE-A01BFB27B4F4}"/>
              </a:ext>
            </a:extLst>
          </p:cNvPr>
          <p:cNvSpPr/>
          <p:nvPr/>
        </p:nvSpPr>
        <p:spPr>
          <a:xfrm>
            <a:off x="476250" y="1380648"/>
            <a:ext cx="11258550" cy="1267778"/>
          </a:xfrm>
          <a:prstGeom prst="roundRect">
            <a:avLst>
              <a:gd name="adj" fmla="val 50000"/>
            </a:avLst>
          </a:prstGeom>
          <a:solidFill>
            <a:schemeClr val="bg1">
              <a:lumMod val="95000"/>
            </a:schemeClr>
          </a:solidFill>
          <a:ln>
            <a:solidFill>
              <a:schemeClr val="bg1">
                <a:lumMod val="85000"/>
              </a:schemeClr>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Rounded Corners 15">
            <a:extLst>
              <a:ext uri="{FF2B5EF4-FFF2-40B4-BE49-F238E27FC236}">
                <a16:creationId xmlns:a16="http://schemas.microsoft.com/office/drawing/2014/main" id="{32681D94-B2AC-A70A-BDFF-F4F848A15A4B}"/>
              </a:ext>
            </a:extLst>
          </p:cNvPr>
          <p:cNvSpPr/>
          <p:nvPr/>
        </p:nvSpPr>
        <p:spPr>
          <a:xfrm>
            <a:off x="680722" y="1629183"/>
            <a:ext cx="3343907" cy="780359"/>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Rounded Corners 4">
            <a:extLst>
              <a:ext uri="{FF2B5EF4-FFF2-40B4-BE49-F238E27FC236}">
                <a16:creationId xmlns:a16="http://schemas.microsoft.com/office/drawing/2014/main" id="{45B87216-E971-0EA4-D7EC-A40C89271960}"/>
              </a:ext>
            </a:extLst>
          </p:cNvPr>
          <p:cNvSpPr/>
          <p:nvPr/>
        </p:nvSpPr>
        <p:spPr>
          <a:xfrm>
            <a:off x="5867400" y="3455822"/>
            <a:ext cx="5867400" cy="522617"/>
          </a:xfrm>
          <a:prstGeom prst="roundRect">
            <a:avLst>
              <a:gd name="adj" fmla="val 50000"/>
            </a:avLst>
          </a:prstGeom>
          <a:solidFill>
            <a:srgbClr val="CDE4AC"/>
          </a:solidFill>
          <a:ln>
            <a:noFill/>
          </a:ln>
          <a:effectLst>
            <a:outerShdw blurRad="381000" dist="38100" sx="102000" sy="102000" algn="l"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2800" b="1" i="0" u="none" strike="noStrike" kern="1200" cap="none" spc="0" normalizeH="0" baseline="0" noProof="0">
                <a:ln>
                  <a:noFill/>
                </a:ln>
                <a:solidFill>
                  <a:prstClr val="white"/>
                </a:solidFill>
                <a:effectLst/>
                <a:uLnTx/>
                <a:uFillTx/>
                <a:latin typeface="Calibri" panose="020F0502020204030204"/>
                <a:ea typeface="+mn-ea"/>
                <a:cs typeface="+mn-cs"/>
              </a:rPr>
              <a:t>Software</a:t>
            </a: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E0E06882-E379-11BC-54AB-34D0B79A6E05}"/>
              </a:ext>
            </a:extLst>
          </p:cNvPr>
          <p:cNvSpPr>
            <a:spLocks noGrp="1"/>
          </p:cNvSpPr>
          <p:nvPr>
            <p:ph type="title"/>
          </p:nvPr>
        </p:nvSpPr>
        <p:spPr/>
        <p:txBody>
          <a:bodyPr/>
          <a:lstStyle/>
          <a:p>
            <a:r>
              <a:rPr lang="en-ID"/>
              <a:t>Hardware And Software</a:t>
            </a:r>
          </a:p>
        </p:txBody>
      </p:sp>
      <p:sp>
        <p:nvSpPr>
          <p:cNvPr id="4" name="Rectangle: Rounded Corners 3">
            <a:extLst>
              <a:ext uri="{FF2B5EF4-FFF2-40B4-BE49-F238E27FC236}">
                <a16:creationId xmlns:a16="http://schemas.microsoft.com/office/drawing/2014/main" id="{79F84A58-759F-EAE2-A578-04536EF20673}"/>
              </a:ext>
            </a:extLst>
          </p:cNvPr>
          <p:cNvSpPr/>
          <p:nvPr/>
        </p:nvSpPr>
        <p:spPr>
          <a:xfrm>
            <a:off x="476250" y="3455822"/>
            <a:ext cx="5867400" cy="522617"/>
          </a:xfrm>
          <a:prstGeom prst="roundRect">
            <a:avLst>
              <a:gd name="adj" fmla="val 50000"/>
            </a:avLst>
          </a:prstGeom>
          <a:solidFill>
            <a:srgbClr val="78D2D3"/>
          </a:solidFill>
          <a:ln>
            <a:noFill/>
          </a:ln>
          <a:effectLst>
            <a:outerShdw blurRad="444500" sx="103000" sy="103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2800" b="1" i="0" u="none" strike="noStrike" kern="1200" cap="none" spc="0" normalizeH="0" baseline="0" noProof="0">
                <a:ln>
                  <a:noFill/>
                </a:ln>
                <a:solidFill>
                  <a:prstClr val="white"/>
                </a:solidFill>
                <a:effectLst/>
                <a:uLnTx/>
                <a:uFillTx/>
                <a:latin typeface="Calibri" panose="020F0502020204030204"/>
                <a:ea typeface="+mn-ea"/>
                <a:cs typeface="+mn-cs"/>
              </a:rPr>
              <a:t>Hardware</a:t>
            </a: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420995C4-CE2D-35D7-1B7A-F9BF293BE0CD}"/>
              </a:ext>
            </a:extLst>
          </p:cNvPr>
          <p:cNvSpPr/>
          <p:nvPr/>
        </p:nvSpPr>
        <p:spPr>
          <a:xfrm>
            <a:off x="476250" y="4785835"/>
            <a:ext cx="11258550" cy="1267778"/>
          </a:xfrm>
          <a:prstGeom prst="roundRect">
            <a:avLst>
              <a:gd name="adj" fmla="val 50000"/>
            </a:avLst>
          </a:prstGeom>
          <a:solidFill>
            <a:schemeClr val="bg1">
              <a:lumMod val="95000"/>
            </a:schemeClr>
          </a:solidFill>
          <a:ln>
            <a:solidFill>
              <a:schemeClr val="bg1">
                <a:lumMod val="85000"/>
              </a:schemeClr>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0008D73D-A23D-B854-BF3D-27EFF0E2B376}"/>
              </a:ext>
            </a:extLst>
          </p:cNvPr>
          <p:cNvGrpSpPr/>
          <p:nvPr/>
        </p:nvGrpSpPr>
        <p:grpSpPr>
          <a:xfrm>
            <a:off x="828135" y="1754471"/>
            <a:ext cx="510690" cy="520132"/>
            <a:chOff x="3208399" y="1590165"/>
            <a:chExt cx="617935" cy="629360"/>
          </a:xfrm>
        </p:grpSpPr>
        <p:sp>
          <p:nvSpPr>
            <p:cNvPr id="13" name="Oval 12">
              <a:extLst>
                <a:ext uri="{FF2B5EF4-FFF2-40B4-BE49-F238E27FC236}">
                  <a16:creationId xmlns:a16="http://schemas.microsoft.com/office/drawing/2014/main" id="{4A0ABAEF-F829-B63B-96EE-749656D58296}"/>
                </a:ext>
              </a:extLst>
            </p:cNvPr>
            <p:cNvSpPr>
              <a:spLocks noChangeArrowheads="1"/>
            </p:cNvSpPr>
            <p:nvPr/>
          </p:nvSpPr>
          <p:spPr bwMode="auto">
            <a:xfrm>
              <a:off x="3208399" y="1590165"/>
              <a:ext cx="617935" cy="629360"/>
            </a:xfrm>
            <a:prstGeom prst="ellipse">
              <a:avLst/>
            </a:prstGeom>
            <a:solidFill>
              <a:srgbClr val="74BDE0"/>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14" name="Freeform 5">
              <a:extLst>
                <a:ext uri="{FF2B5EF4-FFF2-40B4-BE49-F238E27FC236}">
                  <a16:creationId xmlns:a16="http://schemas.microsoft.com/office/drawing/2014/main" id="{A4E18F67-665E-CE5A-F6DA-CEBCEBD43C25}"/>
                </a:ext>
              </a:extLst>
            </p:cNvPr>
            <p:cNvSpPr>
              <a:spLocks/>
            </p:cNvSpPr>
            <p:nvPr/>
          </p:nvSpPr>
          <p:spPr bwMode="auto">
            <a:xfrm>
              <a:off x="3389881" y="1776247"/>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 name="Content Placeholder 2">
            <a:extLst>
              <a:ext uri="{FF2B5EF4-FFF2-40B4-BE49-F238E27FC236}">
                <a16:creationId xmlns:a16="http://schemas.microsoft.com/office/drawing/2014/main" id="{20E30BD8-0542-D62B-5EBA-0A9F1FE8BB29}"/>
              </a:ext>
            </a:extLst>
          </p:cNvPr>
          <p:cNvSpPr txBox="1">
            <a:spLocks/>
          </p:cNvSpPr>
          <p:nvPr/>
        </p:nvSpPr>
        <p:spPr>
          <a:xfrm>
            <a:off x="1479580" y="1754471"/>
            <a:ext cx="2187545" cy="520132"/>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endPar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18" name="Rectangle: Rounded Corners 17">
            <a:extLst>
              <a:ext uri="{FF2B5EF4-FFF2-40B4-BE49-F238E27FC236}">
                <a16:creationId xmlns:a16="http://schemas.microsoft.com/office/drawing/2014/main" id="{EBC2C255-E875-F9EC-6977-620E766EE3DE}"/>
              </a:ext>
            </a:extLst>
          </p:cNvPr>
          <p:cNvSpPr/>
          <p:nvPr/>
        </p:nvSpPr>
        <p:spPr>
          <a:xfrm>
            <a:off x="4433572" y="1629183"/>
            <a:ext cx="3343907" cy="780359"/>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73571313-C59B-895D-7654-D9F3C5075773}"/>
              </a:ext>
            </a:extLst>
          </p:cNvPr>
          <p:cNvGrpSpPr/>
          <p:nvPr/>
        </p:nvGrpSpPr>
        <p:grpSpPr>
          <a:xfrm>
            <a:off x="4580985" y="1754471"/>
            <a:ext cx="510690" cy="520132"/>
            <a:chOff x="3208399" y="1590165"/>
            <a:chExt cx="617935" cy="629360"/>
          </a:xfrm>
        </p:grpSpPr>
        <p:sp>
          <p:nvSpPr>
            <p:cNvPr id="20" name="Oval 19">
              <a:extLst>
                <a:ext uri="{FF2B5EF4-FFF2-40B4-BE49-F238E27FC236}">
                  <a16:creationId xmlns:a16="http://schemas.microsoft.com/office/drawing/2014/main" id="{C71B14E7-D137-8BCF-0242-E221143582EB}"/>
                </a:ext>
              </a:extLst>
            </p:cNvPr>
            <p:cNvSpPr>
              <a:spLocks noChangeArrowheads="1"/>
            </p:cNvSpPr>
            <p:nvPr/>
          </p:nvSpPr>
          <p:spPr bwMode="auto">
            <a:xfrm>
              <a:off x="3208399" y="1590165"/>
              <a:ext cx="617935" cy="629360"/>
            </a:xfrm>
            <a:prstGeom prst="ellipse">
              <a:avLst/>
            </a:prstGeom>
            <a:solidFill>
              <a:srgbClr val="74BDE0"/>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1" name="Freeform 5">
              <a:extLst>
                <a:ext uri="{FF2B5EF4-FFF2-40B4-BE49-F238E27FC236}">
                  <a16:creationId xmlns:a16="http://schemas.microsoft.com/office/drawing/2014/main" id="{9A652458-5825-85DB-0D1D-1EC96B054283}"/>
                </a:ext>
              </a:extLst>
            </p:cNvPr>
            <p:cNvSpPr>
              <a:spLocks/>
            </p:cNvSpPr>
            <p:nvPr/>
          </p:nvSpPr>
          <p:spPr bwMode="auto">
            <a:xfrm>
              <a:off x="3389881" y="1776247"/>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 name="Content Placeholder 2">
            <a:extLst>
              <a:ext uri="{FF2B5EF4-FFF2-40B4-BE49-F238E27FC236}">
                <a16:creationId xmlns:a16="http://schemas.microsoft.com/office/drawing/2014/main" id="{5ED03B2C-343E-0D10-A461-084BC10F93D1}"/>
              </a:ext>
            </a:extLst>
          </p:cNvPr>
          <p:cNvSpPr txBox="1">
            <a:spLocks/>
          </p:cNvSpPr>
          <p:nvPr/>
        </p:nvSpPr>
        <p:spPr>
          <a:xfrm>
            <a:off x="5232430" y="1754471"/>
            <a:ext cx="2187545" cy="520132"/>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endPar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23" name="Rectangle: Rounded Corners 22">
            <a:extLst>
              <a:ext uri="{FF2B5EF4-FFF2-40B4-BE49-F238E27FC236}">
                <a16:creationId xmlns:a16="http://schemas.microsoft.com/office/drawing/2014/main" id="{5F8E8E56-A0F8-B551-9F0C-39CCDFF1EEF4}"/>
              </a:ext>
            </a:extLst>
          </p:cNvPr>
          <p:cNvSpPr/>
          <p:nvPr/>
        </p:nvSpPr>
        <p:spPr>
          <a:xfrm>
            <a:off x="8160070" y="1629183"/>
            <a:ext cx="3343907" cy="780359"/>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29C42492-1894-7E80-4F4E-540462838D4E}"/>
              </a:ext>
            </a:extLst>
          </p:cNvPr>
          <p:cNvGrpSpPr/>
          <p:nvPr/>
        </p:nvGrpSpPr>
        <p:grpSpPr>
          <a:xfrm>
            <a:off x="8307483" y="1754471"/>
            <a:ext cx="510690" cy="520132"/>
            <a:chOff x="3208399" y="1590165"/>
            <a:chExt cx="617935" cy="629360"/>
          </a:xfrm>
        </p:grpSpPr>
        <p:sp>
          <p:nvSpPr>
            <p:cNvPr id="25" name="Oval 24">
              <a:extLst>
                <a:ext uri="{FF2B5EF4-FFF2-40B4-BE49-F238E27FC236}">
                  <a16:creationId xmlns:a16="http://schemas.microsoft.com/office/drawing/2014/main" id="{4D1AD308-E814-45E1-2BAB-B30748E3A2BD}"/>
                </a:ext>
              </a:extLst>
            </p:cNvPr>
            <p:cNvSpPr>
              <a:spLocks noChangeArrowheads="1"/>
            </p:cNvSpPr>
            <p:nvPr/>
          </p:nvSpPr>
          <p:spPr bwMode="auto">
            <a:xfrm>
              <a:off x="3208399" y="1590165"/>
              <a:ext cx="617935" cy="629360"/>
            </a:xfrm>
            <a:prstGeom prst="ellipse">
              <a:avLst/>
            </a:prstGeom>
            <a:solidFill>
              <a:srgbClr val="74BDE0"/>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26" name="Freeform 5">
              <a:extLst>
                <a:ext uri="{FF2B5EF4-FFF2-40B4-BE49-F238E27FC236}">
                  <a16:creationId xmlns:a16="http://schemas.microsoft.com/office/drawing/2014/main" id="{ADB7F6A1-4A85-A51E-E669-8419D554A35C}"/>
                </a:ext>
              </a:extLst>
            </p:cNvPr>
            <p:cNvSpPr>
              <a:spLocks/>
            </p:cNvSpPr>
            <p:nvPr/>
          </p:nvSpPr>
          <p:spPr bwMode="auto">
            <a:xfrm>
              <a:off x="3389881" y="1776247"/>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 name="Content Placeholder 2">
            <a:extLst>
              <a:ext uri="{FF2B5EF4-FFF2-40B4-BE49-F238E27FC236}">
                <a16:creationId xmlns:a16="http://schemas.microsoft.com/office/drawing/2014/main" id="{27438F83-DA4B-93EA-9447-7F6E71D8CE6D}"/>
              </a:ext>
            </a:extLst>
          </p:cNvPr>
          <p:cNvSpPr txBox="1">
            <a:spLocks/>
          </p:cNvSpPr>
          <p:nvPr/>
        </p:nvSpPr>
        <p:spPr>
          <a:xfrm>
            <a:off x="8958928" y="1754471"/>
            <a:ext cx="2187545" cy="520132"/>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endPar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28" name="Rectangle: Rounded Corners 27">
            <a:extLst>
              <a:ext uri="{FF2B5EF4-FFF2-40B4-BE49-F238E27FC236}">
                <a16:creationId xmlns:a16="http://schemas.microsoft.com/office/drawing/2014/main" id="{4216D871-0761-C436-2E54-463D4EC3D9F5}"/>
              </a:ext>
            </a:extLst>
          </p:cNvPr>
          <p:cNvSpPr/>
          <p:nvPr/>
        </p:nvSpPr>
        <p:spPr>
          <a:xfrm>
            <a:off x="680722" y="5029545"/>
            <a:ext cx="3343907" cy="780359"/>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000D5880-35BA-AD5B-84BE-20C5B1A8D558}"/>
              </a:ext>
            </a:extLst>
          </p:cNvPr>
          <p:cNvGrpSpPr/>
          <p:nvPr/>
        </p:nvGrpSpPr>
        <p:grpSpPr>
          <a:xfrm>
            <a:off x="828135" y="5159658"/>
            <a:ext cx="510690" cy="520132"/>
            <a:chOff x="3208399" y="1590165"/>
            <a:chExt cx="617935" cy="629360"/>
          </a:xfrm>
        </p:grpSpPr>
        <p:sp>
          <p:nvSpPr>
            <p:cNvPr id="30" name="Oval 29">
              <a:extLst>
                <a:ext uri="{FF2B5EF4-FFF2-40B4-BE49-F238E27FC236}">
                  <a16:creationId xmlns:a16="http://schemas.microsoft.com/office/drawing/2014/main" id="{D4EEBB83-D78D-9158-5D23-AD49137DEE7B}"/>
                </a:ext>
              </a:extLst>
            </p:cNvPr>
            <p:cNvSpPr>
              <a:spLocks noChangeArrowheads="1"/>
            </p:cNvSpPr>
            <p:nvPr/>
          </p:nvSpPr>
          <p:spPr bwMode="auto">
            <a:xfrm>
              <a:off x="3208399" y="1590165"/>
              <a:ext cx="617935" cy="629360"/>
            </a:xfrm>
            <a:prstGeom prst="ellipse">
              <a:avLst/>
            </a:prstGeom>
            <a:solidFill>
              <a:srgbClr val="98DBAF"/>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31" name="Freeform 5">
              <a:extLst>
                <a:ext uri="{FF2B5EF4-FFF2-40B4-BE49-F238E27FC236}">
                  <a16:creationId xmlns:a16="http://schemas.microsoft.com/office/drawing/2014/main" id="{01F05DA6-FCA1-8D72-7BB3-A960E2F34A55}"/>
                </a:ext>
              </a:extLst>
            </p:cNvPr>
            <p:cNvSpPr>
              <a:spLocks/>
            </p:cNvSpPr>
            <p:nvPr/>
          </p:nvSpPr>
          <p:spPr bwMode="auto">
            <a:xfrm>
              <a:off x="3389881" y="1776247"/>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 name="Content Placeholder 2">
            <a:extLst>
              <a:ext uri="{FF2B5EF4-FFF2-40B4-BE49-F238E27FC236}">
                <a16:creationId xmlns:a16="http://schemas.microsoft.com/office/drawing/2014/main" id="{DB22A66A-B05E-33F1-E45B-610FF85ED9E1}"/>
              </a:ext>
            </a:extLst>
          </p:cNvPr>
          <p:cNvSpPr txBox="1">
            <a:spLocks/>
          </p:cNvSpPr>
          <p:nvPr/>
        </p:nvSpPr>
        <p:spPr>
          <a:xfrm>
            <a:off x="1479580" y="5159658"/>
            <a:ext cx="2187545" cy="520132"/>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endPar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33" name="Rectangle: Rounded Corners 32">
            <a:extLst>
              <a:ext uri="{FF2B5EF4-FFF2-40B4-BE49-F238E27FC236}">
                <a16:creationId xmlns:a16="http://schemas.microsoft.com/office/drawing/2014/main" id="{6F0D1802-6ABA-1D36-BE5A-17772A351603}"/>
              </a:ext>
            </a:extLst>
          </p:cNvPr>
          <p:cNvSpPr/>
          <p:nvPr/>
        </p:nvSpPr>
        <p:spPr>
          <a:xfrm>
            <a:off x="4433572" y="5029545"/>
            <a:ext cx="3343907" cy="780359"/>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4" name="Group 33">
            <a:extLst>
              <a:ext uri="{FF2B5EF4-FFF2-40B4-BE49-F238E27FC236}">
                <a16:creationId xmlns:a16="http://schemas.microsoft.com/office/drawing/2014/main" id="{1AA1F2D2-A841-0BD4-DB89-B48CBF551509}"/>
              </a:ext>
            </a:extLst>
          </p:cNvPr>
          <p:cNvGrpSpPr/>
          <p:nvPr/>
        </p:nvGrpSpPr>
        <p:grpSpPr>
          <a:xfrm>
            <a:off x="4580985" y="5159658"/>
            <a:ext cx="510690" cy="520132"/>
            <a:chOff x="3208399" y="1590165"/>
            <a:chExt cx="617935" cy="629360"/>
          </a:xfrm>
        </p:grpSpPr>
        <p:sp>
          <p:nvSpPr>
            <p:cNvPr id="35" name="Oval 34">
              <a:extLst>
                <a:ext uri="{FF2B5EF4-FFF2-40B4-BE49-F238E27FC236}">
                  <a16:creationId xmlns:a16="http://schemas.microsoft.com/office/drawing/2014/main" id="{864FD488-E9D7-274B-E15F-90361DDD3DD7}"/>
                </a:ext>
              </a:extLst>
            </p:cNvPr>
            <p:cNvSpPr>
              <a:spLocks noChangeArrowheads="1"/>
            </p:cNvSpPr>
            <p:nvPr/>
          </p:nvSpPr>
          <p:spPr bwMode="auto">
            <a:xfrm>
              <a:off x="3208399" y="1590165"/>
              <a:ext cx="617935" cy="629360"/>
            </a:xfrm>
            <a:prstGeom prst="ellipse">
              <a:avLst/>
            </a:prstGeom>
            <a:solidFill>
              <a:srgbClr val="98DBAF"/>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36" name="Freeform 5">
              <a:extLst>
                <a:ext uri="{FF2B5EF4-FFF2-40B4-BE49-F238E27FC236}">
                  <a16:creationId xmlns:a16="http://schemas.microsoft.com/office/drawing/2014/main" id="{B376ADE2-19C0-5B88-B4A4-56CCD83FE566}"/>
                </a:ext>
              </a:extLst>
            </p:cNvPr>
            <p:cNvSpPr>
              <a:spLocks/>
            </p:cNvSpPr>
            <p:nvPr/>
          </p:nvSpPr>
          <p:spPr bwMode="auto">
            <a:xfrm>
              <a:off x="3389881" y="1776247"/>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 name="Content Placeholder 2">
            <a:extLst>
              <a:ext uri="{FF2B5EF4-FFF2-40B4-BE49-F238E27FC236}">
                <a16:creationId xmlns:a16="http://schemas.microsoft.com/office/drawing/2014/main" id="{A872BC1A-21EE-DE9B-0FB5-7750791BB242}"/>
              </a:ext>
            </a:extLst>
          </p:cNvPr>
          <p:cNvSpPr txBox="1">
            <a:spLocks/>
          </p:cNvSpPr>
          <p:nvPr/>
        </p:nvSpPr>
        <p:spPr>
          <a:xfrm>
            <a:off x="5232430" y="5159658"/>
            <a:ext cx="2187545" cy="520132"/>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endPar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sp>
        <p:nvSpPr>
          <p:cNvPr id="38" name="Rectangle: Rounded Corners 37">
            <a:extLst>
              <a:ext uri="{FF2B5EF4-FFF2-40B4-BE49-F238E27FC236}">
                <a16:creationId xmlns:a16="http://schemas.microsoft.com/office/drawing/2014/main" id="{A8448BD1-D270-0B5E-9DA6-FE978EEFE302}"/>
              </a:ext>
            </a:extLst>
          </p:cNvPr>
          <p:cNvSpPr/>
          <p:nvPr/>
        </p:nvSpPr>
        <p:spPr>
          <a:xfrm>
            <a:off x="8160070" y="5029545"/>
            <a:ext cx="3343907" cy="780359"/>
          </a:xfrm>
          <a:prstGeom prst="roundRect">
            <a:avLst>
              <a:gd name="adj" fmla="val 50000"/>
            </a:avLst>
          </a:prstGeom>
          <a:solidFill>
            <a:schemeClr val="bg1"/>
          </a:solidFill>
          <a:ln>
            <a:noFill/>
          </a:ln>
          <a:effectLst>
            <a:outerShdw blurRad="63500" sx="102000" sy="102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Ins="54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3ECA52FA-FDDD-CF0C-8A74-14FE21536FFA}"/>
              </a:ext>
            </a:extLst>
          </p:cNvPr>
          <p:cNvGrpSpPr/>
          <p:nvPr/>
        </p:nvGrpSpPr>
        <p:grpSpPr>
          <a:xfrm>
            <a:off x="8307483" y="5159658"/>
            <a:ext cx="510690" cy="520132"/>
            <a:chOff x="3208399" y="1590165"/>
            <a:chExt cx="617935" cy="629360"/>
          </a:xfrm>
        </p:grpSpPr>
        <p:sp>
          <p:nvSpPr>
            <p:cNvPr id="40" name="Oval 39">
              <a:extLst>
                <a:ext uri="{FF2B5EF4-FFF2-40B4-BE49-F238E27FC236}">
                  <a16:creationId xmlns:a16="http://schemas.microsoft.com/office/drawing/2014/main" id="{2F096CC8-DB03-69BE-0C5F-43BE3266EBBB}"/>
                </a:ext>
              </a:extLst>
            </p:cNvPr>
            <p:cNvSpPr>
              <a:spLocks noChangeArrowheads="1"/>
            </p:cNvSpPr>
            <p:nvPr/>
          </p:nvSpPr>
          <p:spPr bwMode="auto">
            <a:xfrm>
              <a:off x="3208399" y="1590165"/>
              <a:ext cx="617935" cy="629360"/>
            </a:xfrm>
            <a:prstGeom prst="ellipse">
              <a:avLst/>
            </a:prstGeom>
            <a:solidFill>
              <a:srgbClr val="98DBAF"/>
            </a:solidFill>
            <a:ln w="14288" cap="flat">
              <a:noFill/>
              <a:prstDash val="solid"/>
              <a:miter lim="800000"/>
              <a:headEnd/>
              <a:tailEnd/>
            </a:ln>
            <a:effectLst>
              <a:outerShdw blurRad="50800" dist="38100" dir="5400000" algn="t" rotWithShape="0">
                <a:prstClr val="black">
                  <a:alpha val="10000"/>
                </a:prstClr>
              </a:outerShdw>
            </a:effec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41" name="Freeform 5">
              <a:extLst>
                <a:ext uri="{FF2B5EF4-FFF2-40B4-BE49-F238E27FC236}">
                  <a16:creationId xmlns:a16="http://schemas.microsoft.com/office/drawing/2014/main" id="{D174608B-C0DE-36C5-9212-656ABD2A5D05}"/>
                </a:ext>
              </a:extLst>
            </p:cNvPr>
            <p:cNvSpPr>
              <a:spLocks/>
            </p:cNvSpPr>
            <p:nvPr/>
          </p:nvSpPr>
          <p:spPr bwMode="auto">
            <a:xfrm>
              <a:off x="3389881" y="1776247"/>
              <a:ext cx="254970" cy="257197"/>
            </a:xfrm>
            <a:custGeom>
              <a:avLst/>
              <a:gdLst>
                <a:gd name="T0" fmla="*/ 94 w 97"/>
                <a:gd name="T1" fmla="*/ 2 h 97"/>
                <a:gd name="T2" fmla="*/ 89 w 97"/>
                <a:gd name="T3" fmla="*/ 3 h 97"/>
                <a:gd name="T4" fmla="*/ 29 w 97"/>
                <a:gd name="T5" fmla="*/ 87 h 97"/>
                <a:gd name="T6" fmla="*/ 7 w 97"/>
                <a:gd name="T7" fmla="*/ 64 h 97"/>
                <a:gd name="T8" fmla="*/ 1 w 97"/>
                <a:gd name="T9" fmla="*/ 64 h 97"/>
                <a:gd name="T10" fmla="*/ 1 w 97"/>
                <a:gd name="T11" fmla="*/ 70 h 97"/>
                <a:gd name="T12" fmla="*/ 27 w 97"/>
                <a:gd name="T13" fmla="*/ 96 h 97"/>
                <a:gd name="T14" fmla="*/ 30 w 97"/>
                <a:gd name="T15" fmla="*/ 97 h 97"/>
                <a:gd name="T16" fmla="*/ 33 w 97"/>
                <a:gd name="T17" fmla="*/ 95 h 97"/>
                <a:gd name="T18" fmla="*/ 95 w 97"/>
                <a:gd name="T19" fmla="*/ 7 h 97"/>
                <a:gd name="T20" fmla="*/ 94 w 97"/>
                <a:gd name="T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97">
                  <a:moveTo>
                    <a:pt x="94" y="2"/>
                  </a:moveTo>
                  <a:cubicBezTo>
                    <a:pt x="92" y="0"/>
                    <a:pt x="90" y="1"/>
                    <a:pt x="89" y="3"/>
                  </a:cubicBezTo>
                  <a:cubicBezTo>
                    <a:pt x="29" y="87"/>
                    <a:pt x="29" y="87"/>
                    <a:pt x="29" y="87"/>
                  </a:cubicBezTo>
                  <a:cubicBezTo>
                    <a:pt x="7" y="64"/>
                    <a:pt x="7" y="64"/>
                    <a:pt x="7" y="64"/>
                  </a:cubicBezTo>
                  <a:cubicBezTo>
                    <a:pt x="5" y="63"/>
                    <a:pt x="3" y="63"/>
                    <a:pt x="1" y="64"/>
                  </a:cubicBezTo>
                  <a:cubicBezTo>
                    <a:pt x="0" y="66"/>
                    <a:pt x="0" y="68"/>
                    <a:pt x="1" y="70"/>
                  </a:cubicBezTo>
                  <a:cubicBezTo>
                    <a:pt x="27" y="96"/>
                    <a:pt x="27" y="96"/>
                    <a:pt x="27" y="96"/>
                  </a:cubicBezTo>
                  <a:cubicBezTo>
                    <a:pt x="28" y="97"/>
                    <a:pt x="29" y="97"/>
                    <a:pt x="30" y="97"/>
                  </a:cubicBezTo>
                  <a:cubicBezTo>
                    <a:pt x="31" y="97"/>
                    <a:pt x="33" y="96"/>
                    <a:pt x="33" y="95"/>
                  </a:cubicBezTo>
                  <a:cubicBezTo>
                    <a:pt x="95" y="7"/>
                    <a:pt x="95" y="7"/>
                    <a:pt x="95" y="7"/>
                  </a:cubicBezTo>
                  <a:cubicBezTo>
                    <a:pt x="97" y="5"/>
                    <a:pt x="96" y="3"/>
                    <a:pt x="94" y="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 name="Content Placeholder 2">
            <a:extLst>
              <a:ext uri="{FF2B5EF4-FFF2-40B4-BE49-F238E27FC236}">
                <a16:creationId xmlns:a16="http://schemas.microsoft.com/office/drawing/2014/main" id="{A4422330-6C09-8735-E446-C06BB3BA2869}"/>
              </a:ext>
            </a:extLst>
          </p:cNvPr>
          <p:cNvSpPr txBox="1">
            <a:spLocks/>
          </p:cNvSpPr>
          <p:nvPr/>
        </p:nvSpPr>
        <p:spPr>
          <a:xfrm>
            <a:off x="8958928" y="5159658"/>
            <a:ext cx="2187545" cy="520132"/>
          </a:xfrm>
          <a:prstGeom prst="rect">
            <a:avLst/>
          </a:prstGeom>
        </p:spPr>
        <p:txBody>
          <a:bodyPr vert="horz" wrap="square" lIns="0" tIns="0" rIns="0" bIns="0" rtlCol="0" anchor="ctr" anchorCtr="0">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 dolor sit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amet</a:t>
            </a:r>
            <a:r>
              <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 </a:t>
            </a:r>
            <a:r>
              <a:rPr kumimoji="0" lang="en-US" sz="1600" b="0" i="0" u="none" strike="noStrike" kern="1200" cap="none" spc="0" normalizeH="0" baseline="0" noProof="0" err="1">
                <a:ln>
                  <a:noFill/>
                </a:ln>
                <a:solidFill>
                  <a:prstClr val="black"/>
                </a:solidFill>
                <a:effectLst/>
                <a:uLnTx/>
                <a:uFillTx/>
                <a:latin typeface="Segoe UI" panose="020B0502040204020203" pitchFamily="34" charset="0"/>
                <a:cs typeface="Segoe UI" panose="020B0502040204020203" pitchFamily="34" charset="0"/>
              </a:rPr>
              <a:t>consectetur</a:t>
            </a:r>
            <a:endParaRPr kumimoji="0" lang="en-US" sz="1600" b="0"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endParaRPr>
          </a:p>
        </p:txBody>
      </p:sp>
      <p:cxnSp>
        <p:nvCxnSpPr>
          <p:cNvPr id="49" name="Straight Connector 48">
            <a:extLst>
              <a:ext uri="{FF2B5EF4-FFF2-40B4-BE49-F238E27FC236}">
                <a16:creationId xmlns:a16="http://schemas.microsoft.com/office/drawing/2014/main" id="{1E3FBF3A-BD48-BA5A-7614-60A95221E885}"/>
              </a:ext>
            </a:extLst>
          </p:cNvPr>
          <p:cNvCxnSpPr>
            <a:cxnSpLocks/>
          </p:cNvCxnSpPr>
          <p:nvPr/>
        </p:nvCxnSpPr>
        <p:spPr>
          <a:xfrm>
            <a:off x="3409950" y="2657475"/>
            <a:ext cx="0" cy="809625"/>
          </a:xfrm>
          <a:prstGeom prst="line">
            <a:avLst/>
          </a:prstGeom>
          <a:ln w="12700">
            <a:solidFill>
              <a:schemeClr val="tx1"/>
            </a:solidFill>
            <a:headEnd type="arrow" w="lg" len="lg"/>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391EEAE8-5CD7-BDE9-33B3-C09139FBA821}"/>
              </a:ext>
            </a:extLst>
          </p:cNvPr>
          <p:cNvCxnSpPr>
            <a:cxnSpLocks/>
          </p:cNvCxnSpPr>
          <p:nvPr/>
        </p:nvCxnSpPr>
        <p:spPr>
          <a:xfrm flipV="1">
            <a:off x="8801100" y="3978439"/>
            <a:ext cx="0" cy="806921"/>
          </a:xfrm>
          <a:prstGeom prst="line">
            <a:avLst/>
          </a:prstGeom>
          <a:ln w="12700">
            <a:solidFill>
              <a:schemeClr val="tx1"/>
            </a:solidFill>
            <a:headEnd type="arrow"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831605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E06882-E379-11BC-54AB-34D0B79A6E05}"/>
              </a:ext>
            </a:extLst>
          </p:cNvPr>
          <p:cNvSpPr>
            <a:spLocks noGrp="1"/>
          </p:cNvSpPr>
          <p:nvPr>
            <p:ph type="title"/>
          </p:nvPr>
        </p:nvSpPr>
        <p:spPr/>
        <p:txBody>
          <a:bodyPr/>
          <a:lstStyle/>
          <a:p>
            <a:r>
              <a:rPr lang="en-ID"/>
              <a:t>Product Technology</a:t>
            </a:r>
          </a:p>
        </p:txBody>
      </p:sp>
      <p:grpSp>
        <p:nvGrpSpPr>
          <p:cNvPr id="4" name="Group 3">
            <a:extLst>
              <a:ext uri="{FF2B5EF4-FFF2-40B4-BE49-F238E27FC236}">
                <a16:creationId xmlns:a16="http://schemas.microsoft.com/office/drawing/2014/main" id="{CEF549D8-75E0-CE49-C22C-6609BE24463D}"/>
              </a:ext>
            </a:extLst>
          </p:cNvPr>
          <p:cNvGrpSpPr/>
          <p:nvPr/>
        </p:nvGrpSpPr>
        <p:grpSpPr>
          <a:xfrm>
            <a:off x="4202762" y="2028372"/>
            <a:ext cx="3786477" cy="3469858"/>
            <a:chOff x="3898092" y="2047924"/>
            <a:chExt cx="3786477" cy="3469858"/>
          </a:xfrm>
        </p:grpSpPr>
        <p:sp>
          <p:nvSpPr>
            <p:cNvPr id="5" name="Freeform: Shape 4">
              <a:extLst>
                <a:ext uri="{FF2B5EF4-FFF2-40B4-BE49-F238E27FC236}">
                  <a16:creationId xmlns:a16="http://schemas.microsoft.com/office/drawing/2014/main" id="{3F61F74A-B348-B644-770A-0BECBE36FF36}"/>
                </a:ext>
              </a:extLst>
            </p:cNvPr>
            <p:cNvSpPr/>
            <p:nvPr/>
          </p:nvSpPr>
          <p:spPr>
            <a:xfrm>
              <a:off x="5753406" y="2102177"/>
              <a:ext cx="1405232" cy="1574277"/>
            </a:xfrm>
            <a:custGeom>
              <a:avLst/>
              <a:gdLst>
                <a:gd name="connsiteX0" fmla="*/ 96641 w 1532517"/>
                <a:gd name="connsiteY0" fmla="*/ 0 h 1716874"/>
                <a:gd name="connsiteX1" fmla="*/ 1522626 w 1532517"/>
                <a:gd name="connsiteY1" fmla="*/ 758191 h 1716874"/>
                <a:gd name="connsiteX2" fmla="*/ 1532517 w 1532517"/>
                <a:gd name="connsiteY2" fmla="*/ 774471 h 1716874"/>
                <a:gd name="connsiteX3" fmla="*/ 988420 w 1532517"/>
                <a:gd name="connsiteY3" fmla="*/ 1716874 h 1716874"/>
                <a:gd name="connsiteX4" fmla="*/ 0 w 1532517"/>
                <a:gd name="connsiteY4" fmla="*/ 4880 h 1716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517" h="1716874">
                  <a:moveTo>
                    <a:pt x="96641" y="0"/>
                  </a:moveTo>
                  <a:cubicBezTo>
                    <a:pt x="690236" y="0"/>
                    <a:pt x="1213587" y="300753"/>
                    <a:pt x="1522626" y="758191"/>
                  </a:cubicBezTo>
                  <a:lnTo>
                    <a:pt x="1532517" y="774471"/>
                  </a:lnTo>
                  <a:lnTo>
                    <a:pt x="988420" y="1716874"/>
                  </a:lnTo>
                  <a:lnTo>
                    <a:pt x="0" y="4880"/>
                  </a:lnTo>
                  <a:close/>
                </a:path>
              </a:pathLst>
            </a:custGeom>
            <a:solidFill>
              <a:srgbClr val="78D2D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Freeform: Shape 5">
              <a:extLst>
                <a:ext uri="{FF2B5EF4-FFF2-40B4-BE49-F238E27FC236}">
                  <a16:creationId xmlns:a16="http://schemas.microsoft.com/office/drawing/2014/main" id="{E49FF311-A7EA-CA8A-50BE-898AE3C09ED7}"/>
                </a:ext>
              </a:extLst>
            </p:cNvPr>
            <p:cNvSpPr/>
            <p:nvPr/>
          </p:nvSpPr>
          <p:spPr>
            <a:xfrm rot="3600000">
              <a:off x="6117085" y="3085285"/>
              <a:ext cx="1478551" cy="1656416"/>
            </a:xfrm>
            <a:custGeom>
              <a:avLst/>
              <a:gdLst>
                <a:gd name="connsiteX0" fmla="*/ 96641 w 1532517"/>
                <a:gd name="connsiteY0" fmla="*/ 0 h 1716874"/>
                <a:gd name="connsiteX1" fmla="*/ 1522626 w 1532517"/>
                <a:gd name="connsiteY1" fmla="*/ 758191 h 1716874"/>
                <a:gd name="connsiteX2" fmla="*/ 1532517 w 1532517"/>
                <a:gd name="connsiteY2" fmla="*/ 774471 h 1716874"/>
                <a:gd name="connsiteX3" fmla="*/ 988420 w 1532517"/>
                <a:gd name="connsiteY3" fmla="*/ 1716874 h 1716874"/>
                <a:gd name="connsiteX4" fmla="*/ 0 w 1532517"/>
                <a:gd name="connsiteY4" fmla="*/ 4880 h 1716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517" h="1716874">
                  <a:moveTo>
                    <a:pt x="96641" y="0"/>
                  </a:moveTo>
                  <a:cubicBezTo>
                    <a:pt x="690236" y="0"/>
                    <a:pt x="1213587" y="300753"/>
                    <a:pt x="1522626" y="758191"/>
                  </a:cubicBezTo>
                  <a:lnTo>
                    <a:pt x="1532517" y="774471"/>
                  </a:lnTo>
                  <a:lnTo>
                    <a:pt x="988420" y="1716874"/>
                  </a:lnTo>
                  <a:lnTo>
                    <a:pt x="0" y="4880"/>
                  </a:lnTo>
                  <a:close/>
                </a:path>
              </a:pathLst>
            </a:custGeom>
            <a:solidFill>
              <a:srgbClr val="74BDE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Shape 6">
              <a:extLst>
                <a:ext uri="{FF2B5EF4-FFF2-40B4-BE49-F238E27FC236}">
                  <a16:creationId xmlns:a16="http://schemas.microsoft.com/office/drawing/2014/main" id="{1F99FDC4-37DA-D73C-F526-C1561C84F53A}"/>
                </a:ext>
              </a:extLst>
            </p:cNvPr>
            <p:cNvSpPr/>
            <p:nvPr/>
          </p:nvSpPr>
          <p:spPr>
            <a:xfrm rot="7200000">
              <a:off x="5481359" y="3958964"/>
              <a:ext cx="1470377" cy="1647259"/>
            </a:xfrm>
            <a:custGeom>
              <a:avLst/>
              <a:gdLst>
                <a:gd name="connsiteX0" fmla="*/ 96641 w 1532517"/>
                <a:gd name="connsiteY0" fmla="*/ 0 h 1716874"/>
                <a:gd name="connsiteX1" fmla="*/ 1522626 w 1532517"/>
                <a:gd name="connsiteY1" fmla="*/ 758191 h 1716874"/>
                <a:gd name="connsiteX2" fmla="*/ 1532517 w 1532517"/>
                <a:gd name="connsiteY2" fmla="*/ 774471 h 1716874"/>
                <a:gd name="connsiteX3" fmla="*/ 988420 w 1532517"/>
                <a:gd name="connsiteY3" fmla="*/ 1716874 h 1716874"/>
                <a:gd name="connsiteX4" fmla="*/ 0 w 1532517"/>
                <a:gd name="connsiteY4" fmla="*/ 4880 h 1716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517" h="1716874">
                  <a:moveTo>
                    <a:pt x="96641" y="0"/>
                  </a:moveTo>
                  <a:cubicBezTo>
                    <a:pt x="690236" y="0"/>
                    <a:pt x="1213587" y="300753"/>
                    <a:pt x="1522626" y="758191"/>
                  </a:cubicBezTo>
                  <a:lnTo>
                    <a:pt x="1532517" y="774471"/>
                  </a:lnTo>
                  <a:lnTo>
                    <a:pt x="988420" y="1716874"/>
                  </a:lnTo>
                  <a:lnTo>
                    <a:pt x="0" y="4880"/>
                  </a:lnTo>
                  <a:close/>
                </a:path>
              </a:pathLst>
            </a:custGeom>
            <a:solidFill>
              <a:srgbClr val="BDD7E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Freeform: Shape 8">
              <a:extLst>
                <a:ext uri="{FF2B5EF4-FFF2-40B4-BE49-F238E27FC236}">
                  <a16:creationId xmlns:a16="http://schemas.microsoft.com/office/drawing/2014/main" id="{ED46AC6A-15F3-5B07-83CB-C184476EA114}"/>
                </a:ext>
              </a:extLst>
            </p:cNvPr>
            <p:cNvSpPr/>
            <p:nvPr/>
          </p:nvSpPr>
          <p:spPr>
            <a:xfrm rot="10800000">
              <a:off x="4399180" y="3830922"/>
              <a:ext cx="1478803" cy="1656698"/>
            </a:xfrm>
            <a:custGeom>
              <a:avLst/>
              <a:gdLst>
                <a:gd name="connsiteX0" fmla="*/ 96641 w 1532517"/>
                <a:gd name="connsiteY0" fmla="*/ 0 h 1716874"/>
                <a:gd name="connsiteX1" fmla="*/ 1522626 w 1532517"/>
                <a:gd name="connsiteY1" fmla="*/ 758191 h 1716874"/>
                <a:gd name="connsiteX2" fmla="*/ 1532517 w 1532517"/>
                <a:gd name="connsiteY2" fmla="*/ 774471 h 1716874"/>
                <a:gd name="connsiteX3" fmla="*/ 988420 w 1532517"/>
                <a:gd name="connsiteY3" fmla="*/ 1716874 h 1716874"/>
                <a:gd name="connsiteX4" fmla="*/ 0 w 1532517"/>
                <a:gd name="connsiteY4" fmla="*/ 4880 h 1716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517" h="1716874">
                  <a:moveTo>
                    <a:pt x="96641" y="0"/>
                  </a:moveTo>
                  <a:cubicBezTo>
                    <a:pt x="690236" y="0"/>
                    <a:pt x="1213587" y="300753"/>
                    <a:pt x="1522626" y="758191"/>
                  </a:cubicBezTo>
                  <a:lnTo>
                    <a:pt x="1532517" y="774471"/>
                  </a:lnTo>
                  <a:lnTo>
                    <a:pt x="988420" y="1716874"/>
                  </a:lnTo>
                  <a:lnTo>
                    <a:pt x="0" y="4880"/>
                  </a:lnTo>
                  <a:close/>
                </a:path>
              </a:pathLst>
            </a:custGeom>
            <a:solidFill>
              <a:srgbClr val="CDE4A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Shape 9">
              <a:extLst>
                <a:ext uri="{FF2B5EF4-FFF2-40B4-BE49-F238E27FC236}">
                  <a16:creationId xmlns:a16="http://schemas.microsoft.com/office/drawing/2014/main" id="{FC910581-095D-3C96-3DC6-387BBEFC4AF1}"/>
                </a:ext>
              </a:extLst>
            </p:cNvPr>
            <p:cNvSpPr/>
            <p:nvPr/>
          </p:nvSpPr>
          <p:spPr>
            <a:xfrm rot="14400000">
              <a:off x="3986522" y="2818568"/>
              <a:ext cx="1470184" cy="1647043"/>
            </a:xfrm>
            <a:custGeom>
              <a:avLst/>
              <a:gdLst>
                <a:gd name="connsiteX0" fmla="*/ 96641 w 1532517"/>
                <a:gd name="connsiteY0" fmla="*/ 0 h 1716874"/>
                <a:gd name="connsiteX1" fmla="*/ 1522626 w 1532517"/>
                <a:gd name="connsiteY1" fmla="*/ 758191 h 1716874"/>
                <a:gd name="connsiteX2" fmla="*/ 1532517 w 1532517"/>
                <a:gd name="connsiteY2" fmla="*/ 774471 h 1716874"/>
                <a:gd name="connsiteX3" fmla="*/ 988420 w 1532517"/>
                <a:gd name="connsiteY3" fmla="*/ 1716874 h 1716874"/>
                <a:gd name="connsiteX4" fmla="*/ 0 w 1532517"/>
                <a:gd name="connsiteY4" fmla="*/ 4880 h 1716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517" h="1716874">
                  <a:moveTo>
                    <a:pt x="96641" y="0"/>
                  </a:moveTo>
                  <a:cubicBezTo>
                    <a:pt x="690236" y="0"/>
                    <a:pt x="1213587" y="300753"/>
                    <a:pt x="1522626" y="758191"/>
                  </a:cubicBezTo>
                  <a:lnTo>
                    <a:pt x="1532517" y="774471"/>
                  </a:lnTo>
                  <a:lnTo>
                    <a:pt x="988420" y="1716874"/>
                  </a:lnTo>
                  <a:lnTo>
                    <a:pt x="0" y="4880"/>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Shape 10">
              <a:extLst>
                <a:ext uri="{FF2B5EF4-FFF2-40B4-BE49-F238E27FC236}">
                  <a16:creationId xmlns:a16="http://schemas.microsoft.com/office/drawing/2014/main" id="{E0E86439-64E4-AA32-455D-2ECC88E64ECB}"/>
                </a:ext>
              </a:extLst>
            </p:cNvPr>
            <p:cNvSpPr/>
            <p:nvPr/>
          </p:nvSpPr>
          <p:spPr>
            <a:xfrm rot="18000000">
              <a:off x="4649900" y="1959494"/>
              <a:ext cx="1470184" cy="1647043"/>
            </a:xfrm>
            <a:custGeom>
              <a:avLst/>
              <a:gdLst>
                <a:gd name="connsiteX0" fmla="*/ 96641 w 1532517"/>
                <a:gd name="connsiteY0" fmla="*/ 0 h 1716874"/>
                <a:gd name="connsiteX1" fmla="*/ 1522626 w 1532517"/>
                <a:gd name="connsiteY1" fmla="*/ 758191 h 1716874"/>
                <a:gd name="connsiteX2" fmla="*/ 1532517 w 1532517"/>
                <a:gd name="connsiteY2" fmla="*/ 774471 h 1716874"/>
                <a:gd name="connsiteX3" fmla="*/ 988420 w 1532517"/>
                <a:gd name="connsiteY3" fmla="*/ 1716874 h 1716874"/>
                <a:gd name="connsiteX4" fmla="*/ 0 w 1532517"/>
                <a:gd name="connsiteY4" fmla="*/ 4880 h 1716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517" h="1716874">
                  <a:moveTo>
                    <a:pt x="96641" y="0"/>
                  </a:moveTo>
                  <a:cubicBezTo>
                    <a:pt x="690236" y="0"/>
                    <a:pt x="1213587" y="300753"/>
                    <a:pt x="1522626" y="758191"/>
                  </a:cubicBezTo>
                  <a:lnTo>
                    <a:pt x="1532517" y="774471"/>
                  </a:lnTo>
                  <a:lnTo>
                    <a:pt x="988420" y="1716874"/>
                  </a:lnTo>
                  <a:lnTo>
                    <a:pt x="0" y="4880"/>
                  </a:lnTo>
                  <a:close/>
                </a:path>
              </a:pathLst>
            </a:custGeom>
            <a:solidFill>
              <a:srgbClr val="98DBA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 name="Rectangle: Rounded Corners 21">
            <a:extLst>
              <a:ext uri="{FF2B5EF4-FFF2-40B4-BE49-F238E27FC236}">
                <a16:creationId xmlns:a16="http://schemas.microsoft.com/office/drawing/2014/main" id="{D15587C2-0665-470B-436D-4C4BD2BD0C0F}"/>
              </a:ext>
            </a:extLst>
          </p:cNvPr>
          <p:cNvSpPr/>
          <p:nvPr/>
        </p:nvSpPr>
        <p:spPr>
          <a:xfrm>
            <a:off x="8982298" y="1881165"/>
            <a:ext cx="98005" cy="692085"/>
          </a:xfrm>
          <a:prstGeom prst="roundRect">
            <a:avLst>
              <a:gd name="adj" fmla="val 50000"/>
            </a:avLst>
          </a:prstGeom>
          <a:solidFill>
            <a:srgbClr val="78D2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Rounded Corners 22">
            <a:extLst>
              <a:ext uri="{FF2B5EF4-FFF2-40B4-BE49-F238E27FC236}">
                <a16:creationId xmlns:a16="http://schemas.microsoft.com/office/drawing/2014/main" id="{87DE393E-04DD-5198-09AB-118D93B495EC}"/>
              </a:ext>
            </a:extLst>
          </p:cNvPr>
          <p:cNvSpPr/>
          <p:nvPr/>
        </p:nvSpPr>
        <p:spPr>
          <a:xfrm>
            <a:off x="8982298" y="3417259"/>
            <a:ext cx="98005" cy="692085"/>
          </a:xfrm>
          <a:prstGeom prst="roundRect">
            <a:avLst>
              <a:gd name="adj" fmla="val 50000"/>
            </a:avLst>
          </a:prstGeom>
          <a:solidFill>
            <a:srgbClr val="74BD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Rounded Corners 23">
            <a:extLst>
              <a:ext uri="{FF2B5EF4-FFF2-40B4-BE49-F238E27FC236}">
                <a16:creationId xmlns:a16="http://schemas.microsoft.com/office/drawing/2014/main" id="{5F4B4F5C-08B5-3FCB-98D6-EA45E296EE91}"/>
              </a:ext>
            </a:extLst>
          </p:cNvPr>
          <p:cNvSpPr/>
          <p:nvPr/>
        </p:nvSpPr>
        <p:spPr>
          <a:xfrm>
            <a:off x="8982298" y="4953352"/>
            <a:ext cx="98005" cy="692085"/>
          </a:xfrm>
          <a:prstGeom prst="roundRect">
            <a:avLst>
              <a:gd name="adj" fmla="val 50000"/>
            </a:avLst>
          </a:prstGeom>
          <a:solidFill>
            <a:srgbClr val="BDD7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Rounded Corners 25">
            <a:extLst>
              <a:ext uri="{FF2B5EF4-FFF2-40B4-BE49-F238E27FC236}">
                <a16:creationId xmlns:a16="http://schemas.microsoft.com/office/drawing/2014/main" id="{7E451366-6C6B-E6EF-DDC4-A08FA7AB6824}"/>
              </a:ext>
            </a:extLst>
          </p:cNvPr>
          <p:cNvSpPr/>
          <p:nvPr/>
        </p:nvSpPr>
        <p:spPr>
          <a:xfrm>
            <a:off x="3024813" y="1881165"/>
            <a:ext cx="98005" cy="692085"/>
          </a:xfrm>
          <a:prstGeom prst="roundRect">
            <a:avLst>
              <a:gd name="adj" fmla="val 50000"/>
            </a:avLst>
          </a:prstGeom>
          <a:solidFill>
            <a:srgbClr val="98DBA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Rectangle: Rounded Corners 28">
            <a:extLst>
              <a:ext uri="{FF2B5EF4-FFF2-40B4-BE49-F238E27FC236}">
                <a16:creationId xmlns:a16="http://schemas.microsoft.com/office/drawing/2014/main" id="{51CADF41-F7CE-574B-F6F8-F4791F8DF4B9}"/>
              </a:ext>
            </a:extLst>
          </p:cNvPr>
          <p:cNvSpPr/>
          <p:nvPr/>
        </p:nvSpPr>
        <p:spPr>
          <a:xfrm>
            <a:off x="3024813" y="3417259"/>
            <a:ext cx="98005" cy="692085"/>
          </a:xfrm>
          <a:prstGeom prst="roundRect">
            <a:avLst>
              <a:gd name="adj" fmla="val 50000"/>
            </a:avLst>
          </a:prstGeom>
          <a:solidFill>
            <a:srgbClr val="A9D18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Rectangle: Rounded Corners 29">
            <a:extLst>
              <a:ext uri="{FF2B5EF4-FFF2-40B4-BE49-F238E27FC236}">
                <a16:creationId xmlns:a16="http://schemas.microsoft.com/office/drawing/2014/main" id="{7EFC4D72-7BBC-A1F5-B94A-88F101100FC5}"/>
              </a:ext>
            </a:extLst>
          </p:cNvPr>
          <p:cNvSpPr/>
          <p:nvPr/>
        </p:nvSpPr>
        <p:spPr>
          <a:xfrm>
            <a:off x="3024813" y="4953352"/>
            <a:ext cx="98005" cy="692085"/>
          </a:xfrm>
          <a:prstGeom prst="roundRect">
            <a:avLst>
              <a:gd name="adj" fmla="val 50000"/>
            </a:avLst>
          </a:prstGeom>
          <a:solidFill>
            <a:srgbClr val="CDE4A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6" name="Group 95">
            <a:extLst>
              <a:ext uri="{FF2B5EF4-FFF2-40B4-BE49-F238E27FC236}">
                <a16:creationId xmlns:a16="http://schemas.microsoft.com/office/drawing/2014/main" id="{7884803A-E9CB-9EEA-65E0-4205115F85B2}"/>
              </a:ext>
            </a:extLst>
          </p:cNvPr>
          <p:cNvGrpSpPr/>
          <p:nvPr/>
        </p:nvGrpSpPr>
        <p:grpSpPr>
          <a:xfrm>
            <a:off x="376118" y="1887206"/>
            <a:ext cx="2580214" cy="741558"/>
            <a:chOff x="376118" y="1570092"/>
            <a:chExt cx="2580214" cy="741558"/>
          </a:xfrm>
        </p:grpSpPr>
        <p:sp>
          <p:nvSpPr>
            <p:cNvPr id="25" name="TextBox 24">
              <a:extLst>
                <a:ext uri="{FF2B5EF4-FFF2-40B4-BE49-F238E27FC236}">
                  <a16:creationId xmlns:a16="http://schemas.microsoft.com/office/drawing/2014/main" id="{FA07312B-5221-0B1D-4778-FB3C3C5A4BCE}"/>
                </a:ext>
              </a:extLst>
            </p:cNvPr>
            <p:cNvSpPr txBox="1"/>
            <p:nvPr/>
          </p:nvSpPr>
          <p:spPr>
            <a:xfrm>
              <a:off x="376118" y="1788430"/>
              <a:ext cx="2580214" cy="523220"/>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31" name="TextBox 30">
              <a:extLst>
                <a:ext uri="{FF2B5EF4-FFF2-40B4-BE49-F238E27FC236}">
                  <a16:creationId xmlns:a16="http://schemas.microsoft.com/office/drawing/2014/main" id="{3FFAF2E8-95BF-2CE0-CB58-A857D63EDFFB}"/>
                </a:ext>
              </a:extLst>
            </p:cNvPr>
            <p:cNvSpPr txBox="1"/>
            <p:nvPr/>
          </p:nvSpPr>
          <p:spPr>
            <a:xfrm>
              <a:off x="569423" y="1570092"/>
              <a:ext cx="2386909" cy="338554"/>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D" sz="16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grpSp>
      <p:sp>
        <p:nvSpPr>
          <p:cNvPr id="88" name="TextBox 87">
            <a:extLst>
              <a:ext uri="{FF2B5EF4-FFF2-40B4-BE49-F238E27FC236}">
                <a16:creationId xmlns:a16="http://schemas.microsoft.com/office/drawing/2014/main" id="{ED6068B5-9E94-6F5F-C5B0-C459B31FC62F}"/>
              </a:ext>
            </a:extLst>
          </p:cNvPr>
          <p:cNvSpPr txBox="1"/>
          <p:nvPr/>
        </p:nvSpPr>
        <p:spPr>
          <a:xfrm>
            <a:off x="3128932" y="1873264"/>
            <a:ext cx="444352"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98DBAF"/>
                </a:solidFill>
                <a:effectLst/>
                <a:uLnTx/>
                <a:uFillTx/>
                <a:latin typeface="Calibri" panose="020F0502020204030204"/>
                <a:ea typeface="+mn-ea"/>
                <a:cs typeface="+mn-cs"/>
              </a:rPr>
              <a:t>1</a:t>
            </a:r>
            <a:endParaRPr kumimoji="0" lang="en-ID" sz="4000" b="1" i="0" u="none" strike="noStrike" kern="1200" cap="none" spc="0" normalizeH="0" baseline="0" noProof="0">
              <a:ln>
                <a:noFill/>
              </a:ln>
              <a:solidFill>
                <a:srgbClr val="98DBAF"/>
              </a:solidFill>
              <a:effectLst/>
              <a:uLnTx/>
              <a:uFillTx/>
              <a:latin typeface="Calibri" panose="020F0502020204030204"/>
              <a:ea typeface="+mn-ea"/>
              <a:cs typeface="+mn-cs"/>
            </a:endParaRPr>
          </a:p>
        </p:txBody>
      </p:sp>
      <p:sp>
        <p:nvSpPr>
          <p:cNvPr id="89" name="TextBox 88">
            <a:extLst>
              <a:ext uri="{FF2B5EF4-FFF2-40B4-BE49-F238E27FC236}">
                <a16:creationId xmlns:a16="http://schemas.microsoft.com/office/drawing/2014/main" id="{C7BF343F-FA46-EEDE-D1B4-A062397354F6}"/>
              </a:ext>
            </a:extLst>
          </p:cNvPr>
          <p:cNvSpPr txBox="1"/>
          <p:nvPr/>
        </p:nvSpPr>
        <p:spPr>
          <a:xfrm>
            <a:off x="3128932" y="3401458"/>
            <a:ext cx="444352"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A9D18E"/>
                </a:solidFill>
                <a:effectLst/>
                <a:uLnTx/>
                <a:uFillTx/>
                <a:latin typeface="Calibri" panose="020F0502020204030204"/>
                <a:ea typeface="+mn-ea"/>
                <a:cs typeface="+mn-cs"/>
              </a:rPr>
              <a:t>2</a:t>
            </a:r>
            <a:endParaRPr kumimoji="0" lang="en-ID" sz="4000" b="1" i="0" u="none" strike="noStrike" kern="1200" cap="none" spc="0" normalizeH="0" baseline="0" noProof="0">
              <a:ln>
                <a:noFill/>
              </a:ln>
              <a:solidFill>
                <a:srgbClr val="A9D18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43805323-29FA-32FB-6FCA-A3C3F08C91D1}"/>
              </a:ext>
            </a:extLst>
          </p:cNvPr>
          <p:cNvSpPr txBox="1"/>
          <p:nvPr/>
        </p:nvSpPr>
        <p:spPr>
          <a:xfrm>
            <a:off x="3128932" y="4937551"/>
            <a:ext cx="444352"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CDE4AC"/>
                </a:solidFill>
                <a:effectLst/>
                <a:uLnTx/>
                <a:uFillTx/>
                <a:latin typeface="Calibri" panose="020F0502020204030204"/>
                <a:ea typeface="+mn-ea"/>
                <a:cs typeface="+mn-cs"/>
              </a:rPr>
              <a:t>3</a:t>
            </a:r>
            <a:endParaRPr kumimoji="0" lang="en-ID" sz="4000" b="1" i="0" u="none" strike="noStrike" kern="1200" cap="none" spc="0" normalizeH="0" baseline="0" noProof="0">
              <a:ln>
                <a:noFill/>
              </a:ln>
              <a:solidFill>
                <a:srgbClr val="CDE4AC"/>
              </a:solidFill>
              <a:effectLst/>
              <a:uLnTx/>
              <a:uFillTx/>
              <a:latin typeface="Calibri" panose="020F0502020204030204"/>
              <a:ea typeface="+mn-ea"/>
              <a:cs typeface="+mn-cs"/>
            </a:endParaRPr>
          </a:p>
        </p:txBody>
      </p:sp>
      <p:sp>
        <p:nvSpPr>
          <p:cNvPr id="91" name="TextBox 90">
            <a:extLst>
              <a:ext uri="{FF2B5EF4-FFF2-40B4-BE49-F238E27FC236}">
                <a16:creationId xmlns:a16="http://schemas.microsoft.com/office/drawing/2014/main" id="{27852200-671A-6872-85A9-B2466518C4CE}"/>
              </a:ext>
            </a:extLst>
          </p:cNvPr>
          <p:cNvSpPr txBox="1"/>
          <p:nvPr/>
        </p:nvSpPr>
        <p:spPr>
          <a:xfrm>
            <a:off x="8530335" y="1873264"/>
            <a:ext cx="444352"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78D2D3"/>
                </a:solidFill>
                <a:effectLst/>
                <a:uLnTx/>
                <a:uFillTx/>
                <a:latin typeface="Calibri" panose="020F0502020204030204"/>
                <a:ea typeface="+mn-ea"/>
                <a:cs typeface="+mn-cs"/>
              </a:rPr>
              <a:t>4</a:t>
            </a:r>
            <a:endParaRPr kumimoji="0" lang="en-ID" sz="4000" b="1" i="0" u="none" strike="noStrike" kern="1200" cap="none" spc="0" normalizeH="0" baseline="0" noProof="0">
              <a:ln>
                <a:noFill/>
              </a:ln>
              <a:solidFill>
                <a:srgbClr val="78D2D3"/>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FFCE0166-35FB-F7E8-8D97-092C52CDA849}"/>
              </a:ext>
            </a:extLst>
          </p:cNvPr>
          <p:cNvSpPr txBox="1"/>
          <p:nvPr/>
        </p:nvSpPr>
        <p:spPr>
          <a:xfrm>
            <a:off x="8530335" y="3401458"/>
            <a:ext cx="444352"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74BDE0"/>
                </a:solidFill>
                <a:effectLst/>
                <a:uLnTx/>
                <a:uFillTx/>
                <a:latin typeface="Calibri" panose="020F0502020204030204"/>
                <a:ea typeface="+mn-ea"/>
                <a:cs typeface="+mn-cs"/>
              </a:rPr>
              <a:t>5</a:t>
            </a:r>
            <a:endParaRPr kumimoji="0" lang="en-ID" sz="4000" b="1" i="0" u="none" strike="noStrike" kern="1200" cap="none" spc="0" normalizeH="0" baseline="0" noProof="0">
              <a:ln>
                <a:noFill/>
              </a:ln>
              <a:solidFill>
                <a:srgbClr val="74BDE0"/>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0806CE1D-6D7A-DFA6-5406-0F5EB0736BFC}"/>
              </a:ext>
            </a:extLst>
          </p:cNvPr>
          <p:cNvSpPr txBox="1"/>
          <p:nvPr/>
        </p:nvSpPr>
        <p:spPr>
          <a:xfrm>
            <a:off x="8530335" y="4937551"/>
            <a:ext cx="444352"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BDD7EE"/>
                </a:solidFill>
                <a:effectLst/>
                <a:uLnTx/>
                <a:uFillTx/>
                <a:latin typeface="Calibri" panose="020F0502020204030204"/>
                <a:ea typeface="+mn-ea"/>
                <a:cs typeface="+mn-cs"/>
              </a:rPr>
              <a:t>6</a:t>
            </a:r>
            <a:endParaRPr kumimoji="0" lang="en-ID" sz="4000" b="1" i="0" u="none" strike="noStrike" kern="1200" cap="none" spc="0" normalizeH="0" baseline="0" noProof="0">
              <a:ln>
                <a:noFill/>
              </a:ln>
              <a:solidFill>
                <a:srgbClr val="BDD7EE"/>
              </a:solidFill>
              <a:effectLst/>
              <a:uLnTx/>
              <a:uFillTx/>
              <a:latin typeface="Calibri" panose="020F0502020204030204"/>
              <a:ea typeface="+mn-ea"/>
              <a:cs typeface="+mn-cs"/>
            </a:endParaRPr>
          </a:p>
        </p:txBody>
      </p:sp>
      <p:sp>
        <p:nvSpPr>
          <p:cNvPr id="94" name="Content Placeholder 2">
            <a:extLst>
              <a:ext uri="{FF2B5EF4-FFF2-40B4-BE49-F238E27FC236}">
                <a16:creationId xmlns:a16="http://schemas.microsoft.com/office/drawing/2014/main" id="{36FC7630-B811-9E8A-13A1-A67B220F0A92}"/>
              </a:ext>
            </a:extLst>
          </p:cNvPr>
          <p:cNvSpPr txBox="1">
            <a:spLocks/>
          </p:cNvSpPr>
          <p:nvPr/>
        </p:nvSpPr>
        <p:spPr>
          <a:xfrm>
            <a:off x="5398087" y="3766169"/>
            <a:ext cx="1395827" cy="337874"/>
          </a:xfrm>
          <a:prstGeom prst="rect">
            <a:avLst/>
          </a:prstGeom>
        </p:spPr>
        <p:txBody>
          <a:bodyPr vert="horz" wrap="square" lIns="0" tIns="0" rIns="0" bIns="0" rtlCol="0" anchor="t">
            <a:noAutofit/>
          </a:bodyPr>
          <a:lst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rgbClr val="717074"/>
                </a:solidFill>
                <a:latin typeface="Segoe UI" panose="020B0502040204020203" pitchFamily="34" charset="0"/>
                <a:ea typeface="Segoe UI" panose="020B0502040204020203" pitchFamily="34" charset="0"/>
                <a:cs typeface="Segoe UI" panose="020B0502040204020203"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a:ln>
                  <a:noFill/>
                </a:ln>
                <a:solidFill>
                  <a:prstClr val="black"/>
                </a:solidFill>
                <a:effectLst/>
                <a:uLnTx/>
                <a:uFillTx/>
                <a:latin typeface="Segoe UI" panose="020B0502040204020203" pitchFamily="34" charset="0"/>
                <a:cs typeface="Segoe UI" panose="020B0502040204020203" pitchFamily="34" charset="0"/>
              </a:rPr>
              <a:t>Lorem ipsum</a:t>
            </a:r>
          </a:p>
        </p:txBody>
      </p:sp>
      <p:grpSp>
        <p:nvGrpSpPr>
          <p:cNvPr id="97" name="Group 96">
            <a:extLst>
              <a:ext uri="{FF2B5EF4-FFF2-40B4-BE49-F238E27FC236}">
                <a16:creationId xmlns:a16="http://schemas.microsoft.com/office/drawing/2014/main" id="{32650E57-D415-04B3-2D93-C0023099CBC0}"/>
              </a:ext>
            </a:extLst>
          </p:cNvPr>
          <p:cNvGrpSpPr/>
          <p:nvPr/>
        </p:nvGrpSpPr>
        <p:grpSpPr>
          <a:xfrm>
            <a:off x="376118" y="3423300"/>
            <a:ext cx="2580214" cy="741558"/>
            <a:chOff x="376118" y="1570092"/>
            <a:chExt cx="2580214" cy="741558"/>
          </a:xfrm>
        </p:grpSpPr>
        <p:sp>
          <p:nvSpPr>
            <p:cNvPr id="98" name="TextBox 97">
              <a:extLst>
                <a:ext uri="{FF2B5EF4-FFF2-40B4-BE49-F238E27FC236}">
                  <a16:creationId xmlns:a16="http://schemas.microsoft.com/office/drawing/2014/main" id="{E529B5E2-D05D-6B57-60AC-E0C82D1A1715}"/>
                </a:ext>
              </a:extLst>
            </p:cNvPr>
            <p:cNvSpPr txBox="1"/>
            <p:nvPr/>
          </p:nvSpPr>
          <p:spPr>
            <a:xfrm>
              <a:off x="376118" y="1788430"/>
              <a:ext cx="2580214" cy="523220"/>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5ED510A2-CC53-AA4B-1FE7-75F6328F34E4}"/>
                </a:ext>
              </a:extLst>
            </p:cNvPr>
            <p:cNvSpPr txBox="1"/>
            <p:nvPr/>
          </p:nvSpPr>
          <p:spPr>
            <a:xfrm>
              <a:off x="569423" y="1570092"/>
              <a:ext cx="2386909" cy="338554"/>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D" sz="16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grpSp>
      <p:grpSp>
        <p:nvGrpSpPr>
          <p:cNvPr id="100" name="Group 99">
            <a:extLst>
              <a:ext uri="{FF2B5EF4-FFF2-40B4-BE49-F238E27FC236}">
                <a16:creationId xmlns:a16="http://schemas.microsoft.com/office/drawing/2014/main" id="{861857AB-6D01-A495-3000-64CE6273A750}"/>
              </a:ext>
            </a:extLst>
          </p:cNvPr>
          <p:cNvGrpSpPr/>
          <p:nvPr/>
        </p:nvGrpSpPr>
        <p:grpSpPr>
          <a:xfrm>
            <a:off x="376118" y="4959393"/>
            <a:ext cx="2580214" cy="741558"/>
            <a:chOff x="376118" y="1570092"/>
            <a:chExt cx="2580214" cy="741558"/>
          </a:xfrm>
        </p:grpSpPr>
        <p:sp>
          <p:nvSpPr>
            <p:cNvPr id="101" name="TextBox 100">
              <a:extLst>
                <a:ext uri="{FF2B5EF4-FFF2-40B4-BE49-F238E27FC236}">
                  <a16:creationId xmlns:a16="http://schemas.microsoft.com/office/drawing/2014/main" id="{ECB0C866-870B-B902-3D60-EEBC0EC52840}"/>
                </a:ext>
              </a:extLst>
            </p:cNvPr>
            <p:cNvSpPr txBox="1"/>
            <p:nvPr/>
          </p:nvSpPr>
          <p:spPr>
            <a:xfrm>
              <a:off x="376118" y="1788430"/>
              <a:ext cx="2580214" cy="523220"/>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102" name="TextBox 101">
              <a:extLst>
                <a:ext uri="{FF2B5EF4-FFF2-40B4-BE49-F238E27FC236}">
                  <a16:creationId xmlns:a16="http://schemas.microsoft.com/office/drawing/2014/main" id="{26A86870-3787-DC92-7872-520CA94B0846}"/>
                </a:ext>
              </a:extLst>
            </p:cNvPr>
            <p:cNvSpPr txBox="1"/>
            <p:nvPr/>
          </p:nvSpPr>
          <p:spPr>
            <a:xfrm>
              <a:off x="569423" y="1570092"/>
              <a:ext cx="2386909" cy="338554"/>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D" sz="16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grpSp>
      <p:grpSp>
        <p:nvGrpSpPr>
          <p:cNvPr id="103" name="Group 102">
            <a:extLst>
              <a:ext uri="{FF2B5EF4-FFF2-40B4-BE49-F238E27FC236}">
                <a16:creationId xmlns:a16="http://schemas.microsoft.com/office/drawing/2014/main" id="{A452F40B-AAF2-B3A0-ACF5-982F88800C5B}"/>
              </a:ext>
            </a:extLst>
          </p:cNvPr>
          <p:cNvGrpSpPr/>
          <p:nvPr/>
        </p:nvGrpSpPr>
        <p:grpSpPr>
          <a:xfrm>
            <a:off x="9167187" y="1887206"/>
            <a:ext cx="2580214" cy="741558"/>
            <a:chOff x="376118" y="1570092"/>
            <a:chExt cx="2580214" cy="741558"/>
          </a:xfrm>
        </p:grpSpPr>
        <p:sp>
          <p:nvSpPr>
            <p:cNvPr id="104" name="TextBox 103">
              <a:extLst>
                <a:ext uri="{FF2B5EF4-FFF2-40B4-BE49-F238E27FC236}">
                  <a16:creationId xmlns:a16="http://schemas.microsoft.com/office/drawing/2014/main" id="{AB54D2AD-3746-F830-C36B-DAE11504A44B}"/>
                </a:ext>
              </a:extLst>
            </p:cNvPr>
            <p:cNvSpPr txBox="1"/>
            <p:nvPr/>
          </p:nvSpPr>
          <p:spPr>
            <a:xfrm>
              <a:off x="376118" y="1788430"/>
              <a:ext cx="2580214"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FD449253-AC8A-0DCE-3F9B-44ACC47E4B6B}"/>
                </a:ext>
              </a:extLst>
            </p:cNvPr>
            <p:cNvSpPr txBox="1"/>
            <p:nvPr/>
          </p:nvSpPr>
          <p:spPr>
            <a:xfrm>
              <a:off x="376118" y="1570092"/>
              <a:ext cx="238690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6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grpSp>
      <p:grpSp>
        <p:nvGrpSpPr>
          <p:cNvPr id="106" name="Group 105">
            <a:extLst>
              <a:ext uri="{FF2B5EF4-FFF2-40B4-BE49-F238E27FC236}">
                <a16:creationId xmlns:a16="http://schemas.microsoft.com/office/drawing/2014/main" id="{53AFF5F5-C26E-5249-847A-67F8377D81E7}"/>
              </a:ext>
            </a:extLst>
          </p:cNvPr>
          <p:cNvGrpSpPr/>
          <p:nvPr/>
        </p:nvGrpSpPr>
        <p:grpSpPr>
          <a:xfrm>
            <a:off x="9167187" y="3423300"/>
            <a:ext cx="2580214" cy="741558"/>
            <a:chOff x="376118" y="1570092"/>
            <a:chExt cx="2580214" cy="741558"/>
          </a:xfrm>
        </p:grpSpPr>
        <p:sp>
          <p:nvSpPr>
            <p:cNvPr id="107" name="TextBox 106">
              <a:extLst>
                <a:ext uri="{FF2B5EF4-FFF2-40B4-BE49-F238E27FC236}">
                  <a16:creationId xmlns:a16="http://schemas.microsoft.com/office/drawing/2014/main" id="{2DC3AC4E-E5B8-BBEC-F7AB-F83930CE817C}"/>
                </a:ext>
              </a:extLst>
            </p:cNvPr>
            <p:cNvSpPr txBox="1"/>
            <p:nvPr/>
          </p:nvSpPr>
          <p:spPr>
            <a:xfrm>
              <a:off x="376118" y="1788430"/>
              <a:ext cx="2580214"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108" name="TextBox 107">
              <a:extLst>
                <a:ext uri="{FF2B5EF4-FFF2-40B4-BE49-F238E27FC236}">
                  <a16:creationId xmlns:a16="http://schemas.microsoft.com/office/drawing/2014/main" id="{70C16252-CE98-8961-210A-570F2827A6D3}"/>
                </a:ext>
              </a:extLst>
            </p:cNvPr>
            <p:cNvSpPr txBox="1"/>
            <p:nvPr/>
          </p:nvSpPr>
          <p:spPr>
            <a:xfrm>
              <a:off x="376118" y="1570092"/>
              <a:ext cx="238690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6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grpSp>
      <p:grpSp>
        <p:nvGrpSpPr>
          <p:cNvPr id="109" name="Group 108">
            <a:extLst>
              <a:ext uri="{FF2B5EF4-FFF2-40B4-BE49-F238E27FC236}">
                <a16:creationId xmlns:a16="http://schemas.microsoft.com/office/drawing/2014/main" id="{D1222C3F-15C8-0FF1-AFB4-11F1EBC0F4F0}"/>
              </a:ext>
            </a:extLst>
          </p:cNvPr>
          <p:cNvGrpSpPr/>
          <p:nvPr/>
        </p:nvGrpSpPr>
        <p:grpSpPr>
          <a:xfrm>
            <a:off x="9167187" y="4959393"/>
            <a:ext cx="2580214" cy="741558"/>
            <a:chOff x="376118" y="1570092"/>
            <a:chExt cx="2580214" cy="741558"/>
          </a:xfrm>
        </p:grpSpPr>
        <p:sp>
          <p:nvSpPr>
            <p:cNvPr id="110" name="TextBox 109">
              <a:extLst>
                <a:ext uri="{FF2B5EF4-FFF2-40B4-BE49-F238E27FC236}">
                  <a16:creationId xmlns:a16="http://schemas.microsoft.com/office/drawing/2014/main" id="{B3678ECE-EC6A-26C9-111C-8CDF6717EAF8}"/>
                </a:ext>
              </a:extLst>
            </p:cNvPr>
            <p:cNvSpPr txBox="1"/>
            <p:nvPr/>
          </p:nvSpPr>
          <p:spPr>
            <a:xfrm>
              <a:off x="376118" y="1788430"/>
              <a:ext cx="2580214"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Lorem ipsum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dolor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sit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amet</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consectetur</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adipiscing</a:t>
              </a:r>
              <a:r>
                <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rPr>
                <a:t> </a:t>
              </a:r>
              <a:r>
                <a:rPr kumimoji="0" lang="en-ID" sz="1400" b="0" i="0" u="none" strike="noStrike" kern="1200" cap="none" spc="0" normalizeH="0" baseline="0" noProof="0" err="1">
                  <a:ln>
                    <a:noFill/>
                  </a:ln>
                  <a:solidFill>
                    <a:srgbClr val="44546A">
                      <a:lumMod val="75000"/>
                    </a:srgbClr>
                  </a:solidFill>
                  <a:effectLst/>
                  <a:uLnTx/>
                  <a:uFillTx/>
                  <a:latin typeface="Calibri" panose="020F0502020204030204"/>
                  <a:ea typeface="+mn-ea"/>
                  <a:cs typeface="+mn-cs"/>
                </a:rPr>
                <a:t>elit</a:t>
              </a:r>
              <a:endParaRPr kumimoji="0" lang="en-ID" sz="1400" b="0" i="0" u="none" strike="noStrike" kern="1200" cap="none" spc="0" normalizeH="0" baseline="0" noProof="0">
                <a:ln>
                  <a:noFill/>
                </a:ln>
                <a:solidFill>
                  <a:srgbClr val="44546A">
                    <a:lumMod val="75000"/>
                  </a:srgbClr>
                </a:solidFill>
                <a:effectLst/>
                <a:uLnTx/>
                <a:uFillTx/>
                <a:latin typeface="Calibri" panose="020F0502020204030204"/>
                <a:ea typeface="+mn-ea"/>
                <a:cs typeface="+mn-cs"/>
              </a:endParaRPr>
            </a:p>
          </p:txBody>
        </p:sp>
        <p:sp>
          <p:nvSpPr>
            <p:cNvPr id="111" name="TextBox 110">
              <a:extLst>
                <a:ext uri="{FF2B5EF4-FFF2-40B4-BE49-F238E27FC236}">
                  <a16:creationId xmlns:a16="http://schemas.microsoft.com/office/drawing/2014/main" id="{54A34399-6637-B02B-52CC-41723281178C}"/>
                </a:ext>
              </a:extLst>
            </p:cNvPr>
            <p:cNvSpPr txBox="1"/>
            <p:nvPr/>
          </p:nvSpPr>
          <p:spPr>
            <a:xfrm>
              <a:off x="376118" y="1570092"/>
              <a:ext cx="238690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600" b="1" i="0" u="none" strike="noStrike" kern="1200" cap="none" spc="0" normalizeH="0" baseline="0" noProof="0">
                  <a:ln>
                    <a:noFill/>
                  </a:ln>
                  <a:solidFill>
                    <a:prstClr val="black"/>
                  </a:solidFill>
                  <a:effectLst/>
                  <a:uLnTx/>
                  <a:uFillTx/>
                  <a:latin typeface="Calibri" panose="020F0502020204030204"/>
                  <a:ea typeface="+mn-ea"/>
                  <a:cs typeface="+mn-cs"/>
                </a:rPr>
                <a:t>LOREM IPSUM DOLOR</a:t>
              </a:r>
            </a:p>
          </p:txBody>
        </p:sp>
      </p:grpSp>
      <p:cxnSp>
        <p:nvCxnSpPr>
          <p:cNvPr id="8" name="Connector: Elbow 7">
            <a:extLst>
              <a:ext uri="{FF2B5EF4-FFF2-40B4-BE49-F238E27FC236}">
                <a16:creationId xmlns:a16="http://schemas.microsoft.com/office/drawing/2014/main" id="{D315E5F2-CAA5-3AC9-08F5-9C86B8448978}"/>
              </a:ext>
            </a:extLst>
          </p:cNvPr>
          <p:cNvCxnSpPr>
            <a:stCxn id="88" idx="3"/>
            <a:endCxn id="90" idx="3"/>
          </p:cNvCxnSpPr>
          <p:nvPr/>
        </p:nvCxnSpPr>
        <p:spPr>
          <a:xfrm>
            <a:off x="3573284" y="2227207"/>
            <a:ext cx="12700" cy="3064287"/>
          </a:xfrm>
          <a:prstGeom prst="bentConnector3">
            <a:avLst>
              <a:gd name="adj1" fmla="val 3075000"/>
            </a:avLst>
          </a:prstGeom>
          <a:ln w="15875" cap="rnd">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6" name="Connector: Elbow 15">
            <a:extLst>
              <a:ext uri="{FF2B5EF4-FFF2-40B4-BE49-F238E27FC236}">
                <a16:creationId xmlns:a16="http://schemas.microsoft.com/office/drawing/2014/main" id="{6D5D8BF5-E359-C8D6-FDB9-A32DF8A21342}"/>
              </a:ext>
            </a:extLst>
          </p:cNvPr>
          <p:cNvCxnSpPr>
            <a:stCxn id="91" idx="1"/>
            <a:endCxn id="93" idx="1"/>
          </p:cNvCxnSpPr>
          <p:nvPr/>
        </p:nvCxnSpPr>
        <p:spPr>
          <a:xfrm rot="10800000" flipV="1">
            <a:off x="8530335" y="2227206"/>
            <a:ext cx="12700" cy="3064287"/>
          </a:xfrm>
          <a:prstGeom prst="bentConnector3">
            <a:avLst>
              <a:gd name="adj1" fmla="val 2550000"/>
            </a:avLst>
          </a:prstGeom>
          <a:ln w="15875" cap="rnd">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7AD85BE-B725-0475-5F7F-9E98C5840F45}"/>
              </a:ext>
            </a:extLst>
          </p:cNvPr>
          <p:cNvCxnSpPr>
            <a:cxnSpLocks/>
          </p:cNvCxnSpPr>
          <p:nvPr/>
        </p:nvCxnSpPr>
        <p:spPr>
          <a:xfrm>
            <a:off x="3535184" y="3755401"/>
            <a:ext cx="874891" cy="0"/>
          </a:xfrm>
          <a:prstGeom prst="line">
            <a:avLst/>
          </a:prstGeom>
          <a:ln w="15875" cap="rnd">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66398EDA-7784-98CE-EEEB-0ACB04AEAFEB}"/>
              </a:ext>
            </a:extLst>
          </p:cNvPr>
          <p:cNvCxnSpPr>
            <a:cxnSpLocks/>
          </p:cNvCxnSpPr>
          <p:nvPr/>
        </p:nvCxnSpPr>
        <p:spPr>
          <a:xfrm>
            <a:off x="7791450" y="3755401"/>
            <a:ext cx="751585" cy="0"/>
          </a:xfrm>
          <a:prstGeom prst="line">
            <a:avLst/>
          </a:prstGeom>
          <a:ln w="15875" cap="rnd">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117" name="Group 116">
            <a:extLst>
              <a:ext uri="{FF2B5EF4-FFF2-40B4-BE49-F238E27FC236}">
                <a16:creationId xmlns:a16="http://schemas.microsoft.com/office/drawing/2014/main" id="{F173B36A-A0CF-ACD9-FF99-79086C783D76}"/>
              </a:ext>
            </a:extLst>
          </p:cNvPr>
          <p:cNvGrpSpPr/>
          <p:nvPr/>
        </p:nvGrpSpPr>
        <p:grpSpPr>
          <a:xfrm>
            <a:off x="6764514" y="2590137"/>
            <a:ext cx="270746" cy="220652"/>
            <a:chOff x="6276975" y="1465263"/>
            <a:chExt cx="360363" cy="293688"/>
          </a:xfrm>
          <a:solidFill>
            <a:schemeClr val="bg1"/>
          </a:solidFill>
        </p:grpSpPr>
        <p:sp>
          <p:nvSpPr>
            <p:cNvPr id="118" name="Freeform 8">
              <a:extLst>
                <a:ext uri="{FF2B5EF4-FFF2-40B4-BE49-F238E27FC236}">
                  <a16:creationId xmlns:a16="http://schemas.microsoft.com/office/drawing/2014/main" id="{89F3463F-EF5F-A922-AB76-C65F65890EC3}"/>
                </a:ext>
              </a:extLst>
            </p:cNvPr>
            <p:cNvSpPr>
              <a:spLocks noEditPoints="1"/>
            </p:cNvSpPr>
            <p:nvPr/>
          </p:nvSpPr>
          <p:spPr bwMode="auto">
            <a:xfrm>
              <a:off x="6291263" y="1465263"/>
              <a:ext cx="330200" cy="233363"/>
            </a:xfrm>
            <a:custGeom>
              <a:avLst/>
              <a:gdLst>
                <a:gd name="T0" fmla="*/ 2 w 88"/>
                <a:gd name="T1" fmla="*/ 62 h 62"/>
                <a:gd name="T2" fmla="*/ 86 w 88"/>
                <a:gd name="T3" fmla="*/ 62 h 62"/>
                <a:gd name="T4" fmla="*/ 88 w 88"/>
                <a:gd name="T5" fmla="*/ 60 h 62"/>
                <a:gd name="T6" fmla="*/ 88 w 88"/>
                <a:gd name="T7" fmla="*/ 8 h 62"/>
                <a:gd name="T8" fmla="*/ 80 w 88"/>
                <a:gd name="T9" fmla="*/ 0 h 62"/>
                <a:gd name="T10" fmla="*/ 8 w 88"/>
                <a:gd name="T11" fmla="*/ 0 h 62"/>
                <a:gd name="T12" fmla="*/ 0 w 88"/>
                <a:gd name="T13" fmla="*/ 8 h 62"/>
                <a:gd name="T14" fmla="*/ 0 w 88"/>
                <a:gd name="T15" fmla="*/ 60 h 62"/>
                <a:gd name="T16" fmla="*/ 2 w 88"/>
                <a:gd name="T17" fmla="*/ 62 h 62"/>
                <a:gd name="T18" fmla="*/ 8 w 88"/>
                <a:gd name="T19" fmla="*/ 8 h 62"/>
                <a:gd name="T20" fmla="*/ 80 w 88"/>
                <a:gd name="T21" fmla="*/ 8 h 62"/>
                <a:gd name="T22" fmla="*/ 80 w 88"/>
                <a:gd name="T23" fmla="*/ 52 h 62"/>
                <a:gd name="T24" fmla="*/ 8 w 88"/>
                <a:gd name="T25" fmla="*/ 52 h 62"/>
                <a:gd name="T26" fmla="*/ 8 w 88"/>
                <a:gd name="T27"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62">
                  <a:moveTo>
                    <a:pt x="2" y="62"/>
                  </a:moveTo>
                  <a:cubicBezTo>
                    <a:pt x="86" y="62"/>
                    <a:pt x="86" y="62"/>
                    <a:pt x="86" y="62"/>
                  </a:cubicBezTo>
                  <a:cubicBezTo>
                    <a:pt x="87" y="62"/>
                    <a:pt x="88" y="61"/>
                    <a:pt x="88" y="60"/>
                  </a:cubicBezTo>
                  <a:cubicBezTo>
                    <a:pt x="88" y="8"/>
                    <a:pt x="88" y="8"/>
                    <a:pt x="88" y="8"/>
                  </a:cubicBezTo>
                  <a:cubicBezTo>
                    <a:pt x="88" y="4"/>
                    <a:pt x="84" y="0"/>
                    <a:pt x="80" y="0"/>
                  </a:cubicBezTo>
                  <a:cubicBezTo>
                    <a:pt x="8" y="0"/>
                    <a:pt x="8" y="0"/>
                    <a:pt x="8" y="0"/>
                  </a:cubicBezTo>
                  <a:cubicBezTo>
                    <a:pt x="4" y="0"/>
                    <a:pt x="0" y="4"/>
                    <a:pt x="0" y="8"/>
                  </a:cubicBezTo>
                  <a:cubicBezTo>
                    <a:pt x="0" y="60"/>
                    <a:pt x="0" y="60"/>
                    <a:pt x="0" y="60"/>
                  </a:cubicBezTo>
                  <a:cubicBezTo>
                    <a:pt x="0" y="61"/>
                    <a:pt x="1" y="62"/>
                    <a:pt x="2" y="62"/>
                  </a:cubicBezTo>
                  <a:close/>
                  <a:moveTo>
                    <a:pt x="8" y="8"/>
                  </a:moveTo>
                  <a:cubicBezTo>
                    <a:pt x="80" y="8"/>
                    <a:pt x="80" y="8"/>
                    <a:pt x="80" y="8"/>
                  </a:cubicBezTo>
                  <a:cubicBezTo>
                    <a:pt x="80" y="52"/>
                    <a:pt x="80" y="52"/>
                    <a:pt x="80" y="52"/>
                  </a:cubicBezTo>
                  <a:cubicBezTo>
                    <a:pt x="8" y="52"/>
                    <a:pt x="8" y="52"/>
                    <a:pt x="8" y="52"/>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 name="Freeform 9">
              <a:extLst>
                <a:ext uri="{FF2B5EF4-FFF2-40B4-BE49-F238E27FC236}">
                  <a16:creationId xmlns:a16="http://schemas.microsoft.com/office/drawing/2014/main" id="{62DB6CBE-287D-697D-B6E2-7E2CB7CCA421}"/>
                </a:ext>
              </a:extLst>
            </p:cNvPr>
            <p:cNvSpPr>
              <a:spLocks/>
            </p:cNvSpPr>
            <p:nvPr/>
          </p:nvSpPr>
          <p:spPr bwMode="auto">
            <a:xfrm>
              <a:off x="6276975" y="1714501"/>
              <a:ext cx="360363" cy="44450"/>
            </a:xfrm>
            <a:custGeom>
              <a:avLst/>
              <a:gdLst>
                <a:gd name="T0" fmla="*/ 94 w 96"/>
                <a:gd name="T1" fmla="*/ 0 h 12"/>
                <a:gd name="T2" fmla="*/ 58 w 96"/>
                <a:gd name="T3" fmla="*/ 0 h 12"/>
                <a:gd name="T4" fmla="*/ 56 w 96"/>
                <a:gd name="T5" fmla="*/ 2 h 12"/>
                <a:gd name="T6" fmla="*/ 56 w 96"/>
                <a:gd name="T7" fmla="*/ 4 h 12"/>
                <a:gd name="T8" fmla="*/ 40 w 96"/>
                <a:gd name="T9" fmla="*/ 4 h 12"/>
                <a:gd name="T10" fmla="*/ 40 w 96"/>
                <a:gd name="T11" fmla="*/ 2 h 12"/>
                <a:gd name="T12" fmla="*/ 38 w 96"/>
                <a:gd name="T13" fmla="*/ 0 h 12"/>
                <a:gd name="T14" fmla="*/ 2 w 96"/>
                <a:gd name="T15" fmla="*/ 0 h 12"/>
                <a:gd name="T16" fmla="*/ 0 w 96"/>
                <a:gd name="T17" fmla="*/ 2 h 12"/>
                <a:gd name="T18" fmla="*/ 0 w 96"/>
                <a:gd name="T19" fmla="*/ 6 h 12"/>
                <a:gd name="T20" fmla="*/ 6 w 96"/>
                <a:gd name="T21" fmla="*/ 12 h 12"/>
                <a:gd name="T22" fmla="*/ 90 w 96"/>
                <a:gd name="T23" fmla="*/ 12 h 12"/>
                <a:gd name="T24" fmla="*/ 96 w 96"/>
                <a:gd name="T25" fmla="*/ 6 h 12"/>
                <a:gd name="T26" fmla="*/ 96 w 96"/>
                <a:gd name="T27" fmla="*/ 2 h 12"/>
                <a:gd name="T28" fmla="*/ 94 w 96"/>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2">
                  <a:moveTo>
                    <a:pt x="94" y="0"/>
                  </a:moveTo>
                  <a:cubicBezTo>
                    <a:pt x="58" y="0"/>
                    <a:pt x="58" y="0"/>
                    <a:pt x="58" y="0"/>
                  </a:cubicBezTo>
                  <a:cubicBezTo>
                    <a:pt x="57" y="0"/>
                    <a:pt x="56" y="1"/>
                    <a:pt x="56" y="2"/>
                  </a:cubicBezTo>
                  <a:cubicBezTo>
                    <a:pt x="56" y="4"/>
                    <a:pt x="56" y="4"/>
                    <a:pt x="56" y="4"/>
                  </a:cubicBezTo>
                  <a:cubicBezTo>
                    <a:pt x="40" y="4"/>
                    <a:pt x="40" y="4"/>
                    <a:pt x="40" y="4"/>
                  </a:cubicBezTo>
                  <a:cubicBezTo>
                    <a:pt x="40" y="2"/>
                    <a:pt x="40" y="2"/>
                    <a:pt x="40" y="2"/>
                  </a:cubicBezTo>
                  <a:cubicBezTo>
                    <a:pt x="40" y="1"/>
                    <a:pt x="39" y="0"/>
                    <a:pt x="38" y="0"/>
                  </a:cubicBezTo>
                  <a:cubicBezTo>
                    <a:pt x="2" y="0"/>
                    <a:pt x="2" y="0"/>
                    <a:pt x="2" y="0"/>
                  </a:cubicBezTo>
                  <a:cubicBezTo>
                    <a:pt x="1" y="0"/>
                    <a:pt x="0" y="1"/>
                    <a:pt x="0" y="2"/>
                  </a:cubicBezTo>
                  <a:cubicBezTo>
                    <a:pt x="0" y="6"/>
                    <a:pt x="0" y="6"/>
                    <a:pt x="0" y="6"/>
                  </a:cubicBezTo>
                  <a:cubicBezTo>
                    <a:pt x="0" y="9"/>
                    <a:pt x="3" y="12"/>
                    <a:pt x="6" y="12"/>
                  </a:cubicBezTo>
                  <a:cubicBezTo>
                    <a:pt x="90" y="12"/>
                    <a:pt x="90" y="12"/>
                    <a:pt x="90" y="12"/>
                  </a:cubicBezTo>
                  <a:cubicBezTo>
                    <a:pt x="93" y="12"/>
                    <a:pt x="96" y="9"/>
                    <a:pt x="96" y="6"/>
                  </a:cubicBezTo>
                  <a:cubicBezTo>
                    <a:pt x="96" y="2"/>
                    <a:pt x="96" y="2"/>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 name="Freeform 101">
            <a:extLst>
              <a:ext uri="{FF2B5EF4-FFF2-40B4-BE49-F238E27FC236}">
                <a16:creationId xmlns:a16="http://schemas.microsoft.com/office/drawing/2014/main" id="{CD029844-F56E-A4BB-AFE2-73AA0A57C405}"/>
              </a:ext>
            </a:extLst>
          </p:cNvPr>
          <p:cNvSpPr>
            <a:spLocks noEditPoints="1"/>
          </p:cNvSpPr>
          <p:nvPr/>
        </p:nvSpPr>
        <p:spPr bwMode="auto">
          <a:xfrm>
            <a:off x="7189754" y="3743807"/>
            <a:ext cx="270746" cy="270746"/>
          </a:xfrm>
          <a:custGeom>
            <a:avLst/>
            <a:gdLst>
              <a:gd name="T0" fmla="*/ 96 w 96"/>
              <a:gd name="T1" fmla="*/ 46 h 96"/>
              <a:gd name="T2" fmla="*/ 80 w 96"/>
              <a:gd name="T3" fmla="*/ 44 h 96"/>
              <a:gd name="T4" fmla="*/ 94 w 96"/>
              <a:gd name="T5" fmla="*/ 32 h 96"/>
              <a:gd name="T6" fmla="*/ 94 w 96"/>
              <a:gd name="T7" fmla="*/ 28 h 96"/>
              <a:gd name="T8" fmla="*/ 80 w 96"/>
              <a:gd name="T9" fmla="*/ 22 h 96"/>
              <a:gd name="T10" fmla="*/ 68 w 96"/>
              <a:gd name="T11" fmla="*/ 16 h 96"/>
              <a:gd name="T12" fmla="*/ 66 w 96"/>
              <a:gd name="T13" fmla="*/ 0 h 96"/>
              <a:gd name="T14" fmla="*/ 64 w 96"/>
              <a:gd name="T15" fmla="*/ 16 h 96"/>
              <a:gd name="T16" fmla="*/ 48 w 96"/>
              <a:gd name="T17" fmla="*/ 2 h 96"/>
              <a:gd name="T18" fmla="*/ 44 w 96"/>
              <a:gd name="T19" fmla="*/ 2 h 96"/>
              <a:gd name="T20" fmla="*/ 32 w 96"/>
              <a:gd name="T21" fmla="*/ 16 h 96"/>
              <a:gd name="T22" fmla="*/ 30 w 96"/>
              <a:gd name="T23" fmla="*/ 0 h 96"/>
              <a:gd name="T24" fmla="*/ 28 w 96"/>
              <a:gd name="T25" fmla="*/ 16 h 96"/>
              <a:gd name="T26" fmla="*/ 16 w 96"/>
              <a:gd name="T27" fmla="*/ 22 h 96"/>
              <a:gd name="T28" fmla="*/ 2 w 96"/>
              <a:gd name="T29" fmla="*/ 28 h 96"/>
              <a:gd name="T30" fmla="*/ 2 w 96"/>
              <a:gd name="T31" fmla="*/ 32 h 96"/>
              <a:gd name="T32" fmla="*/ 16 w 96"/>
              <a:gd name="T33" fmla="*/ 48 h 96"/>
              <a:gd name="T34" fmla="*/ 0 w 96"/>
              <a:gd name="T35" fmla="*/ 50 h 96"/>
              <a:gd name="T36" fmla="*/ 16 w 96"/>
              <a:gd name="T37" fmla="*/ 52 h 96"/>
              <a:gd name="T38" fmla="*/ 2 w 96"/>
              <a:gd name="T39" fmla="*/ 64 h 96"/>
              <a:gd name="T40" fmla="*/ 2 w 96"/>
              <a:gd name="T41" fmla="*/ 68 h 96"/>
              <a:gd name="T42" fmla="*/ 16 w 96"/>
              <a:gd name="T43" fmla="*/ 74 h 96"/>
              <a:gd name="T44" fmla="*/ 28 w 96"/>
              <a:gd name="T45" fmla="*/ 80 h 96"/>
              <a:gd name="T46" fmla="*/ 30 w 96"/>
              <a:gd name="T47" fmla="*/ 96 h 96"/>
              <a:gd name="T48" fmla="*/ 32 w 96"/>
              <a:gd name="T49" fmla="*/ 80 h 96"/>
              <a:gd name="T50" fmla="*/ 48 w 96"/>
              <a:gd name="T51" fmla="*/ 94 h 96"/>
              <a:gd name="T52" fmla="*/ 52 w 96"/>
              <a:gd name="T53" fmla="*/ 94 h 96"/>
              <a:gd name="T54" fmla="*/ 64 w 96"/>
              <a:gd name="T55" fmla="*/ 80 h 96"/>
              <a:gd name="T56" fmla="*/ 66 w 96"/>
              <a:gd name="T57" fmla="*/ 96 h 96"/>
              <a:gd name="T58" fmla="*/ 68 w 96"/>
              <a:gd name="T59" fmla="*/ 80 h 96"/>
              <a:gd name="T60" fmla="*/ 80 w 96"/>
              <a:gd name="T61" fmla="*/ 74 h 96"/>
              <a:gd name="T62" fmla="*/ 94 w 96"/>
              <a:gd name="T63" fmla="*/ 68 h 96"/>
              <a:gd name="T64" fmla="*/ 94 w 96"/>
              <a:gd name="T65" fmla="*/ 64 h 96"/>
              <a:gd name="T66" fmla="*/ 80 w 96"/>
              <a:gd name="T67" fmla="*/ 48 h 96"/>
              <a:gd name="T68" fmla="*/ 72 w 96"/>
              <a:gd name="T69" fmla="*/ 62 h 96"/>
              <a:gd name="T70" fmla="*/ 34 w 96"/>
              <a:gd name="T71" fmla="*/ 72 h 96"/>
              <a:gd name="T72" fmla="*/ 24 w 96"/>
              <a:gd name="T73" fmla="*/ 34 h 96"/>
              <a:gd name="T74" fmla="*/ 62 w 96"/>
              <a:gd name="T75" fmla="*/ 24 h 96"/>
              <a:gd name="T76" fmla="*/ 72 w 96"/>
              <a:gd name="T77" fmla="*/ 6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96">
                <a:moveTo>
                  <a:pt x="94" y="48"/>
                </a:moveTo>
                <a:cubicBezTo>
                  <a:pt x="95" y="48"/>
                  <a:pt x="96" y="47"/>
                  <a:pt x="96" y="46"/>
                </a:cubicBezTo>
                <a:cubicBezTo>
                  <a:pt x="96" y="45"/>
                  <a:pt x="95" y="44"/>
                  <a:pt x="94" y="44"/>
                </a:cubicBezTo>
                <a:cubicBezTo>
                  <a:pt x="80" y="44"/>
                  <a:pt x="80" y="44"/>
                  <a:pt x="80" y="44"/>
                </a:cubicBezTo>
                <a:cubicBezTo>
                  <a:pt x="80" y="32"/>
                  <a:pt x="80" y="32"/>
                  <a:pt x="80" y="32"/>
                </a:cubicBezTo>
                <a:cubicBezTo>
                  <a:pt x="94" y="32"/>
                  <a:pt x="94" y="32"/>
                  <a:pt x="94" y="32"/>
                </a:cubicBezTo>
                <a:cubicBezTo>
                  <a:pt x="95" y="32"/>
                  <a:pt x="96" y="31"/>
                  <a:pt x="96" y="30"/>
                </a:cubicBezTo>
                <a:cubicBezTo>
                  <a:pt x="96" y="29"/>
                  <a:pt x="95" y="28"/>
                  <a:pt x="94" y="28"/>
                </a:cubicBezTo>
                <a:cubicBezTo>
                  <a:pt x="80" y="28"/>
                  <a:pt x="80" y="28"/>
                  <a:pt x="80" y="28"/>
                </a:cubicBezTo>
                <a:cubicBezTo>
                  <a:pt x="80" y="22"/>
                  <a:pt x="80" y="22"/>
                  <a:pt x="80" y="22"/>
                </a:cubicBezTo>
                <a:cubicBezTo>
                  <a:pt x="80" y="19"/>
                  <a:pt x="77" y="16"/>
                  <a:pt x="74" y="16"/>
                </a:cubicBezTo>
                <a:cubicBezTo>
                  <a:pt x="68" y="16"/>
                  <a:pt x="68" y="16"/>
                  <a:pt x="68" y="16"/>
                </a:cubicBezTo>
                <a:cubicBezTo>
                  <a:pt x="68" y="2"/>
                  <a:pt x="68" y="2"/>
                  <a:pt x="68" y="2"/>
                </a:cubicBezTo>
                <a:cubicBezTo>
                  <a:pt x="68" y="1"/>
                  <a:pt x="67" y="0"/>
                  <a:pt x="66" y="0"/>
                </a:cubicBezTo>
                <a:cubicBezTo>
                  <a:pt x="65" y="0"/>
                  <a:pt x="64" y="1"/>
                  <a:pt x="64" y="2"/>
                </a:cubicBezTo>
                <a:cubicBezTo>
                  <a:pt x="64" y="16"/>
                  <a:pt x="64" y="16"/>
                  <a:pt x="64" y="16"/>
                </a:cubicBezTo>
                <a:cubicBezTo>
                  <a:pt x="48" y="16"/>
                  <a:pt x="48" y="16"/>
                  <a:pt x="48" y="16"/>
                </a:cubicBezTo>
                <a:cubicBezTo>
                  <a:pt x="48" y="2"/>
                  <a:pt x="48" y="2"/>
                  <a:pt x="48" y="2"/>
                </a:cubicBezTo>
                <a:cubicBezTo>
                  <a:pt x="48" y="1"/>
                  <a:pt x="47" y="0"/>
                  <a:pt x="46" y="0"/>
                </a:cubicBezTo>
                <a:cubicBezTo>
                  <a:pt x="45" y="0"/>
                  <a:pt x="44" y="1"/>
                  <a:pt x="44" y="2"/>
                </a:cubicBezTo>
                <a:cubicBezTo>
                  <a:pt x="44" y="16"/>
                  <a:pt x="44" y="16"/>
                  <a:pt x="44" y="16"/>
                </a:cubicBezTo>
                <a:cubicBezTo>
                  <a:pt x="32" y="16"/>
                  <a:pt x="32" y="16"/>
                  <a:pt x="32" y="16"/>
                </a:cubicBezTo>
                <a:cubicBezTo>
                  <a:pt x="32" y="2"/>
                  <a:pt x="32" y="2"/>
                  <a:pt x="32" y="2"/>
                </a:cubicBezTo>
                <a:cubicBezTo>
                  <a:pt x="32" y="1"/>
                  <a:pt x="31" y="0"/>
                  <a:pt x="30" y="0"/>
                </a:cubicBezTo>
                <a:cubicBezTo>
                  <a:pt x="29" y="0"/>
                  <a:pt x="28" y="1"/>
                  <a:pt x="28" y="2"/>
                </a:cubicBezTo>
                <a:cubicBezTo>
                  <a:pt x="28" y="16"/>
                  <a:pt x="28" y="16"/>
                  <a:pt x="28" y="16"/>
                </a:cubicBezTo>
                <a:cubicBezTo>
                  <a:pt x="22" y="16"/>
                  <a:pt x="22" y="16"/>
                  <a:pt x="22" y="16"/>
                </a:cubicBezTo>
                <a:cubicBezTo>
                  <a:pt x="19" y="16"/>
                  <a:pt x="16" y="19"/>
                  <a:pt x="16" y="22"/>
                </a:cubicBezTo>
                <a:cubicBezTo>
                  <a:pt x="16" y="28"/>
                  <a:pt x="16" y="28"/>
                  <a:pt x="16" y="28"/>
                </a:cubicBezTo>
                <a:cubicBezTo>
                  <a:pt x="2" y="28"/>
                  <a:pt x="2" y="28"/>
                  <a:pt x="2" y="28"/>
                </a:cubicBezTo>
                <a:cubicBezTo>
                  <a:pt x="1" y="28"/>
                  <a:pt x="0" y="29"/>
                  <a:pt x="0" y="30"/>
                </a:cubicBezTo>
                <a:cubicBezTo>
                  <a:pt x="0" y="31"/>
                  <a:pt x="1" y="32"/>
                  <a:pt x="2" y="32"/>
                </a:cubicBezTo>
                <a:cubicBezTo>
                  <a:pt x="16" y="32"/>
                  <a:pt x="16" y="32"/>
                  <a:pt x="16" y="32"/>
                </a:cubicBezTo>
                <a:cubicBezTo>
                  <a:pt x="16" y="48"/>
                  <a:pt x="16" y="48"/>
                  <a:pt x="16" y="48"/>
                </a:cubicBezTo>
                <a:cubicBezTo>
                  <a:pt x="2" y="48"/>
                  <a:pt x="2" y="48"/>
                  <a:pt x="2" y="48"/>
                </a:cubicBezTo>
                <a:cubicBezTo>
                  <a:pt x="1" y="48"/>
                  <a:pt x="0" y="49"/>
                  <a:pt x="0" y="50"/>
                </a:cubicBezTo>
                <a:cubicBezTo>
                  <a:pt x="0" y="51"/>
                  <a:pt x="1" y="52"/>
                  <a:pt x="2" y="52"/>
                </a:cubicBezTo>
                <a:cubicBezTo>
                  <a:pt x="16" y="52"/>
                  <a:pt x="16" y="52"/>
                  <a:pt x="16" y="52"/>
                </a:cubicBezTo>
                <a:cubicBezTo>
                  <a:pt x="16" y="64"/>
                  <a:pt x="16" y="64"/>
                  <a:pt x="16" y="64"/>
                </a:cubicBezTo>
                <a:cubicBezTo>
                  <a:pt x="2" y="64"/>
                  <a:pt x="2" y="64"/>
                  <a:pt x="2" y="64"/>
                </a:cubicBezTo>
                <a:cubicBezTo>
                  <a:pt x="1" y="64"/>
                  <a:pt x="0" y="65"/>
                  <a:pt x="0" y="66"/>
                </a:cubicBezTo>
                <a:cubicBezTo>
                  <a:pt x="0" y="67"/>
                  <a:pt x="1" y="68"/>
                  <a:pt x="2" y="68"/>
                </a:cubicBezTo>
                <a:cubicBezTo>
                  <a:pt x="16" y="68"/>
                  <a:pt x="16" y="68"/>
                  <a:pt x="16" y="68"/>
                </a:cubicBezTo>
                <a:cubicBezTo>
                  <a:pt x="16" y="74"/>
                  <a:pt x="16" y="74"/>
                  <a:pt x="16" y="74"/>
                </a:cubicBezTo>
                <a:cubicBezTo>
                  <a:pt x="16" y="77"/>
                  <a:pt x="19" y="80"/>
                  <a:pt x="22" y="80"/>
                </a:cubicBezTo>
                <a:cubicBezTo>
                  <a:pt x="28" y="80"/>
                  <a:pt x="28" y="80"/>
                  <a:pt x="28" y="80"/>
                </a:cubicBezTo>
                <a:cubicBezTo>
                  <a:pt x="28" y="94"/>
                  <a:pt x="28" y="94"/>
                  <a:pt x="28" y="94"/>
                </a:cubicBezTo>
                <a:cubicBezTo>
                  <a:pt x="28" y="95"/>
                  <a:pt x="29" y="96"/>
                  <a:pt x="30" y="96"/>
                </a:cubicBezTo>
                <a:cubicBezTo>
                  <a:pt x="31" y="96"/>
                  <a:pt x="32" y="95"/>
                  <a:pt x="32" y="94"/>
                </a:cubicBezTo>
                <a:cubicBezTo>
                  <a:pt x="32" y="80"/>
                  <a:pt x="32" y="80"/>
                  <a:pt x="32" y="80"/>
                </a:cubicBezTo>
                <a:cubicBezTo>
                  <a:pt x="48" y="80"/>
                  <a:pt x="48" y="80"/>
                  <a:pt x="48" y="80"/>
                </a:cubicBezTo>
                <a:cubicBezTo>
                  <a:pt x="48" y="94"/>
                  <a:pt x="48" y="94"/>
                  <a:pt x="48" y="94"/>
                </a:cubicBezTo>
                <a:cubicBezTo>
                  <a:pt x="48" y="95"/>
                  <a:pt x="49" y="96"/>
                  <a:pt x="50" y="96"/>
                </a:cubicBezTo>
                <a:cubicBezTo>
                  <a:pt x="51" y="96"/>
                  <a:pt x="52" y="95"/>
                  <a:pt x="52" y="94"/>
                </a:cubicBezTo>
                <a:cubicBezTo>
                  <a:pt x="52" y="80"/>
                  <a:pt x="52" y="80"/>
                  <a:pt x="52" y="80"/>
                </a:cubicBezTo>
                <a:cubicBezTo>
                  <a:pt x="64" y="80"/>
                  <a:pt x="64" y="80"/>
                  <a:pt x="64" y="80"/>
                </a:cubicBezTo>
                <a:cubicBezTo>
                  <a:pt x="64" y="94"/>
                  <a:pt x="64" y="94"/>
                  <a:pt x="64" y="94"/>
                </a:cubicBezTo>
                <a:cubicBezTo>
                  <a:pt x="64" y="95"/>
                  <a:pt x="65" y="96"/>
                  <a:pt x="66" y="96"/>
                </a:cubicBezTo>
                <a:cubicBezTo>
                  <a:pt x="67" y="96"/>
                  <a:pt x="68" y="95"/>
                  <a:pt x="68" y="94"/>
                </a:cubicBezTo>
                <a:cubicBezTo>
                  <a:pt x="68" y="80"/>
                  <a:pt x="68" y="80"/>
                  <a:pt x="68" y="80"/>
                </a:cubicBezTo>
                <a:cubicBezTo>
                  <a:pt x="74" y="80"/>
                  <a:pt x="74" y="80"/>
                  <a:pt x="74" y="80"/>
                </a:cubicBezTo>
                <a:cubicBezTo>
                  <a:pt x="77" y="80"/>
                  <a:pt x="80" y="77"/>
                  <a:pt x="80" y="74"/>
                </a:cubicBezTo>
                <a:cubicBezTo>
                  <a:pt x="80" y="68"/>
                  <a:pt x="80" y="68"/>
                  <a:pt x="80" y="68"/>
                </a:cubicBezTo>
                <a:cubicBezTo>
                  <a:pt x="94" y="68"/>
                  <a:pt x="94" y="68"/>
                  <a:pt x="94" y="68"/>
                </a:cubicBezTo>
                <a:cubicBezTo>
                  <a:pt x="95" y="68"/>
                  <a:pt x="96" y="67"/>
                  <a:pt x="96" y="66"/>
                </a:cubicBezTo>
                <a:cubicBezTo>
                  <a:pt x="96" y="65"/>
                  <a:pt x="95" y="64"/>
                  <a:pt x="94" y="64"/>
                </a:cubicBezTo>
                <a:cubicBezTo>
                  <a:pt x="80" y="64"/>
                  <a:pt x="80" y="64"/>
                  <a:pt x="80" y="64"/>
                </a:cubicBezTo>
                <a:cubicBezTo>
                  <a:pt x="80" y="48"/>
                  <a:pt x="80" y="48"/>
                  <a:pt x="80" y="48"/>
                </a:cubicBezTo>
                <a:lnTo>
                  <a:pt x="94" y="48"/>
                </a:lnTo>
                <a:close/>
                <a:moveTo>
                  <a:pt x="72" y="62"/>
                </a:moveTo>
                <a:cubicBezTo>
                  <a:pt x="72" y="68"/>
                  <a:pt x="68" y="72"/>
                  <a:pt x="62" y="72"/>
                </a:cubicBezTo>
                <a:cubicBezTo>
                  <a:pt x="34" y="72"/>
                  <a:pt x="34" y="72"/>
                  <a:pt x="34" y="72"/>
                </a:cubicBezTo>
                <a:cubicBezTo>
                  <a:pt x="28" y="72"/>
                  <a:pt x="24" y="68"/>
                  <a:pt x="24" y="62"/>
                </a:cubicBezTo>
                <a:cubicBezTo>
                  <a:pt x="24" y="34"/>
                  <a:pt x="24" y="34"/>
                  <a:pt x="24" y="34"/>
                </a:cubicBezTo>
                <a:cubicBezTo>
                  <a:pt x="24" y="28"/>
                  <a:pt x="28" y="24"/>
                  <a:pt x="34" y="24"/>
                </a:cubicBezTo>
                <a:cubicBezTo>
                  <a:pt x="62" y="24"/>
                  <a:pt x="62" y="24"/>
                  <a:pt x="62" y="24"/>
                </a:cubicBezTo>
                <a:cubicBezTo>
                  <a:pt x="68" y="24"/>
                  <a:pt x="72" y="28"/>
                  <a:pt x="72" y="34"/>
                </a:cubicBezTo>
                <a:lnTo>
                  <a:pt x="72" y="6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2E945D0-69D6-DFFD-EBCB-3664E2C7428A}"/>
              </a:ext>
            </a:extLst>
          </p:cNvPr>
          <p:cNvGrpSpPr/>
          <p:nvPr/>
        </p:nvGrpSpPr>
        <p:grpSpPr>
          <a:xfrm>
            <a:off x="5567755" y="2449711"/>
            <a:ext cx="158632" cy="271938"/>
            <a:chOff x="2755901" y="2163763"/>
            <a:chExt cx="211138" cy="361950"/>
          </a:xfrm>
          <a:solidFill>
            <a:schemeClr val="bg1"/>
          </a:solidFill>
        </p:grpSpPr>
        <p:sp>
          <p:nvSpPr>
            <p:cNvPr id="122" name="Rectangle 87">
              <a:extLst>
                <a:ext uri="{FF2B5EF4-FFF2-40B4-BE49-F238E27FC236}">
                  <a16:creationId xmlns:a16="http://schemas.microsoft.com/office/drawing/2014/main" id="{D1FB643D-8AA8-7FB6-B006-3B02BF82C2CA}"/>
                </a:ext>
              </a:extLst>
            </p:cNvPr>
            <p:cNvSpPr>
              <a:spLocks noChangeArrowheads="1"/>
            </p:cNvSpPr>
            <p:nvPr/>
          </p:nvSpPr>
          <p:spPr bwMode="auto">
            <a:xfrm>
              <a:off x="2755901" y="2239963"/>
              <a:ext cx="211138" cy="2095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 name="Freeform 88">
              <a:extLst>
                <a:ext uri="{FF2B5EF4-FFF2-40B4-BE49-F238E27FC236}">
                  <a16:creationId xmlns:a16="http://schemas.microsoft.com/office/drawing/2014/main" id="{ECACAAAC-F1EC-BD1E-3DC9-0E7E23682A91}"/>
                </a:ext>
              </a:extLst>
            </p:cNvPr>
            <p:cNvSpPr>
              <a:spLocks noEditPoints="1"/>
            </p:cNvSpPr>
            <p:nvPr/>
          </p:nvSpPr>
          <p:spPr bwMode="auto">
            <a:xfrm>
              <a:off x="2755901" y="2163763"/>
              <a:ext cx="211138" cy="60325"/>
            </a:xfrm>
            <a:custGeom>
              <a:avLst/>
              <a:gdLst>
                <a:gd name="T0" fmla="*/ 56 w 56"/>
                <a:gd name="T1" fmla="*/ 16 h 16"/>
                <a:gd name="T2" fmla="*/ 56 w 56"/>
                <a:gd name="T3" fmla="*/ 10 h 16"/>
                <a:gd name="T4" fmla="*/ 46 w 56"/>
                <a:gd name="T5" fmla="*/ 0 h 16"/>
                <a:gd name="T6" fmla="*/ 10 w 56"/>
                <a:gd name="T7" fmla="*/ 0 h 16"/>
                <a:gd name="T8" fmla="*/ 0 w 56"/>
                <a:gd name="T9" fmla="*/ 10 h 16"/>
                <a:gd name="T10" fmla="*/ 0 w 56"/>
                <a:gd name="T11" fmla="*/ 16 h 16"/>
                <a:gd name="T12" fmla="*/ 56 w 56"/>
                <a:gd name="T13" fmla="*/ 16 h 16"/>
                <a:gd name="T14" fmla="*/ 28 w 56"/>
                <a:gd name="T15" fmla="*/ 6 h 16"/>
                <a:gd name="T16" fmla="*/ 32 w 56"/>
                <a:gd name="T17" fmla="*/ 10 h 16"/>
                <a:gd name="T18" fmla="*/ 28 w 56"/>
                <a:gd name="T19" fmla="*/ 14 h 16"/>
                <a:gd name="T20" fmla="*/ 24 w 56"/>
                <a:gd name="T21" fmla="*/ 10 h 16"/>
                <a:gd name="T22" fmla="*/ 28 w 56"/>
                <a:gd name="T2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16">
                  <a:moveTo>
                    <a:pt x="56" y="16"/>
                  </a:moveTo>
                  <a:cubicBezTo>
                    <a:pt x="56" y="10"/>
                    <a:pt x="56" y="10"/>
                    <a:pt x="56" y="10"/>
                  </a:cubicBezTo>
                  <a:cubicBezTo>
                    <a:pt x="56" y="4"/>
                    <a:pt x="52" y="0"/>
                    <a:pt x="46" y="0"/>
                  </a:cubicBezTo>
                  <a:cubicBezTo>
                    <a:pt x="10" y="0"/>
                    <a:pt x="10" y="0"/>
                    <a:pt x="10" y="0"/>
                  </a:cubicBezTo>
                  <a:cubicBezTo>
                    <a:pt x="4" y="0"/>
                    <a:pt x="0" y="4"/>
                    <a:pt x="0" y="10"/>
                  </a:cubicBezTo>
                  <a:cubicBezTo>
                    <a:pt x="0" y="16"/>
                    <a:pt x="0" y="16"/>
                    <a:pt x="0" y="16"/>
                  </a:cubicBezTo>
                  <a:lnTo>
                    <a:pt x="56" y="16"/>
                  </a:lnTo>
                  <a:close/>
                  <a:moveTo>
                    <a:pt x="28" y="6"/>
                  </a:moveTo>
                  <a:cubicBezTo>
                    <a:pt x="30" y="6"/>
                    <a:pt x="32" y="8"/>
                    <a:pt x="32" y="10"/>
                  </a:cubicBezTo>
                  <a:cubicBezTo>
                    <a:pt x="32" y="12"/>
                    <a:pt x="30" y="14"/>
                    <a:pt x="28" y="14"/>
                  </a:cubicBezTo>
                  <a:cubicBezTo>
                    <a:pt x="26" y="14"/>
                    <a:pt x="24" y="12"/>
                    <a:pt x="24" y="10"/>
                  </a:cubicBezTo>
                  <a:cubicBezTo>
                    <a:pt x="24" y="8"/>
                    <a:pt x="26" y="6"/>
                    <a:pt x="2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 name="Freeform 89">
              <a:extLst>
                <a:ext uri="{FF2B5EF4-FFF2-40B4-BE49-F238E27FC236}">
                  <a16:creationId xmlns:a16="http://schemas.microsoft.com/office/drawing/2014/main" id="{08BC73A5-AAB2-2374-CF7C-AD94A420E11A}"/>
                </a:ext>
              </a:extLst>
            </p:cNvPr>
            <p:cNvSpPr>
              <a:spLocks noEditPoints="1"/>
            </p:cNvSpPr>
            <p:nvPr/>
          </p:nvSpPr>
          <p:spPr bwMode="auto">
            <a:xfrm>
              <a:off x="2755901" y="2465388"/>
              <a:ext cx="211138" cy="60325"/>
            </a:xfrm>
            <a:custGeom>
              <a:avLst/>
              <a:gdLst>
                <a:gd name="T0" fmla="*/ 0 w 56"/>
                <a:gd name="T1" fmla="*/ 0 h 16"/>
                <a:gd name="T2" fmla="*/ 0 w 56"/>
                <a:gd name="T3" fmla="*/ 6 h 16"/>
                <a:gd name="T4" fmla="*/ 10 w 56"/>
                <a:gd name="T5" fmla="*/ 16 h 16"/>
                <a:gd name="T6" fmla="*/ 46 w 56"/>
                <a:gd name="T7" fmla="*/ 16 h 16"/>
                <a:gd name="T8" fmla="*/ 56 w 56"/>
                <a:gd name="T9" fmla="*/ 6 h 16"/>
                <a:gd name="T10" fmla="*/ 56 w 56"/>
                <a:gd name="T11" fmla="*/ 0 h 16"/>
                <a:gd name="T12" fmla="*/ 0 w 56"/>
                <a:gd name="T13" fmla="*/ 0 h 16"/>
                <a:gd name="T14" fmla="*/ 38 w 56"/>
                <a:gd name="T15" fmla="*/ 8 h 16"/>
                <a:gd name="T16" fmla="*/ 18 w 56"/>
                <a:gd name="T17" fmla="*/ 8 h 16"/>
                <a:gd name="T18" fmla="*/ 16 w 56"/>
                <a:gd name="T19" fmla="*/ 6 h 16"/>
                <a:gd name="T20" fmla="*/ 18 w 56"/>
                <a:gd name="T21" fmla="*/ 4 h 16"/>
                <a:gd name="T22" fmla="*/ 38 w 56"/>
                <a:gd name="T23" fmla="*/ 4 h 16"/>
                <a:gd name="T24" fmla="*/ 40 w 56"/>
                <a:gd name="T25" fmla="*/ 6 h 16"/>
                <a:gd name="T26" fmla="*/ 38 w 56"/>
                <a:gd name="T27"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16">
                  <a:moveTo>
                    <a:pt x="0" y="0"/>
                  </a:moveTo>
                  <a:cubicBezTo>
                    <a:pt x="0" y="6"/>
                    <a:pt x="0" y="6"/>
                    <a:pt x="0" y="6"/>
                  </a:cubicBezTo>
                  <a:cubicBezTo>
                    <a:pt x="0" y="12"/>
                    <a:pt x="4" y="16"/>
                    <a:pt x="10" y="16"/>
                  </a:cubicBezTo>
                  <a:cubicBezTo>
                    <a:pt x="46" y="16"/>
                    <a:pt x="46" y="16"/>
                    <a:pt x="46" y="16"/>
                  </a:cubicBezTo>
                  <a:cubicBezTo>
                    <a:pt x="52" y="16"/>
                    <a:pt x="56" y="12"/>
                    <a:pt x="56" y="6"/>
                  </a:cubicBezTo>
                  <a:cubicBezTo>
                    <a:pt x="56" y="0"/>
                    <a:pt x="56" y="0"/>
                    <a:pt x="56" y="0"/>
                  </a:cubicBezTo>
                  <a:lnTo>
                    <a:pt x="0" y="0"/>
                  </a:lnTo>
                  <a:close/>
                  <a:moveTo>
                    <a:pt x="38" y="8"/>
                  </a:moveTo>
                  <a:cubicBezTo>
                    <a:pt x="18" y="8"/>
                    <a:pt x="18" y="8"/>
                    <a:pt x="18" y="8"/>
                  </a:cubicBezTo>
                  <a:cubicBezTo>
                    <a:pt x="17" y="8"/>
                    <a:pt x="16" y="7"/>
                    <a:pt x="16" y="6"/>
                  </a:cubicBezTo>
                  <a:cubicBezTo>
                    <a:pt x="16" y="5"/>
                    <a:pt x="17" y="4"/>
                    <a:pt x="18" y="4"/>
                  </a:cubicBezTo>
                  <a:cubicBezTo>
                    <a:pt x="38" y="4"/>
                    <a:pt x="38" y="4"/>
                    <a:pt x="38" y="4"/>
                  </a:cubicBezTo>
                  <a:cubicBezTo>
                    <a:pt x="39" y="4"/>
                    <a:pt x="40" y="5"/>
                    <a:pt x="40" y="6"/>
                  </a:cubicBezTo>
                  <a:cubicBezTo>
                    <a:pt x="40" y="7"/>
                    <a:pt x="39" y="8"/>
                    <a:pt x="3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 name="Group 124">
            <a:extLst>
              <a:ext uri="{FF2B5EF4-FFF2-40B4-BE49-F238E27FC236}">
                <a16:creationId xmlns:a16="http://schemas.microsoft.com/office/drawing/2014/main" id="{DA5A02CF-492F-5EC1-202E-C52BA5048C86}"/>
              </a:ext>
            </a:extLst>
          </p:cNvPr>
          <p:cNvGrpSpPr/>
          <p:nvPr/>
        </p:nvGrpSpPr>
        <p:grpSpPr>
          <a:xfrm>
            <a:off x="6459883" y="4774102"/>
            <a:ext cx="270745" cy="273132"/>
            <a:chOff x="4862513" y="2882900"/>
            <a:chExt cx="360362" cy="363538"/>
          </a:xfrm>
          <a:solidFill>
            <a:schemeClr val="bg1"/>
          </a:solidFill>
        </p:grpSpPr>
        <p:sp>
          <p:nvSpPr>
            <p:cNvPr id="126" name="Freeform 96">
              <a:extLst>
                <a:ext uri="{FF2B5EF4-FFF2-40B4-BE49-F238E27FC236}">
                  <a16:creationId xmlns:a16="http://schemas.microsoft.com/office/drawing/2014/main" id="{7A41697C-16D0-85FA-CE0D-41F856043AEC}"/>
                </a:ext>
              </a:extLst>
            </p:cNvPr>
            <p:cNvSpPr>
              <a:spLocks noEditPoints="1"/>
            </p:cNvSpPr>
            <p:nvPr/>
          </p:nvSpPr>
          <p:spPr bwMode="auto">
            <a:xfrm>
              <a:off x="4862513" y="2882900"/>
              <a:ext cx="255588" cy="333375"/>
            </a:xfrm>
            <a:custGeom>
              <a:avLst/>
              <a:gdLst>
                <a:gd name="T0" fmla="*/ 60 w 68"/>
                <a:gd name="T1" fmla="*/ 78 h 88"/>
                <a:gd name="T2" fmla="*/ 56 w 68"/>
                <a:gd name="T3" fmla="*/ 72 h 88"/>
                <a:gd name="T4" fmla="*/ 8 w 68"/>
                <a:gd name="T5" fmla="*/ 72 h 88"/>
                <a:gd name="T6" fmla="*/ 8 w 68"/>
                <a:gd name="T7" fmla="*/ 8 h 88"/>
                <a:gd name="T8" fmla="*/ 60 w 68"/>
                <a:gd name="T9" fmla="*/ 8 h 88"/>
                <a:gd name="T10" fmla="*/ 60 w 68"/>
                <a:gd name="T11" fmla="*/ 50 h 88"/>
                <a:gd name="T12" fmla="*/ 60 w 68"/>
                <a:gd name="T13" fmla="*/ 50 h 88"/>
                <a:gd name="T14" fmla="*/ 67 w 68"/>
                <a:gd name="T15" fmla="*/ 53 h 88"/>
                <a:gd name="T16" fmla="*/ 67 w 68"/>
                <a:gd name="T17" fmla="*/ 53 h 88"/>
                <a:gd name="T18" fmla="*/ 68 w 68"/>
                <a:gd name="T19" fmla="*/ 54 h 88"/>
                <a:gd name="T20" fmla="*/ 68 w 68"/>
                <a:gd name="T21" fmla="*/ 26 h 88"/>
                <a:gd name="T22" fmla="*/ 68 w 68"/>
                <a:gd name="T23" fmla="*/ 8 h 88"/>
                <a:gd name="T24" fmla="*/ 60 w 68"/>
                <a:gd name="T25" fmla="*/ 0 h 88"/>
                <a:gd name="T26" fmla="*/ 8 w 68"/>
                <a:gd name="T27" fmla="*/ 0 h 88"/>
                <a:gd name="T28" fmla="*/ 0 w 68"/>
                <a:gd name="T29" fmla="*/ 8 h 88"/>
                <a:gd name="T30" fmla="*/ 0 w 68"/>
                <a:gd name="T31" fmla="*/ 80 h 88"/>
                <a:gd name="T32" fmla="*/ 8 w 68"/>
                <a:gd name="T33" fmla="*/ 88 h 88"/>
                <a:gd name="T34" fmla="*/ 8 w 68"/>
                <a:gd name="T35" fmla="*/ 88 h 88"/>
                <a:gd name="T36" fmla="*/ 63 w 68"/>
                <a:gd name="T37" fmla="*/ 88 h 88"/>
                <a:gd name="T38" fmla="*/ 60 w 68"/>
                <a:gd name="T39" fmla="*/ 80 h 88"/>
                <a:gd name="T40" fmla="*/ 60 w 68"/>
                <a:gd name="T41" fmla="*/ 78 h 88"/>
                <a:gd name="T42" fmla="*/ 20 w 68"/>
                <a:gd name="T43" fmla="*/ 80 h 88"/>
                <a:gd name="T44" fmla="*/ 18 w 68"/>
                <a:gd name="T45" fmla="*/ 78 h 88"/>
                <a:gd name="T46" fmla="*/ 20 w 68"/>
                <a:gd name="T47" fmla="*/ 76 h 88"/>
                <a:gd name="T48" fmla="*/ 22 w 68"/>
                <a:gd name="T49" fmla="*/ 78 h 88"/>
                <a:gd name="T50" fmla="*/ 20 w 68"/>
                <a:gd name="T51" fmla="*/ 80 h 88"/>
                <a:gd name="T52" fmla="*/ 38 w 68"/>
                <a:gd name="T53" fmla="*/ 80 h 88"/>
                <a:gd name="T54" fmla="*/ 26 w 68"/>
                <a:gd name="T55" fmla="*/ 80 h 88"/>
                <a:gd name="T56" fmla="*/ 26 w 68"/>
                <a:gd name="T57" fmla="*/ 76 h 88"/>
                <a:gd name="T58" fmla="*/ 38 w 68"/>
                <a:gd name="T59" fmla="*/ 76 h 88"/>
                <a:gd name="T60" fmla="*/ 38 w 68"/>
                <a:gd name="T61" fmla="*/ 80 h 88"/>
                <a:gd name="T62" fmla="*/ 44 w 68"/>
                <a:gd name="T63" fmla="*/ 80 h 88"/>
                <a:gd name="T64" fmla="*/ 42 w 68"/>
                <a:gd name="T65" fmla="*/ 78 h 88"/>
                <a:gd name="T66" fmla="*/ 44 w 68"/>
                <a:gd name="T67" fmla="*/ 76 h 88"/>
                <a:gd name="T68" fmla="*/ 46 w 68"/>
                <a:gd name="T69" fmla="*/ 78 h 88"/>
                <a:gd name="T70" fmla="*/ 44 w 68"/>
                <a:gd name="T71"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8" h="88">
                  <a:moveTo>
                    <a:pt x="60" y="78"/>
                  </a:moveTo>
                  <a:cubicBezTo>
                    <a:pt x="56" y="72"/>
                    <a:pt x="56" y="72"/>
                    <a:pt x="56" y="72"/>
                  </a:cubicBezTo>
                  <a:cubicBezTo>
                    <a:pt x="8" y="72"/>
                    <a:pt x="8" y="72"/>
                    <a:pt x="8" y="72"/>
                  </a:cubicBezTo>
                  <a:cubicBezTo>
                    <a:pt x="8" y="8"/>
                    <a:pt x="8" y="8"/>
                    <a:pt x="8" y="8"/>
                  </a:cubicBezTo>
                  <a:cubicBezTo>
                    <a:pt x="60" y="8"/>
                    <a:pt x="60" y="8"/>
                    <a:pt x="60" y="8"/>
                  </a:cubicBezTo>
                  <a:cubicBezTo>
                    <a:pt x="60" y="50"/>
                    <a:pt x="60" y="50"/>
                    <a:pt x="60" y="50"/>
                  </a:cubicBezTo>
                  <a:cubicBezTo>
                    <a:pt x="60" y="50"/>
                    <a:pt x="60" y="50"/>
                    <a:pt x="60" y="50"/>
                  </a:cubicBezTo>
                  <a:cubicBezTo>
                    <a:pt x="63" y="50"/>
                    <a:pt x="65" y="51"/>
                    <a:pt x="67" y="53"/>
                  </a:cubicBezTo>
                  <a:cubicBezTo>
                    <a:pt x="67" y="53"/>
                    <a:pt x="67" y="53"/>
                    <a:pt x="67" y="53"/>
                  </a:cubicBezTo>
                  <a:cubicBezTo>
                    <a:pt x="68" y="54"/>
                    <a:pt x="68" y="54"/>
                    <a:pt x="68" y="54"/>
                  </a:cubicBezTo>
                  <a:cubicBezTo>
                    <a:pt x="68" y="26"/>
                    <a:pt x="68" y="26"/>
                    <a:pt x="68" y="26"/>
                  </a:cubicBezTo>
                  <a:cubicBezTo>
                    <a:pt x="68" y="8"/>
                    <a:pt x="68" y="8"/>
                    <a:pt x="68" y="8"/>
                  </a:cubicBezTo>
                  <a:cubicBezTo>
                    <a:pt x="68" y="4"/>
                    <a:pt x="64" y="0"/>
                    <a:pt x="60" y="0"/>
                  </a:cubicBezTo>
                  <a:cubicBezTo>
                    <a:pt x="8" y="0"/>
                    <a:pt x="8" y="0"/>
                    <a:pt x="8" y="0"/>
                  </a:cubicBezTo>
                  <a:cubicBezTo>
                    <a:pt x="4" y="0"/>
                    <a:pt x="0" y="4"/>
                    <a:pt x="0" y="8"/>
                  </a:cubicBezTo>
                  <a:cubicBezTo>
                    <a:pt x="0" y="80"/>
                    <a:pt x="0" y="80"/>
                    <a:pt x="0" y="80"/>
                  </a:cubicBezTo>
                  <a:cubicBezTo>
                    <a:pt x="0" y="84"/>
                    <a:pt x="4" y="88"/>
                    <a:pt x="8" y="88"/>
                  </a:cubicBezTo>
                  <a:cubicBezTo>
                    <a:pt x="8" y="88"/>
                    <a:pt x="8" y="88"/>
                    <a:pt x="8" y="88"/>
                  </a:cubicBezTo>
                  <a:cubicBezTo>
                    <a:pt x="63" y="88"/>
                    <a:pt x="63" y="88"/>
                    <a:pt x="63" y="88"/>
                  </a:cubicBezTo>
                  <a:cubicBezTo>
                    <a:pt x="61" y="85"/>
                    <a:pt x="60" y="82"/>
                    <a:pt x="60" y="80"/>
                  </a:cubicBezTo>
                  <a:lnTo>
                    <a:pt x="60" y="78"/>
                  </a:lnTo>
                  <a:close/>
                  <a:moveTo>
                    <a:pt x="20" y="80"/>
                  </a:moveTo>
                  <a:cubicBezTo>
                    <a:pt x="19" y="80"/>
                    <a:pt x="18" y="79"/>
                    <a:pt x="18" y="78"/>
                  </a:cubicBezTo>
                  <a:cubicBezTo>
                    <a:pt x="18" y="77"/>
                    <a:pt x="19" y="76"/>
                    <a:pt x="20" y="76"/>
                  </a:cubicBezTo>
                  <a:cubicBezTo>
                    <a:pt x="21" y="76"/>
                    <a:pt x="22" y="77"/>
                    <a:pt x="22" y="78"/>
                  </a:cubicBezTo>
                  <a:cubicBezTo>
                    <a:pt x="22" y="79"/>
                    <a:pt x="21" y="80"/>
                    <a:pt x="20" y="80"/>
                  </a:cubicBezTo>
                  <a:close/>
                  <a:moveTo>
                    <a:pt x="38" y="80"/>
                  </a:moveTo>
                  <a:cubicBezTo>
                    <a:pt x="26" y="80"/>
                    <a:pt x="26" y="80"/>
                    <a:pt x="26" y="80"/>
                  </a:cubicBezTo>
                  <a:cubicBezTo>
                    <a:pt x="26" y="76"/>
                    <a:pt x="26" y="76"/>
                    <a:pt x="26" y="76"/>
                  </a:cubicBezTo>
                  <a:cubicBezTo>
                    <a:pt x="38" y="76"/>
                    <a:pt x="38" y="76"/>
                    <a:pt x="38" y="76"/>
                  </a:cubicBezTo>
                  <a:lnTo>
                    <a:pt x="38" y="80"/>
                  </a:lnTo>
                  <a:close/>
                  <a:moveTo>
                    <a:pt x="44" y="80"/>
                  </a:moveTo>
                  <a:cubicBezTo>
                    <a:pt x="43" y="80"/>
                    <a:pt x="42" y="79"/>
                    <a:pt x="42" y="78"/>
                  </a:cubicBezTo>
                  <a:cubicBezTo>
                    <a:pt x="42" y="77"/>
                    <a:pt x="43" y="76"/>
                    <a:pt x="44" y="76"/>
                  </a:cubicBezTo>
                  <a:cubicBezTo>
                    <a:pt x="45" y="76"/>
                    <a:pt x="46" y="77"/>
                    <a:pt x="46" y="78"/>
                  </a:cubicBezTo>
                  <a:cubicBezTo>
                    <a:pt x="46" y="79"/>
                    <a:pt x="45" y="80"/>
                    <a:pt x="44"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 name="Freeform 97">
              <a:extLst>
                <a:ext uri="{FF2B5EF4-FFF2-40B4-BE49-F238E27FC236}">
                  <a16:creationId xmlns:a16="http://schemas.microsoft.com/office/drawing/2014/main" id="{A2509581-B75E-6EE3-0135-C5DEAFDD6F00}"/>
                </a:ext>
              </a:extLst>
            </p:cNvPr>
            <p:cNvSpPr>
              <a:spLocks/>
            </p:cNvSpPr>
            <p:nvPr/>
          </p:nvSpPr>
          <p:spPr bwMode="auto">
            <a:xfrm>
              <a:off x="5060950" y="3005138"/>
              <a:ext cx="161925" cy="241300"/>
            </a:xfrm>
            <a:custGeom>
              <a:avLst/>
              <a:gdLst>
                <a:gd name="T0" fmla="*/ 42 w 43"/>
                <a:gd name="T1" fmla="*/ 61 h 64"/>
                <a:gd name="T2" fmla="*/ 31 w 43"/>
                <a:gd name="T3" fmla="*/ 46 h 64"/>
                <a:gd name="T4" fmla="*/ 31 w 43"/>
                <a:gd name="T5" fmla="*/ 46 h 64"/>
                <a:gd name="T6" fmla="*/ 31 w 43"/>
                <a:gd name="T7" fmla="*/ 45 h 64"/>
                <a:gd name="T8" fmla="*/ 31 w 43"/>
                <a:gd name="T9" fmla="*/ 45 h 64"/>
                <a:gd name="T10" fmla="*/ 31 w 43"/>
                <a:gd name="T11" fmla="*/ 18 h 64"/>
                <a:gd name="T12" fmla="*/ 22 w 43"/>
                <a:gd name="T13" fmla="*/ 1 h 64"/>
                <a:gd name="T14" fmla="*/ 22 w 43"/>
                <a:gd name="T15" fmla="*/ 1 h 64"/>
                <a:gd name="T16" fmla="*/ 20 w 43"/>
                <a:gd name="T17" fmla="*/ 0 h 64"/>
                <a:gd name="T18" fmla="*/ 19 w 43"/>
                <a:gd name="T19" fmla="*/ 2 h 64"/>
                <a:gd name="T20" fmla="*/ 19 w 43"/>
                <a:gd name="T21" fmla="*/ 27 h 64"/>
                <a:gd name="T22" fmla="*/ 19 w 43"/>
                <a:gd name="T23" fmla="*/ 33 h 64"/>
                <a:gd name="T24" fmla="*/ 15 w 43"/>
                <a:gd name="T25" fmla="*/ 28 h 64"/>
                <a:gd name="T26" fmla="*/ 15 w 43"/>
                <a:gd name="T27" fmla="*/ 28 h 64"/>
                <a:gd name="T28" fmla="*/ 11 w 43"/>
                <a:gd name="T29" fmla="*/ 24 h 64"/>
                <a:gd name="T30" fmla="*/ 3 w 43"/>
                <a:gd name="T31" fmla="*/ 24 h 64"/>
                <a:gd name="T32" fmla="*/ 2 w 43"/>
                <a:gd name="T33" fmla="*/ 32 h 64"/>
                <a:gd name="T34" fmla="*/ 7 w 43"/>
                <a:gd name="T35" fmla="*/ 39 h 64"/>
                <a:gd name="T36" fmla="*/ 7 w 43"/>
                <a:gd name="T37" fmla="*/ 39 h 64"/>
                <a:gd name="T38" fmla="*/ 11 w 43"/>
                <a:gd name="T39" fmla="*/ 44 h 64"/>
                <a:gd name="T40" fmla="*/ 11 w 43"/>
                <a:gd name="T41" fmla="*/ 45 h 64"/>
                <a:gd name="T42" fmla="*/ 11 w 43"/>
                <a:gd name="T43" fmla="*/ 48 h 64"/>
                <a:gd name="T44" fmla="*/ 14 w 43"/>
                <a:gd name="T45" fmla="*/ 56 h 64"/>
                <a:gd name="T46" fmla="*/ 14 w 43"/>
                <a:gd name="T47" fmla="*/ 56 h 64"/>
                <a:gd name="T48" fmla="*/ 19 w 43"/>
                <a:gd name="T49" fmla="*/ 63 h 64"/>
                <a:gd name="T50" fmla="*/ 21 w 43"/>
                <a:gd name="T51" fmla="*/ 64 h 64"/>
                <a:gd name="T52" fmla="*/ 41 w 43"/>
                <a:gd name="T53" fmla="*/ 64 h 64"/>
                <a:gd name="T54" fmla="*/ 41 w 43"/>
                <a:gd name="T55" fmla="*/ 64 h 64"/>
                <a:gd name="T56" fmla="*/ 43 w 43"/>
                <a:gd name="T57" fmla="*/ 62 h 64"/>
                <a:gd name="T58" fmla="*/ 42 w 43"/>
                <a:gd name="T59"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64">
                  <a:moveTo>
                    <a:pt x="42" y="61"/>
                  </a:moveTo>
                  <a:cubicBezTo>
                    <a:pt x="35" y="51"/>
                    <a:pt x="38" y="55"/>
                    <a:pt x="31" y="46"/>
                  </a:cubicBezTo>
                  <a:cubicBezTo>
                    <a:pt x="31" y="46"/>
                    <a:pt x="31" y="46"/>
                    <a:pt x="31" y="46"/>
                  </a:cubicBezTo>
                  <a:cubicBezTo>
                    <a:pt x="31" y="45"/>
                    <a:pt x="31" y="45"/>
                    <a:pt x="31" y="45"/>
                  </a:cubicBezTo>
                  <a:cubicBezTo>
                    <a:pt x="31" y="45"/>
                    <a:pt x="31" y="45"/>
                    <a:pt x="31" y="45"/>
                  </a:cubicBezTo>
                  <a:cubicBezTo>
                    <a:pt x="31" y="18"/>
                    <a:pt x="31" y="18"/>
                    <a:pt x="31" y="18"/>
                  </a:cubicBezTo>
                  <a:cubicBezTo>
                    <a:pt x="31" y="11"/>
                    <a:pt x="30" y="8"/>
                    <a:pt x="22" y="1"/>
                  </a:cubicBezTo>
                  <a:cubicBezTo>
                    <a:pt x="22" y="1"/>
                    <a:pt x="22" y="1"/>
                    <a:pt x="22" y="1"/>
                  </a:cubicBezTo>
                  <a:cubicBezTo>
                    <a:pt x="22" y="0"/>
                    <a:pt x="21" y="0"/>
                    <a:pt x="20" y="0"/>
                  </a:cubicBezTo>
                  <a:cubicBezTo>
                    <a:pt x="19" y="1"/>
                    <a:pt x="19" y="1"/>
                    <a:pt x="19" y="2"/>
                  </a:cubicBezTo>
                  <a:cubicBezTo>
                    <a:pt x="19" y="27"/>
                    <a:pt x="19" y="27"/>
                    <a:pt x="19" y="27"/>
                  </a:cubicBezTo>
                  <a:cubicBezTo>
                    <a:pt x="19" y="33"/>
                    <a:pt x="19" y="33"/>
                    <a:pt x="19" y="33"/>
                  </a:cubicBezTo>
                  <a:cubicBezTo>
                    <a:pt x="15" y="28"/>
                    <a:pt x="15" y="28"/>
                    <a:pt x="15" y="28"/>
                  </a:cubicBezTo>
                  <a:cubicBezTo>
                    <a:pt x="15" y="28"/>
                    <a:pt x="15" y="28"/>
                    <a:pt x="15" y="28"/>
                  </a:cubicBezTo>
                  <a:cubicBezTo>
                    <a:pt x="11" y="24"/>
                    <a:pt x="11" y="24"/>
                    <a:pt x="11" y="24"/>
                  </a:cubicBezTo>
                  <a:cubicBezTo>
                    <a:pt x="9" y="21"/>
                    <a:pt x="5" y="21"/>
                    <a:pt x="3" y="24"/>
                  </a:cubicBezTo>
                  <a:cubicBezTo>
                    <a:pt x="0" y="26"/>
                    <a:pt x="1" y="30"/>
                    <a:pt x="2" y="32"/>
                  </a:cubicBezTo>
                  <a:cubicBezTo>
                    <a:pt x="7" y="39"/>
                    <a:pt x="7" y="39"/>
                    <a:pt x="7" y="39"/>
                  </a:cubicBezTo>
                  <a:cubicBezTo>
                    <a:pt x="7" y="39"/>
                    <a:pt x="7" y="39"/>
                    <a:pt x="7" y="39"/>
                  </a:cubicBezTo>
                  <a:cubicBezTo>
                    <a:pt x="11" y="44"/>
                    <a:pt x="11" y="44"/>
                    <a:pt x="11" y="44"/>
                  </a:cubicBezTo>
                  <a:cubicBezTo>
                    <a:pt x="11" y="44"/>
                    <a:pt x="11" y="45"/>
                    <a:pt x="11" y="45"/>
                  </a:cubicBezTo>
                  <a:cubicBezTo>
                    <a:pt x="11" y="48"/>
                    <a:pt x="11" y="48"/>
                    <a:pt x="11" y="48"/>
                  </a:cubicBezTo>
                  <a:cubicBezTo>
                    <a:pt x="11" y="50"/>
                    <a:pt x="12" y="53"/>
                    <a:pt x="14" y="56"/>
                  </a:cubicBezTo>
                  <a:cubicBezTo>
                    <a:pt x="14" y="56"/>
                    <a:pt x="14" y="56"/>
                    <a:pt x="14" y="56"/>
                  </a:cubicBezTo>
                  <a:cubicBezTo>
                    <a:pt x="16" y="59"/>
                    <a:pt x="18" y="61"/>
                    <a:pt x="19" y="63"/>
                  </a:cubicBezTo>
                  <a:cubicBezTo>
                    <a:pt x="20" y="64"/>
                    <a:pt x="20" y="64"/>
                    <a:pt x="21" y="64"/>
                  </a:cubicBezTo>
                  <a:cubicBezTo>
                    <a:pt x="41" y="64"/>
                    <a:pt x="41" y="64"/>
                    <a:pt x="41" y="64"/>
                  </a:cubicBezTo>
                  <a:cubicBezTo>
                    <a:pt x="41" y="64"/>
                    <a:pt x="41" y="64"/>
                    <a:pt x="41" y="64"/>
                  </a:cubicBezTo>
                  <a:cubicBezTo>
                    <a:pt x="42" y="64"/>
                    <a:pt x="43" y="63"/>
                    <a:pt x="43" y="62"/>
                  </a:cubicBezTo>
                  <a:cubicBezTo>
                    <a:pt x="43" y="61"/>
                    <a:pt x="43" y="61"/>
                    <a:pt x="42"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 name="Rectangle 98">
              <a:extLst>
                <a:ext uri="{FF2B5EF4-FFF2-40B4-BE49-F238E27FC236}">
                  <a16:creationId xmlns:a16="http://schemas.microsoft.com/office/drawing/2014/main" id="{8A346439-9BCD-5F71-49CA-CF709949BDD6}"/>
                </a:ext>
              </a:extLst>
            </p:cNvPr>
            <p:cNvSpPr>
              <a:spLocks noChangeArrowheads="1"/>
            </p:cNvSpPr>
            <p:nvPr/>
          </p:nvSpPr>
          <p:spPr bwMode="auto">
            <a:xfrm>
              <a:off x="4937125" y="3079750"/>
              <a:ext cx="1047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 name="Rectangle 99">
              <a:extLst>
                <a:ext uri="{FF2B5EF4-FFF2-40B4-BE49-F238E27FC236}">
                  <a16:creationId xmlns:a16="http://schemas.microsoft.com/office/drawing/2014/main" id="{F0E2025B-8127-D198-6EFA-09E8851DEC69}"/>
                </a:ext>
              </a:extLst>
            </p:cNvPr>
            <p:cNvSpPr>
              <a:spLocks noChangeArrowheads="1"/>
            </p:cNvSpPr>
            <p:nvPr/>
          </p:nvSpPr>
          <p:spPr bwMode="auto">
            <a:xfrm>
              <a:off x="4937125" y="3049588"/>
              <a:ext cx="1047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 name="Rectangle 100">
              <a:extLst>
                <a:ext uri="{FF2B5EF4-FFF2-40B4-BE49-F238E27FC236}">
                  <a16:creationId xmlns:a16="http://schemas.microsoft.com/office/drawing/2014/main" id="{D1CA9D9C-6760-7F31-85AE-FDA4DE9E3479}"/>
                </a:ext>
              </a:extLst>
            </p:cNvPr>
            <p:cNvSpPr>
              <a:spLocks noChangeArrowheads="1"/>
            </p:cNvSpPr>
            <p:nvPr/>
          </p:nvSpPr>
          <p:spPr bwMode="auto">
            <a:xfrm>
              <a:off x="4937125" y="3019425"/>
              <a:ext cx="1047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 name="Rectangle 101">
              <a:extLst>
                <a:ext uri="{FF2B5EF4-FFF2-40B4-BE49-F238E27FC236}">
                  <a16:creationId xmlns:a16="http://schemas.microsoft.com/office/drawing/2014/main" id="{F4231D74-67E0-DE14-DADD-1A0ACEE97789}"/>
                </a:ext>
              </a:extLst>
            </p:cNvPr>
            <p:cNvSpPr>
              <a:spLocks noChangeArrowheads="1"/>
            </p:cNvSpPr>
            <p:nvPr/>
          </p:nvSpPr>
          <p:spPr bwMode="auto">
            <a:xfrm>
              <a:off x="4937125" y="2989263"/>
              <a:ext cx="104775"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 name="Rectangle 102">
              <a:extLst>
                <a:ext uri="{FF2B5EF4-FFF2-40B4-BE49-F238E27FC236}">
                  <a16:creationId xmlns:a16="http://schemas.microsoft.com/office/drawing/2014/main" id="{0982EE04-4518-75D1-EF72-599A4AABF6DF}"/>
                </a:ext>
              </a:extLst>
            </p:cNvPr>
            <p:cNvSpPr>
              <a:spLocks noChangeArrowheads="1"/>
            </p:cNvSpPr>
            <p:nvPr/>
          </p:nvSpPr>
          <p:spPr bwMode="auto">
            <a:xfrm>
              <a:off x="4937125" y="2959100"/>
              <a:ext cx="603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75BA8210-CC50-FD79-94EB-7E86AE5F1957}"/>
              </a:ext>
            </a:extLst>
          </p:cNvPr>
          <p:cNvGrpSpPr/>
          <p:nvPr/>
        </p:nvGrpSpPr>
        <p:grpSpPr>
          <a:xfrm>
            <a:off x="4745604" y="3456205"/>
            <a:ext cx="262396" cy="258329"/>
            <a:chOff x="2706688" y="2909888"/>
            <a:chExt cx="349250" cy="284162"/>
          </a:xfrm>
          <a:solidFill>
            <a:schemeClr val="bg1"/>
          </a:solidFill>
        </p:grpSpPr>
        <p:sp>
          <p:nvSpPr>
            <p:cNvPr id="134" name="Freeform 159">
              <a:extLst>
                <a:ext uri="{FF2B5EF4-FFF2-40B4-BE49-F238E27FC236}">
                  <a16:creationId xmlns:a16="http://schemas.microsoft.com/office/drawing/2014/main" id="{E71459F9-2008-3995-52C8-F140C935EB12}"/>
                </a:ext>
              </a:extLst>
            </p:cNvPr>
            <p:cNvSpPr>
              <a:spLocks/>
            </p:cNvSpPr>
            <p:nvPr/>
          </p:nvSpPr>
          <p:spPr bwMode="auto">
            <a:xfrm>
              <a:off x="2773363" y="3095625"/>
              <a:ext cx="46038" cy="30163"/>
            </a:xfrm>
            <a:custGeom>
              <a:avLst/>
              <a:gdLst>
                <a:gd name="T0" fmla="*/ 29 w 29"/>
                <a:gd name="T1" fmla="*/ 0 h 19"/>
                <a:gd name="T2" fmla="*/ 19 w 29"/>
                <a:gd name="T3" fmla="*/ 0 h 19"/>
                <a:gd name="T4" fmla="*/ 10 w 29"/>
                <a:gd name="T5" fmla="*/ 0 h 19"/>
                <a:gd name="T6" fmla="*/ 0 w 29"/>
                <a:gd name="T7" fmla="*/ 0 h 19"/>
                <a:gd name="T8" fmla="*/ 0 w 29"/>
                <a:gd name="T9" fmla="*/ 19 h 19"/>
                <a:gd name="T10" fmla="*/ 10 w 29"/>
                <a:gd name="T11" fmla="*/ 19 h 19"/>
                <a:gd name="T12" fmla="*/ 19 w 29"/>
                <a:gd name="T13" fmla="*/ 19 h 19"/>
                <a:gd name="T14" fmla="*/ 29 w 29"/>
                <a:gd name="T15" fmla="*/ 19 h 19"/>
                <a:gd name="T16" fmla="*/ 29 w 29"/>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9">
                  <a:moveTo>
                    <a:pt x="29" y="0"/>
                  </a:moveTo>
                  <a:lnTo>
                    <a:pt x="19" y="0"/>
                  </a:lnTo>
                  <a:lnTo>
                    <a:pt x="10" y="0"/>
                  </a:lnTo>
                  <a:lnTo>
                    <a:pt x="0" y="0"/>
                  </a:lnTo>
                  <a:lnTo>
                    <a:pt x="0" y="19"/>
                  </a:lnTo>
                  <a:lnTo>
                    <a:pt x="10" y="19"/>
                  </a:lnTo>
                  <a:lnTo>
                    <a:pt x="19" y="19"/>
                  </a:lnTo>
                  <a:lnTo>
                    <a:pt x="29" y="19"/>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 name="Rectangle 160">
              <a:extLst>
                <a:ext uri="{FF2B5EF4-FFF2-40B4-BE49-F238E27FC236}">
                  <a16:creationId xmlns:a16="http://schemas.microsoft.com/office/drawing/2014/main" id="{5199ECDA-F40A-8EB7-5D3D-955645B3E91C}"/>
                </a:ext>
              </a:extLst>
            </p:cNvPr>
            <p:cNvSpPr>
              <a:spLocks noChangeArrowheads="1"/>
            </p:cNvSpPr>
            <p:nvPr/>
          </p:nvSpPr>
          <p:spPr bwMode="auto">
            <a:xfrm>
              <a:off x="2789238" y="3141663"/>
              <a:ext cx="142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 name="Freeform 161">
              <a:extLst>
                <a:ext uri="{FF2B5EF4-FFF2-40B4-BE49-F238E27FC236}">
                  <a16:creationId xmlns:a16="http://schemas.microsoft.com/office/drawing/2014/main" id="{29A50383-73DA-5656-778F-48BBFC874801}"/>
                </a:ext>
              </a:extLst>
            </p:cNvPr>
            <p:cNvSpPr>
              <a:spLocks/>
            </p:cNvSpPr>
            <p:nvPr/>
          </p:nvSpPr>
          <p:spPr bwMode="auto">
            <a:xfrm>
              <a:off x="2819400" y="3041650"/>
              <a:ext cx="236538" cy="152400"/>
            </a:xfrm>
            <a:custGeom>
              <a:avLst/>
              <a:gdLst>
                <a:gd name="T0" fmla="*/ 59 w 63"/>
                <a:gd name="T1" fmla="*/ 16 h 40"/>
                <a:gd name="T2" fmla="*/ 55 w 63"/>
                <a:gd name="T3" fmla="*/ 16 h 40"/>
                <a:gd name="T4" fmla="*/ 55 w 63"/>
                <a:gd name="T5" fmla="*/ 8 h 40"/>
                <a:gd name="T6" fmla="*/ 47 w 63"/>
                <a:gd name="T7" fmla="*/ 8 h 40"/>
                <a:gd name="T8" fmla="*/ 47 w 63"/>
                <a:gd name="T9" fmla="*/ 0 h 40"/>
                <a:gd name="T10" fmla="*/ 36 w 63"/>
                <a:gd name="T11" fmla="*/ 0 h 40"/>
                <a:gd name="T12" fmla="*/ 28 w 63"/>
                <a:gd name="T13" fmla="*/ 0 h 40"/>
                <a:gd name="T14" fmla="*/ 23 w 63"/>
                <a:gd name="T15" fmla="*/ 0 h 40"/>
                <a:gd name="T16" fmla="*/ 6 w 63"/>
                <a:gd name="T17" fmla="*/ 4 h 40"/>
                <a:gd name="T18" fmla="*/ 0 w 63"/>
                <a:gd name="T19" fmla="*/ 4 h 40"/>
                <a:gd name="T20" fmla="*/ 0 w 63"/>
                <a:gd name="T21" fmla="*/ 10 h 40"/>
                <a:gd name="T22" fmla="*/ 2 w 63"/>
                <a:gd name="T23" fmla="*/ 10 h 40"/>
                <a:gd name="T24" fmla="*/ 4 w 63"/>
                <a:gd name="T25" fmla="*/ 12 h 40"/>
                <a:gd name="T26" fmla="*/ 4 w 63"/>
                <a:gd name="T27" fmla="*/ 24 h 40"/>
                <a:gd name="T28" fmla="*/ 2 w 63"/>
                <a:gd name="T29" fmla="*/ 26 h 40"/>
                <a:gd name="T30" fmla="*/ 0 w 63"/>
                <a:gd name="T31" fmla="*/ 26 h 40"/>
                <a:gd name="T32" fmla="*/ 0 w 63"/>
                <a:gd name="T33" fmla="*/ 32 h 40"/>
                <a:gd name="T34" fmla="*/ 6 w 63"/>
                <a:gd name="T35" fmla="*/ 32 h 40"/>
                <a:gd name="T36" fmla="*/ 23 w 63"/>
                <a:gd name="T37" fmla="*/ 40 h 40"/>
                <a:gd name="T38" fmla="*/ 35 w 63"/>
                <a:gd name="T39" fmla="*/ 40 h 40"/>
                <a:gd name="T40" fmla="*/ 42 w 63"/>
                <a:gd name="T41" fmla="*/ 34 h 40"/>
                <a:gd name="T42" fmla="*/ 42 w 63"/>
                <a:gd name="T43" fmla="*/ 32 h 40"/>
                <a:gd name="T44" fmla="*/ 55 w 63"/>
                <a:gd name="T45" fmla="*/ 32 h 40"/>
                <a:gd name="T46" fmla="*/ 55 w 63"/>
                <a:gd name="T47" fmla="*/ 24 h 40"/>
                <a:gd name="T48" fmla="*/ 59 w 63"/>
                <a:gd name="T49" fmla="*/ 24 h 40"/>
                <a:gd name="T50" fmla="*/ 59 w 63"/>
                <a:gd name="T5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40">
                  <a:moveTo>
                    <a:pt x="59" y="16"/>
                  </a:moveTo>
                  <a:cubicBezTo>
                    <a:pt x="55" y="16"/>
                    <a:pt x="55" y="16"/>
                    <a:pt x="55" y="16"/>
                  </a:cubicBezTo>
                  <a:cubicBezTo>
                    <a:pt x="59" y="16"/>
                    <a:pt x="59" y="8"/>
                    <a:pt x="55" y="8"/>
                  </a:cubicBezTo>
                  <a:cubicBezTo>
                    <a:pt x="47" y="8"/>
                    <a:pt x="47" y="8"/>
                    <a:pt x="47" y="8"/>
                  </a:cubicBezTo>
                  <a:cubicBezTo>
                    <a:pt x="54" y="8"/>
                    <a:pt x="54" y="0"/>
                    <a:pt x="47" y="0"/>
                  </a:cubicBezTo>
                  <a:cubicBezTo>
                    <a:pt x="36" y="0"/>
                    <a:pt x="36" y="0"/>
                    <a:pt x="36" y="0"/>
                  </a:cubicBezTo>
                  <a:cubicBezTo>
                    <a:pt x="28" y="0"/>
                    <a:pt x="28" y="0"/>
                    <a:pt x="28" y="0"/>
                  </a:cubicBezTo>
                  <a:cubicBezTo>
                    <a:pt x="23" y="0"/>
                    <a:pt x="23" y="0"/>
                    <a:pt x="23" y="0"/>
                  </a:cubicBezTo>
                  <a:cubicBezTo>
                    <a:pt x="12" y="0"/>
                    <a:pt x="6" y="4"/>
                    <a:pt x="6" y="4"/>
                  </a:cubicBezTo>
                  <a:cubicBezTo>
                    <a:pt x="0" y="4"/>
                    <a:pt x="0" y="4"/>
                    <a:pt x="0" y="4"/>
                  </a:cubicBezTo>
                  <a:cubicBezTo>
                    <a:pt x="0" y="10"/>
                    <a:pt x="0" y="10"/>
                    <a:pt x="0" y="10"/>
                  </a:cubicBezTo>
                  <a:cubicBezTo>
                    <a:pt x="2" y="10"/>
                    <a:pt x="2" y="10"/>
                    <a:pt x="2" y="10"/>
                  </a:cubicBezTo>
                  <a:cubicBezTo>
                    <a:pt x="3" y="10"/>
                    <a:pt x="4" y="11"/>
                    <a:pt x="4" y="12"/>
                  </a:cubicBezTo>
                  <a:cubicBezTo>
                    <a:pt x="4" y="24"/>
                    <a:pt x="4" y="24"/>
                    <a:pt x="4" y="24"/>
                  </a:cubicBezTo>
                  <a:cubicBezTo>
                    <a:pt x="4" y="25"/>
                    <a:pt x="3" y="26"/>
                    <a:pt x="2" y="26"/>
                  </a:cubicBezTo>
                  <a:cubicBezTo>
                    <a:pt x="0" y="26"/>
                    <a:pt x="0" y="26"/>
                    <a:pt x="0" y="26"/>
                  </a:cubicBezTo>
                  <a:cubicBezTo>
                    <a:pt x="0" y="32"/>
                    <a:pt x="0" y="32"/>
                    <a:pt x="0" y="32"/>
                  </a:cubicBezTo>
                  <a:cubicBezTo>
                    <a:pt x="6" y="32"/>
                    <a:pt x="6" y="32"/>
                    <a:pt x="6" y="32"/>
                  </a:cubicBezTo>
                  <a:cubicBezTo>
                    <a:pt x="6" y="32"/>
                    <a:pt x="15" y="40"/>
                    <a:pt x="23" y="40"/>
                  </a:cubicBezTo>
                  <a:cubicBezTo>
                    <a:pt x="25" y="40"/>
                    <a:pt x="29" y="40"/>
                    <a:pt x="35" y="40"/>
                  </a:cubicBezTo>
                  <a:cubicBezTo>
                    <a:pt x="38" y="40"/>
                    <a:pt x="42" y="37"/>
                    <a:pt x="42" y="34"/>
                  </a:cubicBezTo>
                  <a:cubicBezTo>
                    <a:pt x="42" y="32"/>
                    <a:pt x="42" y="32"/>
                    <a:pt x="42" y="32"/>
                  </a:cubicBezTo>
                  <a:cubicBezTo>
                    <a:pt x="55" y="32"/>
                    <a:pt x="55" y="32"/>
                    <a:pt x="55" y="32"/>
                  </a:cubicBezTo>
                  <a:cubicBezTo>
                    <a:pt x="62" y="32"/>
                    <a:pt x="62" y="24"/>
                    <a:pt x="55" y="24"/>
                  </a:cubicBezTo>
                  <a:cubicBezTo>
                    <a:pt x="59" y="24"/>
                    <a:pt x="59" y="24"/>
                    <a:pt x="59" y="24"/>
                  </a:cubicBezTo>
                  <a:cubicBezTo>
                    <a:pt x="63" y="24"/>
                    <a:pt x="63" y="16"/>
                    <a:pt x="5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 name="Freeform 162">
              <a:extLst>
                <a:ext uri="{FF2B5EF4-FFF2-40B4-BE49-F238E27FC236}">
                  <a16:creationId xmlns:a16="http://schemas.microsoft.com/office/drawing/2014/main" id="{B77596BA-9A70-A886-B4B5-4E73FC998C23}"/>
                </a:ext>
              </a:extLst>
            </p:cNvPr>
            <p:cNvSpPr>
              <a:spLocks/>
            </p:cNvSpPr>
            <p:nvPr/>
          </p:nvSpPr>
          <p:spPr bwMode="auto">
            <a:xfrm>
              <a:off x="2706688" y="3057525"/>
              <a:ext cx="66675" cy="106363"/>
            </a:xfrm>
            <a:custGeom>
              <a:avLst/>
              <a:gdLst>
                <a:gd name="T0" fmla="*/ 18 w 18"/>
                <a:gd name="T1" fmla="*/ 22 h 28"/>
                <a:gd name="T2" fmla="*/ 16 w 18"/>
                <a:gd name="T3" fmla="*/ 22 h 28"/>
                <a:gd name="T4" fmla="*/ 14 w 18"/>
                <a:gd name="T5" fmla="*/ 20 h 28"/>
                <a:gd name="T6" fmla="*/ 14 w 18"/>
                <a:gd name="T7" fmla="*/ 8 h 28"/>
                <a:gd name="T8" fmla="*/ 16 w 18"/>
                <a:gd name="T9" fmla="*/ 6 h 28"/>
                <a:gd name="T10" fmla="*/ 18 w 18"/>
                <a:gd name="T11" fmla="*/ 6 h 28"/>
                <a:gd name="T12" fmla="*/ 18 w 18"/>
                <a:gd name="T13" fmla="*/ 0 h 28"/>
                <a:gd name="T14" fmla="*/ 0 w 18"/>
                <a:gd name="T15" fmla="*/ 0 h 28"/>
                <a:gd name="T16" fmla="*/ 0 w 18"/>
                <a:gd name="T17" fmla="*/ 28 h 28"/>
                <a:gd name="T18" fmla="*/ 18 w 18"/>
                <a:gd name="T19" fmla="*/ 28 h 28"/>
                <a:gd name="T20" fmla="*/ 18 w 18"/>
                <a:gd name="T21"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8">
                  <a:moveTo>
                    <a:pt x="18" y="22"/>
                  </a:moveTo>
                  <a:cubicBezTo>
                    <a:pt x="16" y="22"/>
                    <a:pt x="16" y="22"/>
                    <a:pt x="16" y="22"/>
                  </a:cubicBezTo>
                  <a:cubicBezTo>
                    <a:pt x="15" y="22"/>
                    <a:pt x="14" y="21"/>
                    <a:pt x="14" y="20"/>
                  </a:cubicBezTo>
                  <a:cubicBezTo>
                    <a:pt x="14" y="8"/>
                    <a:pt x="14" y="8"/>
                    <a:pt x="14" y="8"/>
                  </a:cubicBezTo>
                  <a:cubicBezTo>
                    <a:pt x="14" y="7"/>
                    <a:pt x="15" y="6"/>
                    <a:pt x="16" y="6"/>
                  </a:cubicBezTo>
                  <a:cubicBezTo>
                    <a:pt x="18" y="6"/>
                    <a:pt x="18" y="6"/>
                    <a:pt x="18" y="6"/>
                  </a:cubicBezTo>
                  <a:cubicBezTo>
                    <a:pt x="18" y="0"/>
                    <a:pt x="18" y="0"/>
                    <a:pt x="18" y="0"/>
                  </a:cubicBezTo>
                  <a:cubicBezTo>
                    <a:pt x="0" y="0"/>
                    <a:pt x="0" y="0"/>
                    <a:pt x="0" y="0"/>
                  </a:cubicBezTo>
                  <a:cubicBezTo>
                    <a:pt x="0" y="28"/>
                    <a:pt x="0" y="28"/>
                    <a:pt x="0" y="28"/>
                  </a:cubicBezTo>
                  <a:cubicBezTo>
                    <a:pt x="18" y="28"/>
                    <a:pt x="18" y="28"/>
                    <a:pt x="18" y="28"/>
                  </a:cubicBezTo>
                  <a:lnTo>
                    <a:pt x="18"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 name="Rectangle 163">
              <a:extLst>
                <a:ext uri="{FF2B5EF4-FFF2-40B4-BE49-F238E27FC236}">
                  <a16:creationId xmlns:a16="http://schemas.microsoft.com/office/drawing/2014/main" id="{71F9CCA8-BE1D-9FF6-C0F6-A11C8AAC1D19}"/>
                </a:ext>
              </a:extLst>
            </p:cNvPr>
            <p:cNvSpPr>
              <a:spLocks noChangeArrowheads="1"/>
            </p:cNvSpPr>
            <p:nvPr/>
          </p:nvSpPr>
          <p:spPr bwMode="auto">
            <a:xfrm>
              <a:off x="2789238" y="3057525"/>
              <a:ext cx="142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 name="Freeform 164">
              <a:extLst>
                <a:ext uri="{FF2B5EF4-FFF2-40B4-BE49-F238E27FC236}">
                  <a16:creationId xmlns:a16="http://schemas.microsoft.com/office/drawing/2014/main" id="{CD425233-9C05-EC73-FB3C-69F5EA00C425}"/>
                </a:ext>
              </a:extLst>
            </p:cNvPr>
            <p:cNvSpPr>
              <a:spLocks/>
            </p:cNvSpPr>
            <p:nvPr/>
          </p:nvSpPr>
          <p:spPr bwMode="auto">
            <a:xfrm>
              <a:off x="2725738" y="2909888"/>
              <a:ext cx="157163" cy="41275"/>
            </a:xfrm>
            <a:custGeom>
              <a:avLst/>
              <a:gdLst>
                <a:gd name="T0" fmla="*/ 40 w 42"/>
                <a:gd name="T1" fmla="*/ 11 h 11"/>
                <a:gd name="T2" fmla="*/ 39 w 42"/>
                <a:gd name="T3" fmla="*/ 11 h 11"/>
                <a:gd name="T4" fmla="*/ 3 w 42"/>
                <a:gd name="T5" fmla="*/ 11 h 11"/>
                <a:gd name="T6" fmla="*/ 0 w 42"/>
                <a:gd name="T7" fmla="*/ 10 h 11"/>
                <a:gd name="T8" fmla="*/ 1 w 42"/>
                <a:gd name="T9" fmla="*/ 8 h 11"/>
                <a:gd name="T10" fmla="*/ 41 w 42"/>
                <a:gd name="T11" fmla="*/ 8 h 11"/>
                <a:gd name="T12" fmla="*/ 42 w 42"/>
                <a:gd name="T13" fmla="*/ 10 h 11"/>
                <a:gd name="T14" fmla="*/ 40 w 42"/>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1">
                  <a:moveTo>
                    <a:pt x="40" y="11"/>
                  </a:moveTo>
                  <a:cubicBezTo>
                    <a:pt x="39" y="11"/>
                    <a:pt x="39" y="11"/>
                    <a:pt x="39" y="11"/>
                  </a:cubicBezTo>
                  <a:cubicBezTo>
                    <a:pt x="28" y="4"/>
                    <a:pt x="14" y="4"/>
                    <a:pt x="3" y="11"/>
                  </a:cubicBezTo>
                  <a:cubicBezTo>
                    <a:pt x="2" y="11"/>
                    <a:pt x="1" y="11"/>
                    <a:pt x="0" y="10"/>
                  </a:cubicBezTo>
                  <a:cubicBezTo>
                    <a:pt x="0" y="9"/>
                    <a:pt x="0" y="8"/>
                    <a:pt x="1" y="8"/>
                  </a:cubicBezTo>
                  <a:cubicBezTo>
                    <a:pt x="13" y="0"/>
                    <a:pt x="29" y="0"/>
                    <a:pt x="41" y="8"/>
                  </a:cubicBezTo>
                  <a:cubicBezTo>
                    <a:pt x="42" y="8"/>
                    <a:pt x="42" y="9"/>
                    <a:pt x="42" y="10"/>
                  </a:cubicBezTo>
                  <a:cubicBezTo>
                    <a:pt x="41" y="11"/>
                    <a:pt x="41" y="11"/>
                    <a:pt x="4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 name="Freeform 165">
              <a:extLst>
                <a:ext uri="{FF2B5EF4-FFF2-40B4-BE49-F238E27FC236}">
                  <a16:creationId xmlns:a16="http://schemas.microsoft.com/office/drawing/2014/main" id="{F7D09776-8834-8285-A106-9C2D38896F73}"/>
                </a:ext>
              </a:extLst>
            </p:cNvPr>
            <p:cNvSpPr>
              <a:spLocks/>
            </p:cNvSpPr>
            <p:nvPr/>
          </p:nvSpPr>
          <p:spPr bwMode="auto">
            <a:xfrm>
              <a:off x="2740025" y="2940050"/>
              <a:ext cx="128588" cy="38100"/>
            </a:xfrm>
            <a:custGeom>
              <a:avLst/>
              <a:gdLst>
                <a:gd name="T0" fmla="*/ 31 w 34"/>
                <a:gd name="T1" fmla="*/ 10 h 10"/>
                <a:gd name="T2" fmla="*/ 30 w 34"/>
                <a:gd name="T3" fmla="*/ 10 h 10"/>
                <a:gd name="T4" fmla="*/ 4 w 34"/>
                <a:gd name="T5" fmla="*/ 10 h 10"/>
                <a:gd name="T6" fmla="*/ 1 w 34"/>
                <a:gd name="T7" fmla="*/ 9 h 10"/>
                <a:gd name="T8" fmla="*/ 1 w 34"/>
                <a:gd name="T9" fmla="*/ 6 h 10"/>
                <a:gd name="T10" fmla="*/ 33 w 34"/>
                <a:gd name="T11" fmla="*/ 6 h 10"/>
                <a:gd name="T12" fmla="*/ 33 w 34"/>
                <a:gd name="T13" fmla="*/ 9 h 10"/>
                <a:gd name="T14" fmla="*/ 31 w 34"/>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10">
                  <a:moveTo>
                    <a:pt x="31" y="10"/>
                  </a:moveTo>
                  <a:cubicBezTo>
                    <a:pt x="31" y="10"/>
                    <a:pt x="31" y="10"/>
                    <a:pt x="30" y="10"/>
                  </a:cubicBezTo>
                  <a:cubicBezTo>
                    <a:pt x="22" y="4"/>
                    <a:pt x="12" y="4"/>
                    <a:pt x="4" y="10"/>
                  </a:cubicBezTo>
                  <a:cubicBezTo>
                    <a:pt x="3" y="10"/>
                    <a:pt x="2" y="10"/>
                    <a:pt x="1" y="9"/>
                  </a:cubicBezTo>
                  <a:cubicBezTo>
                    <a:pt x="0" y="8"/>
                    <a:pt x="1" y="7"/>
                    <a:pt x="1" y="6"/>
                  </a:cubicBezTo>
                  <a:cubicBezTo>
                    <a:pt x="11" y="0"/>
                    <a:pt x="23" y="0"/>
                    <a:pt x="33" y="6"/>
                  </a:cubicBezTo>
                  <a:cubicBezTo>
                    <a:pt x="33" y="7"/>
                    <a:pt x="34" y="8"/>
                    <a:pt x="33" y="9"/>
                  </a:cubicBezTo>
                  <a:cubicBezTo>
                    <a:pt x="33" y="10"/>
                    <a:pt x="32" y="10"/>
                    <a:pt x="3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Freeform 166">
              <a:extLst>
                <a:ext uri="{FF2B5EF4-FFF2-40B4-BE49-F238E27FC236}">
                  <a16:creationId xmlns:a16="http://schemas.microsoft.com/office/drawing/2014/main" id="{E9D3EB5B-30C7-6298-D207-34525672B191}"/>
                </a:ext>
              </a:extLst>
            </p:cNvPr>
            <p:cNvSpPr>
              <a:spLocks/>
            </p:cNvSpPr>
            <p:nvPr/>
          </p:nvSpPr>
          <p:spPr bwMode="auto">
            <a:xfrm>
              <a:off x="2759075" y="2970213"/>
              <a:ext cx="90488" cy="34925"/>
            </a:xfrm>
            <a:custGeom>
              <a:avLst/>
              <a:gdLst>
                <a:gd name="T0" fmla="*/ 22 w 24"/>
                <a:gd name="T1" fmla="*/ 9 h 9"/>
                <a:gd name="T2" fmla="*/ 21 w 24"/>
                <a:gd name="T3" fmla="*/ 8 h 9"/>
                <a:gd name="T4" fmla="*/ 3 w 24"/>
                <a:gd name="T5" fmla="*/ 8 h 9"/>
                <a:gd name="T6" fmla="*/ 0 w 24"/>
                <a:gd name="T7" fmla="*/ 8 h 9"/>
                <a:gd name="T8" fmla="*/ 1 w 24"/>
                <a:gd name="T9" fmla="*/ 5 h 9"/>
                <a:gd name="T10" fmla="*/ 23 w 24"/>
                <a:gd name="T11" fmla="*/ 5 h 9"/>
                <a:gd name="T12" fmla="*/ 24 w 24"/>
                <a:gd name="T13" fmla="*/ 8 h 9"/>
                <a:gd name="T14" fmla="*/ 22 w 24"/>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9">
                  <a:moveTo>
                    <a:pt x="22" y="9"/>
                  </a:moveTo>
                  <a:cubicBezTo>
                    <a:pt x="22" y="9"/>
                    <a:pt x="21" y="8"/>
                    <a:pt x="21" y="8"/>
                  </a:cubicBezTo>
                  <a:cubicBezTo>
                    <a:pt x="16" y="5"/>
                    <a:pt x="8" y="5"/>
                    <a:pt x="3" y="8"/>
                  </a:cubicBezTo>
                  <a:cubicBezTo>
                    <a:pt x="2" y="9"/>
                    <a:pt x="1" y="9"/>
                    <a:pt x="0" y="8"/>
                  </a:cubicBezTo>
                  <a:cubicBezTo>
                    <a:pt x="0" y="7"/>
                    <a:pt x="0" y="5"/>
                    <a:pt x="1" y="5"/>
                  </a:cubicBezTo>
                  <a:cubicBezTo>
                    <a:pt x="7" y="0"/>
                    <a:pt x="16" y="0"/>
                    <a:pt x="23" y="5"/>
                  </a:cubicBezTo>
                  <a:cubicBezTo>
                    <a:pt x="24" y="5"/>
                    <a:pt x="24" y="7"/>
                    <a:pt x="24" y="8"/>
                  </a:cubicBezTo>
                  <a:cubicBezTo>
                    <a:pt x="23" y="8"/>
                    <a:pt x="23" y="9"/>
                    <a:pt x="2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 name="Freeform 5">
            <a:extLst>
              <a:ext uri="{FF2B5EF4-FFF2-40B4-BE49-F238E27FC236}">
                <a16:creationId xmlns:a16="http://schemas.microsoft.com/office/drawing/2014/main" id="{B1071CF8-3067-7153-5306-1CB8C2035E25}"/>
              </a:ext>
            </a:extLst>
          </p:cNvPr>
          <p:cNvSpPr>
            <a:spLocks/>
          </p:cNvSpPr>
          <p:nvPr/>
        </p:nvSpPr>
        <p:spPr bwMode="auto">
          <a:xfrm>
            <a:off x="5255422" y="4703667"/>
            <a:ext cx="270746" cy="169365"/>
          </a:xfrm>
          <a:custGeom>
            <a:avLst/>
            <a:gdLst>
              <a:gd name="T0" fmla="*/ 75 w 96"/>
              <a:gd name="T1" fmla="*/ 16 h 60"/>
              <a:gd name="T2" fmla="*/ 48 w 96"/>
              <a:gd name="T3" fmla="*/ 0 h 60"/>
              <a:gd name="T4" fmla="*/ 18 w 96"/>
              <a:gd name="T5" fmla="*/ 26 h 60"/>
              <a:gd name="T6" fmla="*/ 0 w 96"/>
              <a:gd name="T7" fmla="*/ 43 h 60"/>
              <a:gd name="T8" fmla="*/ 9 w 96"/>
              <a:gd name="T9" fmla="*/ 58 h 60"/>
              <a:gd name="T10" fmla="*/ 18 w 96"/>
              <a:gd name="T11" fmla="*/ 60 h 60"/>
              <a:gd name="T12" fmla="*/ 76 w 96"/>
              <a:gd name="T13" fmla="*/ 60 h 60"/>
              <a:gd name="T14" fmla="*/ 76 w 96"/>
              <a:gd name="T15" fmla="*/ 60 h 60"/>
              <a:gd name="T16" fmla="*/ 96 w 96"/>
              <a:gd name="T17" fmla="*/ 38 h 60"/>
              <a:gd name="T18" fmla="*/ 75 w 96"/>
              <a:gd name="T19" fmla="*/ 1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60">
                <a:moveTo>
                  <a:pt x="75" y="16"/>
                </a:moveTo>
                <a:cubicBezTo>
                  <a:pt x="69" y="6"/>
                  <a:pt x="59" y="0"/>
                  <a:pt x="48" y="0"/>
                </a:cubicBezTo>
                <a:cubicBezTo>
                  <a:pt x="33" y="0"/>
                  <a:pt x="20" y="11"/>
                  <a:pt x="18" y="26"/>
                </a:cubicBezTo>
                <a:cubicBezTo>
                  <a:pt x="9" y="25"/>
                  <a:pt x="0" y="33"/>
                  <a:pt x="0" y="43"/>
                </a:cubicBezTo>
                <a:cubicBezTo>
                  <a:pt x="0" y="52"/>
                  <a:pt x="5" y="56"/>
                  <a:pt x="9" y="58"/>
                </a:cubicBezTo>
                <a:cubicBezTo>
                  <a:pt x="13" y="60"/>
                  <a:pt x="17" y="60"/>
                  <a:pt x="18" y="60"/>
                </a:cubicBezTo>
                <a:cubicBezTo>
                  <a:pt x="76" y="60"/>
                  <a:pt x="76" y="60"/>
                  <a:pt x="76" y="60"/>
                </a:cubicBezTo>
                <a:cubicBezTo>
                  <a:pt x="76" y="60"/>
                  <a:pt x="76" y="60"/>
                  <a:pt x="76" y="60"/>
                </a:cubicBezTo>
                <a:cubicBezTo>
                  <a:pt x="76" y="60"/>
                  <a:pt x="96" y="57"/>
                  <a:pt x="96" y="38"/>
                </a:cubicBezTo>
                <a:cubicBezTo>
                  <a:pt x="96" y="26"/>
                  <a:pt x="86" y="16"/>
                  <a:pt x="75" y="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B366076D-0D07-11F6-D9DC-4241E84A3F3F}"/>
              </a:ext>
            </a:extLst>
          </p:cNvPr>
          <p:cNvGrpSpPr/>
          <p:nvPr/>
        </p:nvGrpSpPr>
        <p:grpSpPr>
          <a:xfrm>
            <a:off x="5915025" y="3345000"/>
            <a:ext cx="361950" cy="363537"/>
            <a:chOff x="5554663" y="3611563"/>
            <a:chExt cx="361950" cy="363537"/>
          </a:xfrm>
        </p:grpSpPr>
        <p:sp>
          <p:nvSpPr>
            <p:cNvPr id="144" name="Freeform 48">
              <a:extLst>
                <a:ext uri="{FF2B5EF4-FFF2-40B4-BE49-F238E27FC236}">
                  <a16:creationId xmlns:a16="http://schemas.microsoft.com/office/drawing/2014/main" id="{8213206C-A4DC-7FB9-DD28-562AE3796EB7}"/>
                </a:ext>
              </a:extLst>
            </p:cNvPr>
            <p:cNvSpPr>
              <a:spLocks noEditPoints="1"/>
            </p:cNvSpPr>
            <p:nvPr/>
          </p:nvSpPr>
          <p:spPr bwMode="auto">
            <a:xfrm>
              <a:off x="5661025" y="3611563"/>
              <a:ext cx="255588" cy="257175"/>
            </a:xfrm>
            <a:custGeom>
              <a:avLst/>
              <a:gdLst>
                <a:gd name="T0" fmla="*/ 67 w 68"/>
                <a:gd name="T1" fmla="*/ 41 h 68"/>
                <a:gd name="T2" fmla="*/ 62 w 68"/>
                <a:gd name="T3" fmla="*/ 38 h 68"/>
                <a:gd name="T4" fmla="*/ 62 w 68"/>
                <a:gd name="T5" fmla="*/ 34 h 68"/>
                <a:gd name="T6" fmla="*/ 62 w 68"/>
                <a:gd name="T7" fmla="*/ 30 h 68"/>
                <a:gd name="T8" fmla="*/ 67 w 68"/>
                <a:gd name="T9" fmla="*/ 27 h 68"/>
                <a:gd name="T10" fmla="*/ 67 w 68"/>
                <a:gd name="T11" fmla="*/ 24 h 68"/>
                <a:gd name="T12" fmla="*/ 59 w 68"/>
                <a:gd name="T13" fmla="*/ 10 h 68"/>
                <a:gd name="T14" fmla="*/ 58 w 68"/>
                <a:gd name="T15" fmla="*/ 9 h 68"/>
                <a:gd name="T16" fmla="*/ 57 w 68"/>
                <a:gd name="T17" fmla="*/ 9 h 68"/>
                <a:gd name="T18" fmla="*/ 52 w 68"/>
                <a:gd name="T19" fmla="*/ 12 h 68"/>
                <a:gd name="T20" fmla="*/ 44 w 68"/>
                <a:gd name="T21" fmla="*/ 8 h 68"/>
                <a:gd name="T22" fmla="*/ 44 w 68"/>
                <a:gd name="T23" fmla="*/ 2 h 68"/>
                <a:gd name="T24" fmla="*/ 42 w 68"/>
                <a:gd name="T25" fmla="*/ 0 h 68"/>
                <a:gd name="T26" fmla="*/ 26 w 68"/>
                <a:gd name="T27" fmla="*/ 0 h 68"/>
                <a:gd name="T28" fmla="*/ 24 w 68"/>
                <a:gd name="T29" fmla="*/ 2 h 68"/>
                <a:gd name="T30" fmla="*/ 24 w 68"/>
                <a:gd name="T31" fmla="*/ 8 h 68"/>
                <a:gd name="T32" fmla="*/ 17 w 68"/>
                <a:gd name="T33" fmla="*/ 12 h 68"/>
                <a:gd name="T34" fmla="*/ 11 w 68"/>
                <a:gd name="T35" fmla="*/ 9 h 68"/>
                <a:gd name="T36" fmla="*/ 9 w 68"/>
                <a:gd name="T37" fmla="*/ 10 h 68"/>
                <a:gd name="T38" fmla="*/ 1 w 68"/>
                <a:gd name="T39" fmla="*/ 24 h 68"/>
                <a:gd name="T40" fmla="*/ 0 w 68"/>
                <a:gd name="T41" fmla="*/ 25 h 68"/>
                <a:gd name="T42" fmla="*/ 1 w 68"/>
                <a:gd name="T43" fmla="*/ 27 h 68"/>
                <a:gd name="T44" fmla="*/ 6 w 68"/>
                <a:gd name="T45" fmla="*/ 30 h 68"/>
                <a:gd name="T46" fmla="*/ 6 w 68"/>
                <a:gd name="T47" fmla="*/ 34 h 68"/>
                <a:gd name="T48" fmla="*/ 6 w 68"/>
                <a:gd name="T49" fmla="*/ 38 h 68"/>
                <a:gd name="T50" fmla="*/ 1 w 68"/>
                <a:gd name="T51" fmla="*/ 41 h 68"/>
                <a:gd name="T52" fmla="*/ 1 w 68"/>
                <a:gd name="T53" fmla="*/ 44 h 68"/>
                <a:gd name="T54" fmla="*/ 9 w 68"/>
                <a:gd name="T55" fmla="*/ 58 h 68"/>
                <a:gd name="T56" fmla="*/ 11 w 68"/>
                <a:gd name="T57" fmla="*/ 59 h 68"/>
                <a:gd name="T58" fmla="*/ 17 w 68"/>
                <a:gd name="T59" fmla="*/ 56 h 68"/>
                <a:gd name="T60" fmla="*/ 24 w 68"/>
                <a:gd name="T61" fmla="*/ 60 h 68"/>
                <a:gd name="T62" fmla="*/ 24 w 68"/>
                <a:gd name="T63" fmla="*/ 66 h 68"/>
                <a:gd name="T64" fmla="*/ 26 w 68"/>
                <a:gd name="T65" fmla="*/ 68 h 68"/>
                <a:gd name="T66" fmla="*/ 42 w 68"/>
                <a:gd name="T67" fmla="*/ 68 h 68"/>
                <a:gd name="T68" fmla="*/ 44 w 68"/>
                <a:gd name="T69" fmla="*/ 66 h 68"/>
                <a:gd name="T70" fmla="*/ 44 w 68"/>
                <a:gd name="T71" fmla="*/ 60 h 68"/>
                <a:gd name="T72" fmla="*/ 52 w 68"/>
                <a:gd name="T73" fmla="*/ 56 h 68"/>
                <a:gd name="T74" fmla="*/ 57 w 68"/>
                <a:gd name="T75" fmla="*/ 59 h 68"/>
                <a:gd name="T76" fmla="*/ 58 w 68"/>
                <a:gd name="T77" fmla="*/ 59 h 68"/>
                <a:gd name="T78" fmla="*/ 60 w 68"/>
                <a:gd name="T79" fmla="*/ 58 h 68"/>
                <a:gd name="T80" fmla="*/ 68 w 68"/>
                <a:gd name="T81" fmla="*/ 44 h 68"/>
                <a:gd name="T82" fmla="*/ 67 w 68"/>
                <a:gd name="T83" fmla="*/ 41 h 68"/>
                <a:gd name="T84" fmla="*/ 34 w 68"/>
                <a:gd name="T85" fmla="*/ 46 h 68"/>
                <a:gd name="T86" fmla="*/ 22 w 68"/>
                <a:gd name="T87" fmla="*/ 34 h 68"/>
                <a:gd name="T88" fmla="*/ 34 w 68"/>
                <a:gd name="T89" fmla="*/ 22 h 68"/>
                <a:gd name="T90" fmla="*/ 46 w 68"/>
                <a:gd name="T91" fmla="*/ 34 h 68"/>
                <a:gd name="T92" fmla="*/ 34 w 68"/>
                <a:gd name="T93"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 h="68">
                  <a:moveTo>
                    <a:pt x="67" y="41"/>
                  </a:moveTo>
                  <a:cubicBezTo>
                    <a:pt x="62" y="38"/>
                    <a:pt x="62" y="38"/>
                    <a:pt x="62" y="38"/>
                  </a:cubicBezTo>
                  <a:cubicBezTo>
                    <a:pt x="62" y="37"/>
                    <a:pt x="62" y="35"/>
                    <a:pt x="62" y="34"/>
                  </a:cubicBezTo>
                  <a:cubicBezTo>
                    <a:pt x="62" y="33"/>
                    <a:pt x="62" y="31"/>
                    <a:pt x="62" y="30"/>
                  </a:cubicBezTo>
                  <a:cubicBezTo>
                    <a:pt x="67" y="27"/>
                    <a:pt x="67" y="27"/>
                    <a:pt x="67" y="27"/>
                  </a:cubicBezTo>
                  <a:cubicBezTo>
                    <a:pt x="68" y="26"/>
                    <a:pt x="68" y="25"/>
                    <a:pt x="67" y="24"/>
                  </a:cubicBezTo>
                  <a:cubicBezTo>
                    <a:pt x="59" y="10"/>
                    <a:pt x="59" y="10"/>
                    <a:pt x="59" y="10"/>
                  </a:cubicBezTo>
                  <a:cubicBezTo>
                    <a:pt x="59" y="10"/>
                    <a:pt x="59" y="9"/>
                    <a:pt x="58" y="9"/>
                  </a:cubicBezTo>
                  <a:cubicBezTo>
                    <a:pt x="58" y="9"/>
                    <a:pt x="57" y="9"/>
                    <a:pt x="57" y="9"/>
                  </a:cubicBezTo>
                  <a:cubicBezTo>
                    <a:pt x="52" y="12"/>
                    <a:pt x="52" y="12"/>
                    <a:pt x="52" y="12"/>
                  </a:cubicBezTo>
                  <a:cubicBezTo>
                    <a:pt x="50" y="10"/>
                    <a:pt x="47" y="9"/>
                    <a:pt x="44" y="8"/>
                  </a:cubicBezTo>
                  <a:cubicBezTo>
                    <a:pt x="44" y="2"/>
                    <a:pt x="44" y="2"/>
                    <a:pt x="44" y="2"/>
                  </a:cubicBezTo>
                  <a:cubicBezTo>
                    <a:pt x="44" y="1"/>
                    <a:pt x="43" y="0"/>
                    <a:pt x="42" y="0"/>
                  </a:cubicBezTo>
                  <a:cubicBezTo>
                    <a:pt x="26" y="0"/>
                    <a:pt x="26" y="0"/>
                    <a:pt x="26" y="0"/>
                  </a:cubicBezTo>
                  <a:cubicBezTo>
                    <a:pt x="25" y="0"/>
                    <a:pt x="24" y="1"/>
                    <a:pt x="24" y="2"/>
                  </a:cubicBezTo>
                  <a:cubicBezTo>
                    <a:pt x="24" y="8"/>
                    <a:pt x="24" y="8"/>
                    <a:pt x="24" y="8"/>
                  </a:cubicBezTo>
                  <a:cubicBezTo>
                    <a:pt x="22" y="9"/>
                    <a:pt x="19" y="10"/>
                    <a:pt x="17" y="12"/>
                  </a:cubicBezTo>
                  <a:cubicBezTo>
                    <a:pt x="11" y="9"/>
                    <a:pt x="11" y="9"/>
                    <a:pt x="11" y="9"/>
                  </a:cubicBezTo>
                  <a:cubicBezTo>
                    <a:pt x="10" y="9"/>
                    <a:pt x="9" y="9"/>
                    <a:pt x="9" y="10"/>
                  </a:cubicBezTo>
                  <a:cubicBezTo>
                    <a:pt x="1" y="24"/>
                    <a:pt x="1" y="24"/>
                    <a:pt x="1" y="24"/>
                  </a:cubicBezTo>
                  <a:cubicBezTo>
                    <a:pt x="0" y="24"/>
                    <a:pt x="0" y="25"/>
                    <a:pt x="0" y="25"/>
                  </a:cubicBezTo>
                  <a:cubicBezTo>
                    <a:pt x="1" y="26"/>
                    <a:pt x="1" y="26"/>
                    <a:pt x="1" y="27"/>
                  </a:cubicBezTo>
                  <a:cubicBezTo>
                    <a:pt x="6" y="30"/>
                    <a:pt x="6" y="30"/>
                    <a:pt x="6" y="30"/>
                  </a:cubicBezTo>
                  <a:cubicBezTo>
                    <a:pt x="6" y="31"/>
                    <a:pt x="6" y="33"/>
                    <a:pt x="6" y="34"/>
                  </a:cubicBezTo>
                  <a:cubicBezTo>
                    <a:pt x="6" y="35"/>
                    <a:pt x="6" y="37"/>
                    <a:pt x="6" y="38"/>
                  </a:cubicBezTo>
                  <a:cubicBezTo>
                    <a:pt x="1" y="41"/>
                    <a:pt x="1" y="41"/>
                    <a:pt x="1" y="41"/>
                  </a:cubicBezTo>
                  <a:cubicBezTo>
                    <a:pt x="0" y="42"/>
                    <a:pt x="0" y="43"/>
                    <a:pt x="1" y="44"/>
                  </a:cubicBezTo>
                  <a:cubicBezTo>
                    <a:pt x="9" y="58"/>
                    <a:pt x="9" y="58"/>
                    <a:pt x="9" y="58"/>
                  </a:cubicBezTo>
                  <a:cubicBezTo>
                    <a:pt x="9" y="59"/>
                    <a:pt x="10" y="59"/>
                    <a:pt x="11" y="59"/>
                  </a:cubicBezTo>
                  <a:cubicBezTo>
                    <a:pt x="17" y="56"/>
                    <a:pt x="17" y="56"/>
                    <a:pt x="17" y="56"/>
                  </a:cubicBezTo>
                  <a:cubicBezTo>
                    <a:pt x="19" y="58"/>
                    <a:pt x="22" y="59"/>
                    <a:pt x="24" y="60"/>
                  </a:cubicBezTo>
                  <a:cubicBezTo>
                    <a:pt x="24" y="66"/>
                    <a:pt x="24" y="66"/>
                    <a:pt x="24" y="66"/>
                  </a:cubicBezTo>
                  <a:cubicBezTo>
                    <a:pt x="24" y="67"/>
                    <a:pt x="25" y="68"/>
                    <a:pt x="26" y="68"/>
                  </a:cubicBezTo>
                  <a:cubicBezTo>
                    <a:pt x="42" y="68"/>
                    <a:pt x="42" y="68"/>
                    <a:pt x="42" y="68"/>
                  </a:cubicBezTo>
                  <a:cubicBezTo>
                    <a:pt x="43" y="68"/>
                    <a:pt x="44" y="67"/>
                    <a:pt x="44" y="66"/>
                  </a:cubicBezTo>
                  <a:cubicBezTo>
                    <a:pt x="44" y="60"/>
                    <a:pt x="44" y="60"/>
                    <a:pt x="44" y="60"/>
                  </a:cubicBezTo>
                  <a:cubicBezTo>
                    <a:pt x="47" y="59"/>
                    <a:pt x="50" y="58"/>
                    <a:pt x="52" y="56"/>
                  </a:cubicBezTo>
                  <a:cubicBezTo>
                    <a:pt x="57" y="59"/>
                    <a:pt x="57" y="59"/>
                    <a:pt x="57" y="59"/>
                  </a:cubicBezTo>
                  <a:cubicBezTo>
                    <a:pt x="57" y="59"/>
                    <a:pt x="58" y="59"/>
                    <a:pt x="58" y="59"/>
                  </a:cubicBezTo>
                  <a:cubicBezTo>
                    <a:pt x="59" y="59"/>
                    <a:pt x="59" y="58"/>
                    <a:pt x="60" y="58"/>
                  </a:cubicBezTo>
                  <a:cubicBezTo>
                    <a:pt x="68" y="44"/>
                    <a:pt x="68" y="44"/>
                    <a:pt x="68" y="44"/>
                  </a:cubicBezTo>
                  <a:cubicBezTo>
                    <a:pt x="68" y="43"/>
                    <a:pt x="68" y="42"/>
                    <a:pt x="67" y="41"/>
                  </a:cubicBezTo>
                  <a:close/>
                  <a:moveTo>
                    <a:pt x="34" y="46"/>
                  </a:moveTo>
                  <a:cubicBezTo>
                    <a:pt x="27" y="46"/>
                    <a:pt x="22" y="41"/>
                    <a:pt x="22" y="34"/>
                  </a:cubicBezTo>
                  <a:cubicBezTo>
                    <a:pt x="22" y="27"/>
                    <a:pt x="27" y="22"/>
                    <a:pt x="34" y="22"/>
                  </a:cubicBezTo>
                  <a:cubicBezTo>
                    <a:pt x="41" y="22"/>
                    <a:pt x="46" y="27"/>
                    <a:pt x="46" y="34"/>
                  </a:cubicBezTo>
                  <a:cubicBezTo>
                    <a:pt x="46" y="41"/>
                    <a:pt x="41" y="46"/>
                    <a:pt x="34"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Freeform 49">
              <a:extLst>
                <a:ext uri="{FF2B5EF4-FFF2-40B4-BE49-F238E27FC236}">
                  <a16:creationId xmlns:a16="http://schemas.microsoft.com/office/drawing/2014/main" id="{3D0E29EF-62C2-60FD-4B10-D72A58137C13}"/>
                </a:ext>
              </a:extLst>
            </p:cNvPr>
            <p:cNvSpPr>
              <a:spLocks/>
            </p:cNvSpPr>
            <p:nvPr/>
          </p:nvSpPr>
          <p:spPr bwMode="auto">
            <a:xfrm>
              <a:off x="5637213" y="3860800"/>
              <a:ext cx="249238" cy="100013"/>
            </a:xfrm>
            <a:custGeom>
              <a:avLst/>
              <a:gdLst>
                <a:gd name="T0" fmla="*/ 24 w 66"/>
                <a:gd name="T1" fmla="*/ 8 h 26"/>
                <a:gd name="T2" fmla="*/ 16 w 66"/>
                <a:gd name="T3" fmla="*/ 8 h 26"/>
                <a:gd name="T4" fmla="*/ 14 w 66"/>
                <a:gd name="T5" fmla="*/ 10 h 26"/>
                <a:gd name="T6" fmla="*/ 16 w 66"/>
                <a:gd name="T7" fmla="*/ 12 h 26"/>
                <a:gd name="T8" fmla="*/ 32 w 66"/>
                <a:gd name="T9" fmla="*/ 12 h 26"/>
                <a:gd name="T10" fmla="*/ 40 w 66"/>
                <a:gd name="T11" fmla="*/ 12 h 26"/>
                <a:gd name="T12" fmla="*/ 50 w 66"/>
                <a:gd name="T13" fmla="*/ 12 h 26"/>
                <a:gd name="T14" fmla="*/ 66 w 66"/>
                <a:gd name="T15" fmla="*/ 24 h 26"/>
                <a:gd name="T16" fmla="*/ 64 w 66"/>
                <a:gd name="T17" fmla="*/ 26 h 26"/>
                <a:gd name="T18" fmla="*/ 2 w 66"/>
                <a:gd name="T19" fmla="*/ 26 h 26"/>
                <a:gd name="T20" fmla="*/ 0 w 66"/>
                <a:gd name="T21" fmla="*/ 24 h 26"/>
                <a:gd name="T22" fmla="*/ 0 w 66"/>
                <a:gd name="T23" fmla="*/ 2 h 26"/>
                <a:gd name="T24" fmla="*/ 2 w 66"/>
                <a:gd name="T25" fmla="*/ 0 h 26"/>
                <a:gd name="T26" fmla="*/ 11 w 66"/>
                <a:gd name="T27" fmla="*/ 0 h 26"/>
                <a:gd name="T28" fmla="*/ 24 w 66"/>
                <a:gd name="T29" fmla="*/ 5 h 26"/>
                <a:gd name="T30" fmla="*/ 24 w 66"/>
                <a:gd name="T3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26">
                  <a:moveTo>
                    <a:pt x="24" y="8"/>
                  </a:moveTo>
                  <a:cubicBezTo>
                    <a:pt x="16" y="8"/>
                    <a:pt x="16" y="8"/>
                    <a:pt x="16" y="8"/>
                  </a:cubicBezTo>
                  <a:cubicBezTo>
                    <a:pt x="15" y="8"/>
                    <a:pt x="14" y="9"/>
                    <a:pt x="14" y="10"/>
                  </a:cubicBezTo>
                  <a:cubicBezTo>
                    <a:pt x="14" y="11"/>
                    <a:pt x="15" y="12"/>
                    <a:pt x="16" y="12"/>
                  </a:cubicBezTo>
                  <a:cubicBezTo>
                    <a:pt x="32" y="12"/>
                    <a:pt x="32" y="12"/>
                    <a:pt x="32" y="12"/>
                  </a:cubicBezTo>
                  <a:cubicBezTo>
                    <a:pt x="40" y="12"/>
                    <a:pt x="40" y="12"/>
                    <a:pt x="40" y="12"/>
                  </a:cubicBezTo>
                  <a:cubicBezTo>
                    <a:pt x="50" y="12"/>
                    <a:pt x="50" y="12"/>
                    <a:pt x="50" y="12"/>
                  </a:cubicBezTo>
                  <a:cubicBezTo>
                    <a:pt x="59" y="14"/>
                    <a:pt x="66" y="19"/>
                    <a:pt x="66" y="24"/>
                  </a:cubicBezTo>
                  <a:cubicBezTo>
                    <a:pt x="66" y="25"/>
                    <a:pt x="65" y="26"/>
                    <a:pt x="64" y="26"/>
                  </a:cubicBezTo>
                  <a:cubicBezTo>
                    <a:pt x="2" y="26"/>
                    <a:pt x="2" y="26"/>
                    <a:pt x="2" y="26"/>
                  </a:cubicBezTo>
                  <a:cubicBezTo>
                    <a:pt x="1" y="26"/>
                    <a:pt x="0" y="25"/>
                    <a:pt x="0" y="24"/>
                  </a:cubicBezTo>
                  <a:cubicBezTo>
                    <a:pt x="0" y="2"/>
                    <a:pt x="0" y="2"/>
                    <a:pt x="0" y="2"/>
                  </a:cubicBezTo>
                  <a:cubicBezTo>
                    <a:pt x="0" y="1"/>
                    <a:pt x="1" y="0"/>
                    <a:pt x="2" y="0"/>
                  </a:cubicBezTo>
                  <a:cubicBezTo>
                    <a:pt x="11" y="0"/>
                    <a:pt x="11" y="0"/>
                    <a:pt x="11" y="0"/>
                  </a:cubicBezTo>
                  <a:cubicBezTo>
                    <a:pt x="17" y="0"/>
                    <a:pt x="23" y="5"/>
                    <a:pt x="24" y="5"/>
                  </a:cubicBezTo>
                  <a:cubicBezTo>
                    <a:pt x="25" y="6"/>
                    <a:pt x="28" y="8"/>
                    <a:pt x="24" y="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Freeform 50">
              <a:extLst>
                <a:ext uri="{FF2B5EF4-FFF2-40B4-BE49-F238E27FC236}">
                  <a16:creationId xmlns:a16="http://schemas.microsoft.com/office/drawing/2014/main" id="{C30AF311-3830-7E30-074B-FEF205AF87AE}"/>
                </a:ext>
              </a:extLst>
            </p:cNvPr>
            <p:cNvSpPr>
              <a:spLocks/>
            </p:cNvSpPr>
            <p:nvPr/>
          </p:nvSpPr>
          <p:spPr bwMode="auto">
            <a:xfrm>
              <a:off x="5554663" y="3854450"/>
              <a:ext cx="68263" cy="120650"/>
            </a:xfrm>
            <a:custGeom>
              <a:avLst/>
              <a:gdLst>
                <a:gd name="T0" fmla="*/ 16 w 18"/>
                <a:gd name="T1" fmla="*/ 0 h 32"/>
                <a:gd name="T2" fmla="*/ 2 w 18"/>
                <a:gd name="T3" fmla="*/ 0 h 32"/>
                <a:gd name="T4" fmla="*/ 0 w 18"/>
                <a:gd name="T5" fmla="*/ 2 h 32"/>
                <a:gd name="T6" fmla="*/ 0 w 18"/>
                <a:gd name="T7" fmla="*/ 30 h 32"/>
                <a:gd name="T8" fmla="*/ 2 w 18"/>
                <a:gd name="T9" fmla="*/ 32 h 32"/>
                <a:gd name="T10" fmla="*/ 16 w 18"/>
                <a:gd name="T11" fmla="*/ 32 h 32"/>
                <a:gd name="T12" fmla="*/ 18 w 18"/>
                <a:gd name="T13" fmla="*/ 30 h 32"/>
                <a:gd name="T14" fmla="*/ 18 w 18"/>
                <a:gd name="T15" fmla="*/ 2 h 32"/>
                <a:gd name="T16" fmla="*/ 16 w 18"/>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32">
                  <a:moveTo>
                    <a:pt x="16" y="0"/>
                  </a:moveTo>
                  <a:cubicBezTo>
                    <a:pt x="2" y="0"/>
                    <a:pt x="2" y="0"/>
                    <a:pt x="2" y="0"/>
                  </a:cubicBezTo>
                  <a:cubicBezTo>
                    <a:pt x="1" y="0"/>
                    <a:pt x="0" y="1"/>
                    <a:pt x="0" y="2"/>
                  </a:cubicBezTo>
                  <a:cubicBezTo>
                    <a:pt x="0" y="30"/>
                    <a:pt x="0" y="30"/>
                    <a:pt x="0" y="30"/>
                  </a:cubicBezTo>
                  <a:cubicBezTo>
                    <a:pt x="0" y="31"/>
                    <a:pt x="1" y="32"/>
                    <a:pt x="2" y="32"/>
                  </a:cubicBezTo>
                  <a:cubicBezTo>
                    <a:pt x="16" y="32"/>
                    <a:pt x="16" y="32"/>
                    <a:pt x="16" y="32"/>
                  </a:cubicBezTo>
                  <a:cubicBezTo>
                    <a:pt x="17" y="32"/>
                    <a:pt x="18" y="31"/>
                    <a:pt x="18" y="30"/>
                  </a:cubicBezTo>
                  <a:cubicBezTo>
                    <a:pt x="18" y="2"/>
                    <a:pt x="18" y="2"/>
                    <a:pt x="18" y="2"/>
                  </a:cubicBezTo>
                  <a:cubicBezTo>
                    <a:pt x="18" y="1"/>
                    <a:pt x="17" y="0"/>
                    <a:pt x="16"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911890164"/>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2" name="Right Triangle 1">
            <a:extLst>
              <a:ext uri="{FF2B5EF4-FFF2-40B4-BE49-F238E27FC236}">
                <a16:creationId xmlns:a16="http://schemas.microsoft.com/office/drawing/2014/main" id="{5412B7D6-9400-4B66-8814-DCF81BEB0C5A}"/>
              </a:ext>
            </a:extLst>
          </p:cNvPr>
          <p:cNvSpPr/>
          <p:nvPr/>
        </p:nvSpPr>
        <p:spPr>
          <a:xfrm rot="5400000" flipH="1">
            <a:off x="0" y="5372100"/>
            <a:ext cx="1485900" cy="1485900"/>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3" name="Rectangle 2">
            <a:extLst>
              <a:ext uri="{FF2B5EF4-FFF2-40B4-BE49-F238E27FC236}">
                <a16:creationId xmlns:a16="http://schemas.microsoft.com/office/drawing/2014/main" id="{64ABBA9B-1329-47B1-9E6B-E01B6F3823E7}"/>
              </a:ext>
            </a:extLst>
          </p:cNvPr>
          <p:cNvSpPr/>
          <p:nvPr/>
        </p:nvSpPr>
        <p:spPr>
          <a:xfrm>
            <a:off x="10058400" y="97712"/>
            <a:ext cx="2133600" cy="177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6" name="Date Placeholder 5">
            <a:extLst>
              <a:ext uri="{FF2B5EF4-FFF2-40B4-BE49-F238E27FC236}">
                <a16:creationId xmlns:a16="http://schemas.microsoft.com/office/drawing/2014/main" id="{80E38B08-802D-4164-A9F1-6C44A3B3280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C123CF5-7D66-4CD0-9E7B-9C396B7C8ADE}" type="datetime1">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7" name="Slide Number Placeholder 6">
            <a:extLst>
              <a:ext uri="{FF2B5EF4-FFF2-40B4-BE49-F238E27FC236}">
                <a16:creationId xmlns:a16="http://schemas.microsoft.com/office/drawing/2014/main" id="{62E62710-286F-4B00-9BF4-C4E48604ED0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104C915-17D6-486A-86EC-048CBE10C825}" type="slidenum">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49" name="TextBox 48">
            <a:extLst>
              <a:ext uri="{FF2B5EF4-FFF2-40B4-BE49-F238E27FC236}">
                <a16:creationId xmlns:a16="http://schemas.microsoft.com/office/drawing/2014/main" id="{BFBEE536-15E8-4AEB-9601-528D20F19BCD}"/>
              </a:ext>
            </a:extLst>
          </p:cNvPr>
          <p:cNvSpPr txBox="1"/>
          <p:nvPr/>
        </p:nvSpPr>
        <p:spPr>
          <a:xfrm>
            <a:off x="2476733" y="758575"/>
            <a:ext cx="3341612" cy="132343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000000"/>
                </a:solidFill>
                <a:effectLst/>
                <a:uLnTx/>
                <a:uFillTx/>
                <a:latin typeface="Segoe UI"/>
                <a:ea typeface="+mn-ea"/>
                <a:cs typeface="+mn-cs"/>
              </a:rPr>
              <a:t>IMPACT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000000"/>
                </a:solidFill>
                <a:effectLst/>
                <a:uLnTx/>
                <a:uFillTx/>
                <a:latin typeface="Segoe UI"/>
                <a:ea typeface="+mn-ea"/>
                <a:cs typeface="+mn-cs"/>
              </a:rPr>
              <a:t>ACTIVITIES</a:t>
            </a:r>
          </a:p>
        </p:txBody>
      </p:sp>
      <p:sp>
        <p:nvSpPr>
          <p:cNvPr id="57" name="Freeform 5">
            <a:extLst>
              <a:ext uri="{FF2B5EF4-FFF2-40B4-BE49-F238E27FC236}">
                <a16:creationId xmlns:a16="http://schemas.microsoft.com/office/drawing/2014/main" id="{36E76328-72C9-4B9D-8CE0-A57CC641427E}"/>
              </a:ext>
            </a:extLst>
          </p:cNvPr>
          <p:cNvSpPr>
            <a:spLocks/>
          </p:cNvSpPr>
          <p:nvPr/>
        </p:nvSpPr>
        <p:spPr bwMode="auto">
          <a:xfrm>
            <a:off x="7258661" y="1721342"/>
            <a:ext cx="1442426" cy="1511459"/>
          </a:xfrm>
          <a:custGeom>
            <a:avLst/>
            <a:gdLst>
              <a:gd name="T0" fmla="*/ 0 w 103"/>
              <a:gd name="T1" fmla="*/ 58 h 108"/>
              <a:gd name="T2" fmla="*/ 58 w 103"/>
              <a:gd name="T3" fmla="*/ 0 h 108"/>
              <a:gd name="T4" fmla="*/ 103 w 103"/>
              <a:gd name="T5" fmla="*/ 108 h 108"/>
              <a:gd name="T6" fmla="*/ 21 w 103"/>
              <a:gd name="T7" fmla="*/ 108 h 108"/>
              <a:gd name="T8" fmla="*/ 0 w 103"/>
              <a:gd name="T9" fmla="*/ 58 h 108"/>
            </a:gdLst>
            <a:ahLst/>
            <a:cxnLst>
              <a:cxn ang="0">
                <a:pos x="T0" y="T1"/>
              </a:cxn>
              <a:cxn ang="0">
                <a:pos x="T2" y="T3"/>
              </a:cxn>
              <a:cxn ang="0">
                <a:pos x="T4" y="T5"/>
              </a:cxn>
              <a:cxn ang="0">
                <a:pos x="T6" y="T7"/>
              </a:cxn>
              <a:cxn ang="0">
                <a:pos x="T8" y="T9"/>
              </a:cxn>
            </a:cxnLst>
            <a:rect l="0" t="0" r="r" b="b"/>
            <a:pathLst>
              <a:path w="103" h="108">
                <a:moveTo>
                  <a:pt x="0" y="58"/>
                </a:moveTo>
                <a:cubicBezTo>
                  <a:pt x="58" y="0"/>
                  <a:pt x="58" y="0"/>
                  <a:pt x="58" y="0"/>
                </a:cubicBezTo>
                <a:cubicBezTo>
                  <a:pt x="84" y="29"/>
                  <a:pt x="100" y="67"/>
                  <a:pt x="103" y="108"/>
                </a:cubicBezTo>
                <a:cubicBezTo>
                  <a:pt x="21" y="108"/>
                  <a:pt x="21" y="108"/>
                  <a:pt x="21" y="108"/>
                </a:cubicBezTo>
                <a:cubicBezTo>
                  <a:pt x="18" y="90"/>
                  <a:pt x="11" y="73"/>
                  <a:pt x="0" y="58"/>
                </a:cubicBezTo>
                <a:close/>
              </a:path>
            </a:pathLst>
          </a:custGeom>
          <a:solidFill>
            <a:schemeClr val="accent3">
              <a:lumMod val="60000"/>
              <a:lumOff val="40000"/>
            </a:schemeClr>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61" name="Freeform 6">
            <a:extLst>
              <a:ext uri="{FF2B5EF4-FFF2-40B4-BE49-F238E27FC236}">
                <a16:creationId xmlns:a16="http://schemas.microsoft.com/office/drawing/2014/main" id="{99B30E6E-5BB6-4C4B-87C3-64DCFDD00C5A}"/>
              </a:ext>
            </a:extLst>
          </p:cNvPr>
          <p:cNvSpPr>
            <a:spLocks/>
          </p:cNvSpPr>
          <p:nvPr/>
        </p:nvSpPr>
        <p:spPr bwMode="auto">
          <a:xfrm>
            <a:off x="7258661" y="3610666"/>
            <a:ext cx="1442426" cy="1527810"/>
          </a:xfrm>
          <a:custGeom>
            <a:avLst/>
            <a:gdLst>
              <a:gd name="T0" fmla="*/ 21 w 103"/>
              <a:gd name="T1" fmla="*/ 0 h 109"/>
              <a:gd name="T2" fmla="*/ 103 w 103"/>
              <a:gd name="T3" fmla="*/ 0 h 109"/>
              <a:gd name="T4" fmla="*/ 58 w 103"/>
              <a:gd name="T5" fmla="*/ 109 h 109"/>
              <a:gd name="T6" fmla="*/ 0 w 103"/>
              <a:gd name="T7" fmla="*/ 51 h 109"/>
              <a:gd name="T8" fmla="*/ 21 w 103"/>
              <a:gd name="T9" fmla="*/ 0 h 109"/>
            </a:gdLst>
            <a:ahLst/>
            <a:cxnLst>
              <a:cxn ang="0">
                <a:pos x="T0" y="T1"/>
              </a:cxn>
              <a:cxn ang="0">
                <a:pos x="T2" y="T3"/>
              </a:cxn>
              <a:cxn ang="0">
                <a:pos x="T4" y="T5"/>
              </a:cxn>
              <a:cxn ang="0">
                <a:pos x="T6" y="T7"/>
              </a:cxn>
              <a:cxn ang="0">
                <a:pos x="T8" y="T9"/>
              </a:cxn>
            </a:cxnLst>
            <a:rect l="0" t="0" r="r" b="b"/>
            <a:pathLst>
              <a:path w="103" h="109">
                <a:moveTo>
                  <a:pt x="21" y="0"/>
                </a:moveTo>
                <a:cubicBezTo>
                  <a:pt x="103" y="0"/>
                  <a:pt x="103" y="0"/>
                  <a:pt x="103" y="0"/>
                </a:cubicBezTo>
                <a:cubicBezTo>
                  <a:pt x="100" y="42"/>
                  <a:pt x="84" y="79"/>
                  <a:pt x="58" y="109"/>
                </a:cubicBezTo>
                <a:cubicBezTo>
                  <a:pt x="0" y="51"/>
                  <a:pt x="0" y="51"/>
                  <a:pt x="0" y="51"/>
                </a:cubicBezTo>
                <a:cubicBezTo>
                  <a:pt x="11" y="36"/>
                  <a:pt x="18" y="19"/>
                  <a:pt x="21" y="0"/>
                </a:cubicBezTo>
                <a:close/>
              </a:path>
            </a:pathLst>
          </a:custGeom>
          <a:solidFill>
            <a:schemeClr val="accent1">
              <a:lumMod val="90000"/>
            </a:schemeClr>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6" name="Freeform 7">
            <a:extLst>
              <a:ext uri="{FF2B5EF4-FFF2-40B4-BE49-F238E27FC236}">
                <a16:creationId xmlns:a16="http://schemas.microsoft.com/office/drawing/2014/main" id="{D3F11AAF-8333-456A-8917-E09B48A8FB94}"/>
              </a:ext>
            </a:extLst>
          </p:cNvPr>
          <p:cNvSpPr>
            <a:spLocks/>
          </p:cNvSpPr>
          <p:nvPr/>
        </p:nvSpPr>
        <p:spPr bwMode="auto">
          <a:xfrm>
            <a:off x="6292199" y="823913"/>
            <a:ext cx="1513276" cy="1442426"/>
          </a:xfrm>
          <a:custGeom>
            <a:avLst/>
            <a:gdLst>
              <a:gd name="T0" fmla="*/ 0 w 108"/>
              <a:gd name="T1" fmla="*/ 82 h 103"/>
              <a:gd name="T2" fmla="*/ 0 w 108"/>
              <a:gd name="T3" fmla="*/ 0 h 103"/>
              <a:gd name="T4" fmla="*/ 108 w 108"/>
              <a:gd name="T5" fmla="*/ 45 h 103"/>
              <a:gd name="T6" fmla="*/ 50 w 108"/>
              <a:gd name="T7" fmla="*/ 103 h 103"/>
              <a:gd name="T8" fmla="*/ 0 w 108"/>
              <a:gd name="T9" fmla="*/ 82 h 103"/>
            </a:gdLst>
            <a:ahLst/>
            <a:cxnLst>
              <a:cxn ang="0">
                <a:pos x="T0" y="T1"/>
              </a:cxn>
              <a:cxn ang="0">
                <a:pos x="T2" y="T3"/>
              </a:cxn>
              <a:cxn ang="0">
                <a:pos x="T4" y="T5"/>
              </a:cxn>
              <a:cxn ang="0">
                <a:pos x="T6" y="T7"/>
              </a:cxn>
              <a:cxn ang="0">
                <a:pos x="T8" y="T9"/>
              </a:cxn>
            </a:cxnLst>
            <a:rect l="0" t="0" r="r" b="b"/>
            <a:pathLst>
              <a:path w="108" h="103">
                <a:moveTo>
                  <a:pt x="0" y="82"/>
                </a:moveTo>
                <a:cubicBezTo>
                  <a:pt x="0" y="0"/>
                  <a:pt x="0" y="0"/>
                  <a:pt x="0" y="0"/>
                </a:cubicBezTo>
                <a:cubicBezTo>
                  <a:pt x="41" y="3"/>
                  <a:pt x="79" y="19"/>
                  <a:pt x="108" y="45"/>
                </a:cubicBezTo>
                <a:cubicBezTo>
                  <a:pt x="50" y="103"/>
                  <a:pt x="50" y="103"/>
                  <a:pt x="50" y="103"/>
                </a:cubicBezTo>
                <a:cubicBezTo>
                  <a:pt x="36" y="92"/>
                  <a:pt x="18" y="85"/>
                  <a:pt x="0" y="82"/>
                </a:cubicBezTo>
                <a:close/>
              </a:path>
            </a:pathLst>
          </a:custGeom>
          <a:solidFill>
            <a:schemeClr val="accent1">
              <a:lumMod val="90000"/>
            </a:schemeClr>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7" name="Freeform 8">
            <a:extLst>
              <a:ext uri="{FF2B5EF4-FFF2-40B4-BE49-F238E27FC236}">
                <a16:creationId xmlns:a16="http://schemas.microsoft.com/office/drawing/2014/main" id="{5E26CB43-D01F-48D4-9844-7A18195394D0}"/>
              </a:ext>
            </a:extLst>
          </p:cNvPr>
          <p:cNvSpPr>
            <a:spLocks/>
          </p:cNvSpPr>
          <p:nvPr/>
        </p:nvSpPr>
        <p:spPr bwMode="auto">
          <a:xfrm>
            <a:off x="3490913" y="3610666"/>
            <a:ext cx="1442426" cy="1527810"/>
          </a:xfrm>
          <a:custGeom>
            <a:avLst/>
            <a:gdLst>
              <a:gd name="T0" fmla="*/ 103 w 103"/>
              <a:gd name="T1" fmla="*/ 51 h 109"/>
              <a:gd name="T2" fmla="*/ 45 w 103"/>
              <a:gd name="T3" fmla="*/ 109 h 109"/>
              <a:gd name="T4" fmla="*/ 0 w 103"/>
              <a:gd name="T5" fmla="*/ 0 h 109"/>
              <a:gd name="T6" fmla="*/ 83 w 103"/>
              <a:gd name="T7" fmla="*/ 0 h 109"/>
              <a:gd name="T8" fmla="*/ 103 w 103"/>
              <a:gd name="T9" fmla="*/ 51 h 109"/>
            </a:gdLst>
            <a:ahLst/>
            <a:cxnLst>
              <a:cxn ang="0">
                <a:pos x="T0" y="T1"/>
              </a:cxn>
              <a:cxn ang="0">
                <a:pos x="T2" y="T3"/>
              </a:cxn>
              <a:cxn ang="0">
                <a:pos x="T4" y="T5"/>
              </a:cxn>
              <a:cxn ang="0">
                <a:pos x="T6" y="T7"/>
              </a:cxn>
              <a:cxn ang="0">
                <a:pos x="T8" y="T9"/>
              </a:cxn>
            </a:cxnLst>
            <a:rect l="0" t="0" r="r" b="b"/>
            <a:pathLst>
              <a:path w="103" h="109">
                <a:moveTo>
                  <a:pt x="103" y="51"/>
                </a:moveTo>
                <a:cubicBezTo>
                  <a:pt x="45" y="109"/>
                  <a:pt x="45" y="109"/>
                  <a:pt x="45" y="109"/>
                </a:cubicBezTo>
                <a:cubicBezTo>
                  <a:pt x="20" y="79"/>
                  <a:pt x="3" y="42"/>
                  <a:pt x="0" y="0"/>
                </a:cubicBezTo>
                <a:cubicBezTo>
                  <a:pt x="83" y="0"/>
                  <a:pt x="83" y="0"/>
                  <a:pt x="83" y="0"/>
                </a:cubicBezTo>
                <a:cubicBezTo>
                  <a:pt x="85" y="19"/>
                  <a:pt x="92" y="36"/>
                  <a:pt x="103" y="51"/>
                </a:cubicBezTo>
                <a:close/>
              </a:path>
            </a:pathLst>
          </a:custGeom>
          <a:solidFill>
            <a:schemeClr val="accent3">
              <a:lumMod val="60000"/>
              <a:lumOff val="40000"/>
            </a:schemeClr>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8" name="Freeform 11">
            <a:extLst>
              <a:ext uri="{FF2B5EF4-FFF2-40B4-BE49-F238E27FC236}">
                <a16:creationId xmlns:a16="http://schemas.microsoft.com/office/drawing/2014/main" id="{612C8F94-2844-4771-88D2-3C2381E271F7}"/>
              </a:ext>
            </a:extLst>
          </p:cNvPr>
          <p:cNvSpPr>
            <a:spLocks/>
          </p:cNvSpPr>
          <p:nvPr/>
        </p:nvSpPr>
        <p:spPr bwMode="auto">
          <a:xfrm>
            <a:off x="4388342" y="4591661"/>
            <a:ext cx="1525992" cy="1442426"/>
          </a:xfrm>
          <a:custGeom>
            <a:avLst/>
            <a:gdLst>
              <a:gd name="T0" fmla="*/ 109 w 109"/>
              <a:gd name="T1" fmla="*/ 20 h 103"/>
              <a:gd name="T2" fmla="*/ 109 w 109"/>
              <a:gd name="T3" fmla="*/ 103 h 103"/>
              <a:gd name="T4" fmla="*/ 0 w 109"/>
              <a:gd name="T5" fmla="*/ 58 h 103"/>
              <a:gd name="T6" fmla="*/ 58 w 109"/>
              <a:gd name="T7" fmla="*/ 0 h 103"/>
              <a:gd name="T8" fmla="*/ 109 w 109"/>
              <a:gd name="T9" fmla="*/ 20 h 103"/>
            </a:gdLst>
            <a:ahLst/>
            <a:cxnLst>
              <a:cxn ang="0">
                <a:pos x="T0" y="T1"/>
              </a:cxn>
              <a:cxn ang="0">
                <a:pos x="T2" y="T3"/>
              </a:cxn>
              <a:cxn ang="0">
                <a:pos x="T4" y="T5"/>
              </a:cxn>
              <a:cxn ang="0">
                <a:pos x="T6" y="T7"/>
              </a:cxn>
              <a:cxn ang="0">
                <a:pos x="T8" y="T9"/>
              </a:cxn>
            </a:cxnLst>
            <a:rect l="0" t="0" r="r" b="b"/>
            <a:pathLst>
              <a:path w="109" h="103">
                <a:moveTo>
                  <a:pt x="109" y="20"/>
                </a:moveTo>
                <a:cubicBezTo>
                  <a:pt x="109" y="103"/>
                  <a:pt x="109" y="103"/>
                  <a:pt x="109" y="103"/>
                </a:cubicBezTo>
                <a:cubicBezTo>
                  <a:pt x="67" y="100"/>
                  <a:pt x="30" y="83"/>
                  <a:pt x="0" y="58"/>
                </a:cubicBezTo>
                <a:cubicBezTo>
                  <a:pt x="58" y="0"/>
                  <a:pt x="58" y="0"/>
                  <a:pt x="58" y="0"/>
                </a:cubicBezTo>
                <a:cubicBezTo>
                  <a:pt x="73" y="11"/>
                  <a:pt x="90" y="18"/>
                  <a:pt x="109" y="20"/>
                </a:cubicBezTo>
                <a:close/>
              </a:path>
            </a:pathLst>
          </a:custGeom>
          <a:solidFill>
            <a:schemeClr val="accent1">
              <a:lumMod val="90000"/>
            </a:schemeClr>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79" name="Freeform 12">
            <a:extLst>
              <a:ext uri="{FF2B5EF4-FFF2-40B4-BE49-F238E27FC236}">
                <a16:creationId xmlns:a16="http://schemas.microsoft.com/office/drawing/2014/main" id="{3DF4FBAC-E327-4188-9A1E-4B22ABF33630}"/>
              </a:ext>
            </a:extLst>
          </p:cNvPr>
          <p:cNvSpPr>
            <a:spLocks/>
          </p:cNvSpPr>
          <p:nvPr/>
        </p:nvSpPr>
        <p:spPr bwMode="auto">
          <a:xfrm>
            <a:off x="6292199" y="4591661"/>
            <a:ext cx="1513276" cy="1442426"/>
          </a:xfrm>
          <a:custGeom>
            <a:avLst/>
            <a:gdLst>
              <a:gd name="T0" fmla="*/ 50 w 108"/>
              <a:gd name="T1" fmla="*/ 0 h 103"/>
              <a:gd name="T2" fmla="*/ 108 w 108"/>
              <a:gd name="T3" fmla="*/ 58 h 103"/>
              <a:gd name="T4" fmla="*/ 0 w 108"/>
              <a:gd name="T5" fmla="*/ 103 h 103"/>
              <a:gd name="T6" fmla="*/ 0 w 108"/>
              <a:gd name="T7" fmla="*/ 20 h 103"/>
              <a:gd name="T8" fmla="*/ 50 w 108"/>
              <a:gd name="T9" fmla="*/ 0 h 103"/>
            </a:gdLst>
            <a:ahLst/>
            <a:cxnLst>
              <a:cxn ang="0">
                <a:pos x="T0" y="T1"/>
              </a:cxn>
              <a:cxn ang="0">
                <a:pos x="T2" y="T3"/>
              </a:cxn>
              <a:cxn ang="0">
                <a:pos x="T4" y="T5"/>
              </a:cxn>
              <a:cxn ang="0">
                <a:pos x="T6" y="T7"/>
              </a:cxn>
              <a:cxn ang="0">
                <a:pos x="T8" y="T9"/>
              </a:cxn>
            </a:cxnLst>
            <a:rect l="0" t="0" r="r" b="b"/>
            <a:pathLst>
              <a:path w="108" h="103">
                <a:moveTo>
                  <a:pt x="50" y="0"/>
                </a:moveTo>
                <a:cubicBezTo>
                  <a:pt x="108" y="58"/>
                  <a:pt x="108" y="58"/>
                  <a:pt x="108" y="58"/>
                </a:cubicBezTo>
                <a:cubicBezTo>
                  <a:pt x="79" y="83"/>
                  <a:pt x="41" y="100"/>
                  <a:pt x="0" y="103"/>
                </a:cubicBezTo>
                <a:cubicBezTo>
                  <a:pt x="0" y="20"/>
                  <a:pt x="0" y="20"/>
                  <a:pt x="0" y="20"/>
                </a:cubicBezTo>
                <a:cubicBezTo>
                  <a:pt x="18" y="18"/>
                  <a:pt x="36" y="11"/>
                  <a:pt x="50" y="0"/>
                </a:cubicBezTo>
                <a:close/>
              </a:path>
            </a:pathLst>
          </a:custGeom>
          <a:solidFill>
            <a:schemeClr val="accent3">
              <a:lumMod val="60000"/>
              <a:lumOff val="40000"/>
            </a:schemeClr>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Light"/>
              <a:ea typeface="+mn-ea"/>
              <a:cs typeface="+mn-cs"/>
            </a:endParaRPr>
          </a:p>
        </p:txBody>
      </p:sp>
      <p:sp>
        <p:nvSpPr>
          <p:cNvPr id="80" name="TextBox 79">
            <a:extLst>
              <a:ext uri="{FF2B5EF4-FFF2-40B4-BE49-F238E27FC236}">
                <a16:creationId xmlns:a16="http://schemas.microsoft.com/office/drawing/2014/main" id="{4D60BA3D-3660-4ECB-A758-379067B1E10D}"/>
              </a:ext>
            </a:extLst>
          </p:cNvPr>
          <p:cNvSpPr txBox="1"/>
          <p:nvPr/>
        </p:nvSpPr>
        <p:spPr>
          <a:xfrm>
            <a:off x="2590642" y="2189360"/>
            <a:ext cx="3113797" cy="861774"/>
          </a:xfrm>
          <a:prstGeom prst="rect">
            <a:avLst/>
          </a:prstGeom>
          <a:noFill/>
          <a:ln w="6350">
            <a:noFill/>
            <a:prstDash val="dash"/>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rPr>
              <a:t>We have supported several initiatives that help the local communities in which we operate to overcome some of the challenges led by the pandemic</a:t>
            </a:r>
          </a:p>
        </p:txBody>
      </p:sp>
      <p:sp>
        <p:nvSpPr>
          <p:cNvPr id="102" name="TextBox 101">
            <a:extLst>
              <a:ext uri="{FF2B5EF4-FFF2-40B4-BE49-F238E27FC236}">
                <a16:creationId xmlns:a16="http://schemas.microsoft.com/office/drawing/2014/main" id="{7EC010D9-716C-4DFE-9BAE-AA15065FC16D}"/>
              </a:ext>
            </a:extLst>
          </p:cNvPr>
          <p:cNvSpPr txBox="1"/>
          <p:nvPr/>
        </p:nvSpPr>
        <p:spPr>
          <a:xfrm>
            <a:off x="7806255" y="686716"/>
            <a:ext cx="1518657" cy="430887"/>
          </a:xfrm>
          <a:prstGeom prst="rect">
            <a:avLst/>
          </a:prstGeom>
          <a:noFill/>
          <a:ln w="6350">
            <a:noFill/>
            <a:prstDash val="dash"/>
          </a:ln>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rPr>
              <a:t>School equipment donations</a:t>
            </a:r>
          </a:p>
        </p:txBody>
      </p:sp>
      <p:sp>
        <p:nvSpPr>
          <p:cNvPr id="103" name="TextBox 102">
            <a:extLst>
              <a:ext uri="{FF2B5EF4-FFF2-40B4-BE49-F238E27FC236}">
                <a16:creationId xmlns:a16="http://schemas.microsoft.com/office/drawing/2014/main" id="{1EE48EA5-D88A-4508-AFEA-2271AF4BE0B5}"/>
              </a:ext>
            </a:extLst>
          </p:cNvPr>
          <p:cNvSpPr txBox="1"/>
          <p:nvPr/>
        </p:nvSpPr>
        <p:spPr>
          <a:xfrm>
            <a:off x="7185527" y="570396"/>
            <a:ext cx="607248"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lumMod val="75000"/>
                    <a:lumOff val="25000"/>
                  </a:prstClr>
                </a:solidFill>
                <a:effectLst/>
                <a:uLnTx/>
                <a:uFillTx/>
                <a:latin typeface="Segoe UI"/>
                <a:ea typeface="+mn-ea"/>
                <a:cs typeface="+mn-cs"/>
              </a:rPr>
              <a:t>01</a:t>
            </a:r>
          </a:p>
        </p:txBody>
      </p:sp>
      <p:sp>
        <p:nvSpPr>
          <p:cNvPr id="105" name="TextBox 104">
            <a:extLst>
              <a:ext uri="{FF2B5EF4-FFF2-40B4-BE49-F238E27FC236}">
                <a16:creationId xmlns:a16="http://schemas.microsoft.com/office/drawing/2014/main" id="{0368B741-9BE2-408D-8EC8-FDFFCCA130F2}"/>
              </a:ext>
            </a:extLst>
          </p:cNvPr>
          <p:cNvSpPr txBox="1"/>
          <p:nvPr/>
        </p:nvSpPr>
        <p:spPr>
          <a:xfrm>
            <a:off x="9404485" y="2168298"/>
            <a:ext cx="1518657" cy="646331"/>
          </a:xfrm>
          <a:prstGeom prst="rect">
            <a:avLst/>
          </a:prstGeom>
          <a:noFill/>
          <a:ln w="6350">
            <a:noFill/>
            <a:prstDash val="dash"/>
          </a:ln>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rPr>
              <a:t>Online conversational courses</a:t>
            </a:r>
          </a:p>
        </p:txBody>
      </p:sp>
      <p:sp>
        <p:nvSpPr>
          <p:cNvPr id="106" name="TextBox 105">
            <a:extLst>
              <a:ext uri="{FF2B5EF4-FFF2-40B4-BE49-F238E27FC236}">
                <a16:creationId xmlns:a16="http://schemas.microsoft.com/office/drawing/2014/main" id="{BE3EAFD8-9627-4572-8B9B-23679360B532}"/>
              </a:ext>
            </a:extLst>
          </p:cNvPr>
          <p:cNvSpPr txBox="1"/>
          <p:nvPr/>
        </p:nvSpPr>
        <p:spPr>
          <a:xfrm>
            <a:off x="8802784" y="2064820"/>
            <a:ext cx="607248"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lumMod val="75000"/>
                    <a:lumOff val="25000"/>
                  </a:prstClr>
                </a:solidFill>
                <a:effectLst/>
                <a:uLnTx/>
                <a:uFillTx/>
                <a:latin typeface="Segoe UI"/>
                <a:ea typeface="+mn-ea"/>
                <a:cs typeface="+mn-cs"/>
              </a:rPr>
              <a:t>02</a:t>
            </a:r>
          </a:p>
        </p:txBody>
      </p:sp>
      <p:sp>
        <p:nvSpPr>
          <p:cNvPr id="108" name="TextBox 107">
            <a:extLst>
              <a:ext uri="{FF2B5EF4-FFF2-40B4-BE49-F238E27FC236}">
                <a16:creationId xmlns:a16="http://schemas.microsoft.com/office/drawing/2014/main" id="{FB3CA6C2-D2A0-4481-9944-D320259C88C6}"/>
              </a:ext>
            </a:extLst>
          </p:cNvPr>
          <p:cNvSpPr txBox="1"/>
          <p:nvPr/>
        </p:nvSpPr>
        <p:spPr>
          <a:xfrm>
            <a:off x="8135250" y="5907235"/>
            <a:ext cx="1518657" cy="430887"/>
          </a:xfrm>
          <a:prstGeom prst="rect">
            <a:avLst/>
          </a:prstGeom>
          <a:noFill/>
          <a:ln w="6350">
            <a:noFill/>
            <a:prstDash val="dash"/>
          </a:ln>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hlinkClick r:id="rId2"/>
              </a:rPr>
              <a:t>The Emergency Loan Program</a:t>
            </a:r>
            <a:endPar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endParaRPr>
          </a:p>
        </p:txBody>
      </p:sp>
      <p:sp>
        <p:nvSpPr>
          <p:cNvPr id="109" name="TextBox 108">
            <a:extLst>
              <a:ext uri="{FF2B5EF4-FFF2-40B4-BE49-F238E27FC236}">
                <a16:creationId xmlns:a16="http://schemas.microsoft.com/office/drawing/2014/main" id="{A2337708-EDAE-40E7-8891-75CBA660690D}"/>
              </a:ext>
            </a:extLst>
          </p:cNvPr>
          <p:cNvSpPr txBox="1"/>
          <p:nvPr/>
        </p:nvSpPr>
        <p:spPr>
          <a:xfrm>
            <a:off x="7466485" y="5702163"/>
            <a:ext cx="607248"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lumMod val="75000"/>
                    <a:lumOff val="25000"/>
                  </a:prstClr>
                </a:solidFill>
                <a:effectLst/>
                <a:uLnTx/>
                <a:uFillTx/>
                <a:latin typeface="Segoe UI"/>
                <a:ea typeface="+mn-ea"/>
                <a:cs typeface="+mn-cs"/>
              </a:rPr>
              <a:t>04</a:t>
            </a:r>
          </a:p>
        </p:txBody>
      </p:sp>
      <p:sp>
        <p:nvSpPr>
          <p:cNvPr id="111" name="TextBox 110">
            <a:extLst>
              <a:ext uri="{FF2B5EF4-FFF2-40B4-BE49-F238E27FC236}">
                <a16:creationId xmlns:a16="http://schemas.microsoft.com/office/drawing/2014/main" id="{B51B4813-5B76-42C9-9FF7-617D29BC549A}"/>
              </a:ext>
            </a:extLst>
          </p:cNvPr>
          <p:cNvSpPr txBox="1"/>
          <p:nvPr/>
        </p:nvSpPr>
        <p:spPr>
          <a:xfrm flipH="1">
            <a:off x="3577112" y="6230400"/>
            <a:ext cx="1518657" cy="215444"/>
          </a:xfrm>
          <a:prstGeom prst="rect">
            <a:avLst/>
          </a:prstGeom>
          <a:noFill/>
          <a:ln w="6350">
            <a:noFill/>
            <a:prstDash val="dash"/>
          </a:ln>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hlinkClick r:id="rId3"/>
              </a:rPr>
              <a:t>24Volunteer</a:t>
            </a:r>
            <a:endPar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endParaRPr>
          </a:p>
        </p:txBody>
      </p:sp>
      <p:sp>
        <p:nvSpPr>
          <p:cNvPr id="112" name="TextBox 111">
            <a:extLst>
              <a:ext uri="{FF2B5EF4-FFF2-40B4-BE49-F238E27FC236}">
                <a16:creationId xmlns:a16="http://schemas.microsoft.com/office/drawing/2014/main" id="{B64B9EB9-7DD4-495F-B339-4B8ECB2FC66C}"/>
              </a:ext>
            </a:extLst>
          </p:cNvPr>
          <p:cNvSpPr txBox="1"/>
          <p:nvPr/>
        </p:nvSpPr>
        <p:spPr>
          <a:xfrm flipH="1">
            <a:off x="4118270" y="5702163"/>
            <a:ext cx="607248" cy="523220"/>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lumMod val="75000"/>
                    <a:lumOff val="25000"/>
                  </a:prstClr>
                </a:solidFill>
                <a:effectLst/>
                <a:uLnTx/>
                <a:uFillTx/>
                <a:latin typeface="Segoe UI"/>
                <a:ea typeface="+mn-ea"/>
                <a:cs typeface="+mn-cs"/>
              </a:rPr>
              <a:t>05</a:t>
            </a:r>
          </a:p>
        </p:txBody>
      </p:sp>
      <p:sp>
        <p:nvSpPr>
          <p:cNvPr id="114" name="TextBox 113">
            <a:extLst>
              <a:ext uri="{FF2B5EF4-FFF2-40B4-BE49-F238E27FC236}">
                <a16:creationId xmlns:a16="http://schemas.microsoft.com/office/drawing/2014/main" id="{CCFCD813-4834-439C-AB96-3288C83DE75D}"/>
              </a:ext>
            </a:extLst>
          </p:cNvPr>
          <p:cNvSpPr txBox="1"/>
          <p:nvPr/>
        </p:nvSpPr>
        <p:spPr>
          <a:xfrm>
            <a:off x="8908220" y="4370046"/>
            <a:ext cx="1518657" cy="430887"/>
          </a:xfrm>
          <a:prstGeom prst="rect">
            <a:avLst/>
          </a:prstGeom>
          <a:noFill/>
          <a:ln w="6350">
            <a:noFill/>
            <a:prstDash val="dash"/>
          </a:ln>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hlinkClick r:id="rId4"/>
              </a:rPr>
              <a:t>2021 Global Challenge</a:t>
            </a:r>
            <a:endPar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endParaRPr>
          </a:p>
        </p:txBody>
      </p:sp>
      <p:sp>
        <p:nvSpPr>
          <p:cNvPr id="115" name="TextBox 114">
            <a:extLst>
              <a:ext uri="{FF2B5EF4-FFF2-40B4-BE49-F238E27FC236}">
                <a16:creationId xmlns:a16="http://schemas.microsoft.com/office/drawing/2014/main" id="{20CAF368-9B31-4264-AC8A-F40CB7BC79DC}"/>
              </a:ext>
            </a:extLst>
          </p:cNvPr>
          <p:cNvSpPr txBox="1"/>
          <p:nvPr/>
        </p:nvSpPr>
        <p:spPr>
          <a:xfrm>
            <a:off x="8797237" y="3820084"/>
            <a:ext cx="607248"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lumMod val="75000"/>
                    <a:lumOff val="25000"/>
                  </a:prstClr>
                </a:solidFill>
                <a:effectLst/>
                <a:uLnTx/>
                <a:uFillTx/>
                <a:latin typeface="Segoe UI"/>
                <a:ea typeface="+mn-ea"/>
                <a:cs typeface="+mn-cs"/>
              </a:rPr>
              <a:t>03</a:t>
            </a:r>
          </a:p>
        </p:txBody>
      </p:sp>
      <p:sp>
        <p:nvSpPr>
          <p:cNvPr id="117" name="TextBox 116">
            <a:extLst>
              <a:ext uri="{FF2B5EF4-FFF2-40B4-BE49-F238E27FC236}">
                <a16:creationId xmlns:a16="http://schemas.microsoft.com/office/drawing/2014/main" id="{875E7094-ED57-4D45-8048-22D386090B54}"/>
              </a:ext>
            </a:extLst>
          </p:cNvPr>
          <p:cNvSpPr txBox="1"/>
          <p:nvPr/>
        </p:nvSpPr>
        <p:spPr>
          <a:xfrm>
            <a:off x="1876106" y="4406157"/>
            <a:ext cx="1518657" cy="215444"/>
          </a:xfrm>
          <a:prstGeom prst="rect">
            <a:avLst/>
          </a:prstGeom>
          <a:noFill/>
          <a:ln w="6350">
            <a:noFill/>
            <a:prstDash val="dash"/>
          </a:ln>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hlinkClick r:id="rId5"/>
              </a:rPr>
              <a:t>Psychology Sessions</a:t>
            </a:r>
            <a:endParaRPr kumimoji="0" lang="en-US" sz="1400" b="0" i="0" u="none" strike="noStrike" kern="1200" cap="none" spc="0" normalizeH="0" baseline="0" noProof="0">
              <a:ln>
                <a:noFill/>
              </a:ln>
              <a:solidFill>
                <a:prstClr val="black">
                  <a:lumMod val="75000"/>
                  <a:lumOff val="25000"/>
                </a:prstClr>
              </a:solidFill>
              <a:effectLst/>
              <a:uLnTx/>
              <a:uFillTx/>
              <a:latin typeface="Calibri Light"/>
              <a:ea typeface="+mn-ea"/>
              <a:cs typeface="+mn-cs"/>
            </a:endParaRPr>
          </a:p>
        </p:txBody>
      </p:sp>
      <p:sp>
        <p:nvSpPr>
          <p:cNvPr id="118" name="TextBox 117">
            <a:extLst>
              <a:ext uri="{FF2B5EF4-FFF2-40B4-BE49-F238E27FC236}">
                <a16:creationId xmlns:a16="http://schemas.microsoft.com/office/drawing/2014/main" id="{FD89B67D-4950-441B-8E3E-BDD4BAEE1098}"/>
              </a:ext>
            </a:extLst>
          </p:cNvPr>
          <p:cNvSpPr txBox="1"/>
          <p:nvPr/>
        </p:nvSpPr>
        <p:spPr>
          <a:xfrm>
            <a:off x="2787518" y="3820084"/>
            <a:ext cx="607248" cy="523220"/>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lumMod val="75000"/>
                    <a:lumOff val="25000"/>
                  </a:prstClr>
                </a:solidFill>
                <a:effectLst/>
                <a:uLnTx/>
                <a:uFillTx/>
                <a:latin typeface="Segoe UI"/>
                <a:ea typeface="+mn-ea"/>
                <a:cs typeface="+mn-cs"/>
              </a:rPr>
              <a:t>06</a:t>
            </a:r>
          </a:p>
        </p:txBody>
      </p:sp>
      <p:grpSp>
        <p:nvGrpSpPr>
          <p:cNvPr id="72" name="Group 71">
            <a:extLst>
              <a:ext uri="{FF2B5EF4-FFF2-40B4-BE49-F238E27FC236}">
                <a16:creationId xmlns:a16="http://schemas.microsoft.com/office/drawing/2014/main" id="{0587B8FE-1820-4B1B-BFB4-84E427E91B5F}"/>
              </a:ext>
            </a:extLst>
          </p:cNvPr>
          <p:cNvGrpSpPr/>
          <p:nvPr/>
        </p:nvGrpSpPr>
        <p:grpSpPr>
          <a:xfrm>
            <a:off x="6707524" y="1373676"/>
            <a:ext cx="341313" cy="342900"/>
            <a:chOff x="4113213" y="2544763"/>
            <a:chExt cx="341313" cy="342900"/>
          </a:xfrm>
          <a:solidFill>
            <a:schemeClr val="bg1"/>
          </a:solidFill>
        </p:grpSpPr>
        <p:sp>
          <p:nvSpPr>
            <p:cNvPr id="73" name="Freeform 153">
              <a:extLst>
                <a:ext uri="{FF2B5EF4-FFF2-40B4-BE49-F238E27FC236}">
                  <a16:creationId xmlns:a16="http://schemas.microsoft.com/office/drawing/2014/main" id="{1FBE7022-18B8-49C7-86ED-F34DAAB4CC59}"/>
                </a:ext>
              </a:extLst>
            </p:cNvPr>
            <p:cNvSpPr>
              <a:spLocks/>
            </p:cNvSpPr>
            <p:nvPr/>
          </p:nvSpPr>
          <p:spPr bwMode="auto">
            <a:xfrm>
              <a:off x="4244975" y="2706688"/>
              <a:ext cx="47625" cy="49213"/>
            </a:xfrm>
            <a:custGeom>
              <a:avLst/>
              <a:gdLst>
                <a:gd name="T0" fmla="*/ 0 w 30"/>
                <a:gd name="T1" fmla="*/ 31 h 31"/>
                <a:gd name="T2" fmla="*/ 30 w 30"/>
                <a:gd name="T3" fmla="*/ 17 h 31"/>
                <a:gd name="T4" fmla="*/ 14 w 30"/>
                <a:gd name="T5" fmla="*/ 0 h 31"/>
                <a:gd name="T6" fmla="*/ 0 w 30"/>
                <a:gd name="T7" fmla="*/ 31 h 31"/>
              </a:gdLst>
              <a:ahLst/>
              <a:cxnLst>
                <a:cxn ang="0">
                  <a:pos x="T0" y="T1"/>
                </a:cxn>
                <a:cxn ang="0">
                  <a:pos x="T2" y="T3"/>
                </a:cxn>
                <a:cxn ang="0">
                  <a:pos x="T4" y="T5"/>
                </a:cxn>
                <a:cxn ang="0">
                  <a:pos x="T6" y="T7"/>
                </a:cxn>
              </a:cxnLst>
              <a:rect l="0" t="0" r="r" b="b"/>
              <a:pathLst>
                <a:path w="30" h="31">
                  <a:moveTo>
                    <a:pt x="0" y="31"/>
                  </a:moveTo>
                  <a:lnTo>
                    <a:pt x="30" y="17"/>
                  </a:lnTo>
                  <a:lnTo>
                    <a:pt x="14" y="0"/>
                  </a:lnTo>
                  <a:lnTo>
                    <a:pt x="0"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4" name="Freeform 154">
              <a:extLst>
                <a:ext uri="{FF2B5EF4-FFF2-40B4-BE49-F238E27FC236}">
                  <a16:creationId xmlns:a16="http://schemas.microsoft.com/office/drawing/2014/main" id="{D0DFA5F0-E6F2-4053-B90A-A8FFBD55C19B}"/>
                </a:ext>
              </a:extLst>
            </p:cNvPr>
            <p:cNvSpPr>
              <a:spLocks noEditPoints="1"/>
            </p:cNvSpPr>
            <p:nvPr/>
          </p:nvSpPr>
          <p:spPr bwMode="auto">
            <a:xfrm>
              <a:off x="4113213" y="2555875"/>
              <a:ext cx="300038" cy="331788"/>
            </a:xfrm>
            <a:custGeom>
              <a:avLst/>
              <a:gdLst>
                <a:gd name="T0" fmla="*/ 53 w 80"/>
                <a:gd name="T1" fmla="*/ 50 h 88"/>
                <a:gd name="T2" fmla="*/ 52 w 80"/>
                <a:gd name="T3" fmla="*/ 50 h 88"/>
                <a:gd name="T4" fmla="*/ 52 w 80"/>
                <a:gd name="T5" fmla="*/ 50 h 88"/>
                <a:gd name="T6" fmla="*/ 52 w 80"/>
                <a:gd name="T7" fmla="*/ 50 h 88"/>
                <a:gd name="T8" fmla="*/ 32 w 80"/>
                <a:gd name="T9" fmla="*/ 58 h 88"/>
                <a:gd name="T10" fmla="*/ 31 w 80"/>
                <a:gd name="T11" fmla="*/ 59 h 88"/>
                <a:gd name="T12" fmla="*/ 30 w 80"/>
                <a:gd name="T13" fmla="*/ 58 h 88"/>
                <a:gd name="T14" fmla="*/ 30 w 80"/>
                <a:gd name="T15" fmla="*/ 56 h 88"/>
                <a:gd name="T16" fmla="*/ 38 w 80"/>
                <a:gd name="T17" fmla="*/ 36 h 88"/>
                <a:gd name="T18" fmla="*/ 38 w 80"/>
                <a:gd name="T19" fmla="*/ 36 h 88"/>
                <a:gd name="T20" fmla="*/ 38 w 80"/>
                <a:gd name="T21" fmla="*/ 36 h 88"/>
                <a:gd name="T22" fmla="*/ 39 w 80"/>
                <a:gd name="T23" fmla="*/ 35 h 88"/>
                <a:gd name="T24" fmla="*/ 74 w 80"/>
                <a:gd name="T25" fmla="*/ 0 h 88"/>
                <a:gd name="T26" fmla="*/ 74 w 80"/>
                <a:gd name="T27" fmla="*/ 0 h 88"/>
                <a:gd name="T28" fmla="*/ 74 w 80"/>
                <a:gd name="T29" fmla="*/ 0 h 88"/>
                <a:gd name="T30" fmla="*/ 74 w 80"/>
                <a:gd name="T31" fmla="*/ 0 h 88"/>
                <a:gd name="T32" fmla="*/ 2 w 80"/>
                <a:gd name="T33" fmla="*/ 0 h 88"/>
                <a:gd name="T34" fmla="*/ 0 w 80"/>
                <a:gd name="T35" fmla="*/ 2 h 88"/>
                <a:gd name="T36" fmla="*/ 0 w 80"/>
                <a:gd name="T37" fmla="*/ 86 h 88"/>
                <a:gd name="T38" fmla="*/ 2 w 80"/>
                <a:gd name="T39" fmla="*/ 88 h 88"/>
                <a:gd name="T40" fmla="*/ 78 w 80"/>
                <a:gd name="T41" fmla="*/ 88 h 88"/>
                <a:gd name="T42" fmla="*/ 80 w 80"/>
                <a:gd name="T43" fmla="*/ 86 h 88"/>
                <a:gd name="T44" fmla="*/ 80 w 80"/>
                <a:gd name="T45" fmla="*/ 22 h 88"/>
                <a:gd name="T46" fmla="*/ 53 w 80"/>
                <a:gd name="T47" fmla="*/ 50 h 88"/>
                <a:gd name="T48" fmla="*/ 74 w 80"/>
                <a:gd name="T49" fmla="*/ 84 h 88"/>
                <a:gd name="T50" fmla="*/ 74 w 80"/>
                <a:gd name="T51" fmla="*/ 84 h 88"/>
                <a:gd name="T52" fmla="*/ 6 w 80"/>
                <a:gd name="T53" fmla="*/ 84 h 88"/>
                <a:gd name="T54" fmla="*/ 4 w 80"/>
                <a:gd name="T55" fmla="*/ 82 h 88"/>
                <a:gd name="T56" fmla="*/ 4 w 80"/>
                <a:gd name="T57" fmla="*/ 6 h 88"/>
                <a:gd name="T58" fmla="*/ 6 w 80"/>
                <a:gd name="T59" fmla="*/ 4 h 88"/>
                <a:gd name="T60" fmla="*/ 58 w 80"/>
                <a:gd name="T61" fmla="*/ 4 h 88"/>
                <a:gd name="T62" fmla="*/ 58 w 80"/>
                <a:gd name="T63" fmla="*/ 4 h 88"/>
                <a:gd name="T64" fmla="*/ 60 w 80"/>
                <a:gd name="T65" fmla="*/ 6 h 88"/>
                <a:gd name="T66" fmla="*/ 58 w 80"/>
                <a:gd name="T67" fmla="*/ 8 h 88"/>
                <a:gd name="T68" fmla="*/ 8 w 80"/>
                <a:gd name="T69" fmla="*/ 8 h 88"/>
                <a:gd name="T70" fmla="*/ 8 w 80"/>
                <a:gd name="T71" fmla="*/ 80 h 88"/>
                <a:gd name="T72" fmla="*/ 72 w 80"/>
                <a:gd name="T73" fmla="*/ 80 h 88"/>
                <a:gd name="T74" fmla="*/ 72 w 80"/>
                <a:gd name="T75" fmla="*/ 38 h 88"/>
                <a:gd name="T76" fmla="*/ 74 w 80"/>
                <a:gd name="T77" fmla="*/ 36 h 88"/>
                <a:gd name="T78" fmla="*/ 76 w 80"/>
                <a:gd name="T79" fmla="*/ 38 h 88"/>
                <a:gd name="T80" fmla="*/ 76 w 80"/>
                <a:gd name="T81" fmla="*/ 82 h 88"/>
                <a:gd name="T82" fmla="*/ 74 w 80"/>
                <a:gd name="T83" fmla="*/ 8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0" h="88">
                  <a:moveTo>
                    <a:pt x="53" y="50"/>
                  </a:moveTo>
                  <a:cubicBezTo>
                    <a:pt x="53" y="50"/>
                    <a:pt x="52" y="50"/>
                    <a:pt x="52" y="50"/>
                  </a:cubicBezTo>
                  <a:cubicBezTo>
                    <a:pt x="52" y="50"/>
                    <a:pt x="52" y="50"/>
                    <a:pt x="52" y="50"/>
                  </a:cubicBezTo>
                  <a:cubicBezTo>
                    <a:pt x="52" y="50"/>
                    <a:pt x="52" y="50"/>
                    <a:pt x="52" y="50"/>
                  </a:cubicBezTo>
                  <a:cubicBezTo>
                    <a:pt x="32" y="58"/>
                    <a:pt x="32" y="58"/>
                    <a:pt x="32" y="58"/>
                  </a:cubicBezTo>
                  <a:cubicBezTo>
                    <a:pt x="32" y="59"/>
                    <a:pt x="32" y="59"/>
                    <a:pt x="31" y="59"/>
                  </a:cubicBezTo>
                  <a:cubicBezTo>
                    <a:pt x="31" y="59"/>
                    <a:pt x="30" y="58"/>
                    <a:pt x="30" y="58"/>
                  </a:cubicBezTo>
                  <a:cubicBezTo>
                    <a:pt x="30" y="57"/>
                    <a:pt x="29" y="57"/>
                    <a:pt x="30" y="56"/>
                  </a:cubicBezTo>
                  <a:cubicBezTo>
                    <a:pt x="38" y="36"/>
                    <a:pt x="38" y="36"/>
                    <a:pt x="38" y="36"/>
                  </a:cubicBezTo>
                  <a:cubicBezTo>
                    <a:pt x="38" y="36"/>
                    <a:pt x="38" y="36"/>
                    <a:pt x="38" y="36"/>
                  </a:cubicBezTo>
                  <a:cubicBezTo>
                    <a:pt x="38" y="36"/>
                    <a:pt x="38" y="36"/>
                    <a:pt x="38" y="36"/>
                  </a:cubicBezTo>
                  <a:cubicBezTo>
                    <a:pt x="38" y="36"/>
                    <a:pt x="38" y="36"/>
                    <a:pt x="39" y="35"/>
                  </a:cubicBezTo>
                  <a:cubicBezTo>
                    <a:pt x="74" y="0"/>
                    <a:pt x="74" y="0"/>
                    <a:pt x="74" y="0"/>
                  </a:cubicBezTo>
                  <a:cubicBezTo>
                    <a:pt x="74" y="0"/>
                    <a:pt x="74" y="0"/>
                    <a:pt x="74" y="0"/>
                  </a:cubicBezTo>
                  <a:cubicBezTo>
                    <a:pt x="74" y="0"/>
                    <a:pt x="74" y="0"/>
                    <a:pt x="74" y="0"/>
                  </a:cubicBezTo>
                  <a:cubicBezTo>
                    <a:pt x="74" y="0"/>
                    <a:pt x="74" y="0"/>
                    <a:pt x="74" y="0"/>
                  </a:cubicBezTo>
                  <a:cubicBezTo>
                    <a:pt x="2" y="0"/>
                    <a:pt x="2" y="0"/>
                    <a:pt x="2" y="0"/>
                  </a:cubicBezTo>
                  <a:cubicBezTo>
                    <a:pt x="1" y="0"/>
                    <a:pt x="0" y="1"/>
                    <a:pt x="0" y="2"/>
                  </a:cubicBezTo>
                  <a:cubicBezTo>
                    <a:pt x="0" y="86"/>
                    <a:pt x="0" y="86"/>
                    <a:pt x="0" y="86"/>
                  </a:cubicBezTo>
                  <a:cubicBezTo>
                    <a:pt x="0" y="87"/>
                    <a:pt x="1" y="88"/>
                    <a:pt x="2" y="88"/>
                  </a:cubicBezTo>
                  <a:cubicBezTo>
                    <a:pt x="78" y="88"/>
                    <a:pt x="78" y="88"/>
                    <a:pt x="78" y="88"/>
                  </a:cubicBezTo>
                  <a:cubicBezTo>
                    <a:pt x="79" y="88"/>
                    <a:pt x="80" y="87"/>
                    <a:pt x="80" y="86"/>
                  </a:cubicBezTo>
                  <a:cubicBezTo>
                    <a:pt x="80" y="22"/>
                    <a:pt x="80" y="22"/>
                    <a:pt x="80" y="22"/>
                  </a:cubicBezTo>
                  <a:lnTo>
                    <a:pt x="53" y="50"/>
                  </a:lnTo>
                  <a:close/>
                  <a:moveTo>
                    <a:pt x="74" y="84"/>
                  </a:moveTo>
                  <a:cubicBezTo>
                    <a:pt x="74" y="84"/>
                    <a:pt x="74" y="84"/>
                    <a:pt x="74" y="84"/>
                  </a:cubicBezTo>
                  <a:cubicBezTo>
                    <a:pt x="6" y="84"/>
                    <a:pt x="6" y="84"/>
                    <a:pt x="6" y="84"/>
                  </a:cubicBezTo>
                  <a:cubicBezTo>
                    <a:pt x="5" y="84"/>
                    <a:pt x="4" y="83"/>
                    <a:pt x="4" y="82"/>
                  </a:cubicBezTo>
                  <a:cubicBezTo>
                    <a:pt x="4" y="6"/>
                    <a:pt x="4" y="6"/>
                    <a:pt x="4" y="6"/>
                  </a:cubicBezTo>
                  <a:cubicBezTo>
                    <a:pt x="4" y="5"/>
                    <a:pt x="5" y="4"/>
                    <a:pt x="6" y="4"/>
                  </a:cubicBezTo>
                  <a:cubicBezTo>
                    <a:pt x="58" y="4"/>
                    <a:pt x="58" y="4"/>
                    <a:pt x="58" y="4"/>
                  </a:cubicBezTo>
                  <a:cubicBezTo>
                    <a:pt x="58" y="4"/>
                    <a:pt x="58" y="4"/>
                    <a:pt x="58" y="4"/>
                  </a:cubicBezTo>
                  <a:cubicBezTo>
                    <a:pt x="59" y="4"/>
                    <a:pt x="60" y="5"/>
                    <a:pt x="60" y="6"/>
                  </a:cubicBezTo>
                  <a:cubicBezTo>
                    <a:pt x="60" y="7"/>
                    <a:pt x="59" y="8"/>
                    <a:pt x="58" y="8"/>
                  </a:cubicBezTo>
                  <a:cubicBezTo>
                    <a:pt x="8" y="8"/>
                    <a:pt x="8" y="8"/>
                    <a:pt x="8" y="8"/>
                  </a:cubicBezTo>
                  <a:cubicBezTo>
                    <a:pt x="8" y="80"/>
                    <a:pt x="8" y="80"/>
                    <a:pt x="8" y="80"/>
                  </a:cubicBezTo>
                  <a:cubicBezTo>
                    <a:pt x="72" y="80"/>
                    <a:pt x="72" y="80"/>
                    <a:pt x="72" y="80"/>
                  </a:cubicBezTo>
                  <a:cubicBezTo>
                    <a:pt x="72" y="38"/>
                    <a:pt x="72" y="38"/>
                    <a:pt x="72" y="38"/>
                  </a:cubicBezTo>
                  <a:cubicBezTo>
                    <a:pt x="72" y="37"/>
                    <a:pt x="73" y="36"/>
                    <a:pt x="74" y="36"/>
                  </a:cubicBezTo>
                  <a:cubicBezTo>
                    <a:pt x="75" y="36"/>
                    <a:pt x="76" y="37"/>
                    <a:pt x="76" y="38"/>
                  </a:cubicBezTo>
                  <a:cubicBezTo>
                    <a:pt x="76" y="82"/>
                    <a:pt x="76" y="82"/>
                    <a:pt x="76" y="82"/>
                  </a:cubicBezTo>
                  <a:cubicBezTo>
                    <a:pt x="76" y="83"/>
                    <a:pt x="75" y="84"/>
                    <a:pt x="7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5" name="Freeform 155">
              <a:extLst>
                <a:ext uri="{FF2B5EF4-FFF2-40B4-BE49-F238E27FC236}">
                  <a16:creationId xmlns:a16="http://schemas.microsoft.com/office/drawing/2014/main" id="{5418FA62-44B4-4151-9B94-E58761281E4A}"/>
                </a:ext>
              </a:extLst>
            </p:cNvPr>
            <p:cNvSpPr>
              <a:spLocks/>
            </p:cNvSpPr>
            <p:nvPr/>
          </p:nvSpPr>
          <p:spPr bwMode="auto">
            <a:xfrm>
              <a:off x="4405313" y="2544763"/>
              <a:ext cx="49213" cy="49213"/>
            </a:xfrm>
            <a:custGeom>
              <a:avLst/>
              <a:gdLst>
                <a:gd name="T0" fmla="*/ 0 w 31"/>
                <a:gd name="T1" fmla="*/ 9 h 31"/>
                <a:gd name="T2" fmla="*/ 12 w 31"/>
                <a:gd name="T3" fmla="*/ 0 h 31"/>
                <a:gd name="T4" fmla="*/ 31 w 31"/>
                <a:gd name="T5" fmla="*/ 19 h 31"/>
                <a:gd name="T6" fmla="*/ 22 w 31"/>
                <a:gd name="T7" fmla="*/ 31 h 31"/>
                <a:gd name="T8" fmla="*/ 0 w 31"/>
                <a:gd name="T9" fmla="*/ 9 h 31"/>
              </a:gdLst>
              <a:ahLst/>
              <a:cxnLst>
                <a:cxn ang="0">
                  <a:pos x="T0" y="T1"/>
                </a:cxn>
                <a:cxn ang="0">
                  <a:pos x="T2" y="T3"/>
                </a:cxn>
                <a:cxn ang="0">
                  <a:pos x="T4" y="T5"/>
                </a:cxn>
                <a:cxn ang="0">
                  <a:pos x="T6" y="T7"/>
                </a:cxn>
                <a:cxn ang="0">
                  <a:pos x="T8" y="T9"/>
                </a:cxn>
              </a:cxnLst>
              <a:rect l="0" t="0" r="r" b="b"/>
              <a:pathLst>
                <a:path w="31" h="31">
                  <a:moveTo>
                    <a:pt x="0" y="9"/>
                  </a:moveTo>
                  <a:lnTo>
                    <a:pt x="12" y="0"/>
                  </a:lnTo>
                  <a:lnTo>
                    <a:pt x="31" y="19"/>
                  </a:lnTo>
                  <a:lnTo>
                    <a:pt x="22" y="31"/>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2" name="Freeform 156">
              <a:extLst>
                <a:ext uri="{FF2B5EF4-FFF2-40B4-BE49-F238E27FC236}">
                  <a16:creationId xmlns:a16="http://schemas.microsoft.com/office/drawing/2014/main" id="{1F72B125-6848-4231-AA17-0B1E3E3E2E2C}"/>
                </a:ext>
              </a:extLst>
            </p:cNvPr>
            <p:cNvSpPr>
              <a:spLocks/>
            </p:cNvSpPr>
            <p:nvPr/>
          </p:nvSpPr>
          <p:spPr bwMode="auto">
            <a:xfrm>
              <a:off x="4273550" y="2571750"/>
              <a:ext cx="153988" cy="153988"/>
            </a:xfrm>
            <a:custGeom>
              <a:avLst/>
              <a:gdLst>
                <a:gd name="T0" fmla="*/ 76 w 97"/>
                <a:gd name="T1" fmla="*/ 0 h 97"/>
                <a:gd name="T2" fmla="*/ 97 w 97"/>
                <a:gd name="T3" fmla="*/ 21 h 97"/>
                <a:gd name="T4" fmla="*/ 19 w 97"/>
                <a:gd name="T5" fmla="*/ 97 h 97"/>
                <a:gd name="T6" fmla="*/ 0 w 97"/>
                <a:gd name="T7" fmla="*/ 78 h 97"/>
                <a:gd name="T8" fmla="*/ 76 w 97"/>
                <a:gd name="T9" fmla="*/ 0 h 97"/>
              </a:gdLst>
              <a:ahLst/>
              <a:cxnLst>
                <a:cxn ang="0">
                  <a:pos x="T0" y="T1"/>
                </a:cxn>
                <a:cxn ang="0">
                  <a:pos x="T2" y="T3"/>
                </a:cxn>
                <a:cxn ang="0">
                  <a:pos x="T4" y="T5"/>
                </a:cxn>
                <a:cxn ang="0">
                  <a:pos x="T6" y="T7"/>
                </a:cxn>
                <a:cxn ang="0">
                  <a:pos x="T8" y="T9"/>
                </a:cxn>
              </a:cxnLst>
              <a:rect l="0" t="0" r="r" b="b"/>
              <a:pathLst>
                <a:path w="97" h="97">
                  <a:moveTo>
                    <a:pt x="76" y="0"/>
                  </a:moveTo>
                  <a:lnTo>
                    <a:pt x="97" y="21"/>
                  </a:lnTo>
                  <a:lnTo>
                    <a:pt x="19" y="97"/>
                  </a:lnTo>
                  <a:lnTo>
                    <a:pt x="0" y="78"/>
                  </a:ln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83" name="Group 82">
            <a:extLst>
              <a:ext uri="{FF2B5EF4-FFF2-40B4-BE49-F238E27FC236}">
                <a16:creationId xmlns:a16="http://schemas.microsoft.com/office/drawing/2014/main" id="{0598E164-167E-46AA-8C25-20E1403F0C5B}"/>
              </a:ext>
            </a:extLst>
          </p:cNvPr>
          <p:cNvGrpSpPr/>
          <p:nvPr/>
        </p:nvGrpSpPr>
        <p:grpSpPr>
          <a:xfrm>
            <a:off x="7805475" y="2468337"/>
            <a:ext cx="360362" cy="360363"/>
            <a:chOff x="5554663" y="2887663"/>
            <a:chExt cx="360362" cy="360363"/>
          </a:xfrm>
          <a:solidFill>
            <a:schemeClr val="bg1">
              <a:lumMod val="95000"/>
            </a:schemeClr>
          </a:solidFill>
        </p:grpSpPr>
        <p:sp>
          <p:nvSpPr>
            <p:cNvPr id="84" name="Freeform 152">
              <a:extLst>
                <a:ext uri="{FF2B5EF4-FFF2-40B4-BE49-F238E27FC236}">
                  <a16:creationId xmlns:a16="http://schemas.microsoft.com/office/drawing/2014/main" id="{585DC506-58DB-4FEA-B669-9837D0943FED}"/>
                </a:ext>
              </a:extLst>
            </p:cNvPr>
            <p:cNvSpPr>
              <a:spLocks/>
            </p:cNvSpPr>
            <p:nvPr/>
          </p:nvSpPr>
          <p:spPr bwMode="auto">
            <a:xfrm>
              <a:off x="5784850" y="3052763"/>
              <a:ext cx="130175" cy="150813"/>
            </a:xfrm>
            <a:custGeom>
              <a:avLst/>
              <a:gdLst>
                <a:gd name="T0" fmla="*/ 35 w 35"/>
                <a:gd name="T1" fmla="*/ 37 h 40"/>
                <a:gd name="T2" fmla="*/ 24 w 35"/>
                <a:gd name="T3" fmla="*/ 22 h 40"/>
                <a:gd name="T4" fmla="*/ 29 w 35"/>
                <a:gd name="T5" fmla="*/ 12 h 40"/>
                <a:gd name="T6" fmla="*/ 17 w 35"/>
                <a:gd name="T7" fmla="*/ 0 h 40"/>
                <a:gd name="T8" fmla="*/ 5 w 35"/>
                <a:gd name="T9" fmla="*/ 12 h 40"/>
                <a:gd name="T10" fmla="*/ 10 w 35"/>
                <a:gd name="T11" fmla="*/ 22 h 40"/>
                <a:gd name="T12" fmla="*/ 0 w 35"/>
                <a:gd name="T13" fmla="*/ 32 h 40"/>
                <a:gd name="T14" fmla="*/ 7 w 35"/>
                <a:gd name="T15" fmla="*/ 40 h 40"/>
                <a:gd name="T16" fmla="*/ 33 w 35"/>
                <a:gd name="T17" fmla="*/ 40 h 40"/>
                <a:gd name="T18" fmla="*/ 33 w 35"/>
                <a:gd name="T19" fmla="*/ 40 h 40"/>
                <a:gd name="T20" fmla="*/ 35 w 35"/>
                <a:gd name="T21" fmla="*/ 38 h 40"/>
                <a:gd name="T22" fmla="*/ 35 w 35"/>
                <a:gd name="T23" fmla="*/ 3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40">
                  <a:moveTo>
                    <a:pt x="35" y="37"/>
                  </a:moveTo>
                  <a:cubicBezTo>
                    <a:pt x="35" y="30"/>
                    <a:pt x="30" y="24"/>
                    <a:pt x="24" y="22"/>
                  </a:cubicBezTo>
                  <a:cubicBezTo>
                    <a:pt x="27" y="19"/>
                    <a:pt x="29" y="16"/>
                    <a:pt x="29" y="12"/>
                  </a:cubicBezTo>
                  <a:cubicBezTo>
                    <a:pt x="29" y="5"/>
                    <a:pt x="24" y="0"/>
                    <a:pt x="17" y="0"/>
                  </a:cubicBezTo>
                  <a:cubicBezTo>
                    <a:pt x="10" y="0"/>
                    <a:pt x="5" y="5"/>
                    <a:pt x="5" y="12"/>
                  </a:cubicBezTo>
                  <a:cubicBezTo>
                    <a:pt x="5" y="16"/>
                    <a:pt x="7" y="19"/>
                    <a:pt x="10" y="22"/>
                  </a:cubicBezTo>
                  <a:cubicBezTo>
                    <a:pt x="5" y="24"/>
                    <a:pt x="2" y="28"/>
                    <a:pt x="0" y="32"/>
                  </a:cubicBezTo>
                  <a:cubicBezTo>
                    <a:pt x="3" y="34"/>
                    <a:pt x="5" y="37"/>
                    <a:pt x="7" y="40"/>
                  </a:cubicBezTo>
                  <a:cubicBezTo>
                    <a:pt x="33" y="40"/>
                    <a:pt x="33" y="40"/>
                    <a:pt x="33" y="40"/>
                  </a:cubicBezTo>
                  <a:cubicBezTo>
                    <a:pt x="33" y="40"/>
                    <a:pt x="33" y="40"/>
                    <a:pt x="33" y="40"/>
                  </a:cubicBezTo>
                  <a:cubicBezTo>
                    <a:pt x="34" y="40"/>
                    <a:pt x="35" y="39"/>
                    <a:pt x="35" y="38"/>
                  </a:cubicBezTo>
                  <a:cubicBezTo>
                    <a:pt x="35" y="38"/>
                    <a:pt x="35" y="38"/>
                    <a:pt x="35"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5" name="Freeform 153">
              <a:extLst>
                <a:ext uri="{FF2B5EF4-FFF2-40B4-BE49-F238E27FC236}">
                  <a16:creationId xmlns:a16="http://schemas.microsoft.com/office/drawing/2014/main" id="{B64E17BF-7366-4F13-977E-D3AD79ABEA56}"/>
                </a:ext>
              </a:extLst>
            </p:cNvPr>
            <p:cNvSpPr>
              <a:spLocks/>
            </p:cNvSpPr>
            <p:nvPr/>
          </p:nvSpPr>
          <p:spPr bwMode="auto">
            <a:xfrm>
              <a:off x="5554663" y="3052763"/>
              <a:ext cx="131763" cy="150813"/>
            </a:xfrm>
            <a:custGeom>
              <a:avLst/>
              <a:gdLst>
                <a:gd name="T0" fmla="*/ 35 w 35"/>
                <a:gd name="T1" fmla="*/ 32 h 40"/>
                <a:gd name="T2" fmla="*/ 25 w 35"/>
                <a:gd name="T3" fmla="*/ 22 h 40"/>
                <a:gd name="T4" fmla="*/ 30 w 35"/>
                <a:gd name="T5" fmla="*/ 12 h 40"/>
                <a:gd name="T6" fmla="*/ 18 w 35"/>
                <a:gd name="T7" fmla="*/ 0 h 40"/>
                <a:gd name="T8" fmla="*/ 6 w 35"/>
                <a:gd name="T9" fmla="*/ 12 h 40"/>
                <a:gd name="T10" fmla="*/ 11 w 35"/>
                <a:gd name="T11" fmla="*/ 22 h 40"/>
                <a:gd name="T12" fmla="*/ 0 w 35"/>
                <a:gd name="T13" fmla="*/ 38 h 40"/>
                <a:gd name="T14" fmla="*/ 2 w 35"/>
                <a:gd name="T15" fmla="*/ 40 h 40"/>
                <a:gd name="T16" fmla="*/ 28 w 35"/>
                <a:gd name="T17" fmla="*/ 40 h 40"/>
                <a:gd name="T18" fmla="*/ 35 w 35"/>
                <a:gd name="T19"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40">
                  <a:moveTo>
                    <a:pt x="35" y="32"/>
                  </a:moveTo>
                  <a:cubicBezTo>
                    <a:pt x="33" y="27"/>
                    <a:pt x="30" y="24"/>
                    <a:pt x="25" y="22"/>
                  </a:cubicBezTo>
                  <a:cubicBezTo>
                    <a:pt x="28" y="19"/>
                    <a:pt x="30" y="16"/>
                    <a:pt x="30" y="12"/>
                  </a:cubicBezTo>
                  <a:cubicBezTo>
                    <a:pt x="30" y="5"/>
                    <a:pt x="25" y="0"/>
                    <a:pt x="18" y="0"/>
                  </a:cubicBezTo>
                  <a:cubicBezTo>
                    <a:pt x="11" y="0"/>
                    <a:pt x="6" y="5"/>
                    <a:pt x="6" y="12"/>
                  </a:cubicBezTo>
                  <a:cubicBezTo>
                    <a:pt x="6" y="16"/>
                    <a:pt x="8" y="19"/>
                    <a:pt x="11" y="22"/>
                  </a:cubicBezTo>
                  <a:cubicBezTo>
                    <a:pt x="4" y="24"/>
                    <a:pt x="0" y="31"/>
                    <a:pt x="0" y="38"/>
                  </a:cubicBezTo>
                  <a:cubicBezTo>
                    <a:pt x="0" y="39"/>
                    <a:pt x="1" y="40"/>
                    <a:pt x="2" y="40"/>
                  </a:cubicBezTo>
                  <a:cubicBezTo>
                    <a:pt x="28" y="40"/>
                    <a:pt x="28" y="40"/>
                    <a:pt x="28" y="40"/>
                  </a:cubicBezTo>
                  <a:cubicBezTo>
                    <a:pt x="30" y="37"/>
                    <a:pt x="32" y="34"/>
                    <a:pt x="3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6" name="Freeform 154">
              <a:extLst>
                <a:ext uri="{FF2B5EF4-FFF2-40B4-BE49-F238E27FC236}">
                  <a16:creationId xmlns:a16="http://schemas.microsoft.com/office/drawing/2014/main" id="{567E7E31-7A3E-4853-A23D-CE2FE52109AA}"/>
                </a:ext>
              </a:extLst>
            </p:cNvPr>
            <p:cNvSpPr>
              <a:spLocks/>
            </p:cNvSpPr>
            <p:nvPr/>
          </p:nvSpPr>
          <p:spPr bwMode="auto">
            <a:xfrm>
              <a:off x="5667375" y="3098801"/>
              <a:ext cx="136525" cy="149225"/>
            </a:xfrm>
            <a:custGeom>
              <a:avLst/>
              <a:gdLst>
                <a:gd name="T0" fmla="*/ 36 w 36"/>
                <a:gd name="T1" fmla="*/ 37 h 40"/>
                <a:gd name="T2" fmla="*/ 25 w 36"/>
                <a:gd name="T3" fmla="*/ 22 h 40"/>
                <a:gd name="T4" fmla="*/ 30 w 36"/>
                <a:gd name="T5" fmla="*/ 12 h 40"/>
                <a:gd name="T6" fmla="*/ 18 w 36"/>
                <a:gd name="T7" fmla="*/ 0 h 40"/>
                <a:gd name="T8" fmla="*/ 6 w 36"/>
                <a:gd name="T9" fmla="*/ 12 h 40"/>
                <a:gd name="T10" fmla="*/ 11 w 36"/>
                <a:gd name="T11" fmla="*/ 22 h 40"/>
                <a:gd name="T12" fmla="*/ 0 w 36"/>
                <a:gd name="T13" fmla="*/ 38 h 40"/>
                <a:gd name="T14" fmla="*/ 2 w 36"/>
                <a:gd name="T15" fmla="*/ 40 h 40"/>
                <a:gd name="T16" fmla="*/ 34 w 36"/>
                <a:gd name="T17" fmla="*/ 40 h 40"/>
                <a:gd name="T18" fmla="*/ 34 w 36"/>
                <a:gd name="T19" fmla="*/ 40 h 40"/>
                <a:gd name="T20" fmla="*/ 36 w 36"/>
                <a:gd name="T21" fmla="*/ 38 h 40"/>
                <a:gd name="T22" fmla="*/ 36 w 36"/>
                <a:gd name="T23" fmla="*/ 3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40">
                  <a:moveTo>
                    <a:pt x="36" y="37"/>
                  </a:moveTo>
                  <a:cubicBezTo>
                    <a:pt x="36" y="30"/>
                    <a:pt x="31" y="24"/>
                    <a:pt x="25" y="22"/>
                  </a:cubicBezTo>
                  <a:cubicBezTo>
                    <a:pt x="28" y="19"/>
                    <a:pt x="30" y="16"/>
                    <a:pt x="30" y="12"/>
                  </a:cubicBezTo>
                  <a:cubicBezTo>
                    <a:pt x="30" y="5"/>
                    <a:pt x="25" y="0"/>
                    <a:pt x="18" y="0"/>
                  </a:cubicBezTo>
                  <a:cubicBezTo>
                    <a:pt x="11" y="0"/>
                    <a:pt x="6" y="5"/>
                    <a:pt x="6" y="12"/>
                  </a:cubicBezTo>
                  <a:cubicBezTo>
                    <a:pt x="6" y="16"/>
                    <a:pt x="8" y="19"/>
                    <a:pt x="11" y="22"/>
                  </a:cubicBezTo>
                  <a:cubicBezTo>
                    <a:pt x="4" y="24"/>
                    <a:pt x="0" y="31"/>
                    <a:pt x="0" y="38"/>
                  </a:cubicBezTo>
                  <a:cubicBezTo>
                    <a:pt x="0" y="39"/>
                    <a:pt x="1" y="40"/>
                    <a:pt x="2" y="40"/>
                  </a:cubicBezTo>
                  <a:cubicBezTo>
                    <a:pt x="34" y="40"/>
                    <a:pt x="34" y="40"/>
                    <a:pt x="34" y="40"/>
                  </a:cubicBezTo>
                  <a:cubicBezTo>
                    <a:pt x="34" y="40"/>
                    <a:pt x="34" y="40"/>
                    <a:pt x="34" y="40"/>
                  </a:cubicBezTo>
                  <a:cubicBezTo>
                    <a:pt x="35" y="40"/>
                    <a:pt x="36" y="39"/>
                    <a:pt x="36" y="38"/>
                  </a:cubicBezTo>
                  <a:cubicBezTo>
                    <a:pt x="36" y="38"/>
                    <a:pt x="36" y="38"/>
                    <a:pt x="3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7" name="Freeform 155">
              <a:extLst>
                <a:ext uri="{FF2B5EF4-FFF2-40B4-BE49-F238E27FC236}">
                  <a16:creationId xmlns:a16="http://schemas.microsoft.com/office/drawing/2014/main" id="{2CCE04C0-5141-4506-8E47-2EA2EEDC4B12}"/>
                </a:ext>
              </a:extLst>
            </p:cNvPr>
            <p:cNvSpPr>
              <a:spLocks noEditPoints="1"/>
            </p:cNvSpPr>
            <p:nvPr/>
          </p:nvSpPr>
          <p:spPr bwMode="auto">
            <a:xfrm>
              <a:off x="5630863" y="2887663"/>
              <a:ext cx="209550" cy="195263"/>
            </a:xfrm>
            <a:custGeom>
              <a:avLst/>
              <a:gdLst>
                <a:gd name="T0" fmla="*/ 50 w 56"/>
                <a:gd name="T1" fmla="*/ 0 h 52"/>
                <a:gd name="T2" fmla="*/ 6 w 56"/>
                <a:gd name="T3" fmla="*/ 0 h 52"/>
                <a:gd name="T4" fmla="*/ 0 w 56"/>
                <a:gd name="T5" fmla="*/ 6 h 52"/>
                <a:gd name="T6" fmla="*/ 0 w 56"/>
                <a:gd name="T7" fmla="*/ 34 h 52"/>
                <a:gd name="T8" fmla="*/ 6 w 56"/>
                <a:gd name="T9" fmla="*/ 40 h 52"/>
                <a:gd name="T10" fmla="*/ 9 w 56"/>
                <a:gd name="T11" fmla="*/ 40 h 52"/>
                <a:gd name="T12" fmla="*/ 21 w 56"/>
                <a:gd name="T13" fmla="*/ 51 h 52"/>
                <a:gd name="T14" fmla="*/ 22 w 56"/>
                <a:gd name="T15" fmla="*/ 52 h 52"/>
                <a:gd name="T16" fmla="*/ 23 w 56"/>
                <a:gd name="T17" fmla="*/ 52 h 52"/>
                <a:gd name="T18" fmla="*/ 24 w 56"/>
                <a:gd name="T19" fmla="*/ 50 h 52"/>
                <a:gd name="T20" fmla="*/ 24 w 56"/>
                <a:gd name="T21" fmla="*/ 40 h 52"/>
                <a:gd name="T22" fmla="*/ 50 w 56"/>
                <a:gd name="T23" fmla="*/ 40 h 52"/>
                <a:gd name="T24" fmla="*/ 56 w 56"/>
                <a:gd name="T25" fmla="*/ 34 h 52"/>
                <a:gd name="T26" fmla="*/ 56 w 56"/>
                <a:gd name="T27" fmla="*/ 6 h 52"/>
                <a:gd name="T28" fmla="*/ 50 w 56"/>
                <a:gd name="T29" fmla="*/ 0 h 52"/>
                <a:gd name="T30" fmla="*/ 42 w 56"/>
                <a:gd name="T31" fmla="*/ 28 h 52"/>
                <a:gd name="T32" fmla="*/ 14 w 56"/>
                <a:gd name="T33" fmla="*/ 28 h 52"/>
                <a:gd name="T34" fmla="*/ 12 w 56"/>
                <a:gd name="T35" fmla="*/ 26 h 52"/>
                <a:gd name="T36" fmla="*/ 14 w 56"/>
                <a:gd name="T37" fmla="*/ 24 h 52"/>
                <a:gd name="T38" fmla="*/ 42 w 56"/>
                <a:gd name="T39" fmla="*/ 24 h 52"/>
                <a:gd name="T40" fmla="*/ 44 w 56"/>
                <a:gd name="T41" fmla="*/ 26 h 52"/>
                <a:gd name="T42" fmla="*/ 42 w 56"/>
                <a:gd name="T43" fmla="*/ 28 h 52"/>
                <a:gd name="T44" fmla="*/ 42 w 56"/>
                <a:gd name="T45" fmla="*/ 20 h 52"/>
                <a:gd name="T46" fmla="*/ 14 w 56"/>
                <a:gd name="T47" fmla="*/ 20 h 52"/>
                <a:gd name="T48" fmla="*/ 12 w 56"/>
                <a:gd name="T49" fmla="*/ 18 h 52"/>
                <a:gd name="T50" fmla="*/ 14 w 56"/>
                <a:gd name="T51" fmla="*/ 16 h 52"/>
                <a:gd name="T52" fmla="*/ 42 w 56"/>
                <a:gd name="T53" fmla="*/ 16 h 52"/>
                <a:gd name="T54" fmla="*/ 44 w 56"/>
                <a:gd name="T55" fmla="*/ 18 h 52"/>
                <a:gd name="T56" fmla="*/ 42 w 56"/>
                <a:gd name="T57" fmla="*/ 20 h 52"/>
                <a:gd name="T58" fmla="*/ 42 w 56"/>
                <a:gd name="T59" fmla="*/ 12 h 52"/>
                <a:gd name="T60" fmla="*/ 14 w 56"/>
                <a:gd name="T61" fmla="*/ 12 h 52"/>
                <a:gd name="T62" fmla="*/ 12 w 56"/>
                <a:gd name="T63" fmla="*/ 10 h 52"/>
                <a:gd name="T64" fmla="*/ 14 w 56"/>
                <a:gd name="T65" fmla="*/ 8 h 52"/>
                <a:gd name="T66" fmla="*/ 42 w 56"/>
                <a:gd name="T67" fmla="*/ 8 h 52"/>
                <a:gd name="T68" fmla="*/ 44 w 56"/>
                <a:gd name="T69" fmla="*/ 10 h 52"/>
                <a:gd name="T70" fmla="*/ 42 w 56"/>
                <a:gd name="T71"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52">
                  <a:moveTo>
                    <a:pt x="50" y="0"/>
                  </a:moveTo>
                  <a:cubicBezTo>
                    <a:pt x="6" y="0"/>
                    <a:pt x="6" y="0"/>
                    <a:pt x="6" y="0"/>
                  </a:cubicBezTo>
                  <a:cubicBezTo>
                    <a:pt x="3" y="0"/>
                    <a:pt x="0" y="3"/>
                    <a:pt x="0" y="6"/>
                  </a:cubicBezTo>
                  <a:cubicBezTo>
                    <a:pt x="0" y="34"/>
                    <a:pt x="0" y="34"/>
                    <a:pt x="0" y="34"/>
                  </a:cubicBezTo>
                  <a:cubicBezTo>
                    <a:pt x="0" y="37"/>
                    <a:pt x="3" y="40"/>
                    <a:pt x="6" y="40"/>
                  </a:cubicBezTo>
                  <a:cubicBezTo>
                    <a:pt x="9" y="40"/>
                    <a:pt x="9" y="40"/>
                    <a:pt x="9" y="40"/>
                  </a:cubicBezTo>
                  <a:cubicBezTo>
                    <a:pt x="21" y="51"/>
                    <a:pt x="21" y="51"/>
                    <a:pt x="21" y="51"/>
                  </a:cubicBezTo>
                  <a:cubicBezTo>
                    <a:pt x="21" y="52"/>
                    <a:pt x="21" y="52"/>
                    <a:pt x="22" y="52"/>
                  </a:cubicBezTo>
                  <a:cubicBezTo>
                    <a:pt x="22" y="52"/>
                    <a:pt x="23" y="52"/>
                    <a:pt x="23" y="52"/>
                  </a:cubicBezTo>
                  <a:cubicBezTo>
                    <a:pt x="24" y="52"/>
                    <a:pt x="24" y="51"/>
                    <a:pt x="24" y="50"/>
                  </a:cubicBezTo>
                  <a:cubicBezTo>
                    <a:pt x="24" y="40"/>
                    <a:pt x="24" y="40"/>
                    <a:pt x="24" y="40"/>
                  </a:cubicBezTo>
                  <a:cubicBezTo>
                    <a:pt x="50" y="40"/>
                    <a:pt x="50" y="40"/>
                    <a:pt x="50" y="40"/>
                  </a:cubicBezTo>
                  <a:cubicBezTo>
                    <a:pt x="53" y="40"/>
                    <a:pt x="56" y="37"/>
                    <a:pt x="56" y="34"/>
                  </a:cubicBezTo>
                  <a:cubicBezTo>
                    <a:pt x="56" y="6"/>
                    <a:pt x="56" y="6"/>
                    <a:pt x="56" y="6"/>
                  </a:cubicBezTo>
                  <a:cubicBezTo>
                    <a:pt x="56" y="3"/>
                    <a:pt x="53" y="0"/>
                    <a:pt x="50" y="0"/>
                  </a:cubicBezTo>
                  <a:close/>
                  <a:moveTo>
                    <a:pt x="42" y="28"/>
                  </a:moveTo>
                  <a:cubicBezTo>
                    <a:pt x="14" y="28"/>
                    <a:pt x="14" y="28"/>
                    <a:pt x="14" y="28"/>
                  </a:cubicBezTo>
                  <a:cubicBezTo>
                    <a:pt x="13" y="28"/>
                    <a:pt x="12" y="27"/>
                    <a:pt x="12" y="26"/>
                  </a:cubicBezTo>
                  <a:cubicBezTo>
                    <a:pt x="12" y="25"/>
                    <a:pt x="13" y="24"/>
                    <a:pt x="14" y="24"/>
                  </a:cubicBezTo>
                  <a:cubicBezTo>
                    <a:pt x="42" y="24"/>
                    <a:pt x="42" y="24"/>
                    <a:pt x="42" y="24"/>
                  </a:cubicBezTo>
                  <a:cubicBezTo>
                    <a:pt x="43" y="24"/>
                    <a:pt x="44" y="25"/>
                    <a:pt x="44" y="26"/>
                  </a:cubicBezTo>
                  <a:cubicBezTo>
                    <a:pt x="44" y="27"/>
                    <a:pt x="43" y="28"/>
                    <a:pt x="42" y="28"/>
                  </a:cubicBezTo>
                  <a:close/>
                  <a:moveTo>
                    <a:pt x="42" y="20"/>
                  </a:moveTo>
                  <a:cubicBezTo>
                    <a:pt x="14" y="20"/>
                    <a:pt x="14" y="20"/>
                    <a:pt x="14" y="20"/>
                  </a:cubicBezTo>
                  <a:cubicBezTo>
                    <a:pt x="13" y="20"/>
                    <a:pt x="12" y="19"/>
                    <a:pt x="12" y="18"/>
                  </a:cubicBezTo>
                  <a:cubicBezTo>
                    <a:pt x="12" y="17"/>
                    <a:pt x="13" y="16"/>
                    <a:pt x="14" y="16"/>
                  </a:cubicBezTo>
                  <a:cubicBezTo>
                    <a:pt x="42" y="16"/>
                    <a:pt x="42" y="16"/>
                    <a:pt x="42" y="16"/>
                  </a:cubicBezTo>
                  <a:cubicBezTo>
                    <a:pt x="43" y="16"/>
                    <a:pt x="44" y="17"/>
                    <a:pt x="44" y="18"/>
                  </a:cubicBezTo>
                  <a:cubicBezTo>
                    <a:pt x="44" y="19"/>
                    <a:pt x="43" y="20"/>
                    <a:pt x="42" y="20"/>
                  </a:cubicBezTo>
                  <a:close/>
                  <a:moveTo>
                    <a:pt x="42" y="12"/>
                  </a:moveTo>
                  <a:cubicBezTo>
                    <a:pt x="14" y="12"/>
                    <a:pt x="14" y="12"/>
                    <a:pt x="14" y="12"/>
                  </a:cubicBezTo>
                  <a:cubicBezTo>
                    <a:pt x="13" y="12"/>
                    <a:pt x="12" y="11"/>
                    <a:pt x="12" y="10"/>
                  </a:cubicBezTo>
                  <a:cubicBezTo>
                    <a:pt x="12" y="9"/>
                    <a:pt x="13" y="8"/>
                    <a:pt x="14" y="8"/>
                  </a:cubicBezTo>
                  <a:cubicBezTo>
                    <a:pt x="42" y="8"/>
                    <a:pt x="42" y="8"/>
                    <a:pt x="42" y="8"/>
                  </a:cubicBezTo>
                  <a:cubicBezTo>
                    <a:pt x="43" y="8"/>
                    <a:pt x="44" y="9"/>
                    <a:pt x="44" y="10"/>
                  </a:cubicBezTo>
                  <a:cubicBezTo>
                    <a:pt x="44" y="11"/>
                    <a:pt x="43"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89" name="Group 88">
            <a:extLst>
              <a:ext uri="{FF2B5EF4-FFF2-40B4-BE49-F238E27FC236}">
                <a16:creationId xmlns:a16="http://schemas.microsoft.com/office/drawing/2014/main" id="{E9666C19-5FA0-472A-956E-6FABD6F4499A}"/>
              </a:ext>
            </a:extLst>
          </p:cNvPr>
          <p:cNvGrpSpPr/>
          <p:nvPr/>
        </p:nvGrpSpPr>
        <p:grpSpPr>
          <a:xfrm>
            <a:off x="7799692" y="4040779"/>
            <a:ext cx="360363" cy="361950"/>
            <a:chOff x="8440738" y="3970338"/>
            <a:chExt cx="360363" cy="361950"/>
          </a:xfrm>
          <a:solidFill>
            <a:schemeClr val="bg1"/>
          </a:solidFill>
        </p:grpSpPr>
        <p:sp>
          <p:nvSpPr>
            <p:cNvPr id="90" name="Freeform 195">
              <a:extLst>
                <a:ext uri="{FF2B5EF4-FFF2-40B4-BE49-F238E27FC236}">
                  <a16:creationId xmlns:a16="http://schemas.microsoft.com/office/drawing/2014/main" id="{A1D900FD-1C7F-4699-86E0-AB71ADB5A9AC}"/>
                </a:ext>
              </a:extLst>
            </p:cNvPr>
            <p:cNvSpPr>
              <a:spLocks/>
            </p:cNvSpPr>
            <p:nvPr/>
          </p:nvSpPr>
          <p:spPr bwMode="auto">
            <a:xfrm>
              <a:off x="8440738" y="4060825"/>
              <a:ext cx="107950" cy="76200"/>
            </a:xfrm>
            <a:custGeom>
              <a:avLst/>
              <a:gdLst>
                <a:gd name="T0" fmla="*/ 0 w 29"/>
                <a:gd name="T1" fmla="*/ 20 h 20"/>
                <a:gd name="T2" fmla="*/ 26 w 29"/>
                <a:gd name="T3" fmla="*/ 20 h 20"/>
                <a:gd name="T4" fmla="*/ 29 w 29"/>
                <a:gd name="T5" fmla="*/ 0 h 20"/>
                <a:gd name="T6" fmla="*/ 6 w 29"/>
                <a:gd name="T7" fmla="*/ 0 h 20"/>
                <a:gd name="T8" fmla="*/ 0 w 29"/>
                <a:gd name="T9" fmla="*/ 20 h 20"/>
              </a:gdLst>
              <a:ahLst/>
              <a:cxnLst>
                <a:cxn ang="0">
                  <a:pos x="T0" y="T1"/>
                </a:cxn>
                <a:cxn ang="0">
                  <a:pos x="T2" y="T3"/>
                </a:cxn>
                <a:cxn ang="0">
                  <a:pos x="T4" y="T5"/>
                </a:cxn>
                <a:cxn ang="0">
                  <a:pos x="T6" y="T7"/>
                </a:cxn>
                <a:cxn ang="0">
                  <a:pos x="T8" y="T9"/>
                </a:cxn>
              </a:cxnLst>
              <a:rect l="0" t="0" r="r" b="b"/>
              <a:pathLst>
                <a:path w="29" h="20">
                  <a:moveTo>
                    <a:pt x="0" y="20"/>
                  </a:moveTo>
                  <a:cubicBezTo>
                    <a:pt x="26" y="20"/>
                    <a:pt x="26" y="20"/>
                    <a:pt x="26" y="20"/>
                  </a:cubicBezTo>
                  <a:cubicBezTo>
                    <a:pt x="26" y="13"/>
                    <a:pt x="27" y="6"/>
                    <a:pt x="29" y="0"/>
                  </a:cubicBezTo>
                  <a:cubicBezTo>
                    <a:pt x="6" y="0"/>
                    <a:pt x="6" y="0"/>
                    <a:pt x="6" y="0"/>
                  </a:cubicBezTo>
                  <a:cubicBezTo>
                    <a:pt x="3" y="6"/>
                    <a:pt x="1" y="13"/>
                    <a:pt x="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1" name="Freeform 196">
              <a:extLst>
                <a:ext uri="{FF2B5EF4-FFF2-40B4-BE49-F238E27FC236}">
                  <a16:creationId xmlns:a16="http://schemas.microsoft.com/office/drawing/2014/main" id="{AB53A007-9729-42B0-8E34-9D3AAA276406}"/>
                </a:ext>
              </a:extLst>
            </p:cNvPr>
            <p:cNvSpPr>
              <a:spLocks/>
            </p:cNvSpPr>
            <p:nvPr/>
          </p:nvSpPr>
          <p:spPr bwMode="auto">
            <a:xfrm>
              <a:off x="8688388" y="4060825"/>
              <a:ext cx="112713" cy="76200"/>
            </a:xfrm>
            <a:custGeom>
              <a:avLst/>
              <a:gdLst>
                <a:gd name="T0" fmla="*/ 4 w 30"/>
                <a:gd name="T1" fmla="*/ 20 h 20"/>
                <a:gd name="T2" fmla="*/ 30 w 30"/>
                <a:gd name="T3" fmla="*/ 20 h 20"/>
                <a:gd name="T4" fmla="*/ 24 w 30"/>
                <a:gd name="T5" fmla="*/ 0 h 20"/>
                <a:gd name="T6" fmla="*/ 0 w 30"/>
                <a:gd name="T7" fmla="*/ 0 h 20"/>
                <a:gd name="T8" fmla="*/ 4 w 30"/>
                <a:gd name="T9" fmla="*/ 20 h 20"/>
              </a:gdLst>
              <a:ahLst/>
              <a:cxnLst>
                <a:cxn ang="0">
                  <a:pos x="T0" y="T1"/>
                </a:cxn>
                <a:cxn ang="0">
                  <a:pos x="T2" y="T3"/>
                </a:cxn>
                <a:cxn ang="0">
                  <a:pos x="T4" y="T5"/>
                </a:cxn>
                <a:cxn ang="0">
                  <a:pos x="T6" y="T7"/>
                </a:cxn>
                <a:cxn ang="0">
                  <a:pos x="T8" y="T9"/>
                </a:cxn>
              </a:cxnLst>
              <a:rect l="0" t="0" r="r" b="b"/>
              <a:pathLst>
                <a:path w="30" h="20">
                  <a:moveTo>
                    <a:pt x="4" y="20"/>
                  </a:moveTo>
                  <a:cubicBezTo>
                    <a:pt x="30" y="20"/>
                    <a:pt x="30" y="20"/>
                    <a:pt x="30" y="20"/>
                  </a:cubicBezTo>
                  <a:cubicBezTo>
                    <a:pt x="29" y="13"/>
                    <a:pt x="27" y="6"/>
                    <a:pt x="24" y="0"/>
                  </a:cubicBezTo>
                  <a:cubicBezTo>
                    <a:pt x="0" y="0"/>
                    <a:pt x="0" y="0"/>
                    <a:pt x="0" y="0"/>
                  </a:cubicBezTo>
                  <a:cubicBezTo>
                    <a:pt x="2" y="6"/>
                    <a:pt x="4" y="13"/>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2" name="Freeform 197">
              <a:extLst>
                <a:ext uri="{FF2B5EF4-FFF2-40B4-BE49-F238E27FC236}">
                  <a16:creationId xmlns:a16="http://schemas.microsoft.com/office/drawing/2014/main" id="{B1140D18-21FF-4B61-8802-807D9EEF6B55}"/>
                </a:ext>
              </a:extLst>
            </p:cNvPr>
            <p:cNvSpPr>
              <a:spLocks/>
            </p:cNvSpPr>
            <p:nvPr/>
          </p:nvSpPr>
          <p:spPr bwMode="auto">
            <a:xfrm>
              <a:off x="8737600" y="4151313"/>
              <a:ext cx="63500" cy="41275"/>
            </a:xfrm>
            <a:custGeom>
              <a:avLst/>
              <a:gdLst>
                <a:gd name="T0" fmla="*/ 0 w 17"/>
                <a:gd name="T1" fmla="*/ 0 h 11"/>
                <a:gd name="T2" fmla="*/ 6 w 17"/>
                <a:gd name="T3" fmla="*/ 6 h 11"/>
                <a:gd name="T4" fmla="*/ 6 w 17"/>
                <a:gd name="T5" fmla="*/ 6 h 11"/>
                <a:gd name="T6" fmla="*/ 6 w 17"/>
                <a:gd name="T7" fmla="*/ 6 h 11"/>
                <a:gd name="T8" fmla="*/ 11 w 17"/>
                <a:gd name="T9" fmla="*/ 6 h 11"/>
                <a:gd name="T10" fmla="*/ 14 w 17"/>
                <a:gd name="T11" fmla="*/ 8 h 11"/>
                <a:gd name="T12" fmla="*/ 16 w 17"/>
                <a:gd name="T13" fmla="*/ 11 h 11"/>
                <a:gd name="T14" fmla="*/ 17 w 17"/>
                <a:gd name="T15" fmla="*/ 0 h 11"/>
                <a:gd name="T16" fmla="*/ 0 w 17"/>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
                  <a:moveTo>
                    <a:pt x="0" y="0"/>
                  </a:moveTo>
                  <a:cubicBezTo>
                    <a:pt x="3" y="0"/>
                    <a:pt x="6" y="3"/>
                    <a:pt x="6" y="6"/>
                  </a:cubicBezTo>
                  <a:cubicBezTo>
                    <a:pt x="6" y="6"/>
                    <a:pt x="6" y="6"/>
                    <a:pt x="6" y="6"/>
                  </a:cubicBezTo>
                  <a:cubicBezTo>
                    <a:pt x="6" y="6"/>
                    <a:pt x="6" y="6"/>
                    <a:pt x="6" y="6"/>
                  </a:cubicBezTo>
                  <a:cubicBezTo>
                    <a:pt x="7" y="5"/>
                    <a:pt x="9" y="5"/>
                    <a:pt x="11" y="6"/>
                  </a:cubicBezTo>
                  <a:cubicBezTo>
                    <a:pt x="12" y="6"/>
                    <a:pt x="14" y="7"/>
                    <a:pt x="14" y="8"/>
                  </a:cubicBezTo>
                  <a:cubicBezTo>
                    <a:pt x="16" y="11"/>
                    <a:pt x="16" y="11"/>
                    <a:pt x="16" y="11"/>
                  </a:cubicBezTo>
                  <a:cubicBezTo>
                    <a:pt x="17" y="7"/>
                    <a:pt x="17" y="4"/>
                    <a:pt x="17"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3" name="Freeform 198">
              <a:extLst>
                <a:ext uri="{FF2B5EF4-FFF2-40B4-BE49-F238E27FC236}">
                  <a16:creationId xmlns:a16="http://schemas.microsoft.com/office/drawing/2014/main" id="{DF3C51D1-9D22-44F6-A648-2C8A12B40D71}"/>
                </a:ext>
              </a:extLst>
            </p:cNvPr>
            <p:cNvSpPr>
              <a:spLocks/>
            </p:cNvSpPr>
            <p:nvPr/>
          </p:nvSpPr>
          <p:spPr bwMode="auto">
            <a:xfrm>
              <a:off x="8570913" y="4241800"/>
              <a:ext cx="65088" cy="79375"/>
            </a:xfrm>
            <a:custGeom>
              <a:avLst/>
              <a:gdLst>
                <a:gd name="T0" fmla="*/ 17 w 17"/>
                <a:gd name="T1" fmla="*/ 16 h 21"/>
                <a:gd name="T2" fmla="*/ 13 w 17"/>
                <a:gd name="T3" fmla="*/ 10 h 21"/>
                <a:gd name="T4" fmla="*/ 13 w 17"/>
                <a:gd name="T5" fmla="*/ 6 h 21"/>
                <a:gd name="T6" fmla="*/ 16 w 17"/>
                <a:gd name="T7" fmla="*/ 2 h 21"/>
                <a:gd name="T8" fmla="*/ 16 w 17"/>
                <a:gd name="T9" fmla="*/ 2 h 21"/>
                <a:gd name="T10" fmla="*/ 16 w 17"/>
                <a:gd name="T11" fmla="*/ 2 h 21"/>
                <a:gd name="T12" fmla="*/ 14 w 17"/>
                <a:gd name="T13" fmla="*/ 0 h 21"/>
                <a:gd name="T14" fmla="*/ 0 w 17"/>
                <a:gd name="T15" fmla="*/ 0 h 21"/>
                <a:gd name="T16" fmla="*/ 12 w 17"/>
                <a:gd name="T17" fmla="*/ 21 h 21"/>
                <a:gd name="T18" fmla="*/ 13 w 17"/>
                <a:gd name="T19" fmla="*/ 21 h 21"/>
                <a:gd name="T20" fmla="*/ 13 w 17"/>
                <a:gd name="T21" fmla="*/ 21 h 21"/>
                <a:gd name="T22" fmla="*/ 17 w 17"/>
                <a:gd name="T2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17" y="16"/>
                  </a:moveTo>
                  <a:cubicBezTo>
                    <a:pt x="13" y="10"/>
                    <a:pt x="13" y="10"/>
                    <a:pt x="13" y="10"/>
                  </a:cubicBezTo>
                  <a:cubicBezTo>
                    <a:pt x="13" y="9"/>
                    <a:pt x="12" y="7"/>
                    <a:pt x="13" y="6"/>
                  </a:cubicBezTo>
                  <a:cubicBezTo>
                    <a:pt x="13" y="4"/>
                    <a:pt x="14" y="3"/>
                    <a:pt x="16" y="2"/>
                  </a:cubicBezTo>
                  <a:cubicBezTo>
                    <a:pt x="16" y="2"/>
                    <a:pt x="16" y="2"/>
                    <a:pt x="16" y="2"/>
                  </a:cubicBezTo>
                  <a:cubicBezTo>
                    <a:pt x="16" y="2"/>
                    <a:pt x="16" y="2"/>
                    <a:pt x="16" y="2"/>
                  </a:cubicBezTo>
                  <a:cubicBezTo>
                    <a:pt x="15" y="1"/>
                    <a:pt x="14" y="1"/>
                    <a:pt x="14" y="0"/>
                  </a:cubicBezTo>
                  <a:cubicBezTo>
                    <a:pt x="0" y="0"/>
                    <a:pt x="0" y="0"/>
                    <a:pt x="0" y="0"/>
                  </a:cubicBezTo>
                  <a:cubicBezTo>
                    <a:pt x="3" y="7"/>
                    <a:pt x="7" y="14"/>
                    <a:pt x="12" y="21"/>
                  </a:cubicBezTo>
                  <a:cubicBezTo>
                    <a:pt x="13" y="21"/>
                    <a:pt x="13" y="21"/>
                    <a:pt x="13" y="21"/>
                  </a:cubicBezTo>
                  <a:cubicBezTo>
                    <a:pt x="13" y="21"/>
                    <a:pt x="13" y="21"/>
                    <a:pt x="13" y="21"/>
                  </a:cubicBezTo>
                  <a:cubicBezTo>
                    <a:pt x="14" y="19"/>
                    <a:pt x="16" y="18"/>
                    <a:pt x="1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4" name="Freeform 199">
              <a:extLst>
                <a:ext uri="{FF2B5EF4-FFF2-40B4-BE49-F238E27FC236}">
                  <a16:creationId xmlns:a16="http://schemas.microsoft.com/office/drawing/2014/main" id="{15323105-D922-4123-A1A0-62AC3C18528D}"/>
                </a:ext>
              </a:extLst>
            </p:cNvPr>
            <p:cNvSpPr>
              <a:spLocks/>
            </p:cNvSpPr>
            <p:nvPr/>
          </p:nvSpPr>
          <p:spPr bwMode="auto">
            <a:xfrm>
              <a:off x="8440738" y="4151313"/>
              <a:ext cx="107950" cy="76200"/>
            </a:xfrm>
            <a:custGeom>
              <a:avLst/>
              <a:gdLst>
                <a:gd name="T0" fmla="*/ 26 w 29"/>
                <a:gd name="T1" fmla="*/ 0 h 20"/>
                <a:gd name="T2" fmla="*/ 0 w 29"/>
                <a:gd name="T3" fmla="*/ 0 h 20"/>
                <a:gd name="T4" fmla="*/ 4 w 29"/>
                <a:gd name="T5" fmla="*/ 20 h 20"/>
                <a:gd name="T6" fmla="*/ 29 w 29"/>
                <a:gd name="T7" fmla="*/ 20 h 20"/>
                <a:gd name="T8" fmla="*/ 26 w 29"/>
                <a:gd name="T9" fmla="*/ 0 h 20"/>
              </a:gdLst>
              <a:ahLst/>
              <a:cxnLst>
                <a:cxn ang="0">
                  <a:pos x="T0" y="T1"/>
                </a:cxn>
                <a:cxn ang="0">
                  <a:pos x="T2" y="T3"/>
                </a:cxn>
                <a:cxn ang="0">
                  <a:pos x="T4" y="T5"/>
                </a:cxn>
                <a:cxn ang="0">
                  <a:pos x="T6" y="T7"/>
                </a:cxn>
                <a:cxn ang="0">
                  <a:pos x="T8" y="T9"/>
                </a:cxn>
              </a:cxnLst>
              <a:rect l="0" t="0" r="r" b="b"/>
              <a:pathLst>
                <a:path w="29" h="20">
                  <a:moveTo>
                    <a:pt x="26" y="0"/>
                  </a:moveTo>
                  <a:cubicBezTo>
                    <a:pt x="0" y="0"/>
                    <a:pt x="0" y="0"/>
                    <a:pt x="0" y="0"/>
                  </a:cubicBezTo>
                  <a:cubicBezTo>
                    <a:pt x="0" y="7"/>
                    <a:pt x="2" y="14"/>
                    <a:pt x="4" y="20"/>
                  </a:cubicBezTo>
                  <a:cubicBezTo>
                    <a:pt x="29" y="20"/>
                    <a:pt x="29" y="20"/>
                    <a:pt x="29" y="20"/>
                  </a:cubicBezTo>
                  <a:cubicBezTo>
                    <a:pt x="27" y="13"/>
                    <a:pt x="26" y="7"/>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5" name="Freeform 200">
              <a:extLst>
                <a:ext uri="{FF2B5EF4-FFF2-40B4-BE49-F238E27FC236}">
                  <a16:creationId xmlns:a16="http://schemas.microsoft.com/office/drawing/2014/main" id="{58A8BDFB-E52D-472F-BB3A-8B8D47565F3C}"/>
                </a:ext>
              </a:extLst>
            </p:cNvPr>
            <p:cNvSpPr>
              <a:spLocks/>
            </p:cNvSpPr>
            <p:nvPr/>
          </p:nvSpPr>
          <p:spPr bwMode="auto">
            <a:xfrm>
              <a:off x="8570913" y="3978275"/>
              <a:ext cx="95250" cy="68263"/>
            </a:xfrm>
            <a:custGeom>
              <a:avLst/>
              <a:gdLst>
                <a:gd name="T0" fmla="*/ 25 w 25"/>
                <a:gd name="T1" fmla="*/ 18 h 18"/>
                <a:gd name="T2" fmla="*/ 14 w 25"/>
                <a:gd name="T3" fmla="*/ 1 h 18"/>
                <a:gd name="T4" fmla="*/ 13 w 25"/>
                <a:gd name="T5" fmla="*/ 0 h 18"/>
                <a:gd name="T6" fmla="*/ 12 w 25"/>
                <a:gd name="T7" fmla="*/ 1 h 18"/>
                <a:gd name="T8" fmla="*/ 0 w 25"/>
                <a:gd name="T9" fmla="*/ 18 h 18"/>
                <a:gd name="T10" fmla="*/ 25 w 25"/>
                <a:gd name="T11" fmla="*/ 18 h 18"/>
              </a:gdLst>
              <a:ahLst/>
              <a:cxnLst>
                <a:cxn ang="0">
                  <a:pos x="T0" y="T1"/>
                </a:cxn>
                <a:cxn ang="0">
                  <a:pos x="T2" y="T3"/>
                </a:cxn>
                <a:cxn ang="0">
                  <a:pos x="T4" y="T5"/>
                </a:cxn>
                <a:cxn ang="0">
                  <a:pos x="T6" y="T7"/>
                </a:cxn>
                <a:cxn ang="0">
                  <a:pos x="T8" y="T9"/>
                </a:cxn>
                <a:cxn ang="0">
                  <a:pos x="T10" y="T11"/>
                </a:cxn>
              </a:cxnLst>
              <a:rect l="0" t="0" r="r" b="b"/>
              <a:pathLst>
                <a:path w="25" h="18">
                  <a:moveTo>
                    <a:pt x="25" y="18"/>
                  </a:moveTo>
                  <a:cubicBezTo>
                    <a:pt x="22" y="12"/>
                    <a:pt x="19" y="7"/>
                    <a:pt x="14" y="1"/>
                  </a:cubicBezTo>
                  <a:cubicBezTo>
                    <a:pt x="13" y="1"/>
                    <a:pt x="13" y="1"/>
                    <a:pt x="13" y="0"/>
                  </a:cubicBezTo>
                  <a:cubicBezTo>
                    <a:pt x="12" y="1"/>
                    <a:pt x="12" y="1"/>
                    <a:pt x="12" y="1"/>
                  </a:cubicBezTo>
                  <a:cubicBezTo>
                    <a:pt x="7" y="7"/>
                    <a:pt x="3" y="12"/>
                    <a:pt x="0" y="18"/>
                  </a:cubicBezTo>
                  <a:lnTo>
                    <a:pt x="25"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7" name="Freeform 201">
              <a:extLst>
                <a:ext uri="{FF2B5EF4-FFF2-40B4-BE49-F238E27FC236}">
                  <a16:creationId xmlns:a16="http://schemas.microsoft.com/office/drawing/2014/main" id="{FD54EB8F-D320-46EA-9598-85EDE0811ADF}"/>
                </a:ext>
              </a:extLst>
            </p:cNvPr>
            <p:cNvSpPr>
              <a:spLocks/>
            </p:cNvSpPr>
            <p:nvPr/>
          </p:nvSpPr>
          <p:spPr bwMode="auto">
            <a:xfrm>
              <a:off x="8548688" y="4060825"/>
              <a:ext cx="139700" cy="76200"/>
            </a:xfrm>
            <a:custGeom>
              <a:avLst/>
              <a:gdLst>
                <a:gd name="T0" fmla="*/ 37 w 37"/>
                <a:gd name="T1" fmla="*/ 20 h 20"/>
                <a:gd name="T2" fmla="*/ 33 w 37"/>
                <a:gd name="T3" fmla="*/ 0 h 20"/>
                <a:gd name="T4" fmla="*/ 4 w 37"/>
                <a:gd name="T5" fmla="*/ 0 h 20"/>
                <a:gd name="T6" fmla="*/ 0 w 37"/>
                <a:gd name="T7" fmla="*/ 20 h 20"/>
                <a:gd name="T8" fmla="*/ 37 w 37"/>
                <a:gd name="T9" fmla="*/ 20 h 20"/>
              </a:gdLst>
              <a:ahLst/>
              <a:cxnLst>
                <a:cxn ang="0">
                  <a:pos x="T0" y="T1"/>
                </a:cxn>
                <a:cxn ang="0">
                  <a:pos x="T2" y="T3"/>
                </a:cxn>
                <a:cxn ang="0">
                  <a:pos x="T4" y="T5"/>
                </a:cxn>
                <a:cxn ang="0">
                  <a:pos x="T6" y="T7"/>
                </a:cxn>
                <a:cxn ang="0">
                  <a:pos x="T8" y="T9"/>
                </a:cxn>
              </a:cxnLst>
              <a:rect l="0" t="0" r="r" b="b"/>
              <a:pathLst>
                <a:path w="37" h="20">
                  <a:moveTo>
                    <a:pt x="37" y="20"/>
                  </a:moveTo>
                  <a:cubicBezTo>
                    <a:pt x="37" y="13"/>
                    <a:pt x="36" y="6"/>
                    <a:pt x="33" y="0"/>
                  </a:cubicBezTo>
                  <a:cubicBezTo>
                    <a:pt x="4" y="0"/>
                    <a:pt x="4" y="0"/>
                    <a:pt x="4" y="0"/>
                  </a:cubicBezTo>
                  <a:cubicBezTo>
                    <a:pt x="2" y="6"/>
                    <a:pt x="0" y="13"/>
                    <a:pt x="0" y="20"/>
                  </a:cubicBezTo>
                  <a:lnTo>
                    <a:pt x="3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8" name="Freeform 202">
              <a:extLst>
                <a:ext uri="{FF2B5EF4-FFF2-40B4-BE49-F238E27FC236}">
                  <a16:creationId xmlns:a16="http://schemas.microsoft.com/office/drawing/2014/main" id="{EF550B3A-6231-4673-8740-BF9DF2690C92}"/>
                </a:ext>
              </a:extLst>
            </p:cNvPr>
            <p:cNvSpPr>
              <a:spLocks/>
            </p:cNvSpPr>
            <p:nvPr/>
          </p:nvSpPr>
          <p:spPr bwMode="auto">
            <a:xfrm>
              <a:off x="8474075" y="3970338"/>
              <a:ext cx="131763" cy="76200"/>
            </a:xfrm>
            <a:custGeom>
              <a:avLst/>
              <a:gdLst>
                <a:gd name="T0" fmla="*/ 22 w 35"/>
                <a:gd name="T1" fmla="*/ 20 h 20"/>
                <a:gd name="T2" fmla="*/ 35 w 35"/>
                <a:gd name="T3" fmla="*/ 1 h 20"/>
                <a:gd name="T4" fmla="*/ 35 w 35"/>
                <a:gd name="T5" fmla="*/ 0 h 20"/>
                <a:gd name="T6" fmla="*/ 0 w 35"/>
                <a:gd name="T7" fmla="*/ 20 h 20"/>
                <a:gd name="T8" fmla="*/ 22 w 35"/>
                <a:gd name="T9" fmla="*/ 20 h 20"/>
              </a:gdLst>
              <a:ahLst/>
              <a:cxnLst>
                <a:cxn ang="0">
                  <a:pos x="T0" y="T1"/>
                </a:cxn>
                <a:cxn ang="0">
                  <a:pos x="T2" y="T3"/>
                </a:cxn>
                <a:cxn ang="0">
                  <a:pos x="T4" y="T5"/>
                </a:cxn>
                <a:cxn ang="0">
                  <a:pos x="T6" y="T7"/>
                </a:cxn>
                <a:cxn ang="0">
                  <a:pos x="T8" y="T9"/>
                </a:cxn>
              </a:cxnLst>
              <a:rect l="0" t="0" r="r" b="b"/>
              <a:pathLst>
                <a:path w="35" h="20">
                  <a:moveTo>
                    <a:pt x="22" y="20"/>
                  </a:moveTo>
                  <a:cubicBezTo>
                    <a:pt x="25" y="13"/>
                    <a:pt x="29" y="7"/>
                    <a:pt x="35" y="1"/>
                  </a:cubicBezTo>
                  <a:cubicBezTo>
                    <a:pt x="35" y="1"/>
                    <a:pt x="35" y="0"/>
                    <a:pt x="35" y="0"/>
                  </a:cubicBezTo>
                  <a:cubicBezTo>
                    <a:pt x="21" y="1"/>
                    <a:pt x="8" y="9"/>
                    <a:pt x="0" y="20"/>
                  </a:cubicBezTo>
                  <a:lnTo>
                    <a:pt x="22"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9" name="Freeform 203">
              <a:extLst>
                <a:ext uri="{FF2B5EF4-FFF2-40B4-BE49-F238E27FC236}">
                  <a16:creationId xmlns:a16="http://schemas.microsoft.com/office/drawing/2014/main" id="{FC2B4867-7FD3-4BE8-8892-F4E04568ADAE}"/>
                </a:ext>
              </a:extLst>
            </p:cNvPr>
            <p:cNvSpPr>
              <a:spLocks/>
            </p:cNvSpPr>
            <p:nvPr/>
          </p:nvSpPr>
          <p:spPr bwMode="auto">
            <a:xfrm>
              <a:off x="8462963" y="4241800"/>
              <a:ext cx="142875" cy="90488"/>
            </a:xfrm>
            <a:custGeom>
              <a:avLst/>
              <a:gdLst>
                <a:gd name="T0" fmla="*/ 38 w 38"/>
                <a:gd name="T1" fmla="*/ 23 h 24"/>
                <a:gd name="T2" fmla="*/ 25 w 38"/>
                <a:gd name="T3" fmla="*/ 0 h 24"/>
                <a:gd name="T4" fmla="*/ 0 w 38"/>
                <a:gd name="T5" fmla="*/ 0 h 24"/>
                <a:gd name="T6" fmla="*/ 38 w 38"/>
                <a:gd name="T7" fmla="*/ 24 h 24"/>
                <a:gd name="T8" fmla="*/ 38 w 38"/>
                <a:gd name="T9" fmla="*/ 23 h 24"/>
              </a:gdLst>
              <a:ahLst/>
              <a:cxnLst>
                <a:cxn ang="0">
                  <a:pos x="T0" y="T1"/>
                </a:cxn>
                <a:cxn ang="0">
                  <a:pos x="T2" y="T3"/>
                </a:cxn>
                <a:cxn ang="0">
                  <a:pos x="T4" y="T5"/>
                </a:cxn>
                <a:cxn ang="0">
                  <a:pos x="T6" y="T7"/>
                </a:cxn>
                <a:cxn ang="0">
                  <a:pos x="T8" y="T9"/>
                </a:cxn>
              </a:cxnLst>
              <a:rect l="0" t="0" r="r" b="b"/>
              <a:pathLst>
                <a:path w="38" h="24">
                  <a:moveTo>
                    <a:pt x="38" y="23"/>
                  </a:moveTo>
                  <a:cubicBezTo>
                    <a:pt x="32" y="16"/>
                    <a:pt x="28" y="8"/>
                    <a:pt x="25" y="0"/>
                  </a:cubicBezTo>
                  <a:cubicBezTo>
                    <a:pt x="0" y="0"/>
                    <a:pt x="0" y="0"/>
                    <a:pt x="0" y="0"/>
                  </a:cubicBezTo>
                  <a:cubicBezTo>
                    <a:pt x="8" y="13"/>
                    <a:pt x="22" y="23"/>
                    <a:pt x="38" y="24"/>
                  </a:cubicBezTo>
                  <a:lnTo>
                    <a:pt x="38"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0" name="Freeform 204">
              <a:extLst>
                <a:ext uri="{FF2B5EF4-FFF2-40B4-BE49-F238E27FC236}">
                  <a16:creationId xmlns:a16="http://schemas.microsoft.com/office/drawing/2014/main" id="{7A249A56-50A1-40B3-AA1D-07DF5CD57099}"/>
                </a:ext>
              </a:extLst>
            </p:cNvPr>
            <p:cNvSpPr>
              <a:spLocks/>
            </p:cNvSpPr>
            <p:nvPr/>
          </p:nvSpPr>
          <p:spPr bwMode="auto">
            <a:xfrm>
              <a:off x="8631238" y="3970338"/>
              <a:ext cx="134938" cy="76200"/>
            </a:xfrm>
            <a:custGeom>
              <a:avLst/>
              <a:gdLst>
                <a:gd name="T0" fmla="*/ 1 w 36"/>
                <a:gd name="T1" fmla="*/ 1 h 20"/>
                <a:gd name="T2" fmla="*/ 13 w 36"/>
                <a:gd name="T3" fmla="*/ 20 h 20"/>
                <a:gd name="T4" fmla="*/ 36 w 36"/>
                <a:gd name="T5" fmla="*/ 20 h 20"/>
                <a:gd name="T6" fmla="*/ 0 w 36"/>
                <a:gd name="T7" fmla="*/ 0 h 20"/>
                <a:gd name="T8" fmla="*/ 1 w 36"/>
                <a:gd name="T9" fmla="*/ 1 h 20"/>
              </a:gdLst>
              <a:ahLst/>
              <a:cxnLst>
                <a:cxn ang="0">
                  <a:pos x="T0" y="T1"/>
                </a:cxn>
                <a:cxn ang="0">
                  <a:pos x="T2" y="T3"/>
                </a:cxn>
                <a:cxn ang="0">
                  <a:pos x="T4" y="T5"/>
                </a:cxn>
                <a:cxn ang="0">
                  <a:pos x="T6" y="T7"/>
                </a:cxn>
                <a:cxn ang="0">
                  <a:pos x="T8" y="T9"/>
                </a:cxn>
              </a:cxnLst>
              <a:rect l="0" t="0" r="r" b="b"/>
              <a:pathLst>
                <a:path w="36" h="20">
                  <a:moveTo>
                    <a:pt x="1" y="1"/>
                  </a:moveTo>
                  <a:cubicBezTo>
                    <a:pt x="6" y="7"/>
                    <a:pt x="10" y="13"/>
                    <a:pt x="13" y="20"/>
                  </a:cubicBezTo>
                  <a:cubicBezTo>
                    <a:pt x="36" y="20"/>
                    <a:pt x="36" y="20"/>
                    <a:pt x="36" y="20"/>
                  </a:cubicBezTo>
                  <a:cubicBezTo>
                    <a:pt x="28" y="9"/>
                    <a:pt x="15" y="1"/>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1" name="Freeform 206">
              <a:extLst>
                <a:ext uri="{FF2B5EF4-FFF2-40B4-BE49-F238E27FC236}">
                  <a16:creationId xmlns:a16="http://schemas.microsoft.com/office/drawing/2014/main" id="{9DDFFF7B-B392-42A6-88CD-DF74088CDFC7}"/>
                </a:ext>
              </a:extLst>
            </p:cNvPr>
            <p:cNvSpPr>
              <a:spLocks/>
            </p:cNvSpPr>
            <p:nvPr/>
          </p:nvSpPr>
          <p:spPr bwMode="auto">
            <a:xfrm>
              <a:off x="8548688" y="4151313"/>
              <a:ext cx="139700" cy="76200"/>
            </a:xfrm>
            <a:custGeom>
              <a:avLst/>
              <a:gdLst>
                <a:gd name="T0" fmla="*/ 19 w 37"/>
                <a:gd name="T1" fmla="*/ 18 h 20"/>
                <a:gd name="T2" fmla="*/ 25 w 37"/>
                <a:gd name="T3" fmla="*/ 8 h 20"/>
                <a:gd name="T4" fmla="*/ 33 w 37"/>
                <a:gd name="T5" fmla="*/ 6 h 20"/>
                <a:gd name="T6" fmla="*/ 33 w 37"/>
                <a:gd name="T7" fmla="*/ 6 h 20"/>
                <a:gd name="T8" fmla="*/ 33 w 37"/>
                <a:gd name="T9" fmla="*/ 6 h 20"/>
                <a:gd name="T10" fmla="*/ 37 w 37"/>
                <a:gd name="T11" fmla="*/ 1 h 20"/>
                <a:gd name="T12" fmla="*/ 37 w 37"/>
                <a:gd name="T13" fmla="*/ 0 h 20"/>
                <a:gd name="T14" fmla="*/ 0 w 37"/>
                <a:gd name="T15" fmla="*/ 0 h 20"/>
                <a:gd name="T16" fmla="*/ 4 w 37"/>
                <a:gd name="T17" fmla="*/ 20 h 20"/>
                <a:gd name="T18" fmla="*/ 19 w 37"/>
                <a:gd name="T19" fmla="*/ 20 h 20"/>
                <a:gd name="T20" fmla="*/ 19 w 37"/>
                <a:gd name="T21"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0">
                  <a:moveTo>
                    <a:pt x="19" y="18"/>
                  </a:moveTo>
                  <a:cubicBezTo>
                    <a:pt x="25" y="8"/>
                    <a:pt x="25" y="8"/>
                    <a:pt x="25" y="8"/>
                  </a:cubicBezTo>
                  <a:cubicBezTo>
                    <a:pt x="26" y="5"/>
                    <a:pt x="30" y="5"/>
                    <a:pt x="33" y="6"/>
                  </a:cubicBezTo>
                  <a:cubicBezTo>
                    <a:pt x="33" y="6"/>
                    <a:pt x="33" y="6"/>
                    <a:pt x="33" y="6"/>
                  </a:cubicBezTo>
                  <a:cubicBezTo>
                    <a:pt x="33" y="6"/>
                    <a:pt x="33" y="6"/>
                    <a:pt x="33" y="6"/>
                  </a:cubicBezTo>
                  <a:cubicBezTo>
                    <a:pt x="33" y="4"/>
                    <a:pt x="35" y="1"/>
                    <a:pt x="37" y="1"/>
                  </a:cubicBezTo>
                  <a:cubicBezTo>
                    <a:pt x="37" y="0"/>
                    <a:pt x="37" y="0"/>
                    <a:pt x="37" y="0"/>
                  </a:cubicBezTo>
                  <a:cubicBezTo>
                    <a:pt x="0" y="0"/>
                    <a:pt x="0" y="0"/>
                    <a:pt x="0" y="0"/>
                  </a:cubicBezTo>
                  <a:cubicBezTo>
                    <a:pt x="1" y="7"/>
                    <a:pt x="2" y="13"/>
                    <a:pt x="4" y="20"/>
                  </a:cubicBezTo>
                  <a:cubicBezTo>
                    <a:pt x="19" y="20"/>
                    <a:pt x="19" y="20"/>
                    <a:pt x="19" y="20"/>
                  </a:cubicBezTo>
                  <a:cubicBezTo>
                    <a:pt x="19" y="19"/>
                    <a:pt x="19" y="18"/>
                    <a:pt x="1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4" name="Freeform 207">
              <a:extLst>
                <a:ext uri="{FF2B5EF4-FFF2-40B4-BE49-F238E27FC236}">
                  <a16:creationId xmlns:a16="http://schemas.microsoft.com/office/drawing/2014/main" id="{EC322781-FCB4-41ED-A30E-572CCDEDE7DC}"/>
                </a:ext>
              </a:extLst>
            </p:cNvPr>
            <p:cNvSpPr>
              <a:spLocks noEditPoints="1"/>
            </p:cNvSpPr>
            <p:nvPr/>
          </p:nvSpPr>
          <p:spPr bwMode="auto">
            <a:xfrm>
              <a:off x="8631238" y="4167188"/>
              <a:ext cx="169863" cy="165100"/>
            </a:xfrm>
            <a:custGeom>
              <a:avLst/>
              <a:gdLst>
                <a:gd name="T0" fmla="*/ 44 w 45"/>
                <a:gd name="T1" fmla="*/ 27 h 44"/>
                <a:gd name="T2" fmla="*/ 44 w 45"/>
                <a:gd name="T3" fmla="*/ 26 h 44"/>
                <a:gd name="T4" fmla="*/ 41 w 45"/>
                <a:gd name="T5" fmla="*/ 24 h 44"/>
                <a:gd name="T6" fmla="*/ 41 w 45"/>
                <a:gd name="T7" fmla="*/ 22 h 44"/>
                <a:gd name="T8" fmla="*/ 41 w 45"/>
                <a:gd name="T9" fmla="*/ 20 h 44"/>
                <a:gd name="T10" fmla="*/ 44 w 45"/>
                <a:gd name="T11" fmla="*/ 19 h 44"/>
                <a:gd name="T12" fmla="*/ 44 w 45"/>
                <a:gd name="T13" fmla="*/ 16 h 44"/>
                <a:gd name="T14" fmla="*/ 39 w 45"/>
                <a:gd name="T15" fmla="*/ 6 h 44"/>
                <a:gd name="T16" fmla="*/ 38 w 45"/>
                <a:gd name="T17" fmla="*/ 5 h 44"/>
                <a:gd name="T18" fmla="*/ 36 w 45"/>
                <a:gd name="T19" fmla="*/ 6 h 44"/>
                <a:gd name="T20" fmla="*/ 33 w 45"/>
                <a:gd name="T21" fmla="*/ 7 h 44"/>
                <a:gd name="T22" fmla="*/ 30 w 45"/>
                <a:gd name="T23" fmla="*/ 5 h 44"/>
                <a:gd name="T24" fmla="*/ 30 w 45"/>
                <a:gd name="T25" fmla="*/ 2 h 44"/>
                <a:gd name="T26" fmla="*/ 28 w 45"/>
                <a:gd name="T27" fmla="*/ 0 h 44"/>
                <a:gd name="T28" fmla="*/ 17 w 45"/>
                <a:gd name="T29" fmla="*/ 0 h 44"/>
                <a:gd name="T30" fmla="*/ 15 w 45"/>
                <a:gd name="T31" fmla="*/ 2 h 44"/>
                <a:gd name="T32" fmla="*/ 15 w 45"/>
                <a:gd name="T33" fmla="*/ 5 h 44"/>
                <a:gd name="T34" fmla="*/ 12 w 45"/>
                <a:gd name="T35" fmla="*/ 7 h 44"/>
                <a:gd name="T36" fmla="*/ 9 w 45"/>
                <a:gd name="T37" fmla="*/ 6 h 44"/>
                <a:gd name="T38" fmla="*/ 6 w 45"/>
                <a:gd name="T39" fmla="*/ 6 h 44"/>
                <a:gd name="T40" fmla="*/ 1 w 45"/>
                <a:gd name="T41" fmla="*/ 16 h 44"/>
                <a:gd name="T42" fmla="*/ 2 w 45"/>
                <a:gd name="T43" fmla="*/ 19 h 44"/>
                <a:gd name="T44" fmla="*/ 4 w 45"/>
                <a:gd name="T45" fmla="*/ 20 h 44"/>
                <a:gd name="T46" fmla="*/ 4 w 45"/>
                <a:gd name="T47" fmla="*/ 22 h 44"/>
                <a:gd name="T48" fmla="*/ 4 w 45"/>
                <a:gd name="T49" fmla="*/ 24 h 44"/>
                <a:gd name="T50" fmla="*/ 2 w 45"/>
                <a:gd name="T51" fmla="*/ 26 h 44"/>
                <a:gd name="T52" fmla="*/ 1 w 45"/>
                <a:gd name="T53" fmla="*/ 27 h 44"/>
                <a:gd name="T54" fmla="*/ 1 w 45"/>
                <a:gd name="T55" fmla="*/ 28 h 44"/>
                <a:gd name="T56" fmla="*/ 6 w 45"/>
                <a:gd name="T57" fmla="*/ 38 h 44"/>
                <a:gd name="T58" fmla="*/ 9 w 45"/>
                <a:gd name="T59" fmla="*/ 38 h 44"/>
                <a:gd name="T60" fmla="*/ 12 w 45"/>
                <a:gd name="T61" fmla="*/ 37 h 44"/>
                <a:gd name="T62" fmla="*/ 15 w 45"/>
                <a:gd name="T63" fmla="*/ 39 h 44"/>
                <a:gd name="T64" fmla="*/ 15 w 45"/>
                <a:gd name="T65" fmla="*/ 42 h 44"/>
                <a:gd name="T66" fmla="*/ 17 w 45"/>
                <a:gd name="T67" fmla="*/ 44 h 44"/>
                <a:gd name="T68" fmla="*/ 28 w 45"/>
                <a:gd name="T69" fmla="*/ 44 h 44"/>
                <a:gd name="T70" fmla="*/ 30 w 45"/>
                <a:gd name="T71" fmla="*/ 42 h 44"/>
                <a:gd name="T72" fmla="*/ 30 w 45"/>
                <a:gd name="T73" fmla="*/ 39 h 44"/>
                <a:gd name="T74" fmla="*/ 33 w 45"/>
                <a:gd name="T75" fmla="*/ 37 h 44"/>
                <a:gd name="T76" fmla="*/ 36 w 45"/>
                <a:gd name="T77" fmla="*/ 38 h 44"/>
                <a:gd name="T78" fmla="*/ 38 w 45"/>
                <a:gd name="T79" fmla="*/ 39 h 44"/>
                <a:gd name="T80" fmla="*/ 39 w 45"/>
                <a:gd name="T81" fmla="*/ 38 h 44"/>
                <a:gd name="T82" fmla="*/ 44 w 45"/>
                <a:gd name="T83" fmla="*/ 28 h 44"/>
                <a:gd name="T84" fmla="*/ 44 w 45"/>
                <a:gd name="T85" fmla="*/ 27 h 44"/>
                <a:gd name="T86" fmla="*/ 23 w 45"/>
                <a:gd name="T87" fmla="*/ 29 h 44"/>
                <a:gd name="T88" fmla="*/ 15 w 45"/>
                <a:gd name="T89" fmla="*/ 22 h 44"/>
                <a:gd name="T90" fmla="*/ 23 w 45"/>
                <a:gd name="T91" fmla="*/ 15 h 44"/>
                <a:gd name="T92" fmla="*/ 30 w 45"/>
                <a:gd name="T93" fmla="*/ 22 h 44"/>
                <a:gd name="T94" fmla="*/ 23 w 45"/>
                <a:gd name="T95"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 h="44">
                  <a:moveTo>
                    <a:pt x="44" y="27"/>
                  </a:moveTo>
                  <a:cubicBezTo>
                    <a:pt x="44" y="26"/>
                    <a:pt x="44" y="26"/>
                    <a:pt x="44" y="26"/>
                  </a:cubicBezTo>
                  <a:cubicBezTo>
                    <a:pt x="41" y="24"/>
                    <a:pt x="41" y="24"/>
                    <a:pt x="41" y="24"/>
                  </a:cubicBezTo>
                  <a:cubicBezTo>
                    <a:pt x="41" y="23"/>
                    <a:pt x="41" y="23"/>
                    <a:pt x="41" y="22"/>
                  </a:cubicBezTo>
                  <a:cubicBezTo>
                    <a:pt x="41" y="21"/>
                    <a:pt x="41" y="21"/>
                    <a:pt x="41" y="20"/>
                  </a:cubicBezTo>
                  <a:cubicBezTo>
                    <a:pt x="44" y="19"/>
                    <a:pt x="44" y="19"/>
                    <a:pt x="44" y="19"/>
                  </a:cubicBezTo>
                  <a:cubicBezTo>
                    <a:pt x="44" y="18"/>
                    <a:pt x="45" y="17"/>
                    <a:pt x="44" y="16"/>
                  </a:cubicBezTo>
                  <a:cubicBezTo>
                    <a:pt x="39" y="6"/>
                    <a:pt x="39" y="6"/>
                    <a:pt x="39" y="6"/>
                  </a:cubicBezTo>
                  <a:cubicBezTo>
                    <a:pt x="39" y="6"/>
                    <a:pt x="38" y="6"/>
                    <a:pt x="38" y="5"/>
                  </a:cubicBezTo>
                  <a:cubicBezTo>
                    <a:pt x="37" y="5"/>
                    <a:pt x="37" y="5"/>
                    <a:pt x="36" y="6"/>
                  </a:cubicBezTo>
                  <a:cubicBezTo>
                    <a:pt x="33" y="7"/>
                    <a:pt x="33" y="7"/>
                    <a:pt x="33" y="7"/>
                  </a:cubicBezTo>
                  <a:cubicBezTo>
                    <a:pt x="32" y="7"/>
                    <a:pt x="31" y="6"/>
                    <a:pt x="30" y="5"/>
                  </a:cubicBezTo>
                  <a:cubicBezTo>
                    <a:pt x="30" y="2"/>
                    <a:pt x="30" y="2"/>
                    <a:pt x="30" y="2"/>
                  </a:cubicBezTo>
                  <a:cubicBezTo>
                    <a:pt x="30" y="1"/>
                    <a:pt x="29" y="0"/>
                    <a:pt x="28" y="0"/>
                  </a:cubicBezTo>
                  <a:cubicBezTo>
                    <a:pt x="17" y="0"/>
                    <a:pt x="17" y="0"/>
                    <a:pt x="17" y="0"/>
                  </a:cubicBezTo>
                  <a:cubicBezTo>
                    <a:pt x="16" y="0"/>
                    <a:pt x="15" y="1"/>
                    <a:pt x="15" y="2"/>
                  </a:cubicBezTo>
                  <a:cubicBezTo>
                    <a:pt x="15" y="5"/>
                    <a:pt x="15" y="5"/>
                    <a:pt x="15" y="5"/>
                  </a:cubicBezTo>
                  <a:cubicBezTo>
                    <a:pt x="14" y="6"/>
                    <a:pt x="13" y="6"/>
                    <a:pt x="12" y="7"/>
                  </a:cubicBezTo>
                  <a:cubicBezTo>
                    <a:pt x="9" y="6"/>
                    <a:pt x="9" y="6"/>
                    <a:pt x="9" y="6"/>
                  </a:cubicBezTo>
                  <a:cubicBezTo>
                    <a:pt x="8" y="5"/>
                    <a:pt x="7" y="5"/>
                    <a:pt x="6" y="6"/>
                  </a:cubicBezTo>
                  <a:cubicBezTo>
                    <a:pt x="1" y="16"/>
                    <a:pt x="1" y="16"/>
                    <a:pt x="1" y="16"/>
                  </a:cubicBezTo>
                  <a:cubicBezTo>
                    <a:pt x="0" y="17"/>
                    <a:pt x="1" y="18"/>
                    <a:pt x="2" y="19"/>
                  </a:cubicBezTo>
                  <a:cubicBezTo>
                    <a:pt x="4" y="20"/>
                    <a:pt x="4" y="20"/>
                    <a:pt x="4" y="20"/>
                  </a:cubicBezTo>
                  <a:cubicBezTo>
                    <a:pt x="4" y="21"/>
                    <a:pt x="4" y="21"/>
                    <a:pt x="4" y="22"/>
                  </a:cubicBezTo>
                  <a:cubicBezTo>
                    <a:pt x="4" y="23"/>
                    <a:pt x="4" y="23"/>
                    <a:pt x="4" y="24"/>
                  </a:cubicBezTo>
                  <a:cubicBezTo>
                    <a:pt x="2" y="26"/>
                    <a:pt x="2" y="26"/>
                    <a:pt x="2" y="26"/>
                  </a:cubicBezTo>
                  <a:cubicBezTo>
                    <a:pt x="1" y="26"/>
                    <a:pt x="1" y="26"/>
                    <a:pt x="1" y="27"/>
                  </a:cubicBezTo>
                  <a:cubicBezTo>
                    <a:pt x="0" y="27"/>
                    <a:pt x="1" y="28"/>
                    <a:pt x="1" y="28"/>
                  </a:cubicBezTo>
                  <a:cubicBezTo>
                    <a:pt x="6" y="38"/>
                    <a:pt x="6" y="38"/>
                    <a:pt x="6" y="38"/>
                  </a:cubicBezTo>
                  <a:cubicBezTo>
                    <a:pt x="7" y="39"/>
                    <a:pt x="8" y="39"/>
                    <a:pt x="9" y="38"/>
                  </a:cubicBezTo>
                  <a:cubicBezTo>
                    <a:pt x="12" y="37"/>
                    <a:pt x="12" y="37"/>
                    <a:pt x="12" y="37"/>
                  </a:cubicBezTo>
                  <a:cubicBezTo>
                    <a:pt x="13" y="38"/>
                    <a:pt x="14" y="38"/>
                    <a:pt x="15" y="39"/>
                  </a:cubicBezTo>
                  <a:cubicBezTo>
                    <a:pt x="15" y="42"/>
                    <a:pt x="15" y="42"/>
                    <a:pt x="15" y="42"/>
                  </a:cubicBezTo>
                  <a:cubicBezTo>
                    <a:pt x="15" y="43"/>
                    <a:pt x="16" y="44"/>
                    <a:pt x="17" y="44"/>
                  </a:cubicBezTo>
                  <a:cubicBezTo>
                    <a:pt x="28" y="44"/>
                    <a:pt x="28" y="44"/>
                    <a:pt x="28" y="44"/>
                  </a:cubicBezTo>
                  <a:cubicBezTo>
                    <a:pt x="29" y="44"/>
                    <a:pt x="30" y="43"/>
                    <a:pt x="30" y="42"/>
                  </a:cubicBezTo>
                  <a:cubicBezTo>
                    <a:pt x="30" y="39"/>
                    <a:pt x="30" y="39"/>
                    <a:pt x="30" y="39"/>
                  </a:cubicBezTo>
                  <a:cubicBezTo>
                    <a:pt x="31" y="38"/>
                    <a:pt x="32" y="38"/>
                    <a:pt x="33" y="37"/>
                  </a:cubicBezTo>
                  <a:cubicBezTo>
                    <a:pt x="36" y="38"/>
                    <a:pt x="36" y="38"/>
                    <a:pt x="36" y="38"/>
                  </a:cubicBezTo>
                  <a:cubicBezTo>
                    <a:pt x="37" y="39"/>
                    <a:pt x="37" y="39"/>
                    <a:pt x="38" y="39"/>
                  </a:cubicBezTo>
                  <a:cubicBezTo>
                    <a:pt x="38" y="39"/>
                    <a:pt x="39" y="38"/>
                    <a:pt x="39" y="38"/>
                  </a:cubicBezTo>
                  <a:cubicBezTo>
                    <a:pt x="44" y="28"/>
                    <a:pt x="44" y="28"/>
                    <a:pt x="44" y="28"/>
                  </a:cubicBezTo>
                  <a:cubicBezTo>
                    <a:pt x="45" y="28"/>
                    <a:pt x="45" y="27"/>
                    <a:pt x="44" y="27"/>
                  </a:cubicBezTo>
                  <a:close/>
                  <a:moveTo>
                    <a:pt x="23" y="29"/>
                  </a:moveTo>
                  <a:cubicBezTo>
                    <a:pt x="19" y="29"/>
                    <a:pt x="15" y="26"/>
                    <a:pt x="15" y="22"/>
                  </a:cubicBezTo>
                  <a:cubicBezTo>
                    <a:pt x="15" y="18"/>
                    <a:pt x="19" y="15"/>
                    <a:pt x="23" y="15"/>
                  </a:cubicBezTo>
                  <a:cubicBezTo>
                    <a:pt x="27" y="15"/>
                    <a:pt x="30" y="18"/>
                    <a:pt x="30" y="22"/>
                  </a:cubicBezTo>
                  <a:cubicBezTo>
                    <a:pt x="30" y="26"/>
                    <a:pt x="27" y="29"/>
                    <a:pt x="23"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107" name="Group 106">
            <a:extLst>
              <a:ext uri="{FF2B5EF4-FFF2-40B4-BE49-F238E27FC236}">
                <a16:creationId xmlns:a16="http://schemas.microsoft.com/office/drawing/2014/main" id="{5861407F-7F6F-477E-A596-73D9B774F21A}"/>
              </a:ext>
            </a:extLst>
          </p:cNvPr>
          <p:cNvGrpSpPr/>
          <p:nvPr/>
        </p:nvGrpSpPr>
        <p:grpSpPr>
          <a:xfrm>
            <a:off x="6677361" y="5103324"/>
            <a:ext cx="360363" cy="344488"/>
            <a:chOff x="4833938" y="3983038"/>
            <a:chExt cx="360363" cy="344488"/>
          </a:xfrm>
          <a:solidFill>
            <a:schemeClr val="bg1"/>
          </a:solidFill>
        </p:grpSpPr>
        <p:sp>
          <p:nvSpPr>
            <p:cNvPr id="110" name="Freeform 76">
              <a:extLst>
                <a:ext uri="{FF2B5EF4-FFF2-40B4-BE49-F238E27FC236}">
                  <a16:creationId xmlns:a16="http://schemas.microsoft.com/office/drawing/2014/main" id="{23A2839E-6AEA-46AE-85DD-0FDF69F7C772}"/>
                </a:ext>
              </a:extLst>
            </p:cNvPr>
            <p:cNvSpPr>
              <a:spLocks/>
            </p:cNvSpPr>
            <p:nvPr/>
          </p:nvSpPr>
          <p:spPr bwMode="auto">
            <a:xfrm>
              <a:off x="4833938" y="4179888"/>
              <a:ext cx="74613" cy="128588"/>
            </a:xfrm>
            <a:custGeom>
              <a:avLst/>
              <a:gdLst>
                <a:gd name="T0" fmla="*/ 18 w 20"/>
                <a:gd name="T1" fmla="*/ 0 h 34"/>
                <a:gd name="T2" fmla="*/ 2 w 20"/>
                <a:gd name="T3" fmla="*/ 0 h 34"/>
                <a:gd name="T4" fmla="*/ 0 w 20"/>
                <a:gd name="T5" fmla="*/ 2 h 34"/>
                <a:gd name="T6" fmla="*/ 0 w 20"/>
                <a:gd name="T7" fmla="*/ 32 h 34"/>
                <a:gd name="T8" fmla="*/ 2 w 20"/>
                <a:gd name="T9" fmla="*/ 34 h 34"/>
                <a:gd name="T10" fmla="*/ 18 w 20"/>
                <a:gd name="T11" fmla="*/ 34 h 34"/>
                <a:gd name="T12" fmla="*/ 20 w 20"/>
                <a:gd name="T13" fmla="*/ 32 h 34"/>
                <a:gd name="T14" fmla="*/ 20 w 20"/>
                <a:gd name="T15" fmla="*/ 2 h 34"/>
                <a:gd name="T16" fmla="*/ 18 w 20"/>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4">
                  <a:moveTo>
                    <a:pt x="18" y="0"/>
                  </a:moveTo>
                  <a:cubicBezTo>
                    <a:pt x="2" y="0"/>
                    <a:pt x="2" y="0"/>
                    <a:pt x="2" y="0"/>
                  </a:cubicBezTo>
                  <a:cubicBezTo>
                    <a:pt x="1" y="0"/>
                    <a:pt x="0" y="1"/>
                    <a:pt x="0" y="2"/>
                  </a:cubicBezTo>
                  <a:cubicBezTo>
                    <a:pt x="0" y="32"/>
                    <a:pt x="0" y="32"/>
                    <a:pt x="0" y="32"/>
                  </a:cubicBezTo>
                  <a:cubicBezTo>
                    <a:pt x="0" y="33"/>
                    <a:pt x="1" y="34"/>
                    <a:pt x="2" y="34"/>
                  </a:cubicBezTo>
                  <a:cubicBezTo>
                    <a:pt x="18" y="34"/>
                    <a:pt x="18" y="34"/>
                    <a:pt x="18" y="34"/>
                  </a:cubicBezTo>
                  <a:cubicBezTo>
                    <a:pt x="19" y="34"/>
                    <a:pt x="20" y="33"/>
                    <a:pt x="20" y="32"/>
                  </a:cubicBezTo>
                  <a:cubicBezTo>
                    <a:pt x="20" y="2"/>
                    <a:pt x="20" y="2"/>
                    <a:pt x="20" y="2"/>
                  </a:cubicBezTo>
                  <a:cubicBezTo>
                    <a:pt x="20" y="1"/>
                    <a:pt x="19"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3" name="Freeform 77">
              <a:extLst>
                <a:ext uri="{FF2B5EF4-FFF2-40B4-BE49-F238E27FC236}">
                  <a16:creationId xmlns:a16="http://schemas.microsoft.com/office/drawing/2014/main" id="{10A6E8E3-E357-4B0E-8FF2-15EA813127F0}"/>
                </a:ext>
              </a:extLst>
            </p:cNvPr>
            <p:cNvSpPr>
              <a:spLocks/>
            </p:cNvSpPr>
            <p:nvPr/>
          </p:nvSpPr>
          <p:spPr bwMode="auto">
            <a:xfrm>
              <a:off x="4916488" y="4194176"/>
              <a:ext cx="277813" cy="133350"/>
            </a:xfrm>
            <a:custGeom>
              <a:avLst/>
              <a:gdLst>
                <a:gd name="T0" fmla="*/ 73 w 74"/>
                <a:gd name="T1" fmla="*/ 13 h 35"/>
                <a:gd name="T2" fmla="*/ 59 w 74"/>
                <a:gd name="T3" fmla="*/ 8 h 35"/>
                <a:gd name="T4" fmla="*/ 47 w 74"/>
                <a:gd name="T5" fmla="*/ 12 h 35"/>
                <a:gd name="T6" fmla="*/ 47 w 74"/>
                <a:gd name="T7" fmla="*/ 14 h 35"/>
                <a:gd name="T8" fmla="*/ 45 w 74"/>
                <a:gd name="T9" fmla="*/ 21 h 35"/>
                <a:gd name="T10" fmla="*/ 38 w 74"/>
                <a:gd name="T11" fmla="*/ 24 h 35"/>
                <a:gd name="T12" fmla="*/ 18 w 74"/>
                <a:gd name="T13" fmla="*/ 24 h 35"/>
                <a:gd name="T14" fmla="*/ 16 w 74"/>
                <a:gd name="T15" fmla="*/ 22 h 35"/>
                <a:gd name="T16" fmla="*/ 18 w 74"/>
                <a:gd name="T17" fmla="*/ 20 h 35"/>
                <a:gd name="T18" fmla="*/ 38 w 74"/>
                <a:gd name="T19" fmla="*/ 20 h 35"/>
                <a:gd name="T20" fmla="*/ 42 w 74"/>
                <a:gd name="T21" fmla="*/ 18 h 35"/>
                <a:gd name="T22" fmla="*/ 43 w 74"/>
                <a:gd name="T23" fmla="*/ 14 h 35"/>
                <a:gd name="T24" fmla="*/ 38 w 74"/>
                <a:gd name="T25" fmla="*/ 8 h 35"/>
                <a:gd name="T26" fmla="*/ 27 w 74"/>
                <a:gd name="T27" fmla="*/ 8 h 35"/>
                <a:gd name="T28" fmla="*/ 26 w 74"/>
                <a:gd name="T29" fmla="*/ 8 h 35"/>
                <a:gd name="T30" fmla="*/ 25 w 74"/>
                <a:gd name="T31" fmla="*/ 7 h 35"/>
                <a:gd name="T32" fmla="*/ 8 w 74"/>
                <a:gd name="T33" fmla="*/ 0 h 35"/>
                <a:gd name="T34" fmla="*/ 2 w 74"/>
                <a:gd name="T35" fmla="*/ 0 h 35"/>
                <a:gd name="T36" fmla="*/ 0 w 74"/>
                <a:gd name="T37" fmla="*/ 2 h 35"/>
                <a:gd name="T38" fmla="*/ 0 w 74"/>
                <a:gd name="T39" fmla="*/ 24 h 35"/>
                <a:gd name="T40" fmla="*/ 1 w 74"/>
                <a:gd name="T41" fmla="*/ 26 h 35"/>
                <a:gd name="T42" fmla="*/ 16 w 74"/>
                <a:gd name="T43" fmla="*/ 31 h 35"/>
                <a:gd name="T44" fmla="*/ 32 w 74"/>
                <a:gd name="T45" fmla="*/ 35 h 35"/>
                <a:gd name="T46" fmla="*/ 49 w 74"/>
                <a:gd name="T47" fmla="*/ 29 h 35"/>
                <a:gd name="T48" fmla="*/ 73 w 74"/>
                <a:gd name="T49" fmla="*/ 16 h 35"/>
                <a:gd name="T50" fmla="*/ 74 w 74"/>
                <a:gd name="T51" fmla="*/ 14 h 35"/>
                <a:gd name="T52" fmla="*/ 73 w 74"/>
                <a:gd name="T53"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4" h="35">
                  <a:moveTo>
                    <a:pt x="73" y="13"/>
                  </a:moveTo>
                  <a:cubicBezTo>
                    <a:pt x="69" y="8"/>
                    <a:pt x="65" y="7"/>
                    <a:pt x="59" y="8"/>
                  </a:cubicBezTo>
                  <a:cubicBezTo>
                    <a:pt x="47" y="12"/>
                    <a:pt x="47" y="12"/>
                    <a:pt x="47" y="12"/>
                  </a:cubicBezTo>
                  <a:cubicBezTo>
                    <a:pt x="47" y="13"/>
                    <a:pt x="47" y="13"/>
                    <a:pt x="47" y="14"/>
                  </a:cubicBezTo>
                  <a:cubicBezTo>
                    <a:pt x="47" y="17"/>
                    <a:pt x="47" y="19"/>
                    <a:pt x="45" y="21"/>
                  </a:cubicBezTo>
                  <a:cubicBezTo>
                    <a:pt x="43" y="23"/>
                    <a:pt x="41" y="24"/>
                    <a:pt x="38" y="24"/>
                  </a:cubicBezTo>
                  <a:cubicBezTo>
                    <a:pt x="18" y="24"/>
                    <a:pt x="18" y="24"/>
                    <a:pt x="18" y="24"/>
                  </a:cubicBezTo>
                  <a:cubicBezTo>
                    <a:pt x="17" y="24"/>
                    <a:pt x="16" y="23"/>
                    <a:pt x="16" y="22"/>
                  </a:cubicBezTo>
                  <a:cubicBezTo>
                    <a:pt x="16" y="21"/>
                    <a:pt x="17" y="20"/>
                    <a:pt x="18" y="20"/>
                  </a:cubicBezTo>
                  <a:cubicBezTo>
                    <a:pt x="38" y="20"/>
                    <a:pt x="38" y="20"/>
                    <a:pt x="38" y="20"/>
                  </a:cubicBezTo>
                  <a:cubicBezTo>
                    <a:pt x="40" y="20"/>
                    <a:pt x="41" y="19"/>
                    <a:pt x="42" y="18"/>
                  </a:cubicBezTo>
                  <a:cubicBezTo>
                    <a:pt x="43" y="17"/>
                    <a:pt x="43" y="16"/>
                    <a:pt x="43" y="14"/>
                  </a:cubicBezTo>
                  <a:cubicBezTo>
                    <a:pt x="43" y="12"/>
                    <a:pt x="42" y="8"/>
                    <a:pt x="38" y="8"/>
                  </a:cubicBezTo>
                  <a:cubicBezTo>
                    <a:pt x="27" y="8"/>
                    <a:pt x="27" y="8"/>
                    <a:pt x="27" y="8"/>
                  </a:cubicBezTo>
                  <a:cubicBezTo>
                    <a:pt x="26" y="8"/>
                    <a:pt x="26" y="8"/>
                    <a:pt x="26" y="8"/>
                  </a:cubicBezTo>
                  <a:cubicBezTo>
                    <a:pt x="25" y="8"/>
                    <a:pt x="25" y="8"/>
                    <a:pt x="25" y="7"/>
                  </a:cubicBezTo>
                  <a:cubicBezTo>
                    <a:pt x="23" y="6"/>
                    <a:pt x="17" y="0"/>
                    <a:pt x="8" y="0"/>
                  </a:cubicBezTo>
                  <a:cubicBezTo>
                    <a:pt x="2" y="0"/>
                    <a:pt x="2" y="0"/>
                    <a:pt x="2" y="0"/>
                  </a:cubicBezTo>
                  <a:cubicBezTo>
                    <a:pt x="1" y="0"/>
                    <a:pt x="0" y="1"/>
                    <a:pt x="0" y="2"/>
                  </a:cubicBezTo>
                  <a:cubicBezTo>
                    <a:pt x="0" y="24"/>
                    <a:pt x="0" y="24"/>
                    <a:pt x="0" y="24"/>
                  </a:cubicBezTo>
                  <a:cubicBezTo>
                    <a:pt x="0" y="25"/>
                    <a:pt x="1" y="26"/>
                    <a:pt x="1" y="26"/>
                  </a:cubicBezTo>
                  <a:cubicBezTo>
                    <a:pt x="8" y="28"/>
                    <a:pt x="12" y="30"/>
                    <a:pt x="16" y="31"/>
                  </a:cubicBezTo>
                  <a:cubicBezTo>
                    <a:pt x="24" y="34"/>
                    <a:pt x="28" y="35"/>
                    <a:pt x="32" y="35"/>
                  </a:cubicBezTo>
                  <a:cubicBezTo>
                    <a:pt x="37" y="35"/>
                    <a:pt x="41" y="33"/>
                    <a:pt x="49" y="29"/>
                  </a:cubicBezTo>
                  <a:cubicBezTo>
                    <a:pt x="54" y="26"/>
                    <a:pt x="62" y="21"/>
                    <a:pt x="73" y="16"/>
                  </a:cubicBezTo>
                  <a:cubicBezTo>
                    <a:pt x="73" y="15"/>
                    <a:pt x="74" y="15"/>
                    <a:pt x="74" y="14"/>
                  </a:cubicBezTo>
                  <a:cubicBezTo>
                    <a:pt x="74" y="14"/>
                    <a:pt x="74" y="13"/>
                    <a:pt x="7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6" name="Freeform 78">
              <a:extLst>
                <a:ext uri="{FF2B5EF4-FFF2-40B4-BE49-F238E27FC236}">
                  <a16:creationId xmlns:a16="http://schemas.microsoft.com/office/drawing/2014/main" id="{7EF53EBE-EDFF-4119-8183-2F9A038D389F}"/>
                </a:ext>
              </a:extLst>
            </p:cNvPr>
            <p:cNvSpPr>
              <a:spLocks noEditPoints="1"/>
            </p:cNvSpPr>
            <p:nvPr/>
          </p:nvSpPr>
          <p:spPr bwMode="auto">
            <a:xfrm>
              <a:off x="5037138" y="3983038"/>
              <a:ext cx="104775" cy="106363"/>
            </a:xfrm>
            <a:custGeom>
              <a:avLst/>
              <a:gdLst>
                <a:gd name="T0" fmla="*/ 14 w 28"/>
                <a:gd name="T1" fmla="*/ 28 h 28"/>
                <a:gd name="T2" fmla="*/ 28 w 28"/>
                <a:gd name="T3" fmla="*/ 14 h 28"/>
                <a:gd name="T4" fmla="*/ 14 w 28"/>
                <a:gd name="T5" fmla="*/ 0 h 28"/>
                <a:gd name="T6" fmla="*/ 0 w 28"/>
                <a:gd name="T7" fmla="*/ 14 h 28"/>
                <a:gd name="T8" fmla="*/ 14 w 28"/>
                <a:gd name="T9" fmla="*/ 28 h 28"/>
                <a:gd name="T10" fmla="*/ 12 w 28"/>
                <a:gd name="T11" fmla="*/ 10 h 28"/>
                <a:gd name="T12" fmla="*/ 14 w 28"/>
                <a:gd name="T13" fmla="*/ 8 h 28"/>
                <a:gd name="T14" fmla="*/ 16 w 28"/>
                <a:gd name="T15" fmla="*/ 10 h 28"/>
                <a:gd name="T16" fmla="*/ 16 w 28"/>
                <a:gd name="T17" fmla="*/ 18 h 28"/>
                <a:gd name="T18" fmla="*/ 14 w 28"/>
                <a:gd name="T19" fmla="*/ 20 h 28"/>
                <a:gd name="T20" fmla="*/ 12 w 28"/>
                <a:gd name="T21" fmla="*/ 18 h 28"/>
                <a:gd name="T22" fmla="*/ 12 w 28"/>
                <a:gd name="T2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8">
                  <a:moveTo>
                    <a:pt x="14" y="28"/>
                  </a:moveTo>
                  <a:cubicBezTo>
                    <a:pt x="22" y="28"/>
                    <a:pt x="28" y="22"/>
                    <a:pt x="28" y="14"/>
                  </a:cubicBezTo>
                  <a:cubicBezTo>
                    <a:pt x="28" y="6"/>
                    <a:pt x="22" y="0"/>
                    <a:pt x="14" y="0"/>
                  </a:cubicBezTo>
                  <a:cubicBezTo>
                    <a:pt x="6" y="0"/>
                    <a:pt x="0" y="6"/>
                    <a:pt x="0" y="14"/>
                  </a:cubicBezTo>
                  <a:cubicBezTo>
                    <a:pt x="0" y="22"/>
                    <a:pt x="6" y="28"/>
                    <a:pt x="14" y="28"/>
                  </a:cubicBezTo>
                  <a:close/>
                  <a:moveTo>
                    <a:pt x="12" y="10"/>
                  </a:moveTo>
                  <a:cubicBezTo>
                    <a:pt x="12" y="9"/>
                    <a:pt x="13" y="8"/>
                    <a:pt x="14" y="8"/>
                  </a:cubicBezTo>
                  <a:cubicBezTo>
                    <a:pt x="15" y="8"/>
                    <a:pt x="16" y="9"/>
                    <a:pt x="16" y="10"/>
                  </a:cubicBezTo>
                  <a:cubicBezTo>
                    <a:pt x="16" y="18"/>
                    <a:pt x="16" y="18"/>
                    <a:pt x="16" y="18"/>
                  </a:cubicBezTo>
                  <a:cubicBezTo>
                    <a:pt x="16" y="19"/>
                    <a:pt x="15" y="20"/>
                    <a:pt x="14" y="20"/>
                  </a:cubicBezTo>
                  <a:cubicBezTo>
                    <a:pt x="13" y="20"/>
                    <a:pt x="12" y="19"/>
                    <a:pt x="12" y="18"/>
                  </a:cubicBezTo>
                  <a:lnTo>
                    <a:pt x="1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61" name="Freeform 79">
              <a:extLst>
                <a:ext uri="{FF2B5EF4-FFF2-40B4-BE49-F238E27FC236}">
                  <a16:creationId xmlns:a16="http://schemas.microsoft.com/office/drawing/2014/main" id="{8C0F3BE8-1672-4994-884D-D359EF49142F}"/>
                </a:ext>
              </a:extLst>
            </p:cNvPr>
            <p:cNvSpPr>
              <a:spLocks noEditPoints="1"/>
            </p:cNvSpPr>
            <p:nvPr/>
          </p:nvSpPr>
          <p:spPr bwMode="auto">
            <a:xfrm>
              <a:off x="4968875" y="4089401"/>
              <a:ext cx="104775" cy="104775"/>
            </a:xfrm>
            <a:custGeom>
              <a:avLst/>
              <a:gdLst>
                <a:gd name="T0" fmla="*/ 14 w 28"/>
                <a:gd name="T1" fmla="*/ 28 h 28"/>
                <a:gd name="T2" fmla="*/ 28 w 28"/>
                <a:gd name="T3" fmla="*/ 14 h 28"/>
                <a:gd name="T4" fmla="*/ 14 w 28"/>
                <a:gd name="T5" fmla="*/ 0 h 28"/>
                <a:gd name="T6" fmla="*/ 0 w 28"/>
                <a:gd name="T7" fmla="*/ 14 h 28"/>
                <a:gd name="T8" fmla="*/ 14 w 28"/>
                <a:gd name="T9" fmla="*/ 28 h 28"/>
                <a:gd name="T10" fmla="*/ 12 w 28"/>
                <a:gd name="T11" fmla="*/ 10 h 28"/>
                <a:gd name="T12" fmla="*/ 14 w 28"/>
                <a:gd name="T13" fmla="*/ 8 h 28"/>
                <a:gd name="T14" fmla="*/ 16 w 28"/>
                <a:gd name="T15" fmla="*/ 10 h 28"/>
                <a:gd name="T16" fmla="*/ 16 w 28"/>
                <a:gd name="T17" fmla="*/ 18 h 28"/>
                <a:gd name="T18" fmla="*/ 14 w 28"/>
                <a:gd name="T19" fmla="*/ 20 h 28"/>
                <a:gd name="T20" fmla="*/ 12 w 28"/>
                <a:gd name="T21" fmla="*/ 18 h 28"/>
                <a:gd name="T22" fmla="*/ 12 w 28"/>
                <a:gd name="T2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8">
                  <a:moveTo>
                    <a:pt x="14" y="28"/>
                  </a:moveTo>
                  <a:cubicBezTo>
                    <a:pt x="22" y="28"/>
                    <a:pt x="28" y="22"/>
                    <a:pt x="28" y="14"/>
                  </a:cubicBezTo>
                  <a:cubicBezTo>
                    <a:pt x="28" y="6"/>
                    <a:pt x="22" y="0"/>
                    <a:pt x="14" y="0"/>
                  </a:cubicBezTo>
                  <a:cubicBezTo>
                    <a:pt x="6" y="0"/>
                    <a:pt x="0" y="6"/>
                    <a:pt x="0" y="14"/>
                  </a:cubicBezTo>
                  <a:cubicBezTo>
                    <a:pt x="0" y="22"/>
                    <a:pt x="6" y="28"/>
                    <a:pt x="14" y="28"/>
                  </a:cubicBezTo>
                  <a:close/>
                  <a:moveTo>
                    <a:pt x="12" y="10"/>
                  </a:moveTo>
                  <a:cubicBezTo>
                    <a:pt x="12" y="9"/>
                    <a:pt x="13" y="8"/>
                    <a:pt x="14" y="8"/>
                  </a:cubicBezTo>
                  <a:cubicBezTo>
                    <a:pt x="15" y="8"/>
                    <a:pt x="16" y="9"/>
                    <a:pt x="16" y="10"/>
                  </a:cubicBezTo>
                  <a:cubicBezTo>
                    <a:pt x="16" y="18"/>
                    <a:pt x="16" y="18"/>
                    <a:pt x="16" y="18"/>
                  </a:cubicBezTo>
                  <a:cubicBezTo>
                    <a:pt x="16" y="19"/>
                    <a:pt x="15" y="20"/>
                    <a:pt x="14" y="20"/>
                  </a:cubicBezTo>
                  <a:cubicBezTo>
                    <a:pt x="13" y="20"/>
                    <a:pt x="12" y="19"/>
                    <a:pt x="12" y="18"/>
                  </a:cubicBezTo>
                  <a:lnTo>
                    <a:pt x="1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14" name="Group 13">
            <a:extLst>
              <a:ext uri="{FF2B5EF4-FFF2-40B4-BE49-F238E27FC236}">
                <a16:creationId xmlns:a16="http://schemas.microsoft.com/office/drawing/2014/main" id="{1576ADE2-B7FD-4120-94D5-CAE233E007C6}"/>
              </a:ext>
            </a:extLst>
          </p:cNvPr>
          <p:cNvGrpSpPr/>
          <p:nvPr/>
        </p:nvGrpSpPr>
        <p:grpSpPr>
          <a:xfrm>
            <a:off x="5095769" y="5103838"/>
            <a:ext cx="432000" cy="432000"/>
            <a:chOff x="5654040" y="3013710"/>
            <a:chExt cx="883919" cy="830579"/>
          </a:xfrm>
          <a:solidFill>
            <a:schemeClr val="bg1"/>
          </a:solidFill>
        </p:grpSpPr>
        <p:sp>
          <p:nvSpPr>
            <p:cNvPr id="9" name="Freeform: Shape 8">
              <a:extLst>
                <a:ext uri="{FF2B5EF4-FFF2-40B4-BE49-F238E27FC236}">
                  <a16:creationId xmlns:a16="http://schemas.microsoft.com/office/drawing/2014/main" id="{D25DCAB7-B6E5-4089-89A8-70843490CC93}"/>
                </a:ext>
              </a:extLst>
            </p:cNvPr>
            <p:cNvSpPr/>
            <p:nvPr/>
          </p:nvSpPr>
          <p:spPr>
            <a:xfrm>
              <a:off x="5964769" y="3468052"/>
              <a:ext cx="274462" cy="376237"/>
            </a:xfrm>
            <a:custGeom>
              <a:avLst/>
              <a:gdLst>
                <a:gd name="connsiteX0" fmla="*/ 272201 w 274462"/>
                <a:gd name="connsiteY0" fmla="*/ 87630 h 376237"/>
                <a:gd name="connsiteX1" fmla="*/ 264581 w 274462"/>
                <a:gd name="connsiteY1" fmla="*/ 61913 h 376237"/>
                <a:gd name="connsiteX2" fmla="*/ 238863 w 274462"/>
                <a:gd name="connsiteY2" fmla="*/ 69533 h 376237"/>
                <a:gd name="connsiteX3" fmla="*/ 200763 w 274462"/>
                <a:gd name="connsiteY3" fmla="*/ 137160 h 376237"/>
                <a:gd name="connsiteX4" fmla="*/ 226481 w 274462"/>
                <a:gd name="connsiteY4" fmla="*/ 35243 h 376237"/>
                <a:gd name="connsiteX5" fmla="*/ 212193 w 274462"/>
                <a:gd name="connsiteY5" fmla="*/ 12383 h 376237"/>
                <a:gd name="connsiteX6" fmla="*/ 189333 w 274462"/>
                <a:gd name="connsiteY6" fmla="*/ 26670 h 376237"/>
                <a:gd name="connsiteX7" fmla="*/ 167426 w 274462"/>
                <a:gd name="connsiteY7" fmla="*/ 114300 h 376237"/>
                <a:gd name="connsiteX8" fmla="*/ 167426 w 274462"/>
                <a:gd name="connsiteY8" fmla="*/ 19050 h 376237"/>
                <a:gd name="connsiteX9" fmla="*/ 148376 w 274462"/>
                <a:gd name="connsiteY9" fmla="*/ 0 h 376237"/>
                <a:gd name="connsiteX10" fmla="*/ 129326 w 274462"/>
                <a:gd name="connsiteY10" fmla="*/ 19050 h 376237"/>
                <a:gd name="connsiteX11" fmla="*/ 129326 w 274462"/>
                <a:gd name="connsiteY11" fmla="*/ 120968 h 376237"/>
                <a:gd name="connsiteX12" fmla="*/ 107418 w 274462"/>
                <a:gd name="connsiteY12" fmla="*/ 26670 h 376237"/>
                <a:gd name="connsiteX13" fmla="*/ 84558 w 274462"/>
                <a:gd name="connsiteY13" fmla="*/ 12383 h 376237"/>
                <a:gd name="connsiteX14" fmla="*/ 70271 w 274462"/>
                <a:gd name="connsiteY14" fmla="*/ 35243 h 376237"/>
                <a:gd name="connsiteX15" fmla="*/ 96941 w 274462"/>
                <a:gd name="connsiteY15" fmla="*/ 148590 h 376237"/>
                <a:gd name="connsiteX16" fmla="*/ 90273 w 274462"/>
                <a:gd name="connsiteY16" fmla="*/ 186690 h 376237"/>
                <a:gd name="connsiteX17" fmla="*/ 89321 w 274462"/>
                <a:gd name="connsiteY17" fmla="*/ 185738 h 376237"/>
                <a:gd name="connsiteX18" fmla="*/ 22646 w 274462"/>
                <a:gd name="connsiteY18" fmla="*/ 132398 h 376237"/>
                <a:gd name="connsiteX19" fmla="*/ 738 w 274462"/>
                <a:gd name="connsiteY19" fmla="*/ 144780 h 376237"/>
                <a:gd name="connsiteX20" fmla="*/ 13121 w 274462"/>
                <a:gd name="connsiteY20" fmla="*/ 166688 h 376237"/>
                <a:gd name="connsiteX21" fmla="*/ 49316 w 274462"/>
                <a:gd name="connsiteY21" fmla="*/ 206693 h 376237"/>
                <a:gd name="connsiteX22" fmla="*/ 112181 w 274462"/>
                <a:gd name="connsiteY22" fmla="*/ 274320 h 376237"/>
                <a:gd name="connsiteX23" fmla="*/ 112181 w 274462"/>
                <a:gd name="connsiteY23" fmla="*/ 376238 h 376237"/>
                <a:gd name="connsiteX24" fmla="*/ 196001 w 274462"/>
                <a:gd name="connsiteY24" fmla="*/ 376238 h 376237"/>
                <a:gd name="connsiteX25" fmla="*/ 196001 w 274462"/>
                <a:gd name="connsiteY25" fmla="*/ 268605 h 376237"/>
                <a:gd name="connsiteX26" fmla="*/ 232196 w 274462"/>
                <a:gd name="connsiteY26" fmla="*/ 159068 h 376237"/>
                <a:gd name="connsiteX27" fmla="*/ 272201 w 274462"/>
                <a:gd name="connsiteY27" fmla="*/ 87630 h 3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74462" h="376237">
                  <a:moveTo>
                    <a:pt x="272201" y="87630"/>
                  </a:moveTo>
                  <a:cubicBezTo>
                    <a:pt x="276963" y="78105"/>
                    <a:pt x="274106" y="66675"/>
                    <a:pt x="264581" y="61913"/>
                  </a:cubicBezTo>
                  <a:cubicBezTo>
                    <a:pt x="255056" y="57150"/>
                    <a:pt x="243626" y="60008"/>
                    <a:pt x="238863" y="69533"/>
                  </a:cubicBezTo>
                  <a:lnTo>
                    <a:pt x="200763" y="137160"/>
                  </a:lnTo>
                  <a:lnTo>
                    <a:pt x="226481" y="35243"/>
                  </a:lnTo>
                  <a:cubicBezTo>
                    <a:pt x="229338" y="24765"/>
                    <a:pt x="222671" y="14288"/>
                    <a:pt x="212193" y="12383"/>
                  </a:cubicBezTo>
                  <a:cubicBezTo>
                    <a:pt x="201716" y="9525"/>
                    <a:pt x="191238" y="16193"/>
                    <a:pt x="189333" y="26670"/>
                  </a:cubicBezTo>
                  <a:lnTo>
                    <a:pt x="167426" y="114300"/>
                  </a:lnTo>
                  <a:lnTo>
                    <a:pt x="167426" y="19050"/>
                  </a:lnTo>
                  <a:cubicBezTo>
                    <a:pt x="167426" y="8573"/>
                    <a:pt x="158853" y="0"/>
                    <a:pt x="148376" y="0"/>
                  </a:cubicBezTo>
                  <a:cubicBezTo>
                    <a:pt x="137898" y="0"/>
                    <a:pt x="129326" y="8573"/>
                    <a:pt x="129326" y="19050"/>
                  </a:cubicBezTo>
                  <a:lnTo>
                    <a:pt x="129326" y="120968"/>
                  </a:lnTo>
                  <a:lnTo>
                    <a:pt x="107418" y="26670"/>
                  </a:lnTo>
                  <a:cubicBezTo>
                    <a:pt x="105513" y="16193"/>
                    <a:pt x="95036" y="10478"/>
                    <a:pt x="84558" y="12383"/>
                  </a:cubicBezTo>
                  <a:cubicBezTo>
                    <a:pt x="74081" y="14288"/>
                    <a:pt x="68366" y="24765"/>
                    <a:pt x="70271" y="35243"/>
                  </a:cubicBezTo>
                  <a:lnTo>
                    <a:pt x="96941" y="148590"/>
                  </a:lnTo>
                  <a:cubicBezTo>
                    <a:pt x="95988" y="161925"/>
                    <a:pt x="93131" y="175260"/>
                    <a:pt x="90273" y="186690"/>
                  </a:cubicBezTo>
                  <a:cubicBezTo>
                    <a:pt x="90273" y="186690"/>
                    <a:pt x="90273" y="185738"/>
                    <a:pt x="89321" y="185738"/>
                  </a:cubicBezTo>
                  <a:cubicBezTo>
                    <a:pt x="73128" y="160973"/>
                    <a:pt x="47411" y="139065"/>
                    <a:pt x="22646" y="132398"/>
                  </a:cubicBezTo>
                  <a:cubicBezTo>
                    <a:pt x="13121" y="129540"/>
                    <a:pt x="3596" y="135255"/>
                    <a:pt x="738" y="144780"/>
                  </a:cubicBezTo>
                  <a:cubicBezTo>
                    <a:pt x="-2119" y="154305"/>
                    <a:pt x="3596" y="163830"/>
                    <a:pt x="13121" y="166688"/>
                  </a:cubicBezTo>
                  <a:cubicBezTo>
                    <a:pt x="25503" y="169545"/>
                    <a:pt x="36933" y="187643"/>
                    <a:pt x="49316" y="206693"/>
                  </a:cubicBezTo>
                  <a:cubicBezTo>
                    <a:pt x="64556" y="230505"/>
                    <a:pt x="83606" y="258127"/>
                    <a:pt x="112181" y="274320"/>
                  </a:cubicBezTo>
                  <a:lnTo>
                    <a:pt x="112181" y="376238"/>
                  </a:lnTo>
                  <a:lnTo>
                    <a:pt x="196001" y="376238"/>
                  </a:lnTo>
                  <a:lnTo>
                    <a:pt x="196001" y="268605"/>
                  </a:lnTo>
                  <a:cubicBezTo>
                    <a:pt x="227433" y="252413"/>
                    <a:pt x="231243" y="184785"/>
                    <a:pt x="232196" y="159068"/>
                  </a:cubicBezTo>
                  <a:lnTo>
                    <a:pt x="272201" y="8763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 name="Freeform: Shape 9">
              <a:extLst>
                <a:ext uri="{FF2B5EF4-FFF2-40B4-BE49-F238E27FC236}">
                  <a16:creationId xmlns:a16="http://schemas.microsoft.com/office/drawing/2014/main" id="{8B6246E6-082E-459C-8F3D-39B8455E6D90}"/>
                </a:ext>
              </a:extLst>
            </p:cNvPr>
            <p:cNvSpPr/>
            <p:nvPr/>
          </p:nvSpPr>
          <p:spPr>
            <a:xfrm>
              <a:off x="5654040" y="3351482"/>
              <a:ext cx="367445" cy="282304"/>
            </a:xfrm>
            <a:custGeom>
              <a:avLst/>
              <a:gdLst>
                <a:gd name="connsiteX0" fmla="*/ 246698 w 367445"/>
                <a:gd name="connsiteY0" fmla="*/ 211820 h 282304"/>
                <a:gd name="connsiteX1" fmla="*/ 329565 w 367445"/>
                <a:gd name="connsiteY1" fmla="*/ 212773 h 282304"/>
                <a:gd name="connsiteX2" fmla="*/ 329565 w 367445"/>
                <a:gd name="connsiteY2" fmla="*/ 212773 h 282304"/>
                <a:gd name="connsiteX3" fmla="*/ 348615 w 367445"/>
                <a:gd name="connsiteY3" fmla="*/ 193723 h 282304"/>
                <a:gd name="connsiteX4" fmla="*/ 329565 w 367445"/>
                <a:gd name="connsiteY4" fmla="*/ 174673 h 282304"/>
                <a:gd name="connsiteX5" fmla="*/ 252413 w 367445"/>
                <a:gd name="connsiteY5" fmla="*/ 173720 h 282304"/>
                <a:gd name="connsiteX6" fmla="*/ 353378 w 367445"/>
                <a:gd name="connsiteY6" fmla="*/ 148003 h 282304"/>
                <a:gd name="connsiteX7" fmla="*/ 366713 w 367445"/>
                <a:gd name="connsiteY7" fmla="*/ 125142 h 282304"/>
                <a:gd name="connsiteX8" fmla="*/ 343853 w 367445"/>
                <a:gd name="connsiteY8" fmla="*/ 111807 h 282304"/>
                <a:gd name="connsiteX9" fmla="*/ 256223 w 367445"/>
                <a:gd name="connsiteY9" fmla="*/ 134667 h 282304"/>
                <a:gd name="connsiteX10" fmla="*/ 340043 w 367445"/>
                <a:gd name="connsiteY10" fmla="*/ 88948 h 282304"/>
                <a:gd name="connsiteX11" fmla="*/ 347663 w 367445"/>
                <a:gd name="connsiteY11" fmla="*/ 63230 h 282304"/>
                <a:gd name="connsiteX12" fmla="*/ 321945 w 367445"/>
                <a:gd name="connsiteY12" fmla="*/ 55610 h 282304"/>
                <a:gd name="connsiteX13" fmla="*/ 232410 w 367445"/>
                <a:gd name="connsiteY13" fmla="*/ 103235 h 282304"/>
                <a:gd name="connsiteX14" fmla="*/ 304800 w 367445"/>
                <a:gd name="connsiteY14" fmla="*/ 39417 h 282304"/>
                <a:gd name="connsiteX15" fmla="*/ 306705 w 367445"/>
                <a:gd name="connsiteY15" fmla="*/ 12747 h 282304"/>
                <a:gd name="connsiteX16" fmla="*/ 280035 w 367445"/>
                <a:gd name="connsiteY16" fmla="*/ 10842 h 282304"/>
                <a:gd name="connsiteX17" fmla="*/ 192405 w 367445"/>
                <a:gd name="connsiteY17" fmla="*/ 87042 h 282304"/>
                <a:gd name="connsiteX18" fmla="*/ 155258 w 367445"/>
                <a:gd name="connsiteY18" fmla="*/ 98473 h 282304"/>
                <a:gd name="connsiteX19" fmla="*/ 156210 w 367445"/>
                <a:gd name="connsiteY19" fmla="*/ 97520 h 282304"/>
                <a:gd name="connsiteX20" fmla="*/ 171450 w 367445"/>
                <a:gd name="connsiteY20" fmla="*/ 13700 h 282304"/>
                <a:gd name="connsiteX21" fmla="*/ 149543 w 367445"/>
                <a:gd name="connsiteY21" fmla="*/ 365 h 282304"/>
                <a:gd name="connsiteX22" fmla="*/ 136208 w 367445"/>
                <a:gd name="connsiteY22" fmla="*/ 22272 h 282304"/>
                <a:gd name="connsiteX23" fmla="*/ 119063 w 367445"/>
                <a:gd name="connsiteY23" fmla="*/ 72755 h 282304"/>
                <a:gd name="connsiteX24" fmla="*/ 89535 w 367445"/>
                <a:gd name="connsiteY24" fmla="*/ 160385 h 282304"/>
                <a:gd name="connsiteX25" fmla="*/ 0 w 367445"/>
                <a:gd name="connsiteY25" fmla="*/ 208962 h 282304"/>
                <a:gd name="connsiteX26" fmla="*/ 40005 w 367445"/>
                <a:gd name="connsiteY26" fmla="*/ 282305 h 282304"/>
                <a:gd name="connsiteX27" fmla="*/ 134303 w 367445"/>
                <a:gd name="connsiteY27" fmla="*/ 231822 h 282304"/>
                <a:gd name="connsiteX28" fmla="*/ 246698 w 367445"/>
                <a:gd name="connsiteY28" fmla="*/ 211820 h 28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7445" h="282304">
                  <a:moveTo>
                    <a:pt x="246698" y="211820"/>
                  </a:moveTo>
                  <a:lnTo>
                    <a:pt x="329565" y="212773"/>
                  </a:lnTo>
                  <a:cubicBezTo>
                    <a:pt x="329565" y="212773"/>
                    <a:pt x="329565" y="212773"/>
                    <a:pt x="329565" y="212773"/>
                  </a:cubicBezTo>
                  <a:cubicBezTo>
                    <a:pt x="340043" y="212773"/>
                    <a:pt x="348615" y="204200"/>
                    <a:pt x="348615" y="193723"/>
                  </a:cubicBezTo>
                  <a:cubicBezTo>
                    <a:pt x="348615" y="183245"/>
                    <a:pt x="340043" y="174673"/>
                    <a:pt x="329565" y="174673"/>
                  </a:cubicBezTo>
                  <a:lnTo>
                    <a:pt x="252413" y="173720"/>
                  </a:lnTo>
                  <a:lnTo>
                    <a:pt x="353378" y="148003"/>
                  </a:lnTo>
                  <a:cubicBezTo>
                    <a:pt x="363855" y="145145"/>
                    <a:pt x="369570" y="134667"/>
                    <a:pt x="366713" y="125142"/>
                  </a:cubicBezTo>
                  <a:cubicBezTo>
                    <a:pt x="363855" y="114665"/>
                    <a:pt x="353378" y="108950"/>
                    <a:pt x="343853" y="111807"/>
                  </a:cubicBezTo>
                  <a:lnTo>
                    <a:pt x="256223" y="134667"/>
                  </a:lnTo>
                  <a:lnTo>
                    <a:pt x="340043" y="88948"/>
                  </a:lnTo>
                  <a:cubicBezTo>
                    <a:pt x="349568" y="84185"/>
                    <a:pt x="352425" y="72755"/>
                    <a:pt x="347663" y="63230"/>
                  </a:cubicBezTo>
                  <a:cubicBezTo>
                    <a:pt x="342900" y="53705"/>
                    <a:pt x="331470" y="50847"/>
                    <a:pt x="321945" y="55610"/>
                  </a:cubicBezTo>
                  <a:lnTo>
                    <a:pt x="232410" y="103235"/>
                  </a:lnTo>
                  <a:lnTo>
                    <a:pt x="304800" y="39417"/>
                  </a:lnTo>
                  <a:cubicBezTo>
                    <a:pt x="312420" y="32750"/>
                    <a:pt x="313373" y="20367"/>
                    <a:pt x="306705" y="12747"/>
                  </a:cubicBezTo>
                  <a:cubicBezTo>
                    <a:pt x="300038" y="5128"/>
                    <a:pt x="287655" y="4175"/>
                    <a:pt x="280035" y="10842"/>
                  </a:cubicBezTo>
                  <a:lnTo>
                    <a:pt x="192405" y="87042"/>
                  </a:lnTo>
                  <a:cubicBezTo>
                    <a:pt x="180023" y="92757"/>
                    <a:pt x="167640" y="96567"/>
                    <a:pt x="155258" y="98473"/>
                  </a:cubicBezTo>
                  <a:cubicBezTo>
                    <a:pt x="155258" y="98473"/>
                    <a:pt x="155258" y="97520"/>
                    <a:pt x="156210" y="97520"/>
                  </a:cubicBezTo>
                  <a:cubicBezTo>
                    <a:pt x="170498" y="70850"/>
                    <a:pt x="177165" y="38465"/>
                    <a:pt x="171450" y="13700"/>
                  </a:cubicBezTo>
                  <a:cubicBezTo>
                    <a:pt x="169545" y="4175"/>
                    <a:pt x="159068" y="-1540"/>
                    <a:pt x="149543" y="365"/>
                  </a:cubicBezTo>
                  <a:cubicBezTo>
                    <a:pt x="140018" y="2270"/>
                    <a:pt x="134303" y="12747"/>
                    <a:pt x="136208" y="22272"/>
                  </a:cubicBezTo>
                  <a:cubicBezTo>
                    <a:pt x="139065" y="34655"/>
                    <a:pt x="129540" y="52753"/>
                    <a:pt x="119063" y="72755"/>
                  </a:cubicBezTo>
                  <a:cubicBezTo>
                    <a:pt x="105728" y="97520"/>
                    <a:pt x="90488" y="127048"/>
                    <a:pt x="89535" y="160385"/>
                  </a:cubicBezTo>
                  <a:lnTo>
                    <a:pt x="0" y="208962"/>
                  </a:lnTo>
                  <a:lnTo>
                    <a:pt x="40005" y="282305"/>
                  </a:lnTo>
                  <a:lnTo>
                    <a:pt x="134303" y="231822"/>
                  </a:lnTo>
                  <a:cubicBezTo>
                    <a:pt x="162878" y="251825"/>
                    <a:pt x="223838" y="223250"/>
                    <a:pt x="246698" y="21182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 name="Freeform: Shape 10">
              <a:extLst>
                <a:ext uri="{FF2B5EF4-FFF2-40B4-BE49-F238E27FC236}">
                  <a16:creationId xmlns:a16="http://schemas.microsoft.com/office/drawing/2014/main" id="{3AFC7812-6937-4EEF-9645-B02B8E67E0BC}"/>
                </a:ext>
              </a:extLst>
            </p:cNvPr>
            <p:cNvSpPr/>
            <p:nvPr/>
          </p:nvSpPr>
          <p:spPr>
            <a:xfrm>
              <a:off x="5792152" y="3013710"/>
              <a:ext cx="333784" cy="334327"/>
            </a:xfrm>
            <a:custGeom>
              <a:avLst/>
              <a:gdLst>
                <a:gd name="connsiteX0" fmla="*/ 119063 w 333784"/>
                <a:gd name="connsiteY0" fmla="*/ 239078 h 334327"/>
                <a:gd name="connsiteX1" fmla="*/ 139065 w 333784"/>
                <a:gd name="connsiteY1" fmla="*/ 319088 h 334327"/>
                <a:gd name="connsiteX2" fmla="*/ 157162 w 333784"/>
                <a:gd name="connsiteY2" fmla="*/ 333375 h 334327"/>
                <a:gd name="connsiteX3" fmla="*/ 161925 w 333784"/>
                <a:gd name="connsiteY3" fmla="*/ 332423 h 334327"/>
                <a:gd name="connsiteX4" fmla="*/ 176212 w 333784"/>
                <a:gd name="connsiteY4" fmla="*/ 309563 h 334327"/>
                <a:gd name="connsiteX5" fmla="*/ 158115 w 333784"/>
                <a:gd name="connsiteY5" fmla="*/ 234315 h 334327"/>
                <a:gd name="connsiteX6" fmla="*/ 208598 w 333784"/>
                <a:gd name="connsiteY6" fmla="*/ 324803 h 334327"/>
                <a:gd name="connsiteX7" fmla="*/ 225742 w 333784"/>
                <a:gd name="connsiteY7" fmla="*/ 334328 h 334327"/>
                <a:gd name="connsiteX8" fmla="*/ 235267 w 333784"/>
                <a:gd name="connsiteY8" fmla="*/ 331470 h 334327"/>
                <a:gd name="connsiteX9" fmla="*/ 242887 w 333784"/>
                <a:gd name="connsiteY9" fmla="*/ 305753 h 334327"/>
                <a:gd name="connsiteX10" fmla="*/ 199073 w 333784"/>
                <a:gd name="connsiteY10" fmla="*/ 226695 h 334327"/>
                <a:gd name="connsiteX11" fmla="*/ 263843 w 333784"/>
                <a:gd name="connsiteY11" fmla="*/ 296228 h 334327"/>
                <a:gd name="connsiteX12" fmla="*/ 278130 w 333784"/>
                <a:gd name="connsiteY12" fmla="*/ 301943 h 334327"/>
                <a:gd name="connsiteX13" fmla="*/ 291465 w 333784"/>
                <a:gd name="connsiteY13" fmla="*/ 297180 h 334327"/>
                <a:gd name="connsiteX14" fmla="*/ 292418 w 333784"/>
                <a:gd name="connsiteY14" fmla="*/ 270510 h 334327"/>
                <a:gd name="connsiteX15" fmla="*/ 222885 w 333784"/>
                <a:gd name="connsiteY15" fmla="*/ 196215 h 334327"/>
                <a:gd name="connsiteX16" fmla="*/ 303848 w 333784"/>
                <a:gd name="connsiteY16" fmla="*/ 250508 h 334327"/>
                <a:gd name="connsiteX17" fmla="*/ 314325 w 333784"/>
                <a:gd name="connsiteY17" fmla="*/ 253365 h 334327"/>
                <a:gd name="connsiteX18" fmla="*/ 330518 w 333784"/>
                <a:gd name="connsiteY18" fmla="*/ 244793 h 334327"/>
                <a:gd name="connsiteX19" fmla="*/ 325755 w 333784"/>
                <a:gd name="connsiteY19" fmla="*/ 218122 h 334327"/>
                <a:gd name="connsiteX20" fmla="*/ 228600 w 333784"/>
                <a:gd name="connsiteY20" fmla="*/ 153353 h 334327"/>
                <a:gd name="connsiteX21" fmla="*/ 207645 w 333784"/>
                <a:gd name="connsiteY21" fmla="*/ 120968 h 334327"/>
                <a:gd name="connsiteX22" fmla="*/ 208598 w 333784"/>
                <a:gd name="connsiteY22" fmla="*/ 120968 h 334327"/>
                <a:gd name="connsiteX23" fmla="*/ 293370 w 333784"/>
                <a:gd name="connsiteY23" fmla="*/ 114300 h 334327"/>
                <a:gd name="connsiteX24" fmla="*/ 300037 w 333784"/>
                <a:gd name="connsiteY24" fmla="*/ 90487 h 334327"/>
                <a:gd name="connsiteX25" fmla="*/ 276225 w 333784"/>
                <a:gd name="connsiteY25" fmla="*/ 83820 h 334327"/>
                <a:gd name="connsiteX26" fmla="*/ 222885 w 333784"/>
                <a:gd name="connsiteY26" fmla="*/ 80010 h 334327"/>
                <a:gd name="connsiteX27" fmla="*/ 130492 w 333784"/>
                <a:gd name="connsiteY27" fmla="*/ 74295 h 334327"/>
                <a:gd name="connsiteX28" fmla="*/ 60960 w 333784"/>
                <a:gd name="connsiteY28" fmla="*/ 0 h 334327"/>
                <a:gd name="connsiteX29" fmla="*/ 0 w 333784"/>
                <a:gd name="connsiteY29" fmla="*/ 57150 h 334327"/>
                <a:gd name="connsiteX30" fmla="*/ 73342 w 333784"/>
                <a:gd name="connsiteY30" fmla="*/ 135255 h 334327"/>
                <a:gd name="connsiteX31" fmla="*/ 119063 w 333784"/>
                <a:gd name="connsiteY31" fmla="*/ 239078 h 33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33784" h="334327">
                  <a:moveTo>
                    <a:pt x="119063" y="239078"/>
                  </a:moveTo>
                  <a:lnTo>
                    <a:pt x="139065" y="319088"/>
                  </a:lnTo>
                  <a:cubicBezTo>
                    <a:pt x="140970" y="327660"/>
                    <a:pt x="148590" y="333375"/>
                    <a:pt x="157162" y="333375"/>
                  </a:cubicBezTo>
                  <a:cubicBezTo>
                    <a:pt x="159067" y="333375"/>
                    <a:pt x="160020" y="333375"/>
                    <a:pt x="161925" y="332423"/>
                  </a:cubicBezTo>
                  <a:cubicBezTo>
                    <a:pt x="172403" y="329565"/>
                    <a:pt x="178117" y="320040"/>
                    <a:pt x="176212" y="309563"/>
                  </a:cubicBezTo>
                  <a:lnTo>
                    <a:pt x="158115" y="234315"/>
                  </a:lnTo>
                  <a:lnTo>
                    <a:pt x="208598" y="324803"/>
                  </a:lnTo>
                  <a:cubicBezTo>
                    <a:pt x="212408" y="331470"/>
                    <a:pt x="218123" y="334328"/>
                    <a:pt x="225742" y="334328"/>
                  </a:cubicBezTo>
                  <a:cubicBezTo>
                    <a:pt x="228600" y="334328"/>
                    <a:pt x="232410" y="333375"/>
                    <a:pt x="235267" y="331470"/>
                  </a:cubicBezTo>
                  <a:cubicBezTo>
                    <a:pt x="244792" y="326708"/>
                    <a:pt x="247650" y="314325"/>
                    <a:pt x="242887" y="305753"/>
                  </a:cubicBezTo>
                  <a:lnTo>
                    <a:pt x="199073" y="226695"/>
                  </a:lnTo>
                  <a:lnTo>
                    <a:pt x="263843" y="296228"/>
                  </a:lnTo>
                  <a:cubicBezTo>
                    <a:pt x="267653" y="300038"/>
                    <a:pt x="272415" y="301943"/>
                    <a:pt x="278130" y="301943"/>
                  </a:cubicBezTo>
                  <a:cubicBezTo>
                    <a:pt x="282893" y="301943"/>
                    <a:pt x="287655" y="300038"/>
                    <a:pt x="291465" y="297180"/>
                  </a:cubicBezTo>
                  <a:cubicBezTo>
                    <a:pt x="299085" y="289560"/>
                    <a:pt x="299085" y="278130"/>
                    <a:pt x="292418" y="270510"/>
                  </a:cubicBezTo>
                  <a:lnTo>
                    <a:pt x="222885" y="196215"/>
                  </a:lnTo>
                  <a:lnTo>
                    <a:pt x="303848" y="250508"/>
                  </a:lnTo>
                  <a:cubicBezTo>
                    <a:pt x="306705" y="252413"/>
                    <a:pt x="310515" y="253365"/>
                    <a:pt x="314325" y="253365"/>
                  </a:cubicBezTo>
                  <a:cubicBezTo>
                    <a:pt x="320040" y="253365"/>
                    <a:pt x="326708" y="250508"/>
                    <a:pt x="330518" y="244793"/>
                  </a:cubicBezTo>
                  <a:cubicBezTo>
                    <a:pt x="336233" y="236220"/>
                    <a:pt x="334328" y="223838"/>
                    <a:pt x="325755" y="218122"/>
                  </a:cubicBezTo>
                  <a:lnTo>
                    <a:pt x="228600" y="153353"/>
                  </a:lnTo>
                  <a:cubicBezTo>
                    <a:pt x="220028" y="142875"/>
                    <a:pt x="213360" y="131445"/>
                    <a:pt x="207645" y="120968"/>
                  </a:cubicBezTo>
                  <a:cubicBezTo>
                    <a:pt x="207645" y="120968"/>
                    <a:pt x="208598" y="120968"/>
                    <a:pt x="208598" y="120968"/>
                  </a:cubicBezTo>
                  <a:cubicBezTo>
                    <a:pt x="237173" y="127635"/>
                    <a:pt x="270510" y="126683"/>
                    <a:pt x="293370" y="114300"/>
                  </a:cubicBezTo>
                  <a:cubicBezTo>
                    <a:pt x="301943" y="109537"/>
                    <a:pt x="304800" y="99060"/>
                    <a:pt x="300037" y="90487"/>
                  </a:cubicBezTo>
                  <a:cubicBezTo>
                    <a:pt x="295275" y="81915"/>
                    <a:pt x="284798" y="79058"/>
                    <a:pt x="276225" y="83820"/>
                  </a:cubicBezTo>
                  <a:cubicBezTo>
                    <a:pt x="265748" y="89535"/>
                    <a:pt x="244792" y="84773"/>
                    <a:pt x="222885" y="80010"/>
                  </a:cubicBezTo>
                  <a:cubicBezTo>
                    <a:pt x="195262" y="73343"/>
                    <a:pt x="162878" y="65723"/>
                    <a:pt x="130492" y="74295"/>
                  </a:cubicBezTo>
                  <a:lnTo>
                    <a:pt x="60960" y="0"/>
                  </a:lnTo>
                  <a:lnTo>
                    <a:pt x="0" y="57150"/>
                  </a:lnTo>
                  <a:lnTo>
                    <a:pt x="73342" y="135255"/>
                  </a:lnTo>
                  <a:cubicBezTo>
                    <a:pt x="58103" y="168593"/>
                    <a:pt x="100965" y="220980"/>
                    <a:pt x="119063" y="23907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2" name="Freeform: Shape 11">
              <a:extLst>
                <a:ext uri="{FF2B5EF4-FFF2-40B4-BE49-F238E27FC236}">
                  <a16:creationId xmlns:a16="http://schemas.microsoft.com/office/drawing/2014/main" id="{51F04DB0-7480-4128-BF6F-918FDBB62460}"/>
                </a:ext>
              </a:extLst>
            </p:cNvPr>
            <p:cNvSpPr/>
            <p:nvPr/>
          </p:nvSpPr>
          <p:spPr>
            <a:xfrm>
              <a:off x="6207033" y="3345775"/>
              <a:ext cx="330926" cy="338494"/>
            </a:xfrm>
            <a:custGeom>
              <a:avLst/>
              <a:gdLst>
                <a:gd name="connsiteX0" fmla="*/ 330927 w 330926"/>
                <a:gd name="connsiteY0" fmla="*/ 281345 h 338494"/>
                <a:gd name="connsiteX1" fmla="*/ 258537 w 330926"/>
                <a:gd name="connsiteY1" fmla="*/ 202287 h 338494"/>
                <a:gd name="connsiteX2" fmla="*/ 210912 w 330926"/>
                <a:gd name="connsiteY2" fmla="*/ 97512 h 338494"/>
                <a:gd name="connsiteX3" fmla="*/ 191862 w 330926"/>
                <a:gd name="connsiteY3" fmla="*/ 17502 h 338494"/>
                <a:gd name="connsiteX4" fmla="*/ 169002 w 330926"/>
                <a:gd name="connsiteY4" fmla="*/ 3215 h 338494"/>
                <a:gd name="connsiteX5" fmla="*/ 154714 w 330926"/>
                <a:gd name="connsiteY5" fmla="*/ 26075 h 338494"/>
                <a:gd name="connsiteX6" fmla="*/ 172812 w 330926"/>
                <a:gd name="connsiteY6" fmla="*/ 101322 h 338494"/>
                <a:gd name="connsiteX7" fmla="*/ 122329 w 330926"/>
                <a:gd name="connsiteY7" fmla="*/ 9882 h 338494"/>
                <a:gd name="connsiteX8" fmla="*/ 96612 w 330926"/>
                <a:gd name="connsiteY8" fmla="*/ 2262 h 338494"/>
                <a:gd name="connsiteX9" fmla="*/ 88992 w 330926"/>
                <a:gd name="connsiteY9" fmla="*/ 27980 h 338494"/>
                <a:gd name="connsiteX10" fmla="*/ 132807 w 330926"/>
                <a:gd name="connsiteY10" fmla="*/ 107990 h 338494"/>
                <a:gd name="connsiteX11" fmla="*/ 68037 w 330926"/>
                <a:gd name="connsiteY11" fmla="*/ 38457 h 338494"/>
                <a:gd name="connsiteX12" fmla="*/ 41367 w 330926"/>
                <a:gd name="connsiteY12" fmla="*/ 37505 h 338494"/>
                <a:gd name="connsiteX13" fmla="*/ 40414 w 330926"/>
                <a:gd name="connsiteY13" fmla="*/ 64175 h 338494"/>
                <a:gd name="connsiteX14" fmla="*/ 109947 w 330926"/>
                <a:gd name="connsiteY14" fmla="*/ 139422 h 338494"/>
                <a:gd name="connsiteX15" fmla="*/ 29937 w 330926"/>
                <a:gd name="connsiteY15" fmla="*/ 85130 h 338494"/>
                <a:gd name="connsiteX16" fmla="*/ 3267 w 330926"/>
                <a:gd name="connsiteY16" fmla="*/ 89892 h 338494"/>
                <a:gd name="connsiteX17" fmla="*/ 8029 w 330926"/>
                <a:gd name="connsiteY17" fmla="*/ 116562 h 338494"/>
                <a:gd name="connsiteX18" fmla="*/ 104232 w 330926"/>
                <a:gd name="connsiteY18" fmla="*/ 182285 h 338494"/>
                <a:gd name="connsiteX19" fmla="*/ 125187 w 330926"/>
                <a:gd name="connsiteY19" fmla="*/ 214670 h 338494"/>
                <a:gd name="connsiteX20" fmla="*/ 124234 w 330926"/>
                <a:gd name="connsiteY20" fmla="*/ 214670 h 338494"/>
                <a:gd name="connsiteX21" fmla="*/ 39462 w 330926"/>
                <a:gd name="connsiteY21" fmla="*/ 221337 h 338494"/>
                <a:gd name="connsiteX22" fmla="*/ 31842 w 330926"/>
                <a:gd name="connsiteY22" fmla="*/ 245150 h 338494"/>
                <a:gd name="connsiteX23" fmla="*/ 55654 w 330926"/>
                <a:gd name="connsiteY23" fmla="*/ 252770 h 338494"/>
                <a:gd name="connsiteX24" fmla="*/ 108994 w 330926"/>
                <a:gd name="connsiteY24" fmla="*/ 257532 h 338494"/>
                <a:gd name="connsiteX25" fmla="*/ 201387 w 330926"/>
                <a:gd name="connsiteY25" fmla="*/ 264200 h 338494"/>
                <a:gd name="connsiteX26" fmla="*/ 269967 w 330926"/>
                <a:gd name="connsiteY26" fmla="*/ 338495 h 338494"/>
                <a:gd name="connsiteX27" fmla="*/ 330927 w 330926"/>
                <a:gd name="connsiteY27" fmla="*/ 281345 h 338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0926" h="338494">
                  <a:moveTo>
                    <a:pt x="330927" y="281345"/>
                  </a:moveTo>
                  <a:lnTo>
                    <a:pt x="258537" y="202287"/>
                  </a:lnTo>
                  <a:cubicBezTo>
                    <a:pt x="270919" y="168950"/>
                    <a:pt x="228057" y="116562"/>
                    <a:pt x="210912" y="97512"/>
                  </a:cubicBezTo>
                  <a:lnTo>
                    <a:pt x="191862" y="17502"/>
                  </a:lnTo>
                  <a:cubicBezTo>
                    <a:pt x="189004" y="7025"/>
                    <a:pt x="179479" y="1310"/>
                    <a:pt x="169002" y="3215"/>
                  </a:cubicBezTo>
                  <a:cubicBezTo>
                    <a:pt x="158524" y="6072"/>
                    <a:pt x="152809" y="15597"/>
                    <a:pt x="154714" y="26075"/>
                  </a:cubicBezTo>
                  <a:lnTo>
                    <a:pt x="172812" y="101322"/>
                  </a:lnTo>
                  <a:lnTo>
                    <a:pt x="122329" y="9882"/>
                  </a:lnTo>
                  <a:cubicBezTo>
                    <a:pt x="117567" y="357"/>
                    <a:pt x="106137" y="-2500"/>
                    <a:pt x="96612" y="2262"/>
                  </a:cubicBezTo>
                  <a:cubicBezTo>
                    <a:pt x="87087" y="7025"/>
                    <a:pt x="84229" y="18455"/>
                    <a:pt x="88992" y="27980"/>
                  </a:cubicBezTo>
                  <a:lnTo>
                    <a:pt x="132807" y="107990"/>
                  </a:lnTo>
                  <a:lnTo>
                    <a:pt x="68037" y="38457"/>
                  </a:lnTo>
                  <a:cubicBezTo>
                    <a:pt x="60417" y="30837"/>
                    <a:pt x="48987" y="29885"/>
                    <a:pt x="41367" y="37505"/>
                  </a:cubicBezTo>
                  <a:cubicBezTo>
                    <a:pt x="33747" y="45125"/>
                    <a:pt x="32794" y="56555"/>
                    <a:pt x="40414" y="64175"/>
                  </a:cubicBezTo>
                  <a:lnTo>
                    <a:pt x="109947" y="139422"/>
                  </a:lnTo>
                  <a:lnTo>
                    <a:pt x="29937" y="85130"/>
                  </a:lnTo>
                  <a:cubicBezTo>
                    <a:pt x="21364" y="79415"/>
                    <a:pt x="8982" y="81320"/>
                    <a:pt x="3267" y="89892"/>
                  </a:cubicBezTo>
                  <a:cubicBezTo>
                    <a:pt x="-2448" y="98465"/>
                    <a:pt x="-543" y="110847"/>
                    <a:pt x="8029" y="116562"/>
                  </a:cubicBezTo>
                  <a:lnTo>
                    <a:pt x="104232" y="182285"/>
                  </a:lnTo>
                  <a:cubicBezTo>
                    <a:pt x="112804" y="192762"/>
                    <a:pt x="119472" y="204192"/>
                    <a:pt x="125187" y="214670"/>
                  </a:cubicBezTo>
                  <a:cubicBezTo>
                    <a:pt x="125187" y="214670"/>
                    <a:pt x="124234" y="214670"/>
                    <a:pt x="124234" y="214670"/>
                  </a:cubicBezTo>
                  <a:cubicBezTo>
                    <a:pt x="95659" y="208002"/>
                    <a:pt x="62322" y="208955"/>
                    <a:pt x="39462" y="221337"/>
                  </a:cubicBezTo>
                  <a:cubicBezTo>
                    <a:pt x="30889" y="226100"/>
                    <a:pt x="27079" y="236577"/>
                    <a:pt x="31842" y="245150"/>
                  </a:cubicBezTo>
                  <a:cubicBezTo>
                    <a:pt x="36604" y="253722"/>
                    <a:pt x="47082" y="257532"/>
                    <a:pt x="55654" y="252770"/>
                  </a:cubicBezTo>
                  <a:cubicBezTo>
                    <a:pt x="66132" y="247055"/>
                    <a:pt x="87087" y="251817"/>
                    <a:pt x="108994" y="257532"/>
                  </a:cubicBezTo>
                  <a:cubicBezTo>
                    <a:pt x="136617" y="264200"/>
                    <a:pt x="169002" y="271820"/>
                    <a:pt x="201387" y="264200"/>
                  </a:cubicBezTo>
                  <a:lnTo>
                    <a:pt x="269967" y="338495"/>
                  </a:lnTo>
                  <a:lnTo>
                    <a:pt x="330927" y="28134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3" name="Freeform: Shape 12">
              <a:extLst>
                <a:ext uri="{FF2B5EF4-FFF2-40B4-BE49-F238E27FC236}">
                  <a16:creationId xmlns:a16="http://schemas.microsoft.com/office/drawing/2014/main" id="{6B42AACA-5650-4004-B88E-B977EF43886E}"/>
                </a:ext>
              </a:extLst>
            </p:cNvPr>
            <p:cNvSpPr/>
            <p:nvPr/>
          </p:nvSpPr>
          <p:spPr>
            <a:xfrm>
              <a:off x="6126239" y="3013710"/>
              <a:ext cx="323138" cy="350520"/>
            </a:xfrm>
            <a:custGeom>
              <a:avLst/>
              <a:gdLst>
                <a:gd name="connsiteX0" fmla="*/ 20243 w 323138"/>
                <a:gd name="connsiteY0" fmla="*/ 205740 h 350520"/>
                <a:gd name="connsiteX1" fmla="*/ 26911 w 323138"/>
                <a:gd name="connsiteY1" fmla="*/ 204788 h 350520"/>
                <a:gd name="connsiteX2" fmla="*/ 99301 w 323138"/>
                <a:gd name="connsiteY2" fmla="*/ 179070 h 350520"/>
                <a:gd name="connsiteX3" fmla="*/ 13576 w 323138"/>
                <a:gd name="connsiteY3" fmla="*/ 238125 h 350520"/>
                <a:gd name="connsiteX4" fmla="*/ 8813 w 323138"/>
                <a:gd name="connsiteY4" fmla="*/ 264795 h 350520"/>
                <a:gd name="connsiteX5" fmla="*/ 24053 w 323138"/>
                <a:gd name="connsiteY5" fmla="*/ 273368 h 350520"/>
                <a:gd name="connsiteX6" fmla="*/ 34531 w 323138"/>
                <a:gd name="connsiteY6" fmla="*/ 269558 h 350520"/>
                <a:gd name="connsiteX7" fmla="*/ 108826 w 323138"/>
                <a:gd name="connsiteY7" fmla="*/ 218122 h 350520"/>
                <a:gd name="connsiteX8" fmla="*/ 45961 w 323138"/>
                <a:gd name="connsiteY8" fmla="*/ 289560 h 350520"/>
                <a:gd name="connsiteX9" fmla="*/ 47866 w 323138"/>
                <a:gd name="connsiteY9" fmla="*/ 316230 h 350520"/>
                <a:gd name="connsiteX10" fmla="*/ 60248 w 323138"/>
                <a:gd name="connsiteY10" fmla="*/ 320993 h 350520"/>
                <a:gd name="connsiteX11" fmla="*/ 74536 w 323138"/>
                <a:gd name="connsiteY11" fmla="*/ 314325 h 350520"/>
                <a:gd name="connsiteX12" fmla="*/ 142163 w 323138"/>
                <a:gd name="connsiteY12" fmla="*/ 237172 h 350520"/>
                <a:gd name="connsiteX13" fmla="*/ 96443 w 323138"/>
                <a:gd name="connsiteY13" fmla="*/ 322898 h 350520"/>
                <a:gd name="connsiteX14" fmla="*/ 104063 w 323138"/>
                <a:gd name="connsiteY14" fmla="*/ 348615 h 350520"/>
                <a:gd name="connsiteX15" fmla="*/ 112636 w 323138"/>
                <a:gd name="connsiteY15" fmla="*/ 350520 h 350520"/>
                <a:gd name="connsiteX16" fmla="*/ 129781 w 323138"/>
                <a:gd name="connsiteY16" fmla="*/ 340043 h 350520"/>
                <a:gd name="connsiteX17" fmla="*/ 185026 w 323138"/>
                <a:gd name="connsiteY17" fmla="*/ 237172 h 350520"/>
                <a:gd name="connsiteX18" fmla="*/ 215506 w 323138"/>
                <a:gd name="connsiteY18" fmla="*/ 213360 h 350520"/>
                <a:gd name="connsiteX19" fmla="*/ 215506 w 323138"/>
                <a:gd name="connsiteY19" fmla="*/ 214313 h 350520"/>
                <a:gd name="connsiteX20" fmla="*/ 230746 w 323138"/>
                <a:gd name="connsiteY20" fmla="*/ 298133 h 350520"/>
                <a:gd name="connsiteX21" fmla="*/ 255511 w 323138"/>
                <a:gd name="connsiteY21" fmla="*/ 302895 h 350520"/>
                <a:gd name="connsiteX22" fmla="*/ 260273 w 323138"/>
                <a:gd name="connsiteY22" fmla="*/ 278130 h 350520"/>
                <a:gd name="connsiteX23" fmla="*/ 259321 w 323138"/>
                <a:gd name="connsiteY23" fmla="*/ 223838 h 350520"/>
                <a:gd name="connsiteX24" fmla="*/ 256463 w 323138"/>
                <a:gd name="connsiteY24" fmla="*/ 131445 h 350520"/>
                <a:gd name="connsiteX25" fmla="*/ 323138 w 323138"/>
                <a:gd name="connsiteY25" fmla="*/ 55245 h 350520"/>
                <a:gd name="connsiteX26" fmla="*/ 260273 w 323138"/>
                <a:gd name="connsiteY26" fmla="*/ 0 h 350520"/>
                <a:gd name="connsiteX27" fmla="*/ 189788 w 323138"/>
                <a:gd name="connsiteY27" fmla="*/ 80962 h 350520"/>
                <a:gd name="connsiteX28" fmla="*/ 90728 w 323138"/>
                <a:gd name="connsiteY28" fmla="*/ 139065 h 350520"/>
                <a:gd name="connsiteX29" fmla="*/ 12623 w 323138"/>
                <a:gd name="connsiteY29" fmla="*/ 166688 h 350520"/>
                <a:gd name="connsiteX30" fmla="*/ 1193 w 323138"/>
                <a:gd name="connsiteY30" fmla="*/ 191453 h 350520"/>
                <a:gd name="connsiteX31" fmla="*/ 20243 w 323138"/>
                <a:gd name="connsiteY31" fmla="*/ 205740 h 35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3138" h="350520">
                  <a:moveTo>
                    <a:pt x="20243" y="205740"/>
                  </a:moveTo>
                  <a:cubicBezTo>
                    <a:pt x="22148" y="205740"/>
                    <a:pt x="24053" y="205740"/>
                    <a:pt x="26911" y="204788"/>
                  </a:cubicBezTo>
                  <a:lnTo>
                    <a:pt x="99301" y="179070"/>
                  </a:lnTo>
                  <a:lnTo>
                    <a:pt x="13576" y="238125"/>
                  </a:lnTo>
                  <a:cubicBezTo>
                    <a:pt x="5003" y="243840"/>
                    <a:pt x="3098" y="256222"/>
                    <a:pt x="8813" y="264795"/>
                  </a:cubicBezTo>
                  <a:cubicBezTo>
                    <a:pt x="12623" y="270510"/>
                    <a:pt x="18338" y="273368"/>
                    <a:pt x="24053" y="273368"/>
                  </a:cubicBezTo>
                  <a:cubicBezTo>
                    <a:pt x="27863" y="273368"/>
                    <a:pt x="31673" y="272415"/>
                    <a:pt x="34531" y="269558"/>
                  </a:cubicBezTo>
                  <a:lnTo>
                    <a:pt x="108826" y="218122"/>
                  </a:lnTo>
                  <a:lnTo>
                    <a:pt x="45961" y="289560"/>
                  </a:lnTo>
                  <a:cubicBezTo>
                    <a:pt x="39293" y="297180"/>
                    <a:pt x="40246" y="309563"/>
                    <a:pt x="47866" y="316230"/>
                  </a:cubicBezTo>
                  <a:cubicBezTo>
                    <a:pt x="51676" y="319088"/>
                    <a:pt x="55486" y="320993"/>
                    <a:pt x="60248" y="320993"/>
                  </a:cubicBezTo>
                  <a:cubicBezTo>
                    <a:pt x="65963" y="320993"/>
                    <a:pt x="70726" y="319088"/>
                    <a:pt x="74536" y="314325"/>
                  </a:cubicBezTo>
                  <a:lnTo>
                    <a:pt x="142163" y="237172"/>
                  </a:lnTo>
                  <a:lnTo>
                    <a:pt x="96443" y="322898"/>
                  </a:lnTo>
                  <a:cubicBezTo>
                    <a:pt x="91681" y="332423"/>
                    <a:pt x="94538" y="343853"/>
                    <a:pt x="104063" y="348615"/>
                  </a:cubicBezTo>
                  <a:cubicBezTo>
                    <a:pt x="106921" y="350520"/>
                    <a:pt x="109778" y="350520"/>
                    <a:pt x="112636" y="350520"/>
                  </a:cubicBezTo>
                  <a:cubicBezTo>
                    <a:pt x="119303" y="350520"/>
                    <a:pt x="125971" y="346710"/>
                    <a:pt x="129781" y="340043"/>
                  </a:cubicBezTo>
                  <a:lnTo>
                    <a:pt x="185026" y="237172"/>
                  </a:lnTo>
                  <a:cubicBezTo>
                    <a:pt x="194551" y="227647"/>
                    <a:pt x="205028" y="220028"/>
                    <a:pt x="215506" y="213360"/>
                  </a:cubicBezTo>
                  <a:cubicBezTo>
                    <a:pt x="215506" y="213360"/>
                    <a:pt x="215506" y="214313"/>
                    <a:pt x="215506" y="214313"/>
                  </a:cubicBezTo>
                  <a:cubicBezTo>
                    <a:pt x="211696" y="243840"/>
                    <a:pt x="216458" y="277178"/>
                    <a:pt x="230746" y="298133"/>
                  </a:cubicBezTo>
                  <a:cubicBezTo>
                    <a:pt x="236461" y="306705"/>
                    <a:pt x="246938" y="308610"/>
                    <a:pt x="255511" y="302895"/>
                  </a:cubicBezTo>
                  <a:cubicBezTo>
                    <a:pt x="264083" y="297180"/>
                    <a:pt x="265988" y="286703"/>
                    <a:pt x="260273" y="278130"/>
                  </a:cubicBezTo>
                  <a:cubicBezTo>
                    <a:pt x="253606" y="267653"/>
                    <a:pt x="256463" y="246697"/>
                    <a:pt x="259321" y="223838"/>
                  </a:cubicBezTo>
                  <a:cubicBezTo>
                    <a:pt x="263131" y="196215"/>
                    <a:pt x="266941" y="162878"/>
                    <a:pt x="256463" y="131445"/>
                  </a:cubicBezTo>
                  <a:lnTo>
                    <a:pt x="323138" y="55245"/>
                  </a:lnTo>
                  <a:lnTo>
                    <a:pt x="260273" y="0"/>
                  </a:lnTo>
                  <a:lnTo>
                    <a:pt x="189788" y="80962"/>
                  </a:lnTo>
                  <a:cubicBezTo>
                    <a:pt x="155498" y="72390"/>
                    <a:pt x="107873" y="120968"/>
                    <a:pt x="90728" y="139065"/>
                  </a:cubicBezTo>
                  <a:lnTo>
                    <a:pt x="12623" y="166688"/>
                  </a:lnTo>
                  <a:cubicBezTo>
                    <a:pt x="3098" y="170497"/>
                    <a:pt x="-2617" y="180975"/>
                    <a:pt x="1193" y="191453"/>
                  </a:cubicBezTo>
                  <a:cubicBezTo>
                    <a:pt x="5003" y="200978"/>
                    <a:pt x="12623" y="205740"/>
                    <a:pt x="20243" y="2057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sp>
        <p:nvSpPr>
          <p:cNvPr id="162" name="Freeform 176">
            <a:extLst>
              <a:ext uri="{FF2B5EF4-FFF2-40B4-BE49-F238E27FC236}">
                <a16:creationId xmlns:a16="http://schemas.microsoft.com/office/drawing/2014/main" id="{9DB9AAA6-80FE-490C-B2E2-DB0F5F61D413}"/>
              </a:ext>
            </a:extLst>
          </p:cNvPr>
          <p:cNvSpPr>
            <a:spLocks noEditPoints="1"/>
          </p:cNvSpPr>
          <p:nvPr/>
        </p:nvSpPr>
        <p:spPr bwMode="auto">
          <a:xfrm>
            <a:off x="4071149" y="3956241"/>
            <a:ext cx="327025" cy="360363"/>
          </a:xfrm>
          <a:custGeom>
            <a:avLst/>
            <a:gdLst>
              <a:gd name="T0" fmla="*/ 81 w 87"/>
              <a:gd name="T1" fmla="*/ 39 h 96"/>
              <a:gd name="T2" fmla="*/ 78 w 87"/>
              <a:gd name="T3" fmla="*/ 34 h 96"/>
              <a:gd name="T4" fmla="*/ 40 w 87"/>
              <a:gd name="T5" fmla="*/ 0 h 96"/>
              <a:gd name="T6" fmla="*/ 0 w 87"/>
              <a:gd name="T7" fmla="*/ 40 h 96"/>
              <a:gd name="T8" fmla="*/ 16 w 87"/>
              <a:gd name="T9" fmla="*/ 72 h 96"/>
              <a:gd name="T10" fmla="*/ 16 w 87"/>
              <a:gd name="T11" fmla="*/ 94 h 96"/>
              <a:gd name="T12" fmla="*/ 18 w 87"/>
              <a:gd name="T13" fmla="*/ 96 h 96"/>
              <a:gd name="T14" fmla="*/ 58 w 87"/>
              <a:gd name="T15" fmla="*/ 96 h 96"/>
              <a:gd name="T16" fmla="*/ 60 w 87"/>
              <a:gd name="T17" fmla="*/ 94 h 96"/>
              <a:gd name="T18" fmla="*/ 60 w 87"/>
              <a:gd name="T19" fmla="*/ 82 h 96"/>
              <a:gd name="T20" fmla="*/ 74 w 87"/>
              <a:gd name="T21" fmla="*/ 78 h 96"/>
              <a:gd name="T22" fmla="*/ 78 w 87"/>
              <a:gd name="T23" fmla="*/ 60 h 96"/>
              <a:gd name="T24" fmla="*/ 82 w 87"/>
              <a:gd name="T25" fmla="*/ 60 h 96"/>
              <a:gd name="T26" fmla="*/ 86 w 87"/>
              <a:gd name="T27" fmla="*/ 58 h 96"/>
              <a:gd name="T28" fmla="*/ 87 w 87"/>
              <a:gd name="T29" fmla="*/ 55 h 96"/>
              <a:gd name="T30" fmla="*/ 87 w 87"/>
              <a:gd name="T31" fmla="*/ 54 h 96"/>
              <a:gd name="T32" fmla="*/ 81 w 87"/>
              <a:gd name="T33" fmla="*/ 39 h 96"/>
              <a:gd name="T34" fmla="*/ 41 w 87"/>
              <a:gd name="T35" fmla="*/ 60 h 96"/>
              <a:gd name="T36" fmla="*/ 40 w 87"/>
              <a:gd name="T37" fmla="*/ 60 h 96"/>
              <a:gd name="T38" fmla="*/ 39 w 87"/>
              <a:gd name="T39" fmla="*/ 60 h 96"/>
              <a:gd name="T40" fmla="*/ 18 w 87"/>
              <a:gd name="T41" fmla="*/ 33 h 96"/>
              <a:gd name="T42" fmla="*/ 30 w 87"/>
              <a:gd name="T43" fmla="*/ 20 h 96"/>
              <a:gd name="T44" fmla="*/ 40 w 87"/>
              <a:gd name="T45" fmla="*/ 26 h 96"/>
              <a:gd name="T46" fmla="*/ 50 w 87"/>
              <a:gd name="T47" fmla="*/ 20 h 96"/>
              <a:gd name="T48" fmla="*/ 62 w 87"/>
              <a:gd name="T49" fmla="*/ 33 h 96"/>
              <a:gd name="T50" fmla="*/ 41 w 87"/>
              <a:gd name="T51" fmla="*/ 6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96">
                <a:moveTo>
                  <a:pt x="81" y="39"/>
                </a:moveTo>
                <a:cubicBezTo>
                  <a:pt x="80" y="37"/>
                  <a:pt x="78" y="34"/>
                  <a:pt x="78" y="34"/>
                </a:cubicBezTo>
                <a:cubicBezTo>
                  <a:pt x="78" y="13"/>
                  <a:pt x="59" y="0"/>
                  <a:pt x="40" y="0"/>
                </a:cubicBezTo>
                <a:cubicBezTo>
                  <a:pt x="18" y="0"/>
                  <a:pt x="0" y="18"/>
                  <a:pt x="0" y="40"/>
                </a:cubicBezTo>
                <a:cubicBezTo>
                  <a:pt x="0" y="55"/>
                  <a:pt x="5" y="65"/>
                  <a:pt x="16" y="72"/>
                </a:cubicBezTo>
                <a:cubicBezTo>
                  <a:pt x="16" y="94"/>
                  <a:pt x="16" y="94"/>
                  <a:pt x="16" y="94"/>
                </a:cubicBezTo>
                <a:cubicBezTo>
                  <a:pt x="16" y="95"/>
                  <a:pt x="17" y="96"/>
                  <a:pt x="18" y="96"/>
                </a:cubicBezTo>
                <a:cubicBezTo>
                  <a:pt x="58" y="96"/>
                  <a:pt x="58" y="96"/>
                  <a:pt x="58" y="96"/>
                </a:cubicBezTo>
                <a:cubicBezTo>
                  <a:pt x="59" y="96"/>
                  <a:pt x="60" y="95"/>
                  <a:pt x="60" y="94"/>
                </a:cubicBezTo>
                <a:cubicBezTo>
                  <a:pt x="60" y="82"/>
                  <a:pt x="60" y="82"/>
                  <a:pt x="60" y="82"/>
                </a:cubicBezTo>
                <a:cubicBezTo>
                  <a:pt x="67" y="82"/>
                  <a:pt x="71" y="81"/>
                  <a:pt x="74" y="78"/>
                </a:cubicBezTo>
                <a:cubicBezTo>
                  <a:pt x="78" y="75"/>
                  <a:pt x="78" y="65"/>
                  <a:pt x="78" y="60"/>
                </a:cubicBezTo>
                <a:cubicBezTo>
                  <a:pt x="79" y="60"/>
                  <a:pt x="81" y="60"/>
                  <a:pt x="82" y="60"/>
                </a:cubicBezTo>
                <a:cubicBezTo>
                  <a:pt x="84" y="60"/>
                  <a:pt x="85" y="59"/>
                  <a:pt x="86" y="58"/>
                </a:cubicBezTo>
                <a:cubicBezTo>
                  <a:pt x="87" y="57"/>
                  <a:pt x="87" y="56"/>
                  <a:pt x="87" y="55"/>
                </a:cubicBezTo>
                <a:cubicBezTo>
                  <a:pt x="87" y="54"/>
                  <a:pt x="87" y="54"/>
                  <a:pt x="87" y="54"/>
                </a:cubicBezTo>
                <a:cubicBezTo>
                  <a:pt x="87" y="50"/>
                  <a:pt x="84" y="44"/>
                  <a:pt x="81" y="39"/>
                </a:cubicBezTo>
                <a:close/>
                <a:moveTo>
                  <a:pt x="41" y="60"/>
                </a:moveTo>
                <a:cubicBezTo>
                  <a:pt x="41" y="60"/>
                  <a:pt x="40" y="60"/>
                  <a:pt x="40" y="60"/>
                </a:cubicBezTo>
                <a:cubicBezTo>
                  <a:pt x="40" y="60"/>
                  <a:pt x="39" y="60"/>
                  <a:pt x="39" y="60"/>
                </a:cubicBezTo>
                <a:cubicBezTo>
                  <a:pt x="37" y="58"/>
                  <a:pt x="18" y="45"/>
                  <a:pt x="18" y="33"/>
                </a:cubicBezTo>
                <a:cubicBezTo>
                  <a:pt x="18" y="25"/>
                  <a:pt x="24" y="20"/>
                  <a:pt x="30" y="20"/>
                </a:cubicBezTo>
                <a:cubicBezTo>
                  <a:pt x="33" y="20"/>
                  <a:pt x="37" y="22"/>
                  <a:pt x="40" y="26"/>
                </a:cubicBezTo>
                <a:cubicBezTo>
                  <a:pt x="43" y="22"/>
                  <a:pt x="47" y="20"/>
                  <a:pt x="50" y="20"/>
                </a:cubicBezTo>
                <a:cubicBezTo>
                  <a:pt x="56" y="20"/>
                  <a:pt x="62" y="25"/>
                  <a:pt x="62" y="33"/>
                </a:cubicBezTo>
                <a:cubicBezTo>
                  <a:pt x="62" y="45"/>
                  <a:pt x="43" y="58"/>
                  <a:pt x="41" y="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2" name="Oval 61">
            <a:extLst>
              <a:ext uri="{FF2B5EF4-FFF2-40B4-BE49-F238E27FC236}">
                <a16:creationId xmlns:a16="http://schemas.microsoft.com/office/drawing/2014/main" id="{30C5968E-350D-41A7-9CD4-D9C5C520327B}"/>
              </a:ext>
            </a:extLst>
          </p:cNvPr>
          <p:cNvSpPr/>
          <p:nvPr/>
        </p:nvSpPr>
        <p:spPr>
          <a:xfrm>
            <a:off x="5450670" y="2783670"/>
            <a:ext cx="1290660" cy="1290660"/>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grpSp>
        <p:nvGrpSpPr>
          <p:cNvPr id="64" name="Group 63">
            <a:extLst>
              <a:ext uri="{FF2B5EF4-FFF2-40B4-BE49-F238E27FC236}">
                <a16:creationId xmlns:a16="http://schemas.microsoft.com/office/drawing/2014/main" id="{AC8BF826-F1A6-4DAD-B421-4606949E3774}"/>
              </a:ext>
            </a:extLst>
          </p:cNvPr>
          <p:cNvGrpSpPr/>
          <p:nvPr/>
        </p:nvGrpSpPr>
        <p:grpSpPr>
          <a:xfrm>
            <a:off x="5844000" y="3177000"/>
            <a:ext cx="504000" cy="504000"/>
            <a:chOff x="6997700" y="3609976"/>
            <a:chExt cx="360363" cy="361950"/>
          </a:xfrm>
          <a:solidFill>
            <a:schemeClr val="tx1"/>
          </a:solidFill>
        </p:grpSpPr>
        <p:sp>
          <p:nvSpPr>
            <p:cNvPr id="65" name="Freeform 83">
              <a:extLst>
                <a:ext uri="{FF2B5EF4-FFF2-40B4-BE49-F238E27FC236}">
                  <a16:creationId xmlns:a16="http://schemas.microsoft.com/office/drawing/2014/main" id="{D4CB5600-064A-41B1-8482-36A464F55B25}"/>
                </a:ext>
              </a:extLst>
            </p:cNvPr>
            <p:cNvSpPr>
              <a:spLocks/>
            </p:cNvSpPr>
            <p:nvPr/>
          </p:nvSpPr>
          <p:spPr bwMode="auto">
            <a:xfrm>
              <a:off x="7207250" y="3654426"/>
              <a:ext cx="46038" cy="109538"/>
            </a:xfrm>
            <a:custGeom>
              <a:avLst/>
              <a:gdLst>
                <a:gd name="T0" fmla="*/ 0 w 12"/>
                <a:gd name="T1" fmla="*/ 8 h 29"/>
                <a:gd name="T2" fmla="*/ 2 w 12"/>
                <a:gd name="T3" fmla="*/ 8 h 29"/>
                <a:gd name="T4" fmla="*/ 4 w 12"/>
                <a:gd name="T5" fmla="*/ 10 h 29"/>
                <a:gd name="T6" fmla="*/ 4 w 12"/>
                <a:gd name="T7" fmla="*/ 29 h 29"/>
                <a:gd name="T8" fmla="*/ 8 w 12"/>
                <a:gd name="T9" fmla="*/ 28 h 29"/>
                <a:gd name="T10" fmla="*/ 12 w 12"/>
                <a:gd name="T11" fmla="*/ 28 h 29"/>
                <a:gd name="T12" fmla="*/ 12 w 12"/>
                <a:gd name="T13" fmla="*/ 2 h 29"/>
                <a:gd name="T14" fmla="*/ 11 w 12"/>
                <a:gd name="T15" fmla="*/ 1 h 29"/>
                <a:gd name="T16" fmla="*/ 10 w 12"/>
                <a:gd name="T17" fmla="*/ 0 h 29"/>
                <a:gd name="T18" fmla="*/ 0 w 12"/>
                <a:gd name="T19" fmla="*/ 0 h 29"/>
                <a:gd name="T20" fmla="*/ 0 w 12"/>
                <a:gd name="T21"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9">
                  <a:moveTo>
                    <a:pt x="0" y="8"/>
                  </a:moveTo>
                  <a:cubicBezTo>
                    <a:pt x="2" y="8"/>
                    <a:pt x="2" y="8"/>
                    <a:pt x="2" y="8"/>
                  </a:cubicBezTo>
                  <a:cubicBezTo>
                    <a:pt x="3" y="8"/>
                    <a:pt x="4" y="9"/>
                    <a:pt x="4" y="10"/>
                  </a:cubicBezTo>
                  <a:cubicBezTo>
                    <a:pt x="4" y="29"/>
                    <a:pt x="4" y="29"/>
                    <a:pt x="4" y="29"/>
                  </a:cubicBezTo>
                  <a:cubicBezTo>
                    <a:pt x="5" y="28"/>
                    <a:pt x="6" y="28"/>
                    <a:pt x="8" y="28"/>
                  </a:cubicBezTo>
                  <a:cubicBezTo>
                    <a:pt x="12" y="28"/>
                    <a:pt x="12" y="28"/>
                    <a:pt x="12" y="28"/>
                  </a:cubicBezTo>
                  <a:cubicBezTo>
                    <a:pt x="12" y="2"/>
                    <a:pt x="12" y="2"/>
                    <a:pt x="12" y="2"/>
                  </a:cubicBezTo>
                  <a:cubicBezTo>
                    <a:pt x="12" y="1"/>
                    <a:pt x="12" y="1"/>
                    <a:pt x="11" y="1"/>
                  </a:cubicBezTo>
                  <a:cubicBezTo>
                    <a:pt x="11" y="0"/>
                    <a:pt x="11" y="0"/>
                    <a:pt x="10" y="0"/>
                  </a:cubicBezTo>
                  <a:cubicBezTo>
                    <a:pt x="0" y="0"/>
                    <a:pt x="0" y="0"/>
                    <a:pt x="0" y="0"/>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575757"/>
                </a:solidFill>
                <a:effectLst/>
                <a:uLnTx/>
                <a:uFillTx/>
                <a:latin typeface="Calibri Light"/>
                <a:ea typeface="+mn-ea"/>
                <a:cs typeface="+mn-cs"/>
              </a:endParaRPr>
            </a:p>
          </p:txBody>
        </p:sp>
        <p:sp>
          <p:nvSpPr>
            <p:cNvPr id="66" name="Freeform 84">
              <a:extLst>
                <a:ext uri="{FF2B5EF4-FFF2-40B4-BE49-F238E27FC236}">
                  <a16:creationId xmlns:a16="http://schemas.microsoft.com/office/drawing/2014/main" id="{CDECE9F5-059A-451B-8013-B6ACFA2159F4}"/>
                </a:ext>
              </a:extLst>
            </p:cNvPr>
            <p:cNvSpPr>
              <a:spLocks/>
            </p:cNvSpPr>
            <p:nvPr/>
          </p:nvSpPr>
          <p:spPr bwMode="auto">
            <a:xfrm>
              <a:off x="7072313" y="3835401"/>
              <a:ext cx="60325" cy="15875"/>
            </a:xfrm>
            <a:custGeom>
              <a:avLst/>
              <a:gdLst>
                <a:gd name="T0" fmla="*/ 2 w 16"/>
                <a:gd name="T1" fmla="*/ 0 h 4"/>
                <a:gd name="T2" fmla="*/ 0 w 16"/>
                <a:gd name="T3" fmla="*/ 2 h 4"/>
                <a:gd name="T4" fmla="*/ 2 w 16"/>
                <a:gd name="T5" fmla="*/ 4 h 4"/>
                <a:gd name="T6" fmla="*/ 14 w 16"/>
                <a:gd name="T7" fmla="*/ 4 h 4"/>
                <a:gd name="T8" fmla="*/ 16 w 16"/>
                <a:gd name="T9" fmla="*/ 2 h 4"/>
                <a:gd name="T10" fmla="*/ 14 w 16"/>
                <a:gd name="T11" fmla="*/ 0 h 4"/>
                <a:gd name="T12" fmla="*/ 2 w 1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2" y="0"/>
                  </a:moveTo>
                  <a:cubicBezTo>
                    <a:pt x="1" y="0"/>
                    <a:pt x="0" y="1"/>
                    <a:pt x="0" y="2"/>
                  </a:cubicBezTo>
                  <a:cubicBezTo>
                    <a:pt x="0" y="3"/>
                    <a:pt x="1" y="4"/>
                    <a:pt x="2" y="4"/>
                  </a:cubicBezTo>
                  <a:cubicBezTo>
                    <a:pt x="14" y="4"/>
                    <a:pt x="14" y="4"/>
                    <a:pt x="14" y="4"/>
                  </a:cubicBezTo>
                  <a:cubicBezTo>
                    <a:pt x="15" y="4"/>
                    <a:pt x="16" y="3"/>
                    <a:pt x="16" y="2"/>
                  </a:cubicBezTo>
                  <a:cubicBezTo>
                    <a:pt x="16" y="1"/>
                    <a:pt x="15" y="0"/>
                    <a:pt x="14"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575757"/>
                </a:solidFill>
                <a:effectLst/>
                <a:uLnTx/>
                <a:uFillTx/>
                <a:latin typeface="Calibri Light"/>
                <a:ea typeface="+mn-ea"/>
                <a:cs typeface="+mn-cs"/>
              </a:endParaRPr>
            </a:p>
          </p:txBody>
        </p:sp>
        <p:sp>
          <p:nvSpPr>
            <p:cNvPr id="67" name="Freeform 85">
              <a:extLst>
                <a:ext uri="{FF2B5EF4-FFF2-40B4-BE49-F238E27FC236}">
                  <a16:creationId xmlns:a16="http://schemas.microsoft.com/office/drawing/2014/main" id="{36126132-799E-48D5-B8B5-8D66D0755312}"/>
                </a:ext>
              </a:extLst>
            </p:cNvPr>
            <p:cNvSpPr>
              <a:spLocks/>
            </p:cNvSpPr>
            <p:nvPr/>
          </p:nvSpPr>
          <p:spPr bwMode="auto">
            <a:xfrm>
              <a:off x="7072313" y="3805238"/>
              <a:ext cx="90488" cy="15875"/>
            </a:xfrm>
            <a:custGeom>
              <a:avLst/>
              <a:gdLst>
                <a:gd name="T0" fmla="*/ 24 w 24"/>
                <a:gd name="T1" fmla="*/ 2 h 4"/>
                <a:gd name="T2" fmla="*/ 22 w 24"/>
                <a:gd name="T3" fmla="*/ 0 h 4"/>
                <a:gd name="T4" fmla="*/ 2 w 24"/>
                <a:gd name="T5" fmla="*/ 0 h 4"/>
                <a:gd name="T6" fmla="*/ 0 w 24"/>
                <a:gd name="T7" fmla="*/ 2 h 4"/>
                <a:gd name="T8" fmla="*/ 2 w 24"/>
                <a:gd name="T9" fmla="*/ 4 h 4"/>
                <a:gd name="T10" fmla="*/ 22 w 24"/>
                <a:gd name="T11" fmla="*/ 4 h 4"/>
                <a:gd name="T12" fmla="*/ 24 w 2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4" y="2"/>
                  </a:moveTo>
                  <a:cubicBezTo>
                    <a:pt x="24" y="1"/>
                    <a:pt x="23" y="0"/>
                    <a:pt x="22" y="0"/>
                  </a:cubicBezTo>
                  <a:cubicBezTo>
                    <a:pt x="2" y="0"/>
                    <a:pt x="2" y="0"/>
                    <a:pt x="2" y="0"/>
                  </a:cubicBezTo>
                  <a:cubicBezTo>
                    <a:pt x="1" y="0"/>
                    <a:pt x="0" y="1"/>
                    <a:pt x="0" y="2"/>
                  </a:cubicBezTo>
                  <a:cubicBezTo>
                    <a:pt x="0" y="3"/>
                    <a:pt x="1" y="4"/>
                    <a:pt x="2" y="4"/>
                  </a:cubicBezTo>
                  <a:cubicBezTo>
                    <a:pt x="22" y="4"/>
                    <a:pt x="22" y="4"/>
                    <a:pt x="22" y="4"/>
                  </a:cubicBezTo>
                  <a:cubicBezTo>
                    <a:pt x="23" y="4"/>
                    <a:pt x="24" y="3"/>
                    <a:pt x="2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575757"/>
                </a:solidFill>
                <a:effectLst/>
                <a:uLnTx/>
                <a:uFillTx/>
                <a:latin typeface="Calibri Light"/>
                <a:ea typeface="+mn-ea"/>
                <a:cs typeface="+mn-cs"/>
              </a:endParaRPr>
            </a:p>
          </p:txBody>
        </p:sp>
        <p:sp>
          <p:nvSpPr>
            <p:cNvPr id="68" name="Freeform 86">
              <a:extLst>
                <a:ext uri="{FF2B5EF4-FFF2-40B4-BE49-F238E27FC236}">
                  <a16:creationId xmlns:a16="http://schemas.microsoft.com/office/drawing/2014/main" id="{6ACF0C60-8AAA-40AE-8250-26537E910205}"/>
                </a:ext>
              </a:extLst>
            </p:cNvPr>
            <p:cNvSpPr>
              <a:spLocks/>
            </p:cNvSpPr>
            <p:nvPr/>
          </p:nvSpPr>
          <p:spPr bwMode="auto">
            <a:xfrm>
              <a:off x="7072313" y="3775076"/>
              <a:ext cx="90488"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575757"/>
                </a:solidFill>
                <a:effectLst/>
                <a:uLnTx/>
                <a:uFillTx/>
                <a:latin typeface="Calibri Light"/>
                <a:ea typeface="+mn-ea"/>
                <a:cs typeface="+mn-cs"/>
              </a:endParaRPr>
            </a:p>
          </p:txBody>
        </p:sp>
        <p:sp>
          <p:nvSpPr>
            <p:cNvPr id="69" name="Freeform 87">
              <a:extLst>
                <a:ext uri="{FF2B5EF4-FFF2-40B4-BE49-F238E27FC236}">
                  <a16:creationId xmlns:a16="http://schemas.microsoft.com/office/drawing/2014/main" id="{7FE5F564-A3C7-4604-8F73-34A45A61EC2C}"/>
                </a:ext>
              </a:extLst>
            </p:cNvPr>
            <p:cNvSpPr>
              <a:spLocks/>
            </p:cNvSpPr>
            <p:nvPr/>
          </p:nvSpPr>
          <p:spPr bwMode="auto">
            <a:xfrm>
              <a:off x="6997700" y="3654426"/>
              <a:ext cx="173038" cy="287338"/>
            </a:xfrm>
            <a:custGeom>
              <a:avLst/>
              <a:gdLst>
                <a:gd name="T0" fmla="*/ 41 w 46"/>
                <a:gd name="T1" fmla="*/ 68 h 76"/>
                <a:gd name="T2" fmla="*/ 10 w 46"/>
                <a:gd name="T3" fmla="*/ 68 h 76"/>
                <a:gd name="T4" fmla="*/ 8 w 46"/>
                <a:gd name="T5" fmla="*/ 66 h 76"/>
                <a:gd name="T6" fmla="*/ 8 w 46"/>
                <a:gd name="T7" fmla="*/ 10 h 76"/>
                <a:gd name="T8" fmla="*/ 10 w 46"/>
                <a:gd name="T9" fmla="*/ 8 h 76"/>
                <a:gd name="T10" fmla="*/ 12 w 46"/>
                <a:gd name="T11" fmla="*/ 8 h 76"/>
                <a:gd name="T12" fmla="*/ 12 w 46"/>
                <a:gd name="T13" fmla="*/ 0 h 76"/>
                <a:gd name="T14" fmla="*/ 2 w 46"/>
                <a:gd name="T15" fmla="*/ 0 h 76"/>
                <a:gd name="T16" fmla="*/ 0 w 46"/>
                <a:gd name="T17" fmla="*/ 2 h 76"/>
                <a:gd name="T18" fmla="*/ 0 w 46"/>
                <a:gd name="T19" fmla="*/ 66 h 76"/>
                <a:gd name="T20" fmla="*/ 10 w 46"/>
                <a:gd name="T21" fmla="*/ 76 h 76"/>
                <a:gd name="T22" fmla="*/ 46 w 46"/>
                <a:gd name="T23" fmla="*/ 76 h 76"/>
                <a:gd name="T24" fmla="*/ 41 w 46"/>
                <a:gd name="T25" fmla="*/ 6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76">
                  <a:moveTo>
                    <a:pt x="41" y="68"/>
                  </a:moveTo>
                  <a:cubicBezTo>
                    <a:pt x="10" y="68"/>
                    <a:pt x="10" y="68"/>
                    <a:pt x="10" y="68"/>
                  </a:cubicBezTo>
                  <a:cubicBezTo>
                    <a:pt x="9" y="68"/>
                    <a:pt x="8" y="67"/>
                    <a:pt x="8" y="66"/>
                  </a:cubicBezTo>
                  <a:cubicBezTo>
                    <a:pt x="8" y="10"/>
                    <a:pt x="8" y="10"/>
                    <a:pt x="8" y="10"/>
                  </a:cubicBezTo>
                  <a:cubicBezTo>
                    <a:pt x="8" y="9"/>
                    <a:pt x="9" y="8"/>
                    <a:pt x="10" y="8"/>
                  </a:cubicBezTo>
                  <a:cubicBezTo>
                    <a:pt x="12" y="8"/>
                    <a:pt x="12" y="8"/>
                    <a:pt x="12" y="8"/>
                  </a:cubicBezTo>
                  <a:cubicBezTo>
                    <a:pt x="12" y="0"/>
                    <a:pt x="12" y="0"/>
                    <a:pt x="12" y="0"/>
                  </a:cubicBezTo>
                  <a:cubicBezTo>
                    <a:pt x="2" y="0"/>
                    <a:pt x="2" y="0"/>
                    <a:pt x="2" y="0"/>
                  </a:cubicBezTo>
                  <a:cubicBezTo>
                    <a:pt x="1" y="0"/>
                    <a:pt x="0" y="1"/>
                    <a:pt x="0" y="2"/>
                  </a:cubicBezTo>
                  <a:cubicBezTo>
                    <a:pt x="0" y="66"/>
                    <a:pt x="0" y="66"/>
                    <a:pt x="0" y="66"/>
                  </a:cubicBezTo>
                  <a:cubicBezTo>
                    <a:pt x="0" y="72"/>
                    <a:pt x="4" y="76"/>
                    <a:pt x="10" y="76"/>
                  </a:cubicBezTo>
                  <a:cubicBezTo>
                    <a:pt x="46" y="76"/>
                    <a:pt x="46" y="76"/>
                    <a:pt x="46" y="76"/>
                  </a:cubicBezTo>
                  <a:lnTo>
                    <a:pt x="41"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575757"/>
                </a:solidFill>
                <a:effectLst/>
                <a:uLnTx/>
                <a:uFillTx/>
                <a:latin typeface="Calibri Light"/>
                <a:ea typeface="+mn-ea"/>
                <a:cs typeface="+mn-cs"/>
              </a:endParaRPr>
            </a:p>
          </p:txBody>
        </p:sp>
        <p:sp>
          <p:nvSpPr>
            <p:cNvPr id="70" name="Freeform 88">
              <a:extLst>
                <a:ext uri="{FF2B5EF4-FFF2-40B4-BE49-F238E27FC236}">
                  <a16:creationId xmlns:a16="http://schemas.microsoft.com/office/drawing/2014/main" id="{19A3C4F2-7F10-47EF-8388-0CB25769E6F1}"/>
                </a:ext>
              </a:extLst>
            </p:cNvPr>
            <p:cNvSpPr>
              <a:spLocks/>
            </p:cNvSpPr>
            <p:nvPr/>
          </p:nvSpPr>
          <p:spPr bwMode="auto">
            <a:xfrm>
              <a:off x="7058025" y="3609976"/>
              <a:ext cx="134938" cy="104775"/>
            </a:xfrm>
            <a:custGeom>
              <a:avLst/>
              <a:gdLst>
                <a:gd name="T0" fmla="*/ 0 w 36"/>
                <a:gd name="T1" fmla="*/ 26 h 28"/>
                <a:gd name="T2" fmla="*/ 2 w 36"/>
                <a:gd name="T3" fmla="*/ 28 h 28"/>
                <a:gd name="T4" fmla="*/ 34 w 36"/>
                <a:gd name="T5" fmla="*/ 28 h 28"/>
                <a:gd name="T6" fmla="*/ 36 w 36"/>
                <a:gd name="T7" fmla="*/ 26 h 28"/>
                <a:gd name="T8" fmla="*/ 36 w 36"/>
                <a:gd name="T9" fmla="*/ 10 h 28"/>
                <a:gd name="T10" fmla="*/ 34 w 36"/>
                <a:gd name="T11" fmla="*/ 8 h 28"/>
                <a:gd name="T12" fmla="*/ 28 w 36"/>
                <a:gd name="T13" fmla="*/ 8 h 28"/>
                <a:gd name="T14" fmla="*/ 18 w 36"/>
                <a:gd name="T15" fmla="*/ 0 h 28"/>
                <a:gd name="T16" fmla="*/ 8 w 36"/>
                <a:gd name="T17" fmla="*/ 8 h 28"/>
                <a:gd name="T18" fmla="*/ 2 w 36"/>
                <a:gd name="T19" fmla="*/ 8 h 28"/>
                <a:gd name="T20" fmla="*/ 0 w 36"/>
                <a:gd name="T21" fmla="*/ 10 h 28"/>
                <a:gd name="T22" fmla="*/ 0 w 36"/>
                <a:gd name="T2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28">
                  <a:moveTo>
                    <a:pt x="0" y="26"/>
                  </a:moveTo>
                  <a:cubicBezTo>
                    <a:pt x="0" y="27"/>
                    <a:pt x="1" y="28"/>
                    <a:pt x="2" y="28"/>
                  </a:cubicBezTo>
                  <a:cubicBezTo>
                    <a:pt x="34" y="28"/>
                    <a:pt x="34" y="28"/>
                    <a:pt x="34" y="28"/>
                  </a:cubicBezTo>
                  <a:cubicBezTo>
                    <a:pt x="35" y="28"/>
                    <a:pt x="36" y="27"/>
                    <a:pt x="36" y="26"/>
                  </a:cubicBezTo>
                  <a:cubicBezTo>
                    <a:pt x="36" y="10"/>
                    <a:pt x="36" y="10"/>
                    <a:pt x="36" y="10"/>
                  </a:cubicBezTo>
                  <a:cubicBezTo>
                    <a:pt x="36" y="9"/>
                    <a:pt x="35" y="8"/>
                    <a:pt x="34" y="8"/>
                  </a:cubicBezTo>
                  <a:cubicBezTo>
                    <a:pt x="28" y="8"/>
                    <a:pt x="28" y="8"/>
                    <a:pt x="28" y="8"/>
                  </a:cubicBezTo>
                  <a:cubicBezTo>
                    <a:pt x="27" y="4"/>
                    <a:pt x="24" y="0"/>
                    <a:pt x="18" y="0"/>
                  </a:cubicBezTo>
                  <a:cubicBezTo>
                    <a:pt x="12" y="0"/>
                    <a:pt x="9" y="4"/>
                    <a:pt x="8" y="8"/>
                  </a:cubicBezTo>
                  <a:cubicBezTo>
                    <a:pt x="2" y="8"/>
                    <a:pt x="2" y="8"/>
                    <a:pt x="2" y="8"/>
                  </a:cubicBezTo>
                  <a:cubicBezTo>
                    <a:pt x="1" y="8"/>
                    <a:pt x="0" y="9"/>
                    <a:pt x="0" y="10"/>
                  </a:cubicBezTo>
                  <a:lnTo>
                    <a:pt x="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575757"/>
                </a:solidFill>
                <a:effectLst/>
                <a:uLnTx/>
                <a:uFillTx/>
                <a:latin typeface="Calibri Light"/>
                <a:ea typeface="+mn-ea"/>
                <a:cs typeface="+mn-cs"/>
              </a:endParaRPr>
            </a:p>
          </p:txBody>
        </p:sp>
        <p:sp>
          <p:nvSpPr>
            <p:cNvPr id="71" name="Freeform 89">
              <a:extLst>
                <a:ext uri="{FF2B5EF4-FFF2-40B4-BE49-F238E27FC236}">
                  <a16:creationId xmlns:a16="http://schemas.microsoft.com/office/drawing/2014/main" id="{9BE233A2-79F3-4E5F-96A0-D1C7CDD31D4F}"/>
                </a:ext>
              </a:extLst>
            </p:cNvPr>
            <p:cNvSpPr>
              <a:spLocks/>
            </p:cNvSpPr>
            <p:nvPr/>
          </p:nvSpPr>
          <p:spPr bwMode="auto">
            <a:xfrm>
              <a:off x="7072313" y="3744913"/>
              <a:ext cx="90488"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575757"/>
                </a:solidFill>
                <a:effectLst/>
                <a:uLnTx/>
                <a:uFillTx/>
                <a:latin typeface="Calibri Light"/>
                <a:ea typeface="+mn-ea"/>
                <a:cs typeface="+mn-cs"/>
              </a:endParaRPr>
            </a:p>
          </p:txBody>
        </p:sp>
        <p:sp>
          <p:nvSpPr>
            <p:cNvPr id="81" name="Freeform 90">
              <a:extLst>
                <a:ext uri="{FF2B5EF4-FFF2-40B4-BE49-F238E27FC236}">
                  <a16:creationId xmlns:a16="http://schemas.microsoft.com/office/drawing/2014/main" id="{754AD4E1-CA85-4CBF-80CC-51E194E8F2FE}"/>
                </a:ext>
              </a:extLst>
            </p:cNvPr>
            <p:cNvSpPr>
              <a:spLocks noEditPoints="1"/>
            </p:cNvSpPr>
            <p:nvPr/>
          </p:nvSpPr>
          <p:spPr bwMode="auto">
            <a:xfrm>
              <a:off x="7162800" y="3775076"/>
              <a:ext cx="195263" cy="196850"/>
            </a:xfrm>
            <a:custGeom>
              <a:avLst/>
              <a:gdLst>
                <a:gd name="T0" fmla="*/ 51 w 52"/>
                <a:gd name="T1" fmla="*/ 31 h 52"/>
                <a:gd name="T2" fmla="*/ 47 w 52"/>
                <a:gd name="T3" fmla="*/ 28 h 52"/>
                <a:gd name="T4" fmla="*/ 48 w 52"/>
                <a:gd name="T5" fmla="*/ 26 h 52"/>
                <a:gd name="T6" fmla="*/ 47 w 52"/>
                <a:gd name="T7" fmla="*/ 23 h 52"/>
                <a:gd name="T8" fmla="*/ 51 w 52"/>
                <a:gd name="T9" fmla="*/ 21 h 52"/>
                <a:gd name="T10" fmla="*/ 52 w 52"/>
                <a:gd name="T11" fmla="*/ 19 h 52"/>
                <a:gd name="T12" fmla="*/ 45 w 52"/>
                <a:gd name="T13" fmla="*/ 7 h 52"/>
                <a:gd name="T14" fmla="*/ 44 w 52"/>
                <a:gd name="T15" fmla="*/ 6 h 52"/>
                <a:gd name="T16" fmla="*/ 42 w 52"/>
                <a:gd name="T17" fmla="*/ 7 h 52"/>
                <a:gd name="T18" fmla="*/ 39 w 52"/>
                <a:gd name="T19" fmla="*/ 9 h 52"/>
                <a:gd name="T20" fmla="*/ 35 w 52"/>
                <a:gd name="T21" fmla="*/ 6 h 52"/>
                <a:gd name="T22" fmla="*/ 35 w 52"/>
                <a:gd name="T23" fmla="*/ 2 h 52"/>
                <a:gd name="T24" fmla="*/ 33 w 52"/>
                <a:gd name="T25" fmla="*/ 0 h 52"/>
                <a:gd name="T26" fmla="*/ 20 w 52"/>
                <a:gd name="T27" fmla="*/ 0 h 52"/>
                <a:gd name="T28" fmla="*/ 18 w 52"/>
                <a:gd name="T29" fmla="*/ 2 h 52"/>
                <a:gd name="T30" fmla="*/ 18 w 52"/>
                <a:gd name="T31" fmla="*/ 6 h 52"/>
                <a:gd name="T32" fmla="*/ 13 w 52"/>
                <a:gd name="T33" fmla="*/ 9 h 52"/>
                <a:gd name="T34" fmla="*/ 10 w 52"/>
                <a:gd name="T35" fmla="*/ 7 h 52"/>
                <a:gd name="T36" fmla="*/ 7 w 52"/>
                <a:gd name="T37" fmla="*/ 7 h 52"/>
                <a:gd name="T38" fmla="*/ 0 w 52"/>
                <a:gd name="T39" fmla="*/ 19 h 52"/>
                <a:gd name="T40" fmla="*/ 0 w 52"/>
                <a:gd name="T41" fmla="*/ 20 h 52"/>
                <a:gd name="T42" fmla="*/ 1 w 52"/>
                <a:gd name="T43" fmla="*/ 21 h 52"/>
                <a:gd name="T44" fmla="*/ 5 w 52"/>
                <a:gd name="T45" fmla="*/ 23 h 52"/>
                <a:gd name="T46" fmla="*/ 4 w 52"/>
                <a:gd name="T47" fmla="*/ 26 h 52"/>
                <a:gd name="T48" fmla="*/ 5 w 52"/>
                <a:gd name="T49" fmla="*/ 28 h 52"/>
                <a:gd name="T50" fmla="*/ 1 w 52"/>
                <a:gd name="T51" fmla="*/ 31 h 52"/>
                <a:gd name="T52" fmla="*/ 0 w 52"/>
                <a:gd name="T53" fmla="*/ 32 h 52"/>
                <a:gd name="T54" fmla="*/ 0 w 52"/>
                <a:gd name="T55" fmla="*/ 33 h 52"/>
                <a:gd name="T56" fmla="*/ 7 w 52"/>
                <a:gd name="T57" fmla="*/ 45 h 52"/>
                <a:gd name="T58" fmla="*/ 10 w 52"/>
                <a:gd name="T59" fmla="*/ 45 h 52"/>
                <a:gd name="T60" fmla="*/ 13 w 52"/>
                <a:gd name="T61" fmla="*/ 43 h 52"/>
                <a:gd name="T62" fmla="*/ 18 w 52"/>
                <a:gd name="T63" fmla="*/ 46 h 52"/>
                <a:gd name="T64" fmla="*/ 18 w 52"/>
                <a:gd name="T65" fmla="*/ 50 h 52"/>
                <a:gd name="T66" fmla="*/ 20 w 52"/>
                <a:gd name="T67" fmla="*/ 52 h 52"/>
                <a:gd name="T68" fmla="*/ 33 w 52"/>
                <a:gd name="T69" fmla="*/ 52 h 52"/>
                <a:gd name="T70" fmla="*/ 35 w 52"/>
                <a:gd name="T71" fmla="*/ 50 h 52"/>
                <a:gd name="T72" fmla="*/ 35 w 52"/>
                <a:gd name="T73" fmla="*/ 46 h 52"/>
                <a:gd name="T74" fmla="*/ 39 w 52"/>
                <a:gd name="T75" fmla="*/ 43 h 52"/>
                <a:gd name="T76" fmla="*/ 42 w 52"/>
                <a:gd name="T77" fmla="*/ 45 h 52"/>
                <a:gd name="T78" fmla="*/ 44 w 52"/>
                <a:gd name="T79" fmla="*/ 45 h 52"/>
                <a:gd name="T80" fmla="*/ 45 w 52"/>
                <a:gd name="T81" fmla="*/ 45 h 52"/>
                <a:gd name="T82" fmla="*/ 52 w 52"/>
                <a:gd name="T83" fmla="*/ 33 h 52"/>
                <a:gd name="T84" fmla="*/ 51 w 52"/>
                <a:gd name="T85" fmla="*/ 31 h 52"/>
                <a:gd name="T86" fmla="*/ 26 w 52"/>
                <a:gd name="T87" fmla="*/ 37 h 52"/>
                <a:gd name="T88" fmla="*/ 15 w 52"/>
                <a:gd name="T89" fmla="*/ 26 h 52"/>
                <a:gd name="T90" fmla="*/ 26 w 52"/>
                <a:gd name="T91" fmla="*/ 15 h 52"/>
                <a:gd name="T92" fmla="*/ 37 w 52"/>
                <a:gd name="T93" fmla="*/ 26 h 52"/>
                <a:gd name="T94" fmla="*/ 26 w 52"/>
                <a:gd name="T95" fmla="*/ 3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 h="52">
                  <a:moveTo>
                    <a:pt x="51" y="31"/>
                  </a:moveTo>
                  <a:cubicBezTo>
                    <a:pt x="47" y="28"/>
                    <a:pt x="47" y="28"/>
                    <a:pt x="47" y="28"/>
                  </a:cubicBezTo>
                  <a:cubicBezTo>
                    <a:pt x="48" y="28"/>
                    <a:pt x="48" y="27"/>
                    <a:pt x="48" y="26"/>
                  </a:cubicBezTo>
                  <a:cubicBezTo>
                    <a:pt x="48" y="25"/>
                    <a:pt x="48" y="24"/>
                    <a:pt x="47" y="23"/>
                  </a:cubicBezTo>
                  <a:cubicBezTo>
                    <a:pt x="51" y="21"/>
                    <a:pt x="51" y="21"/>
                    <a:pt x="51" y="21"/>
                  </a:cubicBezTo>
                  <a:cubicBezTo>
                    <a:pt x="52" y="21"/>
                    <a:pt x="52" y="20"/>
                    <a:pt x="52" y="19"/>
                  </a:cubicBezTo>
                  <a:cubicBezTo>
                    <a:pt x="45" y="7"/>
                    <a:pt x="45" y="7"/>
                    <a:pt x="45" y="7"/>
                  </a:cubicBezTo>
                  <a:cubicBezTo>
                    <a:pt x="45" y="7"/>
                    <a:pt x="44" y="7"/>
                    <a:pt x="44" y="6"/>
                  </a:cubicBezTo>
                  <a:cubicBezTo>
                    <a:pt x="43" y="6"/>
                    <a:pt x="43" y="6"/>
                    <a:pt x="42" y="7"/>
                  </a:cubicBezTo>
                  <a:cubicBezTo>
                    <a:pt x="39" y="9"/>
                    <a:pt x="39" y="9"/>
                    <a:pt x="39" y="9"/>
                  </a:cubicBezTo>
                  <a:cubicBezTo>
                    <a:pt x="38" y="8"/>
                    <a:pt x="36" y="7"/>
                    <a:pt x="35" y="6"/>
                  </a:cubicBezTo>
                  <a:cubicBezTo>
                    <a:pt x="35" y="2"/>
                    <a:pt x="35" y="2"/>
                    <a:pt x="35" y="2"/>
                  </a:cubicBezTo>
                  <a:cubicBezTo>
                    <a:pt x="35" y="1"/>
                    <a:pt x="34" y="0"/>
                    <a:pt x="33" y="0"/>
                  </a:cubicBezTo>
                  <a:cubicBezTo>
                    <a:pt x="20" y="0"/>
                    <a:pt x="20" y="0"/>
                    <a:pt x="20" y="0"/>
                  </a:cubicBezTo>
                  <a:cubicBezTo>
                    <a:pt x="18" y="0"/>
                    <a:pt x="18" y="1"/>
                    <a:pt x="18" y="2"/>
                  </a:cubicBezTo>
                  <a:cubicBezTo>
                    <a:pt x="18" y="6"/>
                    <a:pt x="18" y="6"/>
                    <a:pt x="18" y="6"/>
                  </a:cubicBezTo>
                  <a:cubicBezTo>
                    <a:pt x="16" y="7"/>
                    <a:pt x="15" y="8"/>
                    <a:pt x="13" y="9"/>
                  </a:cubicBezTo>
                  <a:cubicBezTo>
                    <a:pt x="10" y="7"/>
                    <a:pt x="10" y="7"/>
                    <a:pt x="10" y="7"/>
                  </a:cubicBezTo>
                  <a:cubicBezTo>
                    <a:pt x="9" y="6"/>
                    <a:pt x="7" y="6"/>
                    <a:pt x="7" y="7"/>
                  </a:cubicBezTo>
                  <a:cubicBezTo>
                    <a:pt x="0" y="19"/>
                    <a:pt x="0" y="19"/>
                    <a:pt x="0" y="19"/>
                  </a:cubicBezTo>
                  <a:cubicBezTo>
                    <a:pt x="0" y="19"/>
                    <a:pt x="0" y="20"/>
                    <a:pt x="0" y="20"/>
                  </a:cubicBezTo>
                  <a:cubicBezTo>
                    <a:pt x="0" y="21"/>
                    <a:pt x="1" y="21"/>
                    <a:pt x="1" y="21"/>
                  </a:cubicBezTo>
                  <a:cubicBezTo>
                    <a:pt x="5" y="23"/>
                    <a:pt x="5" y="23"/>
                    <a:pt x="5" y="23"/>
                  </a:cubicBezTo>
                  <a:cubicBezTo>
                    <a:pt x="4" y="24"/>
                    <a:pt x="4" y="25"/>
                    <a:pt x="4" y="26"/>
                  </a:cubicBezTo>
                  <a:cubicBezTo>
                    <a:pt x="4" y="27"/>
                    <a:pt x="4" y="28"/>
                    <a:pt x="5" y="28"/>
                  </a:cubicBezTo>
                  <a:cubicBezTo>
                    <a:pt x="1" y="31"/>
                    <a:pt x="1" y="31"/>
                    <a:pt x="1" y="31"/>
                  </a:cubicBezTo>
                  <a:cubicBezTo>
                    <a:pt x="1" y="31"/>
                    <a:pt x="0" y="31"/>
                    <a:pt x="0" y="32"/>
                  </a:cubicBezTo>
                  <a:cubicBezTo>
                    <a:pt x="0" y="32"/>
                    <a:pt x="0" y="33"/>
                    <a:pt x="0" y="33"/>
                  </a:cubicBezTo>
                  <a:cubicBezTo>
                    <a:pt x="7" y="45"/>
                    <a:pt x="7" y="45"/>
                    <a:pt x="7" y="45"/>
                  </a:cubicBezTo>
                  <a:cubicBezTo>
                    <a:pt x="7" y="46"/>
                    <a:pt x="9" y="46"/>
                    <a:pt x="10" y="45"/>
                  </a:cubicBezTo>
                  <a:cubicBezTo>
                    <a:pt x="13" y="43"/>
                    <a:pt x="13" y="43"/>
                    <a:pt x="13" y="43"/>
                  </a:cubicBezTo>
                  <a:cubicBezTo>
                    <a:pt x="15" y="44"/>
                    <a:pt x="16" y="45"/>
                    <a:pt x="18" y="46"/>
                  </a:cubicBezTo>
                  <a:cubicBezTo>
                    <a:pt x="18" y="50"/>
                    <a:pt x="18" y="50"/>
                    <a:pt x="18" y="50"/>
                  </a:cubicBezTo>
                  <a:cubicBezTo>
                    <a:pt x="18" y="51"/>
                    <a:pt x="18" y="52"/>
                    <a:pt x="20" y="52"/>
                  </a:cubicBezTo>
                  <a:cubicBezTo>
                    <a:pt x="33" y="52"/>
                    <a:pt x="33" y="52"/>
                    <a:pt x="33" y="52"/>
                  </a:cubicBezTo>
                  <a:cubicBezTo>
                    <a:pt x="34" y="52"/>
                    <a:pt x="35" y="51"/>
                    <a:pt x="35" y="50"/>
                  </a:cubicBezTo>
                  <a:cubicBezTo>
                    <a:pt x="35" y="46"/>
                    <a:pt x="35" y="46"/>
                    <a:pt x="35" y="46"/>
                  </a:cubicBezTo>
                  <a:cubicBezTo>
                    <a:pt x="36" y="45"/>
                    <a:pt x="38" y="44"/>
                    <a:pt x="39" y="43"/>
                  </a:cubicBezTo>
                  <a:cubicBezTo>
                    <a:pt x="42" y="45"/>
                    <a:pt x="42" y="45"/>
                    <a:pt x="42" y="45"/>
                  </a:cubicBezTo>
                  <a:cubicBezTo>
                    <a:pt x="43" y="46"/>
                    <a:pt x="43" y="46"/>
                    <a:pt x="44" y="45"/>
                  </a:cubicBezTo>
                  <a:cubicBezTo>
                    <a:pt x="45" y="45"/>
                    <a:pt x="45" y="45"/>
                    <a:pt x="45" y="45"/>
                  </a:cubicBezTo>
                  <a:cubicBezTo>
                    <a:pt x="52" y="33"/>
                    <a:pt x="52" y="33"/>
                    <a:pt x="52" y="33"/>
                  </a:cubicBezTo>
                  <a:cubicBezTo>
                    <a:pt x="52" y="32"/>
                    <a:pt x="52" y="31"/>
                    <a:pt x="51" y="31"/>
                  </a:cubicBezTo>
                  <a:close/>
                  <a:moveTo>
                    <a:pt x="26" y="37"/>
                  </a:moveTo>
                  <a:cubicBezTo>
                    <a:pt x="20" y="37"/>
                    <a:pt x="15" y="32"/>
                    <a:pt x="15" y="26"/>
                  </a:cubicBezTo>
                  <a:cubicBezTo>
                    <a:pt x="15" y="20"/>
                    <a:pt x="20" y="15"/>
                    <a:pt x="26" y="15"/>
                  </a:cubicBezTo>
                  <a:cubicBezTo>
                    <a:pt x="32" y="15"/>
                    <a:pt x="37" y="20"/>
                    <a:pt x="37" y="26"/>
                  </a:cubicBezTo>
                  <a:cubicBezTo>
                    <a:pt x="37" y="32"/>
                    <a:pt x="32" y="37"/>
                    <a:pt x="2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575757"/>
                </a:solidFill>
                <a:effectLst/>
                <a:uLnTx/>
                <a:uFillTx/>
                <a:latin typeface="Calibri Light"/>
                <a:ea typeface="+mn-ea"/>
                <a:cs typeface="+mn-cs"/>
              </a:endParaRPr>
            </a:p>
          </p:txBody>
        </p:sp>
      </p:grpSp>
    </p:spTree>
    <p:extLst>
      <p:ext uri="{BB962C8B-B14F-4D97-AF65-F5344CB8AC3E}">
        <p14:creationId xmlns:p14="http://schemas.microsoft.com/office/powerpoint/2010/main" val="4424339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Shape 211"/>
        <p:cNvGrpSpPr/>
        <p:nvPr/>
      </p:nvGrpSpPr>
      <p:grpSpPr>
        <a:xfrm>
          <a:off x="0" y="0"/>
          <a:ext cx="0" cy="0"/>
          <a:chOff x="0" y="0"/>
          <a:chExt cx="0" cy="0"/>
        </a:xfrm>
      </p:grpSpPr>
      <p:sp>
        <p:nvSpPr>
          <p:cNvPr id="212" name="Google Shape;212;p19"/>
          <p:cNvSpPr txBox="1">
            <a:spLocks noGrp="1"/>
          </p:cNvSpPr>
          <p:nvPr>
            <p:ph type="title"/>
          </p:nvPr>
        </p:nvSpPr>
        <p:spPr>
          <a:xfrm>
            <a:off x="603400" y="548633"/>
            <a:ext cx="10985200" cy="748800"/>
          </a:xfrm>
          <a:prstGeom prst="rect">
            <a:avLst/>
          </a:prstGeom>
          <a:ln>
            <a:noFill/>
          </a:ln>
        </p:spPr>
        <p:txBody>
          <a:bodyPr spcFirstLastPara="1" wrap="square" lIns="121900" tIns="121900" rIns="121900" bIns="121900" anchor="t" anchorCtr="0">
            <a:noAutofit/>
          </a:bodyPr>
          <a:lstStyle/>
          <a:p>
            <a:pPr>
              <a:buSzPts val="1100"/>
            </a:pPr>
            <a:r>
              <a:rPr lang="en"/>
              <a:t>Timeline infographics</a:t>
            </a:r>
            <a:endParaRPr/>
          </a:p>
        </p:txBody>
      </p:sp>
      <p:sp>
        <p:nvSpPr>
          <p:cNvPr id="213" name="Google Shape;213;p19"/>
          <p:cNvSpPr txBox="1"/>
          <p:nvPr/>
        </p:nvSpPr>
        <p:spPr>
          <a:xfrm>
            <a:off x="4096000" y="6455533"/>
            <a:ext cx="4000000" cy="2220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1067" kern="0">
                <a:solidFill>
                  <a:srgbClr val="000000"/>
                </a:solidFill>
                <a:latin typeface="Montserrat"/>
                <a:ea typeface="Montserrat"/>
                <a:cs typeface="Montserrat"/>
                <a:sym typeface="Montserrat"/>
              </a:rPr>
              <a:t>This template has been created by </a:t>
            </a:r>
            <a:r>
              <a:rPr lang="en" sz="1067" b="1" kern="0">
                <a:solidFill>
                  <a:srgbClr val="000000"/>
                </a:solidFill>
                <a:uFill>
                  <a:noFill/>
                </a:uFill>
                <a:latin typeface="Montserrat"/>
                <a:ea typeface="Montserrat"/>
                <a:cs typeface="Montserrat"/>
                <a:sym typeface="Montserrat"/>
                <a:hlinkClick r:id="rId3">
                  <a:extLst>
                    <a:ext uri="{A12FA001-AC4F-418D-AE19-62706E023703}">
                      <ahyp:hlinkClr xmlns:ahyp="http://schemas.microsoft.com/office/drawing/2018/hyperlinkcolor" val="tx"/>
                    </a:ext>
                  </a:extLst>
                </a:hlinkClick>
              </a:rPr>
              <a:t>Slidesgo</a:t>
            </a:r>
            <a:endParaRPr sz="1067" b="1" kern="0">
              <a:solidFill>
                <a:srgbClr val="000000"/>
              </a:solidFill>
              <a:latin typeface="Montserrat"/>
              <a:ea typeface="Montserrat"/>
              <a:cs typeface="Montserrat"/>
              <a:sym typeface="Montserrat"/>
            </a:endParaRPr>
          </a:p>
        </p:txBody>
      </p:sp>
      <p:sp>
        <p:nvSpPr>
          <p:cNvPr id="214" name="Google Shape;214;p19"/>
          <p:cNvSpPr txBox="1"/>
          <p:nvPr/>
        </p:nvSpPr>
        <p:spPr>
          <a:xfrm>
            <a:off x="837547" y="1658633"/>
            <a:ext cx="2704400" cy="566000"/>
          </a:xfrm>
          <a:prstGeom prst="rect">
            <a:avLst/>
          </a:prstGeom>
          <a:noFill/>
          <a:ln>
            <a:noFill/>
          </a:ln>
        </p:spPr>
        <p:txBody>
          <a:bodyPr spcFirstLastPara="1" wrap="square" lIns="121900" tIns="121900" rIns="121900" bIns="121900" anchor="b" anchorCtr="0">
            <a:noAutofit/>
          </a:bodyPr>
          <a:lstStyle/>
          <a:p>
            <a:pPr defTabSz="1219170">
              <a:buClr>
                <a:srgbClr val="000000"/>
              </a:buClr>
            </a:pPr>
            <a:r>
              <a:rPr lang="en" sz="2133" kern="0">
                <a:solidFill>
                  <a:srgbClr val="000000"/>
                </a:solidFill>
                <a:latin typeface="Montserrat SemiBold"/>
                <a:ea typeface="Montserrat SemiBold"/>
                <a:cs typeface="Montserrat SemiBold"/>
                <a:sym typeface="Montserrat SemiBold"/>
              </a:rPr>
              <a:t>Mercury</a:t>
            </a:r>
            <a:endParaRPr sz="2133" kern="0">
              <a:solidFill>
                <a:srgbClr val="000000"/>
              </a:solidFill>
              <a:latin typeface="Montserrat SemiBold"/>
              <a:ea typeface="Montserrat SemiBold"/>
              <a:cs typeface="Montserrat SemiBold"/>
              <a:sym typeface="Montserrat SemiBold"/>
            </a:endParaRPr>
          </a:p>
        </p:txBody>
      </p:sp>
      <p:sp>
        <p:nvSpPr>
          <p:cNvPr id="215" name="Google Shape;215;p19"/>
          <p:cNvSpPr txBox="1"/>
          <p:nvPr/>
        </p:nvSpPr>
        <p:spPr>
          <a:xfrm>
            <a:off x="837533" y="2101600"/>
            <a:ext cx="2704400" cy="9204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Mercury is the closest planet to the Sun and the smallest one</a:t>
            </a:r>
            <a:endParaRPr sz="1600" kern="0">
              <a:solidFill>
                <a:srgbClr val="000000"/>
              </a:solidFill>
              <a:latin typeface="Montserrat Medium"/>
              <a:ea typeface="Montserrat Medium"/>
              <a:cs typeface="Montserrat Medium"/>
              <a:sym typeface="Montserrat Medium"/>
            </a:endParaRPr>
          </a:p>
        </p:txBody>
      </p:sp>
      <p:sp>
        <p:nvSpPr>
          <p:cNvPr id="216" name="Google Shape;216;p19"/>
          <p:cNvSpPr/>
          <p:nvPr/>
        </p:nvSpPr>
        <p:spPr>
          <a:xfrm>
            <a:off x="4214517" y="1853723"/>
            <a:ext cx="748800" cy="748800"/>
          </a:xfrm>
          <a:prstGeom prst="ellipse">
            <a:avLst/>
          </a:prstGeom>
          <a:solidFill>
            <a:schemeClr val="dk2"/>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01</a:t>
            </a:r>
            <a:endParaRPr sz="1600" kern="0">
              <a:solidFill>
                <a:srgbClr val="000000"/>
              </a:solidFill>
              <a:latin typeface="Montserrat SemiBold"/>
              <a:ea typeface="Montserrat SemiBold"/>
              <a:cs typeface="Montserrat SemiBold"/>
              <a:sym typeface="Montserrat SemiBold"/>
            </a:endParaRPr>
          </a:p>
        </p:txBody>
      </p:sp>
      <p:sp>
        <p:nvSpPr>
          <p:cNvPr id="217" name="Google Shape;217;p19"/>
          <p:cNvSpPr txBox="1"/>
          <p:nvPr/>
        </p:nvSpPr>
        <p:spPr>
          <a:xfrm flipH="1">
            <a:off x="8649953" y="1658633"/>
            <a:ext cx="2704400" cy="566000"/>
          </a:xfrm>
          <a:prstGeom prst="rect">
            <a:avLst/>
          </a:prstGeom>
          <a:noFill/>
          <a:ln>
            <a:noFill/>
          </a:ln>
        </p:spPr>
        <p:txBody>
          <a:bodyPr spcFirstLastPara="1" wrap="square" lIns="121900" tIns="121900" rIns="121900" bIns="121900" anchor="b" anchorCtr="0">
            <a:noAutofit/>
          </a:bodyPr>
          <a:lstStyle/>
          <a:p>
            <a:pPr defTabSz="1219170">
              <a:buClr>
                <a:srgbClr val="000000"/>
              </a:buClr>
            </a:pPr>
            <a:r>
              <a:rPr lang="en" sz="2133" kern="0">
                <a:solidFill>
                  <a:srgbClr val="000000"/>
                </a:solidFill>
                <a:latin typeface="Montserrat SemiBold"/>
                <a:ea typeface="Montserrat SemiBold"/>
                <a:cs typeface="Montserrat SemiBold"/>
                <a:sym typeface="Montserrat SemiBold"/>
              </a:rPr>
              <a:t>Venus</a:t>
            </a:r>
            <a:endParaRPr sz="2133" kern="0">
              <a:solidFill>
                <a:srgbClr val="000000"/>
              </a:solidFill>
              <a:latin typeface="Montserrat SemiBold"/>
              <a:ea typeface="Montserrat SemiBold"/>
              <a:cs typeface="Montserrat SemiBold"/>
              <a:sym typeface="Montserrat SemiBold"/>
            </a:endParaRPr>
          </a:p>
        </p:txBody>
      </p:sp>
      <p:sp>
        <p:nvSpPr>
          <p:cNvPr id="218" name="Google Shape;218;p19"/>
          <p:cNvSpPr txBox="1"/>
          <p:nvPr/>
        </p:nvSpPr>
        <p:spPr>
          <a:xfrm flipH="1">
            <a:off x="8649967" y="2101600"/>
            <a:ext cx="2704400" cy="9204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Venus has a beautiful name and is the second planet</a:t>
            </a:r>
            <a:endParaRPr sz="1600" kern="0">
              <a:solidFill>
                <a:srgbClr val="000000"/>
              </a:solidFill>
              <a:latin typeface="Montserrat Medium"/>
              <a:ea typeface="Montserrat Medium"/>
              <a:cs typeface="Montserrat Medium"/>
              <a:sym typeface="Montserrat Medium"/>
            </a:endParaRPr>
          </a:p>
        </p:txBody>
      </p:sp>
      <p:sp>
        <p:nvSpPr>
          <p:cNvPr id="219" name="Google Shape;219;p19"/>
          <p:cNvSpPr/>
          <p:nvPr/>
        </p:nvSpPr>
        <p:spPr>
          <a:xfrm>
            <a:off x="7228684" y="1853723"/>
            <a:ext cx="748800" cy="748800"/>
          </a:xfrm>
          <a:prstGeom prst="ellipse">
            <a:avLst/>
          </a:prstGeom>
          <a:solidFill>
            <a:schemeClr val="lt2"/>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02</a:t>
            </a:r>
            <a:endParaRPr sz="1600" kern="0">
              <a:solidFill>
                <a:srgbClr val="000000"/>
              </a:solidFill>
              <a:latin typeface="Montserrat SemiBold"/>
              <a:ea typeface="Montserrat SemiBold"/>
              <a:cs typeface="Montserrat SemiBold"/>
              <a:sym typeface="Montserrat SemiBold"/>
            </a:endParaRPr>
          </a:p>
        </p:txBody>
      </p:sp>
      <p:sp>
        <p:nvSpPr>
          <p:cNvPr id="220" name="Google Shape;220;p19"/>
          <p:cNvSpPr txBox="1"/>
          <p:nvPr/>
        </p:nvSpPr>
        <p:spPr>
          <a:xfrm>
            <a:off x="837547" y="3246799"/>
            <a:ext cx="2704400" cy="566000"/>
          </a:xfrm>
          <a:prstGeom prst="rect">
            <a:avLst/>
          </a:prstGeom>
          <a:noFill/>
          <a:ln>
            <a:noFill/>
          </a:ln>
        </p:spPr>
        <p:txBody>
          <a:bodyPr spcFirstLastPara="1" wrap="square" lIns="121900" tIns="121900" rIns="121900" bIns="121900" anchor="b" anchorCtr="0">
            <a:noAutofit/>
          </a:bodyPr>
          <a:lstStyle/>
          <a:p>
            <a:pPr defTabSz="1219170">
              <a:buClr>
                <a:srgbClr val="000000"/>
              </a:buClr>
            </a:pPr>
            <a:r>
              <a:rPr lang="en" sz="2133" kern="0">
                <a:solidFill>
                  <a:srgbClr val="000000"/>
                </a:solidFill>
                <a:latin typeface="Montserrat SemiBold"/>
                <a:ea typeface="Montserrat SemiBold"/>
                <a:cs typeface="Montserrat SemiBold"/>
                <a:sym typeface="Montserrat SemiBold"/>
              </a:rPr>
              <a:t>Earth</a:t>
            </a:r>
            <a:endParaRPr sz="2133" kern="0">
              <a:solidFill>
                <a:srgbClr val="000000"/>
              </a:solidFill>
              <a:latin typeface="Montserrat SemiBold"/>
              <a:ea typeface="Montserrat SemiBold"/>
              <a:cs typeface="Montserrat SemiBold"/>
              <a:sym typeface="Montserrat SemiBold"/>
            </a:endParaRPr>
          </a:p>
        </p:txBody>
      </p:sp>
      <p:sp>
        <p:nvSpPr>
          <p:cNvPr id="221" name="Google Shape;221;p19"/>
          <p:cNvSpPr txBox="1"/>
          <p:nvPr/>
        </p:nvSpPr>
        <p:spPr>
          <a:xfrm>
            <a:off x="837533" y="3689767"/>
            <a:ext cx="2704400" cy="9204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Earth is the only one planet that harbors life in the System</a:t>
            </a:r>
            <a:endParaRPr sz="1600" kern="0">
              <a:solidFill>
                <a:srgbClr val="000000"/>
              </a:solidFill>
              <a:latin typeface="Montserrat Medium"/>
              <a:ea typeface="Montserrat Medium"/>
              <a:cs typeface="Montserrat Medium"/>
              <a:sym typeface="Montserrat Medium"/>
            </a:endParaRPr>
          </a:p>
        </p:txBody>
      </p:sp>
      <p:sp>
        <p:nvSpPr>
          <p:cNvPr id="222" name="Google Shape;222;p19"/>
          <p:cNvSpPr/>
          <p:nvPr/>
        </p:nvSpPr>
        <p:spPr>
          <a:xfrm>
            <a:off x="4214517" y="3441889"/>
            <a:ext cx="748800" cy="748800"/>
          </a:xfrm>
          <a:prstGeom prst="ellipse">
            <a:avLst/>
          </a:prstGeom>
          <a:solidFill>
            <a:schemeClr val="accent1"/>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03</a:t>
            </a:r>
            <a:endParaRPr sz="1600" kern="0">
              <a:solidFill>
                <a:srgbClr val="000000"/>
              </a:solidFill>
              <a:latin typeface="Montserrat SemiBold"/>
              <a:ea typeface="Montserrat SemiBold"/>
              <a:cs typeface="Montserrat SemiBold"/>
              <a:sym typeface="Montserrat SemiBold"/>
            </a:endParaRPr>
          </a:p>
        </p:txBody>
      </p:sp>
      <p:sp>
        <p:nvSpPr>
          <p:cNvPr id="223" name="Google Shape;223;p19"/>
          <p:cNvSpPr txBox="1"/>
          <p:nvPr/>
        </p:nvSpPr>
        <p:spPr>
          <a:xfrm flipH="1">
            <a:off x="8649953" y="3246799"/>
            <a:ext cx="2704400" cy="566000"/>
          </a:xfrm>
          <a:prstGeom prst="rect">
            <a:avLst/>
          </a:prstGeom>
          <a:noFill/>
          <a:ln>
            <a:noFill/>
          </a:ln>
        </p:spPr>
        <p:txBody>
          <a:bodyPr spcFirstLastPara="1" wrap="square" lIns="121900" tIns="121900" rIns="121900" bIns="121900" anchor="b" anchorCtr="0">
            <a:noAutofit/>
          </a:bodyPr>
          <a:lstStyle/>
          <a:p>
            <a:pPr defTabSz="1219170">
              <a:buClr>
                <a:srgbClr val="000000"/>
              </a:buClr>
            </a:pPr>
            <a:r>
              <a:rPr lang="en" sz="2133" kern="0">
                <a:solidFill>
                  <a:srgbClr val="000000"/>
                </a:solidFill>
                <a:latin typeface="Montserrat SemiBold"/>
                <a:ea typeface="Montserrat SemiBold"/>
                <a:cs typeface="Montserrat SemiBold"/>
                <a:sym typeface="Montserrat SemiBold"/>
              </a:rPr>
              <a:t>Mars</a:t>
            </a:r>
            <a:endParaRPr sz="2133" kern="0">
              <a:solidFill>
                <a:srgbClr val="000000"/>
              </a:solidFill>
              <a:latin typeface="Montserrat SemiBold"/>
              <a:ea typeface="Montserrat SemiBold"/>
              <a:cs typeface="Montserrat SemiBold"/>
              <a:sym typeface="Montserrat SemiBold"/>
            </a:endParaRPr>
          </a:p>
        </p:txBody>
      </p:sp>
      <p:sp>
        <p:nvSpPr>
          <p:cNvPr id="224" name="Google Shape;224;p19"/>
          <p:cNvSpPr txBox="1"/>
          <p:nvPr/>
        </p:nvSpPr>
        <p:spPr>
          <a:xfrm flipH="1">
            <a:off x="8649967" y="3689767"/>
            <a:ext cx="2704400" cy="9204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Despite being red, Mars is a cold place. It’s made of basalt</a:t>
            </a:r>
            <a:endParaRPr sz="1600" kern="0">
              <a:solidFill>
                <a:srgbClr val="000000"/>
              </a:solidFill>
              <a:latin typeface="Montserrat Medium"/>
              <a:ea typeface="Montserrat Medium"/>
              <a:cs typeface="Montserrat Medium"/>
              <a:sym typeface="Montserrat Medium"/>
            </a:endParaRPr>
          </a:p>
        </p:txBody>
      </p:sp>
      <p:sp>
        <p:nvSpPr>
          <p:cNvPr id="225" name="Google Shape;225;p19"/>
          <p:cNvSpPr/>
          <p:nvPr/>
        </p:nvSpPr>
        <p:spPr>
          <a:xfrm>
            <a:off x="7228684" y="3441889"/>
            <a:ext cx="748800" cy="748800"/>
          </a:xfrm>
          <a:prstGeom prst="ellipse">
            <a:avLst/>
          </a:prstGeom>
          <a:solidFill>
            <a:schemeClr val="accent2"/>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04</a:t>
            </a:r>
            <a:endParaRPr sz="1600" kern="0">
              <a:solidFill>
                <a:srgbClr val="000000"/>
              </a:solidFill>
              <a:latin typeface="Montserrat SemiBold"/>
              <a:ea typeface="Montserrat SemiBold"/>
              <a:cs typeface="Montserrat SemiBold"/>
              <a:sym typeface="Montserrat SemiBold"/>
            </a:endParaRPr>
          </a:p>
        </p:txBody>
      </p:sp>
      <p:sp>
        <p:nvSpPr>
          <p:cNvPr id="226" name="Google Shape;226;p19"/>
          <p:cNvSpPr txBox="1"/>
          <p:nvPr/>
        </p:nvSpPr>
        <p:spPr>
          <a:xfrm>
            <a:off x="837547" y="4834965"/>
            <a:ext cx="2704400" cy="566000"/>
          </a:xfrm>
          <a:prstGeom prst="rect">
            <a:avLst/>
          </a:prstGeom>
          <a:noFill/>
          <a:ln>
            <a:noFill/>
          </a:ln>
        </p:spPr>
        <p:txBody>
          <a:bodyPr spcFirstLastPara="1" wrap="square" lIns="121900" tIns="121900" rIns="121900" bIns="121900" anchor="b" anchorCtr="0">
            <a:noAutofit/>
          </a:bodyPr>
          <a:lstStyle/>
          <a:p>
            <a:pPr defTabSz="1219170">
              <a:buClr>
                <a:srgbClr val="000000"/>
              </a:buClr>
            </a:pPr>
            <a:r>
              <a:rPr lang="en" sz="2133" kern="0">
                <a:solidFill>
                  <a:srgbClr val="000000"/>
                </a:solidFill>
                <a:latin typeface="Montserrat SemiBold"/>
                <a:ea typeface="Montserrat SemiBold"/>
                <a:cs typeface="Montserrat SemiBold"/>
                <a:sym typeface="Montserrat SemiBold"/>
              </a:rPr>
              <a:t>Jupiter</a:t>
            </a:r>
            <a:endParaRPr sz="2133" kern="0">
              <a:solidFill>
                <a:srgbClr val="000000"/>
              </a:solidFill>
              <a:latin typeface="Montserrat SemiBold"/>
              <a:ea typeface="Montserrat SemiBold"/>
              <a:cs typeface="Montserrat SemiBold"/>
              <a:sym typeface="Montserrat SemiBold"/>
            </a:endParaRPr>
          </a:p>
        </p:txBody>
      </p:sp>
      <p:sp>
        <p:nvSpPr>
          <p:cNvPr id="227" name="Google Shape;227;p19"/>
          <p:cNvSpPr txBox="1"/>
          <p:nvPr/>
        </p:nvSpPr>
        <p:spPr>
          <a:xfrm>
            <a:off x="837533" y="5277933"/>
            <a:ext cx="2704400" cy="9204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Jupiter is a gas giant and the biggest planet in System</a:t>
            </a:r>
            <a:endParaRPr sz="1600" kern="0">
              <a:solidFill>
                <a:srgbClr val="000000"/>
              </a:solidFill>
              <a:latin typeface="Montserrat Medium"/>
              <a:ea typeface="Montserrat Medium"/>
              <a:cs typeface="Montserrat Medium"/>
              <a:sym typeface="Montserrat Medium"/>
            </a:endParaRPr>
          </a:p>
        </p:txBody>
      </p:sp>
      <p:sp>
        <p:nvSpPr>
          <p:cNvPr id="228" name="Google Shape;228;p19"/>
          <p:cNvSpPr/>
          <p:nvPr/>
        </p:nvSpPr>
        <p:spPr>
          <a:xfrm>
            <a:off x="4214517" y="5030056"/>
            <a:ext cx="748800" cy="748800"/>
          </a:xfrm>
          <a:prstGeom prst="ellipse">
            <a:avLst/>
          </a:prstGeom>
          <a:solidFill>
            <a:schemeClr val="accent3"/>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05</a:t>
            </a:r>
            <a:endParaRPr sz="1600" kern="0">
              <a:solidFill>
                <a:srgbClr val="000000"/>
              </a:solidFill>
              <a:latin typeface="Montserrat SemiBold"/>
              <a:ea typeface="Montserrat SemiBold"/>
              <a:cs typeface="Montserrat SemiBold"/>
              <a:sym typeface="Montserrat SemiBold"/>
            </a:endParaRPr>
          </a:p>
        </p:txBody>
      </p:sp>
      <p:sp>
        <p:nvSpPr>
          <p:cNvPr id="229" name="Google Shape;229;p19"/>
          <p:cNvSpPr txBox="1"/>
          <p:nvPr/>
        </p:nvSpPr>
        <p:spPr>
          <a:xfrm flipH="1">
            <a:off x="8649953" y="4834965"/>
            <a:ext cx="2704400" cy="566000"/>
          </a:xfrm>
          <a:prstGeom prst="rect">
            <a:avLst/>
          </a:prstGeom>
          <a:noFill/>
          <a:ln>
            <a:noFill/>
          </a:ln>
        </p:spPr>
        <p:txBody>
          <a:bodyPr spcFirstLastPara="1" wrap="square" lIns="121900" tIns="121900" rIns="121900" bIns="121900" anchor="b" anchorCtr="0">
            <a:noAutofit/>
          </a:bodyPr>
          <a:lstStyle/>
          <a:p>
            <a:pPr defTabSz="1219170">
              <a:buClr>
                <a:srgbClr val="000000"/>
              </a:buClr>
            </a:pPr>
            <a:r>
              <a:rPr lang="en" sz="2133" kern="0">
                <a:solidFill>
                  <a:srgbClr val="000000"/>
                </a:solidFill>
                <a:latin typeface="Montserrat SemiBold"/>
                <a:ea typeface="Montserrat SemiBold"/>
                <a:cs typeface="Montserrat SemiBold"/>
                <a:sym typeface="Montserrat SemiBold"/>
              </a:rPr>
              <a:t>Neptune</a:t>
            </a:r>
            <a:endParaRPr sz="2133" kern="0">
              <a:solidFill>
                <a:srgbClr val="000000"/>
              </a:solidFill>
              <a:latin typeface="Montserrat SemiBold"/>
              <a:ea typeface="Montserrat SemiBold"/>
              <a:cs typeface="Montserrat SemiBold"/>
              <a:sym typeface="Montserrat SemiBold"/>
            </a:endParaRPr>
          </a:p>
        </p:txBody>
      </p:sp>
      <p:sp>
        <p:nvSpPr>
          <p:cNvPr id="230" name="Google Shape;230;p19"/>
          <p:cNvSpPr txBox="1"/>
          <p:nvPr/>
        </p:nvSpPr>
        <p:spPr>
          <a:xfrm flipH="1">
            <a:off x="8649967" y="5277933"/>
            <a:ext cx="2704400" cy="9204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Saturn was named after the Roman god of wealth and agriculture</a:t>
            </a:r>
            <a:endParaRPr sz="1600" kern="0">
              <a:solidFill>
                <a:srgbClr val="000000"/>
              </a:solidFill>
              <a:latin typeface="Montserrat Medium"/>
              <a:ea typeface="Montserrat Medium"/>
              <a:cs typeface="Montserrat Medium"/>
              <a:sym typeface="Montserrat Medium"/>
            </a:endParaRPr>
          </a:p>
        </p:txBody>
      </p:sp>
      <p:sp>
        <p:nvSpPr>
          <p:cNvPr id="231" name="Google Shape;231;p19"/>
          <p:cNvSpPr/>
          <p:nvPr/>
        </p:nvSpPr>
        <p:spPr>
          <a:xfrm>
            <a:off x="7228684" y="5030056"/>
            <a:ext cx="748800" cy="748800"/>
          </a:xfrm>
          <a:prstGeom prst="ellipse">
            <a:avLst/>
          </a:prstGeom>
          <a:solidFill>
            <a:schemeClr val="accent4"/>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06</a:t>
            </a:r>
            <a:endParaRPr sz="1600" kern="0">
              <a:solidFill>
                <a:srgbClr val="000000"/>
              </a:solidFill>
              <a:latin typeface="Montserrat SemiBold"/>
              <a:ea typeface="Montserrat SemiBold"/>
              <a:cs typeface="Montserrat SemiBold"/>
              <a:sym typeface="Montserrat SemiBold"/>
            </a:endParaRPr>
          </a:p>
        </p:txBody>
      </p:sp>
      <p:cxnSp>
        <p:nvCxnSpPr>
          <p:cNvPr id="232" name="Google Shape;232;p19"/>
          <p:cNvCxnSpPr>
            <a:stCxn id="216" idx="6"/>
            <a:endCxn id="219" idx="2"/>
          </p:cNvCxnSpPr>
          <p:nvPr/>
        </p:nvCxnSpPr>
        <p:spPr>
          <a:xfrm>
            <a:off x="4963317" y="2228123"/>
            <a:ext cx="2265200" cy="0"/>
          </a:xfrm>
          <a:prstGeom prst="straightConnector1">
            <a:avLst/>
          </a:prstGeom>
          <a:noFill/>
          <a:ln w="9525" cap="flat" cmpd="sng">
            <a:solidFill>
              <a:schemeClr val="dk1"/>
            </a:solidFill>
            <a:prstDash val="solid"/>
            <a:round/>
            <a:headEnd type="none" w="med" len="med"/>
            <a:tailEnd type="none" w="med" len="med"/>
          </a:ln>
        </p:spPr>
      </p:cxnSp>
      <p:cxnSp>
        <p:nvCxnSpPr>
          <p:cNvPr id="233" name="Google Shape;233;p19"/>
          <p:cNvCxnSpPr>
            <a:stCxn id="222" idx="6"/>
            <a:endCxn id="225" idx="2"/>
          </p:cNvCxnSpPr>
          <p:nvPr/>
        </p:nvCxnSpPr>
        <p:spPr>
          <a:xfrm>
            <a:off x="4963317" y="3816289"/>
            <a:ext cx="2265200" cy="0"/>
          </a:xfrm>
          <a:prstGeom prst="straightConnector1">
            <a:avLst/>
          </a:prstGeom>
          <a:noFill/>
          <a:ln w="9525" cap="flat" cmpd="sng">
            <a:solidFill>
              <a:schemeClr val="dk1"/>
            </a:solidFill>
            <a:prstDash val="solid"/>
            <a:round/>
            <a:headEnd type="none" w="med" len="med"/>
            <a:tailEnd type="none" w="med" len="med"/>
          </a:ln>
        </p:spPr>
      </p:cxnSp>
      <p:cxnSp>
        <p:nvCxnSpPr>
          <p:cNvPr id="234" name="Google Shape;234;p19"/>
          <p:cNvCxnSpPr>
            <a:stCxn id="228" idx="6"/>
            <a:endCxn id="231" idx="2"/>
          </p:cNvCxnSpPr>
          <p:nvPr/>
        </p:nvCxnSpPr>
        <p:spPr>
          <a:xfrm>
            <a:off x="4963317" y="5404456"/>
            <a:ext cx="2265200" cy="0"/>
          </a:xfrm>
          <a:prstGeom prst="straightConnector1">
            <a:avLst/>
          </a:prstGeom>
          <a:noFill/>
          <a:ln w="9525" cap="flat" cmpd="sng">
            <a:solidFill>
              <a:schemeClr val="dk1"/>
            </a:solidFill>
            <a:prstDash val="solid"/>
            <a:round/>
            <a:headEnd type="none" w="med" len="med"/>
            <a:tailEnd type="none" w="med" len="med"/>
          </a:ln>
        </p:spPr>
      </p:cxnSp>
      <p:cxnSp>
        <p:nvCxnSpPr>
          <p:cNvPr id="235" name="Google Shape;235;p19"/>
          <p:cNvCxnSpPr>
            <a:stCxn id="219" idx="4"/>
            <a:endCxn id="222" idx="0"/>
          </p:cNvCxnSpPr>
          <p:nvPr/>
        </p:nvCxnSpPr>
        <p:spPr>
          <a:xfrm rot="5400000">
            <a:off x="5676484" y="1515123"/>
            <a:ext cx="839200" cy="3014000"/>
          </a:xfrm>
          <a:prstGeom prst="bentConnector3">
            <a:avLst>
              <a:gd name="adj1" fmla="val 50010"/>
            </a:avLst>
          </a:prstGeom>
          <a:noFill/>
          <a:ln w="9525" cap="flat" cmpd="sng">
            <a:solidFill>
              <a:schemeClr val="dk1"/>
            </a:solidFill>
            <a:prstDash val="solid"/>
            <a:round/>
            <a:headEnd type="none" w="med" len="med"/>
            <a:tailEnd type="none" w="med" len="med"/>
          </a:ln>
        </p:spPr>
      </p:cxnSp>
      <p:cxnSp>
        <p:nvCxnSpPr>
          <p:cNvPr id="236" name="Google Shape;236;p19"/>
          <p:cNvCxnSpPr>
            <a:stCxn id="225" idx="4"/>
            <a:endCxn id="228" idx="0"/>
          </p:cNvCxnSpPr>
          <p:nvPr/>
        </p:nvCxnSpPr>
        <p:spPr>
          <a:xfrm rot="5400000">
            <a:off x="5676484" y="3103289"/>
            <a:ext cx="839200" cy="3014000"/>
          </a:xfrm>
          <a:prstGeom prst="bentConnector3">
            <a:avLst>
              <a:gd name="adj1" fmla="val 50010"/>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27436886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5CAB9F-4286-0946-C38A-C3C85D12D6F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C3E4E51-34B5-B233-2554-15BF3FFEE822}"/>
              </a:ext>
            </a:extLst>
          </p:cNvPr>
          <p:cNvSpPr>
            <a:spLocks noGrp="1"/>
          </p:cNvSpPr>
          <p:nvPr>
            <p:ph type="title"/>
          </p:nvPr>
        </p:nvSpPr>
        <p:spPr/>
        <p:txBody>
          <a:bodyPr/>
          <a:lstStyle/>
          <a:p>
            <a:r>
              <a:rPr lang="en-IN">
                <a:solidFill>
                  <a:schemeClr val="tx1">
                    <a:lumMod val="85000"/>
                    <a:lumOff val="15000"/>
                  </a:schemeClr>
                </a:solidFill>
              </a:rPr>
              <a:t>Hexagonal Diagram Slide Template</a:t>
            </a:r>
          </a:p>
        </p:txBody>
      </p:sp>
      <p:grpSp>
        <p:nvGrpSpPr>
          <p:cNvPr id="20" name="Group 19">
            <a:extLst>
              <a:ext uri="{FF2B5EF4-FFF2-40B4-BE49-F238E27FC236}">
                <a16:creationId xmlns:a16="http://schemas.microsoft.com/office/drawing/2014/main" id="{AD35EB88-1684-BD0A-1282-B8C355A2F68F}"/>
              </a:ext>
            </a:extLst>
          </p:cNvPr>
          <p:cNvGrpSpPr/>
          <p:nvPr/>
        </p:nvGrpSpPr>
        <p:grpSpPr>
          <a:xfrm>
            <a:off x="3247379" y="1340768"/>
            <a:ext cx="5697242" cy="4933980"/>
            <a:chOff x="3139613" y="1302533"/>
            <a:chExt cx="5911632" cy="5119650"/>
          </a:xfrm>
        </p:grpSpPr>
        <p:sp>
          <p:nvSpPr>
            <p:cNvPr id="15" name="Freeform: Shape 14">
              <a:extLst>
                <a:ext uri="{FF2B5EF4-FFF2-40B4-BE49-F238E27FC236}">
                  <a16:creationId xmlns:a16="http://schemas.microsoft.com/office/drawing/2014/main" id="{F6246BC6-163A-CAB8-A8A2-277E3E77AC49}"/>
                </a:ext>
              </a:extLst>
            </p:cNvPr>
            <p:cNvSpPr/>
            <p:nvPr/>
          </p:nvSpPr>
          <p:spPr>
            <a:xfrm>
              <a:off x="4469823" y="2566086"/>
              <a:ext cx="4206197" cy="3642799"/>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solidFill>
              <a:schemeClr val="tx1">
                <a:alpha val="30000"/>
              </a:schemeClr>
            </a:solidFill>
            <a:ln w="127000" cap="flat">
              <a:noFill/>
              <a:prstDash val="solid"/>
              <a:miter/>
            </a:ln>
            <a:effectLst>
              <a:softEdge rad="609600"/>
            </a:effectLst>
          </p:spPr>
          <p:txBody>
            <a:bodyPr rtlCol="0" anchor="ctr"/>
            <a:lstStyle/>
            <a:p>
              <a:endParaRPr lang="en-IN"/>
            </a:p>
          </p:txBody>
        </p:sp>
        <p:grpSp>
          <p:nvGrpSpPr>
            <p:cNvPr id="14" name="Group 13">
              <a:extLst>
                <a:ext uri="{FF2B5EF4-FFF2-40B4-BE49-F238E27FC236}">
                  <a16:creationId xmlns:a16="http://schemas.microsoft.com/office/drawing/2014/main" id="{8FEBCFAF-FF22-C83B-6C65-A5FA6CAF96C9}"/>
                </a:ext>
              </a:extLst>
            </p:cNvPr>
            <p:cNvGrpSpPr/>
            <p:nvPr/>
          </p:nvGrpSpPr>
          <p:grpSpPr>
            <a:xfrm>
              <a:off x="3139613" y="1302533"/>
              <a:ext cx="5911632" cy="5119650"/>
              <a:chOff x="3139613" y="1302533"/>
              <a:chExt cx="5911632" cy="5119650"/>
            </a:xfrm>
          </p:grpSpPr>
          <p:sp>
            <p:nvSpPr>
              <p:cNvPr id="12" name="Freeform: Shape 11">
                <a:extLst>
                  <a:ext uri="{FF2B5EF4-FFF2-40B4-BE49-F238E27FC236}">
                    <a16:creationId xmlns:a16="http://schemas.microsoft.com/office/drawing/2014/main" id="{56CAA7DC-C34F-06F6-27C7-3D1E33FA9D0E}"/>
                  </a:ext>
                </a:extLst>
              </p:cNvPr>
              <p:cNvSpPr/>
              <p:nvPr/>
            </p:nvSpPr>
            <p:spPr>
              <a:xfrm>
                <a:off x="3928599" y="1985813"/>
                <a:ext cx="4333658" cy="3753092"/>
              </a:xfrm>
              <a:custGeom>
                <a:avLst/>
                <a:gdLst>
                  <a:gd name="connsiteX0" fmla="*/ 3159310 w 4212380"/>
                  <a:gd name="connsiteY0" fmla="*/ 0 h 3648063"/>
                  <a:gd name="connsiteX1" fmla="*/ 1053071 w 4212380"/>
                  <a:gd name="connsiteY1" fmla="*/ 0 h 3648063"/>
                  <a:gd name="connsiteX2" fmla="*/ 0 w 4212380"/>
                  <a:gd name="connsiteY2" fmla="*/ 1824032 h 3648063"/>
                  <a:gd name="connsiteX3" fmla="*/ 1053071 w 4212380"/>
                  <a:gd name="connsiteY3" fmla="*/ 3648064 h 3648063"/>
                  <a:gd name="connsiteX4" fmla="*/ 3159310 w 4212380"/>
                  <a:gd name="connsiteY4" fmla="*/ 3648064 h 3648063"/>
                  <a:gd name="connsiteX5" fmla="*/ 4212381 w 4212380"/>
                  <a:gd name="connsiteY5" fmla="*/ 1824032 h 3648063"/>
                  <a:gd name="connsiteX6" fmla="*/ 3159310 w 4212380"/>
                  <a:gd name="connsiteY6" fmla="*/ 0 h 36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12380" h="3648063">
                    <a:moveTo>
                      <a:pt x="3159310" y="0"/>
                    </a:moveTo>
                    <a:lnTo>
                      <a:pt x="1053071" y="0"/>
                    </a:lnTo>
                    <a:lnTo>
                      <a:pt x="0" y="1824032"/>
                    </a:lnTo>
                    <a:lnTo>
                      <a:pt x="1053071" y="3648064"/>
                    </a:lnTo>
                    <a:lnTo>
                      <a:pt x="3159310" y="3648064"/>
                    </a:lnTo>
                    <a:lnTo>
                      <a:pt x="4212381" y="1824032"/>
                    </a:lnTo>
                    <a:lnTo>
                      <a:pt x="3159310" y="0"/>
                    </a:lnTo>
                    <a:close/>
                  </a:path>
                </a:pathLst>
              </a:custGeom>
              <a:noFill/>
              <a:ln w="19362" cap="flat">
                <a:solidFill>
                  <a:schemeClr val="bg1">
                    <a:lumMod val="85000"/>
                  </a:schemeClr>
                </a:solid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id="{4FF0D8EC-80D1-0182-CC8B-B301472A9A8A}"/>
                  </a:ext>
                </a:extLst>
              </p:cNvPr>
              <p:cNvSpPr/>
              <p:nvPr/>
            </p:nvSpPr>
            <p:spPr>
              <a:xfrm>
                <a:off x="3139613" y="3862359"/>
                <a:ext cx="5911632" cy="9687"/>
              </a:xfrm>
              <a:custGeom>
                <a:avLst/>
                <a:gdLst>
                  <a:gd name="connsiteX0" fmla="*/ 0 w 5911632"/>
                  <a:gd name="connsiteY0" fmla="*/ 0 h 9687"/>
                  <a:gd name="connsiteX1" fmla="*/ 5911633 w 5911632"/>
                  <a:gd name="connsiteY1" fmla="*/ 0 h 9687"/>
                </a:gdLst>
                <a:ahLst/>
                <a:cxnLst>
                  <a:cxn ang="0">
                    <a:pos x="connsiteX0" y="connsiteY0"/>
                  </a:cxn>
                  <a:cxn ang="0">
                    <a:pos x="connsiteX1" y="connsiteY1"/>
                  </a:cxn>
                </a:cxnLst>
                <a:rect l="l" t="t" r="r" b="b"/>
                <a:pathLst>
                  <a:path w="5911632" h="9687">
                    <a:moveTo>
                      <a:pt x="0" y="0"/>
                    </a:moveTo>
                    <a:lnTo>
                      <a:pt x="5911633" y="0"/>
                    </a:lnTo>
                  </a:path>
                </a:pathLst>
              </a:custGeom>
              <a:ln w="25400" cap="flat">
                <a:solidFill>
                  <a:schemeClr val="accent2"/>
                </a:solidFill>
                <a:prstDash val="solid"/>
                <a:miter/>
                <a:headEnd type="oval" w="lg" len="lg"/>
                <a:tailEnd type="oval" w="lg" len="lg"/>
              </a:ln>
            </p:spPr>
            <p:txBody>
              <a:bodyPr rtlCol="0" anchor="ctr"/>
              <a:lstStyle/>
              <a:p>
                <a:endParaRPr lang="en-IN"/>
              </a:p>
            </p:txBody>
          </p:sp>
          <p:sp>
            <p:nvSpPr>
              <p:cNvPr id="9" name="Freeform: Shape 8">
                <a:extLst>
                  <a:ext uri="{FF2B5EF4-FFF2-40B4-BE49-F238E27FC236}">
                    <a16:creationId xmlns:a16="http://schemas.microsoft.com/office/drawing/2014/main" id="{5681A3F7-73DF-0E50-2919-47D808D5BF06}"/>
                  </a:ext>
                </a:extLst>
              </p:cNvPr>
              <p:cNvSpPr/>
              <p:nvPr/>
            </p:nvSpPr>
            <p:spPr>
              <a:xfrm>
                <a:off x="4617496" y="1302533"/>
                <a:ext cx="2955864" cy="5119650"/>
              </a:xfrm>
              <a:custGeom>
                <a:avLst/>
                <a:gdLst>
                  <a:gd name="connsiteX0" fmla="*/ 0 w 2955864"/>
                  <a:gd name="connsiteY0" fmla="*/ 0 h 5119650"/>
                  <a:gd name="connsiteX1" fmla="*/ 2955865 w 2955864"/>
                  <a:gd name="connsiteY1" fmla="*/ 5119651 h 5119650"/>
                </a:gdLst>
                <a:ahLst/>
                <a:cxnLst>
                  <a:cxn ang="0">
                    <a:pos x="connsiteX0" y="connsiteY0"/>
                  </a:cxn>
                  <a:cxn ang="0">
                    <a:pos x="connsiteX1" y="connsiteY1"/>
                  </a:cxn>
                </a:cxnLst>
                <a:rect l="l" t="t" r="r" b="b"/>
                <a:pathLst>
                  <a:path w="2955864" h="5119650">
                    <a:moveTo>
                      <a:pt x="0" y="0"/>
                    </a:moveTo>
                    <a:lnTo>
                      <a:pt x="2955865" y="5119651"/>
                    </a:lnTo>
                  </a:path>
                </a:pathLst>
              </a:custGeom>
              <a:ln w="25400" cap="flat">
                <a:solidFill>
                  <a:schemeClr val="accent5"/>
                </a:solidFill>
                <a:prstDash val="solid"/>
                <a:miter/>
                <a:headEnd type="oval" w="lg" len="lg"/>
                <a:tailEnd type="oval" w="lg" len="lg"/>
              </a:ln>
            </p:spPr>
            <p:txBody>
              <a:bodyPr rtlCol="0" anchor="ctr"/>
              <a:lstStyle/>
              <a:p>
                <a:endParaRPr lang="en-IN"/>
              </a:p>
            </p:txBody>
          </p:sp>
          <p:sp>
            <p:nvSpPr>
              <p:cNvPr id="10" name="Freeform: Shape 9">
                <a:extLst>
                  <a:ext uri="{FF2B5EF4-FFF2-40B4-BE49-F238E27FC236}">
                    <a16:creationId xmlns:a16="http://schemas.microsoft.com/office/drawing/2014/main" id="{773120DC-6942-AC3D-A0CF-9554F529E86D}"/>
                  </a:ext>
                </a:extLst>
              </p:cNvPr>
              <p:cNvSpPr/>
              <p:nvPr/>
            </p:nvSpPr>
            <p:spPr>
              <a:xfrm>
                <a:off x="4617496" y="1302533"/>
                <a:ext cx="2955864" cy="5119650"/>
              </a:xfrm>
              <a:custGeom>
                <a:avLst/>
                <a:gdLst>
                  <a:gd name="connsiteX0" fmla="*/ 2955865 w 2955864"/>
                  <a:gd name="connsiteY0" fmla="*/ 0 h 5119650"/>
                  <a:gd name="connsiteX1" fmla="*/ 0 w 2955864"/>
                  <a:gd name="connsiteY1" fmla="*/ 5119651 h 5119650"/>
                </a:gdLst>
                <a:ahLst/>
                <a:cxnLst>
                  <a:cxn ang="0">
                    <a:pos x="connsiteX0" y="connsiteY0"/>
                  </a:cxn>
                  <a:cxn ang="0">
                    <a:pos x="connsiteX1" y="connsiteY1"/>
                  </a:cxn>
                </a:cxnLst>
                <a:rect l="l" t="t" r="r" b="b"/>
                <a:pathLst>
                  <a:path w="2955864" h="5119650">
                    <a:moveTo>
                      <a:pt x="2955865" y="0"/>
                    </a:moveTo>
                    <a:lnTo>
                      <a:pt x="0" y="5119651"/>
                    </a:lnTo>
                  </a:path>
                </a:pathLst>
              </a:custGeom>
              <a:ln w="25400" cap="flat">
                <a:solidFill>
                  <a:schemeClr val="accent1"/>
                </a:solidFill>
                <a:prstDash val="solid"/>
                <a:miter/>
                <a:headEnd type="oval" w="lg" len="lg"/>
                <a:tailEnd type="oval" w="lg" len="lg"/>
              </a:ln>
            </p:spPr>
            <p:txBody>
              <a:bodyPr rtlCol="0" anchor="ctr"/>
              <a:lstStyle/>
              <a:p>
                <a:endParaRPr lang="en-IN"/>
              </a:p>
            </p:txBody>
          </p:sp>
        </p:grpSp>
        <p:sp>
          <p:nvSpPr>
            <p:cNvPr id="13" name="Freeform: Shape 12">
              <a:extLst>
                <a:ext uri="{FF2B5EF4-FFF2-40B4-BE49-F238E27FC236}">
                  <a16:creationId xmlns:a16="http://schemas.microsoft.com/office/drawing/2014/main" id="{6F6E8900-3DD1-3EFD-7535-0346E3C22B3D}"/>
                </a:ext>
              </a:extLst>
            </p:cNvPr>
            <p:cNvSpPr/>
            <p:nvPr/>
          </p:nvSpPr>
          <p:spPr>
            <a:xfrm>
              <a:off x="4154627" y="2209800"/>
              <a:ext cx="3816290" cy="3305118"/>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gradFill flip="none" rotWithShape="1">
              <a:gsLst>
                <a:gs pos="0">
                  <a:schemeClr val="bg1"/>
                </a:gs>
                <a:gs pos="100000">
                  <a:schemeClr val="bg1">
                    <a:lumMod val="85000"/>
                  </a:schemeClr>
                </a:gs>
              </a:gsLst>
              <a:lin ang="13500000" scaled="1"/>
              <a:tileRect/>
            </a:gradFill>
            <a:ln w="127000"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id="{F686C3B0-6609-C37D-C0E8-5424908490E3}"/>
                </a:ext>
              </a:extLst>
            </p:cNvPr>
            <p:cNvSpPr/>
            <p:nvPr/>
          </p:nvSpPr>
          <p:spPr>
            <a:xfrm>
              <a:off x="4303408" y="2338652"/>
              <a:ext cx="3518729" cy="3047415"/>
            </a:xfrm>
            <a:custGeom>
              <a:avLst/>
              <a:gdLst>
                <a:gd name="connsiteX0" fmla="*/ 2639072 w 3518729"/>
                <a:gd name="connsiteY0" fmla="*/ 0 h 3047415"/>
                <a:gd name="connsiteX1" fmla="*/ 879658 w 3518729"/>
                <a:gd name="connsiteY1" fmla="*/ 0 h 3047415"/>
                <a:gd name="connsiteX2" fmla="*/ 0 w 3518729"/>
                <a:gd name="connsiteY2" fmla="*/ 1523708 h 3047415"/>
                <a:gd name="connsiteX3" fmla="*/ 879658 w 3518729"/>
                <a:gd name="connsiteY3" fmla="*/ 3047416 h 3047415"/>
                <a:gd name="connsiteX4" fmla="*/ 2639072 w 3518729"/>
                <a:gd name="connsiteY4" fmla="*/ 3047416 h 3047415"/>
                <a:gd name="connsiteX5" fmla="*/ 3518730 w 3518729"/>
                <a:gd name="connsiteY5" fmla="*/ 1523708 h 3047415"/>
                <a:gd name="connsiteX6" fmla="*/ 2639072 w 3518729"/>
                <a:gd name="connsiteY6" fmla="*/ 0 h 304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729" h="3047415">
                  <a:moveTo>
                    <a:pt x="2639072" y="0"/>
                  </a:moveTo>
                  <a:lnTo>
                    <a:pt x="879658" y="0"/>
                  </a:lnTo>
                  <a:lnTo>
                    <a:pt x="0" y="1523708"/>
                  </a:lnTo>
                  <a:lnTo>
                    <a:pt x="879658" y="3047416"/>
                  </a:lnTo>
                  <a:lnTo>
                    <a:pt x="2639072" y="3047416"/>
                  </a:lnTo>
                  <a:lnTo>
                    <a:pt x="3518730" y="1523708"/>
                  </a:lnTo>
                  <a:lnTo>
                    <a:pt x="2639072" y="0"/>
                  </a:lnTo>
                  <a:close/>
                </a:path>
              </a:pathLst>
            </a:custGeom>
            <a:gradFill flip="none" rotWithShape="1">
              <a:gsLst>
                <a:gs pos="0">
                  <a:schemeClr val="bg1"/>
                </a:gs>
                <a:gs pos="100000">
                  <a:schemeClr val="bg1">
                    <a:lumMod val="85000"/>
                  </a:schemeClr>
                </a:gs>
              </a:gsLst>
              <a:lin ang="2700000" scaled="1"/>
              <a:tileRect/>
            </a:gradFill>
            <a:ln w="127000" cap="flat">
              <a:noFill/>
              <a:prstDash val="solid"/>
              <a:miter/>
            </a:ln>
          </p:spPr>
          <p:txBody>
            <a:bodyPr rtlCol="0" anchor="ctr"/>
            <a:lstStyle/>
            <a:p>
              <a:endParaRPr lang="en-IN"/>
            </a:p>
          </p:txBody>
        </p:sp>
        <p:sp>
          <p:nvSpPr>
            <p:cNvPr id="16" name="TextBox 15">
              <a:extLst>
                <a:ext uri="{FF2B5EF4-FFF2-40B4-BE49-F238E27FC236}">
                  <a16:creationId xmlns:a16="http://schemas.microsoft.com/office/drawing/2014/main" id="{66F5A492-7F19-69EE-A3D1-BD69164D0EDD}"/>
                </a:ext>
              </a:extLst>
            </p:cNvPr>
            <p:cNvSpPr txBox="1"/>
            <p:nvPr/>
          </p:nvSpPr>
          <p:spPr>
            <a:xfrm>
              <a:off x="4689826" y="3222201"/>
              <a:ext cx="2745893" cy="1280317"/>
            </a:xfrm>
            <a:prstGeom prst="rect">
              <a:avLst/>
            </a:prstGeom>
            <a:noFill/>
          </p:spPr>
          <p:txBody>
            <a:bodyPr wrap="square" lIns="0" tIns="0" rIns="0" bIns="0" rtlCol="0" anchor="ctr">
              <a:noAutofit/>
            </a:bodyPr>
            <a:lstStyle/>
            <a:p>
              <a:pPr algn="ctr"/>
              <a:r>
                <a:rPr lang="en-IN" sz="2000" b="1">
                  <a:solidFill>
                    <a:schemeClr val="tx1">
                      <a:lumMod val="85000"/>
                      <a:lumOff val="15000"/>
                    </a:schemeClr>
                  </a:solidFill>
                </a:rPr>
                <a:t>HEXAGONAL</a:t>
              </a:r>
            </a:p>
            <a:p>
              <a:pPr algn="ctr"/>
              <a:r>
                <a:rPr lang="en-IN" sz="2000" b="1">
                  <a:solidFill>
                    <a:schemeClr val="tx1">
                      <a:lumMod val="85000"/>
                      <a:lumOff val="15000"/>
                    </a:schemeClr>
                  </a:solidFill>
                </a:rPr>
                <a:t>DIAGRAM</a:t>
              </a:r>
              <a:endParaRPr lang="en-IN" sz="2000" b="1"/>
            </a:p>
          </p:txBody>
        </p:sp>
      </p:grpSp>
      <p:sp>
        <p:nvSpPr>
          <p:cNvPr id="37" name="TextBox 36">
            <a:extLst>
              <a:ext uri="{FF2B5EF4-FFF2-40B4-BE49-F238E27FC236}">
                <a16:creationId xmlns:a16="http://schemas.microsoft.com/office/drawing/2014/main" id="{ABB93B3A-3280-E939-0447-3EB572C71BBA}"/>
              </a:ext>
            </a:extLst>
          </p:cNvPr>
          <p:cNvSpPr txBox="1"/>
          <p:nvPr/>
        </p:nvSpPr>
        <p:spPr>
          <a:xfrm>
            <a:off x="5321528" y="5878560"/>
            <a:ext cx="1548946" cy="423954"/>
          </a:xfrm>
          <a:prstGeom prst="rect">
            <a:avLst/>
          </a:prstGeom>
          <a:noFill/>
        </p:spPr>
        <p:txBody>
          <a:bodyPr wrap="square" lIns="0" tIns="0" rIns="0" bIns="0" rtlCol="0" anchor="ctr">
            <a:noAutofit/>
          </a:bodyPr>
          <a:lstStyle/>
          <a:p>
            <a:pPr algn="ctr">
              <a:lnSpc>
                <a:spcPct val="90000"/>
              </a:lnSpc>
            </a:pPr>
            <a:r>
              <a:rPr lang="en-US" sz="1400">
                <a:solidFill>
                  <a:schemeClr val="tx1">
                    <a:lumMod val="85000"/>
                    <a:lumOff val="15000"/>
                  </a:schemeClr>
                </a:solidFill>
              </a:rPr>
              <a:t>Insert your desired text here.</a:t>
            </a:r>
            <a:endParaRPr lang="en-US" sz="1400" b="1"/>
          </a:p>
        </p:txBody>
      </p:sp>
      <p:sp>
        <p:nvSpPr>
          <p:cNvPr id="40" name="TextBox 39">
            <a:extLst>
              <a:ext uri="{FF2B5EF4-FFF2-40B4-BE49-F238E27FC236}">
                <a16:creationId xmlns:a16="http://schemas.microsoft.com/office/drawing/2014/main" id="{05FC3886-D8C3-ED26-539F-562530C1F9BF}"/>
              </a:ext>
            </a:extLst>
          </p:cNvPr>
          <p:cNvSpPr txBox="1"/>
          <p:nvPr/>
        </p:nvSpPr>
        <p:spPr>
          <a:xfrm>
            <a:off x="5321528" y="1366851"/>
            <a:ext cx="1548946" cy="423954"/>
          </a:xfrm>
          <a:prstGeom prst="rect">
            <a:avLst/>
          </a:prstGeom>
          <a:noFill/>
        </p:spPr>
        <p:txBody>
          <a:bodyPr wrap="square" lIns="0" tIns="0" rIns="0" bIns="0" rtlCol="0" anchor="ctr">
            <a:noAutofit/>
          </a:bodyPr>
          <a:lstStyle/>
          <a:p>
            <a:pPr algn="ctr">
              <a:lnSpc>
                <a:spcPct val="90000"/>
              </a:lnSpc>
            </a:pPr>
            <a:r>
              <a:rPr lang="en-US" sz="1400">
                <a:solidFill>
                  <a:schemeClr val="tx1">
                    <a:lumMod val="85000"/>
                    <a:lumOff val="15000"/>
                  </a:schemeClr>
                </a:solidFill>
              </a:rPr>
              <a:t>Insert your desired text here.</a:t>
            </a:r>
            <a:endParaRPr lang="en-US" sz="1400" b="1"/>
          </a:p>
        </p:txBody>
      </p:sp>
      <p:sp>
        <p:nvSpPr>
          <p:cNvPr id="3" name="TextBox 2">
            <a:extLst>
              <a:ext uri="{FF2B5EF4-FFF2-40B4-BE49-F238E27FC236}">
                <a16:creationId xmlns:a16="http://schemas.microsoft.com/office/drawing/2014/main" id="{2F56A12A-5E63-CDE1-8BED-5565195B62D2}"/>
              </a:ext>
            </a:extLst>
          </p:cNvPr>
          <p:cNvSpPr txBox="1"/>
          <p:nvPr/>
        </p:nvSpPr>
        <p:spPr>
          <a:xfrm rot="3600000">
            <a:off x="7291003" y="2421926"/>
            <a:ext cx="1548946" cy="423954"/>
          </a:xfrm>
          <a:prstGeom prst="rect">
            <a:avLst/>
          </a:prstGeom>
          <a:noFill/>
        </p:spPr>
        <p:txBody>
          <a:bodyPr wrap="square" lIns="0" tIns="0" rIns="0" bIns="0" rtlCol="0" anchor="ctr">
            <a:noAutofit/>
          </a:bodyPr>
          <a:lstStyle/>
          <a:p>
            <a:pPr algn="ctr">
              <a:lnSpc>
                <a:spcPct val="90000"/>
              </a:lnSpc>
            </a:pPr>
            <a:r>
              <a:rPr lang="en-US" sz="1400">
                <a:solidFill>
                  <a:schemeClr val="tx1">
                    <a:lumMod val="85000"/>
                    <a:lumOff val="15000"/>
                  </a:schemeClr>
                </a:solidFill>
              </a:rPr>
              <a:t>Insert your desired text here.</a:t>
            </a:r>
            <a:endParaRPr lang="en-US" sz="1400" b="1"/>
          </a:p>
        </p:txBody>
      </p:sp>
      <p:sp>
        <p:nvSpPr>
          <p:cNvPr id="4" name="TextBox 3">
            <a:extLst>
              <a:ext uri="{FF2B5EF4-FFF2-40B4-BE49-F238E27FC236}">
                <a16:creationId xmlns:a16="http://schemas.microsoft.com/office/drawing/2014/main" id="{37308E42-2F3C-E7CF-8635-142C93C11521}"/>
              </a:ext>
            </a:extLst>
          </p:cNvPr>
          <p:cNvSpPr txBox="1"/>
          <p:nvPr/>
        </p:nvSpPr>
        <p:spPr>
          <a:xfrm rot="3600000">
            <a:off x="3352050" y="4793337"/>
            <a:ext cx="1548946" cy="423954"/>
          </a:xfrm>
          <a:prstGeom prst="rect">
            <a:avLst/>
          </a:prstGeom>
          <a:noFill/>
        </p:spPr>
        <p:txBody>
          <a:bodyPr wrap="square" lIns="0" tIns="0" rIns="0" bIns="0" rtlCol="0" anchor="ctr">
            <a:noAutofit/>
          </a:bodyPr>
          <a:lstStyle/>
          <a:p>
            <a:pPr algn="ctr">
              <a:lnSpc>
                <a:spcPct val="90000"/>
              </a:lnSpc>
            </a:pPr>
            <a:r>
              <a:rPr lang="en-US" sz="1400">
                <a:solidFill>
                  <a:schemeClr val="tx1">
                    <a:lumMod val="85000"/>
                    <a:lumOff val="15000"/>
                  </a:schemeClr>
                </a:solidFill>
              </a:rPr>
              <a:t>Insert your desired text here.</a:t>
            </a:r>
            <a:endParaRPr lang="en-US" sz="1400" b="1"/>
          </a:p>
        </p:txBody>
      </p:sp>
      <p:sp>
        <p:nvSpPr>
          <p:cNvPr id="5" name="TextBox 4">
            <a:extLst>
              <a:ext uri="{FF2B5EF4-FFF2-40B4-BE49-F238E27FC236}">
                <a16:creationId xmlns:a16="http://schemas.microsoft.com/office/drawing/2014/main" id="{54BC6CD5-B28E-450A-459C-536DF552B988}"/>
              </a:ext>
            </a:extLst>
          </p:cNvPr>
          <p:cNvSpPr txBox="1"/>
          <p:nvPr/>
        </p:nvSpPr>
        <p:spPr>
          <a:xfrm rot="18000000">
            <a:off x="3331954" y="2381732"/>
            <a:ext cx="1548946" cy="423954"/>
          </a:xfrm>
          <a:prstGeom prst="rect">
            <a:avLst/>
          </a:prstGeom>
          <a:noFill/>
        </p:spPr>
        <p:txBody>
          <a:bodyPr wrap="square" lIns="0" tIns="0" rIns="0" bIns="0" rtlCol="0" anchor="ctr">
            <a:noAutofit/>
          </a:bodyPr>
          <a:lstStyle/>
          <a:p>
            <a:pPr algn="ctr">
              <a:lnSpc>
                <a:spcPct val="90000"/>
              </a:lnSpc>
            </a:pPr>
            <a:r>
              <a:rPr lang="en-US" sz="1400">
                <a:solidFill>
                  <a:schemeClr val="tx1">
                    <a:lumMod val="85000"/>
                    <a:lumOff val="15000"/>
                  </a:schemeClr>
                </a:solidFill>
              </a:rPr>
              <a:t>Insert your desired text here.</a:t>
            </a:r>
            <a:endParaRPr lang="en-US" sz="1400" b="1"/>
          </a:p>
        </p:txBody>
      </p:sp>
      <p:sp>
        <p:nvSpPr>
          <p:cNvPr id="6" name="TextBox 5">
            <a:extLst>
              <a:ext uri="{FF2B5EF4-FFF2-40B4-BE49-F238E27FC236}">
                <a16:creationId xmlns:a16="http://schemas.microsoft.com/office/drawing/2014/main" id="{9458EABF-2B8F-5919-2A4A-E6D3C2F56779}"/>
              </a:ext>
            </a:extLst>
          </p:cNvPr>
          <p:cNvSpPr txBox="1"/>
          <p:nvPr/>
        </p:nvSpPr>
        <p:spPr>
          <a:xfrm rot="18000000">
            <a:off x="7361341" y="4763193"/>
            <a:ext cx="1548946" cy="423954"/>
          </a:xfrm>
          <a:prstGeom prst="rect">
            <a:avLst/>
          </a:prstGeom>
          <a:noFill/>
        </p:spPr>
        <p:txBody>
          <a:bodyPr wrap="square" lIns="0" tIns="0" rIns="0" bIns="0" rtlCol="0" anchor="ctr">
            <a:noAutofit/>
          </a:bodyPr>
          <a:lstStyle/>
          <a:p>
            <a:pPr algn="ctr">
              <a:lnSpc>
                <a:spcPct val="90000"/>
              </a:lnSpc>
            </a:pPr>
            <a:r>
              <a:rPr lang="en-US" sz="1400">
                <a:solidFill>
                  <a:schemeClr val="tx1">
                    <a:lumMod val="85000"/>
                    <a:lumOff val="15000"/>
                  </a:schemeClr>
                </a:solidFill>
              </a:rPr>
              <a:t>Insert your desired text here.</a:t>
            </a:r>
            <a:endParaRPr lang="en-US" sz="1400" b="1"/>
          </a:p>
        </p:txBody>
      </p:sp>
      <p:sp>
        <p:nvSpPr>
          <p:cNvPr id="7" name="TextBox 6">
            <a:extLst>
              <a:ext uri="{FF2B5EF4-FFF2-40B4-BE49-F238E27FC236}">
                <a16:creationId xmlns:a16="http://schemas.microsoft.com/office/drawing/2014/main" id="{D967FBD8-764D-764D-6C96-92F90352F15B}"/>
              </a:ext>
            </a:extLst>
          </p:cNvPr>
          <p:cNvSpPr txBox="1"/>
          <p:nvPr/>
        </p:nvSpPr>
        <p:spPr>
          <a:xfrm>
            <a:off x="1092317" y="4910851"/>
            <a:ext cx="1807912" cy="749781"/>
          </a:xfrm>
          <a:prstGeom prst="rect">
            <a:avLst/>
          </a:prstGeom>
          <a:noFill/>
        </p:spPr>
        <p:txBody>
          <a:bodyPr wrap="square" lIns="0" tIns="0" rIns="0" bIns="0" rtlCol="0" anchor="ctr">
            <a:noAutofit/>
          </a:bodyPr>
          <a:lstStyle/>
          <a:p>
            <a:pPr algn="ctr">
              <a:lnSpc>
                <a:spcPct val="90000"/>
              </a:lnSpc>
            </a:pPr>
            <a:r>
              <a:rPr lang="en-US" sz="1600">
                <a:solidFill>
                  <a:schemeClr val="tx1">
                    <a:lumMod val="85000"/>
                    <a:lumOff val="15000"/>
                  </a:schemeClr>
                </a:solidFill>
              </a:rPr>
              <a:t>This is a sample text. Insert your desired text here.</a:t>
            </a:r>
            <a:endParaRPr lang="en-US" sz="1600" b="1"/>
          </a:p>
        </p:txBody>
      </p:sp>
      <p:sp>
        <p:nvSpPr>
          <p:cNvPr id="24" name="TextBox 23">
            <a:extLst>
              <a:ext uri="{FF2B5EF4-FFF2-40B4-BE49-F238E27FC236}">
                <a16:creationId xmlns:a16="http://schemas.microsoft.com/office/drawing/2014/main" id="{B4657AF5-71E8-4E42-3C33-94AF26C3FC5B}"/>
              </a:ext>
            </a:extLst>
          </p:cNvPr>
          <p:cNvSpPr txBox="1"/>
          <p:nvPr/>
        </p:nvSpPr>
        <p:spPr>
          <a:xfrm>
            <a:off x="9291772" y="4910851"/>
            <a:ext cx="1807912" cy="749781"/>
          </a:xfrm>
          <a:prstGeom prst="rect">
            <a:avLst/>
          </a:prstGeom>
          <a:noFill/>
        </p:spPr>
        <p:txBody>
          <a:bodyPr wrap="square" lIns="0" tIns="0" rIns="0" bIns="0" rtlCol="0" anchor="ctr">
            <a:noAutofit/>
          </a:bodyPr>
          <a:lstStyle/>
          <a:p>
            <a:pPr algn="ctr">
              <a:lnSpc>
                <a:spcPct val="90000"/>
              </a:lnSpc>
            </a:pPr>
            <a:r>
              <a:rPr lang="en-US" sz="1600">
                <a:solidFill>
                  <a:schemeClr val="tx1">
                    <a:lumMod val="85000"/>
                    <a:lumOff val="15000"/>
                  </a:schemeClr>
                </a:solidFill>
              </a:rPr>
              <a:t>This is a sample text. Insert your desired text here.</a:t>
            </a:r>
            <a:endParaRPr lang="en-US" sz="1600" b="1"/>
          </a:p>
        </p:txBody>
      </p:sp>
    </p:spTree>
    <p:extLst>
      <p:ext uri="{BB962C8B-B14F-4D97-AF65-F5344CB8AC3E}">
        <p14:creationId xmlns:p14="http://schemas.microsoft.com/office/powerpoint/2010/main" val="2181028121"/>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Shape 126"/>
        <p:cNvGrpSpPr/>
        <p:nvPr/>
      </p:nvGrpSpPr>
      <p:grpSpPr>
        <a:xfrm>
          <a:off x="0" y="0"/>
          <a:ext cx="0" cy="0"/>
          <a:chOff x="0" y="0"/>
          <a:chExt cx="0" cy="0"/>
        </a:xfrm>
      </p:grpSpPr>
      <p:sp>
        <p:nvSpPr>
          <p:cNvPr id="127" name="Google Shape;127;p17"/>
          <p:cNvSpPr txBox="1">
            <a:spLocks noGrp="1"/>
          </p:cNvSpPr>
          <p:nvPr>
            <p:ph type="title"/>
          </p:nvPr>
        </p:nvSpPr>
        <p:spPr>
          <a:xfrm>
            <a:off x="603400" y="548633"/>
            <a:ext cx="10985200" cy="748800"/>
          </a:xfrm>
          <a:prstGeom prst="rect">
            <a:avLst/>
          </a:prstGeom>
        </p:spPr>
        <p:txBody>
          <a:bodyPr spcFirstLastPara="1" wrap="square" lIns="121900" tIns="121900" rIns="121900" bIns="121900" anchor="t" anchorCtr="0">
            <a:noAutofit/>
          </a:bodyPr>
          <a:lstStyle/>
          <a:p>
            <a:pPr>
              <a:buSzPts val="1100"/>
            </a:pPr>
            <a:r>
              <a:rPr lang="en"/>
              <a:t>Timeline infographics</a:t>
            </a:r>
            <a:endParaRPr/>
          </a:p>
        </p:txBody>
      </p:sp>
      <p:sp>
        <p:nvSpPr>
          <p:cNvPr id="128" name="Google Shape;128;p17"/>
          <p:cNvSpPr txBox="1"/>
          <p:nvPr/>
        </p:nvSpPr>
        <p:spPr>
          <a:xfrm>
            <a:off x="4096000" y="6455533"/>
            <a:ext cx="4000000" cy="2220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1067" kern="0">
                <a:solidFill>
                  <a:srgbClr val="000000"/>
                </a:solidFill>
                <a:latin typeface="Montserrat"/>
                <a:ea typeface="Montserrat"/>
                <a:cs typeface="Montserrat"/>
                <a:sym typeface="Montserrat"/>
              </a:rPr>
              <a:t>This template has been created by </a:t>
            </a:r>
            <a:r>
              <a:rPr lang="en" sz="1067" b="1" kern="0">
                <a:solidFill>
                  <a:srgbClr val="000000"/>
                </a:solidFill>
                <a:uFill>
                  <a:noFill/>
                </a:uFill>
                <a:latin typeface="Montserrat"/>
                <a:ea typeface="Montserrat"/>
                <a:cs typeface="Montserrat"/>
                <a:sym typeface="Montserrat"/>
                <a:hlinkClick r:id="rId3">
                  <a:extLst>
                    <a:ext uri="{A12FA001-AC4F-418D-AE19-62706E023703}">
                      <ahyp:hlinkClr xmlns:ahyp="http://schemas.microsoft.com/office/drawing/2018/hyperlinkcolor" val="tx"/>
                    </a:ext>
                  </a:extLst>
                </a:hlinkClick>
              </a:rPr>
              <a:t>Slidesgo</a:t>
            </a:r>
            <a:endParaRPr sz="1067" b="1" kern="0">
              <a:solidFill>
                <a:srgbClr val="000000"/>
              </a:solidFill>
              <a:latin typeface="Montserrat"/>
              <a:ea typeface="Montserrat"/>
              <a:cs typeface="Montserrat"/>
              <a:sym typeface="Montserrat"/>
            </a:endParaRPr>
          </a:p>
        </p:txBody>
      </p:sp>
      <p:sp>
        <p:nvSpPr>
          <p:cNvPr id="129" name="Google Shape;129;p17"/>
          <p:cNvSpPr/>
          <p:nvPr/>
        </p:nvSpPr>
        <p:spPr>
          <a:xfrm>
            <a:off x="5967992" y="1906268"/>
            <a:ext cx="255600" cy="255600"/>
          </a:xfrm>
          <a:prstGeom prst="ellipse">
            <a:avLst/>
          </a:pr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0" name="Google Shape;130;p17"/>
          <p:cNvSpPr/>
          <p:nvPr/>
        </p:nvSpPr>
        <p:spPr>
          <a:xfrm>
            <a:off x="5967992" y="5754011"/>
            <a:ext cx="255600" cy="255600"/>
          </a:xfrm>
          <a:prstGeom prst="ellipse">
            <a:avLst/>
          </a:pr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1" name="Google Shape;131;p17"/>
          <p:cNvSpPr/>
          <p:nvPr/>
        </p:nvSpPr>
        <p:spPr>
          <a:xfrm>
            <a:off x="5967992" y="5204333"/>
            <a:ext cx="255600" cy="255600"/>
          </a:xfrm>
          <a:prstGeom prst="ellipse">
            <a:avLst/>
          </a:pr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2" name="Google Shape;132;p17"/>
          <p:cNvSpPr/>
          <p:nvPr/>
        </p:nvSpPr>
        <p:spPr>
          <a:xfrm>
            <a:off x="5967992" y="4654656"/>
            <a:ext cx="255600" cy="255600"/>
          </a:xfrm>
          <a:prstGeom prst="ellipse">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3" name="Google Shape;133;p17"/>
          <p:cNvSpPr/>
          <p:nvPr/>
        </p:nvSpPr>
        <p:spPr>
          <a:xfrm>
            <a:off x="5967992" y="4104977"/>
            <a:ext cx="255600" cy="255600"/>
          </a:xfrm>
          <a:prstGeom prst="ellipse">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4" name="Google Shape;134;p17"/>
          <p:cNvSpPr/>
          <p:nvPr/>
        </p:nvSpPr>
        <p:spPr>
          <a:xfrm>
            <a:off x="5967992" y="3555300"/>
            <a:ext cx="255600" cy="255600"/>
          </a:xfrm>
          <a:prstGeom prst="ellipse">
            <a:avLst/>
          </a:pr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 name="Google Shape;135;p17"/>
          <p:cNvSpPr/>
          <p:nvPr/>
        </p:nvSpPr>
        <p:spPr>
          <a:xfrm>
            <a:off x="5967992" y="3005623"/>
            <a:ext cx="255600" cy="255600"/>
          </a:xfrm>
          <a:prstGeom prst="ellipse">
            <a:avLst/>
          </a:pr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 name="Google Shape;136;p17"/>
          <p:cNvSpPr/>
          <p:nvPr/>
        </p:nvSpPr>
        <p:spPr>
          <a:xfrm>
            <a:off x="5967992" y="2455945"/>
            <a:ext cx="255600" cy="255600"/>
          </a:xfrm>
          <a:prstGeom prst="ellipse">
            <a:avLst/>
          </a:pr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cxnSp>
        <p:nvCxnSpPr>
          <p:cNvPr id="137" name="Google Shape;137;p17"/>
          <p:cNvCxnSpPr>
            <a:stCxn id="129" idx="4"/>
            <a:endCxn id="136" idx="0"/>
          </p:cNvCxnSpPr>
          <p:nvPr/>
        </p:nvCxnSpPr>
        <p:spPr>
          <a:xfrm>
            <a:off x="6095792" y="2161868"/>
            <a:ext cx="0" cy="294000"/>
          </a:xfrm>
          <a:prstGeom prst="straightConnector1">
            <a:avLst/>
          </a:prstGeom>
          <a:noFill/>
          <a:ln w="9525" cap="flat" cmpd="sng">
            <a:solidFill>
              <a:schemeClr val="dk1"/>
            </a:solidFill>
            <a:prstDash val="solid"/>
            <a:round/>
            <a:headEnd type="none" w="med" len="med"/>
            <a:tailEnd type="none" w="med" len="med"/>
          </a:ln>
        </p:spPr>
      </p:cxnSp>
      <p:cxnSp>
        <p:nvCxnSpPr>
          <p:cNvPr id="138" name="Google Shape;138;p17"/>
          <p:cNvCxnSpPr>
            <a:stCxn id="136" idx="4"/>
            <a:endCxn id="135" idx="0"/>
          </p:cNvCxnSpPr>
          <p:nvPr/>
        </p:nvCxnSpPr>
        <p:spPr>
          <a:xfrm>
            <a:off x="6095792" y="2711545"/>
            <a:ext cx="0" cy="294000"/>
          </a:xfrm>
          <a:prstGeom prst="straightConnector1">
            <a:avLst/>
          </a:prstGeom>
          <a:noFill/>
          <a:ln w="9525" cap="flat" cmpd="sng">
            <a:solidFill>
              <a:schemeClr val="dk1"/>
            </a:solidFill>
            <a:prstDash val="solid"/>
            <a:round/>
            <a:headEnd type="none" w="med" len="med"/>
            <a:tailEnd type="none" w="med" len="med"/>
          </a:ln>
        </p:spPr>
      </p:cxnSp>
      <p:cxnSp>
        <p:nvCxnSpPr>
          <p:cNvPr id="139" name="Google Shape;139;p17"/>
          <p:cNvCxnSpPr>
            <a:stCxn id="135" idx="4"/>
            <a:endCxn id="134" idx="0"/>
          </p:cNvCxnSpPr>
          <p:nvPr/>
        </p:nvCxnSpPr>
        <p:spPr>
          <a:xfrm>
            <a:off x="6095792" y="3261223"/>
            <a:ext cx="0" cy="294000"/>
          </a:xfrm>
          <a:prstGeom prst="straightConnector1">
            <a:avLst/>
          </a:prstGeom>
          <a:noFill/>
          <a:ln w="9525" cap="flat" cmpd="sng">
            <a:solidFill>
              <a:schemeClr val="dk1"/>
            </a:solidFill>
            <a:prstDash val="solid"/>
            <a:round/>
            <a:headEnd type="none" w="med" len="med"/>
            <a:tailEnd type="none" w="med" len="med"/>
          </a:ln>
        </p:spPr>
      </p:cxnSp>
      <p:cxnSp>
        <p:nvCxnSpPr>
          <p:cNvPr id="140" name="Google Shape;140;p17"/>
          <p:cNvCxnSpPr>
            <a:stCxn id="134" idx="4"/>
            <a:endCxn id="133" idx="0"/>
          </p:cNvCxnSpPr>
          <p:nvPr/>
        </p:nvCxnSpPr>
        <p:spPr>
          <a:xfrm>
            <a:off x="6095792" y="3810900"/>
            <a:ext cx="0" cy="294000"/>
          </a:xfrm>
          <a:prstGeom prst="straightConnector1">
            <a:avLst/>
          </a:prstGeom>
          <a:noFill/>
          <a:ln w="9525" cap="flat" cmpd="sng">
            <a:solidFill>
              <a:schemeClr val="dk1"/>
            </a:solidFill>
            <a:prstDash val="solid"/>
            <a:round/>
            <a:headEnd type="none" w="med" len="med"/>
            <a:tailEnd type="none" w="med" len="med"/>
          </a:ln>
        </p:spPr>
      </p:cxnSp>
      <p:cxnSp>
        <p:nvCxnSpPr>
          <p:cNvPr id="141" name="Google Shape;141;p17"/>
          <p:cNvCxnSpPr>
            <a:stCxn id="133" idx="4"/>
            <a:endCxn id="132" idx="0"/>
          </p:cNvCxnSpPr>
          <p:nvPr/>
        </p:nvCxnSpPr>
        <p:spPr>
          <a:xfrm>
            <a:off x="6095792" y="4360577"/>
            <a:ext cx="0" cy="294000"/>
          </a:xfrm>
          <a:prstGeom prst="straightConnector1">
            <a:avLst/>
          </a:prstGeom>
          <a:noFill/>
          <a:ln w="9525" cap="flat" cmpd="sng">
            <a:solidFill>
              <a:schemeClr val="dk1"/>
            </a:solidFill>
            <a:prstDash val="solid"/>
            <a:round/>
            <a:headEnd type="none" w="med" len="med"/>
            <a:tailEnd type="none" w="med" len="med"/>
          </a:ln>
        </p:spPr>
      </p:cxnSp>
      <p:cxnSp>
        <p:nvCxnSpPr>
          <p:cNvPr id="142" name="Google Shape;142;p17"/>
          <p:cNvCxnSpPr>
            <a:stCxn id="132" idx="4"/>
            <a:endCxn id="131" idx="0"/>
          </p:cNvCxnSpPr>
          <p:nvPr/>
        </p:nvCxnSpPr>
        <p:spPr>
          <a:xfrm>
            <a:off x="6095792" y="4910256"/>
            <a:ext cx="0" cy="294000"/>
          </a:xfrm>
          <a:prstGeom prst="straightConnector1">
            <a:avLst/>
          </a:prstGeom>
          <a:noFill/>
          <a:ln w="9525" cap="flat" cmpd="sng">
            <a:solidFill>
              <a:schemeClr val="dk1"/>
            </a:solidFill>
            <a:prstDash val="solid"/>
            <a:round/>
            <a:headEnd type="none" w="med" len="med"/>
            <a:tailEnd type="none" w="med" len="med"/>
          </a:ln>
        </p:spPr>
      </p:cxnSp>
      <p:cxnSp>
        <p:nvCxnSpPr>
          <p:cNvPr id="143" name="Google Shape;143;p17"/>
          <p:cNvCxnSpPr>
            <a:stCxn id="131" idx="4"/>
            <a:endCxn id="130" idx="0"/>
          </p:cNvCxnSpPr>
          <p:nvPr/>
        </p:nvCxnSpPr>
        <p:spPr>
          <a:xfrm>
            <a:off x="6095792" y="5459933"/>
            <a:ext cx="0" cy="294000"/>
          </a:xfrm>
          <a:prstGeom prst="straightConnector1">
            <a:avLst/>
          </a:prstGeom>
          <a:noFill/>
          <a:ln w="9525" cap="flat" cmpd="sng">
            <a:solidFill>
              <a:schemeClr val="dk1"/>
            </a:solidFill>
            <a:prstDash val="solid"/>
            <a:round/>
            <a:headEnd type="none" w="med" len="med"/>
            <a:tailEnd type="none" w="med" len="med"/>
          </a:ln>
        </p:spPr>
      </p:cxnSp>
      <p:cxnSp>
        <p:nvCxnSpPr>
          <p:cNvPr id="144" name="Google Shape;144;p17"/>
          <p:cNvCxnSpPr>
            <a:stCxn id="145" idx="6"/>
            <a:endCxn id="129" idx="2"/>
          </p:cNvCxnSpPr>
          <p:nvPr/>
        </p:nvCxnSpPr>
        <p:spPr>
          <a:xfrm>
            <a:off x="5441016" y="2034067"/>
            <a:ext cx="526800" cy="0"/>
          </a:xfrm>
          <a:prstGeom prst="straightConnector1">
            <a:avLst/>
          </a:prstGeom>
          <a:noFill/>
          <a:ln w="9525" cap="flat" cmpd="sng">
            <a:solidFill>
              <a:schemeClr val="dk1"/>
            </a:solidFill>
            <a:prstDash val="solid"/>
            <a:round/>
            <a:headEnd type="none" w="med" len="med"/>
            <a:tailEnd type="none" w="med" len="med"/>
          </a:ln>
        </p:spPr>
      </p:cxnSp>
      <p:cxnSp>
        <p:nvCxnSpPr>
          <p:cNvPr id="146" name="Google Shape;146;p17"/>
          <p:cNvCxnSpPr>
            <a:stCxn id="136" idx="6"/>
            <a:endCxn id="147" idx="2"/>
          </p:cNvCxnSpPr>
          <p:nvPr/>
        </p:nvCxnSpPr>
        <p:spPr>
          <a:xfrm>
            <a:off x="6223592" y="2583745"/>
            <a:ext cx="526800" cy="0"/>
          </a:xfrm>
          <a:prstGeom prst="straightConnector1">
            <a:avLst/>
          </a:prstGeom>
          <a:noFill/>
          <a:ln w="9525" cap="flat" cmpd="sng">
            <a:solidFill>
              <a:schemeClr val="dk1"/>
            </a:solidFill>
            <a:prstDash val="solid"/>
            <a:round/>
            <a:headEnd type="none" w="med" len="med"/>
            <a:tailEnd type="none" w="med" len="med"/>
          </a:ln>
        </p:spPr>
      </p:cxnSp>
      <p:cxnSp>
        <p:nvCxnSpPr>
          <p:cNvPr id="148" name="Google Shape;148;p17"/>
          <p:cNvCxnSpPr>
            <a:stCxn id="134" idx="6"/>
            <a:endCxn id="149" idx="2"/>
          </p:cNvCxnSpPr>
          <p:nvPr/>
        </p:nvCxnSpPr>
        <p:spPr>
          <a:xfrm>
            <a:off x="6223592" y="3683100"/>
            <a:ext cx="526800" cy="0"/>
          </a:xfrm>
          <a:prstGeom prst="straightConnector1">
            <a:avLst/>
          </a:prstGeom>
          <a:noFill/>
          <a:ln w="9525" cap="flat" cmpd="sng">
            <a:solidFill>
              <a:schemeClr val="dk1"/>
            </a:solidFill>
            <a:prstDash val="solid"/>
            <a:round/>
            <a:headEnd type="none" w="med" len="med"/>
            <a:tailEnd type="none" w="med" len="med"/>
          </a:ln>
        </p:spPr>
      </p:cxnSp>
      <p:cxnSp>
        <p:nvCxnSpPr>
          <p:cNvPr id="150" name="Google Shape;150;p17"/>
          <p:cNvCxnSpPr>
            <a:stCxn id="132" idx="6"/>
            <a:endCxn id="151" idx="2"/>
          </p:cNvCxnSpPr>
          <p:nvPr/>
        </p:nvCxnSpPr>
        <p:spPr>
          <a:xfrm>
            <a:off x="6223592" y="4782456"/>
            <a:ext cx="526800" cy="0"/>
          </a:xfrm>
          <a:prstGeom prst="straightConnector1">
            <a:avLst/>
          </a:prstGeom>
          <a:noFill/>
          <a:ln w="9525" cap="flat" cmpd="sng">
            <a:solidFill>
              <a:schemeClr val="dk1"/>
            </a:solidFill>
            <a:prstDash val="solid"/>
            <a:round/>
            <a:headEnd type="none" w="med" len="med"/>
            <a:tailEnd type="none" w="med" len="med"/>
          </a:ln>
        </p:spPr>
      </p:cxnSp>
      <p:cxnSp>
        <p:nvCxnSpPr>
          <p:cNvPr id="152" name="Google Shape;152;p17"/>
          <p:cNvCxnSpPr>
            <a:stCxn id="130" idx="6"/>
            <a:endCxn id="153" idx="2"/>
          </p:cNvCxnSpPr>
          <p:nvPr/>
        </p:nvCxnSpPr>
        <p:spPr>
          <a:xfrm>
            <a:off x="6223592" y="5881811"/>
            <a:ext cx="526800" cy="0"/>
          </a:xfrm>
          <a:prstGeom prst="straightConnector1">
            <a:avLst/>
          </a:prstGeom>
          <a:noFill/>
          <a:ln w="9525" cap="flat" cmpd="sng">
            <a:solidFill>
              <a:schemeClr val="dk1"/>
            </a:solidFill>
            <a:prstDash val="solid"/>
            <a:round/>
            <a:headEnd type="none" w="med" len="med"/>
            <a:tailEnd type="none" w="med" len="med"/>
          </a:ln>
        </p:spPr>
      </p:cxnSp>
      <p:cxnSp>
        <p:nvCxnSpPr>
          <p:cNvPr id="154" name="Google Shape;154;p17"/>
          <p:cNvCxnSpPr>
            <a:stCxn id="155" idx="6"/>
            <a:endCxn id="135" idx="2"/>
          </p:cNvCxnSpPr>
          <p:nvPr/>
        </p:nvCxnSpPr>
        <p:spPr>
          <a:xfrm>
            <a:off x="5441035" y="3133416"/>
            <a:ext cx="526800" cy="0"/>
          </a:xfrm>
          <a:prstGeom prst="straightConnector1">
            <a:avLst/>
          </a:prstGeom>
          <a:noFill/>
          <a:ln w="9525" cap="flat" cmpd="sng">
            <a:solidFill>
              <a:schemeClr val="dk1"/>
            </a:solidFill>
            <a:prstDash val="solid"/>
            <a:round/>
            <a:headEnd type="none" w="med" len="med"/>
            <a:tailEnd type="none" w="med" len="med"/>
          </a:ln>
        </p:spPr>
      </p:cxnSp>
      <p:cxnSp>
        <p:nvCxnSpPr>
          <p:cNvPr id="156" name="Google Shape;156;p17"/>
          <p:cNvCxnSpPr>
            <a:stCxn id="157" idx="6"/>
            <a:endCxn id="133" idx="2"/>
          </p:cNvCxnSpPr>
          <p:nvPr/>
        </p:nvCxnSpPr>
        <p:spPr>
          <a:xfrm>
            <a:off x="5441035" y="4232784"/>
            <a:ext cx="526800" cy="0"/>
          </a:xfrm>
          <a:prstGeom prst="straightConnector1">
            <a:avLst/>
          </a:prstGeom>
          <a:noFill/>
          <a:ln w="9525" cap="flat" cmpd="sng">
            <a:solidFill>
              <a:schemeClr val="dk1"/>
            </a:solidFill>
            <a:prstDash val="solid"/>
            <a:round/>
            <a:headEnd type="none" w="med" len="med"/>
            <a:tailEnd type="none" w="med" len="med"/>
          </a:ln>
        </p:spPr>
      </p:cxnSp>
      <p:cxnSp>
        <p:nvCxnSpPr>
          <p:cNvPr id="158" name="Google Shape;158;p17"/>
          <p:cNvCxnSpPr>
            <a:stCxn id="159" idx="6"/>
            <a:endCxn id="131" idx="2"/>
          </p:cNvCxnSpPr>
          <p:nvPr/>
        </p:nvCxnSpPr>
        <p:spPr>
          <a:xfrm>
            <a:off x="5441035" y="5332133"/>
            <a:ext cx="526800" cy="0"/>
          </a:xfrm>
          <a:prstGeom prst="straightConnector1">
            <a:avLst/>
          </a:prstGeom>
          <a:noFill/>
          <a:ln w="9525" cap="flat" cmpd="sng">
            <a:solidFill>
              <a:schemeClr val="dk1"/>
            </a:solidFill>
            <a:prstDash val="solid"/>
            <a:round/>
            <a:headEnd type="none" w="med" len="med"/>
            <a:tailEnd type="none" w="med" len="med"/>
          </a:ln>
        </p:spPr>
      </p:cxnSp>
      <p:sp>
        <p:nvSpPr>
          <p:cNvPr id="160" name="Google Shape;160;p17"/>
          <p:cNvSpPr txBox="1"/>
          <p:nvPr/>
        </p:nvSpPr>
        <p:spPr>
          <a:xfrm>
            <a:off x="609383" y="1686067"/>
            <a:ext cx="4000000" cy="696000"/>
          </a:xfrm>
          <a:prstGeom prst="rect">
            <a:avLst/>
          </a:prstGeom>
          <a:noFill/>
          <a:ln>
            <a:noFill/>
          </a:ln>
        </p:spPr>
        <p:txBody>
          <a:bodyPr spcFirstLastPara="1" wrap="square" lIns="121900" tIns="121900" rIns="121900" bIns="121900" anchor="t" anchorCtr="0">
            <a:noAutofit/>
          </a:bodyPr>
          <a:lstStyle/>
          <a:p>
            <a:pPr algn="r" defTabSz="1219170">
              <a:buClr>
                <a:srgbClr val="000000"/>
              </a:buClr>
            </a:pPr>
            <a:r>
              <a:rPr lang="en" sz="1600" kern="0">
                <a:solidFill>
                  <a:srgbClr val="000000"/>
                </a:solidFill>
                <a:latin typeface="Montserrat Medium"/>
                <a:ea typeface="Montserrat Medium"/>
                <a:cs typeface="Montserrat Medium"/>
                <a:sym typeface="Montserrat Medium"/>
              </a:rPr>
              <a:t>Mercury is the closest planet to the Sun and the smallest one</a:t>
            </a:r>
            <a:endParaRPr sz="1600" kern="0">
              <a:solidFill>
                <a:srgbClr val="000000"/>
              </a:solidFill>
              <a:latin typeface="Montserrat Medium"/>
              <a:ea typeface="Montserrat Medium"/>
              <a:cs typeface="Montserrat Medium"/>
              <a:sym typeface="Montserrat Medium"/>
            </a:endParaRPr>
          </a:p>
        </p:txBody>
      </p:sp>
      <p:sp>
        <p:nvSpPr>
          <p:cNvPr id="161" name="Google Shape;161;p17"/>
          <p:cNvSpPr txBox="1"/>
          <p:nvPr/>
        </p:nvSpPr>
        <p:spPr>
          <a:xfrm>
            <a:off x="609383" y="2785423"/>
            <a:ext cx="4000000" cy="696000"/>
          </a:xfrm>
          <a:prstGeom prst="rect">
            <a:avLst/>
          </a:prstGeom>
          <a:noFill/>
          <a:ln>
            <a:noFill/>
          </a:ln>
        </p:spPr>
        <p:txBody>
          <a:bodyPr spcFirstLastPara="1" wrap="square" lIns="121900" tIns="121900" rIns="121900" bIns="121900" anchor="t" anchorCtr="0">
            <a:noAutofit/>
          </a:bodyPr>
          <a:lstStyle/>
          <a:p>
            <a:pPr algn="r" defTabSz="1219170">
              <a:buClr>
                <a:srgbClr val="000000"/>
              </a:buClr>
            </a:pPr>
            <a:r>
              <a:rPr lang="en" sz="1600" kern="0">
                <a:solidFill>
                  <a:srgbClr val="000000"/>
                </a:solidFill>
                <a:latin typeface="Montserrat Medium"/>
                <a:ea typeface="Montserrat Medium"/>
                <a:cs typeface="Montserrat Medium"/>
                <a:sym typeface="Montserrat Medium"/>
              </a:rPr>
              <a:t>Earth is the third planet from the Sun. All humans live on this planet</a:t>
            </a:r>
            <a:endParaRPr sz="1600" kern="0">
              <a:solidFill>
                <a:srgbClr val="000000"/>
              </a:solidFill>
              <a:latin typeface="Montserrat Medium"/>
              <a:ea typeface="Montserrat Medium"/>
              <a:cs typeface="Montserrat Medium"/>
              <a:sym typeface="Montserrat Medium"/>
            </a:endParaRPr>
          </a:p>
        </p:txBody>
      </p:sp>
      <p:sp>
        <p:nvSpPr>
          <p:cNvPr id="162" name="Google Shape;162;p17"/>
          <p:cNvSpPr txBox="1"/>
          <p:nvPr/>
        </p:nvSpPr>
        <p:spPr>
          <a:xfrm>
            <a:off x="609383" y="3884777"/>
            <a:ext cx="4000000" cy="696000"/>
          </a:xfrm>
          <a:prstGeom prst="rect">
            <a:avLst/>
          </a:prstGeom>
          <a:noFill/>
          <a:ln>
            <a:noFill/>
          </a:ln>
        </p:spPr>
        <p:txBody>
          <a:bodyPr spcFirstLastPara="1" wrap="square" lIns="121900" tIns="121900" rIns="121900" bIns="121900" anchor="t" anchorCtr="0">
            <a:noAutofit/>
          </a:bodyPr>
          <a:lstStyle/>
          <a:p>
            <a:pPr algn="r" defTabSz="1219170">
              <a:buClr>
                <a:srgbClr val="000000"/>
              </a:buClr>
            </a:pPr>
            <a:r>
              <a:rPr lang="en" sz="1600" kern="0">
                <a:solidFill>
                  <a:srgbClr val="000000"/>
                </a:solidFill>
                <a:latin typeface="Montserrat Medium"/>
                <a:ea typeface="Montserrat Medium"/>
                <a:cs typeface="Montserrat Medium"/>
                <a:sym typeface="Montserrat Medium"/>
              </a:rPr>
              <a:t>Mercury is the closest planet to the Sun</a:t>
            </a:r>
            <a:endParaRPr sz="1600" kern="0">
              <a:solidFill>
                <a:srgbClr val="000000"/>
              </a:solidFill>
              <a:latin typeface="Montserrat Medium"/>
              <a:ea typeface="Montserrat Medium"/>
              <a:cs typeface="Montserrat Medium"/>
              <a:sym typeface="Montserrat Medium"/>
            </a:endParaRPr>
          </a:p>
        </p:txBody>
      </p:sp>
      <p:sp>
        <p:nvSpPr>
          <p:cNvPr id="163" name="Google Shape;163;p17"/>
          <p:cNvSpPr txBox="1"/>
          <p:nvPr/>
        </p:nvSpPr>
        <p:spPr>
          <a:xfrm>
            <a:off x="609383" y="4984133"/>
            <a:ext cx="4000000" cy="696000"/>
          </a:xfrm>
          <a:prstGeom prst="rect">
            <a:avLst/>
          </a:prstGeom>
          <a:noFill/>
          <a:ln>
            <a:noFill/>
          </a:ln>
        </p:spPr>
        <p:txBody>
          <a:bodyPr spcFirstLastPara="1" wrap="square" lIns="121900" tIns="121900" rIns="121900" bIns="121900" anchor="t" anchorCtr="0">
            <a:noAutofit/>
          </a:bodyPr>
          <a:lstStyle/>
          <a:p>
            <a:pPr algn="r" defTabSz="1219170">
              <a:buClr>
                <a:srgbClr val="000000"/>
              </a:buClr>
            </a:pPr>
            <a:r>
              <a:rPr lang="en" sz="1600" kern="0">
                <a:solidFill>
                  <a:srgbClr val="000000"/>
                </a:solidFill>
                <a:latin typeface="Montserrat Medium"/>
                <a:ea typeface="Montserrat Medium"/>
                <a:cs typeface="Montserrat Medium"/>
                <a:sym typeface="Montserrat Medium"/>
              </a:rPr>
              <a:t>Jupiter is a gas giant and the biggest planet in the Solar System</a:t>
            </a:r>
            <a:endParaRPr sz="1600" kern="0">
              <a:solidFill>
                <a:srgbClr val="000000"/>
              </a:solidFill>
              <a:latin typeface="Montserrat Medium"/>
              <a:ea typeface="Montserrat Medium"/>
              <a:cs typeface="Montserrat Medium"/>
              <a:sym typeface="Montserrat Medium"/>
            </a:endParaRPr>
          </a:p>
        </p:txBody>
      </p:sp>
      <p:sp>
        <p:nvSpPr>
          <p:cNvPr id="145" name="Google Shape;145;p17"/>
          <p:cNvSpPr/>
          <p:nvPr/>
        </p:nvSpPr>
        <p:spPr>
          <a:xfrm>
            <a:off x="4692216" y="1659667"/>
            <a:ext cx="748800" cy="748800"/>
          </a:xfrm>
          <a:prstGeom prst="ellipse">
            <a:avLst/>
          </a:prstGeom>
          <a:solidFill>
            <a:schemeClr val="dk2"/>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01</a:t>
            </a:r>
            <a:endParaRPr sz="1867" kern="0">
              <a:solidFill>
                <a:srgbClr val="000000"/>
              </a:solidFill>
              <a:latin typeface="Montserrat SemiBold"/>
              <a:ea typeface="Montserrat SemiBold"/>
              <a:cs typeface="Montserrat SemiBold"/>
              <a:sym typeface="Montserrat SemiBold"/>
            </a:endParaRPr>
          </a:p>
        </p:txBody>
      </p:sp>
      <p:sp>
        <p:nvSpPr>
          <p:cNvPr id="155" name="Google Shape;155;p17"/>
          <p:cNvSpPr/>
          <p:nvPr/>
        </p:nvSpPr>
        <p:spPr>
          <a:xfrm>
            <a:off x="4692235" y="2759016"/>
            <a:ext cx="748800" cy="748800"/>
          </a:xfrm>
          <a:prstGeom prst="ellipse">
            <a:avLst/>
          </a:prstGeom>
          <a:solidFill>
            <a:schemeClr val="accent1"/>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03</a:t>
            </a:r>
            <a:endParaRPr sz="1600" kern="0">
              <a:solidFill>
                <a:srgbClr val="000000"/>
              </a:solidFill>
              <a:latin typeface="Montserrat SemiBold"/>
              <a:ea typeface="Montserrat SemiBold"/>
              <a:cs typeface="Montserrat SemiBold"/>
              <a:sym typeface="Montserrat SemiBold"/>
            </a:endParaRPr>
          </a:p>
        </p:txBody>
      </p:sp>
      <p:sp>
        <p:nvSpPr>
          <p:cNvPr id="157" name="Google Shape;157;p17"/>
          <p:cNvSpPr/>
          <p:nvPr/>
        </p:nvSpPr>
        <p:spPr>
          <a:xfrm>
            <a:off x="4692235" y="3858384"/>
            <a:ext cx="748800" cy="748800"/>
          </a:xfrm>
          <a:prstGeom prst="ellipse">
            <a:avLst/>
          </a:prstGeom>
          <a:solidFill>
            <a:schemeClr val="accent3"/>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05</a:t>
            </a:r>
            <a:endParaRPr sz="1600" kern="0">
              <a:solidFill>
                <a:srgbClr val="000000"/>
              </a:solidFill>
              <a:latin typeface="Montserrat SemiBold"/>
              <a:ea typeface="Montserrat SemiBold"/>
              <a:cs typeface="Montserrat SemiBold"/>
              <a:sym typeface="Montserrat SemiBold"/>
            </a:endParaRPr>
          </a:p>
        </p:txBody>
      </p:sp>
      <p:sp>
        <p:nvSpPr>
          <p:cNvPr id="159" name="Google Shape;159;p17"/>
          <p:cNvSpPr/>
          <p:nvPr/>
        </p:nvSpPr>
        <p:spPr>
          <a:xfrm>
            <a:off x="4692235" y="4957733"/>
            <a:ext cx="748800" cy="748800"/>
          </a:xfrm>
          <a:prstGeom prst="ellipse">
            <a:avLst/>
          </a:prstGeom>
          <a:solidFill>
            <a:schemeClr val="accent5"/>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07</a:t>
            </a:r>
            <a:endParaRPr sz="1600" kern="0">
              <a:solidFill>
                <a:srgbClr val="000000"/>
              </a:solidFill>
              <a:latin typeface="Montserrat SemiBold"/>
              <a:ea typeface="Montserrat SemiBold"/>
              <a:cs typeface="Montserrat SemiBold"/>
              <a:sym typeface="Montserrat SemiBold"/>
            </a:endParaRPr>
          </a:p>
        </p:txBody>
      </p:sp>
      <p:sp>
        <p:nvSpPr>
          <p:cNvPr id="147" name="Google Shape;147;p17"/>
          <p:cNvSpPr/>
          <p:nvPr/>
        </p:nvSpPr>
        <p:spPr>
          <a:xfrm>
            <a:off x="6750535" y="2209351"/>
            <a:ext cx="748800" cy="748800"/>
          </a:xfrm>
          <a:prstGeom prst="ellipse">
            <a:avLst/>
          </a:prstGeom>
          <a:solidFill>
            <a:schemeClr val="lt2"/>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02</a:t>
            </a:r>
            <a:endParaRPr sz="1600" kern="0">
              <a:solidFill>
                <a:srgbClr val="000000"/>
              </a:solidFill>
              <a:latin typeface="Montserrat SemiBold"/>
              <a:ea typeface="Montserrat SemiBold"/>
              <a:cs typeface="Montserrat SemiBold"/>
              <a:sym typeface="Montserrat SemiBold"/>
            </a:endParaRPr>
          </a:p>
        </p:txBody>
      </p:sp>
      <p:sp>
        <p:nvSpPr>
          <p:cNvPr id="149" name="Google Shape;149;p17"/>
          <p:cNvSpPr/>
          <p:nvPr/>
        </p:nvSpPr>
        <p:spPr>
          <a:xfrm>
            <a:off x="6750535" y="3308700"/>
            <a:ext cx="748800" cy="748800"/>
          </a:xfrm>
          <a:prstGeom prst="ellipse">
            <a:avLst/>
          </a:prstGeom>
          <a:solidFill>
            <a:schemeClr val="accent2"/>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04</a:t>
            </a:r>
            <a:endParaRPr sz="1600" kern="0">
              <a:solidFill>
                <a:srgbClr val="000000"/>
              </a:solidFill>
              <a:latin typeface="Montserrat SemiBold"/>
              <a:ea typeface="Montserrat SemiBold"/>
              <a:cs typeface="Montserrat SemiBold"/>
              <a:sym typeface="Montserrat SemiBold"/>
            </a:endParaRPr>
          </a:p>
        </p:txBody>
      </p:sp>
      <p:sp>
        <p:nvSpPr>
          <p:cNvPr id="151" name="Google Shape;151;p17"/>
          <p:cNvSpPr/>
          <p:nvPr/>
        </p:nvSpPr>
        <p:spPr>
          <a:xfrm>
            <a:off x="6750533" y="4408049"/>
            <a:ext cx="748800" cy="748800"/>
          </a:xfrm>
          <a:prstGeom prst="ellipse">
            <a:avLst/>
          </a:prstGeom>
          <a:solidFill>
            <a:schemeClr val="accent4"/>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06</a:t>
            </a:r>
            <a:endParaRPr sz="1600" kern="0">
              <a:solidFill>
                <a:srgbClr val="000000"/>
              </a:solidFill>
              <a:latin typeface="Montserrat SemiBold"/>
              <a:ea typeface="Montserrat SemiBold"/>
              <a:cs typeface="Montserrat SemiBold"/>
              <a:sym typeface="Montserrat SemiBold"/>
            </a:endParaRPr>
          </a:p>
        </p:txBody>
      </p:sp>
      <p:sp>
        <p:nvSpPr>
          <p:cNvPr id="153" name="Google Shape;153;p17"/>
          <p:cNvSpPr/>
          <p:nvPr/>
        </p:nvSpPr>
        <p:spPr>
          <a:xfrm>
            <a:off x="6750535" y="5507417"/>
            <a:ext cx="748800" cy="748800"/>
          </a:xfrm>
          <a:prstGeom prst="ellipse">
            <a:avLst/>
          </a:prstGeom>
          <a:solidFill>
            <a:schemeClr val="accent6"/>
          </a:solidFill>
          <a:ln>
            <a:noFill/>
          </a:ln>
        </p:spPr>
        <p:txBody>
          <a:bodyPr spcFirstLastPara="1" wrap="square" lIns="121900" tIns="121900" rIns="121900" bIns="121900" anchor="ctr" anchorCtr="0">
            <a:noAutofit/>
          </a:bodyPr>
          <a:lstStyle/>
          <a:p>
            <a:pPr algn="ctr" defTabSz="1219170">
              <a:buClr>
                <a:srgbClr val="000000"/>
              </a:buClr>
            </a:pPr>
            <a:r>
              <a:rPr lang="en" sz="1600" kern="0">
                <a:solidFill>
                  <a:srgbClr val="000000"/>
                </a:solidFill>
                <a:latin typeface="Montserrat SemiBold"/>
                <a:ea typeface="Montserrat SemiBold"/>
                <a:cs typeface="Montserrat SemiBold"/>
                <a:sym typeface="Montserrat SemiBold"/>
              </a:rPr>
              <a:t>08</a:t>
            </a:r>
            <a:endParaRPr sz="1600" kern="0">
              <a:solidFill>
                <a:srgbClr val="000000"/>
              </a:solidFill>
              <a:latin typeface="Montserrat SemiBold"/>
              <a:ea typeface="Montserrat SemiBold"/>
              <a:cs typeface="Montserrat SemiBold"/>
              <a:sym typeface="Montserrat SemiBold"/>
            </a:endParaRPr>
          </a:p>
        </p:txBody>
      </p:sp>
      <p:sp>
        <p:nvSpPr>
          <p:cNvPr id="164" name="Google Shape;164;p17"/>
          <p:cNvSpPr txBox="1"/>
          <p:nvPr/>
        </p:nvSpPr>
        <p:spPr>
          <a:xfrm>
            <a:off x="7582617" y="2235733"/>
            <a:ext cx="4000000" cy="6960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Venus has a beautiful name and is the second planet from the Sun</a:t>
            </a:r>
            <a:endParaRPr sz="1600" kern="0">
              <a:solidFill>
                <a:srgbClr val="000000"/>
              </a:solidFill>
              <a:latin typeface="Montserrat Medium"/>
              <a:ea typeface="Montserrat Medium"/>
              <a:cs typeface="Montserrat Medium"/>
              <a:sym typeface="Montserrat Medium"/>
            </a:endParaRPr>
          </a:p>
        </p:txBody>
      </p:sp>
      <p:sp>
        <p:nvSpPr>
          <p:cNvPr id="165" name="Google Shape;165;p17"/>
          <p:cNvSpPr txBox="1"/>
          <p:nvPr/>
        </p:nvSpPr>
        <p:spPr>
          <a:xfrm>
            <a:off x="7582617" y="3335089"/>
            <a:ext cx="4000000" cy="6960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Despite being red, Mars is actually a cold place. It’s full of iron oxide dust</a:t>
            </a:r>
            <a:endParaRPr sz="1600" kern="0">
              <a:solidFill>
                <a:srgbClr val="000000"/>
              </a:solidFill>
              <a:latin typeface="Montserrat Medium"/>
              <a:ea typeface="Montserrat Medium"/>
              <a:cs typeface="Montserrat Medium"/>
              <a:sym typeface="Montserrat Medium"/>
            </a:endParaRPr>
          </a:p>
        </p:txBody>
      </p:sp>
      <p:sp>
        <p:nvSpPr>
          <p:cNvPr id="166" name="Google Shape;166;p17"/>
          <p:cNvSpPr txBox="1"/>
          <p:nvPr/>
        </p:nvSpPr>
        <p:spPr>
          <a:xfrm>
            <a:off x="7582617" y="4434444"/>
            <a:ext cx="4000000" cy="6960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Saturn was named after the Roman god of wealth and agriculture</a:t>
            </a:r>
            <a:endParaRPr sz="1600" kern="0">
              <a:solidFill>
                <a:srgbClr val="000000"/>
              </a:solidFill>
              <a:latin typeface="Montserrat Medium"/>
              <a:ea typeface="Montserrat Medium"/>
              <a:cs typeface="Montserrat Medium"/>
              <a:sym typeface="Montserrat Medium"/>
            </a:endParaRPr>
          </a:p>
        </p:txBody>
      </p:sp>
      <p:sp>
        <p:nvSpPr>
          <p:cNvPr id="167" name="Google Shape;167;p17"/>
          <p:cNvSpPr txBox="1"/>
          <p:nvPr/>
        </p:nvSpPr>
        <p:spPr>
          <a:xfrm>
            <a:off x="7582617" y="5533800"/>
            <a:ext cx="4000000" cy="696000"/>
          </a:xfrm>
          <a:prstGeom prst="rect">
            <a:avLst/>
          </a:prstGeom>
          <a:noFill/>
          <a:ln>
            <a:noFill/>
          </a:ln>
        </p:spPr>
        <p:txBody>
          <a:bodyPr spcFirstLastPara="1" wrap="square" lIns="121900" tIns="121900" rIns="121900" bIns="121900" anchor="t" anchorCtr="0">
            <a:noAutofit/>
          </a:bodyPr>
          <a:lstStyle/>
          <a:p>
            <a:pPr defTabSz="1219170">
              <a:buClr>
                <a:srgbClr val="000000"/>
              </a:buClr>
            </a:pPr>
            <a:r>
              <a:rPr lang="en" sz="1600" kern="0">
                <a:solidFill>
                  <a:srgbClr val="000000"/>
                </a:solidFill>
                <a:latin typeface="Montserrat Medium"/>
                <a:ea typeface="Montserrat Medium"/>
                <a:cs typeface="Montserrat Medium"/>
                <a:sym typeface="Montserrat Medium"/>
              </a:rPr>
              <a:t>Neptune is the fourth-largest planet by diameter in the Solar System </a:t>
            </a:r>
            <a:endParaRPr sz="1600" kern="0">
              <a:solidFill>
                <a:srgbClr val="000000"/>
              </a:solidFill>
              <a:latin typeface="Montserrat Medium"/>
              <a:ea typeface="Montserrat Medium"/>
              <a:cs typeface="Montserrat Medium"/>
              <a:sym typeface="Montserrat Medium"/>
            </a:endParaRP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Freeform: Shape 118">
            <a:extLst>
              <a:ext uri="{FF2B5EF4-FFF2-40B4-BE49-F238E27FC236}">
                <a16:creationId xmlns:a16="http://schemas.microsoft.com/office/drawing/2014/main" id="{7384557F-FA61-A7F8-97A8-8072EF45E20C}"/>
              </a:ext>
            </a:extLst>
          </p:cNvPr>
          <p:cNvSpPr/>
          <p:nvPr/>
        </p:nvSpPr>
        <p:spPr>
          <a:xfrm>
            <a:off x="4799857" y="2132857"/>
            <a:ext cx="3046569" cy="3046569"/>
          </a:xfrm>
          <a:custGeom>
            <a:avLst/>
            <a:gdLst>
              <a:gd name="connsiteX0" fmla="*/ 6200075 w 6200074"/>
              <a:gd name="connsiteY0" fmla="*/ 3100037 h 6200074"/>
              <a:gd name="connsiteX1" fmla="*/ 3100038 w 6200074"/>
              <a:gd name="connsiteY1" fmla="*/ 6200075 h 6200074"/>
              <a:gd name="connsiteX2" fmla="*/ 0 w 6200074"/>
              <a:gd name="connsiteY2" fmla="*/ 3100037 h 6200074"/>
              <a:gd name="connsiteX3" fmla="*/ 3100038 w 6200074"/>
              <a:gd name="connsiteY3" fmla="*/ 0 h 6200074"/>
              <a:gd name="connsiteX4" fmla="*/ 6200075 w 6200074"/>
              <a:gd name="connsiteY4" fmla="*/ 3100037 h 6200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0074" h="6200074">
                <a:moveTo>
                  <a:pt x="6200075" y="3100037"/>
                </a:moveTo>
                <a:cubicBezTo>
                  <a:pt x="6200075" y="4812141"/>
                  <a:pt x="4812141" y="6200075"/>
                  <a:pt x="3100038" y="6200075"/>
                </a:cubicBezTo>
                <a:cubicBezTo>
                  <a:pt x="1387934" y="6200075"/>
                  <a:pt x="0" y="4812141"/>
                  <a:pt x="0" y="3100037"/>
                </a:cubicBezTo>
                <a:cubicBezTo>
                  <a:pt x="0" y="1387934"/>
                  <a:pt x="1387934" y="0"/>
                  <a:pt x="3100038" y="0"/>
                </a:cubicBezTo>
                <a:cubicBezTo>
                  <a:pt x="4812141" y="0"/>
                  <a:pt x="6200075" y="1387934"/>
                  <a:pt x="6200075" y="3100037"/>
                </a:cubicBezTo>
                <a:close/>
              </a:path>
            </a:pathLst>
          </a:custGeom>
          <a:solidFill>
            <a:schemeClr val="tx1">
              <a:alpha val="25000"/>
            </a:schemeClr>
          </a:solidFill>
          <a:ln w="9436" cap="flat">
            <a:noFill/>
            <a:prstDash val="solid"/>
            <a:miter/>
          </a:ln>
          <a:effectLst>
            <a:softEdge rad="368300"/>
          </a:effectLst>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nvGrpSpPr>
          <p:cNvPr id="14" name="Group 13">
            <a:extLst>
              <a:ext uri="{FF2B5EF4-FFF2-40B4-BE49-F238E27FC236}">
                <a16:creationId xmlns:a16="http://schemas.microsoft.com/office/drawing/2014/main" id="{56CC942F-FD92-7664-BA3C-08112F76D79A}"/>
              </a:ext>
            </a:extLst>
          </p:cNvPr>
          <p:cNvGrpSpPr/>
          <p:nvPr/>
        </p:nvGrpSpPr>
        <p:grpSpPr>
          <a:xfrm>
            <a:off x="4798382" y="1941905"/>
            <a:ext cx="2714716" cy="2714716"/>
            <a:chOff x="4729272" y="2079171"/>
            <a:chExt cx="2714716" cy="2714716"/>
          </a:xfrm>
        </p:grpSpPr>
        <p:grpSp>
          <p:nvGrpSpPr>
            <p:cNvPr id="12" name="Group 11">
              <a:extLst>
                <a:ext uri="{FF2B5EF4-FFF2-40B4-BE49-F238E27FC236}">
                  <a16:creationId xmlns:a16="http://schemas.microsoft.com/office/drawing/2014/main" id="{CC5B5A17-33A9-0819-8FF5-18C618B8BADA}"/>
                </a:ext>
              </a:extLst>
            </p:cNvPr>
            <p:cNvGrpSpPr/>
            <p:nvPr/>
          </p:nvGrpSpPr>
          <p:grpSpPr>
            <a:xfrm>
              <a:off x="4729272" y="2079171"/>
              <a:ext cx="2714716" cy="2714716"/>
              <a:chOff x="3126659" y="476558"/>
              <a:chExt cx="5919942" cy="5919942"/>
            </a:xfrm>
          </p:grpSpPr>
          <p:sp>
            <p:nvSpPr>
              <p:cNvPr id="3" name="Freeform: Shape 2">
                <a:extLst>
                  <a:ext uri="{FF2B5EF4-FFF2-40B4-BE49-F238E27FC236}">
                    <a16:creationId xmlns:a16="http://schemas.microsoft.com/office/drawing/2014/main" id="{8142B8C1-7881-95AC-D0AC-925B0299298E}"/>
                  </a:ext>
                </a:extLst>
              </p:cNvPr>
              <p:cNvSpPr/>
              <p:nvPr/>
            </p:nvSpPr>
            <p:spPr>
              <a:xfrm>
                <a:off x="3126659" y="476558"/>
                <a:ext cx="5919942" cy="5919942"/>
              </a:xfrm>
              <a:custGeom>
                <a:avLst/>
                <a:gdLst>
                  <a:gd name="connsiteX0" fmla="*/ 6200075 w 6200074"/>
                  <a:gd name="connsiteY0" fmla="*/ 3100037 h 6200074"/>
                  <a:gd name="connsiteX1" fmla="*/ 3100038 w 6200074"/>
                  <a:gd name="connsiteY1" fmla="*/ 6200075 h 6200074"/>
                  <a:gd name="connsiteX2" fmla="*/ 0 w 6200074"/>
                  <a:gd name="connsiteY2" fmla="*/ 3100037 h 6200074"/>
                  <a:gd name="connsiteX3" fmla="*/ 3100038 w 6200074"/>
                  <a:gd name="connsiteY3" fmla="*/ 0 h 6200074"/>
                  <a:gd name="connsiteX4" fmla="*/ 6200075 w 6200074"/>
                  <a:gd name="connsiteY4" fmla="*/ 3100037 h 6200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0074" h="6200074">
                    <a:moveTo>
                      <a:pt x="6200075" y="3100037"/>
                    </a:moveTo>
                    <a:cubicBezTo>
                      <a:pt x="6200075" y="4812141"/>
                      <a:pt x="4812141" y="6200075"/>
                      <a:pt x="3100038" y="6200075"/>
                    </a:cubicBezTo>
                    <a:cubicBezTo>
                      <a:pt x="1387934" y="6200075"/>
                      <a:pt x="0" y="4812141"/>
                      <a:pt x="0" y="3100037"/>
                    </a:cubicBezTo>
                    <a:cubicBezTo>
                      <a:pt x="0" y="1387934"/>
                      <a:pt x="1387934" y="0"/>
                      <a:pt x="3100038" y="0"/>
                    </a:cubicBezTo>
                    <a:cubicBezTo>
                      <a:pt x="4812141" y="0"/>
                      <a:pt x="6200075" y="1387934"/>
                      <a:pt x="6200075" y="3100037"/>
                    </a:cubicBezTo>
                    <a:close/>
                  </a:path>
                </a:pathLst>
              </a:custGeom>
              <a:solidFill>
                <a:srgbClr val="F9F9FA"/>
              </a:solidFill>
              <a:ln w="9436"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4" name="Freeform: Shape 3">
                <a:extLst>
                  <a:ext uri="{FF2B5EF4-FFF2-40B4-BE49-F238E27FC236}">
                    <a16:creationId xmlns:a16="http://schemas.microsoft.com/office/drawing/2014/main" id="{41B9D5D7-7C90-B801-6B48-308618D2C77E}"/>
                  </a:ext>
                </a:extLst>
              </p:cNvPr>
              <p:cNvSpPr/>
              <p:nvPr/>
            </p:nvSpPr>
            <p:spPr>
              <a:xfrm>
                <a:off x="4108786" y="603137"/>
                <a:ext cx="1942305" cy="2747646"/>
              </a:xfrm>
              <a:custGeom>
                <a:avLst/>
                <a:gdLst>
                  <a:gd name="connsiteX0" fmla="*/ 2062981 w 2062981"/>
                  <a:gd name="connsiteY0" fmla="*/ 0 h 2918358"/>
                  <a:gd name="connsiteX1" fmla="*/ 2062981 w 2062981"/>
                  <a:gd name="connsiteY1" fmla="*/ 2918358 h 2918358"/>
                  <a:gd name="connsiteX2" fmla="*/ 0 w 2062981"/>
                  <a:gd name="connsiteY2" fmla="*/ 855378 h 2918358"/>
                  <a:gd name="connsiteX3" fmla="*/ 185843 w 2062981"/>
                  <a:gd name="connsiteY3" fmla="*/ 686472 h 2918358"/>
                  <a:gd name="connsiteX4" fmla="*/ 1945815 w 2062981"/>
                  <a:gd name="connsiteY4" fmla="*/ 2963 h 2918358"/>
                  <a:gd name="connsiteX5" fmla="*/ 2062981 w 2062981"/>
                  <a:gd name="connsiteY5" fmla="*/ 0 h 2918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2981" h="2918358">
                    <a:moveTo>
                      <a:pt x="2062981" y="0"/>
                    </a:moveTo>
                    <a:lnTo>
                      <a:pt x="2062981" y="2918358"/>
                    </a:lnTo>
                    <a:lnTo>
                      <a:pt x="0" y="855378"/>
                    </a:lnTo>
                    <a:lnTo>
                      <a:pt x="185843" y="686472"/>
                    </a:lnTo>
                    <a:cubicBezTo>
                      <a:pt x="669046" y="287698"/>
                      <a:pt x="1278790" y="36775"/>
                      <a:pt x="1945815" y="2963"/>
                    </a:cubicBezTo>
                    <a:lnTo>
                      <a:pt x="2062981" y="0"/>
                    </a:lnTo>
                    <a:close/>
                  </a:path>
                </a:pathLst>
              </a:custGeom>
              <a:solidFill>
                <a:schemeClr val="accent4">
                  <a:lumMod val="75000"/>
                </a:schemeClr>
              </a:solidFill>
              <a:ln w="9436"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5" name="Freeform: Shape 4">
                <a:extLst>
                  <a:ext uri="{FF2B5EF4-FFF2-40B4-BE49-F238E27FC236}">
                    <a16:creationId xmlns:a16="http://schemas.microsoft.com/office/drawing/2014/main" id="{18CD35D7-B901-537A-6C97-88B20C4BAFC3}"/>
                  </a:ext>
                </a:extLst>
              </p:cNvPr>
              <p:cNvSpPr/>
              <p:nvPr/>
            </p:nvSpPr>
            <p:spPr>
              <a:xfrm>
                <a:off x="6122170" y="603137"/>
                <a:ext cx="1941818" cy="2747267"/>
              </a:xfrm>
              <a:custGeom>
                <a:avLst/>
                <a:gdLst>
                  <a:gd name="connsiteX0" fmla="*/ 0 w 2062464"/>
                  <a:gd name="connsiteY0" fmla="*/ 0 h 2917956"/>
                  <a:gd name="connsiteX1" fmla="*/ 117166 w 2062464"/>
                  <a:gd name="connsiteY1" fmla="*/ 2963 h 2917956"/>
                  <a:gd name="connsiteX2" fmla="*/ 1877137 w 2062464"/>
                  <a:gd name="connsiteY2" fmla="*/ 686472 h 2917956"/>
                  <a:gd name="connsiteX3" fmla="*/ 2062464 w 2062464"/>
                  <a:gd name="connsiteY3" fmla="*/ 854909 h 2917956"/>
                  <a:gd name="connsiteX4" fmla="*/ 0 w 2062464"/>
                  <a:gd name="connsiteY4" fmla="*/ 2917956 h 2917956"/>
                  <a:gd name="connsiteX5" fmla="*/ 0 w 2062464"/>
                  <a:gd name="connsiteY5" fmla="*/ 0 h 2917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2464" h="2917956">
                    <a:moveTo>
                      <a:pt x="0" y="0"/>
                    </a:moveTo>
                    <a:lnTo>
                      <a:pt x="117166" y="2963"/>
                    </a:lnTo>
                    <a:cubicBezTo>
                      <a:pt x="784191" y="36775"/>
                      <a:pt x="1393934" y="287698"/>
                      <a:pt x="1877137" y="686472"/>
                    </a:cubicBezTo>
                    <a:lnTo>
                      <a:pt x="2062464" y="854909"/>
                    </a:lnTo>
                    <a:lnTo>
                      <a:pt x="0" y="2917956"/>
                    </a:lnTo>
                    <a:lnTo>
                      <a:pt x="0" y="0"/>
                    </a:lnTo>
                    <a:close/>
                  </a:path>
                </a:pathLst>
              </a:custGeom>
              <a:solidFill>
                <a:schemeClr val="accent1">
                  <a:lumMod val="60000"/>
                  <a:lumOff val="40000"/>
                </a:schemeClr>
              </a:solidFill>
              <a:ln w="9436"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 name="Freeform: Shape 5">
                <a:extLst>
                  <a:ext uri="{FF2B5EF4-FFF2-40B4-BE49-F238E27FC236}">
                    <a16:creationId xmlns:a16="http://schemas.microsoft.com/office/drawing/2014/main" id="{B35F4203-050E-FCC9-4312-DDB8BF5741A5}"/>
                  </a:ext>
                </a:extLst>
              </p:cNvPr>
              <p:cNvSpPr/>
              <p:nvPr/>
            </p:nvSpPr>
            <p:spPr>
              <a:xfrm>
                <a:off x="6172105" y="1458255"/>
                <a:ext cx="2747918" cy="1942735"/>
              </a:xfrm>
              <a:custGeom>
                <a:avLst/>
                <a:gdLst>
                  <a:gd name="connsiteX0" fmla="*/ 2062854 w 2918647"/>
                  <a:gd name="connsiteY0" fmla="*/ 0 h 2063438"/>
                  <a:gd name="connsiteX1" fmla="*/ 2232175 w 2918647"/>
                  <a:gd name="connsiteY1" fmla="*/ 186300 h 2063438"/>
                  <a:gd name="connsiteX2" fmla="*/ 2915684 w 2918647"/>
                  <a:gd name="connsiteY2" fmla="*/ 1946271 h 2063438"/>
                  <a:gd name="connsiteX3" fmla="*/ 2918647 w 2918647"/>
                  <a:gd name="connsiteY3" fmla="*/ 2063438 h 2063438"/>
                  <a:gd name="connsiteX4" fmla="*/ 0 w 2918647"/>
                  <a:gd name="connsiteY4" fmla="*/ 2063438 h 2063438"/>
                  <a:gd name="connsiteX5" fmla="*/ 2062854 w 2918647"/>
                  <a:gd name="connsiteY5" fmla="*/ 0 h 206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8647" h="2063438">
                    <a:moveTo>
                      <a:pt x="2062854" y="0"/>
                    </a:moveTo>
                    <a:lnTo>
                      <a:pt x="2232175" y="186300"/>
                    </a:lnTo>
                    <a:cubicBezTo>
                      <a:pt x="2630949" y="669503"/>
                      <a:pt x="2881872" y="1279247"/>
                      <a:pt x="2915684" y="1946271"/>
                    </a:cubicBezTo>
                    <a:lnTo>
                      <a:pt x="2918647" y="2063438"/>
                    </a:lnTo>
                    <a:lnTo>
                      <a:pt x="0" y="2063438"/>
                    </a:lnTo>
                    <a:lnTo>
                      <a:pt x="2062854" y="0"/>
                    </a:lnTo>
                    <a:close/>
                  </a:path>
                </a:pathLst>
              </a:custGeom>
              <a:solidFill>
                <a:schemeClr val="accent1"/>
              </a:solidFill>
              <a:ln w="9436"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7" name="Freeform: Shape 6">
                <a:extLst>
                  <a:ext uri="{FF2B5EF4-FFF2-40B4-BE49-F238E27FC236}">
                    <a16:creationId xmlns:a16="http://schemas.microsoft.com/office/drawing/2014/main" id="{00347ECE-61BB-FD3E-5753-CD02BC6129A4}"/>
                  </a:ext>
                </a:extLst>
              </p:cNvPr>
              <p:cNvSpPr/>
              <p:nvPr/>
            </p:nvSpPr>
            <p:spPr>
              <a:xfrm>
                <a:off x="3253236" y="1458741"/>
                <a:ext cx="2747540" cy="1942249"/>
              </a:xfrm>
              <a:custGeom>
                <a:avLst/>
                <a:gdLst>
                  <a:gd name="connsiteX0" fmla="*/ 855324 w 2918246"/>
                  <a:gd name="connsiteY0" fmla="*/ 0 h 2062922"/>
                  <a:gd name="connsiteX1" fmla="*/ 2918246 w 2918246"/>
                  <a:gd name="connsiteY1" fmla="*/ 2062922 h 2062922"/>
                  <a:gd name="connsiteX2" fmla="*/ 0 w 2918246"/>
                  <a:gd name="connsiteY2" fmla="*/ 2062922 h 2062922"/>
                  <a:gd name="connsiteX3" fmla="*/ 2963 w 2918246"/>
                  <a:gd name="connsiteY3" fmla="*/ 1945755 h 2062922"/>
                  <a:gd name="connsiteX4" fmla="*/ 686472 w 2918246"/>
                  <a:gd name="connsiteY4" fmla="*/ 185784 h 2062922"/>
                  <a:gd name="connsiteX5" fmla="*/ 855324 w 2918246"/>
                  <a:gd name="connsiteY5" fmla="*/ 0 h 206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8246" h="2062922">
                    <a:moveTo>
                      <a:pt x="855324" y="0"/>
                    </a:moveTo>
                    <a:lnTo>
                      <a:pt x="2918246" y="2062922"/>
                    </a:lnTo>
                    <a:lnTo>
                      <a:pt x="0" y="2062922"/>
                    </a:lnTo>
                    <a:lnTo>
                      <a:pt x="2963" y="1945755"/>
                    </a:lnTo>
                    <a:cubicBezTo>
                      <a:pt x="36775" y="1278731"/>
                      <a:pt x="287697" y="668987"/>
                      <a:pt x="686472" y="185784"/>
                    </a:cubicBezTo>
                    <a:lnTo>
                      <a:pt x="855324" y="0"/>
                    </a:lnTo>
                    <a:close/>
                  </a:path>
                </a:pathLst>
              </a:custGeom>
              <a:solidFill>
                <a:schemeClr val="accent4"/>
              </a:solidFill>
              <a:ln w="9436"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8" name="Freeform: Shape 7">
                <a:extLst>
                  <a:ext uri="{FF2B5EF4-FFF2-40B4-BE49-F238E27FC236}">
                    <a16:creationId xmlns:a16="http://schemas.microsoft.com/office/drawing/2014/main" id="{3ED84428-6ACF-EA41-BBA8-E5F5B3EE0334}"/>
                  </a:ext>
                </a:extLst>
              </p:cNvPr>
              <p:cNvSpPr/>
              <p:nvPr/>
            </p:nvSpPr>
            <p:spPr>
              <a:xfrm>
                <a:off x="3253236" y="3472070"/>
                <a:ext cx="2747301" cy="1942411"/>
              </a:xfrm>
              <a:custGeom>
                <a:avLst/>
                <a:gdLst>
                  <a:gd name="connsiteX0" fmla="*/ 0 w 2917992"/>
                  <a:gd name="connsiteY0" fmla="*/ 0 h 2063094"/>
                  <a:gd name="connsiteX1" fmla="*/ 2917992 w 2917992"/>
                  <a:gd name="connsiteY1" fmla="*/ 0 h 2063094"/>
                  <a:gd name="connsiteX2" fmla="*/ 855482 w 2917992"/>
                  <a:gd name="connsiteY2" fmla="*/ 2063094 h 2063094"/>
                  <a:gd name="connsiteX3" fmla="*/ 686472 w 2917992"/>
                  <a:gd name="connsiteY3" fmla="*/ 1877137 h 2063094"/>
                  <a:gd name="connsiteX4" fmla="*/ 2963 w 2917992"/>
                  <a:gd name="connsiteY4" fmla="*/ 117165 h 2063094"/>
                  <a:gd name="connsiteX5" fmla="*/ 0 w 2917992"/>
                  <a:gd name="connsiteY5" fmla="*/ 0 h 206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7992" h="2063094">
                    <a:moveTo>
                      <a:pt x="0" y="0"/>
                    </a:moveTo>
                    <a:lnTo>
                      <a:pt x="2917992" y="0"/>
                    </a:lnTo>
                    <a:lnTo>
                      <a:pt x="855482" y="2063094"/>
                    </a:lnTo>
                    <a:lnTo>
                      <a:pt x="686472" y="1877137"/>
                    </a:lnTo>
                    <a:cubicBezTo>
                      <a:pt x="287697" y="1393934"/>
                      <a:pt x="36775" y="784190"/>
                      <a:pt x="2963" y="117165"/>
                    </a:cubicBezTo>
                    <a:lnTo>
                      <a:pt x="0" y="0"/>
                    </a:lnTo>
                    <a:close/>
                  </a:path>
                </a:pathLst>
              </a:custGeom>
              <a:solidFill>
                <a:schemeClr val="accent3">
                  <a:lumMod val="75000"/>
                </a:schemeClr>
              </a:solidFill>
              <a:ln w="9436"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9" name="Freeform: Shape 8">
                <a:extLst>
                  <a:ext uri="{FF2B5EF4-FFF2-40B4-BE49-F238E27FC236}">
                    <a16:creationId xmlns:a16="http://schemas.microsoft.com/office/drawing/2014/main" id="{03AF93DB-0F19-6867-E607-2677765D24CA}"/>
                  </a:ext>
                </a:extLst>
              </p:cNvPr>
              <p:cNvSpPr/>
              <p:nvPr/>
            </p:nvSpPr>
            <p:spPr>
              <a:xfrm>
                <a:off x="6172378" y="3472070"/>
                <a:ext cx="2747645" cy="1942304"/>
              </a:xfrm>
              <a:custGeom>
                <a:avLst/>
                <a:gdLst>
                  <a:gd name="connsiteX0" fmla="*/ 0 w 2918357"/>
                  <a:gd name="connsiteY0" fmla="*/ 0 h 2062980"/>
                  <a:gd name="connsiteX1" fmla="*/ 2918357 w 2918357"/>
                  <a:gd name="connsiteY1" fmla="*/ 0 h 2062980"/>
                  <a:gd name="connsiteX2" fmla="*/ 2915394 w 2918357"/>
                  <a:gd name="connsiteY2" fmla="*/ 117165 h 2062980"/>
                  <a:gd name="connsiteX3" fmla="*/ 2231885 w 2918357"/>
                  <a:gd name="connsiteY3" fmla="*/ 1877137 h 2062980"/>
                  <a:gd name="connsiteX4" fmla="*/ 2062980 w 2918357"/>
                  <a:gd name="connsiteY4" fmla="*/ 2062980 h 2062980"/>
                  <a:gd name="connsiteX5" fmla="*/ 0 w 2918357"/>
                  <a:gd name="connsiteY5" fmla="*/ 0 h 2062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8357" h="2062980">
                    <a:moveTo>
                      <a:pt x="0" y="0"/>
                    </a:moveTo>
                    <a:lnTo>
                      <a:pt x="2918357" y="0"/>
                    </a:lnTo>
                    <a:lnTo>
                      <a:pt x="2915394" y="117165"/>
                    </a:lnTo>
                    <a:cubicBezTo>
                      <a:pt x="2881582" y="784190"/>
                      <a:pt x="2630659" y="1393934"/>
                      <a:pt x="2231885" y="1877137"/>
                    </a:cubicBezTo>
                    <a:lnTo>
                      <a:pt x="2062980" y="2062980"/>
                    </a:lnTo>
                    <a:lnTo>
                      <a:pt x="0" y="0"/>
                    </a:lnTo>
                    <a:close/>
                  </a:path>
                </a:pathLst>
              </a:custGeom>
              <a:solidFill>
                <a:schemeClr val="accent2"/>
              </a:solidFill>
              <a:ln w="9436"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10" name="Freeform: Shape 9">
                <a:extLst>
                  <a:ext uri="{FF2B5EF4-FFF2-40B4-BE49-F238E27FC236}">
                    <a16:creationId xmlns:a16="http://schemas.microsoft.com/office/drawing/2014/main" id="{80BD2937-686E-2D54-E529-036D0DF3028B}"/>
                  </a:ext>
                </a:extLst>
              </p:cNvPr>
              <p:cNvSpPr/>
              <p:nvPr/>
            </p:nvSpPr>
            <p:spPr>
              <a:xfrm>
                <a:off x="4108949" y="3522038"/>
                <a:ext cx="1942141" cy="2747884"/>
              </a:xfrm>
              <a:custGeom>
                <a:avLst/>
                <a:gdLst>
                  <a:gd name="connsiteX0" fmla="*/ 2062807 w 2062807"/>
                  <a:gd name="connsiteY0" fmla="*/ 0 h 2918611"/>
                  <a:gd name="connsiteX1" fmla="*/ 2062807 w 2062807"/>
                  <a:gd name="connsiteY1" fmla="*/ 2918611 h 2918611"/>
                  <a:gd name="connsiteX2" fmla="*/ 1945641 w 2062807"/>
                  <a:gd name="connsiteY2" fmla="*/ 2915648 h 2918611"/>
                  <a:gd name="connsiteX3" fmla="*/ 185669 w 2062807"/>
                  <a:gd name="connsiteY3" fmla="*/ 2232139 h 2918611"/>
                  <a:gd name="connsiteX4" fmla="*/ 0 w 2062807"/>
                  <a:gd name="connsiteY4" fmla="*/ 2063391 h 2918611"/>
                  <a:gd name="connsiteX5" fmla="*/ 2062807 w 2062807"/>
                  <a:gd name="connsiteY5" fmla="*/ 0 h 2918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2807" h="2918611">
                    <a:moveTo>
                      <a:pt x="2062807" y="0"/>
                    </a:moveTo>
                    <a:lnTo>
                      <a:pt x="2062807" y="2918611"/>
                    </a:lnTo>
                    <a:lnTo>
                      <a:pt x="1945641" y="2915648"/>
                    </a:lnTo>
                    <a:cubicBezTo>
                      <a:pt x="1278616" y="2881837"/>
                      <a:pt x="668872" y="2630914"/>
                      <a:pt x="185669" y="2232139"/>
                    </a:cubicBezTo>
                    <a:lnTo>
                      <a:pt x="0" y="2063391"/>
                    </a:lnTo>
                    <a:lnTo>
                      <a:pt x="2062807" y="0"/>
                    </a:lnTo>
                    <a:close/>
                  </a:path>
                </a:pathLst>
              </a:custGeom>
              <a:solidFill>
                <a:schemeClr val="accent3"/>
              </a:solidFill>
              <a:ln w="9436"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11" name="Freeform: Shape 10">
                <a:extLst>
                  <a:ext uri="{FF2B5EF4-FFF2-40B4-BE49-F238E27FC236}">
                    <a16:creationId xmlns:a16="http://schemas.microsoft.com/office/drawing/2014/main" id="{A55EF6AF-EE92-8B1F-6023-69C5BE649E21}"/>
                  </a:ext>
                </a:extLst>
              </p:cNvPr>
              <p:cNvSpPr/>
              <p:nvPr/>
            </p:nvSpPr>
            <p:spPr>
              <a:xfrm>
                <a:off x="6122170" y="3522383"/>
                <a:ext cx="1942249" cy="2747539"/>
              </a:xfrm>
              <a:custGeom>
                <a:avLst/>
                <a:gdLst>
                  <a:gd name="connsiteX0" fmla="*/ 0 w 2062921"/>
                  <a:gd name="connsiteY0" fmla="*/ 0 h 2918245"/>
                  <a:gd name="connsiteX1" fmla="*/ 2062921 w 2062921"/>
                  <a:gd name="connsiteY1" fmla="*/ 2062921 h 2918245"/>
                  <a:gd name="connsiteX2" fmla="*/ 1877137 w 2062921"/>
                  <a:gd name="connsiteY2" fmla="*/ 2231773 h 2918245"/>
                  <a:gd name="connsiteX3" fmla="*/ 117166 w 2062921"/>
                  <a:gd name="connsiteY3" fmla="*/ 2915282 h 2918245"/>
                  <a:gd name="connsiteX4" fmla="*/ 0 w 2062921"/>
                  <a:gd name="connsiteY4" fmla="*/ 2918245 h 2918245"/>
                  <a:gd name="connsiteX5" fmla="*/ 0 w 2062921"/>
                  <a:gd name="connsiteY5" fmla="*/ 0 h 291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2921" h="2918245">
                    <a:moveTo>
                      <a:pt x="0" y="0"/>
                    </a:moveTo>
                    <a:lnTo>
                      <a:pt x="2062921" y="2062921"/>
                    </a:lnTo>
                    <a:lnTo>
                      <a:pt x="1877137" y="2231773"/>
                    </a:lnTo>
                    <a:cubicBezTo>
                      <a:pt x="1393934" y="2630548"/>
                      <a:pt x="784191" y="2881471"/>
                      <a:pt x="117166" y="2915282"/>
                    </a:cubicBezTo>
                    <a:lnTo>
                      <a:pt x="0" y="2918245"/>
                    </a:lnTo>
                    <a:lnTo>
                      <a:pt x="0" y="0"/>
                    </a:lnTo>
                    <a:close/>
                  </a:path>
                </a:pathLst>
              </a:custGeom>
              <a:solidFill>
                <a:schemeClr val="accent2">
                  <a:lumMod val="75000"/>
                </a:schemeClr>
              </a:solidFill>
              <a:ln w="9436"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sp>
          <p:nvSpPr>
            <p:cNvPr id="13" name="Oval 12">
              <a:extLst>
                <a:ext uri="{FF2B5EF4-FFF2-40B4-BE49-F238E27FC236}">
                  <a16:creationId xmlns:a16="http://schemas.microsoft.com/office/drawing/2014/main" id="{B55683A6-96D1-7024-7E44-8727044C912C}"/>
                </a:ext>
              </a:extLst>
            </p:cNvPr>
            <p:cNvSpPr/>
            <p:nvPr/>
          </p:nvSpPr>
          <p:spPr>
            <a:xfrm>
              <a:off x="4943630" y="2293529"/>
              <a:ext cx="2286000" cy="2286000"/>
            </a:xfrm>
            <a:prstGeom prst="ellipse">
              <a:avLst/>
            </a:prstGeom>
            <a:gradFill flip="none" rotWithShape="1">
              <a:gsLst>
                <a:gs pos="7000">
                  <a:schemeClr val="bg1"/>
                </a:gs>
                <a:gs pos="100000">
                  <a:schemeClr val="bg1">
                    <a:lumMod val="95000"/>
                  </a:schemeClr>
                </a:gs>
              </a:gsLst>
              <a:lin ang="81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26" name="Oval 25">
            <a:extLst>
              <a:ext uri="{FF2B5EF4-FFF2-40B4-BE49-F238E27FC236}">
                <a16:creationId xmlns:a16="http://schemas.microsoft.com/office/drawing/2014/main" id="{651029A8-D2C8-7BBA-F985-C35553CDFDDA}"/>
              </a:ext>
            </a:extLst>
          </p:cNvPr>
          <p:cNvSpPr/>
          <p:nvPr/>
        </p:nvSpPr>
        <p:spPr>
          <a:xfrm>
            <a:off x="7717405" y="5007721"/>
            <a:ext cx="152464" cy="152464"/>
          </a:xfrm>
          <a:prstGeom prst="ellips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27" name="Rectangle: Rounded Corners 26">
            <a:extLst>
              <a:ext uri="{FF2B5EF4-FFF2-40B4-BE49-F238E27FC236}">
                <a16:creationId xmlns:a16="http://schemas.microsoft.com/office/drawing/2014/main" id="{D22FF200-C405-5418-4993-88572453511D}"/>
              </a:ext>
            </a:extLst>
          </p:cNvPr>
          <p:cNvSpPr/>
          <p:nvPr/>
        </p:nvSpPr>
        <p:spPr>
          <a:xfrm>
            <a:off x="7781311" y="4701108"/>
            <a:ext cx="3080690" cy="765690"/>
          </a:xfrm>
          <a:prstGeom prst="roundRect">
            <a:avLst>
              <a:gd name="adj" fmla="val 11951"/>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28" name="Group 27">
            <a:extLst>
              <a:ext uri="{FF2B5EF4-FFF2-40B4-BE49-F238E27FC236}">
                <a16:creationId xmlns:a16="http://schemas.microsoft.com/office/drawing/2014/main" id="{E00A7F18-B6DD-10F9-E24B-D494D3CF60F2}"/>
              </a:ext>
            </a:extLst>
          </p:cNvPr>
          <p:cNvGrpSpPr/>
          <p:nvPr/>
        </p:nvGrpSpPr>
        <p:grpSpPr>
          <a:xfrm>
            <a:off x="7870294" y="4774616"/>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33" name="Rectangle: Rounded Corners 32">
              <a:extLst>
                <a:ext uri="{FF2B5EF4-FFF2-40B4-BE49-F238E27FC236}">
                  <a16:creationId xmlns:a16="http://schemas.microsoft.com/office/drawing/2014/main" id="{51B3F791-FB60-2C23-D322-0A72505C5064}"/>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4" name="Isosceles Triangle 33">
              <a:extLst>
                <a:ext uri="{FF2B5EF4-FFF2-40B4-BE49-F238E27FC236}">
                  <a16:creationId xmlns:a16="http://schemas.microsoft.com/office/drawing/2014/main" id="{63D0C027-0485-EC1F-A1D0-8CC2AE5DBF2F}"/>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29" name="TextBox 28">
            <a:extLst>
              <a:ext uri="{FF2B5EF4-FFF2-40B4-BE49-F238E27FC236}">
                <a16:creationId xmlns:a16="http://schemas.microsoft.com/office/drawing/2014/main" id="{C8DB47C2-0D73-B9C7-5B11-38D3BED1D9AA}"/>
              </a:ext>
            </a:extLst>
          </p:cNvPr>
          <p:cNvSpPr txBox="1"/>
          <p:nvPr/>
        </p:nvSpPr>
        <p:spPr>
          <a:xfrm>
            <a:off x="10195971" y="4816107"/>
            <a:ext cx="537327" cy="535692"/>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Segoe UI"/>
                <a:ea typeface="+mn-ea"/>
                <a:cs typeface="+mn-cs"/>
              </a:rPr>
              <a:t>04</a:t>
            </a:r>
            <a:endParaRPr kumimoji="0" lang="en-IN" sz="3200" b="1" i="0" u="none" strike="noStrike" kern="1200" cap="none" spc="0" normalizeH="0" baseline="0" noProof="0">
              <a:ln>
                <a:noFill/>
              </a:ln>
              <a:solidFill>
                <a:prstClr val="white"/>
              </a:solidFill>
              <a:effectLst/>
              <a:uLnTx/>
              <a:uFillTx/>
              <a:latin typeface="Segoe UI"/>
              <a:ea typeface="+mn-ea"/>
              <a:cs typeface="+mn-cs"/>
            </a:endParaRPr>
          </a:p>
        </p:txBody>
      </p:sp>
      <p:grpSp>
        <p:nvGrpSpPr>
          <p:cNvPr id="30" name="Group 29">
            <a:extLst>
              <a:ext uri="{FF2B5EF4-FFF2-40B4-BE49-F238E27FC236}">
                <a16:creationId xmlns:a16="http://schemas.microsoft.com/office/drawing/2014/main" id="{0B41F75E-CE4E-20CA-F6F5-9515B864258D}"/>
              </a:ext>
            </a:extLst>
          </p:cNvPr>
          <p:cNvGrpSpPr/>
          <p:nvPr/>
        </p:nvGrpSpPr>
        <p:grpSpPr>
          <a:xfrm>
            <a:off x="8651222" y="4817841"/>
            <a:ext cx="1389258" cy="555076"/>
            <a:chOff x="8570043" y="3190673"/>
            <a:chExt cx="1953464" cy="555076"/>
          </a:xfrm>
        </p:grpSpPr>
        <p:sp>
          <p:nvSpPr>
            <p:cNvPr id="31" name="TextBox 30">
              <a:extLst>
                <a:ext uri="{FF2B5EF4-FFF2-40B4-BE49-F238E27FC236}">
                  <a16:creationId xmlns:a16="http://schemas.microsoft.com/office/drawing/2014/main" id="{BCD708DB-9936-6724-CF96-89341393A901}"/>
                </a:ext>
              </a:extLst>
            </p:cNvPr>
            <p:cNvSpPr txBox="1"/>
            <p:nvPr/>
          </p:nvSpPr>
          <p:spPr>
            <a:xfrm>
              <a:off x="8570048" y="3394213"/>
              <a:ext cx="1953459" cy="35153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Segoe UI"/>
                  <a:ea typeface="+mn-ea"/>
                  <a:cs typeface="+mn-cs"/>
                </a:rPr>
                <a:t>Insert your desired text here. </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sp>
          <p:nvSpPr>
            <p:cNvPr id="32" name="TextBox 31">
              <a:extLst>
                <a:ext uri="{FF2B5EF4-FFF2-40B4-BE49-F238E27FC236}">
                  <a16:creationId xmlns:a16="http://schemas.microsoft.com/office/drawing/2014/main" id="{224F64C5-5D81-D4C7-8B1B-F5F140DF5D38}"/>
                </a:ext>
              </a:extLst>
            </p:cNvPr>
            <p:cNvSpPr txBox="1"/>
            <p:nvPr/>
          </p:nvSpPr>
          <p:spPr>
            <a:xfrm>
              <a:off x="8570043" y="3190673"/>
              <a:ext cx="1953460" cy="16537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latin typeface="Segoe UI"/>
                  <a:ea typeface="+mn-ea"/>
                  <a:cs typeface="+mn-cs"/>
                </a:rPr>
                <a:t>Placeholder</a:t>
              </a:r>
            </a:p>
          </p:txBody>
        </p:sp>
      </p:grpSp>
      <p:sp>
        <p:nvSpPr>
          <p:cNvPr id="37" name="Oval 36">
            <a:extLst>
              <a:ext uri="{FF2B5EF4-FFF2-40B4-BE49-F238E27FC236}">
                <a16:creationId xmlns:a16="http://schemas.microsoft.com/office/drawing/2014/main" id="{C2A0143C-286A-5A5C-8CA7-612440ECAF28}"/>
              </a:ext>
            </a:extLst>
          </p:cNvPr>
          <p:cNvSpPr/>
          <p:nvPr/>
        </p:nvSpPr>
        <p:spPr>
          <a:xfrm>
            <a:off x="8503898" y="2638644"/>
            <a:ext cx="152464" cy="152464"/>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38" name="Rectangle: Rounded Corners 37">
            <a:extLst>
              <a:ext uri="{FF2B5EF4-FFF2-40B4-BE49-F238E27FC236}">
                <a16:creationId xmlns:a16="http://schemas.microsoft.com/office/drawing/2014/main" id="{896B73B1-F905-D5E3-DB0D-550011EF9678}"/>
              </a:ext>
            </a:extLst>
          </p:cNvPr>
          <p:cNvSpPr/>
          <p:nvPr/>
        </p:nvSpPr>
        <p:spPr>
          <a:xfrm>
            <a:off x="8567804" y="2332031"/>
            <a:ext cx="3080690" cy="765690"/>
          </a:xfrm>
          <a:prstGeom prst="roundRect">
            <a:avLst>
              <a:gd name="adj" fmla="val 11951"/>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39" name="Group 38">
            <a:extLst>
              <a:ext uri="{FF2B5EF4-FFF2-40B4-BE49-F238E27FC236}">
                <a16:creationId xmlns:a16="http://schemas.microsoft.com/office/drawing/2014/main" id="{55AC4C9D-C395-4CC1-8BCD-A3C756EC2BCF}"/>
              </a:ext>
            </a:extLst>
          </p:cNvPr>
          <p:cNvGrpSpPr/>
          <p:nvPr/>
        </p:nvGrpSpPr>
        <p:grpSpPr>
          <a:xfrm>
            <a:off x="8656787" y="2405539"/>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44" name="Rectangle: Rounded Corners 43">
              <a:extLst>
                <a:ext uri="{FF2B5EF4-FFF2-40B4-BE49-F238E27FC236}">
                  <a16:creationId xmlns:a16="http://schemas.microsoft.com/office/drawing/2014/main" id="{60117328-A382-095E-2F25-49013D06B575}"/>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5" name="Isosceles Triangle 44">
              <a:extLst>
                <a:ext uri="{FF2B5EF4-FFF2-40B4-BE49-F238E27FC236}">
                  <a16:creationId xmlns:a16="http://schemas.microsoft.com/office/drawing/2014/main" id="{132E7564-C18D-1673-20D1-3700F7F297CE}"/>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40" name="TextBox 39">
            <a:extLst>
              <a:ext uri="{FF2B5EF4-FFF2-40B4-BE49-F238E27FC236}">
                <a16:creationId xmlns:a16="http://schemas.microsoft.com/office/drawing/2014/main" id="{68EB26F6-2276-9BD6-01A3-2ACC46EA00FA}"/>
              </a:ext>
            </a:extLst>
          </p:cNvPr>
          <p:cNvSpPr txBox="1"/>
          <p:nvPr/>
        </p:nvSpPr>
        <p:spPr>
          <a:xfrm>
            <a:off x="10988059" y="2447030"/>
            <a:ext cx="537327" cy="535692"/>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Segoe UI"/>
                <a:ea typeface="+mn-ea"/>
                <a:cs typeface="+mn-cs"/>
              </a:rPr>
              <a:t>02</a:t>
            </a:r>
            <a:endParaRPr kumimoji="0" lang="en-IN" sz="3200" b="1" i="0" u="none" strike="noStrike" kern="1200" cap="none" spc="0" normalizeH="0" baseline="0" noProof="0">
              <a:ln>
                <a:noFill/>
              </a:ln>
              <a:solidFill>
                <a:prstClr val="white"/>
              </a:solidFill>
              <a:effectLst/>
              <a:uLnTx/>
              <a:uFillTx/>
              <a:latin typeface="Segoe UI"/>
              <a:ea typeface="+mn-ea"/>
              <a:cs typeface="+mn-cs"/>
            </a:endParaRPr>
          </a:p>
        </p:txBody>
      </p:sp>
      <p:grpSp>
        <p:nvGrpSpPr>
          <p:cNvPr id="41" name="Group 40">
            <a:extLst>
              <a:ext uri="{FF2B5EF4-FFF2-40B4-BE49-F238E27FC236}">
                <a16:creationId xmlns:a16="http://schemas.microsoft.com/office/drawing/2014/main" id="{82224EE0-EF7A-648B-3B2E-E4EC07461889}"/>
              </a:ext>
            </a:extLst>
          </p:cNvPr>
          <p:cNvGrpSpPr/>
          <p:nvPr/>
        </p:nvGrpSpPr>
        <p:grpSpPr>
          <a:xfrm>
            <a:off x="9437715" y="2448764"/>
            <a:ext cx="1389258" cy="555076"/>
            <a:chOff x="8570043" y="3190673"/>
            <a:chExt cx="1953464" cy="555076"/>
          </a:xfrm>
        </p:grpSpPr>
        <p:sp>
          <p:nvSpPr>
            <p:cNvPr id="42" name="TextBox 41">
              <a:extLst>
                <a:ext uri="{FF2B5EF4-FFF2-40B4-BE49-F238E27FC236}">
                  <a16:creationId xmlns:a16="http://schemas.microsoft.com/office/drawing/2014/main" id="{AA4AA2F4-16F5-E990-6339-6BC1BDB3932C}"/>
                </a:ext>
              </a:extLst>
            </p:cNvPr>
            <p:cNvSpPr txBox="1"/>
            <p:nvPr/>
          </p:nvSpPr>
          <p:spPr>
            <a:xfrm>
              <a:off x="8570048" y="3394213"/>
              <a:ext cx="1953459" cy="35153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Segoe UI"/>
                  <a:ea typeface="+mn-ea"/>
                  <a:cs typeface="+mn-cs"/>
                </a:rPr>
                <a:t>Insert your desired text here. </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sp>
          <p:nvSpPr>
            <p:cNvPr id="43" name="TextBox 42">
              <a:extLst>
                <a:ext uri="{FF2B5EF4-FFF2-40B4-BE49-F238E27FC236}">
                  <a16:creationId xmlns:a16="http://schemas.microsoft.com/office/drawing/2014/main" id="{CDEFC3B5-0065-0082-3925-F6E080528874}"/>
                </a:ext>
              </a:extLst>
            </p:cNvPr>
            <p:cNvSpPr txBox="1"/>
            <p:nvPr/>
          </p:nvSpPr>
          <p:spPr>
            <a:xfrm>
              <a:off x="8570043" y="3190673"/>
              <a:ext cx="1953460" cy="16537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latin typeface="Segoe UI"/>
                  <a:ea typeface="+mn-ea"/>
                  <a:cs typeface="+mn-cs"/>
                </a:rPr>
                <a:t>Placeholder</a:t>
              </a:r>
            </a:p>
          </p:txBody>
        </p:sp>
      </p:grpSp>
      <p:sp>
        <p:nvSpPr>
          <p:cNvPr id="47" name="Oval 46">
            <a:extLst>
              <a:ext uri="{FF2B5EF4-FFF2-40B4-BE49-F238E27FC236}">
                <a16:creationId xmlns:a16="http://schemas.microsoft.com/office/drawing/2014/main" id="{6A16038A-7AE9-AE86-5628-A373DDC20207}"/>
              </a:ext>
            </a:extLst>
          </p:cNvPr>
          <p:cNvSpPr/>
          <p:nvPr/>
        </p:nvSpPr>
        <p:spPr>
          <a:xfrm>
            <a:off x="8503898" y="3823182"/>
            <a:ext cx="152464" cy="152464"/>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48" name="Rectangle: Rounded Corners 47">
            <a:extLst>
              <a:ext uri="{FF2B5EF4-FFF2-40B4-BE49-F238E27FC236}">
                <a16:creationId xmlns:a16="http://schemas.microsoft.com/office/drawing/2014/main" id="{605834AA-F76A-76C0-63FC-3D5496A80EDE}"/>
              </a:ext>
            </a:extLst>
          </p:cNvPr>
          <p:cNvSpPr/>
          <p:nvPr/>
        </p:nvSpPr>
        <p:spPr>
          <a:xfrm>
            <a:off x="8567804" y="3516569"/>
            <a:ext cx="3080690" cy="765690"/>
          </a:xfrm>
          <a:prstGeom prst="roundRect">
            <a:avLst>
              <a:gd name="adj" fmla="val 11951"/>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49" name="Group 48">
            <a:extLst>
              <a:ext uri="{FF2B5EF4-FFF2-40B4-BE49-F238E27FC236}">
                <a16:creationId xmlns:a16="http://schemas.microsoft.com/office/drawing/2014/main" id="{53807DB3-3F46-8135-6543-519ED2F30D60}"/>
              </a:ext>
            </a:extLst>
          </p:cNvPr>
          <p:cNvGrpSpPr/>
          <p:nvPr/>
        </p:nvGrpSpPr>
        <p:grpSpPr>
          <a:xfrm>
            <a:off x="8656787" y="3590077"/>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54" name="Rectangle: Rounded Corners 53">
              <a:extLst>
                <a:ext uri="{FF2B5EF4-FFF2-40B4-BE49-F238E27FC236}">
                  <a16:creationId xmlns:a16="http://schemas.microsoft.com/office/drawing/2014/main" id="{95273011-A96D-C514-3FAD-8C66B1635FD6}"/>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5" name="Isosceles Triangle 54">
              <a:extLst>
                <a:ext uri="{FF2B5EF4-FFF2-40B4-BE49-F238E27FC236}">
                  <a16:creationId xmlns:a16="http://schemas.microsoft.com/office/drawing/2014/main" id="{33E1C488-FCAA-A9BF-D781-332F305A89F6}"/>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50" name="TextBox 49">
            <a:extLst>
              <a:ext uri="{FF2B5EF4-FFF2-40B4-BE49-F238E27FC236}">
                <a16:creationId xmlns:a16="http://schemas.microsoft.com/office/drawing/2014/main" id="{2D37E8E6-E4D8-C697-E73F-373FB00D134F}"/>
              </a:ext>
            </a:extLst>
          </p:cNvPr>
          <p:cNvSpPr txBox="1"/>
          <p:nvPr/>
        </p:nvSpPr>
        <p:spPr>
          <a:xfrm>
            <a:off x="10988059" y="3631568"/>
            <a:ext cx="537327" cy="535692"/>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Segoe UI"/>
                <a:ea typeface="+mn-ea"/>
                <a:cs typeface="+mn-cs"/>
              </a:rPr>
              <a:t>03</a:t>
            </a:r>
            <a:endParaRPr kumimoji="0" lang="en-IN" sz="3200" b="1" i="0" u="none" strike="noStrike" kern="1200" cap="none" spc="0" normalizeH="0" baseline="0" noProof="0">
              <a:ln>
                <a:noFill/>
              </a:ln>
              <a:solidFill>
                <a:prstClr val="white"/>
              </a:solidFill>
              <a:effectLst/>
              <a:uLnTx/>
              <a:uFillTx/>
              <a:latin typeface="Segoe UI"/>
              <a:ea typeface="+mn-ea"/>
              <a:cs typeface="+mn-cs"/>
            </a:endParaRPr>
          </a:p>
        </p:txBody>
      </p:sp>
      <p:grpSp>
        <p:nvGrpSpPr>
          <p:cNvPr id="51" name="Group 50">
            <a:extLst>
              <a:ext uri="{FF2B5EF4-FFF2-40B4-BE49-F238E27FC236}">
                <a16:creationId xmlns:a16="http://schemas.microsoft.com/office/drawing/2014/main" id="{B4A81D81-7540-B355-9238-8E25D605E3A5}"/>
              </a:ext>
            </a:extLst>
          </p:cNvPr>
          <p:cNvGrpSpPr/>
          <p:nvPr/>
        </p:nvGrpSpPr>
        <p:grpSpPr>
          <a:xfrm>
            <a:off x="9437715" y="3633302"/>
            <a:ext cx="1389258" cy="555076"/>
            <a:chOff x="8570043" y="3190673"/>
            <a:chExt cx="1953464" cy="555076"/>
          </a:xfrm>
        </p:grpSpPr>
        <p:sp>
          <p:nvSpPr>
            <p:cNvPr id="52" name="TextBox 51">
              <a:extLst>
                <a:ext uri="{FF2B5EF4-FFF2-40B4-BE49-F238E27FC236}">
                  <a16:creationId xmlns:a16="http://schemas.microsoft.com/office/drawing/2014/main" id="{117292B9-1034-7BA7-E954-D7528C605B3D}"/>
                </a:ext>
              </a:extLst>
            </p:cNvPr>
            <p:cNvSpPr txBox="1"/>
            <p:nvPr/>
          </p:nvSpPr>
          <p:spPr>
            <a:xfrm>
              <a:off x="8570048" y="3394213"/>
              <a:ext cx="1953459" cy="35153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Segoe UI"/>
                  <a:ea typeface="+mn-ea"/>
                  <a:cs typeface="+mn-cs"/>
                </a:rPr>
                <a:t>Insert your desired text here. </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sp>
          <p:nvSpPr>
            <p:cNvPr id="53" name="TextBox 52">
              <a:extLst>
                <a:ext uri="{FF2B5EF4-FFF2-40B4-BE49-F238E27FC236}">
                  <a16:creationId xmlns:a16="http://schemas.microsoft.com/office/drawing/2014/main" id="{A559D605-8F01-98B1-8D3F-53D283179907}"/>
                </a:ext>
              </a:extLst>
            </p:cNvPr>
            <p:cNvSpPr txBox="1"/>
            <p:nvPr/>
          </p:nvSpPr>
          <p:spPr>
            <a:xfrm>
              <a:off x="8570043" y="3190673"/>
              <a:ext cx="1953460" cy="16537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latin typeface="Segoe UI"/>
                  <a:ea typeface="+mn-ea"/>
                  <a:cs typeface="+mn-cs"/>
                </a:rPr>
                <a:t>Placeholder</a:t>
              </a:r>
            </a:p>
          </p:txBody>
        </p:sp>
      </p:grpSp>
      <p:sp>
        <p:nvSpPr>
          <p:cNvPr id="57" name="Oval 56">
            <a:extLst>
              <a:ext uri="{FF2B5EF4-FFF2-40B4-BE49-F238E27FC236}">
                <a16:creationId xmlns:a16="http://schemas.microsoft.com/office/drawing/2014/main" id="{CE8939C0-2302-4D67-8189-17D721B11C79}"/>
              </a:ext>
            </a:extLst>
          </p:cNvPr>
          <p:cNvSpPr/>
          <p:nvPr/>
        </p:nvSpPr>
        <p:spPr>
          <a:xfrm flipH="1">
            <a:off x="4457176" y="1454106"/>
            <a:ext cx="152464" cy="152464"/>
          </a:xfrm>
          <a:prstGeom prst="ellips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58" name="Rectangle: Rounded Corners 57">
            <a:extLst>
              <a:ext uri="{FF2B5EF4-FFF2-40B4-BE49-F238E27FC236}">
                <a16:creationId xmlns:a16="http://schemas.microsoft.com/office/drawing/2014/main" id="{ABD96D5E-D0E8-DDA3-1A0E-19F565C18595}"/>
              </a:ext>
            </a:extLst>
          </p:cNvPr>
          <p:cNvSpPr/>
          <p:nvPr/>
        </p:nvSpPr>
        <p:spPr>
          <a:xfrm flipH="1">
            <a:off x="1465044" y="1147493"/>
            <a:ext cx="3080690" cy="765690"/>
          </a:xfrm>
          <a:prstGeom prst="roundRect">
            <a:avLst>
              <a:gd name="adj" fmla="val 11951"/>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59" name="Group 58">
            <a:extLst>
              <a:ext uri="{FF2B5EF4-FFF2-40B4-BE49-F238E27FC236}">
                <a16:creationId xmlns:a16="http://schemas.microsoft.com/office/drawing/2014/main" id="{A65441EF-B14D-A4EC-DEA0-932FE5CA923E}"/>
              </a:ext>
            </a:extLst>
          </p:cNvPr>
          <p:cNvGrpSpPr/>
          <p:nvPr/>
        </p:nvGrpSpPr>
        <p:grpSpPr>
          <a:xfrm flipH="1">
            <a:off x="3801653" y="1221001"/>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64" name="Rectangle: Rounded Corners 63">
              <a:extLst>
                <a:ext uri="{FF2B5EF4-FFF2-40B4-BE49-F238E27FC236}">
                  <a16:creationId xmlns:a16="http://schemas.microsoft.com/office/drawing/2014/main" id="{FCCEEF62-0276-EAB0-8379-5361B3B0AA2A}"/>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5" name="Isosceles Triangle 64">
              <a:extLst>
                <a:ext uri="{FF2B5EF4-FFF2-40B4-BE49-F238E27FC236}">
                  <a16:creationId xmlns:a16="http://schemas.microsoft.com/office/drawing/2014/main" id="{272EEFF2-9C0C-D77E-D103-593B0A20ACC1}"/>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60" name="TextBox 59">
            <a:extLst>
              <a:ext uri="{FF2B5EF4-FFF2-40B4-BE49-F238E27FC236}">
                <a16:creationId xmlns:a16="http://schemas.microsoft.com/office/drawing/2014/main" id="{D3B78F6B-DC46-44F7-B4E8-21560539DCC6}"/>
              </a:ext>
            </a:extLst>
          </p:cNvPr>
          <p:cNvSpPr txBox="1"/>
          <p:nvPr/>
        </p:nvSpPr>
        <p:spPr>
          <a:xfrm flipH="1">
            <a:off x="1593749" y="1262492"/>
            <a:ext cx="537327" cy="535692"/>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Segoe UI"/>
                <a:ea typeface="+mn-ea"/>
                <a:cs typeface="+mn-cs"/>
              </a:rPr>
              <a:t>08</a:t>
            </a:r>
            <a:endParaRPr kumimoji="0" lang="en-IN" sz="3200" b="1" i="0" u="none" strike="noStrike" kern="1200" cap="none" spc="0" normalizeH="0" baseline="0" noProof="0">
              <a:ln>
                <a:noFill/>
              </a:ln>
              <a:solidFill>
                <a:prstClr val="white"/>
              </a:solidFill>
              <a:effectLst/>
              <a:uLnTx/>
              <a:uFillTx/>
              <a:latin typeface="Segoe UI"/>
              <a:ea typeface="+mn-ea"/>
              <a:cs typeface="+mn-cs"/>
            </a:endParaRPr>
          </a:p>
        </p:txBody>
      </p:sp>
      <p:grpSp>
        <p:nvGrpSpPr>
          <p:cNvPr id="61" name="Group 60">
            <a:extLst>
              <a:ext uri="{FF2B5EF4-FFF2-40B4-BE49-F238E27FC236}">
                <a16:creationId xmlns:a16="http://schemas.microsoft.com/office/drawing/2014/main" id="{1DE27052-8D48-5EAB-DF88-A72881DE2C8F}"/>
              </a:ext>
            </a:extLst>
          </p:cNvPr>
          <p:cNvGrpSpPr/>
          <p:nvPr/>
        </p:nvGrpSpPr>
        <p:grpSpPr>
          <a:xfrm flipH="1">
            <a:off x="2286565" y="1264226"/>
            <a:ext cx="1389258" cy="555076"/>
            <a:chOff x="8570043" y="3190673"/>
            <a:chExt cx="1953464" cy="555076"/>
          </a:xfrm>
        </p:grpSpPr>
        <p:sp>
          <p:nvSpPr>
            <p:cNvPr id="62" name="TextBox 61">
              <a:extLst>
                <a:ext uri="{FF2B5EF4-FFF2-40B4-BE49-F238E27FC236}">
                  <a16:creationId xmlns:a16="http://schemas.microsoft.com/office/drawing/2014/main" id="{311F3D36-A3E3-279C-53ED-C8C130113CCA}"/>
                </a:ext>
              </a:extLst>
            </p:cNvPr>
            <p:cNvSpPr txBox="1"/>
            <p:nvPr/>
          </p:nvSpPr>
          <p:spPr>
            <a:xfrm>
              <a:off x="8570048" y="3394213"/>
              <a:ext cx="1953459" cy="35153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Segoe UI"/>
                  <a:ea typeface="+mn-ea"/>
                  <a:cs typeface="+mn-cs"/>
                </a:rPr>
                <a:t>Insert your desired text here. </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sp>
          <p:nvSpPr>
            <p:cNvPr id="63" name="TextBox 62">
              <a:extLst>
                <a:ext uri="{FF2B5EF4-FFF2-40B4-BE49-F238E27FC236}">
                  <a16:creationId xmlns:a16="http://schemas.microsoft.com/office/drawing/2014/main" id="{D050C956-4E2D-1B09-EF51-4764FD3809D4}"/>
                </a:ext>
              </a:extLst>
            </p:cNvPr>
            <p:cNvSpPr txBox="1"/>
            <p:nvPr/>
          </p:nvSpPr>
          <p:spPr>
            <a:xfrm>
              <a:off x="8570043" y="3190673"/>
              <a:ext cx="1953460" cy="16537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latin typeface="Segoe UI"/>
                  <a:ea typeface="+mn-ea"/>
                  <a:cs typeface="+mn-cs"/>
                </a:rPr>
                <a:t>Placeholder</a:t>
              </a:r>
            </a:p>
          </p:txBody>
        </p:sp>
      </p:grpSp>
      <p:sp>
        <p:nvSpPr>
          <p:cNvPr id="67" name="Oval 66">
            <a:extLst>
              <a:ext uri="{FF2B5EF4-FFF2-40B4-BE49-F238E27FC236}">
                <a16:creationId xmlns:a16="http://schemas.microsoft.com/office/drawing/2014/main" id="{AD7DF642-E53C-DEFE-564B-B22478D04AF6}"/>
              </a:ext>
            </a:extLst>
          </p:cNvPr>
          <p:cNvSpPr/>
          <p:nvPr/>
        </p:nvSpPr>
        <p:spPr>
          <a:xfrm flipH="1">
            <a:off x="4457176" y="5007721"/>
            <a:ext cx="152464" cy="152464"/>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68" name="Rectangle: Rounded Corners 67">
            <a:extLst>
              <a:ext uri="{FF2B5EF4-FFF2-40B4-BE49-F238E27FC236}">
                <a16:creationId xmlns:a16="http://schemas.microsoft.com/office/drawing/2014/main" id="{D918EAD1-71E9-6911-A47A-FA0723AD88CA}"/>
              </a:ext>
            </a:extLst>
          </p:cNvPr>
          <p:cNvSpPr/>
          <p:nvPr/>
        </p:nvSpPr>
        <p:spPr>
          <a:xfrm flipH="1">
            <a:off x="1465044" y="4701108"/>
            <a:ext cx="3080690" cy="765690"/>
          </a:xfrm>
          <a:prstGeom prst="roundRect">
            <a:avLst>
              <a:gd name="adj" fmla="val 11951"/>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69" name="Group 68">
            <a:extLst>
              <a:ext uri="{FF2B5EF4-FFF2-40B4-BE49-F238E27FC236}">
                <a16:creationId xmlns:a16="http://schemas.microsoft.com/office/drawing/2014/main" id="{BA37F8C7-0FB9-03C6-9918-BA6251076C9B}"/>
              </a:ext>
            </a:extLst>
          </p:cNvPr>
          <p:cNvGrpSpPr/>
          <p:nvPr/>
        </p:nvGrpSpPr>
        <p:grpSpPr>
          <a:xfrm flipH="1">
            <a:off x="3801653" y="4774616"/>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74" name="Rectangle: Rounded Corners 73">
              <a:extLst>
                <a:ext uri="{FF2B5EF4-FFF2-40B4-BE49-F238E27FC236}">
                  <a16:creationId xmlns:a16="http://schemas.microsoft.com/office/drawing/2014/main" id="{49570659-29D8-A17A-C7C0-EEC378E516CB}"/>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5" name="Isosceles Triangle 74">
              <a:extLst>
                <a:ext uri="{FF2B5EF4-FFF2-40B4-BE49-F238E27FC236}">
                  <a16:creationId xmlns:a16="http://schemas.microsoft.com/office/drawing/2014/main" id="{9ED105D2-43B7-4A86-ED1D-547D1CA84442}"/>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70" name="TextBox 69">
            <a:extLst>
              <a:ext uri="{FF2B5EF4-FFF2-40B4-BE49-F238E27FC236}">
                <a16:creationId xmlns:a16="http://schemas.microsoft.com/office/drawing/2014/main" id="{71679EF7-0104-3A93-94FA-E460AE5824FD}"/>
              </a:ext>
            </a:extLst>
          </p:cNvPr>
          <p:cNvSpPr txBox="1"/>
          <p:nvPr/>
        </p:nvSpPr>
        <p:spPr>
          <a:xfrm flipH="1">
            <a:off x="1593749" y="4816107"/>
            <a:ext cx="537327" cy="535692"/>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Segoe UI"/>
                <a:ea typeface="+mn-ea"/>
                <a:cs typeface="+mn-cs"/>
              </a:rPr>
              <a:t>05</a:t>
            </a:r>
            <a:endParaRPr kumimoji="0" lang="en-IN" sz="3200" b="1" i="0" u="none" strike="noStrike" kern="1200" cap="none" spc="0" normalizeH="0" baseline="0" noProof="0">
              <a:ln>
                <a:noFill/>
              </a:ln>
              <a:solidFill>
                <a:prstClr val="white"/>
              </a:solidFill>
              <a:effectLst/>
              <a:uLnTx/>
              <a:uFillTx/>
              <a:latin typeface="Segoe UI"/>
              <a:ea typeface="+mn-ea"/>
              <a:cs typeface="+mn-cs"/>
            </a:endParaRPr>
          </a:p>
        </p:txBody>
      </p:sp>
      <p:grpSp>
        <p:nvGrpSpPr>
          <p:cNvPr id="71" name="Group 70">
            <a:extLst>
              <a:ext uri="{FF2B5EF4-FFF2-40B4-BE49-F238E27FC236}">
                <a16:creationId xmlns:a16="http://schemas.microsoft.com/office/drawing/2014/main" id="{5E9E5479-27E3-2C3F-A25E-C92978B78004}"/>
              </a:ext>
            </a:extLst>
          </p:cNvPr>
          <p:cNvGrpSpPr/>
          <p:nvPr/>
        </p:nvGrpSpPr>
        <p:grpSpPr>
          <a:xfrm flipH="1">
            <a:off x="2286565" y="4817841"/>
            <a:ext cx="1389258" cy="555076"/>
            <a:chOff x="8570043" y="3190673"/>
            <a:chExt cx="1953464" cy="555076"/>
          </a:xfrm>
        </p:grpSpPr>
        <p:sp>
          <p:nvSpPr>
            <p:cNvPr id="72" name="TextBox 71">
              <a:extLst>
                <a:ext uri="{FF2B5EF4-FFF2-40B4-BE49-F238E27FC236}">
                  <a16:creationId xmlns:a16="http://schemas.microsoft.com/office/drawing/2014/main" id="{E308A163-5C28-60B6-9090-C7BD353B862A}"/>
                </a:ext>
              </a:extLst>
            </p:cNvPr>
            <p:cNvSpPr txBox="1"/>
            <p:nvPr/>
          </p:nvSpPr>
          <p:spPr>
            <a:xfrm>
              <a:off x="8570048" y="3394213"/>
              <a:ext cx="1953459" cy="35153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Segoe UI"/>
                  <a:ea typeface="+mn-ea"/>
                  <a:cs typeface="+mn-cs"/>
                </a:rPr>
                <a:t>Insert your desired text here. </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sp>
          <p:nvSpPr>
            <p:cNvPr id="73" name="TextBox 72">
              <a:extLst>
                <a:ext uri="{FF2B5EF4-FFF2-40B4-BE49-F238E27FC236}">
                  <a16:creationId xmlns:a16="http://schemas.microsoft.com/office/drawing/2014/main" id="{005A7D5E-8DC5-FAC5-D733-59242B8932E5}"/>
                </a:ext>
              </a:extLst>
            </p:cNvPr>
            <p:cNvSpPr txBox="1"/>
            <p:nvPr/>
          </p:nvSpPr>
          <p:spPr>
            <a:xfrm>
              <a:off x="8570043" y="3190673"/>
              <a:ext cx="1953460" cy="16537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latin typeface="Segoe UI"/>
                  <a:ea typeface="+mn-ea"/>
                  <a:cs typeface="+mn-cs"/>
                </a:rPr>
                <a:t>Placeholder</a:t>
              </a:r>
            </a:p>
          </p:txBody>
        </p:sp>
      </p:grpSp>
      <p:sp>
        <p:nvSpPr>
          <p:cNvPr id="77" name="Oval 76">
            <a:extLst>
              <a:ext uri="{FF2B5EF4-FFF2-40B4-BE49-F238E27FC236}">
                <a16:creationId xmlns:a16="http://schemas.microsoft.com/office/drawing/2014/main" id="{2212A5E4-3934-03EC-437D-E12C46E5EA2D}"/>
              </a:ext>
            </a:extLst>
          </p:cNvPr>
          <p:cNvSpPr/>
          <p:nvPr/>
        </p:nvSpPr>
        <p:spPr>
          <a:xfrm flipH="1">
            <a:off x="3670683" y="2638644"/>
            <a:ext cx="152464" cy="152464"/>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78" name="Rectangle: Rounded Corners 77">
            <a:extLst>
              <a:ext uri="{FF2B5EF4-FFF2-40B4-BE49-F238E27FC236}">
                <a16:creationId xmlns:a16="http://schemas.microsoft.com/office/drawing/2014/main" id="{C1D0925D-BF41-9443-391D-23DFFDC1ECF3}"/>
              </a:ext>
            </a:extLst>
          </p:cNvPr>
          <p:cNvSpPr/>
          <p:nvPr/>
        </p:nvSpPr>
        <p:spPr>
          <a:xfrm flipH="1">
            <a:off x="678551" y="2332031"/>
            <a:ext cx="3080690" cy="765690"/>
          </a:xfrm>
          <a:prstGeom prst="roundRect">
            <a:avLst>
              <a:gd name="adj" fmla="val 11951"/>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79" name="Group 78">
            <a:extLst>
              <a:ext uri="{FF2B5EF4-FFF2-40B4-BE49-F238E27FC236}">
                <a16:creationId xmlns:a16="http://schemas.microsoft.com/office/drawing/2014/main" id="{8ECCEC39-71CF-0AE7-D9C5-052F9711A852}"/>
              </a:ext>
            </a:extLst>
          </p:cNvPr>
          <p:cNvGrpSpPr/>
          <p:nvPr/>
        </p:nvGrpSpPr>
        <p:grpSpPr>
          <a:xfrm flipH="1">
            <a:off x="3015160" y="2405539"/>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84" name="Rectangle: Rounded Corners 83">
              <a:extLst>
                <a:ext uri="{FF2B5EF4-FFF2-40B4-BE49-F238E27FC236}">
                  <a16:creationId xmlns:a16="http://schemas.microsoft.com/office/drawing/2014/main" id="{D9BA925D-37AE-4DB6-491B-AC547166487F}"/>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85" name="Isosceles Triangle 84">
              <a:extLst>
                <a:ext uri="{FF2B5EF4-FFF2-40B4-BE49-F238E27FC236}">
                  <a16:creationId xmlns:a16="http://schemas.microsoft.com/office/drawing/2014/main" id="{13C376E6-A951-E35F-CDC7-3CC7930E3E9A}"/>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80" name="TextBox 79">
            <a:extLst>
              <a:ext uri="{FF2B5EF4-FFF2-40B4-BE49-F238E27FC236}">
                <a16:creationId xmlns:a16="http://schemas.microsoft.com/office/drawing/2014/main" id="{B3BA5095-575A-408C-2E7A-4D36A146074A}"/>
              </a:ext>
            </a:extLst>
          </p:cNvPr>
          <p:cNvSpPr txBox="1"/>
          <p:nvPr/>
        </p:nvSpPr>
        <p:spPr>
          <a:xfrm flipH="1">
            <a:off x="801661" y="2447030"/>
            <a:ext cx="537327" cy="535692"/>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Segoe UI"/>
                <a:ea typeface="+mn-ea"/>
                <a:cs typeface="+mn-cs"/>
              </a:rPr>
              <a:t>07</a:t>
            </a:r>
            <a:endParaRPr kumimoji="0" lang="en-IN" sz="3200" b="1" i="0" u="none" strike="noStrike" kern="1200" cap="none" spc="0" normalizeH="0" baseline="0" noProof="0">
              <a:ln>
                <a:noFill/>
              </a:ln>
              <a:solidFill>
                <a:prstClr val="white"/>
              </a:solidFill>
              <a:effectLst/>
              <a:uLnTx/>
              <a:uFillTx/>
              <a:latin typeface="Segoe UI"/>
              <a:ea typeface="+mn-ea"/>
              <a:cs typeface="+mn-cs"/>
            </a:endParaRPr>
          </a:p>
        </p:txBody>
      </p:sp>
      <p:grpSp>
        <p:nvGrpSpPr>
          <p:cNvPr id="81" name="Group 80">
            <a:extLst>
              <a:ext uri="{FF2B5EF4-FFF2-40B4-BE49-F238E27FC236}">
                <a16:creationId xmlns:a16="http://schemas.microsoft.com/office/drawing/2014/main" id="{C0E23FE2-BA6E-FC73-145A-AE50F94F1337}"/>
              </a:ext>
            </a:extLst>
          </p:cNvPr>
          <p:cNvGrpSpPr/>
          <p:nvPr/>
        </p:nvGrpSpPr>
        <p:grpSpPr>
          <a:xfrm flipH="1">
            <a:off x="1500072" y="2448764"/>
            <a:ext cx="1389258" cy="555076"/>
            <a:chOff x="8570043" y="3190673"/>
            <a:chExt cx="1953464" cy="555076"/>
          </a:xfrm>
        </p:grpSpPr>
        <p:sp>
          <p:nvSpPr>
            <p:cNvPr id="82" name="TextBox 81">
              <a:extLst>
                <a:ext uri="{FF2B5EF4-FFF2-40B4-BE49-F238E27FC236}">
                  <a16:creationId xmlns:a16="http://schemas.microsoft.com/office/drawing/2014/main" id="{9348255D-6CE5-4D17-2C87-7394197990B3}"/>
                </a:ext>
              </a:extLst>
            </p:cNvPr>
            <p:cNvSpPr txBox="1"/>
            <p:nvPr/>
          </p:nvSpPr>
          <p:spPr>
            <a:xfrm>
              <a:off x="8570048" y="3394213"/>
              <a:ext cx="1953459" cy="35153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Segoe UI"/>
                  <a:ea typeface="+mn-ea"/>
                  <a:cs typeface="+mn-cs"/>
                </a:rPr>
                <a:t>Insert your desired text here. </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sp>
          <p:nvSpPr>
            <p:cNvPr id="83" name="TextBox 82">
              <a:extLst>
                <a:ext uri="{FF2B5EF4-FFF2-40B4-BE49-F238E27FC236}">
                  <a16:creationId xmlns:a16="http://schemas.microsoft.com/office/drawing/2014/main" id="{E4E1E848-2363-CCDC-A67D-CE6785D1633A}"/>
                </a:ext>
              </a:extLst>
            </p:cNvPr>
            <p:cNvSpPr txBox="1"/>
            <p:nvPr/>
          </p:nvSpPr>
          <p:spPr>
            <a:xfrm>
              <a:off x="8570043" y="3190673"/>
              <a:ext cx="1953460" cy="16537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latin typeface="Segoe UI"/>
                  <a:ea typeface="+mn-ea"/>
                  <a:cs typeface="+mn-cs"/>
                </a:rPr>
                <a:t>Placeholder</a:t>
              </a:r>
            </a:p>
          </p:txBody>
        </p:sp>
      </p:grpSp>
      <p:sp>
        <p:nvSpPr>
          <p:cNvPr id="87" name="Oval 86">
            <a:extLst>
              <a:ext uri="{FF2B5EF4-FFF2-40B4-BE49-F238E27FC236}">
                <a16:creationId xmlns:a16="http://schemas.microsoft.com/office/drawing/2014/main" id="{838C60FF-FD02-174D-6E4B-F7051830E164}"/>
              </a:ext>
            </a:extLst>
          </p:cNvPr>
          <p:cNvSpPr/>
          <p:nvPr/>
        </p:nvSpPr>
        <p:spPr>
          <a:xfrm flipH="1">
            <a:off x="3670683" y="3823182"/>
            <a:ext cx="152464" cy="152464"/>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88" name="Rectangle: Rounded Corners 87">
            <a:extLst>
              <a:ext uri="{FF2B5EF4-FFF2-40B4-BE49-F238E27FC236}">
                <a16:creationId xmlns:a16="http://schemas.microsoft.com/office/drawing/2014/main" id="{69421F08-C7BA-ADEE-BA97-14D4052F6957}"/>
              </a:ext>
            </a:extLst>
          </p:cNvPr>
          <p:cNvSpPr/>
          <p:nvPr/>
        </p:nvSpPr>
        <p:spPr>
          <a:xfrm flipH="1">
            <a:off x="678551" y="3516569"/>
            <a:ext cx="3080690" cy="765690"/>
          </a:xfrm>
          <a:prstGeom prst="roundRect">
            <a:avLst>
              <a:gd name="adj" fmla="val 11951"/>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89" name="Group 88">
            <a:extLst>
              <a:ext uri="{FF2B5EF4-FFF2-40B4-BE49-F238E27FC236}">
                <a16:creationId xmlns:a16="http://schemas.microsoft.com/office/drawing/2014/main" id="{890D849C-81EE-2D96-B27B-A5F1B4D1A21E}"/>
              </a:ext>
            </a:extLst>
          </p:cNvPr>
          <p:cNvGrpSpPr/>
          <p:nvPr/>
        </p:nvGrpSpPr>
        <p:grpSpPr>
          <a:xfrm flipH="1">
            <a:off x="3015160" y="3590077"/>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94" name="Rectangle: Rounded Corners 93">
              <a:extLst>
                <a:ext uri="{FF2B5EF4-FFF2-40B4-BE49-F238E27FC236}">
                  <a16:creationId xmlns:a16="http://schemas.microsoft.com/office/drawing/2014/main" id="{61CB6D4A-8CB6-B6FB-F4EC-6E9B63B9D86C}"/>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95" name="Isosceles Triangle 94">
              <a:extLst>
                <a:ext uri="{FF2B5EF4-FFF2-40B4-BE49-F238E27FC236}">
                  <a16:creationId xmlns:a16="http://schemas.microsoft.com/office/drawing/2014/main" id="{070F3BD8-1844-15A2-7A4D-1B16ACBE847D}"/>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90" name="TextBox 89">
            <a:extLst>
              <a:ext uri="{FF2B5EF4-FFF2-40B4-BE49-F238E27FC236}">
                <a16:creationId xmlns:a16="http://schemas.microsoft.com/office/drawing/2014/main" id="{E66B3338-8075-6F46-42ED-257607E5F117}"/>
              </a:ext>
            </a:extLst>
          </p:cNvPr>
          <p:cNvSpPr txBox="1"/>
          <p:nvPr/>
        </p:nvSpPr>
        <p:spPr>
          <a:xfrm flipH="1">
            <a:off x="801661" y="3631568"/>
            <a:ext cx="537327" cy="535692"/>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Segoe UI"/>
                <a:ea typeface="+mn-ea"/>
                <a:cs typeface="+mn-cs"/>
              </a:rPr>
              <a:t>06</a:t>
            </a:r>
            <a:endParaRPr kumimoji="0" lang="en-IN" sz="3200" b="1" i="0" u="none" strike="noStrike" kern="1200" cap="none" spc="0" normalizeH="0" baseline="0" noProof="0">
              <a:ln>
                <a:noFill/>
              </a:ln>
              <a:solidFill>
                <a:prstClr val="white"/>
              </a:solidFill>
              <a:effectLst/>
              <a:uLnTx/>
              <a:uFillTx/>
              <a:latin typeface="Segoe UI"/>
              <a:ea typeface="+mn-ea"/>
              <a:cs typeface="+mn-cs"/>
            </a:endParaRPr>
          </a:p>
        </p:txBody>
      </p:sp>
      <p:grpSp>
        <p:nvGrpSpPr>
          <p:cNvPr id="91" name="Group 90">
            <a:extLst>
              <a:ext uri="{FF2B5EF4-FFF2-40B4-BE49-F238E27FC236}">
                <a16:creationId xmlns:a16="http://schemas.microsoft.com/office/drawing/2014/main" id="{E5A1E10F-E33D-18BA-4DAC-31EFDA286B87}"/>
              </a:ext>
            </a:extLst>
          </p:cNvPr>
          <p:cNvGrpSpPr/>
          <p:nvPr/>
        </p:nvGrpSpPr>
        <p:grpSpPr>
          <a:xfrm flipH="1">
            <a:off x="1500072" y="3633302"/>
            <a:ext cx="1389258" cy="555076"/>
            <a:chOff x="8570043" y="3190673"/>
            <a:chExt cx="1953464" cy="555076"/>
          </a:xfrm>
        </p:grpSpPr>
        <p:sp>
          <p:nvSpPr>
            <p:cNvPr id="92" name="TextBox 91">
              <a:extLst>
                <a:ext uri="{FF2B5EF4-FFF2-40B4-BE49-F238E27FC236}">
                  <a16:creationId xmlns:a16="http://schemas.microsoft.com/office/drawing/2014/main" id="{761422F4-AECF-1618-D1C4-695434AD0DC2}"/>
                </a:ext>
              </a:extLst>
            </p:cNvPr>
            <p:cNvSpPr txBox="1"/>
            <p:nvPr/>
          </p:nvSpPr>
          <p:spPr>
            <a:xfrm>
              <a:off x="8570048" y="3394213"/>
              <a:ext cx="1953459" cy="35153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Segoe UI"/>
                  <a:ea typeface="+mn-ea"/>
                  <a:cs typeface="+mn-cs"/>
                </a:rPr>
                <a:t>Insert your desired text here. </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sp>
          <p:nvSpPr>
            <p:cNvPr id="93" name="TextBox 92">
              <a:extLst>
                <a:ext uri="{FF2B5EF4-FFF2-40B4-BE49-F238E27FC236}">
                  <a16:creationId xmlns:a16="http://schemas.microsoft.com/office/drawing/2014/main" id="{BA1E70BC-6693-744F-6BD3-0FE68357DE01}"/>
                </a:ext>
              </a:extLst>
            </p:cNvPr>
            <p:cNvSpPr txBox="1"/>
            <p:nvPr/>
          </p:nvSpPr>
          <p:spPr>
            <a:xfrm>
              <a:off x="8570043" y="3190673"/>
              <a:ext cx="1953460" cy="16537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latin typeface="Segoe UI"/>
                  <a:ea typeface="+mn-ea"/>
                  <a:cs typeface="+mn-cs"/>
                </a:rPr>
                <a:t>Placeholder</a:t>
              </a:r>
            </a:p>
          </p:txBody>
        </p:sp>
      </p:grpSp>
      <p:sp>
        <p:nvSpPr>
          <p:cNvPr id="98" name="TextBox 97">
            <a:extLst>
              <a:ext uri="{FF2B5EF4-FFF2-40B4-BE49-F238E27FC236}">
                <a16:creationId xmlns:a16="http://schemas.microsoft.com/office/drawing/2014/main" id="{34ECBF0E-B254-3128-CDC2-F69AFE356D71}"/>
              </a:ext>
            </a:extLst>
          </p:cNvPr>
          <p:cNvSpPr txBox="1"/>
          <p:nvPr/>
        </p:nvSpPr>
        <p:spPr>
          <a:xfrm>
            <a:off x="5208205" y="2837598"/>
            <a:ext cx="1910634" cy="923330"/>
          </a:xfrm>
          <a:prstGeom prst="rect">
            <a:avLst/>
          </a:prstGeom>
          <a:noFill/>
        </p:spPr>
        <p:txBody>
          <a:bodyPr wrap="square" rtlCol="0" anchor="ctr">
            <a:sp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solidFill>
                <a:effectLst/>
                <a:uLnTx/>
                <a:uFillTx/>
                <a:latin typeface="Segoe UI"/>
                <a:ea typeface="+mn-ea"/>
                <a:cs typeface="+mn-cs"/>
              </a:rPr>
              <a:t>CIRCULAR INFOGRAPHIC</a:t>
            </a:r>
          </a:p>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prstClr val="black"/>
                </a:solidFill>
                <a:effectLst/>
                <a:uLnTx/>
                <a:uFillTx/>
                <a:latin typeface="Segoe UI"/>
                <a:ea typeface="+mn-ea"/>
                <a:cs typeface="+mn-cs"/>
              </a:rPr>
              <a:t>TEMPLATE</a:t>
            </a:r>
          </a:p>
        </p:txBody>
      </p:sp>
      <p:sp>
        <p:nvSpPr>
          <p:cNvPr id="99" name="Arc 98">
            <a:extLst>
              <a:ext uri="{FF2B5EF4-FFF2-40B4-BE49-F238E27FC236}">
                <a16:creationId xmlns:a16="http://schemas.microsoft.com/office/drawing/2014/main" id="{43C47096-D3A8-F7C9-A1D2-994B767B4AD4}"/>
              </a:ext>
            </a:extLst>
          </p:cNvPr>
          <p:cNvSpPr/>
          <p:nvPr/>
        </p:nvSpPr>
        <p:spPr>
          <a:xfrm>
            <a:off x="6801215" y="1527706"/>
            <a:ext cx="1470675" cy="1470675"/>
          </a:xfrm>
          <a:prstGeom prst="arc">
            <a:avLst>
              <a:gd name="adj1" fmla="val 12172208"/>
              <a:gd name="adj2" fmla="val 16334438"/>
            </a:avLst>
          </a:prstGeom>
          <a:ln w="254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00" name="Arc 99">
            <a:extLst>
              <a:ext uri="{FF2B5EF4-FFF2-40B4-BE49-F238E27FC236}">
                <a16:creationId xmlns:a16="http://schemas.microsoft.com/office/drawing/2014/main" id="{A668B98E-2FB6-D2C3-0BB6-E6E1CFFCB10D}"/>
              </a:ext>
            </a:extLst>
          </p:cNvPr>
          <p:cNvSpPr/>
          <p:nvPr/>
        </p:nvSpPr>
        <p:spPr>
          <a:xfrm rot="16200000">
            <a:off x="6801215" y="3608298"/>
            <a:ext cx="1470675" cy="1470675"/>
          </a:xfrm>
          <a:prstGeom prst="arc">
            <a:avLst>
              <a:gd name="adj1" fmla="val 10535612"/>
              <a:gd name="adj2" fmla="val 14878687"/>
            </a:avLst>
          </a:prstGeom>
          <a:ln w="254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1" name="Freeform: Shape 110">
            <a:extLst>
              <a:ext uri="{FF2B5EF4-FFF2-40B4-BE49-F238E27FC236}">
                <a16:creationId xmlns:a16="http://schemas.microsoft.com/office/drawing/2014/main" id="{5589483F-5718-4052-83E2-D83875C0AC68}"/>
              </a:ext>
            </a:extLst>
          </p:cNvPr>
          <p:cNvSpPr/>
          <p:nvPr/>
        </p:nvSpPr>
        <p:spPr>
          <a:xfrm>
            <a:off x="7508297" y="2702660"/>
            <a:ext cx="882693" cy="91371"/>
          </a:xfrm>
          <a:custGeom>
            <a:avLst/>
            <a:gdLst>
              <a:gd name="connsiteX0" fmla="*/ 680610 w 3242571"/>
              <a:gd name="connsiteY0" fmla="*/ 0 h 335651"/>
              <a:gd name="connsiteX1" fmla="*/ 3242571 w 3242571"/>
              <a:gd name="connsiteY1" fmla="*/ 0 h 335651"/>
              <a:gd name="connsiteX2" fmla="*/ 3242571 w 3242571"/>
              <a:gd name="connsiteY2" fmla="*/ 335651 h 335651"/>
              <a:gd name="connsiteX3" fmla="*/ 0 w 3242571"/>
              <a:gd name="connsiteY3" fmla="*/ 335651 h 335651"/>
              <a:gd name="connsiteX4" fmla="*/ 67351 w 3242571"/>
              <a:gd name="connsiteY4" fmla="*/ 254021 h 335651"/>
              <a:gd name="connsiteX5" fmla="*/ 680610 w 3242571"/>
              <a:gd name="connsiteY5" fmla="*/ 0 h 335651"/>
              <a:gd name="connsiteX0" fmla="*/ 3242571 w 3528614"/>
              <a:gd name="connsiteY0" fmla="*/ 335651 h 621695"/>
              <a:gd name="connsiteX1" fmla="*/ 0 w 3528614"/>
              <a:gd name="connsiteY1" fmla="*/ 335651 h 621695"/>
              <a:gd name="connsiteX2" fmla="*/ 67351 w 3528614"/>
              <a:gd name="connsiteY2" fmla="*/ 254021 h 621695"/>
              <a:gd name="connsiteX3" fmla="*/ 680610 w 3528614"/>
              <a:gd name="connsiteY3" fmla="*/ 0 h 621695"/>
              <a:gd name="connsiteX4" fmla="*/ 3242571 w 3528614"/>
              <a:gd name="connsiteY4" fmla="*/ 0 h 621695"/>
              <a:gd name="connsiteX5" fmla="*/ 3528614 w 3528614"/>
              <a:gd name="connsiteY5" fmla="*/ 621695 h 621695"/>
              <a:gd name="connsiteX0" fmla="*/ 0 w 3528614"/>
              <a:gd name="connsiteY0" fmla="*/ 335651 h 621695"/>
              <a:gd name="connsiteX1" fmla="*/ 67351 w 3528614"/>
              <a:gd name="connsiteY1" fmla="*/ 254021 h 621695"/>
              <a:gd name="connsiteX2" fmla="*/ 680610 w 3528614"/>
              <a:gd name="connsiteY2" fmla="*/ 0 h 621695"/>
              <a:gd name="connsiteX3" fmla="*/ 3242571 w 3528614"/>
              <a:gd name="connsiteY3" fmla="*/ 0 h 621695"/>
              <a:gd name="connsiteX4" fmla="*/ 3528614 w 3528614"/>
              <a:gd name="connsiteY4" fmla="*/ 621695 h 621695"/>
              <a:gd name="connsiteX0" fmla="*/ 0 w 3242571"/>
              <a:gd name="connsiteY0" fmla="*/ 335651 h 335651"/>
              <a:gd name="connsiteX1" fmla="*/ 67351 w 3242571"/>
              <a:gd name="connsiteY1" fmla="*/ 254021 h 335651"/>
              <a:gd name="connsiteX2" fmla="*/ 680610 w 3242571"/>
              <a:gd name="connsiteY2" fmla="*/ 0 h 335651"/>
              <a:gd name="connsiteX3" fmla="*/ 3242571 w 3242571"/>
              <a:gd name="connsiteY3" fmla="*/ 0 h 335651"/>
            </a:gdLst>
            <a:ahLst/>
            <a:cxnLst>
              <a:cxn ang="0">
                <a:pos x="connsiteX0" y="connsiteY0"/>
              </a:cxn>
              <a:cxn ang="0">
                <a:pos x="connsiteX1" y="connsiteY1"/>
              </a:cxn>
              <a:cxn ang="0">
                <a:pos x="connsiteX2" y="connsiteY2"/>
              </a:cxn>
              <a:cxn ang="0">
                <a:pos x="connsiteX3" y="connsiteY3"/>
              </a:cxn>
            </a:cxnLst>
            <a:rect l="l" t="t" r="r" b="b"/>
            <a:pathLst>
              <a:path w="3242571" h="335651">
                <a:moveTo>
                  <a:pt x="0" y="335651"/>
                </a:moveTo>
                <a:lnTo>
                  <a:pt x="67351" y="254021"/>
                </a:lnTo>
                <a:cubicBezTo>
                  <a:pt x="224298" y="97074"/>
                  <a:pt x="441118" y="0"/>
                  <a:pt x="680610" y="0"/>
                </a:cubicBezTo>
                <a:lnTo>
                  <a:pt x="3242571" y="0"/>
                </a:lnTo>
              </a:path>
            </a:pathLst>
          </a:cu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12" name="Freeform: Shape 111">
            <a:extLst>
              <a:ext uri="{FF2B5EF4-FFF2-40B4-BE49-F238E27FC236}">
                <a16:creationId xmlns:a16="http://schemas.microsoft.com/office/drawing/2014/main" id="{9E546E22-2DC9-D83E-046B-FC1423768986}"/>
              </a:ext>
            </a:extLst>
          </p:cNvPr>
          <p:cNvSpPr/>
          <p:nvPr/>
        </p:nvSpPr>
        <p:spPr>
          <a:xfrm flipV="1">
            <a:off x="7508297" y="3794043"/>
            <a:ext cx="882693" cy="91371"/>
          </a:xfrm>
          <a:custGeom>
            <a:avLst/>
            <a:gdLst>
              <a:gd name="connsiteX0" fmla="*/ 680610 w 3242571"/>
              <a:gd name="connsiteY0" fmla="*/ 0 h 335651"/>
              <a:gd name="connsiteX1" fmla="*/ 3242571 w 3242571"/>
              <a:gd name="connsiteY1" fmla="*/ 0 h 335651"/>
              <a:gd name="connsiteX2" fmla="*/ 3242571 w 3242571"/>
              <a:gd name="connsiteY2" fmla="*/ 335651 h 335651"/>
              <a:gd name="connsiteX3" fmla="*/ 0 w 3242571"/>
              <a:gd name="connsiteY3" fmla="*/ 335651 h 335651"/>
              <a:gd name="connsiteX4" fmla="*/ 67351 w 3242571"/>
              <a:gd name="connsiteY4" fmla="*/ 254021 h 335651"/>
              <a:gd name="connsiteX5" fmla="*/ 680610 w 3242571"/>
              <a:gd name="connsiteY5" fmla="*/ 0 h 335651"/>
              <a:gd name="connsiteX0" fmla="*/ 3242571 w 3528614"/>
              <a:gd name="connsiteY0" fmla="*/ 335651 h 621695"/>
              <a:gd name="connsiteX1" fmla="*/ 0 w 3528614"/>
              <a:gd name="connsiteY1" fmla="*/ 335651 h 621695"/>
              <a:gd name="connsiteX2" fmla="*/ 67351 w 3528614"/>
              <a:gd name="connsiteY2" fmla="*/ 254021 h 621695"/>
              <a:gd name="connsiteX3" fmla="*/ 680610 w 3528614"/>
              <a:gd name="connsiteY3" fmla="*/ 0 h 621695"/>
              <a:gd name="connsiteX4" fmla="*/ 3242571 w 3528614"/>
              <a:gd name="connsiteY4" fmla="*/ 0 h 621695"/>
              <a:gd name="connsiteX5" fmla="*/ 3528614 w 3528614"/>
              <a:gd name="connsiteY5" fmla="*/ 621695 h 621695"/>
              <a:gd name="connsiteX0" fmla="*/ 0 w 3528614"/>
              <a:gd name="connsiteY0" fmla="*/ 335651 h 621695"/>
              <a:gd name="connsiteX1" fmla="*/ 67351 w 3528614"/>
              <a:gd name="connsiteY1" fmla="*/ 254021 h 621695"/>
              <a:gd name="connsiteX2" fmla="*/ 680610 w 3528614"/>
              <a:gd name="connsiteY2" fmla="*/ 0 h 621695"/>
              <a:gd name="connsiteX3" fmla="*/ 3242571 w 3528614"/>
              <a:gd name="connsiteY3" fmla="*/ 0 h 621695"/>
              <a:gd name="connsiteX4" fmla="*/ 3528614 w 3528614"/>
              <a:gd name="connsiteY4" fmla="*/ 621695 h 621695"/>
              <a:gd name="connsiteX0" fmla="*/ 0 w 3242571"/>
              <a:gd name="connsiteY0" fmla="*/ 335651 h 335651"/>
              <a:gd name="connsiteX1" fmla="*/ 67351 w 3242571"/>
              <a:gd name="connsiteY1" fmla="*/ 254021 h 335651"/>
              <a:gd name="connsiteX2" fmla="*/ 680610 w 3242571"/>
              <a:gd name="connsiteY2" fmla="*/ 0 h 335651"/>
              <a:gd name="connsiteX3" fmla="*/ 3242571 w 3242571"/>
              <a:gd name="connsiteY3" fmla="*/ 0 h 335651"/>
            </a:gdLst>
            <a:ahLst/>
            <a:cxnLst>
              <a:cxn ang="0">
                <a:pos x="connsiteX0" y="connsiteY0"/>
              </a:cxn>
              <a:cxn ang="0">
                <a:pos x="connsiteX1" y="connsiteY1"/>
              </a:cxn>
              <a:cxn ang="0">
                <a:pos x="connsiteX2" y="connsiteY2"/>
              </a:cxn>
              <a:cxn ang="0">
                <a:pos x="connsiteX3" y="connsiteY3"/>
              </a:cxn>
            </a:cxnLst>
            <a:rect l="l" t="t" r="r" b="b"/>
            <a:pathLst>
              <a:path w="3242571" h="335651">
                <a:moveTo>
                  <a:pt x="0" y="335651"/>
                </a:moveTo>
                <a:lnTo>
                  <a:pt x="67351" y="254021"/>
                </a:lnTo>
                <a:cubicBezTo>
                  <a:pt x="224298" y="97074"/>
                  <a:pt x="441118" y="0"/>
                  <a:pt x="680610" y="0"/>
                </a:cubicBezTo>
                <a:lnTo>
                  <a:pt x="3242571" y="0"/>
                </a:lnTo>
              </a:path>
            </a:pathLst>
          </a:cu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15" name="Arc 114">
            <a:extLst>
              <a:ext uri="{FF2B5EF4-FFF2-40B4-BE49-F238E27FC236}">
                <a16:creationId xmlns:a16="http://schemas.microsoft.com/office/drawing/2014/main" id="{6852932F-34B2-AABA-D6D0-8412958DBEB0}"/>
              </a:ext>
            </a:extLst>
          </p:cNvPr>
          <p:cNvSpPr/>
          <p:nvPr/>
        </p:nvSpPr>
        <p:spPr>
          <a:xfrm flipH="1">
            <a:off x="4053559" y="1527706"/>
            <a:ext cx="1470675" cy="1470675"/>
          </a:xfrm>
          <a:prstGeom prst="arc">
            <a:avLst>
              <a:gd name="adj1" fmla="val 12172208"/>
              <a:gd name="adj2" fmla="val 16334438"/>
            </a:avLst>
          </a:prstGeom>
          <a:ln w="254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6" name="Arc 115">
            <a:extLst>
              <a:ext uri="{FF2B5EF4-FFF2-40B4-BE49-F238E27FC236}">
                <a16:creationId xmlns:a16="http://schemas.microsoft.com/office/drawing/2014/main" id="{C75EE02F-D74A-EC5E-137A-DE39B1ED0A78}"/>
              </a:ext>
            </a:extLst>
          </p:cNvPr>
          <p:cNvSpPr/>
          <p:nvPr/>
        </p:nvSpPr>
        <p:spPr>
          <a:xfrm rot="5400000" flipH="1">
            <a:off x="4053559" y="3608298"/>
            <a:ext cx="1470675" cy="1470675"/>
          </a:xfrm>
          <a:prstGeom prst="arc">
            <a:avLst>
              <a:gd name="adj1" fmla="val 10535612"/>
              <a:gd name="adj2" fmla="val 14878687"/>
            </a:avLst>
          </a:prstGeom>
          <a:ln w="2540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black"/>
              </a:solidFill>
              <a:effectLst/>
              <a:uLnTx/>
              <a:uFillTx/>
              <a:latin typeface="Segoe UI"/>
              <a:ea typeface="+mn-ea"/>
              <a:cs typeface="+mn-cs"/>
            </a:endParaRPr>
          </a:p>
        </p:txBody>
      </p:sp>
      <p:sp>
        <p:nvSpPr>
          <p:cNvPr id="117" name="Freeform: Shape 116">
            <a:extLst>
              <a:ext uri="{FF2B5EF4-FFF2-40B4-BE49-F238E27FC236}">
                <a16:creationId xmlns:a16="http://schemas.microsoft.com/office/drawing/2014/main" id="{06614E60-A5A6-5751-E914-F996ED8BE836}"/>
              </a:ext>
            </a:extLst>
          </p:cNvPr>
          <p:cNvSpPr/>
          <p:nvPr/>
        </p:nvSpPr>
        <p:spPr>
          <a:xfrm flipH="1">
            <a:off x="3934459" y="2702660"/>
            <a:ext cx="882693" cy="91371"/>
          </a:xfrm>
          <a:custGeom>
            <a:avLst/>
            <a:gdLst>
              <a:gd name="connsiteX0" fmla="*/ 680610 w 3242571"/>
              <a:gd name="connsiteY0" fmla="*/ 0 h 335651"/>
              <a:gd name="connsiteX1" fmla="*/ 3242571 w 3242571"/>
              <a:gd name="connsiteY1" fmla="*/ 0 h 335651"/>
              <a:gd name="connsiteX2" fmla="*/ 3242571 w 3242571"/>
              <a:gd name="connsiteY2" fmla="*/ 335651 h 335651"/>
              <a:gd name="connsiteX3" fmla="*/ 0 w 3242571"/>
              <a:gd name="connsiteY3" fmla="*/ 335651 h 335651"/>
              <a:gd name="connsiteX4" fmla="*/ 67351 w 3242571"/>
              <a:gd name="connsiteY4" fmla="*/ 254021 h 335651"/>
              <a:gd name="connsiteX5" fmla="*/ 680610 w 3242571"/>
              <a:gd name="connsiteY5" fmla="*/ 0 h 335651"/>
              <a:gd name="connsiteX0" fmla="*/ 3242571 w 3528614"/>
              <a:gd name="connsiteY0" fmla="*/ 335651 h 621695"/>
              <a:gd name="connsiteX1" fmla="*/ 0 w 3528614"/>
              <a:gd name="connsiteY1" fmla="*/ 335651 h 621695"/>
              <a:gd name="connsiteX2" fmla="*/ 67351 w 3528614"/>
              <a:gd name="connsiteY2" fmla="*/ 254021 h 621695"/>
              <a:gd name="connsiteX3" fmla="*/ 680610 w 3528614"/>
              <a:gd name="connsiteY3" fmla="*/ 0 h 621695"/>
              <a:gd name="connsiteX4" fmla="*/ 3242571 w 3528614"/>
              <a:gd name="connsiteY4" fmla="*/ 0 h 621695"/>
              <a:gd name="connsiteX5" fmla="*/ 3528614 w 3528614"/>
              <a:gd name="connsiteY5" fmla="*/ 621695 h 621695"/>
              <a:gd name="connsiteX0" fmla="*/ 0 w 3528614"/>
              <a:gd name="connsiteY0" fmla="*/ 335651 h 621695"/>
              <a:gd name="connsiteX1" fmla="*/ 67351 w 3528614"/>
              <a:gd name="connsiteY1" fmla="*/ 254021 h 621695"/>
              <a:gd name="connsiteX2" fmla="*/ 680610 w 3528614"/>
              <a:gd name="connsiteY2" fmla="*/ 0 h 621695"/>
              <a:gd name="connsiteX3" fmla="*/ 3242571 w 3528614"/>
              <a:gd name="connsiteY3" fmla="*/ 0 h 621695"/>
              <a:gd name="connsiteX4" fmla="*/ 3528614 w 3528614"/>
              <a:gd name="connsiteY4" fmla="*/ 621695 h 621695"/>
              <a:gd name="connsiteX0" fmla="*/ 0 w 3242571"/>
              <a:gd name="connsiteY0" fmla="*/ 335651 h 335651"/>
              <a:gd name="connsiteX1" fmla="*/ 67351 w 3242571"/>
              <a:gd name="connsiteY1" fmla="*/ 254021 h 335651"/>
              <a:gd name="connsiteX2" fmla="*/ 680610 w 3242571"/>
              <a:gd name="connsiteY2" fmla="*/ 0 h 335651"/>
              <a:gd name="connsiteX3" fmla="*/ 3242571 w 3242571"/>
              <a:gd name="connsiteY3" fmla="*/ 0 h 335651"/>
            </a:gdLst>
            <a:ahLst/>
            <a:cxnLst>
              <a:cxn ang="0">
                <a:pos x="connsiteX0" y="connsiteY0"/>
              </a:cxn>
              <a:cxn ang="0">
                <a:pos x="connsiteX1" y="connsiteY1"/>
              </a:cxn>
              <a:cxn ang="0">
                <a:pos x="connsiteX2" y="connsiteY2"/>
              </a:cxn>
              <a:cxn ang="0">
                <a:pos x="connsiteX3" y="connsiteY3"/>
              </a:cxn>
            </a:cxnLst>
            <a:rect l="l" t="t" r="r" b="b"/>
            <a:pathLst>
              <a:path w="3242571" h="335651">
                <a:moveTo>
                  <a:pt x="0" y="335651"/>
                </a:moveTo>
                <a:lnTo>
                  <a:pt x="67351" y="254021"/>
                </a:lnTo>
                <a:cubicBezTo>
                  <a:pt x="224298" y="97074"/>
                  <a:pt x="441118" y="0"/>
                  <a:pt x="680610" y="0"/>
                </a:cubicBezTo>
                <a:lnTo>
                  <a:pt x="3242571" y="0"/>
                </a:lnTo>
              </a:path>
            </a:pathLst>
          </a:cu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18" name="Freeform: Shape 117">
            <a:extLst>
              <a:ext uri="{FF2B5EF4-FFF2-40B4-BE49-F238E27FC236}">
                <a16:creationId xmlns:a16="http://schemas.microsoft.com/office/drawing/2014/main" id="{98995425-4585-4B24-AACC-F4D5DF81DF9F}"/>
              </a:ext>
            </a:extLst>
          </p:cNvPr>
          <p:cNvSpPr/>
          <p:nvPr/>
        </p:nvSpPr>
        <p:spPr>
          <a:xfrm flipH="1" flipV="1">
            <a:off x="3934459" y="3794043"/>
            <a:ext cx="882693" cy="91371"/>
          </a:xfrm>
          <a:custGeom>
            <a:avLst/>
            <a:gdLst>
              <a:gd name="connsiteX0" fmla="*/ 680610 w 3242571"/>
              <a:gd name="connsiteY0" fmla="*/ 0 h 335651"/>
              <a:gd name="connsiteX1" fmla="*/ 3242571 w 3242571"/>
              <a:gd name="connsiteY1" fmla="*/ 0 h 335651"/>
              <a:gd name="connsiteX2" fmla="*/ 3242571 w 3242571"/>
              <a:gd name="connsiteY2" fmla="*/ 335651 h 335651"/>
              <a:gd name="connsiteX3" fmla="*/ 0 w 3242571"/>
              <a:gd name="connsiteY3" fmla="*/ 335651 h 335651"/>
              <a:gd name="connsiteX4" fmla="*/ 67351 w 3242571"/>
              <a:gd name="connsiteY4" fmla="*/ 254021 h 335651"/>
              <a:gd name="connsiteX5" fmla="*/ 680610 w 3242571"/>
              <a:gd name="connsiteY5" fmla="*/ 0 h 335651"/>
              <a:gd name="connsiteX0" fmla="*/ 3242571 w 3528614"/>
              <a:gd name="connsiteY0" fmla="*/ 335651 h 621695"/>
              <a:gd name="connsiteX1" fmla="*/ 0 w 3528614"/>
              <a:gd name="connsiteY1" fmla="*/ 335651 h 621695"/>
              <a:gd name="connsiteX2" fmla="*/ 67351 w 3528614"/>
              <a:gd name="connsiteY2" fmla="*/ 254021 h 621695"/>
              <a:gd name="connsiteX3" fmla="*/ 680610 w 3528614"/>
              <a:gd name="connsiteY3" fmla="*/ 0 h 621695"/>
              <a:gd name="connsiteX4" fmla="*/ 3242571 w 3528614"/>
              <a:gd name="connsiteY4" fmla="*/ 0 h 621695"/>
              <a:gd name="connsiteX5" fmla="*/ 3528614 w 3528614"/>
              <a:gd name="connsiteY5" fmla="*/ 621695 h 621695"/>
              <a:gd name="connsiteX0" fmla="*/ 0 w 3528614"/>
              <a:gd name="connsiteY0" fmla="*/ 335651 h 621695"/>
              <a:gd name="connsiteX1" fmla="*/ 67351 w 3528614"/>
              <a:gd name="connsiteY1" fmla="*/ 254021 h 621695"/>
              <a:gd name="connsiteX2" fmla="*/ 680610 w 3528614"/>
              <a:gd name="connsiteY2" fmla="*/ 0 h 621695"/>
              <a:gd name="connsiteX3" fmla="*/ 3242571 w 3528614"/>
              <a:gd name="connsiteY3" fmla="*/ 0 h 621695"/>
              <a:gd name="connsiteX4" fmla="*/ 3528614 w 3528614"/>
              <a:gd name="connsiteY4" fmla="*/ 621695 h 621695"/>
              <a:gd name="connsiteX0" fmla="*/ 0 w 3242571"/>
              <a:gd name="connsiteY0" fmla="*/ 335651 h 335651"/>
              <a:gd name="connsiteX1" fmla="*/ 67351 w 3242571"/>
              <a:gd name="connsiteY1" fmla="*/ 254021 h 335651"/>
              <a:gd name="connsiteX2" fmla="*/ 680610 w 3242571"/>
              <a:gd name="connsiteY2" fmla="*/ 0 h 335651"/>
              <a:gd name="connsiteX3" fmla="*/ 3242571 w 3242571"/>
              <a:gd name="connsiteY3" fmla="*/ 0 h 335651"/>
            </a:gdLst>
            <a:ahLst/>
            <a:cxnLst>
              <a:cxn ang="0">
                <a:pos x="connsiteX0" y="connsiteY0"/>
              </a:cxn>
              <a:cxn ang="0">
                <a:pos x="connsiteX1" y="connsiteY1"/>
              </a:cxn>
              <a:cxn ang="0">
                <a:pos x="connsiteX2" y="connsiteY2"/>
              </a:cxn>
              <a:cxn ang="0">
                <a:pos x="connsiteX3" y="connsiteY3"/>
              </a:cxn>
            </a:cxnLst>
            <a:rect l="l" t="t" r="r" b="b"/>
            <a:pathLst>
              <a:path w="3242571" h="335651">
                <a:moveTo>
                  <a:pt x="0" y="335651"/>
                </a:moveTo>
                <a:lnTo>
                  <a:pt x="67351" y="254021"/>
                </a:lnTo>
                <a:cubicBezTo>
                  <a:pt x="224298" y="97074"/>
                  <a:pt x="441118" y="0"/>
                  <a:pt x="680610" y="0"/>
                </a:cubicBezTo>
                <a:lnTo>
                  <a:pt x="3242571" y="0"/>
                </a:lnTo>
              </a:path>
            </a:pathLst>
          </a:custGeom>
          <a:noFill/>
          <a:ln>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pic>
        <p:nvPicPr>
          <p:cNvPr id="122" name="Graphic 121" descr="Office Chair with solid fill">
            <a:extLst>
              <a:ext uri="{FF2B5EF4-FFF2-40B4-BE49-F238E27FC236}">
                <a16:creationId xmlns:a16="http://schemas.microsoft.com/office/drawing/2014/main" id="{1DA302DD-D0B8-33F1-6823-7CD68928EBA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758819" y="3716549"/>
            <a:ext cx="379619" cy="379619"/>
          </a:xfrm>
          <a:prstGeom prst="rect">
            <a:avLst/>
          </a:prstGeom>
        </p:spPr>
      </p:pic>
      <p:pic>
        <p:nvPicPr>
          <p:cNvPr id="124" name="Graphic 123" descr="Users with solid fill">
            <a:extLst>
              <a:ext uri="{FF2B5EF4-FFF2-40B4-BE49-F238E27FC236}">
                <a16:creationId xmlns:a16="http://schemas.microsoft.com/office/drawing/2014/main" id="{D7D15A9A-32CB-EDC5-5401-E47A61E1DA6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751590" y="2522580"/>
            <a:ext cx="379619" cy="379619"/>
          </a:xfrm>
          <a:prstGeom prst="rect">
            <a:avLst/>
          </a:prstGeom>
        </p:spPr>
      </p:pic>
      <p:grpSp>
        <p:nvGrpSpPr>
          <p:cNvPr id="139" name="Group 138">
            <a:extLst>
              <a:ext uri="{FF2B5EF4-FFF2-40B4-BE49-F238E27FC236}">
                <a16:creationId xmlns:a16="http://schemas.microsoft.com/office/drawing/2014/main" id="{8854DD0F-A23B-C852-DE46-14849F785D46}"/>
              </a:ext>
            </a:extLst>
          </p:cNvPr>
          <p:cNvGrpSpPr/>
          <p:nvPr/>
        </p:nvGrpSpPr>
        <p:grpSpPr>
          <a:xfrm>
            <a:off x="7717405" y="1147493"/>
            <a:ext cx="3144596" cy="765690"/>
            <a:chOff x="7648295" y="1701983"/>
            <a:chExt cx="3144596" cy="765690"/>
          </a:xfrm>
        </p:grpSpPr>
        <p:sp>
          <p:nvSpPr>
            <p:cNvPr id="22" name="Oval 21">
              <a:extLst>
                <a:ext uri="{FF2B5EF4-FFF2-40B4-BE49-F238E27FC236}">
                  <a16:creationId xmlns:a16="http://schemas.microsoft.com/office/drawing/2014/main" id="{A25943C7-08F0-8612-7D33-7668D2ED67F9}"/>
                </a:ext>
              </a:extLst>
            </p:cNvPr>
            <p:cNvSpPr/>
            <p:nvPr/>
          </p:nvSpPr>
          <p:spPr>
            <a:xfrm>
              <a:off x="7648295" y="2008596"/>
              <a:ext cx="152464" cy="152464"/>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5" name="Rectangle: Rounded Corners 14">
              <a:extLst>
                <a:ext uri="{FF2B5EF4-FFF2-40B4-BE49-F238E27FC236}">
                  <a16:creationId xmlns:a16="http://schemas.microsoft.com/office/drawing/2014/main" id="{727DA6AB-0876-36FD-3BA7-43B81851FA3A}"/>
                </a:ext>
              </a:extLst>
            </p:cNvPr>
            <p:cNvSpPr/>
            <p:nvPr/>
          </p:nvSpPr>
          <p:spPr>
            <a:xfrm>
              <a:off x="7712201" y="1701983"/>
              <a:ext cx="3080690" cy="765690"/>
            </a:xfrm>
            <a:prstGeom prst="roundRect">
              <a:avLst>
                <a:gd name="adj" fmla="val 11951"/>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nvGrpSpPr>
            <p:cNvPr id="18" name="Group 17">
              <a:extLst>
                <a:ext uri="{FF2B5EF4-FFF2-40B4-BE49-F238E27FC236}">
                  <a16:creationId xmlns:a16="http://schemas.microsoft.com/office/drawing/2014/main" id="{75B5A67F-988E-6F4E-F31C-BE1ECFB73F75}"/>
                </a:ext>
              </a:extLst>
            </p:cNvPr>
            <p:cNvGrpSpPr/>
            <p:nvPr/>
          </p:nvGrpSpPr>
          <p:grpSpPr>
            <a:xfrm>
              <a:off x="7801184" y="1775490"/>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16" name="Rectangle: Rounded Corners 15">
                <a:extLst>
                  <a:ext uri="{FF2B5EF4-FFF2-40B4-BE49-F238E27FC236}">
                    <a16:creationId xmlns:a16="http://schemas.microsoft.com/office/drawing/2014/main" id="{C5311477-1504-CCAA-3D76-DF9A38654A42}"/>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sp>
            <p:nvSpPr>
              <p:cNvPr id="17" name="Isosceles Triangle 16">
                <a:extLst>
                  <a:ext uri="{FF2B5EF4-FFF2-40B4-BE49-F238E27FC236}">
                    <a16:creationId xmlns:a16="http://schemas.microsoft.com/office/drawing/2014/main" id="{A7121D93-E2CD-DB7E-C01F-4E79B434D198}"/>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Segoe UI"/>
                  <a:ea typeface="+mn-ea"/>
                  <a:cs typeface="+mn-cs"/>
                </a:endParaRPr>
              </a:p>
            </p:txBody>
          </p:sp>
        </p:grpSp>
        <p:sp>
          <p:nvSpPr>
            <p:cNvPr id="19" name="TextBox 18">
              <a:extLst>
                <a:ext uri="{FF2B5EF4-FFF2-40B4-BE49-F238E27FC236}">
                  <a16:creationId xmlns:a16="http://schemas.microsoft.com/office/drawing/2014/main" id="{A5251C9A-7766-14B0-5BBB-961B6EB2BF6F}"/>
                </a:ext>
              </a:extLst>
            </p:cNvPr>
            <p:cNvSpPr txBox="1"/>
            <p:nvPr/>
          </p:nvSpPr>
          <p:spPr>
            <a:xfrm>
              <a:off x="10126860" y="1816982"/>
              <a:ext cx="537327" cy="535692"/>
            </a:xfrm>
            <a:prstGeom prst="rect">
              <a:avLst/>
            </a:prstGeom>
            <a:noFill/>
          </p:spPr>
          <p:txBody>
            <a:bodyPr wrap="square" lIns="0" tIns="0" rIns="0" bIns="0"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Segoe UI"/>
                  <a:ea typeface="+mn-ea"/>
                  <a:cs typeface="+mn-cs"/>
                </a:rPr>
                <a:t>01</a:t>
              </a:r>
              <a:endParaRPr kumimoji="0" lang="en-IN" sz="3200" b="1" i="0" u="none" strike="noStrike" kern="1200" cap="none" spc="0" normalizeH="0" baseline="0" noProof="0">
                <a:ln>
                  <a:noFill/>
                </a:ln>
                <a:solidFill>
                  <a:prstClr val="white"/>
                </a:solidFill>
                <a:effectLst/>
                <a:uLnTx/>
                <a:uFillTx/>
                <a:latin typeface="Segoe UI"/>
                <a:ea typeface="+mn-ea"/>
                <a:cs typeface="+mn-cs"/>
              </a:endParaRPr>
            </a:p>
          </p:txBody>
        </p:sp>
        <p:grpSp>
          <p:nvGrpSpPr>
            <p:cNvPr id="23" name="Group 22">
              <a:extLst>
                <a:ext uri="{FF2B5EF4-FFF2-40B4-BE49-F238E27FC236}">
                  <a16:creationId xmlns:a16="http://schemas.microsoft.com/office/drawing/2014/main" id="{C1A2E5D2-FF03-3586-81A7-41A269936A7A}"/>
                </a:ext>
              </a:extLst>
            </p:cNvPr>
            <p:cNvGrpSpPr/>
            <p:nvPr/>
          </p:nvGrpSpPr>
          <p:grpSpPr>
            <a:xfrm>
              <a:off x="8582112" y="1818716"/>
              <a:ext cx="1389258" cy="555076"/>
              <a:chOff x="8570043" y="3190673"/>
              <a:chExt cx="1953464" cy="555076"/>
            </a:xfrm>
          </p:grpSpPr>
          <p:sp>
            <p:nvSpPr>
              <p:cNvPr id="20" name="TextBox 19">
                <a:extLst>
                  <a:ext uri="{FF2B5EF4-FFF2-40B4-BE49-F238E27FC236}">
                    <a16:creationId xmlns:a16="http://schemas.microsoft.com/office/drawing/2014/main" id="{32DC898D-0CE0-B60D-A847-E21D4FD2D2E8}"/>
                  </a:ext>
                </a:extLst>
              </p:cNvPr>
              <p:cNvSpPr txBox="1"/>
              <p:nvPr/>
            </p:nvSpPr>
            <p:spPr>
              <a:xfrm>
                <a:off x="8570048" y="3394213"/>
                <a:ext cx="1953459" cy="351536"/>
              </a:xfrm>
              <a:prstGeom prst="rect">
                <a:avLst/>
              </a:prstGeom>
              <a:noFill/>
            </p:spPr>
            <p:txBody>
              <a:bodyPr wrap="square" lIns="0" tIns="0" rIns="0" bIns="0" rtlCol="0" anchor="t">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Segoe UI"/>
                    <a:ea typeface="+mn-ea"/>
                    <a:cs typeface="+mn-cs"/>
                  </a:rPr>
                  <a:t>Insert your desired text here. </a:t>
                </a:r>
                <a:endParaRPr kumimoji="0" lang="en-US" sz="1100" b="1" i="0" u="none" strike="noStrike" kern="1200" cap="none" spc="0" normalizeH="0" baseline="0" noProof="0">
                  <a:ln>
                    <a:noFill/>
                  </a:ln>
                  <a:solidFill>
                    <a:prstClr val="white"/>
                  </a:solidFill>
                  <a:effectLst/>
                  <a:uLnTx/>
                  <a:uFillTx/>
                  <a:latin typeface="Segoe UI"/>
                  <a:ea typeface="+mn-ea"/>
                  <a:cs typeface="+mn-cs"/>
                </a:endParaRPr>
              </a:p>
            </p:txBody>
          </p:sp>
          <p:sp>
            <p:nvSpPr>
              <p:cNvPr id="21" name="TextBox 20">
                <a:extLst>
                  <a:ext uri="{FF2B5EF4-FFF2-40B4-BE49-F238E27FC236}">
                    <a16:creationId xmlns:a16="http://schemas.microsoft.com/office/drawing/2014/main" id="{A4D8A4AA-D9C4-871C-8AC9-23B6C6C75190}"/>
                  </a:ext>
                </a:extLst>
              </p:cNvPr>
              <p:cNvSpPr txBox="1"/>
              <p:nvPr/>
            </p:nvSpPr>
            <p:spPr>
              <a:xfrm>
                <a:off x="8570043" y="3190673"/>
                <a:ext cx="1953460" cy="165370"/>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9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latin typeface="Segoe UI"/>
                    <a:ea typeface="+mn-ea"/>
                    <a:cs typeface="+mn-cs"/>
                  </a:rPr>
                  <a:t>Placeholder</a:t>
                </a:r>
              </a:p>
            </p:txBody>
          </p:sp>
        </p:grpSp>
        <p:pic>
          <p:nvPicPr>
            <p:cNvPr id="126" name="Graphic 125" descr="Door Open with solid fill">
              <a:extLst>
                <a:ext uri="{FF2B5EF4-FFF2-40B4-BE49-F238E27FC236}">
                  <a16:creationId xmlns:a16="http://schemas.microsoft.com/office/drawing/2014/main" id="{128B771E-BDD2-FD52-16AC-8EE8269AADF3}"/>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896522" y="1901466"/>
              <a:ext cx="379619" cy="379619"/>
            </a:xfrm>
            <a:prstGeom prst="rect">
              <a:avLst/>
            </a:prstGeom>
          </p:spPr>
        </p:pic>
      </p:grpSp>
      <p:pic>
        <p:nvPicPr>
          <p:cNvPr id="130" name="Graphic 129" descr="Bullseye with solid fill">
            <a:extLst>
              <a:ext uri="{FF2B5EF4-FFF2-40B4-BE49-F238E27FC236}">
                <a16:creationId xmlns:a16="http://schemas.microsoft.com/office/drawing/2014/main" id="{7D5DB115-836D-D8D1-E981-1474E5C25E5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974029" y="1346209"/>
            <a:ext cx="379619" cy="379619"/>
          </a:xfrm>
          <a:prstGeom prst="rect">
            <a:avLst/>
          </a:prstGeom>
        </p:spPr>
      </p:pic>
      <p:pic>
        <p:nvPicPr>
          <p:cNvPr id="132" name="Graphic 131" descr="Daily calendar with solid fill">
            <a:extLst>
              <a:ext uri="{FF2B5EF4-FFF2-40B4-BE49-F238E27FC236}">
                <a16:creationId xmlns:a16="http://schemas.microsoft.com/office/drawing/2014/main" id="{D39EB0D1-2F0C-963A-12A6-2EBB15185682}"/>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184980" y="2520002"/>
            <a:ext cx="379619" cy="379619"/>
          </a:xfrm>
          <a:prstGeom prst="rect">
            <a:avLst/>
          </a:prstGeom>
        </p:spPr>
      </p:pic>
      <p:pic>
        <p:nvPicPr>
          <p:cNvPr id="134" name="Graphic 133" descr="Gears with solid fill">
            <a:extLst>
              <a:ext uri="{FF2B5EF4-FFF2-40B4-BE49-F238E27FC236}">
                <a16:creationId xmlns:a16="http://schemas.microsoft.com/office/drawing/2014/main" id="{A9C7BD74-2ED4-577B-51A5-90424B4996C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3190329" y="3719729"/>
            <a:ext cx="379619" cy="379619"/>
          </a:xfrm>
          <a:prstGeom prst="rect">
            <a:avLst/>
          </a:prstGeom>
        </p:spPr>
      </p:pic>
      <p:pic>
        <p:nvPicPr>
          <p:cNvPr id="136" name="Graphic 135" descr="Clipboard Badge with solid fill">
            <a:extLst>
              <a:ext uri="{FF2B5EF4-FFF2-40B4-BE49-F238E27FC236}">
                <a16:creationId xmlns:a16="http://schemas.microsoft.com/office/drawing/2014/main" id="{3A82E193-AC77-462A-6CD1-2BB6437EA5C6}"/>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7963387" y="4885100"/>
            <a:ext cx="379619" cy="379619"/>
          </a:xfrm>
          <a:prstGeom prst="rect">
            <a:avLst/>
          </a:prstGeom>
        </p:spPr>
      </p:pic>
      <p:pic>
        <p:nvPicPr>
          <p:cNvPr id="138" name="Graphic 137" descr="Clipboard Checked with solid fill">
            <a:extLst>
              <a:ext uri="{FF2B5EF4-FFF2-40B4-BE49-F238E27FC236}">
                <a16:creationId xmlns:a16="http://schemas.microsoft.com/office/drawing/2014/main" id="{843E8244-C1C3-5E50-AE1D-36F68BBD714B}"/>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3975110" y="4895496"/>
            <a:ext cx="379619" cy="379619"/>
          </a:xfrm>
          <a:prstGeom prst="rect">
            <a:avLst/>
          </a:prstGeom>
        </p:spPr>
      </p:pic>
    </p:spTree>
    <p:extLst>
      <p:ext uri="{BB962C8B-B14F-4D97-AF65-F5344CB8AC3E}">
        <p14:creationId xmlns:p14="http://schemas.microsoft.com/office/powerpoint/2010/main" val="333299508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997626-250A-D108-726A-09930CDEE1B5}"/>
              </a:ext>
            </a:extLst>
          </p:cNvPr>
          <p:cNvSpPr>
            <a:spLocks noGrp="1"/>
          </p:cNvSpPr>
          <p:nvPr>
            <p:ph type="title"/>
          </p:nvPr>
        </p:nvSpPr>
        <p:spPr/>
        <p:txBody>
          <a:bodyPr/>
          <a:lstStyle/>
          <a:p>
            <a:r>
              <a:rPr lang="en-US"/>
              <a:t>8-Item Process Flow Slide Template</a:t>
            </a:r>
          </a:p>
        </p:txBody>
      </p:sp>
      <p:sp>
        <p:nvSpPr>
          <p:cNvPr id="76" name="Freeform: Shape 75">
            <a:extLst>
              <a:ext uri="{FF2B5EF4-FFF2-40B4-BE49-F238E27FC236}">
                <a16:creationId xmlns:a16="http://schemas.microsoft.com/office/drawing/2014/main" id="{143AF8A4-D835-9620-A3A6-11F72B062A86}"/>
              </a:ext>
            </a:extLst>
          </p:cNvPr>
          <p:cNvSpPr/>
          <p:nvPr/>
        </p:nvSpPr>
        <p:spPr>
          <a:xfrm>
            <a:off x="2575632" y="4917275"/>
            <a:ext cx="7744686" cy="0"/>
          </a:xfrm>
          <a:custGeom>
            <a:avLst/>
            <a:gdLst>
              <a:gd name="connsiteX0" fmla="*/ 0 w 5397240"/>
              <a:gd name="connsiteY0" fmla="*/ 0 h 2083648"/>
              <a:gd name="connsiteX1" fmla="*/ 4963362 w 5397240"/>
              <a:gd name="connsiteY1" fmla="*/ 0 h 2083648"/>
              <a:gd name="connsiteX2" fmla="*/ 5397240 w 5397240"/>
              <a:gd name="connsiteY2" fmla="*/ 433878 h 2083648"/>
              <a:gd name="connsiteX3" fmla="*/ 5397240 w 5397240"/>
              <a:gd name="connsiteY3" fmla="*/ 1649770 h 2083648"/>
              <a:gd name="connsiteX4" fmla="*/ 4963362 w 5397240"/>
              <a:gd name="connsiteY4" fmla="*/ 2083648 h 2083648"/>
              <a:gd name="connsiteX5" fmla="*/ 4640196 w 5397240"/>
              <a:gd name="connsiteY5" fmla="*/ 2083648 h 2083648"/>
              <a:gd name="connsiteX6" fmla="*/ 4640196 w 5397240"/>
              <a:gd name="connsiteY6" fmla="*/ 746720 h 2083648"/>
              <a:gd name="connsiteX7" fmla="*/ 0 w 5397240"/>
              <a:gd name="connsiteY7" fmla="*/ 746720 h 2083648"/>
              <a:gd name="connsiteX8" fmla="*/ 0 w 5397240"/>
              <a:gd name="connsiteY8" fmla="*/ 0 h 2083648"/>
              <a:gd name="connsiteX0" fmla="*/ 0 w 5397240"/>
              <a:gd name="connsiteY0" fmla="*/ 746720 h 2083648"/>
              <a:gd name="connsiteX1" fmla="*/ 0 w 5397240"/>
              <a:gd name="connsiteY1" fmla="*/ 0 h 2083648"/>
              <a:gd name="connsiteX2" fmla="*/ 4963362 w 5397240"/>
              <a:gd name="connsiteY2" fmla="*/ 0 h 2083648"/>
              <a:gd name="connsiteX3" fmla="*/ 5397240 w 5397240"/>
              <a:gd name="connsiteY3" fmla="*/ 433878 h 2083648"/>
              <a:gd name="connsiteX4" fmla="*/ 5397240 w 5397240"/>
              <a:gd name="connsiteY4" fmla="*/ 1649770 h 2083648"/>
              <a:gd name="connsiteX5" fmla="*/ 4963362 w 5397240"/>
              <a:gd name="connsiteY5" fmla="*/ 2083648 h 2083648"/>
              <a:gd name="connsiteX6" fmla="*/ 4640196 w 5397240"/>
              <a:gd name="connsiteY6" fmla="*/ 2083648 h 2083648"/>
              <a:gd name="connsiteX7" fmla="*/ 4640196 w 5397240"/>
              <a:gd name="connsiteY7" fmla="*/ 746720 h 2083648"/>
              <a:gd name="connsiteX8" fmla="*/ 91440 w 5397240"/>
              <a:gd name="connsiteY8" fmla="*/ 838160 h 2083648"/>
              <a:gd name="connsiteX0" fmla="*/ 0 w 5397240"/>
              <a:gd name="connsiteY0" fmla="*/ 746720 h 2083648"/>
              <a:gd name="connsiteX1" fmla="*/ 0 w 5397240"/>
              <a:gd name="connsiteY1" fmla="*/ 0 h 2083648"/>
              <a:gd name="connsiteX2" fmla="*/ 4963362 w 5397240"/>
              <a:gd name="connsiteY2" fmla="*/ 0 h 2083648"/>
              <a:gd name="connsiteX3" fmla="*/ 5397240 w 5397240"/>
              <a:gd name="connsiteY3" fmla="*/ 433878 h 2083648"/>
              <a:gd name="connsiteX4" fmla="*/ 5397240 w 5397240"/>
              <a:gd name="connsiteY4" fmla="*/ 1649770 h 2083648"/>
              <a:gd name="connsiteX5" fmla="*/ 4963362 w 5397240"/>
              <a:gd name="connsiteY5" fmla="*/ 2083648 h 2083648"/>
              <a:gd name="connsiteX6" fmla="*/ 4640196 w 5397240"/>
              <a:gd name="connsiteY6" fmla="*/ 2083648 h 2083648"/>
              <a:gd name="connsiteX7" fmla="*/ 4640196 w 5397240"/>
              <a:gd name="connsiteY7" fmla="*/ 746720 h 2083648"/>
              <a:gd name="connsiteX0" fmla="*/ 0 w 5397240"/>
              <a:gd name="connsiteY0" fmla="*/ 0 h 2083648"/>
              <a:gd name="connsiteX1" fmla="*/ 4963362 w 5397240"/>
              <a:gd name="connsiteY1" fmla="*/ 0 h 2083648"/>
              <a:gd name="connsiteX2" fmla="*/ 5397240 w 5397240"/>
              <a:gd name="connsiteY2" fmla="*/ 433878 h 2083648"/>
              <a:gd name="connsiteX3" fmla="*/ 5397240 w 5397240"/>
              <a:gd name="connsiteY3" fmla="*/ 1649770 h 2083648"/>
              <a:gd name="connsiteX4" fmla="*/ 4963362 w 5397240"/>
              <a:gd name="connsiteY4" fmla="*/ 2083648 h 2083648"/>
              <a:gd name="connsiteX5" fmla="*/ 4640196 w 5397240"/>
              <a:gd name="connsiteY5" fmla="*/ 2083648 h 2083648"/>
              <a:gd name="connsiteX6" fmla="*/ 4640196 w 5397240"/>
              <a:gd name="connsiteY6" fmla="*/ 746720 h 2083648"/>
              <a:gd name="connsiteX0" fmla="*/ 0 w 5397240"/>
              <a:gd name="connsiteY0" fmla="*/ 0 h 2083648"/>
              <a:gd name="connsiteX1" fmla="*/ 4963362 w 5397240"/>
              <a:gd name="connsiteY1" fmla="*/ 0 h 2083648"/>
              <a:gd name="connsiteX2" fmla="*/ 5397240 w 5397240"/>
              <a:gd name="connsiteY2" fmla="*/ 433878 h 2083648"/>
              <a:gd name="connsiteX3" fmla="*/ 5397240 w 5397240"/>
              <a:gd name="connsiteY3" fmla="*/ 1649770 h 2083648"/>
              <a:gd name="connsiteX4" fmla="*/ 4963362 w 5397240"/>
              <a:gd name="connsiteY4" fmla="*/ 2083648 h 2083648"/>
              <a:gd name="connsiteX5" fmla="*/ 4640196 w 5397240"/>
              <a:gd name="connsiteY5" fmla="*/ 2083648 h 2083648"/>
              <a:gd name="connsiteX0" fmla="*/ 0 w 5397240"/>
              <a:gd name="connsiteY0" fmla="*/ 0 h 2083648"/>
              <a:gd name="connsiteX1" fmla="*/ 4963362 w 5397240"/>
              <a:gd name="connsiteY1" fmla="*/ 0 h 2083648"/>
              <a:gd name="connsiteX2" fmla="*/ 5397240 w 5397240"/>
              <a:gd name="connsiteY2" fmla="*/ 433878 h 2083648"/>
              <a:gd name="connsiteX3" fmla="*/ 5397240 w 5397240"/>
              <a:gd name="connsiteY3" fmla="*/ 1649770 h 2083648"/>
              <a:gd name="connsiteX4" fmla="*/ 4963362 w 5397240"/>
              <a:gd name="connsiteY4" fmla="*/ 2083648 h 2083648"/>
              <a:gd name="connsiteX0" fmla="*/ 0 w 5397240"/>
              <a:gd name="connsiteY0" fmla="*/ 0 h 1649770"/>
              <a:gd name="connsiteX1" fmla="*/ 4963362 w 5397240"/>
              <a:gd name="connsiteY1" fmla="*/ 0 h 1649770"/>
              <a:gd name="connsiteX2" fmla="*/ 5397240 w 5397240"/>
              <a:gd name="connsiteY2" fmla="*/ 433878 h 1649770"/>
              <a:gd name="connsiteX3" fmla="*/ 5397240 w 5397240"/>
              <a:gd name="connsiteY3" fmla="*/ 1649770 h 1649770"/>
              <a:gd name="connsiteX0" fmla="*/ 0 w 5397240"/>
              <a:gd name="connsiteY0" fmla="*/ 0 h 433878"/>
              <a:gd name="connsiteX1" fmla="*/ 4963362 w 5397240"/>
              <a:gd name="connsiteY1" fmla="*/ 0 h 433878"/>
              <a:gd name="connsiteX2" fmla="*/ 5397240 w 5397240"/>
              <a:gd name="connsiteY2" fmla="*/ 433878 h 433878"/>
              <a:gd name="connsiteX0" fmla="*/ 0 w 4963362"/>
              <a:gd name="connsiteY0" fmla="*/ 0 h 0"/>
              <a:gd name="connsiteX1" fmla="*/ 4963362 w 4963362"/>
              <a:gd name="connsiteY1" fmla="*/ 0 h 0"/>
            </a:gdLst>
            <a:ahLst/>
            <a:cxnLst>
              <a:cxn ang="0">
                <a:pos x="connsiteX0" y="connsiteY0"/>
              </a:cxn>
              <a:cxn ang="0">
                <a:pos x="connsiteX1" y="connsiteY1"/>
              </a:cxn>
            </a:cxnLst>
            <a:rect l="l" t="t" r="r" b="b"/>
            <a:pathLst>
              <a:path w="4963362">
                <a:moveTo>
                  <a:pt x="0" y="0"/>
                </a:moveTo>
                <a:lnTo>
                  <a:pt x="4963362" y="0"/>
                </a:ln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64" name="Freeform: Shape 63">
            <a:extLst>
              <a:ext uri="{FF2B5EF4-FFF2-40B4-BE49-F238E27FC236}">
                <a16:creationId xmlns:a16="http://schemas.microsoft.com/office/drawing/2014/main" id="{721DEA2B-F25E-874C-A8A3-0F838EA47701}"/>
              </a:ext>
            </a:extLst>
          </p:cNvPr>
          <p:cNvSpPr/>
          <p:nvPr/>
        </p:nvSpPr>
        <p:spPr>
          <a:xfrm>
            <a:off x="941388" y="1421953"/>
            <a:ext cx="5126732" cy="1412240"/>
          </a:xfrm>
          <a:custGeom>
            <a:avLst/>
            <a:gdLst>
              <a:gd name="connsiteX0" fmla="*/ 445562 w 5126732"/>
              <a:gd name="connsiteY0" fmla="*/ 0 h 1412240"/>
              <a:gd name="connsiteX1" fmla="*/ 829052 w 5126732"/>
              <a:gd name="connsiteY1" fmla="*/ 0 h 1412240"/>
              <a:gd name="connsiteX2" fmla="*/ 829052 w 5126732"/>
              <a:gd name="connsiteY2" fmla="*/ 1067832 h 1412240"/>
              <a:gd name="connsiteX3" fmla="*/ 5126732 w 5126732"/>
              <a:gd name="connsiteY3" fmla="*/ 1067832 h 1412240"/>
              <a:gd name="connsiteX4" fmla="*/ 5126732 w 5126732"/>
              <a:gd name="connsiteY4" fmla="*/ 1412240 h 1412240"/>
              <a:gd name="connsiteX5" fmla="*/ 445562 w 5126732"/>
              <a:gd name="connsiteY5" fmla="*/ 1412240 h 1412240"/>
              <a:gd name="connsiteX6" fmla="*/ 0 w 5126732"/>
              <a:gd name="connsiteY6" fmla="*/ 966678 h 1412240"/>
              <a:gd name="connsiteX7" fmla="*/ 0 w 5126732"/>
              <a:gd name="connsiteY7" fmla="*/ 445562 h 1412240"/>
              <a:gd name="connsiteX8" fmla="*/ 445562 w 5126732"/>
              <a:gd name="connsiteY8" fmla="*/ 0 h 1412240"/>
              <a:gd name="connsiteX0" fmla="*/ 829052 w 5126732"/>
              <a:gd name="connsiteY0" fmla="*/ 1067832 h 1412240"/>
              <a:gd name="connsiteX1" fmla="*/ 5126732 w 5126732"/>
              <a:gd name="connsiteY1" fmla="*/ 1067832 h 1412240"/>
              <a:gd name="connsiteX2" fmla="*/ 5126732 w 5126732"/>
              <a:gd name="connsiteY2" fmla="*/ 1412240 h 1412240"/>
              <a:gd name="connsiteX3" fmla="*/ 445562 w 5126732"/>
              <a:gd name="connsiteY3" fmla="*/ 1412240 h 1412240"/>
              <a:gd name="connsiteX4" fmla="*/ 0 w 5126732"/>
              <a:gd name="connsiteY4" fmla="*/ 966678 h 1412240"/>
              <a:gd name="connsiteX5" fmla="*/ 0 w 5126732"/>
              <a:gd name="connsiteY5" fmla="*/ 445562 h 1412240"/>
              <a:gd name="connsiteX6" fmla="*/ 445562 w 5126732"/>
              <a:gd name="connsiteY6" fmla="*/ 0 h 1412240"/>
              <a:gd name="connsiteX7" fmla="*/ 829052 w 5126732"/>
              <a:gd name="connsiteY7" fmla="*/ 0 h 1412240"/>
              <a:gd name="connsiteX8" fmla="*/ 920492 w 5126732"/>
              <a:gd name="connsiteY8" fmla="*/ 1159272 h 1412240"/>
              <a:gd name="connsiteX0" fmla="*/ 829052 w 5126732"/>
              <a:gd name="connsiteY0" fmla="*/ 1067832 h 1412240"/>
              <a:gd name="connsiteX1" fmla="*/ 5126732 w 5126732"/>
              <a:gd name="connsiteY1" fmla="*/ 1067832 h 1412240"/>
              <a:gd name="connsiteX2" fmla="*/ 5126732 w 5126732"/>
              <a:gd name="connsiteY2" fmla="*/ 1412240 h 1412240"/>
              <a:gd name="connsiteX3" fmla="*/ 445562 w 5126732"/>
              <a:gd name="connsiteY3" fmla="*/ 1412240 h 1412240"/>
              <a:gd name="connsiteX4" fmla="*/ 0 w 5126732"/>
              <a:gd name="connsiteY4" fmla="*/ 966678 h 1412240"/>
              <a:gd name="connsiteX5" fmla="*/ 0 w 5126732"/>
              <a:gd name="connsiteY5" fmla="*/ 445562 h 1412240"/>
              <a:gd name="connsiteX6" fmla="*/ 445562 w 5126732"/>
              <a:gd name="connsiteY6" fmla="*/ 0 h 1412240"/>
              <a:gd name="connsiteX7" fmla="*/ 829052 w 5126732"/>
              <a:gd name="connsiteY7" fmla="*/ 0 h 1412240"/>
              <a:gd name="connsiteX0" fmla="*/ 5126732 w 5126732"/>
              <a:gd name="connsiteY0" fmla="*/ 1067832 h 1412240"/>
              <a:gd name="connsiteX1" fmla="*/ 5126732 w 5126732"/>
              <a:gd name="connsiteY1" fmla="*/ 1412240 h 1412240"/>
              <a:gd name="connsiteX2" fmla="*/ 445562 w 5126732"/>
              <a:gd name="connsiteY2" fmla="*/ 1412240 h 1412240"/>
              <a:gd name="connsiteX3" fmla="*/ 0 w 5126732"/>
              <a:gd name="connsiteY3" fmla="*/ 966678 h 1412240"/>
              <a:gd name="connsiteX4" fmla="*/ 0 w 5126732"/>
              <a:gd name="connsiteY4" fmla="*/ 445562 h 1412240"/>
              <a:gd name="connsiteX5" fmla="*/ 445562 w 5126732"/>
              <a:gd name="connsiteY5" fmla="*/ 0 h 1412240"/>
              <a:gd name="connsiteX6" fmla="*/ 829052 w 5126732"/>
              <a:gd name="connsiteY6" fmla="*/ 0 h 1412240"/>
              <a:gd name="connsiteX0" fmla="*/ 5126732 w 5126732"/>
              <a:gd name="connsiteY0" fmla="*/ 1412240 h 1412240"/>
              <a:gd name="connsiteX1" fmla="*/ 445562 w 5126732"/>
              <a:gd name="connsiteY1" fmla="*/ 1412240 h 1412240"/>
              <a:gd name="connsiteX2" fmla="*/ 0 w 5126732"/>
              <a:gd name="connsiteY2" fmla="*/ 966678 h 1412240"/>
              <a:gd name="connsiteX3" fmla="*/ 0 w 5126732"/>
              <a:gd name="connsiteY3" fmla="*/ 445562 h 1412240"/>
              <a:gd name="connsiteX4" fmla="*/ 445562 w 5126732"/>
              <a:gd name="connsiteY4" fmla="*/ 0 h 1412240"/>
              <a:gd name="connsiteX5" fmla="*/ 829052 w 5126732"/>
              <a:gd name="connsiteY5" fmla="*/ 0 h 1412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26732" h="1412240">
                <a:moveTo>
                  <a:pt x="5126732" y="1412240"/>
                </a:moveTo>
                <a:lnTo>
                  <a:pt x="445562" y="1412240"/>
                </a:lnTo>
                <a:cubicBezTo>
                  <a:pt x="199485" y="1412240"/>
                  <a:pt x="0" y="1212755"/>
                  <a:pt x="0" y="966678"/>
                </a:cubicBezTo>
                <a:lnTo>
                  <a:pt x="0" y="445562"/>
                </a:lnTo>
                <a:cubicBezTo>
                  <a:pt x="0" y="199485"/>
                  <a:pt x="199485" y="0"/>
                  <a:pt x="445562" y="0"/>
                </a:cubicBezTo>
                <a:lnTo>
                  <a:pt x="829052" y="0"/>
                </a:ln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73" name="Freeform: Shape 72">
            <a:extLst>
              <a:ext uri="{FF2B5EF4-FFF2-40B4-BE49-F238E27FC236}">
                <a16:creationId xmlns:a16="http://schemas.microsoft.com/office/drawing/2014/main" id="{24BA6C61-3F3C-0603-E4E2-C36D846AE714}"/>
              </a:ext>
            </a:extLst>
          </p:cNvPr>
          <p:cNvSpPr/>
          <p:nvPr/>
        </p:nvSpPr>
        <p:spPr>
          <a:xfrm>
            <a:off x="5853372" y="2833345"/>
            <a:ext cx="5397240" cy="2083648"/>
          </a:xfrm>
          <a:custGeom>
            <a:avLst/>
            <a:gdLst>
              <a:gd name="connsiteX0" fmla="*/ 0 w 5397240"/>
              <a:gd name="connsiteY0" fmla="*/ 0 h 2083648"/>
              <a:gd name="connsiteX1" fmla="*/ 4963362 w 5397240"/>
              <a:gd name="connsiteY1" fmla="*/ 0 h 2083648"/>
              <a:gd name="connsiteX2" fmla="*/ 5397240 w 5397240"/>
              <a:gd name="connsiteY2" fmla="*/ 433878 h 2083648"/>
              <a:gd name="connsiteX3" fmla="*/ 5397240 w 5397240"/>
              <a:gd name="connsiteY3" fmla="*/ 1649770 h 2083648"/>
              <a:gd name="connsiteX4" fmla="*/ 4963362 w 5397240"/>
              <a:gd name="connsiteY4" fmla="*/ 2083648 h 2083648"/>
              <a:gd name="connsiteX5" fmla="*/ 4640196 w 5397240"/>
              <a:gd name="connsiteY5" fmla="*/ 2083648 h 2083648"/>
              <a:gd name="connsiteX6" fmla="*/ 4640196 w 5397240"/>
              <a:gd name="connsiteY6" fmla="*/ 746720 h 2083648"/>
              <a:gd name="connsiteX7" fmla="*/ 0 w 5397240"/>
              <a:gd name="connsiteY7" fmla="*/ 746720 h 2083648"/>
              <a:gd name="connsiteX8" fmla="*/ 0 w 5397240"/>
              <a:gd name="connsiteY8" fmla="*/ 0 h 2083648"/>
              <a:gd name="connsiteX0" fmla="*/ 0 w 5397240"/>
              <a:gd name="connsiteY0" fmla="*/ 746720 h 2083648"/>
              <a:gd name="connsiteX1" fmla="*/ 0 w 5397240"/>
              <a:gd name="connsiteY1" fmla="*/ 0 h 2083648"/>
              <a:gd name="connsiteX2" fmla="*/ 4963362 w 5397240"/>
              <a:gd name="connsiteY2" fmla="*/ 0 h 2083648"/>
              <a:gd name="connsiteX3" fmla="*/ 5397240 w 5397240"/>
              <a:gd name="connsiteY3" fmla="*/ 433878 h 2083648"/>
              <a:gd name="connsiteX4" fmla="*/ 5397240 w 5397240"/>
              <a:gd name="connsiteY4" fmla="*/ 1649770 h 2083648"/>
              <a:gd name="connsiteX5" fmla="*/ 4963362 w 5397240"/>
              <a:gd name="connsiteY5" fmla="*/ 2083648 h 2083648"/>
              <a:gd name="connsiteX6" fmla="*/ 4640196 w 5397240"/>
              <a:gd name="connsiteY6" fmla="*/ 2083648 h 2083648"/>
              <a:gd name="connsiteX7" fmla="*/ 4640196 w 5397240"/>
              <a:gd name="connsiteY7" fmla="*/ 746720 h 2083648"/>
              <a:gd name="connsiteX8" fmla="*/ 91440 w 5397240"/>
              <a:gd name="connsiteY8" fmla="*/ 838160 h 2083648"/>
              <a:gd name="connsiteX0" fmla="*/ 0 w 5397240"/>
              <a:gd name="connsiteY0" fmla="*/ 746720 h 2083648"/>
              <a:gd name="connsiteX1" fmla="*/ 0 w 5397240"/>
              <a:gd name="connsiteY1" fmla="*/ 0 h 2083648"/>
              <a:gd name="connsiteX2" fmla="*/ 4963362 w 5397240"/>
              <a:gd name="connsiteY2" fmla="*/ 0 h 2083648"/>
              <a:gd name="connsiteX3" fmla="*/ 5397240 w 5397240"/>
              <a:gd name="connsiteY3" fmla="*/ 433878 h 2083648"/>
              <a:gd name="connsiteX4" fmla="*/ 5397240 w 5397240"/>
              <a:gd name="connsiteY4" fmla="*/ 1649770 h 2083648"/>
              <a:gd name="connsiteX5" fmla="*/ 4963362 w 5397240"/>
              <a:gd name="connsiteY5" fmla="*/ 2083648 h 2083648"/>
              <a:gd name="connsiteX6" fmla="*/ 4640196 w 5397240"/>
              <a:gd name="connsiteY6" fmla="*/ 2083648 h 2083648"/>
              <a:gd name="connsiteX7" fmla="*/ 4640196 w 5397240"/>
              <a:gd name="connsiteY7" fmla="*/ 746720 h 2083648"/>
              <a:gd name="connsiteX0" fmla="*/ 0 w 5397240"/>
              <a:gd name="connsiteY0" fmla="*/ 0 h 2083648"/>
              <a:gd name="connsiteX1" fmla="*/ 4963362 w 5397240"/>
              <a:gd name="connsiteY1" fmla="*/ 0 h 2083648"/>
              <a:gd name="connsiteX2" fmla="*/ 5397240 w 5397240"/>
              <a:gd name="connsiteY2" fmla="*/ 433878 h 2083648"/>
              <a:gd name="connsiteX3" fmla="*/ 5397240 w 5397240"/>
              <a:gd name="connsiteY3" fmla="*/ 1649770 h 2083648"/>
              <a:gd name="connsiteX4" fmla="*/ 4963362 w 5397240"/>
              <a:gd name="connsiteY4" fmla="*/ 2083648 h 2083648"/>
              <a:gd name="connsiteX5" fmla="*/ 4640196 w 5397240"/>
              <a:gd name="connsiteY5" fmla="*/ 2083648 h 2083648"/>
              <a:gd name="connsiteX6" fmla="*/ 4640196 w 5397240"/>
              <a:gd name="connsiteY6" fmla="*/ 746720 h 2083648"/>
              <a:gd name="connsiteX0" fmla="*/ 0 w 5397240"/>
              <a:gd name="connsiteY0" fmla="*/ 0 h 2083648"/>
              <a:gd name="connsiteX1" fmla="*/ 4963362 w 5397240"/>
              <a:gd name="connsiteY1" fmla="*/ 0 h 2083648"/>
              <a:gd name="connsiteX2" fmla="*/ 5397240 w 5397240"/>
              <a:gd name="connsiteY2" fmla="*/ 433878 h 2083648"/>
              <a:gd name="connsiteX3" fmla="*/ 5397240 w 5397240"/>
              <a:gd name="connsiteY3" fmla="*/ 1649770 h 2083648"/>
              <a:gd name="connsiteX4" fmla="*/ 4963362 w 5397240"/>
              <a:gd name="connsiteY4" fmla="*/ 2083648 h 2083648"/>
              <a:gd name="connsiteX5" fmla="*/ 4640196 w 5397240"/>
              <a:gd name="connsiteY5" fmla="*/ 2083648 h 208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7240" h="2083648">
                <a:moveTo>
                  <a:pt x="0" y="0"/>
                </a:moveTo>
                <a:lnTo>
                  <a:pt x="4963362" y="0"/>
                </a:lnTo>
                <a:cubicBezTo>
                  <a:pt x="5202986" y="0"/>
                  <a:pt x="5397240" y="194254"/>
                  <a:pt x="5397240" y="433878"/>
                </a:cubicBezTo>
                <a:lnTo>
                  <a:pt x="5397240" y="1649770"/>
                </a:lnTo>
                <a:cubicBezTo>
                  <a:pt x="5397240" y="1889394"/>
                  <a:pt x="5202986" y="2083648"/>
                  <a:pt x="4963362" y="2083648"/>
                </a:cubicBezTo>
                <a:lnTo>
                  <a:pt x="4640196" y="2083648"/>
                </a:lnTo>
              </a:path>
            </a:pathLst>
          </a:custGeom>
          <a:noFill/>
          <a:ln w="38100">
            <a:solidFill>
              <a:schemeClr val="bg1">
                <a:lumMod val="85000"/>
              </a:schemeClr>
            </a:solidFill>
            <a:tailEnd type="arrow" w="lg" len="sm"/>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Segoe UI"/>
              <a:ea typeface="+mn-ea"/>
              <a:cs typeface="+mn-cs"/>
            </a:endParaRPr>
          </a:p>
        </p:txBody>
      </p:sp>
      <p:sp>
        <p:nvSpPr>
          <p:cNvPr id="42" name="Freeform: Shape 41">
            <a:extLst>
              <a:ext uri="{FF2B5EF4-FFF2-40B4-BE49-F238E27FC236}">
                <a16:creationId xmlns:a16="http://schemas.microsoft.com/office/drawing/2014/main" id="{F1E446D7-F645-70A7-36DC-DDF9A84D1E3B}"/>
              </a:ext>
            </a:extLst>
          </p:cNvPr>
          <p:cNvSpPr/>
          <p:nvPr/>
        </p:nvSpPr>
        <p:spPr>
          <a:xfrm>
            <a:off x="9649954" y="1567186"/>
            <a:ext cx="1095837" cy="1095836"/>
          </a:xfrm>
          <a:custGeom>
            <a:avLst/>
            <a:gdLst>
              <a:gd name="connsiteX0" fmla="*/ 334230 w 1095837"/>
              <a:gd name="connsiteY0" fmla="*/ 0 h 1095836"/>
              <a:gd name="connsiteX1" fmla="*/ 761738 w 1095837"/>
              <a:gd name="connsiteY1" fmla="*/ 0 h 1095836"/>
              <a:gd name="connsiteX2" fmla="*/ 1095837 w 1095837"/>
              <a:gd name="connsiteY2" fmla="*/ 334230 h 1095836"/>
              <a:gd name="connsiteX3" fmla="*/ 1095837 w 1095837"/>
              <a:gd name="connsiteY3" fmla="*/ 761736 h 1095836"/>
              <a:gd name="connsiteX4" fmla="*/ 761606 w 1095837"/>
              <a:gd name="connsiteY4" fmla="*/ 1095836 h 1095836"/>
              <a:gd name="connsiteX5" fmla="*/ 495816 w 1095837"/>
              <a:gd name="connsiteY5" fmla="*/ 1095836 h 1095836"/>
              <a:gd name="connsiteX6" fmla="*/ 495816 w 1095837"/>
              <a:gd name="connsiteY6" fmla="*/ 1007127 h 1095836"/>
              <a:gd name="connsiteX7" fmla="*/ 68557 w 1095837"/>
              <a:gd name="connsiteY7" fmla="*/ 579701 h 1095836"/>
              <a:gd name="connsiteX8" fmla="*/ 0 w 1095837"/>
              <a:gd name="connsiteY8" fmla="*/ 579701 h 1095836"/>
              <a:gd name="connsiteX9" fmla="*/ 0 w 1095837"/>
              <a:gd name="connsiteY9" fmla="*/ 334230 h 1095836"/>
              <a:gd name="connsiteX10" fmla="*/ 334230 w 1095837"/>
              <a:gd name="connsiteY10" fmla="*/ 0 h 1095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5837" h="1095836">
                <a:moveTo>
                  <a:pt x="334230" y="0"/>
                </a:moveTo>
                <a:lnTo>
                  <a:pt x="761738" y="0"/>
                </a:lnTo>
                <a:cubicBezTo>
                  <a:pt x="945420" y="0"/>
                  <a:pt x="1095837" y="150417"/>
                  <a:pt x="1095837" y="334230"/>
                </a:cubicBezTo>
                <a:lnTo>
                  <a:pt x="1095837" y="761736"/>
                </a:lnTo>
                <a:cubicBezTo>
                  <a:pt x="1095837" y="945419"/>
                  <a:pt x="945420" y="1095836"/>
                  <a:pt x="761606" y="1095836"/>
                </a:cubicBezTo>
                <a:lnTo>
                  <a:pt x="495816" y="1095836"/>
                </a:lnTo>
                <a:lnTo>
                  <a:pt x="495816" y="1007127"/>
                </a:lnTo>
                <a:cubicBezTo>
                  <a:pt x="495816" y="772060"/>
                  <a:pt x="303457" y="579701"/>
                  <a:pt x="68557" y="579701"/>
                </a:cubicBezTo>
                <a:lnTo>
                  <a:pt x="0" y="579701"/>
                </a:lnTo>
                <a:lnTo>
                  <a:pt x="0" y="334230"/>
                </a:lnTo>
                <a:cubicBezTo>
                  <a:pt x="0" y="150417"/>
                  <a:pt x="150417" y="0"/>
                  <a:pt x="334230" y="0"/>
                </a:cubicBezTo>
                <a:close/>
              </a:path>
            </a:pathLst>
          </a:custGeom>
          <a:solidFill>
            <a:schemeClr val="bg1">
              <a:lumMod val="95000"/>
            </a:schemeClr>
          </a:soli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6" name="Freeform: Shape 5">
            <a:extLst>
              <a:ext uri="{FF2B5EF4-FFF2-40B4-BE49-F238E27FC236}">
                <a16:creationId xmlns:a16="http://schemas.microsoft.com/office/drawing/2014/main" id="{0B375D1D-D2BB-A8E8-AD03-D48B91AB2D98}"/>
              </a:ext>
            </a:extLst>
          </p:cNvPr>
          <p:cNvSpPr/>
          <p:nvPr/>
        </p:nvSpPr>
        <p:spPr>
          <a:xfrm>
            <a:off x="2270694" y="2361188"/>
            <a:ext cx="972796" cy="972796"/>
          </a:xfrm>
          <a:custGeom>
            <a:avLst/>
            <a:gdLst>
              <a:gd name="connsiteX0" fmla="*/ 650699 w 914666"/>
              <a:gd name="connsiteY0" fmla="*/ 914667 h 914666"/>
              <a:gd name="connsiteX1" fmla="*/ 457333 w 914666"/>
              <a:gd name="connsiteY1" fmla="*/ 914667 h 914666"/>
              <a:gd name="connsiteX2" fmla="*/ 263967 w 914666"/>
              <a:gd name="connsiteY2" fmla="*/ 914667 h 914666"/>
              <a:gd name="connsiteX3" fmla="*/ 0 w 914666"/>
              <a:gd name="connsiteY3" fmla="*/ 650700 h 914666"/>
              <a:gd name="connsiteX4" fmla="*/ 0 w 914666"/>
              <a:gd name="connsiteY4" fmla="*/ 457333 h 914666"/>
              <a:gd name="connsiteX5" fmla="*/ 0 w 914666"/>
              <a:gd name="connsiteY5" fmla="*/ 263967 h 914666"/>
              <a:gd name="connsiteX6" fmla="*/ 263967 w 914666"/>
              <a:gd name="connsiteY6" fmla="*/ 0 h 914666"/>
              <a:gd name="connsiteX7" fmla="*/ 457333 w 914666"/>
              <a:gd name="connsiteY7" fmla="*/ 0 h 914666"/>
              <a:gd name="connsiteX8" fmla="*/ 650699 w 914666"/>
              <a:gd name="connsiteY8" fmla="*/ 0 h 914666"/>
              <a:gd name="connsiteX9" fmla="*/ 914667 w 914666"/>
              <a:gd name="connsiteY9" fmla="*/ 263967 h 914666"/>
              <a:gd name="connsiteX10" fmla="*/ 914667 w 914666"/>
              <a:gd name="connsiteY10" fmla="*/ 457333 h 914666"/>
              <a:gd name="connsiteX11" fmla="*/ 914667 w 914666"/>
              <a:gd name="connsiteY11" fmla="*/ 650700 h 914666"/>
              <a:gd name="connsiteX12" fmla="*/ 650699 w 914666"/>
              <a:gd name="connsiteY12" fmla="*/ 914667 h 9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4666" h="914666">
                <a:moveTo>
                  <a:pt x="650699" y="914667"/>
                </a:moveTo>
                <a:lnTo>
                  <a:pt x="457333" y="914667"/>
                </a:lnTo>
                <a:lnTo>
                  <a:pt x="263967" y="914667"/>
                </a:lnTo>
                <a:cubicBezTo>
                  <a:pt x="118764" y="914667"/>
                  <a:pt x="0" y="795903"/>
                  <a:pt x="0" y="650700"/>
                </a:cubicBezTo>
                <a:lnTo>
                  <a:pt x="0" y="457333"/>
                </a:lnTo>
                <a:lnTo>
                  <a:pt x="0" y="263967"/>
                </a:lnTo>
                <a:cubicBezTo>
                  <a:pt x="0" y="118764"/>
                  <a:pt x="118764" y="0"/>
                  <a:pt x="263967" y="0"/>
                </a:cubicBezTo>
                <a:lnTo>
                  <a:pt x="457333" y="0"/>
                </a:lnTo>
                <a:lnTo>
                  <a:pt x="650699" y="0"/>
                </a:lnTo>
                <a:cubicBezTo>
                  <a:pt x="795903" y="0"/>
                  <a:pt x="914667" y="118764"/>
                  <a:pt x="914667" y="263967"/>
                </a:cubicBezTo>
                <a:lnTo>
                  <a:pt x="914667" y="457333"/>
                </a:lnTo>
                <a:lnTo>
                  <a:pt x="914667" y="650700"/>
                </a:lnTo>
                <a:cubicBezTo>
                  <a:pt x="914667" y="795903"/>
                  <a:pt x="795903" y="914667"/>
                  <a:pt x="650699" y="914667"/>
                </a:cubicBezTo>
                <a:close/>
              </a:path>
            </a:pathLst>
          </a:custGeom>
          <a:solidFill>
            <a:srgbClr val="FFFFFF"/>
          </a:soli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nvGrpSpPr>
          <p:cNvPr id="51" name="Group 50">
            <a:extLst>
              <a:ext uri="{FF2B5EF4-FFF2-40B4-BE49-F238E27FC236}">
                <a16:creationId xmlns:a16="http://schemas.microsoft.com/office/drawing/2014/main" id="{D897534C-19E5-5CF0-D736-22240A7BEF97}"/>
              </a:ext>
            </a:extLst>
          </p:cNvPr>
          <p:cNvGrpSpPr/>
          <p:nvPr/>
        </p:nvGrpSpPr>
        <p:grpSpPr>
          <a:xfrm>
            <a:off x="2118696" y="2209189"/>
            <a:ext cx="1276795" cy="1276794"/>
            <a:chOff x="2112027" y="1986116"/>
            <a:chExt cx="1276795" cy="1276794"/>
          </a:xfrm>
        </p:grpSpPr>
        <p:sp>
          <p:nvSpPr>
            <p:cNvPr id="8" name="Freeform: Shape 7">
              <a:extLst>
                <a:ext uri="{FF2B5EF4-FFF2-40B4-BE49-F238E27FC236}">
                  <a16:creationId xmlns:a16="http://schemas.microsoft.com/office/drawing/2014/main" id="{1D71798A-8D69-4D17-F266-ED69052C6536}"/>
                </a:ext>
              </a:extLst>
            </p:cNvPr>
            <p:cNvSpPr/>
            <p:nvPr/>
          </p:nvSpPr>
          <p:spPr>
            <a:xfrm>
              <a:off x="2112027" y="1986116"/>
              <a:ext cx="1276795" cy="1276794"/>
            </a:xfrm>
            <a:custGeom>
              <a:avLst/>
              <a:gdLst>
                <a:gd name="connsiteX0" fmla="*/ 834347 w 1200499"/>
                <a:gd name="connsiteY0" fmla="*/ 1200500 h 1200499"/>
                <a:gd name="connsiteX1" fmla="*/ 366152 w 1200499"/>
                <a:gd name="connsiteY1" fmla="*/ 1200500 h 1200499"/>
                <a:gd name="connsiteX2" fmla="*/ 0 w 1200499"/>
                <a:gd name="connsiteY2" fmla="*/ 834347 h 1200499"/>
                <a:gd name="connsiteX3" fmla="*/ 0 w 1200499"/>
                <a:gd name="connsiteY3" fmla="*/ 366152 h 1200499"/>
                <a:gd name="connsiteX4" fmla="*/ 366152 w 1200499"/>
                <a:gd name="connsiteY4" fmla="*/ 0 h 1200499"/>
                <a:gd name="connsiteX5" fmla="*/ 834490 w 1200499"/>
                <a:gd name="connsiteY5" fmla="*/ 0 h 1200499"/>
                <a:gd name="connsiteX6" fmla="*/ 1200500 w 1200499"/>
                <a:gd name="connsiteY6" fmla="*/ 366152 h 1200499"/>
                <a:gd name="connsiteX7" fmla="*/ 1200500 w 1200499"/>
                <a:gd name="connsiteY7" fmla="*/ 834490 h 1200499"/>
                <a:gd name="connsiteX8" fmla="*/ 834347 w 1200499"/>
                <a:gd name="connsiteY8" fmla="*/ 1200500 h 120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499" h="1200499">
                  <a:moveTo>
                    <a:pt x="834347" y="1200500"/>
                  </a:moveTo>
                  <a:lnTo>
                    <a:pt x="366152" y="1200500"/>
                  </a:lnTo>
                  <a:cubicBezTo>
                    <a:pt x="164783" y="1200500"/>
                    <a:pt x="0" y="1035717"/>
                    <a:pt x="0" y="834347"/>
                  </a:cubicBezTo>
                  <a:lnTo>
                    <a:pt x="0" y="366152"/>
                  </a:lnTo>
                  <a:cubicBezTo>
                    <a:pt x="0" y="164783"/>
                    <a:pt x="164783" y="0"/>
                    <a:pt x="366152" y="0"/>
                  </a:cubicBezTo>
                  <a:lnTo>
                    <a:pt x="834490" y="0"/>
                  </a:lnTo>
                  <a:cubicBezTo>
                    <a:pt x="1035717" y="0"/>
                    <a:pt x="1200500" y="164783"/>
                    <a:pt x="1200500" y="366152"/>
                  </a:cubicBezTo>
                  <a:lnTo>
                    <a:pt x="1200500" y="834490"/>
                  </a:lnTo>
                  <a:cubicBezTo>
                    <a:pt x="1200500" y="1035717"/>
                    <a:pt x="1035717" y="1200500"/>
                    <a:pt x="834347" y="1200500"/>
                  </a:cubicBezTo>
                  <a:close/>
                </a:path>
              </a:pathLst>
            </a:custGeom>
            <a:gradFill>
              <a:gsLst>
                <a:gs pos="0">
                  <a:schemeClr val="bg1">
                    <a:lumMod val="85000"/>
                  </a:schemeClr>
                </a:gs>
                <a:gs pos="100000">
                  <a:schemeClr val="bg1">
                    <a:lumMod val="95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9" name="Freeform: Shape 8">
              <a:extLst>
                <a:ext uri="{FF2B5EF4-FFF2-40B4-BE49-F238E27FC236}">
                  <a16:creationId xmlns:a16="http://schemas.microsoft.com/office/drawing/2014/main" id="{A3FAACA9-C081-55B0-08C6-B9CF6C4C970B}"/>
                </a:ext>
              </a:extLst>
            </p:cNvPr>
            <p:cNvSpPr/>
            <p:nvPr/>
          </p:nvSpPr>
          <p:spPr>
            <a:xfrm>
              <a:off x="2264026" y="2138115"/>
              <a:ext cx="972796" cy="972796"/>
            </a:xfrm>
            <a:custGeom>
              <a:avLst/>
              <a:gdLst>
                <a:gd name="connsiteX0" fmla="*/ 650699 w 914666"/>
                <a:gd name="connsiteY0" fmla="*/ 914667 h 914666"/>
                <a:gd name="connsiteX1" fmla="*/ 457333 w 914666"/>
                <a:gd name="connsiteY1" fmla="*/ 914667 h 914666"/>
                <a:gd name="connsiteX2" fmla="*/ 263967 w 914666"/>
                <a:gd name="connsiteY2" fmla="*/ 914667 h 914666"/>
                <a:gd name="connsiteX3" fmla="*/ 0 w 914666"/>
                <a:gd name="connsiteY3" fmla="*/ 650700 h 914666"/>
                <a:gd name="connsiteX4" fmla="*/ 0 w 914666"/>
                <a:gd name="connsiteY4" fmla="*/ 457333 h 914666"/>
                <a:gd name="connsiteX5" fmla="*/ 0 w 914666"/>
                <a:gd name="connsiteY5" fmla="*/ 263967 h 914666"/>
                <a:gd name="connsiteX6" fmla="*/ 263967 w 914666"/>
                <a:gd name="connsiteY6" fmla="*/ 0 h 914666"/>
                <a:gd name="connsiteX7" fmla="*/ 457333 w 914666"/>
                <a:gd name="connsiteY7" fmla="*/ 0 h 914666"/>
                <a:gd name="connsiteX8" fmla="*/ 650699 w 914666"/>
                <a:gd name="connsiteY8" fmla="*/ 0 h 914666"/>
                <a:gd name="connsiteX9" fmla="*/ 914667 w 914666"/>
                <a:gd name="connsiteY9" fmla="*/ 263967 h 914666"/>
                <a:gd name="connsiteX10" fmla="*/ 914667 w 914666"/>
                <a:gd name="connsiteY10" fmla="*/ 457333 h 914666"/>
                <a:gd name="connsiteX11" fmla="*/ 914667 w 914666"/>
                <a:gd name="connsiteY11" fmla="*/ 650700 h 914666"/>
                <a:gd name="connsiteX12" fmla="*/ 650699 w 914666"/>
                <a:gd name="connsiteY12" fmla="*/ 914667 h 9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4666" h="914666">
                  <a:moveTo>
                    <a:pt x="650699" y="914667"/>
                  </a:moveTo>
                  <a:lnTo>
                    <a:pt x="457333" y="914667"/>
                  </a:lnTo>
                  <a:lnTo>
                    <a:pt x="263967" y="914667"/>
                  </a:lnTo>
                  <a:cubicBezTo>
                    <a:pt x="118764" y="914667"/>
                    <a:pt x="0" y="795903"/>
                    <a:pt x="0" y="650700"/>
                  </a:cubicBezTo>
                  <a:lnTo>
                    <a:pt x="0" y="457333"/>
                  </a:lnTo>
                  <a:lnTo>
                    <a:pt x="0" y="263967"/>
                  </a:lnTo>
                  <a:cubicBezTo>
                    <a:pt x="0" y="118764"/>
                    <a:pt x="118764" y="0"/>
                    <a:pt x="263967" y="0"/>
                  </a:cubicBezTo>
                  <a:lnTo>
                    <a:pt x="457333" y="0"/>
                  </a:lnTo>
                  <a:lnTo>
                    <a:pt x="650699" y="0"/>
                  </a:lnTo>
                  <a:cubicBezTo>
                    <a:pt x="795903" y="0"/>
                    <a:pt x="914667" y="118764"/>
                    <a:pt x="914667" y="263967"/>
                  </a:cubicBezTo>
                  <a:lnTo>
                    <a:pt x="914667" y="457333"/>
                  </a:lnTo>
                  <a:lnTo>
                    <a:pt x="914667" y="650700"/>
                  </a:lnTo>
                  <a:cubicBezTo>
                    <a:pt x="914667" y="795903"/>
                    <a:pt x="795903" y="914667"/>
                    <a:pt x="650699" y="914667"/>
                  </a:cubicBezTo>
                  <a:close/>
                </a:path>
              </a:pathLst>
            </a:custGeom>
            <a:gradFill flip="none" rotWithShape="1">
              <a:gsLst>
                <a:gs pos="0">
                  <a:schemeClr val="accent5"/>
                </a:gs>
                <a:gs pos="100000">
                  <a:schemeClr val="accent5">
                    <a:lumMod val="60000"/>
                    <a:lumOff val="40000"/>
                  </a:schemeClr>
                </a:gs>
              </a:gsLst>
              <a:lin ang="13500000" scaled="1"/>
              <a:tileRect/>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50" name="Group 49">
            <a:extLst>
              <a:ext uri="{FF2B5EF4-FFF2-40B4-BE49-F238E27FC236}">
                <a16:creationId xmlns:a16="http://schemas.microsoft.com/office/drawing/2014/main" id="{913C8641-80E3-3563-2EAE-211AF9B703EE}"/>
              </a:ext>
            </a:extLst>
          </p:cNvPr>
          <p:cNvGrpSpPr/>
          <p:nvPr/>
        </p:nvGrpSpPr>
        <p:grpSpPr>
          <a:xfrm>
            <a:off x="4347920" y="2209189"/>
            <a:ext cx="1276947" cy="1276794"/>
            <a:chOff x="4341251" y="1986116"/>
            <a:chExt cx="1276947" cy="1276794"/>
          </a:xfrm>
        </p:grpSpPr>
        <p:sp>
          <p:nvSpPr>
            <p:cNvPr id="11" name="Freeform: Shape 10">
              <a:extLst>
                <a:ext uri="{FF2B5EF4-FFF2-40B4-BE49-F238E27FC236}">
                  <a16:creationId xmlns:a16="http://schemas.microsoft.com/office/drawing/2014/main" id="{0B724A90-5FAA-B9E1-66B5-D6445BE98262}"/>
                </a:ext>
              </a:extLst>
            </p:cNvPr>
            <p:cNvSpPr/>
            <p:nvPr/>
          </p:nvSpPr>
          <p:spPr>
            <a:xfrm>
              <a:off x="4341251" y="1986116"/>
              <a:ext cx="1276947" cy="1276794"/>
            </a:xfrm>
            <a:custGeom>
              <a:avLst/>
              <a:gdLst>
                <a:gd name="connsiteX0" fmla="*/ 834490 w 1200642"/>
                <a:gd name="connsiteY0" fmla="*/ 1200500 h 1200499"/>
                <a:gd name="connsiteX1" fmla="*/ 366152 w 1200642"/>
                <a:gd name="connsiteY1" fmla="*/ 1200500 h 1200499"/>
                <a:gd name="connsiteX2" fmla="*/ 0 w 1200642"/>
                <a:gd name="connsiteY2" fmla="*/ 834347 h 1200499"/>
                <a:gd name="connsiteX3" fmla="*/ 0 w 1200642"/>
                <a:gd name="connsiteY3" fmla="*/ 366152 h 1200499"/>
                <a:gd name="connsiteX4" fmla="*/ 366152 w 1200642"/>
                <a:gd name="connsiteY4" fmla="*/ 0 h 1200499"/>
                <a:gd name="connsiteX5" fmla="*/ 834490 w 1200642"/>
                <a:gd name="connsiteY5" fmla="*/ 0 h 1200499"/>
                <a:gd name="connsiteX6" fmla="*/ 1200643 w 1200642"/>
                <a:gd name="connsiteY6" fmla="*/ 366152 h 1200499"/>
                <a:gd name="connsiteX7" fmla="*/ 1200643 w 1200642"/>
                <a:gd name="connsiteY7" fmla="*/ 834490 h 1200499"/>
                <a:gd name="connsiteX8" fmla="*/ 834490 w 1200642"/>
                <a:gd name="connsiteY8" fmla="*/ 1200500 h 120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642" h="1200499">
                  <a:moveTo>
                    <a:pt x="834490" y="1200500"/>
                  </a:moveTo>
                  <a:lnTo>
                    <a:pt x="366152" y="1200500"/>
                  </a:lnTo>
                  <a:cubicBezTo>
                    <a:pt x="164783" y="1200500"/>
                    <a:pt x="0" y="1035717"/>
                    <a:pt x="0" y="834347"/>
                  </a:cubicBezTo>
                  <a:lnTo>
                    <a:pt x="0" y="366152"/>
                  </a:lnTo>
                  <a:cubicBezTo>
                    <a:pt x="143" y="164783"/>
                    <a:pt x="164783" y="0"/>
                    <a:pt x="366152" y="0"/>
                  </a:cubicBezTo>
                  <a:lnTo>
                    <a:pt x="834490" y="0"/>
                  </a:lnTo>
                  <a:cubicBezTo>
                    <a:pt x="1035860" y="0"/>
                    <a:pt x="1200643" y="164783"/>
                    <a:pt x="1200643" y="366152"/>
                  </a:cubicBezTo>
                  <a:lnTo>
                    <a:pt x="1200643" y="834490"/>
                  </a:lnTo>
                  <a:cubicBezTo>
                    <a:pt x="1200643" y="1035717"/>
                    <a:pt x="1035860" y="1200500"/>
                    <a:pt x="834490" y="1200500"/>
                  </a:cubicBezTo>
                  <a:close/>
                </a:path>
              </a:pathLst>
            </a:custGeom>
            <a:gradFill>
              <a:gsLst>
                <a:gs pos="0">
                  <a:schemeClr val="bg1">
                    <a:lumMod val="85000"/>
                  </a:schemeClr>
                </a:gs>
                <a:gs pos="100000">
                  <a:schemeClr val="bg1">
                    <a:lumMod val="95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12" name="Freeform: Shape 11">
              <a:extLst>
                <a:ext uri="{FF2B5EF4-FFF2-40B4-BE49-F238E27FC236}">
                  <a16:creationId xmlns:a16="http://schemas.microsoft.com/office/drawing/2014/main" id="{C63161A3-55CF-E97C-5308-DBED6BB3B1B9}"/>
                </a:ext>
              </a:extLst>
            </p:cNvPr>
            <p:cNvSpPr/>
            <p:nvPr/>
          </p:nvSpPr>
          <p:spPr>
            <a:xfrm>
              <a:off x="4493402" y="2138115"/>
              <a:ext cx="972796" cy="972796"/>
            </a:xfrm>
            <a:custGeom>
              <a:avLst/>
              <a:gdLst>
                <a:gd name="connsiteX0" fmla="*/ 650699 w 914666"/>
                <a:gd name="connsiteY0" fmla="*/ 914667 h 914666"/>
                <a:gd name="connsiteX1" fmla="*/ 457333 w 914666"/>
                <a:gd name="connsiteY1" fmla="*/ 914667 h 914666"/>
                <a:gd name="connsiteX2" fmla="*/ 263967 w 914666"/>
                <a:gd name="connsiteY2" fmla="*/ 914667 h 914666"/>
                <a:gd name="connsiteX3" fmla="*/ 0 w 914666"/>
                <a:gd name="connsiteY3" fmla="*/ 650700 h 914666"/>
                <a:gd name="connsiteX4" fmla="*/ 0 w 914666"/>
                <a:gd name="connsiteY4" fmla="*/ 457333 h 914666"/>
                <a:gd name="connsiteX5" fmla="*/ 0 w 914666"/>
                <a:gd name="connsiteY5" fmla="*/ 263967 h 914666"/>
                <a:gd name="connsiteX6" fmla="*/ 263967 w 914666"/>
                <a:gd name="connsiteY6" fmla="*/ 0 h 914666"/>
                <a:gd name="connsiteX7" fmla="*/ 457333 w 914666"/>
                <a:gd name="connsiteY7" fmla="*/ 0 h 914666"/>
                <a:gd name="connsiteX8" fmla="*/ 650699 w 914666"/>
                <a:gd name="connsiteY8" fmla="*/ 0 h 914666"/>
                <a:gd name="connsiteX9" fmla="*/ 914667 w 914666"/>
                <a:gd name="connsiteY9" fmla="*/ 263967 h 914666"/>
                <a:gd name="connsiteX10" fmla="*/ 914667 w 914666"/>
                <a:gd name="connsiteY10" fmla="*/ 457333 h 914666"/>
                <a:gd name="connsiteX11" fmla="*/ 914667 w 914666"/>
                <a:gd name="connsiteY11" fmla="*/ 650700 h 914666"/>
                <a:gd name="connsiteX12" fmla="*/ 650699 w 914666"/>
                <a:gd name="connsiteY12" fmla="*/ 914667 h 9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4666" h="914666">
                  <a:moveTo>
                    <a:pt x="650699" y="914667"/>
                  </a:moveTo>
                  <a:lnTo>
                    <a:pt x="457333" y="914667"/>
                  </a:lnTo>
                  <a:lnTo>
                    <a:pt x="263967" y="914667"/>
                  </a:lnTo>
                  <a:cubicBezTo>
                    <a:pt x="118764" y="914667"/>
                    <a:pt x="0" y="795903"/>
                    <a:pt x="0" y="650700"/>
                  </a:cubicBezTo>
                  <a:lnTo>
                    <a:pt x="0" y="457333"/>
                  </a:lnTo>
                  <a:lnTo>
                    <a:pt x="0" y="263967"/>
                  </a:lnTo>
                  <a:cubicBezTo>
                    <a:pt x="0" y="118764"/>
                    <a:pt x="118764" y="0"/>
                    <a:pt x="263967" y="0"/>
                  </a:cubicBezTo>
                  <a:lnTo>
                    <a:pt x="457333" y="0"/>
                  </a:lnTo>
                  <a:lnTo>
                    <a:pt x="650699" y="0"/>
                  </a:lnTo>
                  <a:cubicBezTo>
                    <a:pt x="795903" y="0"/>
                    <a:pt x="914667" y="118764"/>
                    <a:pt x="914667" y="263967"/>
                  </a:cubicBezTo>
                  <a:lnTo>
                    <a:pt x="914667" y="457333"/>
                  </a:lnTo>
                  <a:lnTo>
                    <a:pt x="914667" y="650700"/>
                  </a:lnTo>
                  <a:cubicBezTo>
                    <a:pt x="914667" y="795903"/>
                    <a:pt x="795903" y="914667"/>
                    <a:pt x="650699" y="914667"/>
                  </a:cubicBezTo>
                  <a:close/>
                </a:path>
              </a:pathLst>
            </a:custGeom>
            <a:gradFill flip="none" rotWithShape="1">
              <a:gsLst>
                <a:gs pos="0">
                  <a:schemeClr val="accent5"/>
                </a:gs>
                <a:gs pos="100000">
                  <a:schemeClr val="accent5">
                    <a:lumMod val="60000"/>
                    <a:lumOff val="40000"/>
                  </a:schemeClr>
                </a:gs>
              </a:gsLst>
              <a:lin ang="13500000" scaled="1"/>
              <a:tileRect/>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49" name="Group 48">
            <a:extLst>
              <a:ext uri="{FF2B5EF4-FFF2-40B4-BE49-F238E27FC236}">
                <a16:creationId xmlns:a16="http://schemas.microsoft.com/office/drawing/2014/main" id="{67FDBAB1-BE21-ACEF-7DBC-501A8B8DEC01}"/>
              </a:ext>
            </a:extLst>
          </p:cNvPr>
          <p:cNvGrpSpPr/>
          <p:nvPr/>
        </p:nvGrpSpPr>
        <p:grpSpPr>
          <a:xfrm>
            <a:off x="6577296" y="2209189"/>
            <a:ext cx="1276947" cy="1276794"/>
            <a:chOff x="6570627" y="1986116"/>
            <a:chExt cx="1276947" cy="1276794"/>
          </a:xfrm>
        </p:grpSpPr>
        <p:sp>
          <p:nvSpPr>
            <p:cNvPr id="14" name="Freeform: Shape 13">
              <a:extLst>
                <a:ext uri="{FF2B5EF4-FFF2-40B4-BE49-F238E27FC236}">
                  <a16:creationId xmlns:a16="http://schemas.microsoft.com/office/drawing/2014/main" id="{B8BEA5E9-FA12-92BD-BCC7-DAB50F1F7B2D}"/>
                </a:ext>
              </a:extLst>
            </p:cNvPr>
            <p:cNvSpPr/>
            <p:nvPr/>
          </p:nvSpPr>
          <p:spPr>
            <a:xfrm>
              <a:off x="6570627" y="1986116"/>
              <a:ext cx="1276947" cy="1276794"/>
            </a:xfrm>
            <a:custGeom>
              <a:avLst/>
              <a:gdLst>
                <a:gd name="connsiteX0" fmla="*/ 834491 w 1200642"/>
                <a:gd name="connsiteY0" fmla="*/ 1200500 h 1200499"/>
                <a:gd name="connsiteX1" fmla="*/ 366153 w 1200642"/>
                <a:gd name="connsiteY1" fmla="*/ 1200500 h 1200499"/>
                <a:gd name="connsiteX2" fmla="*/ 0 w 1200642"/>
                <a:gd name="connsiteY2" fmla="*/ 834347 h 1200499"/>
                <a:gd name="connsiteX3" fmla="*/ 0 w 1200642"/>
                <a:gd name="connsiteY3" fmla="*/ 366152 h 1200499"/>
                <a:gd name="connsiteX4" fmla="*/ 366153 w 1200642"/>
                <a:gd name="connsiteY4" fmla="*/ 0 h 1200499"/>
                <a:gd name="connsiteX5" fmla="*/ 834491 w 1200642"/>
                <a:gd name="connsiteY5" fmla="*/ 0 h 1200499"/>
                <a:gd name="connsiteX6" fmla="*/ 1200643 w 1200642"/>
                <a:gd name="connsiteY6" fmla="*/ 366152 h 1200499"/>
                <a:gd name="connsiteX7" fmla="*/ 1200643 w 1200642"/>
                <a:gd name="connsiteY7" fmla="*/ 834490 h 1200499"/>
                <a:gd name="connsiteX8" fmla="*/ 834491 w 1200642"/>
                <a:gd name="connsiteY8" fmla="*/ 1200500 h 120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642" h="1200499">
                  <a:moveTo>
                    <a:pt x="834491" y="1200500"/>
                  </a:moveTo>
                  <a:lnTo>
                    <a:pt x="366153" y="1200500"/>
                  </a:lnTo>
                  <a:cubicBezTo>
                    <a:pt x="164783" y="1200500"/>
                    <a:pt x="0" y="1035717"/>
                    <a:pt x="0" y="834347"/>
                  </a:cubicBezTo>
                  <a:lnTo>
                    <a:pt x="0" y="366152"/>
                  </a:lnTo>
                  <a:cubicBezTo>
                    <a:pt x="0" y="164783"/>
                    <a:pt x="164783" y="0"/>
                    <a:pt x="366153" y="0"/>
                  </a:cubicBezTo>
                  <a:lnTo>
                    <a:pt x="834491" y="0"/>
                  </a:lnTo>
                  <a:cubicBezTo>
                    <a:pt x="1035860" y="0"/>
                    <a:pt x="1200643" y="164783"/>
                    <a:pt x="1200643" y="366152"/>
                  </a:cubicBezTo>
                  <a:lnTo>
                    <a:pt x="1200643" y="834490"/>
                  </a:lnTo>
                  <a:cubicBezTo>
                    <a:pt x="1200500" y="1035717"/>
                    <a:pt x="1035860" y="1200500"/>
                    <a:pt x="834491" y="1200500"/>
                  </a:cubicBezTo>
                  <a:close/>
                </a:path>
              </a:pathLst>
            </a:custGeom>
            <a:gradFill>
              <a:gsLst>
                <a:gs pos="0">
                  <a:schemeClr val="bg1">
                    <a:lumMod val="85000"/>
                  </a:schemeClr>
                </a:gs>
                <a:gs pos="100000">
                  <a:schemeClr val="bg1">
                    <a:lumMod val="95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15" name="Freeform: Shape 14">
              <a:extLst>
                <a:ext uri="{FF2B5EF4-FFF2-40B4-BE49-F238E27FC236}">
                  <a16:creationId xmlns:a16="http://schemas.microsoft.com/office/drawing/2014/main" id="{091AC568-C2CF-5355-6D70-4E02E788A83C}"/>
                </a:ext>
              </a:extLst>
            </p:cNvPr>
            <p:cNvSpPr/>
            <p:nvPr/>
          </p:nvSpPr>
          <p:spPr>
            <a:xfrm>
              <a:off x="6722627" y="2138115"/>
              <a:ext cx="972796" cy="972796"/>
            </a:xfrm>
            <a:custGeom>
              <a:avLst/>
              <a:gdLst>
                <a:gd name="connsiteX0" fmla="*/ 650843 w 914666"/>
                <a:gd name="connsiteY0" fmla="*/ 914667 h 914666"/>
                <a:gd name="connsiteX1" fmla="*/ 457476 w 914666"/>
                <a:gd name="connsiteY1" fmla="*/ 914667 h 914666"/>
                <a:gd name="connsiteX2" fmla="*/ 263967 w 914666"/>
                <a:gd name="connsiteY2" fmla="*/ 914667 h 914666"/>
                <a:gd name="connsiteX3" fmla="*/ 0 w 914666"/>
                <a:gd name="connsiteY3" fmla="*/ 650700 h 914666"/>
                <a:gd name="connsiteX4" fmla="*/ 0 w 914666"/>
                <a:gd name="connsiteY4" fmla="*/ 457333 h 914666"/>
                <a:gd name="connsiteX5" fmla="*/ 0 w 914666"/>
                <a:gd name="connsiteY5" fmla="*/ 263967 h 914666"/>
                <a:gd name="connsiteX6" fmla="*/ 263967 w 914666"/>
                <a:gd name="connsiteY6" fmla="*/ 0 h 914666"/>
                <a:gd name="connsiteX7" fmla="*/ 457333 w 914666"/>
                <a:gd name="connsiteY7" fmla="*/ 0 h 914666"/>
                <a:gd name="connsiteX8" fmla="*/ 650699 w 914666"/>
                <a:gd name="connsiteY8" fmla="*/ 0 h 914666"/>
                <a:gd name="connsiteX9" fmla="*/ 914667 w 914666"/>
                <a:gd name="connsiteY9" fmla="*/ 263967 h 914666"/>
                <a:gd name="connsiteX10" fmla="*/ 914667 w 914666"/>
                <a:gd name="connsiteY10" fmla="*/ 457333 h 914666"/>
                <a:gd name="connsiteX11" fmla="*/ 914667 w 914666"/>
                <a:gd name="connsiteY11" fmla="*/ 650700 h 914666"/>
                <a:gd name="connsiteX12" fmla="*/ 650843 w 914666"/>
                <a:gd name="connsiteY12" fmla="*/ 914667 h 9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4666" h="914666">
                  <a:moveTo>
                    <a:pt x="650843" y="914667"/>
                  </a:moveTo>
                  <a:lnTo>
                    <a:pt x="457476" y="914667"/>
                  </a:lnTo>
                  <a:lnTo>
                    <a:pt x="263967" y="914667"/>
                  </a:lnTo>
                  <a:cubicBezTo>
                    <a:pt x="118764" y="914667"/>
                    <a:pt x="0" y="795903"/>
                    <a:pt x="0" y="650700"/>
                  </a:cubicBezTo>
                  <a:lnTo>
                    <a:pt x="0" y="457333"/>
                  </a:lnTo>
                  <a:lnTo>
                    <a:pt x="0" y="263967"/>
                  </a:lnTo>
                  <a:cubicBezTo>
                    <a:pt x="0" y="118764"/>
                    <a:pt x="118764" y="0"/>
                    <a:pt x="263967" y="0"/>
                  </a:cubicBezTo>
                  <a:lnTo>
                    <a:pt x="457333" y="0"/>
                  </a:lnTo>
                  <a:lnTo>
                    <a:pt x="650699" y="0"/>
                  </a:lnTo>
                  <a:cubicBezTo>
                    <a:pt x="795903" y="0"/>
                    <a:pt x="914667" y="118764"/>
                    <a:pt x="914667" y="263967"/>
                  </a:cubicBezTo>
                  <a:lnTo>
                    <a:pt x="914667" y="457333"/>
                  </a:lnTo>
                  <a:lnTo>
                    <a:pt x="914667" y="650700"/>
                  </a:lnTo>
                  <a:cubicBezTo>
                    <a:pt x="914667" y="795903"/>
                    <a:pt x="795903" y="914667"/>
                    <a:pt x="650843" y="914667"/>
                  </a:cubicBezTo>
                  <a:close/>
                </a:path>
              </a:pathLst>
            </a:custGeom>
            <a:gradFill flip="none" rotWithShape="1">
              <a:gsLst>
                <a:gs pos="0">
                  <a:schemeClr val="accent5"/>
                </a:gs>
                <a:gs pos="100000">
                  <a:schemeClr val="accent5">
                    <a:lumMod val="60000"/>
                    <a:lumOff val="40000"/>
                  </a:schemeClr>
                </a:gs>
              </a:gsLst>
              <a:lin ang="13500000" scaled="1"/>
              <a:tileRect/>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sp>
        <p:nvSpPr>
          <p:cNvPr id="18" name="Freeform: Shape 17">
            <a:extLst>
              <a:ext uri="{FF2B5EF4-FFF2-40B4-BE49-F238E27FC236}">
                <a16:creationId xmlns:a16="http://schemas.microsoft.com/office/drawing/2014/main" id="{0C1B95D1-6251-1816-64A4-3AD6542D5C97}"/>
              </a:ext>
            </a:extLst>
          </p:cNvPr>
          <p:cNvSpPr/>
          <p:nvPr/>
        </p:nvSpPr>
        <p:spPr>
          <a:xfrm>
            <a:off x="8958671" y="2361188"/>
            <a:ext cx="972796" cy="972796"/>
          </a:xfrm>
          <a:custGeom>
            <a:avLst/>
            <a:gdLst>
              <a:gd name="connsiteX0" fmla="*/ 650699 w 914666"/>
              <a:gd name="connsiteY0" fmla="*/ 914667 h 914666"/>
              <a:gd name="connsiteX1" fmla="*/ 457333 w 914666"/>
              <a:gd name="connsiteY1" fmla="*/ 914667 h 914666"/>
              <a:gd name="connsiteX2" fmla="*/ 263967 w 914666"/>
              <a:gd name="connsiteY2" fmla="*/ 914667 h 914666"/>
              <a:gd name="connsiteX3" fmla="*/ 0 w 914666"/>
              <a:gd name="connsiteY3" fmla="*/ 650700 h 914666"/>
              <a:gd name="connsiteX4" fmla="*/ 0 w 914666"/>
              <a:gd name="connsiteY4" fmla="*/ 457333 h 914666"/>
              <a:gd name="connsiteX5" fmla="*/ 0 w 914666"/>
              <a:gd name="connsiteY5" fmla="*/ 263967 h 914666"/>
              <a:gd name="connsiteX6" fmla="*/ 263967 w 914666"/>
              <a:gd name="connsiteY6" fmla="*/ 0 h 914666"/>
              <a:gd name="connsiteX7" fmla="*/ 457333 w 914666"/>
              <a:gd name="connsiteY7" fmla="*/ 0 h 914666"/>
              <a:gd name="connsiteX8" fmla="*/ 650699 w 914666"/>
              <a:gd name="connsiteY8" fmla="*/ 0 h 914666"/>
              <a:gd name="connsiteX9" fmla="*/ 914667 w 914666"/>
              <a:gd name="connsiteY9" fmla="*/ 263967 h 914666"/>
              <a:gd name="connsiteX10" fmla="*/ 914667 w 914666"/>
              <a:gd name="connsiteY10" fmla="*/ 457333 h 914666"/>
              <a:gd name="connsiteX11" fmla="*/ 914667 w 914666"/>
              <a:gd name="connsiteY11" fmla="*/ 650700 h 914666"/>
              <a:gd name="connsiteX12" fmla="*/ 650699 w 914666"/>
              <a:gd name="connsiteY12" fmla="*/ 914667 h 9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4666" h="914666">
                <a:moveTo>
                  <a:pt x="650699" y="914667"/>
                </a:moveTo>
                <a:lnTo>
                  <a:pt x="457333" y="914667"/>
                </a:lnTo>
                <a:lnTo>
                  <a:pt x="263967" y="914667"/>
                </a:lnTo>
                <a:cubicBezTo>
                  <a:pt x="118764" y="914667"/>
                  <a:pt x="0" y="795903"/>
                  <a:pt x="0" y="650700"/>
                </a:cubicBezTo>
                <a:lnTo>
                  <a:pt x="0" y="457333"/>
                </a:lnTo>
                <a:lnTo>
                  <a:pt x="0" y="263967"/>
                </a:lnTo>
                <a:cubicBezTo>
                  <a:pt x="0" y="118764"/>
                  <a:pt x="118764" y="0"/>
                  <a:pt x="263967" y="0"/>
                </a:cubicBezTo>
                <a:lnTo>
                  <a:pt x="457333" y="0"/>
                </a:lnTo>
                <a:lnTo>
                  <a:pt x="650699" y="0"/>
                </a:lnTo>
                <a:cubicBezTo>
                  <a:pt x="795903" y="0"/>
                  <a:pt x="914667" y="118764"/>
                  <a:pt x="914667" y="263967"/>
                </a:cubicBezTo>
                <a:lnTo>
                  <a:pt x="914667" y="457333"/>
                </a:lnTo>
                <a:lnTo>
                  <a:pt x="914667" y="650700"/>
                </a:lnTo>
                <a:cubicBezTo>
                  <a:pt x="914667" y="795903"/>
                  <a:pt x="795903" y="914667"/>
                  <a:pt x="650699" y="914667"/>
                </a:cubicBezTo>
                <a:close/>
              </a:path>
            </a:pathLst>
          </a:custGeom>
          <a:gradFill flip="none" rotWithShape="1">
            <a:gsLst>
              <a:gs pos="0">
                <a:schemeClr val="accent5"/>
              </a:gs>
              <a:gs pos="100000">
                <a:schemeClr val="accent5">
                  <a:lumMod val="60000"/>
                  <a:lumOff val="40000"/>
                </a:schemeClr>
              </a:gs>
            </a:gsLst>
            <a:lin ang="13500000" scaled="1"/>
            <a:tileRect/>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nvGrpSpPr>
          <p:cNvPr id="53" name="Group 52">
            <a:extLst>
              <a:ext uri="{FF2B5EF4-FFF2-40B4-BE49-F238E27FC236}">
                <a16:creationId xmlns:a16="http://schemas.microsoft.com/office/drawing/2014/main" id="{B454340A-92A4-5D79-FCAB-A00A1800995A}"/>
              </a:ext>
            </a:extLst>
          </p:cNvPr>
          <p:cNvGrpSpPr/>
          <p:nvPr/>
        </p:nvGrpSpPr>
        <p:grpSpPr>
          <a:xfrm>
            <a:off x="4347920" y="4291429"/>
            <a:ext cx="1276947" cy="1276946"/>
            <a:chOff x="4341251" y="4068356"/>
            <a:chExt cx="1276947" cy="1276946"/>
          </a:xfrm>
        </p:grpSpPr>
        <p:sp>
          <p:nvSpPr>
            <p:cNvPr id="23" name="Freeform: Shape 22">
              <a:extLst>
                <a:ext uri="{FF2B5EF4-FFF2-40B4-BE49-F238E27FC236}">
                  <a16:creationId xmlns:a16="http://schemas.microsoft.com/office/drawing/2014/main" id="{3DC79C15-120A-4764-E1C8-6A68CC30E4C1}"/>
                </a:ext>
              </a:extLst>
            </p:cNvPr>
            <p:cNvSpPr/>
            <p:nvPr/>
          </p:nvSpPr>
          <p:spPr>
            <a:xfrm>
              <a:off x="4341251" y="4068356"/>
              <a:ext cx="1276947" cy="1276946"/>
            </a:xfrm>
            <a:custGeom>
              <a:avLst/>
              <a:gdLst>
                <a:gd name="connsiteX0" fmla="*/ 834490 w 1200642"/>
                <a:gd name="connsiteY0" fmla="*/ 1200643 h 1200642"/>
                <a:gd name="connsiteX1" fmla="*/ 366152 w 1200642"/>
                <a:gd name="connsiteY1" fmla="*/ 1200643 h 1200642"/>
                <a:gd name="connsiteX2" fmla="*/ 0 w 1200642"/>
                <a:gd name="connsiteY2" fmla="*/ 834490 h 1200642"/>
                <a:gd name="connsiteX3" fmla="*/ 0 w 1200642"/>
                <a:gd name="connsiteY3" fmla="*/ 366152 h 1200642"/>
                <a:gd name="connsiteX4" fmla="*/ 366152 w 1200642"/>
                <a:gd name="connsiteY4" fmla="*/ 0 h 1200642"/>
                <a:gd name="connsiteX5" fmla="*/ 834490 w 1200642"/>
                <a:gd name="connsiteY5" fmla="*/ 0 h 1200642"/>
                <a:gd name="connsiteX6" fmla="*/ 1200643 w 1200642"/>
                <a:gd name="connsiteY6" fmla="*/ 366152 h 1200642"/>
                <a:gd name="connsiteX7" fmla="*/ 1200643 w 1200642"/>
                <a:gd name="connsiteY7" fmla="*/ 834490 h 1200642"/>
                <a:gd name="connsiteX8" fmla="*/ 834490 w 1200642"/>
                <a:gd name="connsiteY8" fmla="*/ 1200643 h 120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642" h="1200642">
                  <a:moveTo>
                    <a:pt x="834490" y="1200643"/>
                  </a:moveTo>
                  <a:lnTo>
                    <a:pt x="366152" y="1200643"/>
                  </a:lnTo>
                  <a:cubicBezTo>
                    <a:pt x="164783" y="1200643"/>
                    <a:pt x="0" y="1035860"/>
                    <a:pt x="0" y="834490"/>
                  </a:cubicBezTo>
                  <a:lnTo>
                    <a:pt x="0" y="366152"/>
                  </a:lnTo>
                  <a:cubicBezTo>
                    <a:pt x="0" y="164783"/>
                    <a:pt x="164783" y="0"/>
                    <a:pt x="366152" y="0"/>
                  </a:cubicBezTo>
                  <a:lnTo>
                    <a:pt x="834490" y="0"/>
                  </a:lnTo>
                  <a:cubicBezTo>
                    <a:pt x="1035860" y="0"/>
                    <a:pt x="1200643" y="164783"/>
                    <a:pt x="1200643" y="366152"/>
                  </a:cubicBezTo>
                  <a:lnTo>
                    <a:pt x="1200643" y="834490"/>
                  </a:lnTo>
                  <a:cubicBezTo>
                    <a:pt x="1200643" y="1035860"/>
                    <a:pt x="1035860" y="1200643"/>
                    <a:pt x="834490" y="1200643"/>
                  </a:cubicBezTo>
                  <a:close/>
                </a:path>
              </a:pathLst>
            </a:custGeom>
            <a:gradFill>
              <a:gsLst>
                <a:gs pos="0">
                  <a:schemeClr val="bg1">
                    <a:lumMod val="85000"/>
                  </a:schemeClr>
                </a:gs>
                <a:gs pos="100000">
                  <a:schemeClr val="bg1">
                    <a:lumMod val="95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24" name="Freeform: Shape 23">
              <a:extLst>
                <a:ext uri="{FF2B5EF4-FFF2-40B4-BE49-F238E27FC236}">
                  <a16:creationId xmlns:a16="http://schemas.microsoft.com/office/drawing/2014/main" id="{D81E1314-7971-ED3A-F816-F50B3E51BFC9}"/>
                </a:ext>
              </a:extLst>
            </p:cNvPr>
            <p:cNvSpPr/>
            <p:nvPr/>
          </p:nvSpPr>
          <p:spPr>
            <a:xfrm>
              <a:off x="4493402" y="4220507"/>
              <a:ext cx="972796" cy="972795"/>
            </a:xfrm>
            <a:custGeom>
              <a:avLst/>
              <a:gdLst>
                <a:gd name="connsiteX0" fmla="*/ 650699 w 914666"/>
                <a:gd name="connsiteY0" fmla="*/ 914667 h 914666"/>
                <a:gd name="connsiteX1" fmla="*/ 457333 w 914666"/>
                <a:gd name="connsiteY1" fmla="*/ 914667 h 914666"/>
                <a:gd name="connsiteX2" fmla="*/ 263967 w 914666"/>
                <a:gd name="connsiteY2" fmla="*/ 914667 h 914666"/>
                <a:gd name="connsiteX3" fmla="*/ 0 w 914666"/>
                <a:gd name="connsiteY3" fmla="*/ 650700 h 914666"/>
                <a:gd name="connsiteX4" fmla="*/ 0 w 914666"/>
                <a:gd name="connsiteY4" fmla="*/ 457333 h 914666"/>
                <a:gd name="connsiteX5" fmla="*/ 0 w 914666"/>
                <a:gd name="connsiteY5" fmla="*/ 263967 h 914666"/>
                <a:gd name="connsiteX6" fmla="*/ 263967 w 914666"/>
                <a:gd name="connsiteY6" fmla="*/ 0 h 914666"/>
                <a:gd name="connsiteX7" fmla="*/ 457333 w 914666"/>
                <a:gd name="connsiteY7" fmla="*/ 0 h 914666"/>
                <a:gd name="connsiteX8" fmla="*/ 650699 w 914666"/>
                <a:gd name="connsiteY8" fmla="*/ 0 h 914666"/>
                <a:gd name="connsiteX9" fmla="*/ 914667 w 914666"/>
                <a:gd name="connsiteY9" fmla="*/ 263967 h 914666"/>
                <a:gd name="connsiteX10" fmla="*/ 914667 w 914666"/>
                <a:gd name="connsiteY10" fmla="*/ 457333 h 914666"/>
                <a:gd name="connsiteX11" fmla="*/ 914667 w 914666"/>
                <a:gd name="connsiteY11" fmla="*/ 650700 h 914666"/>
                <a:gd name="connsiteX12" fmla="*/ 650699 w 914666"/>
                <a:gd name="connsiteY12" fmla="*/ 914667 h 9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4666" h="914666">
                  <a:moveTo>
                    <a:pt x="650699" y="914667"/>
                  </a:moveTo>
                  <a:lnTo>
                    <a:pt x="457333" y="914667"/>
                  </a:lnTo>
                  <a:lnTo>
                    <a:pt x="263967" y="914667"/>
                  </a:lnTo>
                  <a:cubicBezTo>
                    <a:pt x="118764" y="914667"/>
                    <a:pt x="0" y="795903"/>
                    <a:pt x="0" y="650700"/>
                  </a:cubicBezTo>
                  <a:lnTo>
                    <a:pt x="0" y="457333"/>
                  </a:lnTo>
                  <a:lnTo>
                    <a:pt x="0" y="263967"/>
                  </a:lnTo>
                  <a:cubicBezTo>
                    <a:pt x="0" y="118764"/>
                    <a:pt x="118764" y="0"/>
                    <a:pt x="263967" y="0"/>
                  </a:cubicBezTo>
                  <a:lnTo>
                    <a:pt x="457333" y="0"/>
                  </a:lnTo>
                  <a:lnTo>
                    <a:pt x="650699" y="0"/>
                  </a:lnTo>
                  <a:cubicBezTo>
                    <a:pt x="795903" y="0"/>
                    <a:pt x="914667" y="118764"/>
                    <a:pt x="914667" y="263967"/>
                  </a:cubicBezTo>
                  <a:lnTo>
                    <a:pt x="914667" y="457333"/>
                  </a:lnTo>
                  <a:lnTo>
                    <a:pt x="914667" y="650700"/>
                  </a:lnTo>
                  <a:cubicBezTo>
                    <a:pt x="914667" y="795903"/>
                    <a:pt x="795903" y="914667"/>
                    <a:pt x="650699" y="914667"/>
                  </a:cubicBezTo>
                  <a:close/>
                </a:path>
              </a:pathLst>
            </a:custGeom>
            <a:gradFill flip="none" rotWithShape="1">
              <a:gsLst>
                <a:gs pos="0">
                  <a:schemeClr val="accent5"/>
                </a:gs>
                <a:gs pos="100000">
                  <a:schemeClr val="accent5">
                    <a:lumMod val="60000"/>
                    <a:lumOff val="40000"/>
                  </a:schemeClr>
                </a:gs>
              </a:gsLst>
              <a:lin ang="13500000" scaled="1"/>
              <a:tileRect/>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54" name="Group 53">
            <a:extLst>
              <a:ext uri="{FF2B5EF4-FFF2-40B4-BE49-F238E27FC236}">
                <a16:creationId xmlns:a16="http://schemas.microsoft.com/office/drawing/2014/main" id="{CA1DFA80-C00A-917B-E9D2-E07D7DFDB7D9}"/>
              </a:ext>
            </a:extLst>
          </p:cNvPr>
          <p:cNvGrpSpPr/>
          <p:nvPr/>
        </p:nvGrpSpPr>
        <p:grpSpPr>
          <a:xfrm>
            <a:off x="6577296" y="4291429"/>
            <a:ext cx="1276947" cy="1276946"/>
            <a:chOff x="6570627" y="4068356"/>
            <a:chExt cx="1276947" cy="1276946"/>
          </a:xfrm>
        </p:grpSpPr>
        <p:sp>
          <p:nvSpPr>
            <p:cNvPr id="26" name="Freeform: Shape 25">
              <a:extLst>
                <a:ext uri="{FF2B5EF4-FFF2-40B4-BE49-F238E27FC236}">
                  <a16:creationId xmlns:a16="http://schemas.microsoft.com/office/drawing/2014/main" id="{7677D661-6596-D54A-0076-C4FE45040140}"/>
                </a:ext>
              </a:extLst>
            </p:cNvPr>
            <p:cNvSpPr/>
            <p:nvPr/>
          </p:nvSpPr>
          <p:spPr>
            <a:xfrm>
              <a:off x="6570627" y="4068356"/>
              <a:ext cx="1276947" cy="1276946"/>
            </a:xfrm>
            <a:custGeom>
              <a:avLst/>
              <a:gdLst>
                <a:gd name="connsiteX0" fmla="*/ 834491 w 1200642"/>
                <a:gd name="connsiteY0" fmla="*/ 1200643 h 1200642"/>
                <a:gd name="connsiteX1" fmla="*/ 366153 w 1200642"/>
                <a:gd name="connsiteY1" fmla="*/ 1200643 h 1200642"/>
                <a:gd name="connsiteX2" fmla="*/ 0 w 1200642"/>
                <a:gd name="connsiteY2" fmla="*/ 834490 h 1200642"/>
                <a:gd name="connsiteX3" fmla="*/ 0 w 1200642"/>
                <a:gd name="connsiteY3" fmla="*/ 366152 h 1200642"/>
                <a:gd name="connsiteX4" fmla="*/ 366153 w 1200642"/>
                <a:gd name="connsiteY4" fmla="*/ 0 h 1200642"/>
                <a:gd name="connsiteX5" fmla="*/ 834491 w 1200642"/>
                <a:gd name="connsiteY5" fmla="*/ 0 h 1200642"/>
                <a:gd name="connsiteX6" fmla="*/ 1200643 w 1200642"/>
                <a:gd name="connsiteY6" fmla="*/ 366152 h 1200642"/>
                <a:gd name="connsiteX7" fmla="*/ 1200643 w 1200642"/>
                <a:gd name="connsiteY7" fmla="*/ 834490 h 1200642"/>
                <a:gd name="connsiteX8" fmla="*/ 834491 w 1200642"/>
                <a:gd name="connsiteY8" fmla="*/ 1200643 h 120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642" h="1200642">
                  <a:moveTo>
                    <a:pt x="834491" y="1200643"/>
                  </a:moveTo>
                  <a:lnTo>
                    <a:pt x="366153" y="1200643"/>
                  </a:lnTo>
                  <a:cubicBezTo>
                    <a:pt x="164783" y="1200643"/>
                    <a:pt x="0" y="1035860"/>
                    <a:pt x="0" y="834490"/>
                  </a:cubicBezTo>
                  <a:lnTo>
                    <a:pt x="0" y="366152"/>
                  </a:lnTo>
                  <a:cubicBezTo>
                    <a:pt x="0" y="164783"/>
                    <a:pt x="164783" y="0"/>
                    <a:pt x="366153" y="0"/>
                  </a:cubicBezTo>
                  <a:lnTo>
                    <a:pt x="834491" y="0"/>
                  </a:lnTo>
                  <a:cubicBezTo>
                    <a:pt x="1035860" y="0"/>
                    <a:pt x="1200643" y="164783"/>
                    <a:pt x="1200643" y="366152"/>
                  </a:cubicBezTo>
                  <a:lnTo>
                    <a:pt x="1200643" y="834490"/>
                  </a:lnTo>
                  <a:cubicBezTo>
                    <a:pt x="1200500" y="1035860"/>
                    <a:pt x="1035860" y="1200643"/>
                    <a:pt x="834491" y="1200643"/>
                  </a:cubicBezTo>
                  <a:close/>
                </a:path>
              </a:pathLst>
            </a:custGeom>
            <a:gradFill>
              <a:gsLst>
                <a:gs pos="0">
                  <a:schemeClr val="bg1">
                    <a:lumMod val="85000"/>
                  </a:schemeClr>
                </a:gs>
                <a:gs pos="100000">
                  <a:schemeClr val="bg1">
                    <a:lumMod val="95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27" name="Freeform: Shape 26">
              <a:extLst>
                <a:ext uri="{FF2B5EF4-FFF2-40B4-BE49-F238E27FC236}">
                  <a16:creationId xmlns:a16="http://schemas.microsoft.com/office/drawing/2014/main" id="{318FD04F-302F-D44B-19DE-2A28EDFF1119}"/>
                </a:ext>
              </a:extLst>
            </p:cNvPr>
            <p:cNvSpPr/>
            <p:nvPr/>
          </p:nvSpPr>
          <p:spPr>
            <a:xfrm>
              <a:off x="6722627" y="4220507"/>
              <a:ext cx="972796" cy="972795"/>
            </a:xfrm>
            <a:custGeom>
              <a:avLst/>
              <a:gdLst>
                <a:gd name="connsiteX0" fmla="*/ 650843 w 914666"/>
                <a:gd name="connsiteY0" fmla="*/ 914667 h 914666"/>
                <a:gd name="connsiteX1" fmla="*/ 457476 w 914666"/>
                <a:gd name="connsiteY1" fmla="*/ 914667 h 914666"/>
                <a:gd name="connsiteX2" fmla="*/ 263967 w 914666"/>
                <a:gd name="connsiteY2" fmla="*/ 914667 h 914666"/>
                <a:gd name="connsiteX3" fmla="*/ 0 w 914666"/>
                <a:gd name="connsiteY3" fmla="*/ 650700 h 914666"/>
                <a:gd name="connsiteX4" fmla="*/ 0 w 914666"/>
                <a:gd name="connsiteY4" fmla="*/ 457333 h 914666"/>
                <a:gd name="connsiteX5" fmla="*/ 0 w 914666"/>
                <a:gd name="connsiteY5" fmla="*/ 263967 h 914666"/>
                <a:gd name="connsiteX6" fmla="*/ 263967 w 914666"/>
                <a:gd name="connsiteY6" fmla="*/ 0 h 914666"/>
                <a:gd name="connsiteX7" fmla="*/ 457333 w 914666"/>
                <a:gd name="connsiteY7" fmla="*/ 0 h 914666"/>
                <a:gd name="connsiteX8" fmla="*/ 650699 w 914666"/>
                <a:gd name="connsiteY8" fmla="*/ 0 h 914666"/>
                <a:gd name="connsiteX9" fmla="*/ 914667 w 914666"/>
                <a:gd name="connsiteY9" fmla="*/ 263967 h 914666"/>
                <a:gd name="connsiteX10" fmla="*/ 914667 w 914666"/>
                <a:gd name="connsiteY10" fmla="*/ 457333 h 914666"/>
                <a:gd name="connsiteX11" fmla="*/ 914667 w 914666"/>
                <a:gd name="connsiteY11" fmla="*/ 650700 h 914666"/>
                <a:gd name="connsiteX12" fmla="*/ 650843 w 914666"/>
                <a:gd name="connsiteY12" fmla="*/ 914667 h 9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4666" h="914666">
                  <a:moveTo>
                    <a:pt x="650843" y="914667"/>
                  </a:moveTo>
                  <a:lnTo>
                    <a:pt x="457476" y="914667"/>
                  </a:lnTo>
                  <a:lnTo>
                    <a:pt x="263967" y="914667"/>
                  </a:lnTo>
                  <a:cubicBezTo>
                    <a:pt x="118764" y="914667"/>
                    <a:pt x="0" y="795903"/>
                    <a:pt x="0" y="650700"/>
                  </a:cubicBezTo>
                  <a:lnTo>
                    <a:pt x="0" y="457333"/>
                  </a:lnTo>
                  <a:lnTo>
                    <a:pt x="0" y="263967"/>
                  </a:lnTo>
                  <a:cubicBezTo>
                    <a:pt x="0" y="118764"/>
                    <a:pt x="118764" y="0"/>
                    <a:pt x="263967" y="0"/>
                  </a:cubicBezTo>
                  <a:lnTo>
                    <a:pt x="457333" y="0"/>
                  </a:lnTo>
                  <a:lnTo>
                    <a:pt x="650699" y="0"/>
                  </a:lnTo>
                  <a:cubicBezTo>
                    <a:pt x="795903" y="0"/>
                    <a:pt x="914667" y="118764"/>
                    <a:pt x="914667" y="263967"/>
                  </a:cubicBezTo>
                  <a:lnTo>
                    <a:pt x="914667" y="457333"/>
                  </a:lnTo>
                  <a:lnTo>
                    <a:pt x="914667" y="650700"/>
                  </a:lnTo>
                  <a:cubicBezTo>
                    <a:pt x="914667" y="795903"/>
                    <a:pt x="795903" y="914667"/>
                    <a:pt x="650843" y="914667"/>
                  </a:cubicBezTo>
                  <a:close/>
                </a:path>
              </a:pathLst>
            </a:custGeom>
            <a:gradFill flip="none" rotWithShape="1">
              <a:gsLst>
                <a:gs pos="0">
                  <a:schemeClr val="accent5"/>
                </a:gs>
                <a:gs pos="100000">
                  <a:schemeClr val="accent5">
                    <a:lumMod val="60000"/>
                    <a:lumOff val="40000"/>
                  </a:schemeClr>
                </a:gs>
              </a:gsLst>
              <a:lin ang="13500000" scaled="1"/>
              <a:tileRect/>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55" name="Group 54">
            <a:extLst>
              <a:ext uri="{FF2B5EF4-FFF2-40B4-BE49-F238E27FC236}">
                <a16:creationId xmlns:a16="http://schemas.microsoft.com/office/drawing/2014/main" id="{0864F576-B0BE-CAD1-2E20-46E7217C46A6}"/>
              </a:ext>
            </a:extLst>
          </p:cNvPr>
          <p:cNvGrpSpPr/>
          <p:nvPr/>
        </p:nvGrpSpPr>
        <p:grpSpPr>
          <a:xfrm>
            <a:off x="8806521" y="4291429"/>
            <a:ext cx="1276947" cy="1276946"/>
            <a:chOff x="8799852" y="4068356"/>
            <a:chExt cx="1276947" cy="1276946"/>
          </a:xfrm>
        </p:grpSpPr>
        <p:sp>
          <p:nvSpPr>
            <p:cNvPr id="29" name="Freeform: Shape 28">
              <a:extLst>
                <a:ext uri="{FF2B5EF4-FFF2-40B4-BE49-F238E27FC236}">
                  <a16:creationId xmlns:a16="http://schemas.microsoft.com/office/drawing/2014/main" id="{06F19768-550F-31D4-E13F-C993A837FD3D}"/>
                </a:ext>
              </a:extLst>
            </p:cNvPr>
            <p:cNvSpPr/>
            <p:nvPr/>
          </p:nvSpPr>
          <p:spPr>
            <a:xfrm>
              <a:off x="8799852" y="4068356"/>
              <a:ext cx="1276947" cy="1276946"/>
            </a:xfrm>
            <a:custGeom>
              <a:avLst/>
              <a:gdLst>
                <a:gd name="connsiteX0" fmla="*/ 834491 w 1200642"/>
                <a:gd name="connsiteY0" fmla="*/ 1200643 h 1200642"/>
                <a:gd name="connsiteX1" fmla="*/ 366152 w 1200642"/>
                <a:gd name="connsiteY1" fmla="*/ 1200643 h 1200642"/>
                <a:gd name="connsiteX2" fmla="*/ 0 w 1200642"/>
                <a:gd name="connsiteY2" fmla="*/ 834490 h 1200642"/>
                <a:gd name="connsiteX3" fmla="*/ 0 w 1200642"/>
                <a:gd name="connsiteY3" fmla="*/ 366152 h 1200642"/>
                <a:gd name="connsiteX4" fmla="*/ 366152 w 1200642"/>
                <a:gd name="connsiteY4" fmla="*/ 0 h 1200642"/>
                <a:gd name="connsiteX5" fmla="*/ 834491 w 1200642"/>
                <a:gd name="connsiteY5" fmla="*/ 0 h 1200642"/>
                <a:gd name="connsiteX6" fmla="*/ 1200643 w 1200642"/>
                <a:gd name="connsiteY6" fmla="*/ 366152 h 1200642"/>
                <a:gd name="connsiteX7" fmla="*/ 1200643 w 1200642"/>
                <a:gd name="connsiteY7" fmla="*/ 834490 h 1200642"/>
                <a:gd name="connsiteX8" fmla="*/ 834491 w 1200642"/>
                <a:gd name="connsiteY8" fmla="*/ 1200643 h 120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642" h="1200642">
                  <a:moveTo>
                    <a:pt x="834491" y="1200643"/>
                  </a:moveTo>
                  <a:lnTo>
                    <a:pt x="366152" y="1200643"/>
                  </a:lnTo>
                  <a:cubicBezTo>
                    <a:pt x="164783" y="1200643"/>
                    <a:pt x="0" y="1035860"/>
                    <a:pt x="0" y="834490"/>
                  </a:cubicBezTo>
                  <a:lnTo>
                    <a:pt x="0" y="366152"/>
                  </a:lnTo>
                  <a:cubicBezTo>
                    <a:pt x="0" y="164783"/>
                    <a:pt x="164783" y="0"/>
                    <a:pt x="366152" y="0"/>
                  </a:cubicBezTo>
                  <a:lnTo>
                    <a:pt x="834491" y="0"/>
                  </a:lnTo>
                  <a:cubicBezTo>
                    <a:pt x="1035860" y="0"/>
                    <a:pt x="1200643" y="164783"/>
                    <a:pt x="1200643" y="366152"/>
                  </a:cubicBezTo>
                  <a:lnTo>
                    <a:pt x="1200643" y="834490"/>
                  </a:lnTo>
                  <a:cubicBezTo>
                    <a:pt x="1200643" y="1035860"/>
                    <a:pt x="1035860" y="1200643"/>
                    <a:pt x="834491" y="1200643"/>
                  </a:cubicBezTo>
                  <a:close/>
                </a:path>
              </a:pathLst>
            </a:custGeom>
            <a:gradFill>
              <a:gsLst>
                <a:gs pos="0">
                  <a:schemeClr val="bg1">
                    <a:lumMod val="85000"/>
                  </a:schemeClr>
                </a:gs>
                <a:gs pos="100000">
                  <a:schemeClr val="bg1">
                    <a:lumMod val="95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30" name="Freeform: Shape 29">
              <a:extLst>
                <a:ext uri="{FF2B5EF4-FFF2-40B4-BE49-F238E27FC236}">
                  <a16:creationId xmlns:a16="http://schemas.microsoft.com/office/drawing/2014/main" id="{963858CE-6A7B-BB1B-6408-469C4B835877}"/>
                </a:ext>
              </a:extLst>
            </p:cNvPr>
            <p:cNvSpPr/>
            <p:nvPr/>
          </p:nvSpPr>
          <p:spPr>
            <a:xfrm>
              <a:off x="8952003" y="4220507"/>
              <a:ext cx="972796" cy="972795"/>
            </a:xfrm>
            <a:custGeom>
              <a:avLst/>
              <a:gdLst>
                <a:gd name="connsiteX0" fmla="*/ 650699 w 914666"/>
                <a:gd name="connsiteY0" fmla="*/ 914667 h 914666"/>
                <a:gd name="connsiteX1" fmla="*/ 457333 w 914666"/>
                <a:gd name="connsiteY1" fmla="*/ 914667 h 914666"/>
                <a:gd name="connsiteX2" fmla="*/ 263967 w 914666"/>
                <a:gd name="connsiteY2" fmla="*/ 914667 h 914666"/>
                <a:gd name="connsiteX3" fmla="*/ 0 w 914666"/>
                <a:gd name="connsiteY3" fmla="*/ 650700 h 914666"/>
                <a:gd name="connsiteX4" fmla="*/ 0 w 914666"/>
                <a:gd name="connsiteY4" fmla="*/ 457333 h 914666"/>
                <a:gd name="connsiteX5" fmla="*/ 0 w 914666"/>
                <a:gd name="connsiteY5" fmla="*/ 263967 h 914666"/>
                <a:gd name="connsiteX6" fmla="*/ 263967 w 914666"/>
                <a:gd name="connsiteY6" fmla="*/ 0 h 914666"/>
                <a:gd name="connsiteX7" fmla="*/ 457333 w 914666"/>
                <a:gd name="connsiteY7" fmla="*/ 0 h 914666"/>
                <a:gd name="connsiteX8" fmla="*/ 650699 w 914666"/>
                <a:gd name="connsiteY8" fmla="*/ 0 h 914666"/>
                <a:gd name="connsiteX9" fmla="*/ 914667 w 914666"/>
                <a:gd name="connsiteY9" fmla="*/ 263967 h 914666"/>
                <a:gd name="connsiteX10" fmla="*/ 914667 w 914666"/>
                <a:gd name="connsiteY10" fmla="*/ 457333 h 914666"/>
                <a:gd name="connsiteX11" fmla="*/ 914667 w 914666"/>
                <a:gd name="connsiteY11" fmla="*/ 650700 h 914666"/>
                <a:gd name="connsiteX12" fmla="*/ 650699 w 914666"/>
                <a:gd name="connsiteY12" fmla="*/ 914667 h 9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4666" h="914666">
                  <a:moveTo>
                    <a:pt x="650699" y="914667"/>
                  </a:moveTo>
                  <a:lnTo>
                    <a:pt x="457333" y="914667"/>
                  </a:lnTo>
                  <a:lnTo>
                    <a:pt x="263967" y="914667"/>
                  </a:lnTo>
                  <a:cubicBezTo>
                    <a:pt x="118764" y="914667"/>
                    <a:pt x="0" y="795903"/>
                    <a:pt x="0" y="650700"/>
                  </a:cubicBezTo>
                  <a:lnTo>
                    <a:pt x="0" y="457333"/>
                  </a:lnTo>
                  <a:lnTo>
                    <a:pt x="0" y="263967"/>
                  </a:lnTo>
                  <a:cubicBezTo>
                    <a:pt x="0" y="118764"/>
                    <a:pt x="118764" y="0"/>
                    <a:pt x="263967" y="0"/>
                  </a:cubicBezTo>
                  <a:lnTo>
                    <a:pt x="457333" y="0"/>
                  </a:lnTo>
                  <a:lnTo>
                    <a:pt x="650699" y="0"/>
                  </a:lnTo>
                  <a:cubicBezTo>
                    <a:pt x="795903" y="0"/>
                    <a:pt x="914667" y="118764"/>
                    <a:pt x="914667" y="263967"/>
                  </a:cubicBezTo>
                  <a:lnTo>
                    <a:pt x="914667" y="457333"/>
                  </a:lnTo>
                  <a:lnTo>
                    <a:pt x="914667" y="650700"/>
                  </a:lnTo>
                  <a:cubicBezTo>
                    <a:pt x="914667" y="795903"/>
                    <a:pt x="795903" y="914667"/>
                    <a:pt x="650699" y="914667"/>
                  </a:cubicBezTo>
                  <a:close/>
                </a:path>
              </a:pathLst>
            </a:custGeom>
            <a:gradFill flip="none" rotWithShape="1">
              <a:gsLst>
                <a:gs pos="0">
                  <a:schemeClr val="accent5"/>
                </a:gs>
                <a:gs pos="100000">
                  <a:schemeClr val="accent5">
                    <a:lumMod val="60000"/>
                    <a:lumOff val="40000"/>
                  </a:schemeClr>
                </a:gs>
              </a:gsLst>
              <a:lin ang="13500000" scaled="1"/>
              <a:tileRect/>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48" name="Group 47">
            <a:extLst>
              <a:ext uri="{FF2B5EF4-FFF2-40B4-BE49-F238E27FC236}">
                <a16:creationId xmlns:a16="http://schemas.microsoft.com/office/drawing/2014/main" id="{523843F1-F4F8-894E-5DA2-83D1662D808F}"/>
              </a:ext>
            </a:extLst>
          </p:cNvPr>
          <p:cNvGrpSpPr/>
          <p:nvPr/>
        </p:nvGrpSpPr>
        <p:grpSpPr>
          <a:xfrm>
            <a:off x="8806673" y="2209189"/>
            <a:ext cx="1276795" cy="1276794"/>
            <a:chOff x="8800004" y="1986116"/>
            <a:chExt cx="1276795" cy="1276794"/>
          </a:xfrm>
        </p:grpSpPr>
        <p:sp>
          <p:nvSpPr>
            <p:cNvPr id="17" name="Freeform: Shape 16">
              <a:extLst>
                <a:ext uri="{FF2B5EF4-FFF2-40B4-BE49-F238E27FC236}">
                  <a16:creationId xmlns:a16="http://schemas.microsoft.com/office/drawing/2014/main" id="{6E5D1455-FCCA-DD29-560E-523700F29732}"/>
                </a:ext>
              </a:extLst>
            </p:cNvPr>
            <p:cNvSpPr/>
            <p:nvPr/>
          </p:nvSpPr>
          <p:spPr>
            <a:xfrm>
              <a:off x="8800004" y="1986116"/>
              <a:ext cx="1276795" cy="1276794"/>
            </a:xfrm>
            <a:custGeom>
              <a:avLst/>
              <a:gdLst>
                <a:gd name="connsiteX0" fmla="*/ 834347 w 1200499"/>
                <a:gd name="connsiteY0" fmla="*/ 1200500 h 1200499"/>
                <a:gd name="connsiteX1" fmla="*/ 366009 w 1200499"/>
                <a:gd name="connsiteY1" fmla="*/ 1200500 h 1200499"/>
                <a:gd name="connsiteX2" fmla="*/ 0 w 1200499"/>
                <a:gd name="connsiteY2" fmla="*/ 834347 h 1200499"/>
                <a:gd name="connsiteX3" fmla="*/ 0 w 1200499"/>
                <a:gd name="connsiteY3" fmla="*/ 366152 h 1200499"/>
                <a:gd name="connsiteX4" fmla="*/ 366152 w 1200499"/>
                <a:gd name="connsiteY4" fmla="*/ 0 h 1200499"/>
                <a:gd name="connsiteX5" fmla="*/ 834491 w 1200499"/>
                <a:gd name="connsiteY5" fmla="*/ 0 h 1200499"/>
                <a:gd name="connsiteX6" fmla="*/ 1200500 w 1200499"/>
                <a:gd name="connsiteY6" fmla="*/ 366152 h 1200499"/>
                <a:gd name="connsiteX7" fmla="*/ 1200500 w 1200499"/>
                <a:gd name="connsiteY7" fmla="*/ 834490 h 1200499"/>
                <a:gd name="connsiteX8" fmla="*/ 834347 w 1200499"/>
                <a:gd name="connsiteY8" fmla="*/ 1200500 h 120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499" h="1200499">
                  <a:moveTo>
                    <a:pt x="834347" y="1200500"/>
                  </a:moveTo>
                  <a:lnTo>
                    <a:pt x="366009" y="1200500"/>
                  </a:lnTo>
                  <a:cubicBezTo>
                    <a:pt x="164783" y="1200500"/>
                    <a:pt x="0" y="1035717"/>
                    <a:pt x="0" y="834347"/>
                  </a:cubicBezTo>
                  <a:lnTo>
                    <a:pt x="0" y="366152"/>
                  </a:lnTo>
                  <a:cubicBezTo>
                    <a:pt x="0" y="164783"/>
                    <a:pt x="164783" y="0"/>
                    <a:pt x="366152" y="0"/>
                  </a:cubicBezTo>
                  <a:lnTo>
                    <a:pt x="834491" y="0"/>
                  </a:lnTo>
                  <a:cubicBezTo>
                    <a:pt x="1035717" y="0"/>
                    <a:pt x="1200500" y="164783"/>
                    <a:pt x="1200500" y="366152"/>
                  </a:cubicBezTo>
                  <a:lnTo>
                    <a:pt x="1200500" y="834490"/>
                  </a:lnTo>
                  <a:cubicBezTo>
                    <a:pt x="1200500" y="1035717"/>
                    <a:pt x="1035717" y="1200500"/>
                    <a:pt x="834347" y="1200500"/>
                  </a:cubicBezTo>
                  <a:close/>
                </a:path>
              </a:pathLst>
            </a:custGeom>
            <a:gradFill>
              <a:gsLst>
                <a:gs pos="0">
                  <a:schemeClr val="bg1">
                    <a:lumMod val="85000"/>
                  </a:schemeClr>
                </a:gs>
                <a:gs pos="100000">
                  <a:schemeClr val="bg1">
                    <a:lumMod val="95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35" name="Freeform: Shape 34">
              <a:extLst>
                <a:ext uri="{FF2B5EF4-FFF2-40B4-BE49-F238E27FC236}">
                  <a16:creationId xmlns:a16="http://schemas.microsoft.com/office/drawing/2014/main" id="{5BF25B4A-5F5B-C9BC-D508-39B928300B35}"/>
                </a:ext>
              </a:extLst>
            </p:cNvPr>
            <p:cNvSpPr/>
            <p:nvPr/>
          </p:nvSpPr>
          <p:spPr>
            <a:xfrm>
              <a:off x="8934092" y="2123440"/>
              <a:ext cx="1002148" cy="1002146"/>
            </a:xfrm>
            <a:custGeom>
              <a:avLst/>
              <a:gdLst>
                <a:gd name="connsiteX0" fmla="*/ 834347 w 1200499"/>
                <a:gd name="connsiteY0" fmla="*/ 1200500 h 1200499"/>
                <a:gd name="connsiteX1" fmla="*/ 366009 w 1200499"/>
                <a:gd name="connsiteY1" fmla="*/ 1200500 h 1200499"/>
                <a:gd name="connsiteX2" fmla="*/ 0 w 1200499"/>
                <a:gd name="connsiteY2" fmla="*/ 834347 h 1200499"/>
                <a:gd name="connsiteX3" fmla="*/ 0 w 1200499"/>
                <a:gd name="connsiteY3" fmla="*/ 366152 h 1200499"/>
                <a:gd name="connsiteX4" fmla="*/ 366152 w 1200499"/>
                <a:gd name="connsiteY4" fmla="*/ 0 h 1200499"/>
                <a:gd name="connsiteX5" fmla="*/ 834491 w 1200499"/>
                <a:gd name="connsiteY5" fmla="*/ 0 h 1200499"/>
                <a:gd name="connsiteX6" fmla="*/ 1200500 w 1200499"/>
                <a:gd name="connsiteY6" fmla="*/ 366152 h 1200499"/>
                <a:gd name="connsiteX7" fmla="*/ 1200500 w 1200499"/>
                <a:gd name="connsiteY7" fmla="*/ 834490 h 1200499"/>
                <a:gd name="connsiteX8" fmla="*/ 834347 w 1200499"/>
                <a:gd name="connsiteY8" fmla="*/ 1200500 h 120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499" h="1200499">
                  <a:moveTo>
                    <a:pt x="834347" y="1200500"/>
                  </a:moveTo>
                  <a:lnTo>
                    <a:pt x="366009" y="1200500"/>
                  </a:lnTo>
                  <a:cubicBezTo>
                    <a:pt x="164783" y="1200500"/>
                    <a:pt x="0" y="1035717"/>
                    <a:pt x="0" y="834347"/>
                  </a:cubicBezTo>
                  <a:lnTo>
                    <a:pt x="0" y="366152"/>
                  </a:lnTo>
                  <a:cubicBezTo>
                    <a:pt x="0" y="164783"/>
                    <a:pt x="164783" y="0"/>
                    <a:pt x="366152" y="0"/>
                  </a:cubicBezTo>
                  <a:lnTo>
                    <a:pt x="834491" y="0"/>
                  </a:lnTo>
                  <a:cubicBezTo>
                    <a:pt x="1035717" y="0"/>
                    <a:pt x="1200500" y="164783"/>
                    <a:pt x="1200500" y="366152"/>
                  </a:cubicBezTo>
                  <a:lnTo>
                    <a:pt x="1200500" y="834490"/>
                  </a:lnTo>
                  <a:cubicBezTo>
                    <a:pt x="1200500" y="1035717"/>
                    <a:pt x="1035717" y="1200500"/>
                    <a:pt x="834347" y="1200500"/>
                  </a:cubicBezTo>
                  <a:close/>
                </a:path>
              </a:pathLst>
            </a:custGeom>
            <a:gradFill>
              <a:gsLst>
                <a:gs pos="0">
                  <a:schemeClr val="accent5"/>
                </a:gs>
                <a:gs pos="100000">
                  <a:schemeClr val="accent5">
                    <a:lumMod val="60000"/>
                    <a:lumOff val="40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grpSp>
        <p:nvGrpSpPr>
          <p:cNvPr id="52" name="Group 51">
            <a:extLst>
              <a:ext uri="{FF2B5EF4-FFF2-40B4-BE49-F238E27FC236}">
                <a16:creationId xmlns:a16="http://schemas.microsoft.com/office/drawing/2014/main" id="{CB476EBB-CCA1-A929-4E7F-061B07403C72}"/>
              </a:ext>
            </a:extLst>
          </p:cNvPr>
          <p:cNvGrpSpPr/>
          <p:nvPr/>
        </p:nvGrpSpPr>
        <p:grpSpPr>
          <a:xfrm>
            <a:off x="2118696" y="4291581"/>
            <a:ext cx="1276795" cy="1276794"/>
            <a:chOff x="2112027" y="4068508"/>
            <a:chExt cx="1276795" cy="1276794"/>
          </a:xfrm>
        </p:grpSpPr>
        <p:sp>
          <p:nvSpPr>
            <p:cNvPr id="20" name="Freeform: Shape 19">
              <a:extLst>
                <a:ext uri="{FF2B5EF4-FFF2-40B4-BE49-F238E27FC236}">
                  <a16:creationId xmlns:a16="http://schemas.microsoft.com/office/drawing/2014/main" id="{0BCCEB17-913F-D06B-FF87-0BE4EB5A4702}"/>
                </a:ext>
              </a:extLst>
            </p:cNvPr>
            <p:cNvSpPr/>
            <p:nvPr/>
          </p:nvSpPr>
          <p:spPr>
            <a:xfrm>
              <a:off x="2112027" y="4068508"/>
              <a:ext cx="1276795" cy="1276794"/>
            </a:xfrm>
            <a:custGeom>
              <a:avLst/>
              <a:gdLst>
                <a:gd name="connsiteX0" fmla="*/ 834347 w 1200499"/>
                <a:gd name="connsiteY0" fmla="*/ 1200500 h 1200499"/>
                <a:gd name="connsiteX1" fmla="*/ 366152 w 1200499"/>
                <a:gd name="connsiteY1" fmla="*/ 1200500 h 1200499"/>
                <a:gd name="connsiteX2" fmla="*/ 0 w 1200499"/>
                <a:gd name="connsiteY2" fmla="*/ 834348 h 1200499"/>
                <a:gd name="connsiteX3" fmla="*/ 0 w 1200499"/>
                <a:gd name="connsiteY3" fmla="*/ 366010 h 1200499"/>
                <a:gd name="connsiteX4" fmla="*/ 366152 w 1200499"/>
                <a:gd name="connsiteY4" fmla="*/ 0 h 1200499"/>
                <a:gd name="connsiteX5" fmla="*/ 834490 w 1200499"/>
                <a:gd name="connsiteY5" fmla="*/ 0 h 1200499"/>
                <a:gd name="connsiteX6" fmla="*/ 1200500 w 1200499"/>
                <a:gd name="connsiteY6" fmla="*/ 366152 h 1200499"/>
                <a:gd name="connsiteX7" fmla="*/ 1200500 w 1200499"/>
                <a:gd name="connsiteY7" fmla="*/ 834490 h 1200499"/>
                <a:gd name="connsiteX8" fmla="*/ 834347 w 1200499"/>
                <a:gd name="connsiteY8" fmla="*/ 1200500 h 120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499" h="1200499">
                  <a:moveTo>
                    <a:pt x="834347" y="1200500"/>
                  </a:moveTo>
                  <a:lnTo>
                    <a:pt x="366152" y="1200500"/>
                  </a:lnTo>
                  <a:cubicBezTo>
                    <a:pt x="164783" y="1200500"/>
                    <a:pt x="0" y="1035717"/>
                    <a:pt x="0" y="834348"/>
                  </a:cubicBezTo>
                  <a:lnTo>
                    <a:pt x="0" y="366010"/>
                  </a:lnTo>
                  <a:cubicBezTo>
                    <a:pt x="0" y="164783"/>
                    <a:pt x="164783" y="0"/>
                    <a:pt x="366152" y="0"/>
                  </a:cubicBezTo>
                  <a:lnTo>
                    <a:pt x="834490" y="0"/>
                  </a:lnTo>
                  <a:cubicBezTo>
                    <a:pt x="1035717" y="0"/>
                    <a:pt x="1200500" y="164783"/>
                    <a:pt x="1200500" y="366152"/>
                  </a:cubicBezTo>
                  <a:lnTo>
                    <a:pt x="1200500" y="834490"/>
                  </a:lnTo>
                  <a:cubicBezTo>
                    <a:pt x="1200500" y="1035717"/>
                    <a:pt x="1035717" y="1200500"/>
                    <a:pt x="834347" y="1200500"/>
                  </a:cubicBezTo>
                  <a:close/>
                </a:path>
              </a:pathLst>
            </a:custGeom>
            <a:gradFill>
              <a:gsLst>
                <a:gs pos="0">
                  <a:schemeClr val="bg1">
                    <a:lumMod val="85000"/>
                  </a:schemeClr>
                </a:gs>
                <a:gs pos="100000">
                  <a:schemeClr val="bg1">
                    <a:lumMod val="95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21" name="Freeform: Shape 20">
              <a:extLst>
                <a:ext uri="{FF2B5EF4-FFF2-40B4-BE49-F238E27FC236}">
                  <a16:creationId xmlns:a16="http://schemas.microsoft.com/office/drawing/2014/main" id="{050EA6DB-9EFD-6005-AC10-3469B389202B}"/>
                </a:ext>
              </a:extLst>
            </p:cNvPr>
            <p:cNvSpPr/>
            <p:nvPr/>
          </p:nvSpPr>
          <p:spPr>
            <a:xfrm>
              <a:off x="2264026" y="4220507"/>
              <a:ext cx="972796" cy="972796"/>
            </a:xfrm>
            <a:custGeom>
              <a:avLst/>
              <a:gdLst>
                <a:gd name="connsiteX0" fmla="*/ 650699 w 914666"/>
                <a:gd name="connsiteY0" fmla="*/ 914667 h 914666"/>
                <a:gd name="connsiteX1" fmla="*/ 457333 w 914666"/>
                <a:gd name="connsiteY1" fmla="*/ 914667 h 914666"/>
                <a:gd name="connsiteX2" fmla="*/ 263967 w 914666"/>
                <a:gd name="connsiteY2" fmla="*/ 914667 h 914666"/>
                <a:gd name="connsiteX3" fmla="*/ 0 w 914666"/>
                <a:gd name="connsiteY3" fmla="*/ 650700 h 914666"/>
                <a:gd name="connsiteX4" fmla="*/ 0 w 914666"/>
                <a:gd name="connsiteY4" fmla="*/ 457333 h 914666"/>
                <a:gd name="connsiteX5" fmla="*/ 0 w 914666"/>
                <a:gd name="connsiteY5" fmla="*/ 263967 h 914666"/>
                <a:gd name="connsiteX6" fmla="*/ 263967 w 914666"/>
                <a:gd name="connsiteY6" fmla="*/ 0 h 914666"/>
                <a:gd name="connsiteX7" fmla="*/ 457333 w 914666"/>
                <a:gd name="connsiteY7" fmla="*/ 0 h 914666"/>
                <a:gd name="connsiteX8" fmla="*/ 650699 w 914666"/>
                <a:gd name="connsiteY8" fmla="*/ 0 h 914666"/>
                <a:gd name="connsiteX9" fmla="*/ 914667 w 914666"/>
                <a:gd name="connsiteY9" fmla="*/ 263967 h 914666"/>
                <a:gd name="connsiteX10" fmla="*/ 914667 w 914666"/>
                <a:gd name="connsiteY10" fmla="*/ 457333 h 914666"/>
                <a:gd name="connsiteX11" fmla="*/ 914667 w 914666"/>
                <a:gd name="connsiteY11" fmla="*/ 650700 h 914666"/>
                <a:gd name="connsiteX12" fmla="*/ 650699 w 914666"/>
                <a:gd name="connsiteY12" fmla="*/ 914667 h 9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4666" h="914666">
                  <a:moveTo>
                    <a:pt x="650699" y="914667"/>
                  </a:moveTo>
                  <a:lnTo>
                    <a:pt x="457333" y="914667"/>
                  </a:lnTo>
                  <a:lnTo>
                    <a:pt x="263967" y="914667"/>
                  </a:lnTo>
                  <a:cubicBezTo>
                    <a:pt x="118764" y="914667"/>
                    <a:pt x="0" y="795903"/>
                    <a:pt x="0" y="650700"/>
                  </a:cubicBezTo>
                  <a:lnTo>
                    <a:pt x="0" y="457333"/>
                  </a:lnTo>
                  <a:lnTo>
                    <a:pt x="0" y="263967"/>
                  </a:lnTo>
                  <a:cubicBezTo>
                    <a:pt x="0" y="118764"/>
                    <a:pt x="118764" y="0"/>
                    <a:pt x="263967" y="0"/>
                  </a:cubicBezTo>
                  <a:lnTo>
                    <a:pt x="457333" y="0"/>
                  </a:lnTo>
                  <a:lnTo>
                    <a:pt x="650699" y="0"/>
                  </a:lnTo>
                  <a:cubicBezTo>
                    <a:pt x="795903" y="0"/>
                    <a:pt x="914667" y="118764"/>
                    <a:pt x="914667" y="263967"/>
                  </a:cubicBezTo>
                  <a:lnTo>
                    <a:pt x="914667" y="457333"/>
                  </a:lnTo>
                  <a:lnTo>
                    <a:pt x="914667" y="650700"/>
                  </a:lnTo>
                  <a:cubicBezTo>
                    <a:pt x="914667" y="795903"/>
                    <a:pt x="795903" y="914667"/>
                    <a:pt x="650699" y="914667"/>
                  </a:cubicBezTo>
                  <a:close/>
                </a:path>
              </a:pathLst>
            </a:custGeom>
            <a:gradFill flip="none" rotWithShape="1">
              <a:gsLst>
                <a:gs pos="0">
                  <a:schemeClr val="accent5"/>
                </a:gs>
                <a:gs pos="100000">
                  <a:schemeClr val="accent5">
                    <a:lumMod val="60000"/>
                    <a:lumOff val="40000"/>
                  </a:schemeClr>
                </a:gs>
              </a:gsLst>
              <a:lin ang="13500000" scaled="1"/>
              <a:tileRect/>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36" name="Freeform: Shape 35">
              <a:extLst>
                <a:ext uri="{FF2B5EF4-FFF2-40B4-BE49-F238E27FC236}">
                  <a16:creationId xmlns:a16="http://schemas.microsoft.com/office/drawing/2014/main" id="{133CFFBC-B84C-FFB0-45D0-87C68EC7CA2C}"/>
                </a:ext>
              </a:extLst>
            </p:cNvPr>
            <p:cNvSpPr/>
            <p:nvPr/>
          </p:nvSpPr>
          <p:spPr>
            <a:xfrm>
              <a:off x="2246115" y="4205832"/>
              <a:ext cx="1002148" cy="1002146"/>
            </a:xfrm>
            <a:custGeom>
              <a:avLst/>
              <a:gdLst>
                <a:gd name="connsiteX0" fmla="*/ 834347 w 1200499"/>
                <a:gd name="connsiteY0" fmla="*/ 1200500 h 1200499"/>
                <a:gd name="connsiteX1" fmla="*/ 366152 w 1200499"/>
                <a:gd name="connsiteY1" fmla="*/ 1200500 h 1200499"/>
                <a:gd name="connsiteX2" fmla="*/ 0 w 1200499"/>
                <a:gd name="connsiteY2" fmla="*/ 834348 h 1200499"/>
                <a:gd name="connsiteX3" fmla="*/ 0 w 1200499"/>
                <a:gd name="connsiteY3" fmla="*/ 366010 h 1200499"/>
                <a:gd name="connsiteX4" fmla="*/ 366152 w 1200499"/>
                <a:gd name="connsiteY4" fmla="*/ 0 h 1200499"/>
                <a:gd name="connsiteX5" fmla="*/ 834490 w 1200499"/>
                <a:gd name="connsiteY5" fmla="*/ 0 h 1200499"/>
                <a:gd name="connsiteX6" fmla="*/ 1200500 w 1200499"/>
                <a:gd name="connsiteY6" fmla="*/ 366152 h 1200499"/>
                <a:gd name="connsiteX7" fmla="*/ 1200500 w 1200499"/>
                <a:gd name="connsiteY7" fmla="*/ 834490 h 1200499"/>
                <a:gd name="connsiteX8" fmla="*/ 834347 w 1200499"/>
                <a:gd name="connsiteY8" fmla="*/ 1200500 h 120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499" h="1200499">
                  <a:moveTo>
                    <a:pt x="834347" y="1200500"/>
                  </a:moveTo>
                  <a:lnTo>
                    <a:pt x="366152" y="1200500"/>
                  </a:lnTo>
                  <a:cubicBezTo>
                    <a:pt x="164783" y="1200500"/>
                    <a:pt x="0" y="1035717"/>
                    <a:pt x="0" y="834348"/>
                  </a:cubicBezTo>
                  <a:lnTo>
                    <a:pt x="0" y="366010"/>
                  </a:lnTo>
                  <a:cubicBezTo>
                    <a:pt x="0" y="164783"/>
                    <a:pt x="164783" y="0"/>
                    <a:pt x="366152" y="0"/>
                  </a:cubicBezTo>
                  <a:lnTo>
                    <a:pt x="834490" y="0"/>
                  </a:lnTo>
                  <a:cubicBezTo>
                    <a:pt x="1035717" y="0"/>
                    <a:pt x="1200500" y="164783"/>
                    <a:pt x="1200500" y="366152"/>
                  </a:cubicBezTo>
                  <a:lnTo>
                    <a:pt x="1200500" y="834490"/>
                  </a:lnTo>
                  <a:cubicBezTo>
                    <a:pt x="1200500" y="1035717"/>
                    <a:pt x="1035717" y="1200500"/>
                    <a:pt x="834347" y="1200500"/>
                  </a:cubicBezTo>
                  <a:close/>
                </a:path>
              </a:pathLst>
            </a:custGeom>
            <a:gradFill>
              <a:gsLst>
                <a:gs pos="0">
                  <a:schemeClr val="accent5"/>
                </a:gs>
                <a:gs pos="100000">
                  <a:schemeClr val="accent5">
                    <a:lumMod val="60000"/>
                    <a:lumOff val="40000"/>
                  </a:schemeClr>
                </a:gs>
              </a:gsLst>
              <a:lin ang="13500000" scaled="1"/>
            </a:gradFill>
            <a:ln w="14288"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cxnSp>
        <p:nvCxnSpPr>
          <p:cNvPr id="94" name="Straight Connector 93">
            <a:extLst>
              <a:ext uri="{FF2B5EF4-FFF2-40B4-BE49-F238E27FC236}">
                <a16:creationId xmlns:a16="http://schemas.microsoft.com/office/drawing/2014/main" id="{49FCACA4-7EDE-2048-4E33-8977F07BABFE}"/>
              </a:ext>
            </a:extLst>
          </p:cNvPr>
          <p:cNvCxnSpPr>
            <a:cxnSpLocks/>
          </p:cNvCxnSpPr>
          <p:nvPr/>
        </p:nvCxnSpPr>
        <p:spPr>
          <a:xfrm>
            <a:off x="1923622" y="1420558"/>
            <a:ext cx="1383895" cy="0"/>
          </a:xfrm>
          <a:prstGeom prst="line">
            <a:avLst/>
          </a:prstGeom>
          <a:ln w="38100">
            <a:solidFill>
              <a:schemeClr val="bg1">
                <a:lumMod val="85000"/>
              </a:schemeClr>
            </a:solidFill>
            <a:headEnd type="arrow" w="lg" len="sm"/>
            <a:tailEnd w="lg" len="med"/>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DEFE95E1-7FA4-C691-F961-804A7947E4F5}"/>
              </a:ext>
            </a:extLst>
          </p:cNvPr>
          <p:cNvSpPr txBox="1"/>
          <p:nvPr/>
        </p:nvSpPr>
        <p:spPr>
          <a:xfrm>
            <a:off x="3559118" y="1167020"/>
            <a:ext cx="1392843" cy="464596"/>
          </a:xfrm>
          <a:prstGeom prst="rect">
            <a:avLst/>
          </a:prstGeom>
          <a:noFill/>
        </p:spPr>
        <p:txBody>
          <a:bodyPr wrap="square" lIns="0" tIns="0" rIns="0" bIns="0" rtlCol="0" anchor="ctr">
            <a:no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95000"/>
                    <a:lumOff val="5000"/>
                  </a:prstClr>
                </a:solidFill>
                <a:effectLst/>
                <a:uLnTx/>
                <a:uFillTx/>
                <a:latin typeface="Segoe UI"/>
                <a:ea typeface="+mn-ea"/>
                <a:cs typeface="Segoe UI Light" panose="020B0502040204020203" pitchFamily="34" charset="0"/>
              </a:rPr>
              <a:t>Insert your desired text here. </a:t>
            </a:r>
          </a:p>
        </p:txBody>
      </p:sp>
      <p:pic>
        <p:nvPicPr>
          <p:cNvPr id="98" name="Graphic 97" descr="Monthly calendar with solid fill">
            <a:extLst>
              <a:ext uri="{FF2B5EF4-FFF2-40B4-BE49-F238E27FC236}">
                <a16:creationId xmlns:a16="http://schemas.microsoft.com/office/drawing/2014/main" id="{DB1E1D35-94BC-1E01-0EA2-94B4B4F23FD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983432" y="3862610"/>
            <a:ext cx="914400" cy="914400"/>
          </a:xfrm>
          <a:prstGeom prst="rect">
            <a:avLst/>
          </a:prstGeom>
        </p:spPr>
      </p:pic>
      <p:pic>
        <p:nvPicPr>
          <p:cNvPr id="100" name="Graphic 99" descr="Briefcase with solid fill">
            <a:extLst>
              <a:ext uri="{FF2B5EF4-FFF2-40B4-BE49-F238E27FC236}">
                <a16:creationId xmlns:a16="http://schemas.microsoft.com/office/drawing/2014/main" id="{CC4EEE2E-3649-36FE-A6D9-914A5083C73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367809" y="1686217"/>
            <a:ext cx="426497" cy="426497"/>
          </a:xfrm>
          <a:prstGeom prst="rect">
            <a:avLst/>
          </a:prstGeom>
        </p:spPr>
      </p:pic>
      <p:pic>
        <p:nvPicPr>
          <p:cNvPr id="104" name="Graphic 103" descr="Branching diagram with solid fill">
            <a:extLst>
              <a:ext uri="{FF2B5EF4-FFF2-40B4-BE49-F238E27FC236}">
                <a16:creationId xmlns:a16="http://schemas.microsoft.com/office/drawing/2014/main" id="{8C4C7E33-E58B-4A6B-42FC-3309C07765E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920537" y="2046347"/>
            <a:ext cx="642431" cy="642431"/>
          </a:xfrm>
          <a:prstGeom prst="rect">
            <a:avLst/>
          </a:prstGeom>
        </p:spPr>
      </p:pic>
      <p:pic>
        <p:nvPicPr>
          <p:cNvPr id="106" name="Graphic 105" descr="Circular flowchart with solid fill">
            <a:extLst>
              <a:ext uri="{FF2B5EF4-FFF2-40B4-BE49-F238E27FC236}">
                <a16:creationId xmlns:a16="http://schemas.microsoft.com/office/drawing/2014/main" id="{7E7435FF-8CA3-3C3C-ECAB-82D83210F0A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218987" y="3753032"/>
            <a:ext cx="807954" cy="807954"/>
          </a:xfrm>
          <a:prstGeom prst="rect">
            <a:avLst/>
          </a:prstGeom>
        </p:spPr>
      </p:pic>
      <p:pic>
        <p:nvPicPr>
          <p:cNvPr id="108" name="Graphic 107" descr="Magnifying glass with solid fill">
            <a:extLst>
              <a:ext uri="{FF2B5EF4-FFF2-40B4-BE49-F238E27FC236}">
                <a16:creationId xmlns:a16="http://schemas.microsoft.com/office/drawing/2014/main" id="{2446E3C4-C588-E816-F32E-C0A790193CEE}"/>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7804736" y="1702590"/>
            <a:ext cx="615638" cy="615638"/>
          </a:xfrm>
          <a:prstGeom prst="rect">
            <a:avLst/>
          </a:prstGeom>
        </p:spPr>
      </p:pic>
      <p:pic>
        <p:nvPicPr>
          <p:cNvPr id="110" name="Graphic 109" descr="Gears with solid fill">
            <a:extLst>
              <a:ext uri="{FF2B5EF4-FFF2-40B4-BE49-F238E27FC236}">
                <a16:creationId xmlns:a16="http://schemas.microsoft.com/office/drawing/2014/main" id="{E1F0928D-E8F3-5D20-7B8B-63A7BF68C1FE}"/>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3564595" y="2926507"/>
            <a:ext cx="637493" cy="637493"/>
          </a:xfrm>
          <a:prstGeom prst="rect">
            <a:avLst/>
          </a:prstGeom>
        </p:spPr>
      </p:pic>
      <p:pic>
        <p:nvPicPr>
          <p:cNvPr id="112" name="Graphic 111" descr="Head with gears with solid fill">
            <a:extLst>
              <a:ext uri="{FF2B5EF4-FFF2-40B4-BE49-F238E27FC236}">
                <a16:creationId xmlns:a16="http://schemas.microsoft.com/office/drawing/2014/main" id="{30D43CAF-E54A-C67C-358C-AA312F4F10E7}"/>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120066" y="1719069"/>
            <a:ext cx="794404" cy="794404"/>
          </a:xfrm>
          <a:prstGeom prst="rect">
            <a:avLst/>
          </a:prstGeom>
        </p:spPr>
      </p:pic>
      <p:grpSp>
        <p:nvGrpSpPr>
          <p:cNvPr id="123" name="Group 122">
            <a:extLst>
              <a:ext uri="{FF2B5EF4-FFF2-40B4-BE49-F238E27FC236}">
                <a16:creationId xmlns:a16="http://schemas.microsoft.com/office/drawing/2014/main" id="{EF126BBD-A5BE-1074-A051-C390949CF81C}"/>
              </a:ext>
            </a:extLst>
          </p:cNvPr>
          <p:cNvGrpSpPr/>
          <p:nvPr/>
        </p:nvGrpSpPr>
        <p:grpSpPr>
          <a:xfrm>
            <a:off x="5790077" y="4090085"/>
            <a:ext cx="517719" cy="557911"/>
            <a:chOff x="5779045" y="3604045"/>
            <a:chExt cx="719053" cy="774875"/>
          </a:xfrm>
        </p:grpSpPr>
        <p:grpSp>
          <p:nvGrpSpPr>
            <p:cNvPr id="122" name="Group 121">
              <a:extLst>
                <a:ext uri="{FF2B5EF4-FFF2-40B4-BE49-F238E27FC236}">
                  <a16:creationId xmlns:a16="http://schemas.microsoft.com/office/drawing/2014/main" id="{DA0FC422-6C92-47A4-239D-32FDCA6A6DC3}"/>
                </a:ext>
              </a:extLst>
            </p:cNvPr>
            <p:cNvGrpSpPr/>
            <p:nvPr/>
          </p:nvGrpSpPr>
          <p:grpSpPr>
            <a:xfrm>
              <a:off x="5806380" y="4005064"/>
              <a:ext cx="691718" cy="373856"/>
              <a:chOff x="11842942" y="3035747"/>
              <a:chExt cx="691718" cy="373856"/>
            </a:xfrm>
          </p:grpSpPr>
          <p:sp>
            <p:nvSpPr>
              <p:cNvPr id="115" name="Freeform: Shape 114">
                <a:extLst>
                  <a:ext uri="{FF2B5EF4-FFF2-40B4-BE49-F238E27FC236}">
                    <a16:creationId xmlns:a16="http://schemas.microsoft.com/office/drawing/2014/main" id="{38BB0A4C-57D0-0526-57EB-802AAAF8E00F}"/>
                  </a:ext>
                </a:extLst>
              </p:cNvPr>
              <p:cNvSpPr/>
              <p:nvPr/>
            </p:nvSpPr>
            <p:spPr>
              <a:xfrm>
                <a:off x="12312334" y="3035747"/>
                <a:ext cx="148209" cy="148209"/>
              </a:xfrm>
              <a:custGeom>
                <a:avLst/>
                <a:gdLst>
                  <a:gd name="connsiteX0" fmla="*/ 148209 w 148209"/>
                  <a:gd name="connsiteY0" fmla="*/ 74104 h 148209"/>
                  <a:gd name="connsiteX1" fmla="*/ 74105 w 148209"/>
                  <a:gd name="connsiteY1" fmla="*/ 148209 h 148209"/>
                  <a:gd name="connsiteX2" fmla="*/ 0 w 148209"/>
                  <a:gd name="connsiteY2" fmla="*/ 74104 h 148209"/>
                  <a:gd name="connsiteX3" fmla="*/ 74105 w 148209"/>
                  <a:gd name="connsiteY3" fmla="*/ 0 h 148209"/>
                  <a:gd name="connsiteX4" fmla="*/ 148209 w 148209"/>
                  <a:gd name="connsiteY4" fmla="*/ 74104 h 148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09" h="148209">
                    <a:moveTo>
                      <a:pt x="148209" y="74104"/>
                    </a:moveTo>
                    <a:cubicBezTo>
                      <a:pt x="148209" y="115031"/>
                      <a:pt x="115031" y="148209"/>
                      <a:pt x="74105" y="148209"/>
                    </a:cubicBezTo>
                    <a:cubicBezTo>
                      <a:pt x="33178" y="148209"/>
                      <a:pt x="0" y="115031"/>
                      <a:pt x="0" y="74104"/>
                    </a:cubicBezTo>
                    <a:cubicBezTo>
                      <a:pt x="0" y="33178"/>
                      <a:pt x="33178" y="0"/>
                      <a:pt x="74105" y="0"/>
                    </a:cubicBezTo>
                    <a:cubicBezTo>
                      <a:pt x="115031" y="0"/>
                      <a:pt x="148209" y="33178"/>
                      <a:pt x="148209" y="74104"/>
                    </a:cubicBezTo>
                    <a:close/>
                  </a:path>
                </a:pathLst>
              </a:custGeom>
              <a:solidFill>
                <a:schemeClr val="bg1">
                  <a:lumMod val="95000"/>
                </a:schemeClr>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116" name="Freeform: Shape 115">
                <a:extLst>
                  <a:ext uri="{FF2B5EF4-FFF2-40B4-BE49-F238E27FC236}">
                    <a16:creationId xmlns:a16="http://schemas.microsoft.com/office/drawing/2014/main" id="{B6CE17AB-25B7-B233-6D1C-FE632D27B499}"/>
                  </a:ext>
                </a:extLst>
              </p:cNvPr>
              <p:cNvSpPr/>
              <p:nvPr/>
            </p:nvSpPr>
            <p:spPr>
              <a:xfrm>
                <a:off x="11917142" y="3035747"/>
                <a:ext cx="148209" cy="148209"/>
              </a:xfrm>
              <a:custGeom>
                <a:avLst/>
                <a:gdLst>
                  <a:gd name="connsiteX0" fmla="*/ 148209 w 148209"/>
                  <a:gd name="connsiteY0" fmla="*/ 74104 h 148209"/>
                  <a:gd name="connsiteX1" fmla="*/ 74105 w 148209"/>
                  <a:gd name="connsiteY1" fmla="*/ 148209 h 148209"/>
                  <a:gd name="connsiteX2" fmla="*/ 0 w 148209"/>
                  <a:gd name="connsiteY2" fmla="*/ 74104 h 148209"/>
                  <a:gd name="connsiteX3" fmla="*/ 74105 w 148209"/>
                  <a:gd name="connsiteY3" fmla="*/ 0 h 148209"/>
                  <a:gd name="connsiteX4" fmla="*/ 148209 w 148209"/>
                  <a:gd name="connsiteY4" fmla="*/ 74104 h 148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09" h="148209">
                    <a:moveTo>
                      <a:pt x="148209" y="74104"/>
                    </a:moveTo>
                    <a:cubicBezTo>
                      <a:pt x="148209" y="115031"/>
                      <a:pt x="115031" y="148209"/>
                      <a:pt x="74105" y="148209"/>
                    </a:cubicBezTo>
                    <a:cubicBezTo>
                      <a:pt x="33178" y="148209"/>
                      <a:pt x="0" y="115031"/>
                      <a:pt x="0" y="74104"/>
                    </a:cubicBezTo>
                    <a:cubicBezTo>
                      <a:pt x="0" y="33178"/>
                      <a:pt x="33178" y="0"/>
                      <a:pt x="74105" y="0"/>
                    </a:cubicBezTo>
                    <a:cubicBezTo>
                      <a:pt x="115031" y="0"/>
                      <a:pt x="148209" y="33178"/>
                      <a:pt x="148209" y="74104"/>
                    </a:cubicBezTo>
                    <a:close/>
                  </a:path>
                </a:pathLst>
              </a:custGeom>
              <a:solidFill>
                <a:schemeClr val="bg1">
                  <a:lumMod val="95000"/>
                </a:schemeClr>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117" name="Freeform: Shape 116">
                <a:extLst>
                  <a:ext uri="{FF2B5EF4-FFF2-40B4-BE49-F238E27FC236}">
                    <a16:creationId xmlns:a16="http://schemas.microsoft.com/office/drawing/2014/main" id="{2B4F48C3-8660-F87E-E78F-E03E43537F33}"/>
                  </a:ext>
                </a:extLst>
              </p:cNvPr>
              <p:cNvSpPr/>
              <p:nvPr/>
            </p:nvSpPr>
            <p:spPr>
              <a:xfrm>
                <a:off x="12266328" y="3204053"/>
                <a:ext cx="268332" cy="148400"/>
              </a:xfrm>
              <a:custGeom>
                <a:avLst/>
                <a:gdLst>
                  <a:gd name="connsiteX0" fmla="*/ 253556 w 268332"/>
                  <a:gd name="connsiteY0" fmla="*/ 44101 h 148400"/>
                  <a:gd name="connsiteX1" fmla="*/ 181070 w 268332"/>
                  <a:gd name="connsiteY1" fmla="*/ 9526 h 148400"/>
                  <a:gd name="connsiteX2" fmla="*/ 120110 w 268332"/>
                  <a:gd name="connsiteY2" fmla="*/ 1 h 148400"/>
                  <a:gd name="connsiteX3" fmla="*/ 59246 w 268332"/>
                  <a:gd name="connsiteY3" fmla="*/ 9526 h 148400"/>
                  <a:gd name="connsiteX4" fmla="*/ 3429 w 268332"/>
                  <a:gd name="connsiteY4" fmla="*/ 33529 h 148400"/>
                  <a:gd name="connsiteX5" fmla="*/ 0 w 268332"/>
                  <a:gd name="connsiteY5" fmla="*/ 37434 h 148400"/>
                  <a:gd name="connsiteX6" fmla="*/ 76200 w 268332"/>
                  <a:gd name="connsiteY6" fmla="*/ 75534 h 148400"/>
                  <a:gd name="connsiteX7" fmla="*/ 104013 w 268332"/>
                  <a:gd name="connsiteY7" fmla="*/ 131446 h 148400"/>
                  <a:gd name="connsiteX8" fmla="*/ 104013 w 268332"/>
                  <a:gd name="connsiteY8" fmla="*/ 148400 h 148400"/>
                  <a:gd name="connsiteX9" fmla="*/ 268319 w 268332"/>
                  <a:gd name="connsiteY9" fmla="*/ 148400 h 148400"/>
                  <a:gd name="connsiteX10" fmla="*/ 268319 w 268332"/>
                  <a:gd name="connsiteY10" fmla="*/ 73819 h 148400"/>
                  <a:gd name="connsiteX11" fmla="*/ 253556 w 268332"/>
                  <a:gd name="connsiteY11" fmla="*/ 44101 h 14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332" h="148400">
                    <a:moveTo>
                      <a:pt x="253556" y="44101"/>
                    </a:moveTo>
                    <a:cubicBezTo>
                      <a:pt x="232176" y="27474"/>
                      <a:pt x="207446" y="15679"/>
                      <a:pt x="181070" y="9526"/>
                    </a:cubicBezTo>
                    <a:cubicBezTo>
                      <a:pt x="161246" y="3734"/>
                      <a:pt x="140756" y="532"/>
                      <a:pt x="120110" y="1"/>
                    </a:cubicBezTo>
                    <a:cubicBezTo>
                      <a:pt x="99448" y="-46"/>
                      <a:pt x="78906" y="3169"/>
                      <a:pt x="59246" y="9526"/>
                    </a:cubicBezTo>
                    <a:cubicBezTo>
                      <a:pt x="39570" y="14764"/>
                      <a:pt x="20765" y="22851"/>
                      <a:pt x="3429" y="33529"/>
                    </a:cubicBezTo>
                    <a:lnTo>
                      <a:pt x="0" y="37434"/>
                    </a:lnTo>
                    <a:cubicBezTo>
                      <a:pt x="27693" y="44909"/>
                      <a:pt x="53604" y="57865"/>
                      <a:pt x="76200" y="75534"/>
                    </a:cubicBezTo>
                    <a:cubicBezTo>
                      <a:pt x="93960" y="88582"/>
                      <a:pt x="104321" y="109409"/>
                      <a:pt x="104013" y="131446"/>
                    </a:cubicBezTo>
                    <a:lnTo>
                      <a:pt x="104013" y="148400"/>
                    </a:lnTo>
                    <a:lnTo>
                      <a:pt x="268319" y="148400"/>
                    </a:lnTo>
                    <a:lnTo>
                      <a:pt x="268319" y="73819"/>
                    </a:lnTo>
                    <a:cubicBezTo>
                      <a:pt x="268644" y="62075"/>
                      <a:pt x="263111" y="50937"/>
                      <a:pt x="253556" y="44101"/>
                    </a:cubicBezTo>
                    <a:close/>
                  </a:path>
                </a:pathLst>
              </a:custGeom>
              <a:solidFill>
                <a:schemeClr val="bg1">
                  <a:lumMod val="95000"/>
                </a:schemeClr>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118" name="Freeform: Shape 117">
                <a:extLst>
                  <a:ext uri="{FF2B5EF4-FFF2-40B4-BE49-F238E27FC236}">
                    <a16:creationId xmlns:a16="http://schemas.microsoft.com/office/drawing/2014/main" id="{F72CDCE0-7B61-4E22-61EF-1813533ADCEA}"/>
                  </a:ext>
                </a:extLst>
              </p:cNvPr>
              <p:cNvSpPr/>
              <p:nvPr/>
            </p:nvSpPr>
            <p:spPr>
              <a:xfrm>
                <a:off x="11842942" y="3204053"/>
                <a:ext cx="268700" cy="148400"/>
              </a:xfrm>
              <a:custGeom>
                <a:avLst/>
                <a:gdLst>
                  <a:gd name="connsiteX0" fmla="*/ 164687 w 268700"/>
                  <a:gd name="connsiteY0" fmla="*/ 131446 h 148400"/>
                  <a:gd name="connsiteX1" fmla="*/ 191453 w 268700"/>
                  <a:gd name="connsiteY1" fmla="*/ 76486 h 148400"/>
                  <a:gd name="connsiteX2" fmla="*/ 192500 w 268700"/>
                  <a:gd name="connsiteY2" fmla="*/ 75534 h 148400"/>
                  <a:gd name="connsiteX3" fmla="*/ 193739 w 268700"/>
                  <a:gd name="connsiteY3" fmla="*/ 74677 h 148400"/>
                  <a:gd name="connsiteX4" fmla="*/ 268700 w 268700"/>
                  <a:gd name="connsiteY4" fmla="*/ 37529 h 148400"/>
                  <a:gd name="connsiteX5" fmla="*/ 263271 w 268700"/>
                  <a:gd name="connsiteY5" fmla="*/ 31338 h 148400"/>
                  <a:gd name="connsiteX6" fmla="*/ 209169 w 268700"/>
                  <a:gd name="connsiteY6" fmla="*/ 9526 h 148400"/>
                  <a:gd name="connsiteX7" fmla="*/ 148304 w 268700"/>
                  <a:gd name="connsiteY7" fmla="*/ 1 h 148400"/>
                  <a:gd name="connsiteX8" fmla="*/ 87344 w 268700"/>
                  <a:gd name="connsiteY8" fmla="*/ 9526 h 148400"/>
                  <a:gd name="connsiteX9" fmla="*/ 14859 w 268700"/>
                  <a:gd name="connsiteY9" fmla="*/ 44101 h 148400"/>
                  <a:gd name="connsiteX10" fmla="*/ 0 w 268700"/>
                  <a:gd name="connsiteY10" fmla="*/ 73819 h 148400"/>
                  <a:gd name="connsiteX11" fmla="*/ 0 w 268700"/>
                  <a:gd name="connsiteY11" fmla="*/ 148400 h 148400"/>
                  <a:gd name="connsiteX12" fmla="*/ 164687 w 268700"/>
                  <a:gd name="connsiteY12" fmla="*/ 148400 h 14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700" h="148400">
                    <a:moveTo>
                      <a:pt x="164687" y="131446"/>
                    </a:moveTo>
                    <a:cubicBezTo>
                      <a:pt x="164702" y="109990"/>
                      <a:pt x="174570" y="89728"/>
                      <a:pt x="191453" y="76486"/>
                    </a:cubicBezTo>
                    <a:lnTo>
                      <a:pt x="192500" y="75534"/>
                    </a:lnTo>
                    <a:lnTo>
                      <a:pt x="193739" y="74677"/>
                    </a:lnTo>
                    <a:cubicBezTo>
                      <a:pt x="216602" y="58406"/>
                      <a:pt x="241905" y="45867"/>
                      <a:pt x="268700" y="37529"/>
                    </a:cubicBezTo>
                    <a:cubicBezTo>
                      <a:pt x="266795" y="35529"/>
                      <a:pt x="264986" y="33433"/>
                      <a:pt x="263271" y="31338"/>
                    </a:cubicBezTo>
                    <a:cubicBezTo>
                      <a:pt x="246372" y="21520"/>
                      <a:pt x="228152" y="14175"/>
                      <a:pt x="209169" y="9526"/>
                    </a:cubicBezTo>
                    <a:cubicBezTo>
                      <a:pt x="189376" y="3742"/>
                      <a:pt x="168918" y="541"/>
                      <a:pt x="148304" y="1"/>
                    </a:cubicBezTo>
                    <a:cubicBezTo>
                      <a:pt x="127609" y="-53"/>
                      <a:pt x="107036" y="3162"/>
                      <a:pt x="87344" y="9526"/>
                    </a:cubicBezTo>
                    <a:cubicBezTo>
                      <a:pt x="61338" y="16700"/>
                      <a:pt x="36801" y="28404"/>
                      <a:pt x="14859" y="44101"/>
                    </a:cubicBezTo>
                    <a:cubicBezTo>
                      <a:pt x="5620" y="51212"/>
                      <a:pt x="146" y="62162"/>
                      <a:pt x="0" y="73819"/>
                    </a:cubicBezTo>
                    <a:lnTo>
                      <a:pt x="0" y="148400"/>
                    </a:lnTo>
                    <a:lnTo>
                      <a:pt x="164687" y="148400"/>
                    </a:lnTo>
                    <a:close/>
                  </a:path>
                </a:pathLst>
              </a:custGeom>
              <a:solidFill>
                <a:schemeClr val="bg1">
                  <a:lumMod val="95000"/>
                </a:schemeClr>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119" name="Freeform: Shape 118">
                <a:extLst>
                  <a:ext uri="{FF2B5EF4-FFF2-40B4-BE49-F238E27FC236}">
                    <a16:creationId xmlns:a16="http://schemas.microsoft.com/office/drawing/2014/main" id="{F8FE74BC-E79F-15E1-8B98-8C5C472B9E1D}"/>
                  </a:ext>
                </a:extLst>
              </p:cNvPr>
              <p:cNvSpPr/>
              <p:nvPr/>
            </p:nvSpPr>
            <p:spPr>
              <a:xfrm>
                <a:off x="12040586" y="3261774"/>
                <a:ext cx="296525" cy="147829"/>
              </a:xfrm>
              <a:custGeom>
                <a:avLst/>
                <a:gdLst>
                  <a:gd name="connsiteX0" fmla="*/ 0 w 296525"/>
                  <a:gd name="connsiteY0" fmla="*/ 147830 h 147829"/>
                  <a:gd name="connsiteX1" fmla="*/ 0 w 296525"/>
                  <a:gd name="connsiteY1" fmla="*/ 73725 h 147829"/>
                  <a:gd name="connsiteX2" fmla="*/ 14859 w 296525"/>
                  <a:gd name="connsiteY2" fmla="*/ 44103 h 147829"/>
                  <a:gd name="connsiteX3" fmla="*/ 87344 w 296525"/>
                  <a:gd name="connsiteY3" fmla="*/ 9527 h 147829"/>
                  <a:gd name="connsiteX4" fmla="*/ 148209 w 296525"/>
                  <a:gd name="connsiteY4" fmla="*/ 2 h 147829"/>
                  <a:gd name="connsiteX5" fmla="*/ 209169 w 296525"/>
                  <a:gd name="connsiteY5" fmla="*/ 9527 h 147829"/>
                  <a:gd name="connsiteX6" fmla="*/ 281654 w 296525"/>
                  <a:gd name="connsiteY6" fmla="*/ 44103 h 147829"/>
                  <a:gd name="connsiteX7" fmla="*/ 296513 w 296525"/>
                  <a:gd name="connsiteY7" fmla="*/ 73725 h 147829"/>
                  <a:gd name="connsiteX8" fmla="*/ 296513 w 296525"/>
                  <a:gd name="connsiteY8" fmla="*/ 147830 h 14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6525" h="147829">
                    <a:moveTo>
                      <a:pt x="0" y="147830"/>
                    </a:moveTo>
                    <a:lnTo>
                      <a:pt x="0" y="73725"/>
                    </a:lnTo>
                    <a:cubicBezTo>
                      <a:pt x="45" y="62070"/>
                      <a:pt x="5544" y="51107"/>
                      <a:pt x="14859" y="44103"/>
                    </a:cubicBezTo>
                    <a:cubicBezTo>
                      <a:pt x="36757" y="28332"/>
                      <a:pt x="61308" y="16621"/>
                      <a:pt x="87344" y="9527"/>
                    </a:cubicBezTo>
                    <a:cubicBezTo>
                      <a:pt x="106995" y="3128"/>
                      <a:pt x="127543" y="-88"/>
                      <a:pt x="148209" y="2"/>
                    </a:cubicBezTo>
                    <a:cubicBezTo>
                      <a:pt x="168859" y="487"/>
                      <a:pt x="189355" y="3690"/>
                      <a:pt x="209169" y="9527"/>
                    </a:cubicBezTo>
                    <a:cubicBezTo>
                      <a:pt x="235573" y="15599"/>
                      <a:pt x="260319" y="27402"/>
                      <a:pt x="281654" y="44103"/>
                    </a:cubicBezTo>
                    <a:cubicBezTo>
                      <a:pt x="291244" y="50876"/>
                      <a:pt x="296819" y="61990"/>
                      <a:pt x="296513" y="73725"/>
                    </a:cubicBezTo>
                    <a:lnTo>
                      <a:pt x="296513" y="147830"/>
                    </a:lnTo>
                    <a:close/>
                  </a:path>
                </a:pathLst>
              </a:custGeom>
              <a:solidFill>
                <a:schemeClr val="bg1">
                  <a:lumMod val="95000"/>
                </a:schemeClr>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sp>
            <p:nvSpPr>
              <p:cNvPr id="120" name="Freeform: Shape 119">
                <a:extLst>
                  <a:ext uri="{FF2B5EF4-FFF2-40B4-BE49-F238E27FC236}">
                    <a16:creationId xmlns:a16="http://schemas.microsoft.com/office/drawing/2014/main" id="{5E65ADB0-981D-6C4E-395A-7F793E079228}"/>
                  </a:ext>
                </a:extLst>
              </p:cNvPr>
              <p:cNvSpPr/>
              <p:nvPr/>
            </p:nvSpPr>
            <p:spPr>
              <a:xfrm>
                <a:off x="12114691" y="3093374"/>
                <a:ext cx="148209" cy="148209"/>
              </a:xfrm>
              <a:custGeom>
                <a:avLst/>
                <a:gdLst>
                  <a:gd name="connsiteX0" fmla="*/ 148209 w 148209"/>
                  <a:gd name="connsiteY0" fmla="*/ 74105 h 148209"/>
                  <a:gd name="connsiteX1" fmla="*/ 74105 w 148209"/>
                  <a:gd name="connsiteY1" fmla="*/ 148209 h 148209"/>
                  <a:gd name="connsiteX2" fmla="*/ 0 w 148209"/>
                  <a:gd name="connsiteY2" fmla="*/ 74105 h 148209"/>
                  <a:gd name="connsiteX3" fmla="*/ 74105 w 148209"/>
                  <a:gd name="connsiteY3" fmla="*/ 0 h 148209"/>
                  <a:gd name="connsiteX4" fmla="*/ 148209 w 148209"/>
                  <a:gd name="connsiteY4" fmla="*/ 74105 h 148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09" h="148209">
                    <a:moveTo>
                      <a:pt x="148209" y="74105"/>
                    </a:moveTo>
                    <a:cubicBezTo>
                      <a:pt x="148209" y="115031"/>
                      <a:pt x="115031" y="148209"/>
                      <a:pt x="74105" y="148209"/>
                    </a:cubicBezTo>
                    <a:cubicBezTo>
                      <a:pt x="33178" y="148209"/>
                      <a:pt x="0" y="115031"/>
                      <a:pt x="0" y="74105"/>
                    </a:cubicBezTo>
                    <a:cubicBezTo>
                      <a:pt x="0" y="33178"/>
                      <a:pt x="33178" y="0"/>
                      <a:pt x="74105" y="0"/>
                    </a:cubicBezTo>
                    <a:cubicBezTo>
                      <a:pt x="115031" y="0"/>
                      <a:pt x="148209" y="33178"/>
                      <a:pt x="148209" y="74105"/>
                    </a:cubicBezTo>
                    <a:close/>
                  </a:path>
                </a:pathLst>
              </a:custGeom>
              <a:solidFill>
                <a:schemeClr val="bg1">
                  <a:lumMod val="95000"/>
                </a:schemeClr>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sp>
          <p:nvSpPr>
            <p:cNvPr id="121" name="Freeform: Shape 120">
              <a:extLst>
                <a:ext uri="{FF2B5EF4-FFF2-40B4-BE49-F238E27FC236}">
                  <a16:creationId xmlns:a16="http://schemas.microsoft.com/office/drawing/2014/main" id="{EF938DD2-501E-6D7C-9386-92A1BF4266DA}"/>
                </a:ext>
              </a:extLst>
            </p:cNvPr>
            <p:cNvSpPr/>
            <p:nvPr/>
          </p:nvSpPr>
          <p:spPr>
            <a:xfrm>
              <a:off x="5779045" y="3604045"/>
              <a:ext cx="692943" cy="342900"/>
            </a:xfrm>
            <a:custGeom>
              <a:avLst/>
              <a:gdLst>
                <a:gd name="connsiteX0" fmla="*/ 654844 w 692943"/>
                <a:gd name="connsiteY0" fmla="*/ 0 h 342900"/>
                <a:gd name="connsiteX1" fmla="*/ 38100 w 692943"/>
                <a:gd name="connsiteY1" fmla="*/ 0 h 342900"/>
                <a:gd name="connsiteX2" fmla="*/ 0 w 692943"/>
                <a:gd name="connsiteY2" fmla="*/ 38100 h 342900"/>
                <a:gd name="connsiteX3" fmla="*/ 0 w 692943"/>
                <a:gd name="connsiteY3" fmla="*/ 247650 h 342900"/>
                <a:gd name="connsiteX4" fmla="*/ 38100 w 692943"/>
                <a:gd name="connsiteY4" fmla="*/ 285750 h 342900"/>
                <a:gd name="connsiteX5" fmla="*/ 178594 w 692943"/>
                <a:gd name="connsiteY5" fmla="*/ 285750 h 342900"/>
                <a:gd name="connsiteX6" fmla="*/ 178594 w 692943"/>
                <a:gd name="connsiteY6" fmla="*/ 342900 h 342900"/>
                <a:gd name="connsiteX7" fmla="*/ 238601 w 692943"/>
                <a:gd name="connsiteY7" fmla="*/ 285750 h 342900"/>
                <a:gd name="connsiteX8" fmla="*/ 303371 w 692943"/>
                <a:gd name="connsiteY8" fmla="*/ 285750 h 342900"/>
                <a:gd name="connsiteX9" fmla="*/ 340519 w 692943"/>
                <a:gd name="connsiteY9" fmla="*/ 342900 h 342900"/>
                <a:gd name="connsiteX10" fmla="*/ 374809 w 692943"/>
                <a:gd name="connsiteY10" fmla="*/ 285750 h 342900"/>
                <a:gd name="connsiteX11" fmla="*/ 442436 w 692943"/>
                <a:gd name="connsiteY11" fmla="*/ 285750 h 342900"/>
                <a:gd name="connsiteX12" fmla="*/ 502444 w 692943"/>
                <a:gd name="connsiteY12" fmla="*/ 342900 h 342900"/>
                <a:gd name="connsiteX13" fmla="*/ 502444 w 692943"/>
                <a:gd name="connsiteY13" fmla="*/ 285750 h 342900"/>
                <a:gd name="connsiteX14" fmla="*/ 654844 w 692943"/>
                <a:gd name="connsiteY14" fmla="*/ 285750 h 342900"/>
                <a:gd name="connsiteX15" fmla="*/ 692944 w 692943"/>
                <a:gd name="connsiteY15" fmla="*/ 247650 h 342900"/>
                <a:gd name="connsiteX16" fmla="*/ 692944 w 692943"/>
                <a:gd name="connsiteY16" fmla="*/ 38100 h 342900"/>
                <a:gd name="connsiteX17" fmla="*/ 654844 w 692943"/>
                <a:gd name="connsiteY17" fmla="*/ 0 h 342900"/>
                <a:gd name="connsiteX18" fmla="*/ 95250 w 692943"/>
                <a:gd name="connsiteY18" fmla="*/ 85725 h 342900"/>
                <a:gd name="connsiteX19" fmla="*/ 540544 w 692943"/>
                <a:gd name="connsiteY19" fmla="*/ 85725 h 342900"/>
                <a:gd name="connsiteX20" fmla="*/ 540544 w 692943"/>
                <a:gd name="connsiteY20" fmla="*/ 104775 h 342900"/>
                <a:gd name="connsiteX21" fmla="*/ 95250 w 692943"/>
                <a:gd name="connsiteY21" fmla="*/ 104775 h 342900"/>
                <a:gd name="connsiteX22" fmla="*/ 445294 w 692943"/>
                <a:gd name="connsiteY22" fmla="*/ 200025 h 342900"/>
                <a:gd name="connsiteX23" fmla="*/ 95250 w 692943"/>
                <a:gd name="connsiteY23" fmla="*/ 200025 h 342900"/>
                <a:gd name="connsiteX24" fmla="*/ 95250 w 692943"/>
                <a:gd name="connsiteY24" fmla="*/ 180975 h 342900"/>
                <a:gd name="connsiteX25" fmla="*/ 445294 w 692943"/>
                <a:gd name="connsiteY25" fmla="*/ 180975 h 342900"/>
                <a:gd name="connsiteX26" fmla="*/ 597694 w 692943"/>
                <a:gd name="connsiteY26" fmla="*/ 152400 h 342900"/>
                <a:gd name="connsiteX27" fmla="*/ 95250 w 692943"/>
                <a:gd name="connsiteY27" fmla="*/ 152400 h 342900"/>
                <a:gd name="connsiteX28" fmla="*/ 95250 w 692943"/>
                <a:gd name="connsiteY28" fmla="*/ 133350 h 342900"/>
                <a:gd name="connsiteX29" fmla="*/ 597694 w 692943"/>
                <a:gd name="connsiteY29" fmla="*/ 13335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92943" h="342900">
                  <a:moveTo>
                    <a:pt x="654844" y="0"/>
                  </a:moveTo>
                  <a:lnTo>
                    <a:pt x="38100" y="0"/>
                  </a:lnTo>
                  <a:cubicBezTo>
                    <a:pt x="17058" y="0"/>
                    <a:pt x="0" y="17058"/>
                    <a:pt x="0" y="38100"/>
                  </a:cubicBezTo>
                  <a:lnTo>
                    <a:pt x="0" y="247650"/>
                  </a:lnTo>
                  <a:cubicBezTo>
                    <a:pt x="0" y="268692"/>
                    <a:pt x="17058" y="285750"/>
                    <a:pt x="38100" y="285750"/>
                  </a:cubicBezTo>
                  <a:lnTo>
                    <a:pt x="178594" y="285750"/>
                  </a:lnTo>
                  <a:lnTo>
                    <a:pt x="178594" y="342900"/>
                  </a:lnTo>
                  <a:lnTo>
                    <a:pt x="238601" y="285750"/>
                  </a:lnTo>
                  <a:lnTo>
                    <a:pt x="303371" y="285750"/>
                  </a:lnTo>
                  <a:lnTo>
                    <a:pt x="340519" y="342900"/>
                  </a:lnTo>
                  <a:lnTo>
                    <a:pt x="374809" y="285750"/>
                  </a:lnTo>
                  <a:lnTo>
                    <a:pt x="442436" y="285750"/>
                  </a:lnTo>
                  <a:lnTo>
                    <a:pt x="502444" y="342900"/>
                  </a:lnTo>
                  <a:lnTo>
                    <a:pt x="502444" y="285750"/>
                  </a:lnTo>
                  <a:lnTo>
                    <a:pt x="654844" y="285750"/>
                  </a:lnTo>
                  <a:cubicBezTo>
                    <a:pt x="675885" y="285750"/>
                    <a:pt x="692944" y="268692"/>
                    <a:pt x="692944" y="247650"/>
                  </a:cubicBezTo>
                  <a:lnTo>
                    <a:pt x="692944" y="38100"/>
                  </a:lnTo>
                  <a:cubicBezTo>
                    <a:pt x="692944" y="17058"/>
                    <a:pt x="675885" y="0"/>
                    <a:pt x="654844" y="0"/>
                  </a:cubicBezTo>
                  <a:close/>
                  <a:moveTo>
                    <a:pt x="95250" y="85725"/>
                  </a:moveTo>
                  <a:lnTo>
                    <a:pt x="540544" y="85725"/>
                  </a:lnTo>
                  <a:lnTo>
                    <a:pt x="540544" y="104775"/>
                  </a:lnTo>
                  <a:lnTo>
                    <a:pt x="95250" y="104775"/>
                  </a:lnTo>
                  <a:close/>
                  <a:moveTo>
                    <a:pt x="445294" y="200025"/>
                  </a:moveTo>
                  <a:lnTo>
                    <a:pt x="95250" y="200025"/>
                  </a:lnTo>
                  <a:lnTo>
                    <a:pt x="95250" y="180975"/>
                  </a:lnTo>
                  <a:lnTo>
                    <a:pt x="445294" y="180975"/>
                  </a:lnTo>
                  <a:close/>
                  <a:moveTo>
                    <a:pt x="597694" y="152400"/>
                  </a:moveTo>
                  <a:lnTo>
                    <a:pt x="95250" y="152400"/>
                  </a:lnTo>
                  <a:lnTo>
                    <a:pt x="95250" y="133350"/>
                  </a:lnTo>
                  <a:lnTo>
                    <a:pt x="597694" y="133350"/>
                  </a:lnTo>
                  <a:close/>
                </a:path>
              </a:pathLst>
            </a:custGeom>
            <a:solidFill>
              <a:schemeClr val="bg1">
                <a:lumMod val="95000"/>
              </a:schemeClr>
            </a:solidFill>
            <a:ln w="9525" cap="flat">
              <a:noFill/>
              <a:prstDash val="solid"/>
              <a:miter/>
            </a:ln>
          </p:spPr>
          <p:txBody>
            <a:bodyPr rtlCol="0" anchor="ctr"/>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Segoe UI"/>
                <a:ea typeface="+mn-ea"/>
                <a:cs typeface="+mn-cs"/>
              </a:endParaRPr>
            </a:p>
          </p:txBody>
        </p:sp>
      </p:grpSp>
      <p:pic>
        <p:nvPicPr>
          <p:cNvPr id="126" name="Graphic 125" descr="Bank with solid fill">
            <a:extLst>
              <a:ext uri="{FF2B5EF4-FFF2-40B4-BE49-F238E27FC236}">
                <a16:creationId xmlns:a16="http://schemas.microsoft.com/office/drawing/2014/main" id="{E53F33C9-C167-C0AE-4142-5FD4BFB145DF}"/>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146746" y="4631655"/>
            <a:ext cx="596494" cy="596494"/>
          </a:xfrm>
          <a:prstGeom prst="rect">
            <a:avLst/>
          </a:prstGeom>
        </p:spPr>
      </p:pic>
      <p:pic>
        <p:nvPicPr>
          <p:cNvPr id="128" name="Graphic 127" descr="Branching diagram with solid fill">
            <a:extLst>
              <a:ext uri="{FF2B5EF4-FFF2-40B4-BE49-F238E27FC236}">
                <a16:creationId xmlns:a16="http://schemas.microsoft.com/office/drawing/2014/main" id="{611CD84F-161D-6A20-5487-3E612E6BAD30}"/>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917521" y="4631655"/>
            <a:ext cx="596494" cy="596494"/>
          </a:xfrm>
          <a:prstGeom prst="rect">
            <a:avLst/>
          </a:prstGeom>
        </p:spPr>
      </p:pic>
      <p:pic>
        <p:nvPicPr>
          <p:cNvPr id="130" name="Graphic 129" descr="Call center with solid fill">
            <a:extLst>
              <a:ext uri="{FF2B5EF4-FFF2-40B4-BE49-F238E27FC236}">
                <a16:creationId xmlns:a16="http://schemas.microsoft.com/office/drawing/2014/main" id="{F89F6C81-A36A-C9CF-E398-9CA17C2E48FA}"/>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9146822" y="2549339"/>
            <a:ext cx="596494" cy="596494"/>
          </a:xfrm>
          <a:prstGeom prst="rect">
            <a:avLst/>
          </a:prstGeom>
        </p:spPr>
      </p:pic>
      <p:pic>
        <p:nvPicPr>
          <p:cNvPr id="132" name="Graphic 131" descr="Diamond with solid fill">
            <a:extLst>
              <a:ext uri="{FF2B5EF4-FFF2-40B4-BE49-F238E27FC236}">
                <a16:creationId xmlns:a16="http://schemas.microsoft.com/office/drawing/2014/main" id="{1CC4F3DA-8587-74C0-D56D-AD2EFE220015}"/>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2458845" y="4631731"/>
            <a:ext cx="596494" cy="596494"/>
          </a:xfrm>
          <a:prstGeom prst="rect">
            <a:avLst/>
          </a:prstGeom>
        </p:spPr>
      </p:pic>
      <p:pic>
        <p:nvPicPr>
          <p:cNvPr id="134" name="Graphic 133" descr="Flip calendar with solid fill">
            <a:extLst>
              <a:ext uri="{FF2B5EF4-FFF2-40B4-BE49-F238E27FC236}">
                <a16:creationId xmlns:a16="http://schemas.microsoft.com/office/drawing/2014/main" id="{F7515F97-0749-DDF9-81D6-F3255B35C869}"/>
              </a:ext>
            </a:extLst>
          </p:cNvPr>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6917521" y="2549339"/>
            <a:ext cx="596494" cy="596494"/>
          </a:xfrm>
          <a:prstGeom prst="rect">
            <a:avLst/>
          </a:prstGeom>
        </p:spPr>
      </p:pic>
      <p:pic>
        <p:nvPicPr>
          <p:cNvPr id="136" name="Graphic 135" descr="Layers Design with solid fill">
            <a:extLst>
              <a:ext uri="{FF2B5EF4-FFF2-40B4-BE49-F238E27FC236}">
                <a16:creationId xmlns:a16="http://schemas.microsoft.com/office/drawing/2014/main" id="{16106C90-1C13-6FBC-A987-ED55F71B3989}"/>
              </a:ext>
            </a:extLst>
          </p:cNvPr>
          <p:cNvPicPr>
            <a:picLocks noChangeAspect="1"/>
          </p:cNvPicPr>
          <p:nvPr/>
        </p:nvPicPr>
        <p:blipFill>
          <a:blip r:embed="rId26">
            <a:extLst>
              <a:ext uri="{96DAC541-7B7A-43D3-8B79-37D633B846F1}">
                <asvg:svgBlip xmlns:asvg="http://schemas.microsoft.com/office/drawing/2016/SVG/main" r:embed="rId27"/>
              </a:ext>
            </a:extLst>
          </a:blip>
          <a:stretch>
            <a:fillRect/>
          </a:stretch>
        </p:blipFill>
        <p:spPr>
          <a:xfrm>
            <a:off x="2458845" y="2549339"/>
            <a:ext cx="596494" cy="596494"/>
          </a:xfrm>
          <a:prstGeom prst="rect">
            <a:avLst/>
          </a:prstGeom>
        </p:spPr>
      </p:pic>
      <p:pic>
        <p:nvPicPr>
          <p:cNvPr id="138" name="Graphic 137" descr="Megaphone1 with solid fill">
            <a:extLst>
              <a:ext uri="{FF2B5EF4-FFF2-40B4-BE49-F238E27FC236}">
                <a16:creationId xmlns:a16="http://schemas.microsoft.com/office/drawing/2014/main" id="{8185C409-7312-3C12-C2E4-C131024A9A57}"/>
              </a:ext>
            </a:extLst>
          </p:cNvPr>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a:off x="4688145" y="2549339"/>
            <a:ext cx="596494" cy="596494"/>
          </a:xfrm>
          <a:prstGeom prst="rect">
            <a:avLst/>
          </a:prstGeom>
        </p:spPr>
      </p:pic>
      <p:pic>
        <p:nvPicPr>
          <p:cNvPr id="140" name="Graphic 139" descr="Presentation with checklist with solid fill">
            <a:extLst>
              <a:ext uri="{FF2B5EF4-FFF2-40B4-BE49-F238E27FC236}">
                <a16:creationId xmlns:a16="http://schemas.microsoft.com/office/drawing/2014/main" id="{31C0C2DE-5EA5-2EF4-93BC-CC3804CD174C}"/>
              </a:ext>
            </a:extLst>
          </p:cNvPr>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a:off x="4688145" y="4631655"/>
            <a:ext cx="596494" cy="596494"/>
          </a:xfrm>
          <a:prstGeom prst="rect">
            <a:avLst/>
          </a:prstGeom>
        </p:spPr>
      </p:pic>
      <p:sp>
        <p:nvSpPr>
          <p:cNvPr id="3" name="TextBox 2">
            <a:extLst>
              <a:ext uri="{FF2B5EF4-FFF2-40B4-BE49-F238E27FC236}">
                <a16:creationId xmlns:a16="http://schemas.microsoft.com/office/drawing/2014/main" id="{1BEAC9B3-1463-DE44-1634-4F8E682AF596}"/>
              </a:ext>
            </a:extLst>
          </p:cNvPr>
          <p:cNvSpPr txBox="1"/>
          <p:nvPr/>
        </p:nvSpPr>
        <p:spPr>
          <a:xfrm>
            <a:off x="1993076" y="3605420"/>
            <a:ext cx="1540564" cy="46459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Segoe UI"/>
                <a:ea typeface="+mn-ea"/>
                <a:cs typeface="Segoe UI Light" panose="020B0502040204020203" pitchFamily="34" charset="0"/>
              </a:rPr>
              <a:t>You can edit this text. Edit here.</a:t>
            </a:r>
          </a:p>
        </p:txBody>
      </p:sp>
      <p:sp>
        <p:nvSpPr>
          <p:cNvPr id="4" name="TextBox 3">
            <a:extLst>
              <a:ext uri="{FF2B5EF4-FFF2-40B4-BE49-F238E27FC236}">
                <a16:creationId xmlns:a16="http://schemas.microsoft.com/office/drawing/2014/main" id="{FC51839B-D173-5F50-4CB4-0EEB76B1E282}"/>
              </a:ext>
            </a:extLst>
          </p:cNvPr>
          <p:cNvSpPr txBox="1"/>
          <p:nvPr/>
        </p:nvSpPr>
        <p:spPr>
          <a:xfrm>
            <a:off x="4223091" y="3605420"/>
            <a:ext cx="1540564" cy="46459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Segoe UI"/>
                <a:ea typeface="+mn-ea"/>
                <a:cs typeface="Segoe UI Light" panose="020B0502040204020203" pitchFamily="34" charset="0"/>
              </a:rPr>
              <a:t>You can edit this text. Edit here.</a:t>
            </a:r>
          </a:p>
        </p:txBody>
      </p:sp>
      <p:sp>
        <p:nvSpPr>
          <p:cNvPr id="5" name="TextBox 4">
            <a:extLst>
              <a:ext uri="{FF2B5EF4-FFF2-40B4-BE49-F238E27FC236}">
                <a16:creationId xmlns:a16="http://schemas.microsoft.com/office/drawing/2014/main" id="{CDFF1DA2-5E48-D793-4331-38DC8531FC42}"/>
              </a:ext>
            </a:extLst>
          </p:cNvPr>
          <p:cNvSpPr txBox="1"/>
          <p:nvPr/>
        </p:nvSpPr>
        <p:spPr>
          <a:xfrm>
            <a:off x="6453103" y="3605420"/>
            <a:ext cx="1540564" cy="46459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Segoe UI"/>
                <a:ea typeface="+mn-ea"/>
                <a:cs typeface="Segoe UI Light" panose="020B0502040204020203" pitchFamily="34" charset="0"/>
              </a:rPr>
              <a:t>You can edit this text. Edit here.</a:t>
            </a:r>
          </a:p>
        </p:txBody>
      </p:sp>
      <p:sp>
        <p:nvSpPr>
          <p:cNvPr id="7" name="TextBox 6">
            <a:extLst>
              <a:ext uri="{FF2B5EF4-FFF2-40B4-BE49-F238E27FC236}">
                <a16:creationId xmlns:a16="http://schemas.microsoft.com/office/drawing/2014/main" id="{7E62D1D9-C41F-21AD-0D25-A74E29C69340}"/>
              </a:ext>
            </a:extLst>
          </p:cNvPr>
          <p:cNvSpPr txBox="1"/>
          <p:nvPr/>
        </p:nvSpPr>
        <p:spPr>
          <a:xfrm>
            <a:off x="8683120" y="3605420"/>
            <a:ext cx="1540564" cy="46459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Segoe UI"/>
                <a:ea typeface="+mn-ea"/>
                <a:cs typeface="Segoe UI Light" panose="020B0502040204020203" pitchFamily="34" charset="0"/>
              </a:rPr>
              <a:t>You can edit this text. Edit here.</a:t>
            </a:r>
          </a:p>
        </p:txBody>
      </p:sp>
      <p:sp>
        <p:nvSpPr>
          <p:cNvPr id="10" name="TextBox 9">
            <a:extLst>
              <a:ext uri="{FF2B5EF4-FFF2-40B4-BE49-F238E27FC236}">
                <a16:creationId xmlns:a16="http://schemas.microsoft.com/office/drawing/2014/main" id="{3EB290FC-BE99-F51A-0CF6-E554776E570E}"/>
              </a:ext>
            </a:extLst>
          </p:cNvPr>
          <p:cNvSpPr txBox="1"/>
          <p:nvPr/>
        </p:nvSpPr>
        <p:spPr>
          <a:xfrm>
            <a:off x="1993076" y="5742130"/>
            <a:ext cx="1540564" cy="46459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Segoe UI"/>
                <a:ea typeface="+mn-ea"/>
                <a:cs typeface="Segoe UI Light" panose="020B0502040204020203" pitchFamily="34" charset="0"/>
              </a:rPr>
              <a:t>You can edit this text. Edit here.</a:t>
            </a:r>
          </a:p>
        </p:txBody>
      </p:sp>
      <p:sp>
        <p:nvSpPr>
          <p:cNvPr id="13" name="TextBox 12">
            <a:extLst>
              <a:ext uri="{FF2B5EF4-FFF2-40B4-BE49-F238E27FC236}">
                <a16:creationId xmlns:a16="http://schemas.microsoft.com/office/drawing/2014/main" id="{992F3018-CFDE-0AF4-38EA-CB27A9D7D346}"/>
              </a:ext>
            </a:extLst>
          </p:cNvPr>
          <p:cNvSpPr txBox="1"/>
          <p:nvPr/>
        </p:nvSpPr>
        <p:spPr>
          <a:xfrm>
            <a:off x="4223091" y="5742130"/>
            <a:ext cx="1540564" cy="46459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Segoe UI"/>
                <a:ea typeface="+mn-ea"/>
                <a:cs typeface="Segoe UI Light" panose="020B0502040204020203" pitchFamily="34" charset="0"/>
              </a:rPr>
              <a:t>You can edit this text. Edit here.</a:t>
            </a:r>
          </a:p>
        </p:txBody>
      </p:sp>
      <p:sp>
        <p:nvSpPr>
          <p:cNvPr id="16" name="TextBox 15">
            <a:extLst>
              <a:ext uri="{FF2B5EF4-FFF2-40B4-BE49-F238E27FC236}">
                <a16:creationId xmlns:a16="http://schemas.microsoft.com/office/drawing/2014/main" id="{BF5ACCCA-6CC6-F89E-05B7-0CE64CC2720D}"/>
              </a:ext>
            </a:extLst>
          </p:cNvPr>
          <p:cNvSpPr txBox="1"/>
          <p:nvPr/>
        </p:nvSpPr>
        <p:spPr>
          <a:xfrm>
            <a:off x="6453103" y="5742130"/>
            <a:ext cx="1540564" cy="46459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Segoe UI"/>
                <a:ea typeface="+mn-ea"/>
                <a:cs typeface="Segoe UI Light" panose="020B0502040204020203" pitchFamily="34" charset="0"/>
              </a:rPr>
              <a:t>You can edit this text. Edit here.</a:t>
            </a:r>
          </a:p>
        </p:txBody>
      </p:sp>
      <p:sp>
        <p:nvSpPr>
          <p:cNvPr id="19" name="TextBox 18">
            <a:extLst>
              <a:ext uri="{FF2B5EF4-FFF2-40B4-BE49-F238E27FC236}">
                <a16:creationId xmlns:a16="http://schemas.microsoft.com/office/drawing/2014/main" id="{751D21C9-3242-2AF4-19C4-B1BD434EA89D}"/>
              </a:ext>
            </a:extLst>
          </p:cNvPr>
          <p:cNvSpPr txBox="1"/>
          <p:nvPr/>
        </p:nvSpPr>
        <p:spPr>
          <a:xfrm>
            <a:off x="8683120" y="5742130"/>
            <a:ext cx="1540564" cy="464596"/>
          </a:xfrm>
          <a:prstGeom prst="rect">
            <a:avLst/>
          </a:prstGeom>
          <a:noFill/>
        </p:spPr>
        <p:txBody>
          <a:bodyPr wrap="square" lIns="0" tIns="0" rIns="0" bIns="0" rtlCol="0" anchor="t">
            <a:noAutofit/>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lumMod val="75000"/>
                    <a:lumOff val="25000"/>
                  </a:prstClr>
                </a:solidFill>
                <a:effectLst/>
                <a:uLnTx/>
                <a:uFillTx/>
                <a:latin typeface="Segoe UI"/>
                <a:ea typeface="+mn-ea"/>
                <a:cs typeface="Segoe UI Light" panose="020B0502040204020203" pitchFamily="34" charset="0"/>
              </a:rPr>
              <a:t>You can edit this text. Edit here.</a:t>
            </a:r>
          </a:p>
        </p:txBody>
      </p:sp>
    </p:spTree>
    <p:extLst>
      <p:ext uri="{BB962C8B-B14F-4D97-AF65-F5344CB8AC3E}">
        <p14:creationId xmlns:p14="http://schemas.microsoft.com/office/powerpoint/2010/main" val="3471034797"/>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bg>
      <p:bgPr>
        <a:pattFill prst="zigZag">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105" name="Trapezoid 104">
            <a:extLst>
              <a:ext uri="{FF2B5EF4-FFF2-40B4-BE49-F238E27FC236}">
                <a16:creationId xmlns:a16="http://schemas.microsoft.com/office/drawing/2014/main" id="{194C3FCB-DBD8-4DFF-BE52-69A3AB1D4D80}"/>
              </a:ext>
            </a:extLst>
          </p:cNvPr>
          <p:cNvSpPr/>
          <p:nvPr/>
        </p:nvSpPr>
        <p:spPr>
          <a:xfrm>
            <a:off x="741298" y="4384923"/>
            <a:ext cx="1559718" cy="259088"/>
          </a:xfrm>
          <a:prstGeom prst="trapezoid">
            <a:avLst>
              <a:gd name="adj" fmla="val 58087"/>
            </a:avLst>
          </a:prstGeom>
          <a:solidFill>
            <a:schemeClr val="accent1">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4" name="Trapezoid 103">
            <a:extLst>
              <a:ext uri="{FF2B5EF4-FFF2-40B4-BE49-F238E27FC236}">
                <a16:creationId xmlns:a16="http://schemas.microsoft.com/office/drawing/2014/main" id="{52F70E5C-0043-4087-9B38-89ACE8A3969A}"/>
              </a:ext>
            </a:extLst>
          </p:cNvPr>
          <p:cNvSpPr/>
          <p:nvPr/>
        </p:nvSpPr>
        <p:spPr>
          <a:xfrm>
            <a:off x="3826558" y="4384923"/>
            <a:ext cx="1559718" cy="259088"/>
          </a:xfrm>
          <a:prstGeom prst="trapezoid">
            <a:avLst>
              <a:gd name="adj" fmla="val 58087"/>
            </a:avLst>
          </a:prstGeom>
          <a:solidFill>
            <a:schemeClr val="accent1">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3" name="Trapezoid 102">
            <a:extLst>
              <a:ext uri="{FF2B5EF4-FFF2-40B4-BE49-F238E27FC236}">
                <a16:creationId xmlns:a16="http://schemas.microsoft.com/office/drawing/2014/main" id="{F9EFE84E-0561-4E2A-B949-BA10E92007BD}"/>
              </a:ext>
            </a:extLst>
          </p:cNvPr>
          <p:cNvSpPr/>
          <p:nvPr/>
        </p:nvSpPr>
        <p:spPr>
          <a:xfrm>
            <a:off x="6911818" y="4384923"/>
            <a:ext cx="1559718" cy="259088"/>
          </a:xfrm>
          <a:prstGeom prst="trapezoid">
            <a:avLst>
              <a:gd name="adj" fmla="val 58087"/>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2" name="Rectangle 101">
            <a:extLst>
              <a:ext uri="{FF2B5EF4-FFF2-40B4-BE49-F238E27FC236}">
                <a16:creationId xmlns:a16="http://schemas.microsoft.com/office/drawing/2014/main" id="{1B32D6C0-E769-4EFF-9FCF-19FCF5FA8F8C}"/>
              </a:ext>
            </a:extLst>
          </p:cNvPr>
          <p:cNvSpPr/>
          <p:nvPr/>
        </p:nvSpPr>
        <p:spPr>
          <a:xfrm>
            <a:off x="0" y="4630109"/>
            <a:ext cx="12192000" cy="7694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1" name="Trapezoid 100">
            <a:extLst>
              <a:ext uri="{FF2B5EF4-FFF2-40B4-BE49-F238E27FC236}">
                <a16:creationId xmlns:a16="http://schemas.microsoft.com/office/drawing/2014/main" id="{4F6FCD7D-45E4-4988-B220-B4C81F2DBCB5}"/>
              </a:ext>
            </a:extLst>
          </p:cNvPr>
          <p:cNvSpPr/>
          <p:nvPr/>
        </p:nvSpPr>
        <p:spPr>
          <a:xfrm>
            <a:off x="9939197" y="1795376"/>
            <a:ext cx="1559718" cy="259088"/>
          </a:xfrm>
          <a:prstGeom prst="trapezoid">
            <a:avLst>
              <a:gd name="adj" fmla="val 58087"/>
            </a:avLst>
          </a:prstGeom>
          <a:solidFill>
            <a:schemeClr val="accent1">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00" name="Trapezoid 99">
            <a:extLst>
              <a:ext uri="{FF2B5EF4-FFF2-40B4-BE49-F238E27FC236}">
                <a16:creationId xmlns:a16="http://schemas.microsoft.com/office/drawing/2014/main" id="{5E6D21A1-D109-4E6E-B205-F14C3377D098}"/>
              </a:ext>
            </a:extLst>
          </p:cNvPr>
          <p:cNvSpPr/>
          <p:nvPr/>
        </p:nvSpPr>
        <p:spPr>
          <a:xfrm>
            <a:off x="6858770" y="1795376"/>
            <a:ext cx="1559718" cy="259088"/>
          </a:xfrm>
          <a:prstGeom prst="trapezoid">
            <a:avLst>
              <a:gd name="adj" fmla="val 58087"/>
            </a:avLst>
          </a:prstGeom>
          <a:solidFill>
            <a:schemeClr val="accent1">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99" name="Trapezoid 98">
            <a:extLst>
              <a:ext uri="{FF2B5EF4-FFF2-40B4-BE49-F238E27FC236}">
                <a16:creationId xmlns:a16="http://schemas.microsoft.com/office/drawing/2014/main" id="{3345889E-15A5-4EF8-8BEA-8813850D4809}"/>
              </a:ext>
            </a:extLst>
          </p:cNvPr>
          <p:cNvSpPr/>
          <p:nvPr/>
        </p:nvSpPr>
        <p:spPr>
          <a:xfrm>
            <a:off x="3773508" y="1795376"/>
            <a:ext cx="1559718" cy="259088"/>
          </a:xfrm>
          <a:prstGeom prst="trapezoid">
            <a:avLst>
              <a:gd name="adj" fmla="val 58087"/>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5" name="Trapezoid 14">
            <a:extLst>
              <a:ext uri="{FF2B5EF4-FFF2-40B4-BE49-F238E27FC236}">
                <a16:creationId xmlns:a16="http://schemas.microsoft.com/office/drawing/2014/main" id="{DEAF4F81-67AF-4654-A3F3-D034A6C4FF1B}"/>
              </a:ext>
            </a:extLst>
          </p:cNvPr>
          <p:cNvSpPr/>
          <p:nvPr/>
        </p:nvSpPr>
        <p:spPr>
          <a:xfrm>
            <a:off x="690563" y="1795376"/>
            <a:ext cx="1559718" cy="259088"/>
          </a:xfrm>
          <a:prstGeom prst="trapezoid">
            <a:avLst>
              <a:gd name="adj" fmla="val 58087"/>
            </a:avLst>
          </a:prstGeom>
          <a:solidFill>
            <a:schemeClr val="accent1">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3" name="Rectangle 12">
            <a:extLst>
              <a:ext uri="{FF2B5EF4-FFF2-40B4-BE49-F238E27FC236}">
                <a16:creationId xmlns:a16="http://schemas.microsoft.com/office/drawing/2014/main" id="{B5BFBCE3-2E33-4C31-A983-059045B8E7FB}"/>
              </a:ext>
            </a:extLst>
          </p:cNvPr>
          <p:cNvSpPr/>
          <p:nvPr/>
        </p:nvSpPr>
        <p:spPr>
          <a:xfrm>
            <a:off x="0" y="2040564"/>
            <a:ext cx="12192000" cy="7694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2" name="Right Triangle 1">
            <a:extLst>
              <a:ext uri="{FF2B5EF4-FFF2-40B4-BE49-F238E27FC236}">
                <a16:creationId xmlns:a16="http://schemas.microsoft.com/office/drawing/2014/main" id="{5412B7D6-9400-4B66-8814-DCF81BEB0C5A}"/>
              </a:ext>
            </a:extLst>
          </p:cNvPr>
          <p:cNvSpPr/>
          <p:nvPr/>
        </p:nvSpPr>
        <p:spPr>
          <a:xfrm rot="5400000" flipH="1">
            <a:off x="0" y="5372100"/>
            <a:ext cx="1485900" cy="1485900"/>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3" name="Rectangle 2">
            <a:extLst>
              <a:ext uri="{FF2B5EF4-FFF2-40B4-BE49-F238E27FC236}">
                <a16:creationId xmlns:a16="http://schemas.microsoft.com/office/drawing/2014/main" id="{64ABBA9B-1329-47B1-9E6B-E01B6F3823E7}"/>
              </a:ext>
            </a:extLst>
          </p:cNvPr>
          <p:cNvSpPr/>
          <p:nvPr/>
        </p:nvSpPr>
        <p:spPr>
          <a:xfrm>
            <a:off x="10058400" y="97712"/>
            <a:ext cx="2133600" cy="177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 name="TextBox 3">
            <a:extLst>
              <a:ext uri="{FF2B5EF4-FFF2-40B4-BE49-F238E27FC236}">
                <a16:creationId xmlns:a16="http://schemas.microsoft.com/office/drawing/2014/main" id="{D575CD53-6108-481A-A31F-305A2B59F755}"/>
              </a:ext>
            </a:extLst>
          </p:cNvPr>
          <p:cNvSpPr txBox="1"/>
          <p:nvPr/>
        </p:nvSpPr>
        <p:spPr>
          <a:xfrm>
            <a:off x="690563" y="314325"/>
            <a:ext cx="10808351" cy="553998"/>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000000"/>
                </a:solidFill>
                <a:effectLst/>
                <a:uLnTx/>
                <a:uFillTx/>
                <a:latin typeface="Segoe UI"/>
                <a:ea typeface="+mn-ea"/>
                <a:cs typeface="+mn-cs"/>
              </a:rPr>
              <a:t>CSR STAKEHOLDERS</a:t>
            </a:r>
          </a:p>
        </p:txBody>
      </p:sp>
      <p:sp>
        <p:nvSpPr>
          <p:cNvPr id="6" name="Date Placeholder 5">
            <a:extLst>
              <a:ext uri="{FF2B5EF4-FFF2-40B4-BE49-F238E27FC236}">
                <a16:creationId xmlns:a16="http://schemas.microsoft.com/office/drawing/2014/main" id="{80E38B08-802D-4164-A9F1-6C44A3B3280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C123CF5-7D66-4CD0-9E7B-9C396B7C8ADE}" type="datetime1">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5/4/2025</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7" name="Slide Number Placeholder 6">
            <a:extLst>
              <a:ext uri="{FF2B5EF4-FFF2-40B4-BE49-F238E27FC236}">
                <a16:creationId xmlns:a16="http://schemas.microsoft.com/office/drawing/2014/main" id="{62E62710-286F-4B00-9BF4-C4E48604ED0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104C915-17D6-486A-86EC-048CBE10C825}" type="slidenum">
              <a:rPr kumimoji="0" lang="en-US" sz="1200" b="0" i="0" u="none" strike="noStrike" kern="1200" cap="none" spc="0" normalizeH="0" baseline="0" noProof="0" smtClean="0">
                <a:ln>
                  <a:noFill/>
                </a:ln>
                <a:solidFill>
                  <a:srgbClr val="000000">
                    <a:tint val="75000"/>
                  </a:srgbClr>
                </a:solidFill>
                <a:effectLst/>
                <a:uLnTx/>
                <a:uFillTx/>
                <a:latin typeface="Calibri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a:ln>
                <a:noFill/>
              </a:ln>
              <a:solidFill>
                <a:srgbClr val="000000">
                  <a:tint val="75000"/>
                </a:srgbClr>
              </a:solidFill>
              <a:effectLst/>
              <a:uLnTx/>
              <a:uFillTx/>
              <a:latin typeface="Calibri Light"/>
              <a:ea typeface="+mn-ea"/>
              <a:cs typeface="+mn-cs"/>
            </a:endParaRPr>
          </a:p>
        </p:txBody>
      </p:sp>
      <p:sp>
        <p:nvSpPr>
          <p:cNvPr id="5" name="Rectangle: Top Corners Rounded 4">
            <a:extLst>
              <a:ext uri="{FF2B5EF4-FFF2-40B4-BE49-F238E27FC236}">
                <a16:creationId xmlns:a16="http://schemas.microsoft.com/office/drawing/2014/main" id="{AB36BEAF-C1FE-4A8A-8627-17EF7590883F}"/>
              </a:ext>
            </a:extLst>
          </p:cNvPr>
          <p:cNvSpPr/>
          <p:nvPr/>
        </p:nvSpPr>
        <p:spPr>
          <a:xfrm flipV="1">
            <a:off x="840515" y="1795378"/>
            <a:ext cx="1259815" cy="1259815"/>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0" name="Rectangle: Top Corners Rounded 39">
            <a:extLst>
              <a:ext uri="{FF2B5EF4-FFF2-40B4-BE49-F238E27FC236}">
                <a16:creationId xmlns:a16="http://schemas.microsoft.com/office/drawing/2014/main" id="{08FE77E5-5881-406D-80E1-186D5D077526}"/>
              </a:ext>
            </a:extLst>
          </p:cNvPr>
          <p:cNvSpPr/>
          <p:nvPr/>
        </p:nvSpPr>
        <p:spPr>
          <a:xfrm flipV="1">
            <a:off x="891248" y="4384923"/>
            <a:ext cx="1259815" cy="1259815"/>
          </a:xfrm>
          <a:prstGeom prst="round2SameRect">
            <a:avLst>
              <a:gd name="adj1" fmla="val 50000"/>
              <a:gd name="adj2" fmla="val 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2" name="Rectangle: Top Corners Rounded 41">
            <a:extLst>
              <a:ext uri="{FF2B5EF4-FFF2-40B4-BE49-F238E27FC236}">
                <a16:creationId xmlns:a16="http://schemas.microsoft.com/office/drawing/2014/main" id="{9D36FAA0-1191-4F6B-A17D-9F78FCA9B1E2}"/>
              </a:ext>
            </a:extLst>
          </p:cNvPr>
          <p:cNvSpPr/>
          <p:nvPr/>
        </p:nvSpPr>
        <p:spPr>
          <a:xfrm flipV="1">
            <a:off x="3923462" y="1795378"/>
            <a:ext cx="1259815" cy="1259815"/>
          </a:xfrm>
          <a:prstGeom prst="round2SameRect">
            <a:avLst>
              <a:gd name="adj1" fmla="val 50000"/>
              <a:gd name="adj2" fmla="val 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3" name="Rectangle: Top Corners Rounded 42">
            <a:extLst>
              <a:ext uri="{FF2B5EF4-FFF2-40B4-BE49-F238E27FC236}">
                <a16:creationId xmlns:a16="http://schemas.microsoft.com/office/drawing/2014/main" id="{CA50B4F7-75D1-4B3A-9E8D-AF7C907CE388}"/>
              </a:ext>
            </a:extLst>
          </p:cNvPr>
          <p:cNvSpPr/>
          <p:nvPr/>
        </p:nvSpPr>
        <p:spPr>
          <a:xfrm flipV="1">
            <a:off x="3976509" y="4384923"/>
            <a:ext cx="1259815" cy="1259815"/>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5" name="Rectangle: Top Corners Rounded 44">
            <a:extLst>
              <a:ext uri="{FF2B5EF4-FFF2-40B4-BE49-F238E27FC236}">
                <a16:creationId xmlns:a16="http://schemas.microsoft.com/office/drawing/2014/main" id="{2D5B7D62-DBF4-4B61-AE64-B4CB8BC9A2BF}"/>
              </a:ext>
            </a:extLst>
          </p:cNvPr>
          <p:cNvSpPr/>
          <p:nvPr/>
        </p:nvSpPr>
        <p:spPr>
          <a:xfrm flipV="1">
            <a:off x="7008723" y="1795378"/>
            <a:ext cx="1259815" cy="1259815"/>
          </a:xfrm>
          <a:prstGeom prst="round2SameRect">
            <a:avLst>
              <a:gd name="adj1" fmla="val 50000"/>
              <a:gd name="adj2" fmla="val 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6" name="Rectangle: Top Corners Rounded 45">
            <a:extLst>
              <a:ext uri="{FF2B5EF4-FFF2-40B4-BE49-F238E27FC236}">
                <a16:creationId xmlns:a16="http://schemas.microsoft.com/office/drawing/2014/main" id="{E607F9C6-D3E5-4CB1-8091-EF3383B02A48}"/>
              </a:ext>
            </a:extLst>
          </p:cNvPr>
          <p:cNvSpPr/>
          <p:nvPr/>
        </p:nvSpPr>
        <p:spPr>
          <a:xfrm flipV="1">
            <a:off x="7061771" y="4384923"/>
            <a:ext cx="1259815" cy="1259815"/>
          </a:xfrm>
          <a:prstGeom prst="round2SameRect">
            <a:avLst>
              <a:gd name="adj1" fmla="val 50000"/>
              <a:gd name="adj2" fmla="val 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7" name="Rectangle: Top Corners Rounded 46">
            <a:extLst>
              <a:ext uri="{FF2B5EF4-FFF2-40B4-BE49-F238E27FC236}">
                <a16:creationId xmlns:a16="http://schemas.microsoft.com/office/drawing/2014/main" id="{106A73EE-6617-4D4C-ABB0-CBBBF256D23C}"/>
              </a:ext>
            </a:extLst>
          </p:cNvPr>
          <p:cNvSpPr/>
          <p:nvPr/>
        </p:nvSpPr>
        <p:spPr>
          <a:xfrm flipV="1">
            <a:off x="10093985" y="1795378"/>
            <a:ext cx="1259815" cy="1259815"/>
          </a:xfrm>
          <a:prstGeom prst="round2SameRect">
            <a:avLst>
              <a:gd name="adj1" fmla="val 50000"/>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12" name="Oval 11">
            <a:extLst>
              <a:ext uri="{FF2B5EF4-FFF2-40B4-BE49-F238E27FC236}">
                <a16:creationId xmlns:a16="http://schemas.microsoft.com/office/drawing/2014/main" id="{FB23A169-E05C-4AF3-B18D-7FBBBFF8C2FB}"/>
              </a:ext>
            </a:extLst>
          </p:cNvPr>
          <p:cNvSpPr/>
          <p:nvPr/>
        </p:nvSpPr>
        <p:spPr>
          <a:xfrm>
            <a:off x="1011745" y="1968923"/>
            <a:ext cx="912723" cy="9127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8" name="Oval 47">
            <a:extLst>
              <a:ext uri="{FF2B5EF4-FFF2-40B4-BE49-F238E27FC236}">
                <a16:creationId xmlns:a16="http://schemas.microsoft.com/office/drawing/2014/main" id="{550F481D-83C6-41E6-80DA-94434DFB02A9}"/>
              </a:ext>
            </a:extLst>
          </p:cNvPr>
          <p:cNvSpPr/>
          <p:nvPr/>
        </p:nvSpPr>
        <p:spPr>
          <a:xfrm>
            <a:off x="4097007" y="1968923"/>
            <a:ext cx="912723" cy="9127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49" name="Oval 48">
            <a:extLst>
              <a:ext uri="{FF2B5EF4-FFF2-40B4-BE49-F238E27FC236}">
                <a16:creationId xmlns:a16="http://schemas.microsoft.com/office/drawing/2014/main" id="{036A50FF-BE0C-413C-9C28-25976BE45733}"/>
              </a:ext>
            </a:extLst>
          </p:cNvPr>
          <p:cNvSpPr/>
          <p:nvPr/>
        </p:nvSpPr>
        <p:spPr>
          <a:xfrm>
            <a:off x="7182268" y="1968923"/>
            <a:ext cx="912723" cy="9127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0" name="Oval 49">
            <a:extLst>
              <a:ext uri="{FF2B5EF4-FFF2-40B4-BE49-F238E27FC236}">
                <a16:creationId xmlns:a16="http://schemas.microsoft.com/office/drawing/2014/main" id="{1F83940A-CF7C-4D51-9D40-4924FF27B0F6}"/>
              </a:ext>
            </a:extLst>
          </p:cNvPr>
          <p:cNvSpPr/>
          <p:nvPr/>
        </p:nvSpPr>
        <p:spPr>
          <a:xfrm>
            <a:off x="10267532" y="1968923"/>
            <a:ext cx="912723" cy="9127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1" name="Oval 50">
            <a:extLst>
              <a:ext uri="{FF2B5EF4-FFF2-40B4-BE49-F238E27FC236}">
                <a16:creationId xmlns:a16="http://schemas.microsoft.com/office/drawing/2014/main" id="{CD86AA4F-6A4D-4E86-897B-6F5DAF24053D}"/>
              </a:ext>
            </a:extLst>
          </p:cNvPr>
          <p:cNvSpPr/>
          <p:nvPr/>
        </p:nvSpPr>
        <p:spPr>
          <a:xfrm>
            <a:off x="7235316" y="4558468"/>
            <a:ext cx="912723" cy="9127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2" name="Oval 51">
            <a:extLst>
              <a:ext uri="{FF2B5EF4-FFF2-40B4-BE49-F238E27FC236}">
                <a16:creationId xmlns:a16="http://schemas.microsoft.com/office/drawing/2014/main" id="{192F95E6-07A2-4AA2-BE3E-D85EFDBDC2BF}"/>
              </a:ext>
            </a:extLst>
          </p:cNvPr>
          <p:cNvSpPr/>
          <p:nvPr/>
        </p:nvSpPr>
        <p:spPr>
          <a:xfrm>
            <a:off x="4150056" y="4558468"/>
            <a:ext cx="912723" cy="9127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3" name="Oval 52">
            <a:extLst>
              <a:ext uri="{FF2B5EF4-FFF2-40B4-BE49-F238E27FC236}">
                <a16:creationId xmlns:a16="http://schemas.microsoft.com/office/drawing/2014/main" id="{AC5924B7-28DD-4AC0-9F69-F37B70550714}"/>
              </a:ext>
            </a:extLst>
          </p:cNvPr>
          <p:cNvSpPr/>
          <p:nvPr/>
        </p:nvSpPr>
        <p:spPr>
          <a:xfrm>
            <a:off x="1064793" y="4558468"/>
            <a:ext cx="912723" cy="9127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54" name="TextBox 53">
            <a:extLst>
              <a:ext uri="{FF2B5EF4-FFF2-40B4-BE49-F238E27FC236}">
                <a16:creationId xmlns:a16="http://schemas.microsoft.com/office/drawing/2014/main" id="{3FF36E1B-877B-4361-9616-30287361A951}"/>
              </a:ext>
            </a:extLst>
          </p:cNvPr>
          <p:cNvSpPr txBox="1"/>
          <p:nvPr/>
        </p:nvSpPr>
        <p:spPr>
          <a:xfrm>
            <a:off x="777543" y="3127232"/>
            <a:ext cx="1381125" cy="492443"/>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LOCAL COMMUNITY</a:t>
            </a:r>
          </a:p>
        </p:txBody>
      </p:sp>
      <p:sp>
        <p:nvSpPr>
          <p:cNvPr id="55" name="TextBox 54">
            <a:extLst>
              <a:ext uri="{FF2B5EF4-FFF2-40B4-BE49-F238E27FC236}">
                <a16:creationId xmlns:a16="http://schemas.microsoft.com/office/drawing/2014/main" id="{00AF9157-36D3-43AE-9E8E-29A436C19D41}"/>
              </a:ext>
            </a:extLst>
          </p:cNvPr>
          <p:cNvSpPr txBox="1"/>
          <p:nvPr/>
        </p:nvSpPr>
        <p:spPr>
          <a:xfrm>
            <a:off x="3862805" y="3127232"/>
            <a:ext cx="1381125" cy="24622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GENERAL PUBLIC</a:t>
            </a:r>
          </a:p>
        </p:txBody>
      </p:sp>
      <p:sp>
        <p:nvSpPr>
          <p:cNvPr id="56" name="TextBox 55">
            <a:extLst>
              <a:ext uri="{FF2B5EF4-FFF2-40B4-BE49-F238E27FC236}">
                <a16:creationId xmlns:a16="http://schemas.microsoft.com/office/drawing/2014/main" id="{6CDDBCC7-19FE-4CF9-9990-E521DA6329DD}"/>
              </a:ext>
            </a:extLst>
          </p:cNvPr>
          <p:cNvSpPr txBox="1"/>
          <p:nvPr/>
        </p:nvSpPr>
        <p:spPr>
          <a:xfrm>
            <a:off x="6948067" y="3127232"/>
            <a:ext cx="1381125" cy="24622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EMPLOYEES</a:t>
            </a:r>
          </a:p>
        </p:txBody>
      </p:sp>
      <p:sp>
        <p:nvSpPr>
          <p:cNvPr id="57" name="TextBox 56">
            <a:extLst>
              <a:ext uri="{FF2B5EF4-FFF2-40B4-BE49-F238E27FC236}">
                <a16:creationId xmlns:a16="http://schemas.microsoft.com/office/drawing/2014/main" id="{46E8BD41-EF1C-4A08-A62A-F9157E349872}"/>
              </a:ext>
            </a:extLst>
          </p:cNvPr>
          <p:cNvSpPr txBox="1"/>
          <p:nvPr/>
        </p:nvSpPr>
        <p:spPr>
          <a:xfrm>
            <a:off x="10033329" y="3127232"/>
            <a:ext cx="1381125" cy="24622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GOVERNMENT</a:t>
            </a:r>
          </a:p>
        </p:txBody>
      </p:sp>
      <p:sp>
        <p:nvSpPr>
          <p:cNvPr id="58" name="TextBox 57">
            <a:extLst>
              <a:ext uri="{FF2B5EF4-FFF2-40B4-BE49-F238E27FC236}">
                <a16:creationId xmlns:a16="http://schemas.microsoft.com/office/drawing/2014/main" id="{35CBBE3F-16D9-4D58-A173-649CFF019926}"/>
              </a:ext>
            </a:extLst>
          </p:cNvPr>
          <p:cNvSpPr txBox="1"/>
          <p:nvPr/>
        </p:nvSpPr>
        <p:spPr>
          <a:xfrm>
            <a:off x="830591" y="5727382"/>
            <a:ext cx="1381125" cy="24622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ENVIRONMENT</a:t>
            </a:r>
          </a:p>
        </p:txBody>
      </p:sp>
      <p:sp>
        <p:nvSpPr>
          <p:cNvPr id="59" name="TextBox 58">
            <a:extLst>
              <a:ext uri="{FF2B5EF4-FFF2-40B4-BE49-F238E27FC236}">
                <a16:creationId xmlns:a16="http://schemas.microsoft.com/office/drawing/2014/main" id="{0836C02A-6908-4759-9F61-ABC1CC1AE578}"/>
              </a:ext>
            </a:extLst>
          </p:cNvPr>
          <p:cNvSpPr txBox="1"/>
          <p:nvPr/>
        </p:nvSpPr>
        <p:spPr>
          <a:xfrm>
            <a:off x="3915855" y="5727382"/>
            <a:ext cx="1381125" cy="492443"/>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SHAREHOLDERS OR INVESTORS</a:t>
            </a:r>
          </a:p>
        </p:txBody>
      </p:sp>
      <p:sp>
        <p:nvSpPr>
          <p:cNvPr id="60" name="TextBox 59">
            <a:extLst>
              <a:ext uri="{FF2B5EF4-FFF2-40B4-BE49-F238E27FC236}">
                <a16:creationId xmlns:a16="http://schemas.microsoft.com/office/drawing/2014/main" id="{5D54C8A5-0968-4FC7-BEDF-6272C07FAA63}"/>
              </a:ext>
            </a:extLst>
          </p:cNvPr>
          <p:cNvSpPr txBox="1"/>
          <p:nvPr/>
        </p:nvSpPr>
        <p:spPr>
          <a:xfrm>
            <a:off x="7001119" y="5727382"/>
            <a:ext cx="1381125" cy="492443"/>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CONSUMERS OR CUSTOMERS</a:t>
            </a:r>
          </a:p>
        </p:txBody>
      </p:sp>
      <p:grpSp>
        <p:nvGrpSpPr>
          <p:cNvPr id="62" name="Group 61">
            <a:extLst>
              <a:ext uri="{FF2B5EF4-FFF2-40B4-BE49-F238E27FC236}">
                <a16:creationId xmlns:a16="http://schemas.microsoft.com/office/drawing/2014/main" id="{C2742C55-6CC7-4571-B2C8-8D87D6FA1774}"/>
              </a:ext>
            </a:extLst>
          </p:cNvPr>
          <p:cNvGrpSpPr/>
          <p:nvPr/>
        </p:nvGrpSpPr>
        <p:grpSpPr>
          <a:xfrm>
            <a:off x="1278859" y="2236038"/>
            <a:ext cx="378492" cy="378494"/>
            <a:chOff x="11606213" y="5354638"/>
            <a:chExt cx="280987" cy="280988"/>
          </a:xfrm>
          <a:solidFill>
            <a:schemeClr val="accent1">
              <a:lumMod val="90000"/>
            </a:schemeClr>
          </a:solidFill>
        </p:grpSpPr>
        <p:sp>
          <p:nvSpPr>
            <p:cNvPr id="63" name="Freeform 3448">
              <a:extLst>
                <a:ext uri="{FF2B5EF4-FFF2-40B4-BE49-F238E27FC236}">
                  <a16:creationId xmlns:a16="http://schemas.microsoft.com/office/drawing/2014/main" id="{4AC59BFF-2EE0-4F3A-8808-EEFDBD50F26B}"/>
                </a:ext>
              </a:extLst>
            </p:cNvPr>
            <p:cNvSpPr>
              <a:spLocks/>
            </p:cNvSpPr>
            <p:nvPr/>
          </p:nvSpPr>
          <p:spPr bwMode="auto">
            <a:xfrm>
              <a:off x="11606213" y="5392738"/>
              <a:ext cx="128587" cy="90488"/>
            </a:xfrm>
            <a:custGeom>
              <a:avLst/>
              <a:gdLst>
                <a:gd name="T0" fmla="*/ 325 w 325"/>
                <a:gd name="T1" fmla="*/ 206 h 230"/>
                <a:gd name="T2" fmla="*/ 324 w 325"/>
                <a:gd name="T3" fmla="*/ 197 h 230"/>
                <a:gd name="T4" fmla="*/ 321 w 325"/>
                <a:gd name="T5" fmla="*/ 189 h 230"/>
                <a:gd name="T6" fmla="*/ 319 w 325"/>
                <a:gd name="T7" fmla="*/ 181 h 230"/>
                <a:gd name="T8" fmla="*/ 315 w 325"/>
                <a:gd name="T9" fmla="*/ 173 h 230"/>
                <a:gd name="T10" fmla="*/ 310 w 325"/>
                <a:gd name="T11" fmla="*/ 167 h 230"/>
                <a:gd name="T12" fmla="*/ 303 w 325"/>
                <a:gd name="T13" fmla="*/ 162 h 230"/>
                <a:gd name="T14" fmla="*/ 297 w 325"/>
                <a:gd name="T15" fmla="*/ 158 h 230"/>
                <a:gd name="T16" fmla="*/ 289 w 325"/>
                <a:gd name="T17" fmla="*/ 154 h 230"/>
                <a:gd name="T18" fmla="*/ 216 w 325"/>
                <a:gd name="T19" fmla="*/ 136 h 230"/>
                <a:gd name="T20" fmla="*/ 216 w 325"/>
                <a:gd name="T21" fmla="*/ 112 h 230"/>
                <a:gd name="T22" fmla="*/ 226 w 325"/>
                <a:gd name="T23" fmla="*/ 104 h 230"/>
                <a:gd name="T24" fmla="*/ 236 w 325"/>
                <a:gd name="T25" fmla="*/ 95 h 230"/>
                <a:gd name="T26" fmla="*/ 244 w 325"/>
                <a:gd name="T27" fmla="*/ 85 h 230"/>
                <a:gd name="T28" fmla="*/ 252 w 325"/>
                <a:gd name="T29" fmla="*/ 73 h 230"/>
                <a:gd name="T30" fmla="*/ 258 w 325"/>
                <a:gd name="T31" fmla="*/ 60 h 230"/>
                <a:gd name="T32" fmla="*/ 262 w 325"/>
                <a:gd name="T33" fmla="*/ 48 h 230"/>
                <a:gd name="T34" fmla="*/ 265 w 325"/>
                <a:gd name="T35" fmla="*/ 33 h 230"/>
                <a:gd name="T36" fmla="*/ 266 w 325"/>
                <a:gd name="T37" fmla="*/ 19 h 230"/>
                <a:gd name="T38" fmla="*/ 254 w 325"/>
                <a:gd name="T39" fmla="*/ 22 h 230"/>
                <a:gd name="T40" fmla="*/ 243 w 325"/>
                <a:gd name="T41" fmla="*/ 22 h 230"/>
                <a:gd name="T42" fmla="*/ 234 w 325"/>
                <a:gd name="T43" fmla="*/ 22 h 230"/>
                <a:gd name="T44" fmla="*/ 225 w 325"/>
                <a:gd name="T45" fmla="*/ 21 h 230"/>
                <a:gd name="T46" fmla="*/ 209 w 325"/>
                <a:gd name="T47" fmla="*/ 18 h 230"/>
                <a:gd name="T48" fmla="*/ 197 w 325"/>
                <a:gd name="T49" fmla="*/ 13 h 230"/>
                <a:gd name="T50" fmla="*/ 186 w 325"/>
                <a:gd name="T51" fmla="*/ 8 h 230"/>
                <a:gd name="T52" fmla="*/ 177 w 325"/>
                <a:gd name="T53" fmla="*/ 0 h 230"/>
                <a:gd name="T54" fmla="*/ 171 w 325"/>
                <a:gd name="T55" fmla="*/ 4 h 230"/>
                <a:gd name="T56" fmla="*/ 163 w 325"/>
                <a:gd name="T57" fmla="*/ 6 h 230"/>
                <a:gd name="T58" fmla="*/ 157 w 325"/>
                <a:gd name="T59" fmla="*/ 10 h 230"/>
                <a:gd name="T60" fmla="*/ 149 w 325"/>
                <a:gd name="T61" fmla="*/ 12 h 230"/>
                <a:gd name="T62" fmla="*/ 134 w 325"/>
                <a:gd name="T63" fmla="*/ 14 h 230"/>
                <a:gd name="T64" fmla="*/ 117 w 325"/>
                <a:gd name="T65" fmla="*/ 15 h 230"/>
                <a:gd name="T66" fmla="*/ 102 w 325"/>
                <a:gd name="T67" fmla="*/ 15 h 230"/>
                <a:gd name="T68" fmla="*/ 87 w 325"/>
                <a:gd name="T69" fmla="*/ 13 h 230"/>
                <a:gd name="T70" fmla="*/ 73 w 325"/>
                <a:gd name="T71" fmla="*/ 9 h 230"/>
                <a:gd name="T72" fmla="*/ 62 w 325"/>
                <a:gd name="T73" fmla="*/ 4 h 230"/>
                <a:gd name="T74" fmla="*/ 60 w 325"/>
                <a:gd name="T75" fmla="*/ 10 h 230"/>
                <a:gd name="T76" fmla="*/ 60 w 325"/>
                <a:gd name="T77" fmla="*/ 17 h 230"/>
                <a:gd name="T78" fmla="*/ 62 w 325"/>
                <a:gd name="T79" fmla="*/ 31 h 230"/>
                <a:gd name="T80" fmla="*/ 64 w 325"/>
                <a:gd name="T81" fmla="*/ 45 h 230"/>
                <a:gd name="T82" fmla="*/ 68 w 325"/>
                <a:gd name="T83" fmla="*/ 58 h 230"/>
                <a:gd name="T84" fmla="*/ 73 w 325"/>
                <a:gd name="T85" fmla="*/ 71 h 230"/>
                <a:gd name="T86" fmla="*/ 81 w 325"/>
                <a:gd name="T87" fmla="*/ 82 h 230"/>
                <a:gd name="T88" fmla="*/ 89 w 325"/>
                <a:gd name="T89" fmla="*/ 93 h 230"/>
                <a:gd name="T90" fmla="*/ 98 w 325"/>
                <a:gd name="T91" fmla="*/ 102 h 230"/>
                <a:gd name="T92" fmla="*/ 108 w 325"/>
                <a:gd name="T93" fmla="*/ 109 h 230"/>
                <a:gd name="T94" fmla="*/ 108 w 325"/>
                <a:gd name="T95" fmla="*/ 136 h 230"/>
                <a:gd name="T96" fmla="*/ 37 w 325"/>
                <a:gd name="T97" fmla="*/ 155 h 230"/>
                <a:gd name="T98" fmla="*/ 30 w 325"/>
                <a:gd name="T99" fmla="*/ 158 h 230"/>
                <a:gd name="T100" fmla="*/ 23 w 325"/>
                <a:gd name="T101" fmla="*/ 162 h 230"/>
                <a:gd name="T102" fmla="*/ 17 w 325"/>
                <a:gd name="T103" fmla="*/ 167 h 230"/>
                <a:gd name="T104" fmla="*/ 10 w 325"/>
                <a:gd name="T105" fmla="*/ 173 h 230"/>
                <a:gd name="T106" fmla="*/ 7 w 325"/>
                <a:gd name="T107" fmla="*/ 181 h 230"/>
                <a:gd name="T108" fmla="*/ 3 w 325"/>
                <a:gd name="T109" fmla="*/ 189 h 230"/>
                <a:gd name="T110" fmla="*/ 0 w 325"/>
                <a:gd name="T111" fmla="*/ 197 h 230"/>
                <a:gd name="T112" fmla="*/ 0 w 325"/>
                <a:gd name="T113" fmla="*/ 206 h 230"/>
                <a:gd name="T114" fmla="*/ 0 w 325"/>
                <a:gd name="T115" fmla="*/ 230 h 230"/>
                <a:gd name="T116" fmla="*/ 325 w 325"/>
                <a:gd name="T117" fmla="*/ 230 h 230"/>
                <a:gd name="T118" fmla="*/ 325 w 325"/>
                <a:gd name="T119" fmla="*/ 20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5" h="230">
                  <a:moveTo>
                    <a:pt x="325" y="206"/>
                  </a:moveTo>
                  <a:lnTo>
                    <a:pt x="324" y="197"/>
                  </a:lnTo>
                  <a:lnTo>
                    <a:pt x="321" y="189"/>
                  </a:lnTo>
                  <a:lnTo>
                    <a:pt x="319" y="181"/>
                  </a:lnTo>
                  <a:lnTo>
                    <a:pt x="315" y="173"/>
                  </a:lnTo>
                  <a:lnTo>
                    <a:pt x="310" y="167"/>
                  </a:lnTo>
                  <a:lnTo>
                    <a:pt x="303" y="162"/>
                  </a:lnTo>
                  <a:lnTo>
                    <a:pt x="297" y="158"/>
                  </a:lnTo>
                  <a:lnTo>
                    <a:pt x="289" y="154"/>
                  </a:lnTo>
                  <a:lnTo>
                    <a:pt x="216" y="136"/>
                  </a:lnTo>
                  <a:lnTo>
                    <a:pt x="216" y="112"/>
                  </a:lnTo>
                  <a:lnTo>
                    <a:pt x="226" y="104"/>
                  </a:lnTo>
                  <a:lnTo>
                    <a:pt x="236" y="95"/>
                  </a:lnTo>
                  <a:lnTo>
                    <a:pt x="244" y="85"/>
                  </a:lnTo>
                  <a:lnTo>
                    <a:pt x="252" y="73"/>
                  </a:lnTo>
                  <a:lnTo>
                    <a:pt x="258" y="60"/>
                  </a:lnTo>
                  <a:lnTo>
                    <a:pt x="262" y="48"/>
                  </a:lnTo>
                  <a:lnTo>
                    <a:pt x="265" y="33"/>
                  </a:lnTo>
                  <a:lnTo>
                    <a:pt x="266" y="19"/>
                  </a:lnTo>
                  <a:lnTo>
                    <a:pt x="254" y="22"/>
                  </a:lnTo>
                  <a:lnTo>
                    <a:pt x="243" y="22"/>
                  </a:lnTo>
                  <a:lnTo>
                    <a:pt x="234" y="22"/>
                  </a:lnTo>
                  <a:lnTo>
                    <a:pt x="225" y="21"/>
                  </a:lnTo>
                  <a:lnTo>
                    <a:pt x="209" y="18"/>
                  </a:lnTo>
                  <a:lnTo>
                    <a:pt x="197" y="13"/>
                  </a:lnTo>
                  <a:lnTo>
                    <a:pt x="186" y="8"/>
                  </a:lnTo>
                  <a:lnTo>
                    <a:pt x="177" y="0"/>
                  </a:lnTo>
                  <a:lnTo>
                    <a:pt x="171" y="4"/>
                  </a:lnTo>
                  <a:lnTo>
                    <a:pt x="163" y="6"/>
                  </a:lnTo>
                  <a:lnTo>
                    <a:pt x="157" y="10"/>
                  </a:lnTo>
                  <a:lnTo>
                    <a:pt x="149" y="12"/>
                  </a:lnTo>
                  <a:lnTo>
                    <a:pt x="134" y="14"/>
                  </a:lnTo>
                  <a:lnTo>
                    <a:pt x="117" y="15"/>
                  </a:lnTo>
                  <a:lnTo>
                    <a:pt x="102" y="15"/>
                  </a:lnTo>
                  <a:lnTo>
                    <a:pt x="87" y="13"/>
                  </a:lnTo>
                  <a:lnTo>
                    <a:pt x="73" y="9"/>
                  </a:lnTo>
                  <a:lnTo>
                    <a:pt x="62" y="4"/>
                  </a:lnTo>
                  <a:lnTo>
                    <a:pt x="60" y="10"/>
                  </a:lnTo>
                  <a:lnTo>
                    <a:pt x="60" y="17"/>
                  </a:lnTo>
                  <a:lnTo>
                    <a:pt x="62" y="31"/>
                  </a:lnTo>
                  <a:lnTo>
                    <a:pt x="64" y="45"/>
                  </a:lnTo>
                  <a:lnTo>
                    <a:pt x="68" y="58"/>
                  </a:lnTo>
                  <a:lnTo>
                    <a:pt x="73" y="71"/>
                  </a:lnTo>
                  <a:lnTo>
                    <a:pt x="81" y="82"/>
                  </a:lnTo>
                  <a:lnTo>
                    <a:pt x="89" y="93"/>
                  </a:lnTo>
                  <a:lnTo>
                    <a:pt x="98" y="102"/>
                  </a:lnTo>
                  <a:lnTo>
                    <a:pt x="108" y="109"/>
                  </a:lnTo>
                  <a:lnTo>
                    <a:pt x="108" y="136"/>
                  </a:lnTo>
                  <a:lnTo>
                    <a:pt x="37" y="155"/>
                  </a:lnTo>
                  <a:lnTo>
                    <a:pt x="30" y="158"/>
                  </a:lnTo>
                  <a:lnTo>
                    <a:pt x="23" y="162"/>
                  </a:lnTo>
                  <a:lnTo>
                    <a:pt x="17" y="167"/>
                  </a:lnTo>
                  <a:lnTo>
                    <a:pt x="10" y="173"/>
                  </a:lnTo>
                  <a:lnTo>
                    <a:pt x="7" y="181"/>
                  </a:lnTo>
                  <a:lnTo>
                    <a:pt x="3" y="189"/>
                  </a:lnTo>
                  <a:lnTo>
                    <a:pt x="0" y="197"/>
                  </a:lnTo>
                  <a:lnTo>
                    <a:pt x="0" y="206"/>
                  </a:lnTo>
                  <a:lnTo>
                    <a:pt x="0" y="230"/>
                  </a:lnTo>
                  <a:lnTo>
                    <a:pt x="325" y="230"/>
                  </a:lnTo>
                  <a:lnTo>
                    <a:pt x="325"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4" name="Freeform 3449">
              <a:extLst>
                <a:ext uri="{FF2B5EF4-FFF2-40B4-BE49-F238E27FC236}">
                  <a16:creationId xmlns:a16="http://schemas.microsoft.com/office/drawing/2014/main" id="{3EB4F45F-B1C1-410B-9E73-8B30D650FA59}"/>
                </a:ext>
              </a:extLst>
            </p:cNvPr>
            <p:cNvSpPr>
              <a:spLocks/>
            </p:cNvSpPr>
            <p:nvPr/>
          </p:nvSpPr>
          <p:spPr bwMode="auto">
            <a:xfrm>
              <a:off x="11631613" y="5354638"/>
              <a:ext cx="79375" cy="36513"/>
            </a:xfrm>
            <a:custGeom>
              <a:avLst/>
              <a:gdLst>
                <a:gd name="T0" fmla="*/ 104 w 199"/>
                <a:gd name="T1" fmla="*/ 69 h 92"/>
                <a:gd name="T2" fmla="*/ 109 w 199"/>
                <a:gd name="T3" fmla="*/ 67 h 92"/>
                <a:gd name="T4" fmla="*/ 114 w 199"/>
                <a:gd name="T5" fmla="*/ 66 h 92"/>
                <a:gd name="T6" fmla="*/ 116 w 199"/>
                <a:gd name="T7" fmla="*/ 67 h 92"/>
                <a:gd name="T8" fmla="*/ 119 w 199"/>
                <a:gd name="T9" fmla="*/ 68 h 92"/>
                <a:gd name="T10" fmla="*/ 122 w 199"/>
                <a:gd name="T11" fmla="*/ 69 h 92"/>
                <a:gd name="T12" fmla="*/ 123 w 199"/>
                <a:gd name="T13" fmla="*/ 72 h 92"/>
                <a:gd name="T14" fmla="*/ 125 w 199"/>
                <a:gd name="T15" fmla="*/ 76 h 92"/>
                <a:gd name="T16" fmla="*/ 129 w 199"/>
                <a:gd name="T17" fmla="*/ 78 h 92"/>
                <a:gd name="T18" fmla="*/ 133 w 199"/>
                <a:gd name="T19" fmla="*/ 82 h 92"/>
                <a:gd name="T20" fmla="*/ 137 w 199"/>
                <a:gd name="T21" fmla="*/ 85 h 92"/>
                <a:gd name="T22" fmla="*/ 149 w 199"/>
                <a:gd name="T23" fmla="*/ 89 h 92"/>
                <a:gd name="T24" fmla="*/ 161 w 199"/>
                <a:gd name="T25" fmla="*/ 92 h 92"/>
                <a:gd name="T26" fmla="*/ 173 w 199"/>
                <a:gd name="T27" fmla="*/ 92 h 92"/>
                <a:gd name="T28" fmla="*/ 183 w 199"/>
                <a:gd name="T29" fmla="*/ 92 h 92"/>
                <a:gd name="T30" fmla="*/ 192 w 199"/>
                <a:gd name="T31" fmla="*/ 91 h 92"/>
                <a:gd name="T32" fmla="*/ 199 w 199"/>
                <a:gd name="T33" fmla="*/ 90 h 92"/>
                <a:gd name="T34" fmla="*/ 196 w 199"/>
                <a:gd name="T35" fmla="*/ 80 h 92"/>
                <a:gd name="T36" fmla="*/ 194 w 199"/>
                <a:gd name="T37" fmla="*/ 71 h 92"/>
                <a:gd name="T38" fmla="*/ 190 w 199"/>
                <a:gd name="T39" fmla="*/ 63 h 92"/>
                <a:gd name="T40" fmla="*/ 186 w 199"/>
                <a:gd name="T41" fmla="*/ 54 h 92"/>
                <a:gd name="T42" fmla="*/ 181 w 199"/>
                <a:gd name="T43" fmla="*/ 46 h 92"/>
                <a:gd name="T44" fmla="*/ 176 w 199"/>
                <a:gd name="T45" fmla="*/ 39 h 92"/>
                <a:gd name="T46" fmla="*/ 169 w 199"/>
                <a:gd name="T47" fmla="*/ 32 h 92"/>
                <a:gd name="T48" fmla="*/ 163 w 199"/>
                <a:gd name="T49" fmla="*/ 26 h 92"/>
                <a:gd name="T50" fmla="*/ 156 w 199"/>
                <a:gd name="T51" fmla="*/ 21 h 92"/>
                <a:gd name="T52" fmla="*/ 149 w 199"/>
                <a:gd name="T53" fmla="*/ 15 h 92"/>
                <a:gd name="T54" fmla="*/ 141 w 199"/>
                <a:gd name="T55" fmla="*/ 10 h 92"/>
                <a:gd name="T56" fmla="*/ 133 w 199"/>
                <a:gd name="T57" fmla="*/ 6 h 92"/>
                <a:gd name="T58" fmla="*/ 124 w 199"/>
                <a:gd name="T59" fmla="*/ 4 h 92"/>
                <a:gd name="T60" fmla="*/ 115 w 199"/>
                <a:gd name="T61" fmla="*/ 1 h 92"/>
                <a:gd name="T62" fmla="*/ 106 w 199"/>
                <a:gd name="T63" fmla="*/ 0 h 92"/>
                <a:gd name="T64" fmla="*/ 97 w 199"/>
                <a:gd name="T65" fmla="*/ 0 h 92"/>
                <a:gd name="T66" fmla="*/ 89 w 199"/>
                <a:gd name="T67" fmla="*/ 0 h 92"/>
                <a:gd name="T68" fmla="*/ 81 w 199"/>
                <a:gd name="T69" fmla="*/ 1 h 92"/>
                <a:gd name="T70" fmla="*/ 73 w 199"/>
                <a:gd name="T71" fmla="*/ 4 h 92"/>
                <a:gd name="T72" fmla="*/ 65 w 199"/>
                <a:gd name="T73" fmla="*/ 5 h 92"/>
                <a:gd name="T74" fmla="*/ 57 w 199"/>
                <a:gd name="T75" fmla="*/ 9 h 92"/>
                <a:gd name="T76" fmla="*/ 51 w 199"/>
                <a:gd name="T77" fmla="*/ 13 h 92"/>
                <a:gd name="T78" fmla="*/ 43 w 199"/>
                <a:gd name="T79" fmla="*/ 17 h 92"/>
                <a:gd name="T80" fmla="*/ 37 w 199"/>
                <a:gd name="T81" fmla="*/ 22 h 92"/>
                <a:gd name="T82" fmla="*/ 25 w 199"/>
                <a:gd name="T83" fmla="*/ 32 h 92"/>
                <a:gd name="T84" fmla="*/ 15 w 199"/>
                <a:gd name="T85" fmla="*/ 45 h 92"/>
                <a:gd name="T86" fmla="*/ 6 w 199"/>
                <a:gd name="T87" fmla="*/ 60 h 92"/>
                <a:gd name="T88" fmla="*/ 0 w 199"/>
                <a:gd name="T89" fmla="*/ 76 h 92"/>
                <a:gd name="T90" fmla="*/ 1 w 199"/>
                <a:gd name="T91" fmla="*/ 75 h 92"/>
                <a:gd name="T92" fmla="*/ 10 w 199"/>
                <a:gd name="T93" fmla="*/ 80 h 92"/>
                <a:gd name="T94" fmla="*/ 21 w 199"/>
                <a:gd name="T95" fmla="*/ 84 h 92"/>
                <a:gd name="T96" fmla="*/ 36 w 199"/>
                <a:gd name="T97" fmla="*/ 86 h 92"/>
                <a:gd name="T98" fmla="*/ 50 w 199"/>
                <a:gd name="T99" fmla="*/ 87 h 92"/>
                <a:gd name="T100" fmla="*/ 65 w 199"/>
                <a:gd name="T101" fmla="*/ 86 h 92"/>
                <a:gd name="T102" fmla="*/ 79 w 199"/>
                <a:gd name="T103" fmla="*/ 84 h 92"/>
                <a:gd name="T104" fmla="*/ 87 w 199"/>
                <a:gd name="T105" fmla="*/ 81 h 92"/>
                <a:gd name="T106" fmla="*/ 93 w 199"/>
                <a:gd name="T107" fmla="*/ 77 h 92"/>
                <a:gd name="T108" fmla="*/ 98 w 199"/>
                <a:gd name="T109" fmla="*/ 75 h 92"/>
                <a:gd name="T110" fmla="*/ 104 w 199"/>
                <a:gd name="T111" fmla="*/ 6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9" h="92">
                  <a:moveTo>
                    <a:pt x="104" y="69"/>
                  </a:moveTo>
                  <a:lnTo>
                    <a:pt x="109" y="67"/>
                  </a:lnTo>
                  <a:lnTo>
                    <a:pt x="114" y="66"/>
                  </a:lnTo>
                  <a:lnTo>
                    <a:pt x="116" y="67"/>
                  </a:lnTo>
                  <a:lnTo>
                    <a:pt x="119" y="68"/>
                  </a:lnTo>
                  <a:lnTo>
                    <a:pt x="122" y="69"/>
                  </a:lnTo>
                  <a:lnTo>
                    <a:pt x="123" y="72"/>
                  </a:lnTo>
                  <a:lnTo>
                    <a:pt x="125" y="76"/>
                  </a:lnTo>
                  <a:lnTo>
                    <a:pt x="129" y="78"/>
                  </a:lnTo>
                  <a:lnTo>
                    <a:pt x="133" y="82"/>
                  </a:lnTo>
                  <a:lnTo>
                    <a:pt x="137" y="85"/>
                  </a:lnTo>
                  <a:lnTo>
                    <a:pt x="149" y="89"/>
                  </a:lnTo>
                  <a:lnTo>
                    <a:pt x="161" y="92"/>
                  </a:lnTo>
                  <a:lnTo>
                    <a:pt x="173" y="92"/>
                  </a:lnTo>
                  <a:lnTo>
                    <a:pt x="183" y="92"/>
                  </a:lnTo>
                  <a:lnTo>
                    <a:pt x="192" y="91"/>
                  </a:lnTo>
                  <a:lnTo>
                    <a:pt x="199" y="90"/>
                  </a:lnTo>
                  <a:lnTo>
                    <a:pt x="196" y="80"/>
                  </a:lnTo>
                  <a:lnTo>
                    <a:pt x="194" y="71"/>
                  </a:lnTo>
                  <a:lnTo>
                    <a:pt x="190" y="63"/>
                  </a:lnTo>
                  <a:lnTo>
                    <a:pt x="186" y="54"/>
                  </a:lnTo>
                  <a:lnTo>
                    <a:pt x="181" y="46"/>
                  </a:lnTo>
                  <a:lnTo>
                    <a:pt x="176" y="39"/>
                  </a:lnTo>
                  <a:lnTo>
                    <a:pt x="169" y="32"/>
                  </a:lnTo>
                  <a:lnTo>
                    <a:pt x="163" y="26"/>
                  </a:lnTo>
                  <a:lnTo>
                    <a:pt x="156" y="21"/>
                  </a:lnTo>
                  <a:lnTo>
                    <a:pt x="149" y="15"/>
                  </a:lnTo>
                  <a:lnTo>
                    <a:pt x="141" y="10"/>
                  </a:lnTo>
                  <a:lnTo>
                    <a:pt x="133" y="6"/>
                  </a:lnTo>
                  <a:lnTo>
                    <a:pt x="124" y="4"/>
                  </a:lnTo>
                  <a:lnTo>
                    <a:pt x="115" y="1"/>
                  </a:lnTo>
                  <a:lnTo>
                    <a:pt x="106" y="0"/>
                  </a:lnTo>
                  <a:lnTo>
                    <a:pt x="97" y="0"/>
                  </a:lnTo>
                  <a:lnTo>
                    <a:pt x="89" y="0"/>
                  </a:lnTo>
                  <a:lnTo>
                    <a:pt x="81" y="1"/>
                  </a:lnTo>
                  <a:lnTo>
                    <a:pt x="73" y="4"/>
                  </a:lnTo>
                  <a:lnTo>
                    <a:pt x="65" y="5"/>
                  </a:lnTo>
                  <a:lnTo>
                    <a:pt x="57" y="9"/>
                  </a:lnTo>
                  <a:lnTo>
                    <a:pt x="51" y="13"/>
                  </a:lnTo>
                  <a:lnTo>
                    <a:pt x="43" y="17"/>
                  </a:lnTo>
                  <a:lnTo>
                    <a:pt x="37" y="22"/>
                  </a:lnTo>
                  <a:lnTo>
                    <a:pt x="25" y="32"/>
                  </a:lnTo>
                  <a:lnTo>
                    <a:pt x="15" y="45"/>
                  </a:lnTo>
                  <a:lnTo>
                    <a:pt x="6" y="60"/>
                  </a:lnTo>
                  <a:lnTo>
                    <a:pt x="0" y="76"/>
                  </a:lnTo>
                  <a:lnTo>
                    <a:pt x="1" y="75"/>
                  </a:lnTo>
                  <a:lnTo>
                    <a:pt x="10" y="80"/>
                  </a:lnTo>
                  <a:lnTo>
                    <a:pt x="21" y="84"/>
                  </a:lnTo>
                  <a:lnTo>
                    <a:pt x="36" y="86"/>
                  </a:lnTo>
                  <a:lnTo>
                    <a:pt x="50" y="87"/>
                  </a:lnTo>
                  <a:lnTo>
                    <a:pt x="65" y="86"/>
                  </a:lnTo>
                  <a:lnTo>
                    <a:pt x="79" y="84"/>
                  </a:lnTo>
                  <a:lnTo>
                    <a:pt x="87" y="81"/>
                  </a:lnTo>
                  <a:lnTo>
                    <a:pt x="93" y="77"/>
                  </a:lnTo>
                  <a:lnTo>
                    <a:pt x="98" y="75"/>
                  </a:lnTo>
                  <a:lnTo>
                    <a:pt x="104"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5" name="Freeform 3450">
              <a:extLst>
                <a:ext uri="{FF2B5EF4-FFF2-40B4-BE49-F238E27FC236}">
                  <a16:creationId xmlns:a16="http://schemas.microsoft.com/office/drawing/2014/main" id="{9C04983C-A526-4070-8F51-EDCA76C6B287}"/>
                </a:ext>
              </a:extLst>
            </p:cNvPr>
            <p:cNvSpPr>
              <a:spLocks/>
            </p:cNvSpPr>
            <p:nvPr/>
          </p:nvSpPr>
          <p:spPr bwMode="auto">
            <a:xfrm>
              <a:off x="11758613" y="5392738"/>
              <a:ext cx="128587" cy="90488"/>
            </a:xfrm>
            <a:custGeom>
              <a:avLst/>
              <a:gdLst>
                <a:gd name="T0" fmla="*/ 289 w 325"/>
                <a:gd name="T1" fmla="*/ 154 h 230"/>
                <a:gd name="T2" fmla="*/ 217 w 325"/>
                <a:gd name="T3" fmla="*/ 136 h 230"/>
                <a:gd name="T4" fmla="*/ 217 w 325"/>
                <a:gd name="T5" fmla="*/ 112 h 230"/>
                <a:gd name="T6" fmla="*/ 227 w 325"/>
                <a:gd name="T7" fmla="*/ 104 h 230"/>
                <a:gd name="T8" fmla="*/ 236 w 325"/>
                <a:gd name="T9" fmla="*/ 95 h 230"/>
                <a:gd name="T10" fmla="*/ 245 w 325"/>
                <a:gd name="T11" fmla="*/ 85 h 230"/>
                <a:gd name="T12" fmla="*/ 252 w 325"/>
                <a:gd name="T13" fmla="*/ 73 h 230"/>
                <a:gd name="T14" fmla="*/ 258 w 325"/>
                <a:gd name="T15" fmla="*/ 60 h 230"/>
                <a:gd name="T16" fmla="*/ 263 w 325"/>
                <a:gd name="T17" fmla="*/ 48 h 230"/>
                <a:gd name="T18" fmla="*/ 266 w 325"/>
                <a:gd name="T19" fmla="*/ 33 h 230"/>
                <a:gd name="T20" fmla="*/ 267 w 325"/>
                <a:gd name="T21" fmla="*/ 19 h 230"/>
                <a:gd name="T22" fmla="*/ 256 w 325"/>
                <a:gd name="T23" fmla="*/ 22 h 230"/>
                <a:gd name="T24" fmla="*/ 243 w 325"/>
                <a:gd name="T25" fmla="*/ 22 h 230"/>
                <a:gd name="T26" fmla="*/ 234 w 325"/>
                <a:gd name="T27" fmla="*/ 22 h 230"/>
                <a:gd name="T28" fmla="*/ 225 w 325"/>
                <a:gd name="T29" fmla="*/ 21 h 230"/>
                <a:gd name="T30" fmla="*/ 211 w 325"/>
                <a:gd name="T31" fmla="*/ 18 h 230"/>
                <a:gd name="T32" fmla="*/ 198 w 325"/>
                <a:gd name="T33" fmla="*/ 13 h 230"/>
                <a:gd name="T34" fmla="*/ 186 w 325"/>
                <a:gd name="T35" fmla="*/ 8 h 230"/>
                <a:gd name="T36" fmla="*/ 177 w 325"/>
                <a:gd name="T37" fmla="*/ 0 h 230"/>
                <a:gd name="T38" fmla="*/ 171 w 325"/>
                <a:gd name="T39" fmla="*/ 4 h 230"/>
                <a:gd name="T40" fmla="*/ 164 w 325"/>
                <a:gd name="T41" fmla="*/ 6 h 230"/>
                <a:gd name="T42" fmla="*/ 157 w 325"/>
                <a:gd name="T43" fmla="*/ 10 h 230"/>
                <a:gd name="T44" fmla="*/ 149 w 325"/>
                <a:gd name="T45" fmla="*/ 12 h 230"/>
                <a:gd name="T46" fmla="*/ 134 w 325"/>
                <a:gd name="T47" fmla="*/ 14 h 230"/>
                <a:gd name="T48" fmla="*/ 118 w 325"/>
                <a:gd name="T49" fmla="*/ 15 h 230"/>
                <a:gd name="T50" fmla="*/ 103 w 325"/>
                <a:gd name="T51" fmla="*/ 15 h 230"/>
                <a:gd name="T52" fmla="*/ 87 w 325"/>
                <a:gd name="T53" fmla="*/ 13 h 230"/>
                <a:gd name="T54" fmla="*/ 73 w 325"/>
                <a:gd name="T55" fmla="*/ 9 h 230"/>
                <a:gd name="T56" fmla="*/ 62 w 325"/>
                <a:gd name="T57" fmla="*/ 4 h 230"/>
                <a:gd name="T58" fmla="*/ 62 w 325"/>
                <a:gd name="T59" fmla="*/ 10 h 230"/>
                <a:gd name="T60" fmla="*/ 60 w 325"/>
                <a:gd name="T61" fmla="*/ 17 h 230"/>
                <a:gd name="T62" fmla="*/ 62 w 325"/>
                <a:gd name="T63" fmla="*/ 31 h 230"/>
                <a:gd name="T64" fmla="*/ 64 w 325"/>
                <a:gd name="T65" fmla="*/ 45 h 230"/>
                <a:gd name="T66" fmla="*/ 68 w 325"/>
                <a:gd name="T67" fmla="*/ 58 h 230"/>
                <a:gd name="T68" fmla="*/ 75 w 325"/>
                <a:gd name="T69" fmla="*/ 71 h 230"/>
                <a:gd name="T70" fmla="*/ 81 w 325"/>
                <a:gd name="T71" fmla="*/ 82 h 230"/>
                <a:gd name="T72" fmla="*/ 89 w 325"/>
                <a:gd name="T73" fmla="*/ 93 h 230"/>
                <a:gd name="T74" fmla="*/ 99 w 325"/>
                <a:gd name="T75" fmla="*/ 102 h 230"/>
                <a:gd name="T76" fmla="*/ 109 w 325"/>
                <a:gd name="T77" fmla="*/ 109 h 230"/>
                <a:gd name="T78" fmla="*/ 109 w 325"/>
                <a:gd name="T79" fmla="*/ 136 h 230"/>
                <a:gd name="T80" fmla="*/ 39 w 325"/>
                <a:gd name="T81" fmla="*/ 155 h 230"/>
                <a:gd name="T82" fmla="*/ 31 w 325"/>
                <a:gd name="T83" fmla="*/ 158 h 230"/>
                <a:gd name="T84" fmla="*/ 23 w 325"/>
                <a:gd name="T85" fmla="*/ 162 h 230"/>
                <a:gd name="T86" fmla="*/ 17 w 325"/>
                <a:gd name="T87" fmla="*/ 167 h 230"/>
                <a:gd name="T88" fmla="*/ 12 w 325"/>
                <a:gd name="T89" fmla="*/ 173 h 230"/>
                <a:gd name="T90" fmla="*/ 7 w 325"/>
                <a:gd name="T91" fmla="*/ 181 h 230"/>
                <a:gd name="T92" fmla="*/ 4 w 325"/>
                <a:gd name="T93" fmla="*/ 189 h 230"/>
                <a:gd name="T94" fmla="*/ 1 w 325"/>
                <a:gd name="T95" fmla="*/ 197 h 230"/>
                <a:gd name="T96" fmla="*/ 0 w 325"/>
                <a:gd name="T97" fmla="*/ 206 h 230"/>
                <a:gd name="T98" fmla="*/ 0 w 325"/>
                <a:gd name="T99" fmla="*/ 230 h 230"/>
                <a:gd name="T100" fmla="*/ 325 w 325"/>
                <a:gd name="T101" fmla="*/ 230 h 230"/>
                <a:gd name="T102" fmla="*/ 325 w 325"/>
                <a:gd name="T103" fmla="*/ 206 h 230"/>
                <a:gd name="T104" fmla="*/ 324 w 325"/>
                <a:gd name="T105" fmla="*/ 197 h 230"/>
                <a:gd name="T106" fmla="*/ 322 w 325"/>
                <a:gd name="T107" fmla="*/ 189 h 230"/>
                <a:gd name="T108" fmla="*/ 319 w 325"/>
                <a:gd name="T109" fmla="*/ 181 h 230"/>
                <a:gd name="T110" fmla="*/ 315 w 325"/>
                <a:gd name="T111" fmla="*/ 173 h 230"/>
                <a:gd name="T112" fmla="*/ 310 w 325"/>
                <a:gd name="T113" fmla="*/ 167 h 230"/>
                <a:gd name="T114" fmla="*/ 303 w 325"/>
                <a:gd name="T115" fmla="*/ 162 h 230"/>
                <a:gd name="T116" fmla="*/ 297 w 325"/>
                <a:gd name="T117" fmla="*/ 158 h 230"/>
                <a:gd name="T118" fmla="*/ 289 w 325"/>
                <a:gd name="T119" fmla="*/ 154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5" h="230">
                  <a:moveTo>
                    <a:pt x="289" y="154"/>
                  </a:moveTo>
                  <a:lnTo>
                    <a:pt x="217" y="136"/>
                  </a:lnTo>
                  <a:lnTo>
                    <a:pt x="217" y="112"/>
                  </a:lnTo>
                  <a:lnTo>
                    <a:pt x="227" y="104"/>
                  </a:lnTo>
                  <a:lnTo>
                    <a:pt x="236" y="95"/>
                  </a:lnTo>
                  <a:lnTo>
                    <a:pt x="245" y="85"/>
                  </a:lnTo>
                  <a:lnTo>
                    <a:pt x="252" y="73"/>
                  </a:lnTo>
                  <a:lnTo>
                    <a:pt x="258" y="60"/>
                  </a:lnTo>
                  <a:lnTo>
                    <a:pt x="263" y="48"/>
                  </a:lnTo>
                  <a:lnTo>
                    <a:pt x="266" y="33"/>
                  </a:lnTo>
                  <a:lnTo>
                    <a:pt x="267" y="19"/>
                  </a:lnTo>
                  <a:lnTo>
                    <a:pt x="256" y="22"/>
                  </a:lnTo>
                  <a:lnTo>
                    <a:pt x="243" y="22"/>
                  </a:lnTo>
                  <a:lnTo>
                    <a:pt x="234" y="22"/>
                  </a:lnTo>
                  <a:lnTo>
                    <a:pt x="225" y="21"/>
                  </a:lnTo>
                  <a:lnTo>
                    <a:pt x="211" y="18"/>
                  </a:lnTo>
                  <a:lnTo>
                    <a:pt x="198" y="13"/>
                  </a:lnTo>
                  <a:lnTo>
                    <a:pt x="186" y="8"/>
                  </a:lnTo>
                  <a:lnTo>
                    <a:pt x="177" y="0"/>
                  </a:lnTo>
                  <a:lnTo>
                    <a:pt x="171" y="4"/>
                  </a:lnTo>
                  <a:lnTo>
                    <a:pt x="164" y="6"/>
                  </a:lnTo>
                  <a:lnTo>
                    <a:pt x="157" y="10"/>
                  </a:lnTo>
                  <a:lnTo>
                    <a:pt x="149" y="12"/>
                  </a:lnTo>
                  <a:lnTo>
                    <a:pt x="134" y="14"/>
                  </a:lnTo>
                  <a:lnTo>
                    <a:pt x="118" y="15"/>
                  </a:lnTo>
                  <a:lnTo>
                    <a:pt x="103" y="15"/>
                  </a:lnTo>
                  <a:lnTo>
                    <a:pt x="87" y="13"/>
                  </a:lnTo>
                  <a:lnTo>
                    <a:pt x="73" y="9"/>
                  </a:lnTo>
                  <a:lnTo>
                    <a:pt x="62" y="4"/>
                  </a:lnTo>
                  <a:lnTo>
                    <a:pt x="62" y="10"/>
                  </a:lnTo>
                  <a:lnTo>
                    <a:pt x="60" y="17"/>
                  </a:lnTo>
                  <a:lnTo>
                    <a:pt x="62" y="31"/>
                  </a:lnTo>
                  <a:lnTo>
                    <a:pt x="64" y="45"/>
                  </a:lnTo>
                  <a:lnTo>
                    <a:pt x="68" y="58"/>
                  </a:lnTo>
                  <a:lnTo>
                    <a:pt x="75" y="71"/>
                  </a:lnTo>
                  <a:lnTo>
                    <a:pt x="81" y="82"/>
                  </a:lnTo>
                  <a:lnTo>
                    <a:pt x="89" y="93"/>
                  </a:lnTo>
                  <a:lnTo>
                    <a:pt x="99" y="102"/>
                  </a:lnTo>
                  <a:lnTo>
                    <a:pt x="109" y="109"/>
                  </a:lnTo>
                  <a:lnTo>
                    <a:pt x="109" y="136"/>
                  </a:lnTo>
                  <a:lnTo>
                    <a:pt x="39" y="155"/>
                  </a:lnTo>
                  <a:lnTo>
                    <a:pt x="31" y="158"/>
                  </a:lnTo>
                  <a:lnTo>
                    <a:pt x="23" y="162"/>
                  </a:lnTo>
                  <a:lnTo>
                    <a:pt x="17" y="167"/>
                  </a:lnTo>
                  <a:lnTo>
                    <a:pt x="12" y="173"/>
                  </a:lnTo>
                  <a:lnTo>
                    <a:pt x="7" y="181"/>
                  </a:lnTo>
                  <a:lnTo>
                    <a:pt x="4" y="189"/>
                  </a:lnTo>
                  <a:lnTo>
                    <a:pt x="1" y="197"/>
                  </a:lnTo>
                  <a:lnTo>
                    <a:pt x="0" y="206"/>
                  </a:lnTo>
                  <a:lnTo>
                    <a:pt x="0" y="230"/>
                  </a:lnTo>
                  <a:lnTo>
                    <a:pt x="325" y="230"/>
                  </a:lnTo>
                  <a:lnTo>
                    <a:pt x="325" y="206"/>
                  </a:lnTo>
                  <a:lnTo>
                    <a:pt x="324" y="197"/>
                  </a:lnTo>
                  <a:lnTo>
                    <a:pt x="322" y="189"/>
                  </a:lnTo>
                  <a:lnTo>
                    <a:pt x="319" y="181"/>
                  </a:lnTo>
                  <a:lnTo>
                    <a:pt x="315" y="173"/>
                  </a:lnTo>
                  <a:lnTo>
                    <a:pt x="310" y="167"/>
                  </a:lnTo>
                  <a:lnTo>
                    <a:pt x="303" y="162"/>
                  </a:lnTo>
                  <a:lnTo>
                    <a:pt x="297" y="158"/>
                  </a:lnTo>
                  <a:lnTo>
                    <a:pt x="289"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6" name="Freeform 3451">
              <a:extLst>
                <a:ext uri="{FF2B5EF4-FFF2-40B4-BE49-F238E27FC236}">
                  <a16:creationId xmlns:a16="http://schemas.microsoft.com/office/drawing/2014/main" id="{C566BBBE-4056-47C1-A30C-F1744040F7BF}"/>
                </a:ext>
              </a:extLst>
            </p:cNvPr>
            <p:cNvSpPr>
              <a:spLocks/>
            </p:cNvSpPr>
            <p:nvPr/>
          </p:nvSpPr>
          <p:spPr bwMode="auto">
            <a:xfrm>
              <a:off x="11784013" y="5354638"/>
              <a:ext cx="79375" cy="36513"/>
            </a:xfrm>
            <a:custGeom>
              <a:avLst/>
              <a:gdLst>
                <a:gd name="T0" fmla="*/ 104 w 198"/>
                <a:gd name="T1" fmla="*/ 69 h 92"/>
                <a:gd name="T2" fmla="*/ 109 w 198"/>
                <a:gd name="T3" fmla="*/ 67 h 92"/>
                <a:gd name="T4" fmla="*/ 114 w 198"/>
                <a:gd name="T5" fmla="*/ 66 h 92"/>
                <a:gd name="T6" fmla="*/ 117 w 198"/>
                <a:gd name="T7" fmla="*/ 67 h 92"/>
                <a:gd name="T8" fmla="*/ 119 w 198"/>
                <a:gd name="T9" fmla="*/ 68 h 92"/>
                <a:gd name="T10" fmla="*/ 121 w 198"/>
                <a:gd name="T11" fmla="*/ 69 h 92"/>
                <a:gd name="T12" fmla="*/ 123 w 198"/>
                <a:gd name="T13" fmla="*/ 72 h 92"/>
                <a:gd name="T14" fmla="*/ 126 w 198"/>
                <a:gd name="T15" fmla="*/ 76 h 92"/>
                <a:gd name="T16" fmla="*/ 128 w 198"/>
                <a:gd name="T17" fmla="*/ 78 h 92"/>
                <a:gd name="T18" fmla="*/ 132 w 198"/>
                <a:gd name="T19" fmla="*/ 82 h 92"/>
                <a:gd name="T20" fmla="*/ 137 w 198"/>
                <a:gd name="T21" fmla="*/ 85 h 92"/>
                <a:gd name="T22" fmla="*/ 148 w 198"/>
                <a:gd name="T23" fmla="*/ 89 h 92"/>
                <a:gd name="T24" fmla="*/ 162 w 198"/>
                <a:gd name="T25" fmla="*/ 92 h 92"/>
                <a:gd name="T26" fmla="*/ 173 w 198"/>
                <a:gd name="T27" fmla="*/ 92 h 92"/>
                <a:gd name="T28" fmla="*/ 184 w 198"/>
                <a:gd name="T29" fmla="*/ 92 h 92"/>
                <a:gd name="T30" fmla="*/ 191 w 198"/>
                <a:gd name="T31" fmla="*/ 91 h 92"/>
                <a:gd name="T32" fmla="*/ 198 w 198"/>
                <a:gd name="T33" fmla="*/ 90 h 92"/>
                <a:gd name="T34" fmla="*/ 196 w 198"/>
                <a:gd name="T35" fmla="*/ 80 h 92"/>
                <a:gd name="T36" fmla="*/ 193 w 198"/>
                <a:gd name="T37" fmla="*/ 71 h 92"/>
                <a:gd name="T38" fmla="*/ 190 w 198"/>
                <a:gd name="T39" fmla="*/ 63 h 92"/>
                <a:gd name="T40" fmla="*/ 185 w 198"/>
                <a:gd name="T41" fmla="*/ 54 h 92"/>
                <a:gd name="T42" fmla="*/ 181 w 198"/>
                <a:gd name="T43" fmla="*/ 46 h 92"/>
                <a:gd name="T44" fmla="*/ 175 w 198"/>
                <a:gd name="T45" fmla="*/ 39 h 92"/>
                <a:gd name="T46" fmla="*/ 169 w 198"/>
                <a:gd name="T47" fmla="*/ 32 h 92"/>
                <a:gd name="T48" fmla="*/ 163 w 198"/>
                <a:gd name="T49" fmla="*/ 26 h 92"/>
                <a:gd name="T50" fmla="*/ 155 w 198"/>
                <a:gd name="T51" fmla="*/ 21 h 92"/>
                <a:gd name="T52" fmla="*/ 149 w 198"/>
                <a:gd name="T53" fmla="*/ 15 h 92"/>
                <a:gd name="T54" fmla="*/ 141 w 198"/>
                <a:gd name="T55" fmla="*/ 10 h 92"/>
                <a:gd name="T56" fmla="*/ 132 w 198"/>
                <a:gd name="T57" fmla="*/ 6 h 92"/>
                <a:gd name="T58" fmla="*/ 124 w 198"/>
                <a:gd name="T59" fmla="*/ 4 h 92"/>
                <a:gd name="T60" fmla="*/ 115 w 198"/>
                <a:gd name="T61" fmla="*/ 1 h 92"/>
                <a:gd name="T62" fmla="*/ 106 w 198"/>
                <a:gd name="T63" fmla="*/ 0 h 92"/>
                <a:gd name="T64" fmla="*/ 97 w 198"/>
                <a:gd name="T65" fmla="*/ 0 h 92"/>
                <a:gd name="T66" fmla="*/ 88 w 198"/>
                <a:gd name="T67" fmla="*/ 0 h 92"/>
                <a:gd name="T68" fmla="*/ 81 w 198"/>
                <a:gd name="T69" fmla="*/ 1 h 92"/>
                <a:gd name="T70" fmla="*/ 73 w 198"/>
                <a:gd name="T71" fmla="*/ 4 h 92"/>
                <a:gd name="T72" fmla="*/ 64 w 198"/>
                <a:gd name="T73" fmla="*/ 5 h 92"/>
                <a:gd name="T74" fmla="*/ 58 w 198"/>
                <a:gd name="T75" fmla="*/ 9 h 92"/>
                <a:gd name="T76" fmla="*/ 50 w 198"/>
                <a:gd name="T77" fmla="*/ 13 h 92"/>
                <a:gd name="T78" fmla="*/ 44 w 198"/>
                <a:gd name="T79" fmla="*/ 17 h 92"/>
                <a:gd name="T80" fmla="*/ 37 w 198"/>
                <a:gd name="T81" fmla="*/ 22 h 92"/>
                <a:gd name="T82" fmla="*/ 24 w 198"/>
                <a:gd name="T83" fmla="*/ 32 h 92"/>
                <a:gd name="T84" fmla="*/ 14 w 198"/>
                <a:gd name="T85" fmla="*/ 45 h 92"/>
                <a:gd name="T86" fmla="*/ 6 w 198"/>
                <a:gd name="T87" fmla="*/ 60 h 92"/>
                <a:gd name="T88" fmla="*/ 0 w 198"/>
                <a:gd name="T89" fmla="*/ 76 h 92"/>
                <a:gd name="T90" fmla="*/ 1 w 198"/>
                <a:gd name="T91" fmla="*/ 75 h 92"/>
                <a:gd name="T92" fmla="*/ 10 w 198"/>
                <a:gd name="T93" fmla="*/ 80 h 92"/>
                <a:gd name="T94" fmla="*/ 22 w 198"/>
                <a:gd name="T95" fmla="*/ 84 h 92"/>
                <a:gd name="T96" fmla="*/ 35 w 198"/>
                <a:gd name="T97" fmla="*/ 86 h 92"/>
                <a:gd name="T98" fmla="*/ 50 w 198"/>
                <a:gd name="T99" fmla="*/ 87 h 92"/>
                <a:gd name="T100" fmla="*/ 64 w 198"/>
                <a:gd name="T101" fmla="*/ 86 h 92"/>
                <a:gd name="T102" fmla="*/ 79 w 198"/>
                <a:gd name="T103" fmla="*/ 84 h 92"/>
                <a:gd name="T104" fmla="*/ 86 w 198"/>
                <a:gd name="T105" fmla="*/ 81 h 92"/>
                <a:gd name="T106" fmla="*/ 92 w 198"/>
                <a:gd name="T107" fmla="*/ 77 h 92"/>
                <a:gd name="T108" fmla="*/ 99 w 198"/>
                <a:gd name="T109" fmla="*/ 75 h 92"/>
                <a:gd name="T110" fmla="*/ 104 w 198"/>
                <a:gd name="T111" fmla="*/ 6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 h="92">
                  <a:moveTo>
                    <a:pt x="104" y="69"/>
                  </a:moveTo>
                  <a:lnTo>
                    <a:pt x="109" y="67"/>
                  </a:lnTo>
                  <a:lnTo>
                    <a:pt x="114" y="66"/>
                  </a:lnTo>
                  <a:lnTo>
                    <a:pt x="117" y="67"/>
                  </a:lnTo>
                  <a:lnTo>
                    <a:pt x="119" y="68"/>
                  </a:lnTo>
                  <a:lnTo>
                    <a:pt x="121" y="69"/>
                  </a:lnTo>
                  <a:lnTo>
                    <a:pt x="123" y="72"/>
                  </a:lnTo>
                  <a:lnTo>
                    <a:pt x="126" y="76"/>
                  </a:lnTo>
                  <a:lnTo>
                    <a:pt x="128" y="78"/>
                  </a:lnTo>
                  <a:lnTo>
                    <a:pt x="132" y="82"/>
                  </a:lnTo>
                  <a:lnTo>
                    <a:pt x="137" y="85"/>
                  </a:lnTo>
                  <a:lnTo>
                    <a:pt x="148" y="89"/>
                  </a:lnTo>
                  <a:lnTo>
                    <a:pt x="162" y="92"/>
                  </a:lnTo>
                  <a:lnTo>
                    <a:pt x="173" y="92"/>
                  </a:lnTo>
                  <a:lnTo>
                    <a:pt x="184" y="92"/>
                  </a:lnTo>
                  <a:lnTo>
                    <a:pt x="191" y="91"/>
                  </a:lnTo>
                  <a:lnTo>
                    <a:pt x="198" y="90"/>
                  </a:lnTo>
                  <a:lnTo>
                    <a:pt x="196" y="80"/>
                  </a:lnTo>
                  <a:lnTo>
                    <a:pt x="193" y="71"/>
                  </a:lnTo>
                  <a:lnTo>
                    <a:pt x="190" y="63"/>
                  </a:lnTo>
                  <a:lnTo>
                    <a:pt x="185" y="54"/>
                  </a:lnTo>
                  <a:lnTo>
                    <a:pt x="181" y="46"/>
                  </a:lnTo>
                  <a:lnTo>
                    <a:pt x="175" y="39"/>
                  </a:lnTo>
                  <a:lnTo>
                    <a:pt x="169" y="32"/>
                  </a:lnTo>
                  <a:lnTo>
                    <a:pt x="163" y="26"/>
                  </a:lnTo>
                  <a:lnTo>
                    <a:pt x="155" y="21"/>
                  </a:lnTo>
                  <a:lnTo>
                    <a:pt x="149" y="15"/>
                  </a:lnTo>
                  <a:lnTo>
                    <a:pt x="141" y="10"/>
                  </a:lnTo>
                  <a:lnTo>
                    <a:pt x="132" y="6"/>
                  </a:lnTo>
                  <a:lnTo>
                    <a:pt x="124" y="4"/>
                  </a:lnTo>
                  <a:lnTo>
                    <a:pt x="115" y="1"/>
                  </a:lnTo>
                  <a:lnTo>
                    <a:pt x="106" y="0"/>
                  </a:lnTo>
                  <a:lnTo>
                    <a:pt x="97" y="0"/>
                  </a:lnTo>
                  <a:lnTo>
                    <a:pt x="88" y="0"/>
                  </a:lnTo>
                  <a:lnTo>
                    <a:pt x="81" y="1"/>
                  </a:lnTo>
                  <a:lnTo>
                    <a:pt x="73" y="4"/>
                  </a:lnTo>
                  <a:lnTo>
                    <a:pt x="64" y="5"/>
                  </a:lnTo>
                  <a:lnTo>
                    <a:pt x="58" y="9"/>
                  </a:lnTo>
                  <a:lnTo>
                    <a:pt x="50" y="13"/>
                  </a:lnTo>
                  <a:lnTo>
                    <a:pt x="44" y="17"/>
                  </a:lnTo>
                  <a:lnTo>
                    <a:pt x="37" y="22"/>
                  </a:lnTo>
                  <a:lnTo>
                    <a:pt x="24" y="32"/>
                  </a:lnTo>
                  <a:lnTo>
                    <a:pt x="14" y="45"/>
                  </a:lnTo>
                  <a:lnTo>
                    <a:pt x="6" y="60"/>
                  </a:lnTo>
                  <a:lnTo>
                    <a:pt x="0" y="76"/>
                  </a:lnTo>
                  <a:lnTo>
                    <a:pt x="1" y="75"/>
                  </a:lnTo>
                  <a:lnTo>
                    <a:pt x="10" y="80"/>
                  </a:lnTo>
                  <a:lnTo>
                    <a:pt x="22" y="84"/>
                  </a:lnTo>
                  <a:lnTo>
                    <a:pt x="35" y="86"/>
                  </a:lnTo>
                  <a:lnTo>
                    <a:pt x="50" y="87"/>
                  </a:lnTo>
                  <a:lnTo>
                    <a:pt x="64" y="86"/>
                  </a:lnTo>
                  <a:lnTo>
                    <a:pt x="79" y="84"/>
                  </a:lnTo>
                  <a:lnTo>
                    <a:pt x="86" y="81"/>
                  </a:lnTo>
                  <a:lnTo>
                    <a:pt x="92" y="77"/>
                  </a:lnTo>
                  <a:lnTo>
                    <a:pt x="99" y="75"/>
                  </a:lnTo>
                  <a:lnTo>
                    <a:pt x="104"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7" name="Freeform 3452">
              <a:extLst>
                <a:ext uri="{FF2B5EF4-FFF2-40B4-BE49-F238E27FC236}">
                  <a16:creationId xmlns:a16="http://schemas.microsoft.com/office/drawing/2014/main" id="{7AB0BDF1-3BDE-4E4F-8BE0-9FAE12E1838B}"/>
                </a:ext>
              </a:extLst>
            </p:cNvPr>
            <p:cNvSpPr>
              <a:spLocks/>
            </p:cNvSpPr>
            <p:nvPr/>
          </p:nvSpPr>
          <p:spPr bwMode="auto">
            <a:xfrm>
              <a:off x="11703050" y="5507038"/>
              <a:ext cx="79375" cy="36513"/>
            </a:xfrm>
            <a:custGeom>
              <a:avLst/>
              <a:gdLst>
                <a:gd name="T0" fmla="*/ 0 w 197"/>
                <a:gd name="T1" fmla="*/ 75 h 93"/>
                <a:gd name="T2" fmla="*/ 0 w 197"/>
                <a:gd name="T3" fmla="*/ 74 h 93"/>
                <a:gd name="T4" fmla="*/ 9 w 197"/>
                <a:gd name="T5" fmla="*/ 79 h 93"/>
                <a:gd name="T6" fmla="*/ 22 w 197"/>
                <a:gd name="T7" fmla="*/ 82 h 93"/>
                <a:gd name="T8" fmla="*/ 34 w 197"/>
                <a:gd name="T9" fmla="*/ 85 h 93"/>
                <a:gd name="T10" fmla="*/ 50 w 197"/>
                <a:gd name="T11" fmla="*/ 86 h 93"/>
                <a:gd name="T12" fmla="*/ 64 w 197"/>
                <a:gd name="T13" fmla="*/ 86 h 93"/>
                <a:gd name="T14" fmla="*/ 79 w 197"/>
                <a:gd name="T15" fmla="*/ 82 h 93"/>
                <a:gd name="T16" fmla="*/ 86 w 197"/>
                <a:gd name="T17" fmla="*/ 80 h 93"/>
                <a:gd name="T18" fmla="*/ 92 w 197"/>
                <a:gd name="T19" fmla="*/ 77 h 93"/>
                <a:gd name="T20" fmla="*/ 99 w 197"/>
                <a:gd name="T21" fmla="*/ 74 h 93"/>
                <a:gd name="T22" fmla="*/ 104 w 197"/>
                <a:gd name="T23" fmla="*/ 68 h 93"/>
                <a:gd name="T24" fmla="*/ 108 w 197"/>
                <a:gd name="T25" fmla="*/ 66 h 93"/>
                <a:gd name="T26" fmla="*/ 114 w 197"/>
                <a:gd name="T27" fmla="*/ 66 h 93"/>
                <a:gd name="T28" fmla="*/ 117 w 197"/>
                <a:gd name="T29" fmla="*/ 66 h 93"/>
                <a:gd name="T30" fmla="*/ 119 w 197"/>
                <a:gd name="T31" fmla="*/ 67 h 93"/>
                <a:gd name="T32" fmla="*/ 120 w 197"/>
                <a:gd name="T33" fmla="*/ 70 h 93"/>
                <a:gd name="T34" fmla="*/ 123 w 197"/>
                <a:gd name="T35" fmla="*/ 72 h 93"/>
                <a:gd name="T36" fmla="*/ 124 w 197"/>
                <a:gd name="T37" fmla="*/ 75 h 93"/>
                <a:gd name="T38" fmla="*/ 128 w 197"/>
                <a:gd name="T39" fmla="*/ 79 h 93"/>
                <a:gd name="T40" fmla="*/ 132 w 197"/>
                <a:gd name="T41" fmla="*/ 81 h 93"/>
                <a:gd name="T42" fmla="*/ 137 w 197"/>
                <a:gd name="T43" fmla="*/ 84 h 93"/>
                <a:gd name="T44" fmla="*/ 147 w 197"/>
                <a:gd name="T45" fmla="*/ 89 h 93"/>
                <a:gd name="T46" fmla="*/ 161 w 197"/>
                <a:gd name="T47" fmla="*/ 91 h 93"/>
                <a:gd name="T48" fmla="*/ 173 w 197"/>
                <a:gd name="T49" fmla="*/ 93 h 93"/>
                <a:gd name="T50" fmla="*/ 183 w 197"/>
                <a:gd name="T51" fmla="*/ 93 h 93"/>
                <a:gd name="T52" fmla="*/ 191 w 197"/>
                <a:gd name="T53" fmla="*/ 91 h 93"/>
                <a:gd name="T54" fmla="*/ 197 w 197"/>
                <a:gd name="T55" fmla="*/ 89 h 93"/>
                <a:gd name="T56" fmla="*/ 196 w 197"/>
                <a:gd name="T57" fmla="*/ 80 h 93"/>
                <a:gd name="T58" fmla="*/ 192 w 197"/>
                <a:gd name="T59" fmla="*/ 71 h 93"/>
                <a:gd name="T60" fmla="*/ 190 w 197"/>
                <a:gd name="T61" fmla="*/ 62 h 93"/>
                <a:gd name="T62" fmla="*/ 185 w 197"/>
                <a:gd name="T63" fmla="*/ 54 h 93"/>
                <a:gd name="T64" fmla="*/ 181 w 197"/>
                <a:gd name="T65" fmla="*/ 45 h 93"/>
                <a:gd name="T66" fmla="*/ 174 w 197"/>
                <a:gd name="T67" fmla="*/ 39 h 93"/>
                <a:gd name="T68" fmla="*/ 169 w 197"/>
                <a:gd name="T69" fmla="*/ 31 h 93"/>
                <a:gd name="T70" fmla="*/ 163 w 197"/>
                <a:gd name="T71" fmla="*/ 26 h 93"/>
                <a:gd name="T72" fmla="*/ 155 w 197"/>
                <a:gd name="T73" fmla="*/ 20 h 93"/>
                <a:gd name="T74" fmla="*/ 149 w 197"/>
                <a:gd name="T75" fmla="*/ 14 h 93"/>
                <a:gd name="T76" fmla="*/ 141 w 197"/>
                <a:gd name="T77" fmla="*/ 11 h 93"/>
                <a:gd name="T78" fmla="*/ 132 w 197"/>
                <a:gd name="T79" fmla="*/ 7 h 93"/>
                <a:gd name="T80" fmla="*/ 124 w 197"/>
                <a:gd name="T81" fmla="*/ 4 h 93"/>
                <a:gd name="T82" fmla="*/ 115 w 197"/>
                <a:gd name="T83" fmla="*/ 2 h 93"/>
                <a:gd name="T84" fmla="*/ 106 w 197"/>
                <a:gd name="T85" fmla="*/ 0 h 93"/>
                <a:gd name="T86" fmla="*/ 97 w 197"/>
                <a:gd name="T87" fmla="*/ 0 h 93"/>
                <a:gd name="T88" fmla="*/ 88 w 197"/>
                <a:gd name="T89" fmla="*/ 0 h 93"/>
                <a:gd name="T90" fmla="*/ 81 w 197"/>
                <a:gd name="T91" fmla="*/ 2 h 93"/>
                <a:gd name="T92" fmla="*/ 72 w 197"/>
                <a:gd name="T93" fmla="*/ 3 h 93"/>
                <a:gd name="T94" fmla="*/ 64 w 197"/>
                <a:gd name="T95" fmla="*/ 5 h 93"/>
                <a:gd name="T96" fmla="*/ 57 w 197"/>
                <a:gd name="T97" fmla="*/ 8 h 93"/>
                <a:gd name="T98" fmla="*/ 50 w 197"/>
                <a:gd name="T99" fmla="*/ 12 h 93"/>
                <a:gd name="T100" fmla="*/ 43 w 197"/>
                <a:gd name="T101" fmla="*/ 16 h 93"/>
                <a:gd name="T102" fmla="*/ 36 w 197"/>
                <a:gd name="T103" fmla="*/ 21 h 93"/>
                <a:gd name="T104" fmla="*/ 24 w 197"/>
                <a:gd name="T105" fmla="*/ 32 h 93"/>
                <a:gd name="T106" fmla="*/ 14 w 197"/>
                <a:gd name="T107" fmla="*/ 45 h 93"/>
                <a:gd name="T108" fmla="*/ 6 w 197"/>
                <a:gd name="T109" fmla="*/ 59 h 93"/>
                <a:gd name="T110" fmla="*/ 0 w 197"/>
                <a:gd name="T111" fmla="*/ 7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7" h="93">
                  <a:moveTo>
                    <a:pt x="0" y="75"/>
                  </a:moveTo>
                  <a:lnTo>
                    <a:pt x="0" y="74"/>
                  </a:lnTo>
                  <a:lnTo>
                    <a:pt x="9" y="79"/>
                  </a:lnTo>
                  <a:lnTo>
                    <a:pt x="22" y="82"/>
                  </a:lnTo>
                  <a:lnTo>
                    <a:pt x="34" y="85"/>
                  </a:lnTo>
                  <a:lnTo>
                    <a:pt x="50" y="86"/>
                  </a:lnTo>
                  <a:lnTo>
                    <a:pt x="64" y="86"/>
                  </a:lnTo>
                  <a:lnTo>
                    <a:pt x="79" y="82"/>
                  </a:lnTo>
                  <a:lnTo>
                    <a:pt x="86" y="80"/>
                  </a:lnTo>
                  <a:lnTo>
                    <a:pt x="92" y="77"/>
                  </a:lnTo>
                  <a:lnTo>
                    <a:pt x="99" y="74"/>
                  </a:lnTo>
                  <a:lnTo>
                    <a:pt x="104" y="68"/>
                  </a:lnTo>
                  <a:lnTo>
                    <a:pt x="108" y="66"/>
                  </a:lnTo>
                  <a:lnTo>
                    <a:pt x="114" y="66"/>
                  </a:lnTo>
                  <a:lnTo>
                    <a:pt x="117" y="66"/>
                  </a:lnTo>
                  <a:lnTo>
                    <a:pt x="119" y="67"/>
                  </a:lnTo>
                  <a:lnTo>
                    <a:pt x="120" y="70"/>
                  </a:lnTo>
                  <a:lnTo>
                    <a:pt x="123" y="72"/>
                  </a:lnTo>
                  <a:lnTo>
                    <a:pt x="124" y="75"/>
                  </a:lnTo>
                  <a:lnTo>
                    <a:pt x="128" y="79"/>
                  </a:lnTo>
                  <a:lnTo>
                    <a:pt x="132" y="81"/>
                  </a:lnTo>
                  <a:lnTo>
                    <a:pt x="137" y="84"/>
                  </a:lnTo>
                  <a:lnTo>
                    <a:pt x="147" y="89"/>
                  </a:lnTo>
                  <a:lnTo>
                    <a:pt x="161" y="91"/>
                  </a:lnTo>
                  <a:lnTo>
                    <a:pt x="173" y="93"/>
                  </a:lnTo>
                  <a:lnTo>
                    <a:pt x="183" y="93"/>
                  </a:lnTo>
                  <a:lnTo>
                    <a:pt x="191" y="91"/>
                  </a:lnTo>
                  <a:lnTo>
                    <a:pt x="197" y="89"/>
                  </a:lnTo>
                  <a:lnTo>
                    <a:pt x="196" y="80"/>
                  </a:lnTo>
                  <a:lnTo>
                    <a:pt x="192" y="71"/>
                  </a:lnTo>
                  <a:lnTo>
                    <a:pt x="190" y="62"/>
                  </a:lnTo>
                  <a:lnTo>
                    <a:pt x="185" y="54"/>
                  </a:lnTo>
                  <a:lnTo>
                    <a:pt x="181" y="45"/>
                  </a:lnTo>
                  <a:lnTo>
                    <a:pt x="174" y="39"/>
                  </a:lnTo>
                  <a:lnTo>
                    <a:pt x="169" y="31"/>
                  </a:lnTo>
                  <a:lnTo>
                    <a:pt x="163" y="26"/>
                  </a:lnTo>
                  <a:lnTo>
                    <a:pt x="155" y="20"/>
                  </a:lnTo>
                  <a:lnTo>
                    <a:pt x="149" y="14"/>
                  </a:lnTo>
                  <a:lnTo>
                    <a:pt x="141" y="11"/>
                  </a:lnTo>
                  <a:lnTo>
                    <a:pt x="132" y="7"/>
                  </a:lnTo>
                  <a:lnTo>
                    <a:pt x="124" y="4"/>
                  </a:lnTo>
                  <a:lnTo>
                    <a:pt x="115" y="2"/>
                  </a:lnTo>
                  <a:lnTo>
                    <a:pt x="106" y="0"/>
                  </a:lnTo>
                  <a:lnTo>
                    <a:pt x="97" y="0"/>
                  </a:lnTo>
                  <a:lnTo>
                    <a:pt x="88" y="0"/>
                  </a:lnTo>
                  <a:lnTo>
                    <a:pt x="81" y="2"/>
                  </a:lnTo>
                  <a:lnTo>
                    <a:pt x="72" y="3"/>
                  </a:lnTo>
                  <a:lnTo>
                    <a:pt x="64" y="5"/>
                  </a:lnTo>
                  <a:lnTo>
                    <a:pt x="57" y="8"/>
                  </a:lnTo>
                  <a:lnTo>
                    <a:pt x="50" y="12"/>
                  </a:lnTo>
                  <a:lnTo>
                    <a:pt x="43" y="16"/>
                  </a:lnTo>
                  <a:lnTo>
                    <a:pt x="36" y="21"/>
                  </a:lnTo>
                  <a:lnTo>
                    <a:pt x="24" y="32"/>
                  </a:lnTo>
                  <a:lnTo>
                    <a:pt x="14" y="45"/>
                  </a:lnTo>
                  <a:lnTo>
                    <a:pt x="6" y="59"/>
                  </a:lnTo>
                  <a:lnTo>
                    <a:pt x="0"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8" name="Freeform 3453">
              <a:extLst>
                <a:ext uri="{FF2B5EF4-FFF2-40B4-BE49-F238E27FC236}">
                  <a16:creationId xmlns:a16="http://schemas.microsoft.com/office/drawing/2014/main" id="{9B35D360-F685-49DA-BDBB-E18E13CF45D8}"/>
                </a:ext>
              </a:extLst>
            </p:cNvPr>
            <p:cNvSpPr>
              <a:spLocks/>
            </p:cNvSpPr>
            <p:nvPr/>
          </p:nvSpPr>
          <p:spPr bwMode="auto">
            <a:xfrm>
              <a:off x="11677650" y="5545138"/>
              <a:ext cx="128587" cy="90488"/>
            </a:xfrm>
            <a:custGeom>
              <a:avLst/>
              <a:gdLst>
                <a:gd name="T0" fmla="*/ 289 w 325"/>
                <a:gd name="T1" fmla="*/ 155 h 230"/>
                <a:gd name="T2" fmla="*/ 217 w 325"/>
                <a:gd name="T3" fmla="*/ 136 h 230"/>
                <a:gd name="T4" fmla="*/ 217 w 325"/>
                <a:gd name="T5" fmla="*/ 112 h 230"/>
                <a:gd name="T6" fmla="*/ 227 w 325"/>
                <a:gd name="T7" fmla="*/ 104 h 230"/>
                <a:gd name="T8" fmla="*/ 236 w 325"/>
                <a:gd name="T9" fmla="*/ 95 h 230"/>
                <a:gd name="T10" fmla="*/ 245 w 325"/>
                <a:gd name="T11" fmla="*/ 85 h 230"/>
                <a:gd name="T12" fmla="*/ 252 w 325"/>
                <a:gd name="T13" fmla="*/ 73 h 230"/>
                <a:gd name="T14" fmla="*/ 258 w 325"/>
                <a:gd name="T15" fmla="*/ 62 h 230"/>
                <a:gd name="T16" fmla="*/ 262 w 325"/>
                <a:gd name="T17" fmla="*/ 48 h 230"/>
                <a:gd name="T18" fmla="*/ 266 w 325"/>
                <a:gd name="T19" fmla="*/ 35 h 230"/>
                <a:gd name="T20" fmla="*/ 267 w 325"/>
                <a:gd name="T21" fmla="*/ 21 h 230"/>
                <a:gd name="T22" fmla="*/ 255 w 325"/>
                <a:gd name="T23" fmla="*/ 22 h 230"/>
                <a:gd name="T24" fmla="*/ 243 w 325"/>
                <a:gd name="T25" fmla="*/ 23 h 230"/>
                <a:gd name="T26" fmla="*/ 234 w 325"/>
                <a:gd name="T27" fmla="*/ 22 h 230"/>
                <a:gd name="T28" fmla="*/ 225 w 325"/>
                <a:gd name="T29" fmla="*/ 22 h 230"/>
                <a:gd name="T30" fmla="*/ 211 w 325"/>
                <a:gd name="T31" fmla="*/ 18 h 230"/>
                <a:gd name="T32" fmla="*/ 198 w 325"/>
                <a:gd name="T33" fmla="*/ 14 h 230"/>
                <a:gd name="T34" fmla="*/ 186 w 325"/>
                <a:gd name="T35" fmla="*/ 8 h 230"/>
                <a:gd name="T36" fmla="*/ 177 w 325"/>
                <a:gd name="T37" fmla="*/ 0 h 230"/>
                <a:gd name="T38" fmla="*/ 171 w 325"/>
                <a:gd name="T39" fmla="*/ 4 h 230"/>
                <a:gd name="T40" fmla="*/ 164 w 325"/>
                <a:gd name="T41" fmla="*/ 8 h 230"/>
                <a:gd name="T42" fmla="*/ 157 w 325"/>
                <a:gd name="T43" fmla="*/ 10 h 230"/>
                <a:gd name="T44" fmla="*/ 149 w 325"/>
                <a:gd name="T45" fmla="*/ 13 h 230"/>
                <a:gd name="T46" fmla="*/ 133 w 325"/>
                <a:gd name="T47" fmla="*/ 15 h 230"/>
                <a:gd name="T48" fmla="*/ 118 w 325"/>
                <a:gd name="T49" fmla="*/ 17 h 230"/>
                <a:gd name="T50" fmla="*/ 103 w 325"/>
                <a:gd name="T51" fmla="*/ 15 h 230"/>
                <a:gd name="T52" fmla="*/ 87 w 325"/>
                <a:gd name="T53" fmla="*/ 13 h 230"/>
                <a:gd name="T54" fmla="*/ 73 w 325"/>
                <a:gd name="T55" fmla="*/ 9 h 230"/>
                <a:gd name="T56" fmla="*/ 62 w 325"/>
                <a:gd name="T57" fmla="*/ 4 h 230"/>
                <a:gd name="T58" fmla="*/ 62 w 325"/>
                <a:gd name="T59" fmla="*/ 10 h 230"/>
                <a:gd name="T60" fmla="*/ 60 w 325"/>
                <a:gd name="T61" fmla="*/ 17 h 230"/>
                <a:gd name="T62" fmla="*/ 62 w 325"/>
                <a:gd name="T63" fmla="*/ 31 h 230"/>
                <a:gd name="T64" fmla="*/ 64 w 325"/>
                <a:gd name="T65" fmla="*/ 45 h 230"/>
                <a:gd name="T66" fmla="*/ 68 w 325"/>
                <a:gd name="T67" fmla="*/ 58 h 230"/>
                <a:gd name="T68" fmla="*/ 74 w 325"/>
                <a:gd name="T69" fmla="*/ 71 h 230"/>
                <a:gd name="T70" fmla="*/ 81 w 325"/>
                <a:gd name="T71" fmla="*/ 82 h 230"/>
                <a:gd name="T72" fmla="*/ 89 w 325"/>
                <a:gd name="T73" fmla="*/ 93 h 230"/>
                <a:gd name="T74" fmla="*/ 97 w 325"/>
                <a:gd name="T75" fmla="*/ 103 h 230"/>
                <a:gd name="T76" fmla="*/ 108 w 325"/>
                <a:gd name="T77" fmla="*/ 111 h 230"/>
                <a:gd name="T78" fmla="*/ 108 w 325"/>
                <a:gd name="T79" fmla="*/ 136 h 230"/>
                <a:gd name="T80" fmla="*/ 38 w 325"/>
                <a:gd name="T81" fmla="*/ 155 h 230"/>
                <a:gd name="T82" fmla="*/ 31 w 325"/>
                <a:gd name="T83" fmla="*/ 158 h 230"/>
                <a:gd name="T84" fmla="*/ 23 w 325"/>
                <a:gd name="T85" fmla="*/ 163 h 230"/>
                <a:gd name="T86" fmla="*/ 17 w 325"/>
                <a:gd name="T87" fmla="*/ 168 h 230"/>
                <a:gd name="T88" fmla="*/ 11 w 325"/>
                <a:gd name="T89" fmla="*/ 175 h 230"/>
                <a:gd name="T90" fmla="*/ 6 w 325"/>
                <a:gd name="T91" fmla="*/ 181 h 230"/>
                <a:gd name="T92" fmla="*/ 4 w 325"/>
                <a:gd name="T93" fmla="*/ 189 h 230"/>
                <a:gd name="T94" fmla="*/ 1 w 325"/>
                <a:gd name="T95" fmla="*/ 198 h 230"/>
                <a:gd name="T96" fmla="*/ 0 w 325"/>
                <a:gd name="T97" fmla="*/ 206 h 230"/>
                <a:gd name="T98" fmla="*/ 0 w 325"/>
                <a:gd name="T99" fmla="*/ 230 h 230"/>
                <a:gd name="T100" fmla="*/ 325 w 325"/>
                <a:gd name="T101" fmla="*/ 230 h 230"/>
                <a:gd name="T102" fmla="*/ 325 w 325"/>
                <a:gd name="T103" fmla="*/ 206 h 230"/>
                <a:gd name="T104" fmla="*/ 324 w 325"/>
                <a:gd name="T105" fmla="*/ 198 h 230"/>
                <a:gd name="T106" fmla="*/ 322 w 325"/>
                <a:gd name="T107" fmla="*/ 189 h 230"/>
                <a:gd name="T108" fmla="*/ 318 w 325"/>
                <a:gd name="T109" fmla="*/ 181 h 230"/>
                <a:gd name="T110" fmla="*/ 315 w 325"/>
                <a:gd name="T111" fmla="*/ 175 h 230"/>
                <a:gd name="T112" fmla="*/ 309 w 325"/>
                <a:gd name="T113" fmla="*/ 168 h 230"/>
                <a:gd name="T114" fmla="*/ 303 w 325"/>
                <a:gd name="T115" fmla="*/ 162 h 230"/>
                <a:gd name="T116" fmla="*/ 297 w 325"/>
                <a:gd name="T117" fmla="*/ 158 h 230"/>
                <a:gd name="T118" fmla="*/ 289 w 325"/>
                <a:gd name="T119" fmla="*/ 155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5" h="230">
                  <a:moveTo>
                    <a:pt x="289" y="155"/>
                  </a:moveTo>
                  <a:lnTo>
                    <a:pt x="217" y="136"/>
                  </a:lnTo>
                  <a:lnTo>
                    <a:pt x="217" y="112"/>
                  </a:lnTo>
                  <a:lnTo>
                    <a:pt x="227" y="104"/>
                  </a:lnTo>
                  <a:lnTo>
                    <a:pt x="236" y="95"/>
                  </a:lnTo>
                  <a:lnTo>
                    <a:pt x="245" y="85"/>
                  </a:lnTo>
                  <a:lnTo>
                    <a:pt x="252" y="73"/>
                  </a:lnTo>
                  <a:lnTo>
                    <a:pt x="258" y="62"/>
                  </a:lnTo>
                  <a:lnTo>
                    <a:pt x="262" y="48"/>
                  </a:lnTo>
                  <a:lnTo>
                    <a:pt x="266" y="35"/>
                  </a:lnTo>
                  <a:lnTo>
                    <a:pt x="267" y="21"/>
                  </a:lnTo>
                  <a:lnTo>
                    <a:pt x="255" y="22"/>
                  </a:lnTo>
                  <a:lnTo>
                    <a:pt x="243" y="23"/>
                  </a:lnTo>
                  <a:lnTo>
                    <a:pt x="234" y="22"/>
                  </a:lnTo>
                  <a:lnTo>
                    <a:pt x="225" y="22"/>
                  </a:lnTo>
                  <a:lnTo>
                    <a:pt x="211" y="18"/>
                  </a:lnTo>
                  <a:lnTo>
                    <a:pt x="198" y="14"/>
                  </a:lnTo>
                  <a:lnTo>
                    <a:pt x="186" y="8"/>
                  </a:lnTo>
                  <a:lnTo>
                    <a:pt x="177" y="0"/>
                  </a:lnTo>
                  <a:lnTo>
                    <a:pt x="171" y="4"/>
                  </a:lnTo>
                  <a:lnTo>
                    <a:pt x="164" y="8"/>
                  </a:lnTo>
                  <a:lnTo>
                    <a:pt x="157" y="10"/>
                  </a:lnTo>
                  <a:lnTo>
                    <a:pt x="149" y="13"/>
                  </a:lnTo>
                  <a:lnTo>
                    <a:pt x="133" y="15"/>
                  </a:lnTo>
                  <a:lnTo>
                    <a:pt x="118" y="17"/>
                  </a:lnTo>
                  <a:lnTo>
                    <a:pt x="103" y="15"/>
                  </a:lnTo>
                  <a:lnTo>
                    <a:pt x="87" y="13"/>
                  </a:lnTo>
                  <a:lnTo>
                    <a:pt x="73" y="9"/>
                  </a:lnTo>
                  <a:lnTo>
                    <a:pt x="62" y="4"/>
                  </a:lnTo>
                  <a:lnTo>
                    <a:pt x="62" y="10"/>
                  </a:lnTo>
                  <a:lnTo>
                    <a:pt x="60" y="17"/>
                  </a:lnTo>
                  <a:lnTo>
                    <a:pt x="62" y="31"/>
                  </a:lnTo>
                  <a:lnTo>
                    <a:pt x="64" y="45"/>
                  </a:lnTo>
                  <a:lnTo>
                    <a:pt x="68" y="58"/>
                  </a:lnTo>
                  <a:lnTo>
                    <a:pt x="74" y="71"/>
                  </a:lnTo>
                  <a:lnTo>
                    <a:pt x="81" y="82"/>
                  </a:lnTo>
                  <a:lnTo>
                    <a:pt x="89" y="93"/>
                  </a:lnTo>
                  <a:lnTo>
                    <a:pt x="97" y="103"/>
                  </a:lnTo>
                  <a:lnTo>
                    <a:pt x="108" y="111"/>
                  </a:lnTo>
                  <a:lnTo>
                    <a:pt x="108" y="136"/>
                  </a:lnTo>
                  <a:lnTo>
                    <a:pt x="38" y="155"/>
                  </a:lnTo>
                  <a:lnTo>
                    <a:pt x="31" y="158"/>
                  </a:lnTo>
                  <a:lnTo>
                    <a:pt x="23" y="163"/>
                  </a:lnTo>
                  <a:lnTo>
                    <a:pt x="17" y="168"/>
                  </a:lnTo>
                  <a:lnTo>
                    <a:pt x="11" y="175"/>
                  </a:lnTo>
                  <a:lnTo>
                    <a:pt x="6" y="181"/>
                  </a:lnTo>
                  <a:lnTo>
                    <a:pt x="4" y="189"/>
                  </a:lnTo>
                  <a:lnTo>
                    <a:pt x="1" y="198"/>
                  </a:lnTo>
                  <a:lnTo>
                    <a:pt x="0" y="206"/>
                  </a:lnTo>
                  <a:lnTo>
                    <a:pt x="0" y="230"/>
                  </a:lnTo>
                  <a:lnTo>
                    <a:pt x="325" y="230"/>
                  </a:lnTo>
                  <a:lnTo>
                    <a:pt x="325" y="206"/>
                  </a:lnTo>
                  <a:lnTo>
                    <a:pt x="324" y="198"/>
                  </a:lnTo>
                  <a:lnTo>
                    <a:pt x="322" y="189"/>
                  </a:lnTo>
                  <a:lnTo>
                    <a:pt x="318" y="181"/>
                  </a:lnTo>
                  <a:lnTo>
                    <a:pt x="315" y="175"/>
                  </a:lnTo>
                  <a:lnTo>
                    <a:pt x="309" y="168"/>
                  </a:lnTo>
                  <a:lnTo>
                    <a:pt x="303" y="162"/>
                  </a:lnTo>
                  <a:lnTo>
                    <a:pt x="297" y="158"/>
                  </a:lnTo>
                  <a:lnTo>
                    <a:pt x="289"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69" name="Freeform 3454">
              <a:extLst>
                <a:ext uri="{FF2B5EF4-FFF2-40B4-BE49-F238E27FC236}">
                  <a16:creationId xmlns:a16="http://schemas.microsoft.com/office/drawing/2014/main" id="{C7660E10-1967-4E4B-BC5E-33443C2F7FFA}"/>
                </a:ext>
              </a:extLst>
            </p:cNvPr>
            <p:cNvSpPr>
              <a:spLocks/>
            </p:cNvSpPr>
            <p:nvPr/>
          </p:nvSpPr>
          <p:spPr bwMode="auto">
            <a:xfrm>
              <a:off x="11642725" y="5494338"/>
              <a:ext cx="39687" cy="39688"/>
            </a:xfrm>
            <a:custGeom>
              <a:avLst/>
              <a:gdLst>
                <a:gd name="T0" fmla="*/ 96 w 100"/>
                <a:gd name="T1" fmla="*/ 96 h 100"/>
                <a:gd name="T2" fmla="*/ 99 w 100"/>
                <a:gd name="T3" fmla="*/ 92 h 100"/>
                <a:gd name="T4" fmla="*/ 100 w 100"/>
                <a:gd name="T5" fmla="*/ 87 h 100"/>
                <a:gd name="T6" fmla="*/ 99 w 100"/>
                <a:gd name="T7" fmla="*/ 83 h 100"/>
                <a:gd name="T8" fmla="*/ 96 w 100"/>
                <a:gd name="T9" fmla="*/ 80 h 100"/>
                <a:gd name="T10" fmla="*/ 20 w 100"/>
                <a:gd name="T11" fmla="*/ 4 h 100"/>
                <a:gd name="T12" fmla="*/ 17 w 100"/>
                <a:gd name="T13" fmla="*/ 1 h 100"/>
                <a:gd name="T14" fmla="*/ 11 w 100"/>
                <a:gd name="T15" fmla="*/ 0 h 100"/>
                <a:gd name="T16" fmla="*/ 8 w 100"/>
                <a:gd name="T17" fmla="*/ 1 h 100"/>
                <a:gd name="T18" fmla="*/ 4 w 100"/>
                <a:gd name="T19" fmla="*/ 4 h 100"/>
                <a:gd name="T20" fmla="*/ 1 w 100"/>
                <a:gd name="T21" fmla="*/ 8 h 100"/>
                <a:gd name="T22" fmla="*/ 0 w 100"/>
                <a:gd name="T23" fmla="*/ 11 h 100"/>
                <a:gd name="T24" fmla="*/ 1 w 100"/>
                <a:gd name="T25" fmla="*/ 17 h 100"/>
                <a:gd name="T26" fmla="*/ 4 w 100"/>
                <a:gd name="T27" fmla="*/ 20 h 100"/>
                <a:gd name="T28" fmla="*/ 79 w 100"/>
                <a:gd name="T29" fmla="*/ 96 h 100"/>
                <a:gd name="T30" fmla="*/ 83 w 100"/>
                <a:gd name="T31" fmla="*/ 99 h 100"/>
                <a:gd name="T32" fmla="*/ 87 w 100"/>
                <a:gd name="T33" fmla="*/ 100 h 100"/>
                <a:gd name="T34" fmla="*/ 92 w 100"/>
                <a:gd name="T35" fmla="*/ 99 h 100"/>
                <a:gd name="T36" fmla="*/ 96 w 100"/>
                <a:gd name="T3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0" h="100">
                  <a:moveTo>
                    <a:pt x="96" y="96"/>
                  </a:moveTo>
                  <a:lnTo>
                    <a:pt x="99" y="92"/>
                  </a:lnTo>
                  <a:lnTo>
                    <a:pt x="100" y="87"/>
                  </a:lnTo>
                  <a:lnTo>
                    <a:pt x="99" y="83"/>
                  </a:lnTo>
                  <a:lnTo>
                    <a:pt x="96" y="80"/>
                  </a:lnTo>
                  <a:lnTo>
                    <a:pt x="20" y="4"/>
                  </a:lnTo>
                  <a:lnTo>
                    <a:pt x="17" y="1"/>
                  </a:lnTo>
                  <a:lnTo>
                    <a:pt x="11" y="0"/>
                  </a:lnTo>
                  <a:lnTo>
                    <a:pt x="8" y="1"/>
                  </a:lnTo>
                  <a:lnTo>
                    <a:pt x="4" y="4"/>
                  </a:lnTo>
                  <a:lnTo>
                    <a:pt x="1" y="8"/>
                  </a:lnTo>
                  <a:lnTo>
                    <a:pt x="0" y="11"/>
                  </a:lnTo>
                  <a:lnTo>
                    <a:pt x="1" y="17"/>
                  </a:lnTo>
                  <a:lnTo>
                    <a:pt x="4" y="20"/>
                  </a:lnTo>
                  <a:lnTo>
                    <a:pt x="79" y="96"/>
                  </a:lnTo>
                  <a:lnTo>
                    <a:pt x="83" y="99"/>
                  </a:lnTo>
                  <a:lnTo>
                    <a:pt x="87" y="100"/>
                  </a:lnTo>
                  <a:lnTo>
                    <a:pt x="92" y="99"/>
                  </a:lnTo>
                  <a:lnTo>
                    <a:pt x="96"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0" name="Freeform 3455">
              <a:extLst>
                <a:ext uri="{FF2B5EF4-FFF2-40B4-BE49-F238E27FC236}">
                  <a16:creationId xmlns:a16="http://schemas.microsoft.com/office/drawing/2014/main" id="{B8E6769C-678D-4621-B377-7F03A8DB09D1}"/>
                </a:ext>
              </a:extLst>
            </p:cNvPr>
            <p:cNvSpPr>
              <a:spLocks/>
            </p:cNvSpPr>
            <p:nvPr/>
          </p:nvSpPr>
          <p:spPr bwMode="auto">
            <a:xfrm>
              <a:off x="11806238" y="5494338"/>
              <a:ext cx="38100" cy="39688"/>
            </a:xfrm>
            <a:custGeom>
              <a:avLst/>
              <a:gdLst>
                <a:gd name="T0" fmla="*/ 78 w 98"/>
                <a:gd name="T1" fmla="*/ 4 h 100"/>
                <a:gd name="T2" fmla="*/ 2 w 98"/>
                <a:gd name="T3" fmla="*/ 80 h 100"/>
                <a:gd name="T4" fmla="*/ 0 w 98"/>
                <a:gd name="T5" fmla="*/ 83 h 100"/>
                <a:gd name="T6" fmla="*/ 0 w 98"/>
                <a:gd name="T7" fmla="*/ 87 h 100"/>
                <a:gd name="T8" fmla="*/ 0 w 98"/>
                <a:gd name="T9" fmla="*/ 92 h 100"/>
                <a:gd name="T10" fmla="*/ 2 w 98"/>
                <a:gd name="T11" fmla="*/ 96 h 100"/>
                <a:gd name="T12" fmla="*/ 7 w 98"/>
                <a:gd name="T13" fmla="*/ 99 h 100"/>
                <a:gd name="T14" fmla="*/ 11 w 98"/>
                <a:gd name="T15" fmla="*/ 100 h 100"/>
                <a:gd name="T16" fmla="*/ 16 w 98"/>
                <a:gd name="T17" fmla="*/ 99 h 100"/>
                <a:gd name="T18" fmla="*/ 20 w 98"/>
                <a:gd name="T19" fmla="*/ 96 h 100"/>
                <a:gd name="T20" fmla="*/ 96 w 98"/>
                <a:gd name="T21" fmla="*/ 20 h 100"/>
                <a:gd name="T22" fmla="*/ 98 w 98"/>
                <a:gd name="T23" fmla="*/ 17 h 100"/>
                <a:gd name="T24" fmla="*/ 98 w 98"/>
                <a:gd name="T25" fmla="*/ 11 h 100"/>
                <a:gd name="T26" fmla="*/ 98 w 98"/>
                <a:gd name="T27" fmla="*/ 8 h 100"/>
                <a:gd name="T28" fmla="*/ 96 w 98"/>
                <a:gd name="T29" fmla="*/ 4 h 100"/>
                <a:gd name="T30" fmla="*/ 92 w 98"/>
                <a:gd name="T31" fmla="*/ 1 h 100"/>
                <a:gd name="T32" fmla="*/ 87 w 98"/>
                <a:gd name="T33" fmla="*/ 0 h 100"/>
                <a:gd name="T34" fmla="*/ 83 w 98"/>
                <a:gd name="T35" fmla="*/ 1 h 100"/>
                <a:gd name="T36" fmla="*/ 78 w 98"/>
                <a:gd name="T37"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8" h="100">
                  <a:moveTo>
                    <a:pt x="78" y="4"/>
                  </a:moveTo>
                  <a:lnTo>
                    <a:pt x="2" y="80"/>
                  </a:lnTo>
                  <a:lnTo>
                    <a:pt x="0" y="83"/>
                  </a:lnTo>
                  <a:lnTo>
                    <a:pt x="0" y="87"/>
                  </a:lnTo>
                  <a:lnTo>
                    <a:pt x="0" y="92"/>
                  </a:lnTo>
                  <a:lnTo>
                    <a:pt x="2" y="96"/>
                  </a:lnTo>
                  <a:lnTo>
                    <a:pt x="7" y="99"/>
                  </a:lnTo>
                  <a:lnTo>
                    <a:pt x="11" y="100"/>
                  </a:lnTo>
                  <a:lnTo>
                    <a:pt x="16" y="99"/>
                  </a:lnTo>
                  <a:lnTo>
                    <a:pt x="20" y="96"/>
                  </a:lnTo>
                  <a:lnTo>
                    <a:pt x="96" y="20"/>
                  </a:lnTo>
                  <a:lnTo>
                    <a:pt x="98" y="17"/>
                  </a:lnTo>
                  <a:lnTo>
                    <a:pt x="98" y="11"/>
                  </a:lnTo>
                  <a:lnTo>
                    <a:pt x="98" y="8"/>
                  </a:lnTo>
                  <a:lnTo>
                    <a:pt x="96" y="4"/>
                  </a:lnTo>
                  <a:lnTo>
                    <a:pt x="92" y="1"/>
                  </a:lnTo>
                  <a:lnTo>
                    <a:pt x="87" y="0"/>
                  </a:lnTo>
                  <a:lnTo>
                    <a:pt x="83" y="1"/>
                  </a:lnTo>
                  <a:lnTo>
                    <a:pt x="7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sp>
        <p:nvSpPr>
          <p:cNvPr id="71" name="Freeform 2326">
            <a:extLst>
              <a:ext uri="{FF2B5EF4-FFF2-40B4-BE49-F238E27FC236}">
                <a16:creationId xmlns:a16="http://schemas.microsoft.com/office/drawing/2014/main" id="{ECFEA1E9-CDB9-46ED-ABC1-B910177FB7E1}"/>
              </a:ext>
            </a:extLst>
          </p:cNvPr>
          <p:cNvSpPr>
            <a:spLocks noEditPoints="1"/>
          </p:cNvSpPr>
          <p:nvPr/>
        </p:nvSpPr>
        <p:spPr bwMode="auto">
          <a:xfrm>
            <a:off x="1335213" y="4823606"/>
            <a:ext cx="371881" cy="382447"/>
          </a:xfrm>
          <a:custGeom>
            <a:avLst/>
            <a:gdLst>
              <a:gd name="T0" fmla="*/ 554 w 876"/>
              <a:gd name="T1" fmla="*/ 423 h 906"/>
              <a:gd name="T2" fmla="*/ 324 w 876"/>
              <a:gd name="T3" fmla="*/ 423 h 906"/>
              <a:gd name="T4" fmla="*/ 771 w 876"/>
              <a:gd name="T5" fmla="*/ 212 h 906"/>
              <a:gd name="T6" fmla="*/ 720 w 876"/>
              <a:gd name="T7" fmla="*/ 188 h 906"/>
              <a:gd name="T8" fmla="*/ 687 w 876"/>
              <a:gd name="T9" fmla="*/ 153 h 906"/>
              <a:gd name="T10" fmla="*/ 659 w 876"/>
              <a:gd name="T11" fmla="*/ 134 h 906"/>
              <a:gd name="T12" fmla="*/ 627 w 876"/>
              <a:gd name="T13" fmla="*/ 124 h 906"/>
              <a:gd name="T14" fmla="*/ 595 w 876"/>
              <a:gd name="T15" fmla="*/ 90 h 906"/>
              <a:gd name="T16" fmla="*/ 571 w 876"/>
              <a:gd name="T17" fmla="*/ 60 h 906"/>
              <a:gd name="T18" fmla="*/ 537 w 876"/>
              <a:gd name="T19" fmla="*/ 30 h 906"/>
              <a:gd name="T20" fmla="*/ 493 w 876"/>
              <a:gd name="T21" fmla="*/ 9 h 906"/>
              <a:gd name="T22" fmla="*/ 439 w 876"/>
              <a:gd name="T23" fmla="*/ 0 h 906"/>
              <a:gd name="T24" fmla="*/ 384 w 876"/>
              <a:gd name="T25" fmla="*/ 9 h 906"/>
              <a:gd name="T26" fmla="*/ 340 w 876"/>
              <a:gd name="T27" fmla="*/ 30 h 906"/>
              <a:gd name="T28" fmla="*/ 307 w 876"/>
              <a:gd name="T29" fmla="*/ 60 h 906"/>
              <a:gd name="T30" fmla="*/ 282 w 876"/>
              <a:gd name="T31" fmla="*/ 90 h 906"/>
              <a:gd name="T32" fmla="*/ 251 w 876"/>
              <a:gd name="T33" fmla="*/ 124 h 906"/>
              <a:gd name="T34" fmla="*/ 219 w 876"/>
              <a:gd name="T35" fmla="*/ 134 h 906"/>
              <a:gd name="T36" fmla="*/ 191 w 876"/>
              <a:gd name="T37" fmla="*/ 153 h 906"/>
              <a:gd name="T38" fmla="*/ 158 w 876"/>
              <a:gd name="T39" fmla="*/ 188 h 906"/>
              <a:gd name="T40" fmla="*/ 106 w 876"/>
              <a:gd name="T41" fmla="*/ 212 h 906"/>
              <a:gd name="T42" fmla="*/ 81 w 876"/>
              <a:gd name="T43" fmla="*/ 215 h 906"/>
              <a:gd name="T44" fmla="*/ 54 w 876"/>
              <a:gd name="T45" fmla="*/ 227 h 906"/>
              <a:gd name="T46" fmla="*/ 30 w 876"/>
              <a:gd name="T47" fmla="*/ 246 h 906"/>
              <a:gd name="T48" fmla="*/ 11 w 876"/>
              <a:gd name="T49" fmla="*/ 272 h 906"/>
              <a:gd name="T50" fmla="*/ 1 w 876"/>
              <a:gd name="T51" fmla="*/ 305 h 906"/>
              <a:gd name="T52" fmla="*/ 2 w 876"/>
              <a:gd name="T53" fmla="*/ 340 h 906"/>
              <a:gd name="T54" fmla="*/ 12 w 876"/>
              <a:gd name="T55" fmla="*/ 371 h 906"/>
              <a:gd name="T56" fmla="*/ 29 w 876"/>
              <a:gd name="T57" fmla="*/ 395 h 906"/>
              <a:gd name="T58" fmla="*/ 53 w 876"/>
              <a:gd name="T59" fmla="*/ 412 h 906"/>
              <a:gd name="T60" fmla="*/ 83 w 876"/>
              <a:gd name="T61" fmla="*/ 421 h 906"/>
              <a:gd name="T62" fmla="*/ 281 w 876"/>
              <a:gd name="T63" fmla="*/ 423 h 906"/>
              <a:gd name="T64" fmla="*/ 258 w 876"/>
              <a:gd name="T65" fmla="*/ 634 h 906"/>
              <a:gd name="T66" fmla="*/ 248 w 876"/>
              <a:gd name="T67" fmla="*/ 638 h 906"/>
              <a:gd name="T68" fmla="*/ 243 w 876"/>
              <a:gd name="T69" fmla="*/ 648 h 906"/>
              <a:gd name="T70" fmla="*/ 334 w 876"/>
              <a:gd name="T71" fmla="*/ 897 h 906"/>
              <a:gd name="T72" fmla="*/ 343 w 876"/>
              <a:gd name="T73" fmla="*/ 905 h 906"/>
              <a:gd name="T74" fmla="*/ 534 w 876"/>
              <a:gd name="T75" fmla="*/ 905 h 906"/>
              <a:gd name="T76" fmla="*/ 544 w 876"/>
              <a:gd name="T77" fmla="*/ 897 h 906"/>
              <a:gd name="T78" fmla="*/ 635 w 876"/>
              <a:gd name="T79" fmla="*/ 648 h 906"/>
              <a:gd name="T80" fmla="*/ 630 w 876"/>
              <a:gd name="T81" fmla="*/ 638 h 906"/>
              <a:gd name="T82" fmla="*/ 620 w 876"/>
              <a:gd name="T83" fmla="*/ 634 h 906"/>
              <a:gd name="T84" fmla="*/ 595 w 876"/>
              <a:gd name="T85" fmla="*/ 423 h 906"/>
              <a:gd name="T86" fmla="*/ 794 w 876"/>
              <a:gd name="T87" fmla="*/ 421 h 906"/>
              <a:gd name="T88" fmla="*/ 825 w 876"/>
              <a:gd name="T89" fmla="*/ 412 h 906"/>
              <a:gd name="T90" fmla="*/ 849 w 876"/>
              <a:gd name="T91" fmla="*/ 395 h 906"/>
              <a:gd name="T92" fmla="*/ 866 w 876"/>
              <a:gd name="T93" fmla="*/ 371 h 906"/>
              <a:gd name="T94" fmla="*/ 875 w 876"/>
              <a:gd name="T95" fmla="*/ 340 h 906"/>
              <a:gd name="T96" fmla="*/ 876 w 876"/>
              <a:gd name="T97" fmla="*/ 305 h 906"/>
              <a:gd name="T98" fmla="*/ 867 w 876"/>
              <a:gd name="T99" fmla="*/ 272 h 906"/>
              <a:gd name="T100" fmla="*/ 848 w 876"/>
              <a:gd name="T101" fmla="*/ 246 h 906"/>
              <a:gd name="T102" fmla="*/ 824 w 876"/>
              <a:gd name="T103" fmla="*/ 227 h 906"/>
              <a:gd name="T104" fmla="*/ 797 w 876"/>
              <a:gd name="T105" fmla="*/ 215 h 906"/>
              <a:gd name="T106" fmla="*/ 771 w 876"/>
              <a:gd name="T107" fmla="*/ 212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76" h="906">
                <a:moveTo>
                  <a:pt x="454" y="523"/>
                </a:moveTo>
                <a:lnTo>
                  <a:pt x="454" y="423"/>
                </a:lnTo>
                <a:lnTo>
                  <a:pt x="554" y="423"/>
                </a:lnTo>
                <a:lnTo>
                  <a:pt x="454" y="523"/>
                </a:lnTo>
                <a:close/>
                <a:moveTo>
                  <a:pt x="424" y="523"/>
                </a:moveTo>
                <a:lnTo>
                  <a:pt x="324" y="423"/>
                </a:lnTo>
                <a:lnTo>
                  <a:pt x="424" y="423"/>
                </a:lnTo>
                <a:lnTo>
                  <a:pt x="424" y="523"/>
                </a:lnTo>
                <a:close/>
                <a:moveTo>
                  <a:pt x="771" y="212"/>
                </a:moveTo>
                <a:lnTo>
                  <a:pt x="735" y="212"/>
                </a:lnTo>
                <a:lnTo>
                  <a:pt x="728" y="201"/>
                </a:lnTo>
                <a:lnTo>
                  <a:pt x="720" y="188"/>
                </a:lnTo>
                <a:lnTo>
                  <a:pt x="708" y="174"/>
                </a:lnTo>
                <a:lnTo>
                  <a:pt x="694" y="160"/>
                </a:lnTo>
                <a:lnTo>
                  <a:pt x="687" y="153"/>
                </a:lnTo>
                <a:lnTo>
                  <a:pt x="678" y="146"/>
                </a:lnTo>
                <a:lnTo>
                  <a:pt x="668" y="141"/>
                </a:lnTo>
                <a:lnTo>
                  <a:pt x="659" y="134"/>
                </a:lnTo>
                <a:lnTo>
                  <a:pt x="649" y="130"/>
                </a:lnTo>
                <a:lnTo>
                  <a:pt x="638" y="127"/>
                </a:lnTo>
                <a:lnTo>
                  <a:pt x="627" y="124"/>
                </a:lnTo>
                <a:lnTo>
                  <a:pt x="615" y="123"/>
                </a:lnTo>
                <a:lnTo>
                  <a:pt x="607" y="109"/>
                </a:lnTo>
                <a:lnTo>
                  <a:pt x="595" y="90"/>
                </a:lnTo>
                <a:lnTo>
                  <a:pt x="588" y="81"/>
                </a:lnTo>
                <a:lnTo>
                  <a:pt x="580" y="70"/>
                </a:lnTo>
                <a:lnTo>
                  <a:pt x="571" y="60"/>
                </a:lnTo>
                <a:lnTo>
                  <a:pt x="560" y="50"/>
                </a:lnTo>
                <a:lnTo>
                  <a:pt x="549" y="40"/>
                </a:lnTo>
                <a:lnTo>
                  <a:pt x="537" y="30"/>
                </a:lnTo>
                <a:lnTo>
                  <a:pt x="524" y="22"/>
                </a:lnTo>
                <a:lnTo>
                  <a:pt x="509" y="14"/>
                </a:lnTo>
                <a:lnTo>
                  <a:pt x="493" y="9"/>
                </a:lnTo>
                <a:lnTo>
                  <a:pt x="476" y="4"/>
                </a:lnTo>
                <a:lnTo>
                  <a:pt x="458" y="1"/>
                </a:lnTo>
                <a:lnTo>
                  <a:pt x="439" y="0"/>
                </a:lnTo>
                <a:lnTo>
                  <a:pt x="420" y="1"/>
                </a:lnTo>
                <a:lnTo>
                  <a:pt x="401" y="4"/>
                </a:lnTo>
                <a:lnTo>
                  <a:pt x="384" y="9"/>
                </a:lnTo>
                <a:lnTo>
                  <a:pt x="369" y="14"/>
                </a:lnTo>
                <a:lnTo>
                  <a:pt x="354" y="22"/>
                </a:lnTo>
                <a:lnTo>
                  <a:pt x="340" y="30"/>
                </a:lnTo>
                <a:lnTo>
                  <a:pt x="328" y="40"/>
                </a:lnTo>
                <a:lnTo>
                  <a:pt x="317" y="50"/>
                </a:lnTo>
                <a:lnTo>
                  <a:pt x="307" y="60"/>
                </a:lnTo>
                <a:lnTo>
                  <a:pt x="297" y="70"/>
                </a:lnTo>
                <a:lnTo>
                  <a:pt x="289" y="81"/>
                </a:lnTo>
                <a:lnTo>
                  <a:pt x="282" y="90"/>
                </a:lnTo>
                <a:lnTo>
                  <a:pt x="271" y="109"/>
                </a:lnTo>
                <a:lnTo>
                  <a:pt x="263" y="123"/>
                </a:lnTo>
                <a:lnTo>
                  <a:pt x="251" y="124"/>
                </a:lnTo>
                <a:lnTo>
                  <a:pt x="239" y="127"/>
                </a:lnTo>
                <a:lnTo>
                  <a:pt x="229" y="130"/>
                </a:lnTo>
                <a:lnTo>
                  <a:pt x="219" y="134"/>
                </a:lnTo>
                <a:lnTo>
                  <a:pt x="209" y="141"/>
                </a:lnTo>
                <a:lnTo>
                  <a:pt x="200" y="146"/>
                </a:lnTo>
                <a:lnTo>
                  <a:pt x="191" y="153"/>
                </a:lnTo>
                <a:lnTo>
                  <a:pt x="184" y="160"/>
                </a:lnTo>
                <a:lnTo>
                  <a:pt x="170" y="174"/>
                </a:lnTo>
                <a:lnTo>
                  <a:pt x="158" y="188"/>
                </a:lnTo>
                <a:lnTo>
                  <a:pt x="149" y="201"/>
                </a:lnTo>
                <a:lnTo>
                  <a:pt x="143" y="212"/>
                </a:lnTo>
                <a:lnTo>
                  <a:pt x="106" y="212"/>
                </a:lnTo>
                <a:lnTo>
                  <a:pt x="98" y="212"/>
                </a:lnTo>
                <a:lnTo>
                  <a:pt x="89" y="213"/>
                </a:lnTo>
                <a:lnTo>
                  <a:pt x="81" y="215"/>
                </a:lnTo>
                <a:lnTo>
                  <a:pt x="72" y="218"/>
                </a:lnTo>
                <a:lnTo>
                  <a:pt x="62" y="222"/>
                </a:lnTo>
                <a:lnTo>
                  <a:pt x="54" y="227"/>
                </a:lnTo>
                <a:lnTo>
                  <a:pt x="45" y="232"/>
                </a:lnTo>
                <a:lnTo>
                  <a:pt x="38" y="238"/>
                </a:lnTo>
                <a:lnTo>
                  <a:pt x="30" y="246"/>
                </a:lnTo>
                <a:lnTo>
                  <a:pt x="23" y="253"/>
                </a:lnTo>
                <a:lnTo>
                  <a:pt x="16" y="262"/>
                </a:lnTo>
                <a:lnTo>
                  <a:pt x="11" y="272"/>
                </a:lnTo>
                <a:lnTo>
                  <a:pt x="7" y="282"/>
                </a:lnTo>
                <a:lnTo>
                  <a:pt x="3" y="293"/>
                </a:lnTo>
                <a:lnTo>
                  <a:pt x="1" y="305"/>
                </a:lnTo>
                <a:lnTo>
                  <a:pt x="0" y="317"/>
                </a:lnTo>
                <a:lnTo>
                  <a:pt x="1" y="330"/>
                </a:lnTo>
                <a:lnTo>
                  <a:pt x="2" y="340"/>
                </a:lnTo>
                <a:lnTo>
                  <a:pt x="5" y="351"/>
                </a:lnTo>
                <a:lnTo>
                  <a:pt x="8" y="362"/>
                </a:lnTo>
                <a:lnTo>
                  <a:pt x="12" y="371"/>
                </a:lnTo>
                <a:lnTo>
                  <a:pt x="17" y="380"/>
                </a:lnTo>
                <a:lnTo>
                  <a:pt x="23" y="387"/>
                </a:lnTo>
                <a:lnTo>
                  <a:pt x="29" y="395"/>
                </a:lnTo>
                <a:lnTo>
                  <a:pt x="37" y="401"/>
                </a:lnTo>
                <a:lnTo>
                  <a:pt x="44" y="407"/>
                </a:lnTo>
                <a:lnTo>
                  <a:pt x="53" y="412"/>
                </a:lnTo>
                <a:lnTo>
                  <a:pt x="62" y="415"/>
                </a:lnTo>
                <a:lnTo>
                  <a:pt x="72" y="419"/>
                </a:lnTo>
                <a:lnTo>
                  <a:pt x="83" y="421"/>
                </a:lnTo>
                <a:lnTo>
                  <a:pt x="95" y="422"/>
                </a:lnTo>
                <a:lnTo>
                  <a:pt x="106" y="423"/>
                </a:lnTo>
                <a:lnTo>
                  <a:pt x="281" y="423"/>
                </a:lnTo>
                <a:lnTo>
                  <a:pt x="424" y="567"/>
                </a:lnTo>
                <a:lnTo>
                  <a:pt x="424" y="634"/>
                </a:lnTo>
                <a:lnTo>
                  <a:pt x="258" y="634"/>
                </a:lnTo>
                <a:lnTo>
                  <a:pt x="253" y="635"/>
                </a:lnTo>
                <a:lnTo>
                  <a:pt x="250" y="636"/>
                </a:lnTo>
                <a:lnTo>
                  <a:pt x="248" y="638"/>
                </a:lnTo>
                <a:lnTo>
                  <a:pt x="245" y="642"/>
                </a:lnTo>
                <a:lnTo>
                  <a:pt x="244" y="645"/>
                </a:lnTo>
                <a:lnTo>
                  <a:pt x="243" y="648"/>
                </a:lnTo>
                <a:lnTo>
                  <a:pt x="243" y="651"/>
                </a:lnTo>
                <a:lnTo>
                  <a:pt x="244" y="656"/>
                </a:lnTo>
                <a:lnTo>
                  <a:pt x="334" y="897"/>
                </a:lnTo>
                <a:lnTo>
                  <a:pt x="336" y="901"/>
                </a:lnTo>
                <a:lnTo>
                  <a:pt x="339" y="903"/>
                </a:lnTo>
                <a:lnTo>
                  <a:pt x="343" y="905"/>
                </a:lnTo>
                <a:lnTo>
                  <a:pt x="348" y="906"/>
                </a:lnTo>
                <a:lnTo>
                  <a:pt x="529" y="906"/>
                </a:lnTo>
                <a:lnTo>
                  <a:pt x="534" y="905"/>
                </a:lnTo>
                <a:lnTo>
                  <a:pt x="538" y="903"/>
                </a:lnTo>
                <a:lnTo>
                  <a:pt x="541" y="901"/>
                </a:lnTo>
                <a:lnTo>
                  <a:pt x="544" y="897"/>
                </a:lnTo>
                <a:lnTo>
                  <a:pt x="634" y="656"/>
                </a:lnTo>
                <a:lnTo>
                  <a:pt x="635" y="651"/>
                </a:lnTo>
                <a:lnTo>
                  <a:pt x="635" y="648"/>
                </a:lnTo>
                <a:lnTo>
                  <a:pt x="634" y="645"/>
                </a:lnTo>
                <a:lnTo>
                  <a:pt x="632" y="642"/>
                </a:lnTo>
                <a:lnTo>
                  <a:pt x="630" y="638"/>
                </a:lnTo>
                <a:lnTo>
                  <a:pt x="627" y="636"/>
                </a:lnTo>
                <a:lnTo>
                  <a:pt x="623" y="635"/>
                </a:lnTo>
                <a:lnTo>
                  <a:pt x="620" y="634"/>
                </a:lnTo>
                <a:lnTo>
                  <a:pt x="454" y="634"/>
                </a:lnTo>
                <a:lnTo>
                  <a:pt x="454" y="567"/>
                </a:lnTo>
                <a:lnTo>
                  <a:pt x="595" y="423"/>
                </a:lnTo>
                <a:lnTo>
                  <a:pt x="771" y="423"/>
                </a:lnTo>
                <a:lnTo>
                  <a:pt x="783" y="422"/>
                </a:lnTo>
                <a:lnTo>
                  <a:pt x="794" y="421"/>
                </a:lnTo>
                <a:lnTo>
                  <a:pt x="805" y="419"/>
                </a:lnTo>
                <a:lnTo>
                  <a:pt x="815" y="415"/>
                </a:lnTo>
                <a:lnTo>
                  <a:pt x="825" y="412"/>
                </a:lnTo>
                <a:lnTo>
                  <a:pt x="834" y="407"/>
                </a:lnTo>
                <a:lnTo>
                  <a:pt x="841" y="401"/>
                </a:lnTo>
                <a:lnTo>
                  <a:pt x="849" y="395"/>
                </a:lnTo>
                <a:lnTo>
                  <a:pt x="855" y="387"/>
                </a:lnTo>
                <a:lnTo>
                  <a:pt x="860" y="380"/>
                </a:lnTo>
                <a:lnTo>
                  <a:pt x="866" y="371"/>
                </a:lnTo>
                <a:lnTo>
                  <a:pt x="869" y="362"/>
                </a:lnTo>
                <a:lnTo>
                  <a:pt x="872" y="351"/>
                </a:lnTo>
                <a:lnTo>
                  <a:pt x="875" y="340"/>
                </a:lnTo>
                <a:lnTo>
                  <a:pt x="876" y="330"/>
                </a:lnTo>
                <a:lnTo>
                  <a:pt x="876" y="317"/>
                </a:lnTo>
                <a:lnTo>
                  <a:pt x="876" y="305"/>
                </a:lnTo>
                <a:lnTo>
                  <a:pt x="874" y="293"/>
                </a:lnTo>
                <a:lnTo>
                  <a:pt x="871" y="282"/>
                </a:lnTo>
                <a:lnTo>
                  <a:pt x="867" y="272"/>
                </a:lnTo>
                <a:lnTo>
                  <a:pt x="861" y="262"/>
                </a:lnTo>
                <a:lnTo>
                  <a:pt x="855" y="253"/>
                </a:lnTo>
                <a:lnTo>
                  <a:pt x="848" y="246"/>
                </a:lnTo>
                <a:lnTo>
                  <a:pt x="840" y="238"/>
                </a:lnTo>
                <a:lnTo>
                  <a:pt x="833" y="232"/>
                </a:lnTo>
                <a:lnTo>
                  <a:pt x="824" y="227"/>
                </a:lnTo>
                <a:lnTo>
                  <a:pt x="814" y="222"/>
                </a:lnTo>
                <a:lnTo>
                  <a:pt x="806" y="218"/>
                </a:lnTo>
                <a:lnTo>
                  <a:pt x="797" y="215"/>
                </a:lnTo>
                <a:lnTo>
                  <a:pt x="787" y="213"/>
                </a:lnTo>
                <a:lnTo>
                  <a:pt x="779" y="212"/>
                </a:lnTo>
                <a:lnTo>
                  <a:pt x="771" y="21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nvGrpSpPr>
          <p:cNvPr id="72" name="Group 71">
            <a:extLst>
              <a:ext uri="{FF2B5EF4-FFF2-40B4-BE49-F238E27FC236}">
                <a16:creationId xmlns:a16="http://schemas.microsoft.com/office/drawing/2014/main" id="{BFFB22BE-127E-4100-B6E4-22DF1BD7F6F0}"/>
              </a:ext>
            </a:extLst>
          </p:cNvPr>
          <p:cNvGrpSpPr/>
          <p:nvPr/>
        </p:nvGrpSpPr>
        <p:grpSpPr>
          <a:xfrm>
            <a:off x="4363201" y="2278689"/>
            <a:ext cx="380334" cy="331736"/>
            <a:chOff x="9312275" y="5386388"/>
            <a:chExt cx="285750" cy="249238"/>
          </a:xfrm>
          <a:solidFill>
            <a:schemeClr val="accent3">
              <a:lumMod val="40000"/>
              <a:lumOff val="60000"/>
            </a:schemeClr>
          </a:solidFill>
        </p:grpSpPr>
        <p:sp>
          <p:nvSpPr>
            <p:cNvPr id="73" name="Freeform 3445">
              <a:extLst>
                <a:ext uri="{FF2B5EF4-FFF2-40B4-BE49-F238E27FC236}">
                  <a16:creationId xmlns:a16="http://schemas.microsoft.com/office/drawing/2014/main" id="{387BE47F-7E39-404F-9A40-86CECEA2B89E}"/>
                </a:ext>
              </a:extLst>
            </p:cNvPr>
            <p:cNvSpPr>
              <a:spLocks/>
            </p:cNvSpPr>
            <p:nvPr/>
          </p:nvSpPr>
          <p:spPr bwMode="auto">
            <a:xfrm>
              <a:off x="9312275" y="5386388"/>
              <a:ext cx="225425" cy="249238"/>
            </a:xfrm>
            <a:custGeom>
              <a:avLst/>
              <a:gdLst>
                <a:gd name="T0" fmla="*/ 384 w 569"/>
                <a:gd name="T1" fmla="*/ 376 h 628"/>
                <a:gd name="T2" fmla="*/ 359 w 569"/>
                <a:gd name="T3" fmla="*/ 309 h 628"/>
                <a:gd name="T4" fmla="*/ 379 w 569"/>
                <a:gd name="T5" fmla="*/ 290 h 628"/>
                <a:gd name="T6" fmla="*/ 397 w 569"/>
                <a:gd name="T7" fmla="*/ 253 h 628"/>
                <a:gd name="T8" fmla="*/ 406 w 569"/>
                <a:gd name="T9" fmla="*/ 213 h 628"/>
                <a:gd name="T10" fmla="*/ 415 w 569"/>
                <a:gd name="T11" fmla="*/ 203 h 628"/>
                <a:gd name="T12" fmla="*/ 420 w 569"/>
                <a:gd name="T13" fmla="*/ 184 h 628"/>
                <a:gd name="T14" fmla="*/ 416 w 569"/>
                <a:gd name="T15" fmla="*/ 154 h 628"/>
                <a:gd name="T16" fmla="*/ 411 w 569"/>
                <a:gd name="T17" fmla="*/ 123 h 628"/>
                <a:gd name="T18" fmla="*/ 420 w 569"/>
                <a:gd name="T19" fmla="*/ 78 h 628"/>
                <a:gd name="T20" fmla="*/ 415 w 569"/>
                <a:gd name="T21" fmla="*/ 46 h 628"/>
                <a:gd name="T22" fmla="*/ 402 w 569"/>
                <a:gd name="T23" fmla="*/ 28 h 628"/>
                <a:gd name="T24" fmla="*/ 382 w 569"/>
                <a:gd name="T25" fmla="*/ 15 h 628"/>
                <a:gd name="T26" fmla="*/ 341 w 569"/>
                <a:gd name="T27" fmla="*/ 3 h 628"/>
                <a:gd name="T28" fmla="*/ 291 w 569"/>
                <a:gd name="T29" fmla="*/ 1 h 628"/>
                <a:gd name="T30" fmla="*/ 245 w 569"/>
                <a:gd name="T31" fmla="*/ 10 h 628"/>
                <a:gd name="T32" fmla="*/ 213 w 569"/>
                <a:gd name="T33" fmla="*/ 27 h 628"/>
                <a:gd name="T34" fmla="*/ 200 w 569"/>
                <a:gd name="T35" fmla="*/ 42 h 628"/>
                <a:gd name="T36" fmla="*/ 181 w 569"/>
                <a:gd name="T37" fmla="*/ 44 h 628"/>
                <a:gd name="T38" fmla="*/ 163 w 569"/>
                <a:gd name="T39" fmla="*/ 56 h 628"/>
                <a:gd name="T40" fmla="*/ 154 w 569"/>
                <a:gd name="T41" fmla="*/ 86 h 628"/>
                <a:gd name="T42" fmla="*/ 164 w 569"/>
                <a:gd name="T43" fmla="*/ 139 h 628"/>
                <a:gd name="T44" fmla="*/ 160 w 569"/>
                <a:gd name="T45" fmla="*/ 141 h 628"/>
                <a:gd name="T46" fmla="*/ 153 w 569"/>
                <a:gd name="T47" fmla="*/ 154 h 628"/>
                <a:gd name="T48" fmla="*/ 149 w 569"/>
                <a:gd name="T49" fmla="*/ 184 h 628"/>
                <a:gd name="T50" fmla="*/ 153 w 569"/>
                <a:gd name="T51" fmla="*/ 202 h 628"/>
                <a:gd name="T52" fmla="*/ 163 w 569"/>
                <a:gd name="T53" fmla="*/ 213 h 628"/>
                <a:gd name="T54" fmla="*/ 169 w 569"/>
                <a:gd name="T55" fmla="*/ 236 h 628"/>
                <a:gd name="T56" fmla="*/ 180 w 569"/>
                <a:gd name="T57" fmla="*/ 268 h 628"/>
                <a:gd name="T58" fmla="*/ 203 w 569"/>
                <a:gd name="T59" fmla="*/ 299 h 628"/>
                <a:gd name="T60" fmla="*/ 215 w 569"/>
                <a:gd name="T61" fmla="*/ 367 h 628"/>
                <a:gd name="T62" fmla="*/ 177 w 569"/>
                <a:gd name="T63" fmla="*/ 381 h 628"/>
                <a:gd name="T64" fmla="*/ 111 w 569"/>
                <a:gd name="T65" fmla="*/ 404 h 628"/>
                <a:gd name="T66" fmla="*/ 47 w 569"/>
                <a:gd name="T67" fmla="*/ 434 h 628"/>
                <a:gd name="T68" fmla="*/ 22 w 569"/>
                <a:gd name="T69" fmla="*/ 456 h 628"/>
                <a:gd name="T70" fmla="*/ 10 w 569"/>
                <a:gd name="T71" fmla="*/ 487 h 628"/>
                <a:gd name="T72" fmla="*/ 1 w 569"/>
                <a:gd name="T73" fmla="*/ 557 h 628"/>
                <a:gd name="T74" fmla="*/ 0 w 569"/>
                <a:gd name="T75" fmla="*/ 620 h 628"/>
                <a:gd name="T76" fmla="*/ 11 w 569"/>
                <a:gd name="T77" fmla="*/ 628 h 628"/>
                <a:gd name="T78" fmla="*/ 565 w 569"/>
                <a:gd name="T79" fmla="*/ 624 h 628"/>
                <a:gd name="T80" fmla="*/ 569 w 569"/>
                <a:gd name="T81" fmla="*/ 597 h 628"/>
                <a:gd name="T82" fmla="*/ 562 w 569"/>
                <a:gd name="T83" fmla="*/ 510 h 628"/>
                <a:gd name="T84" fmla="*/ 551 w 569"/>
                <a:gd name="T85" fmla="*/ 461 h 628"/>
                <a:gd name="T86" fmla="*/ 537 w 569"/>
                <a:gd name="T87" fmla="*/ 444 h 628"/>
                <a:gd name="T88" fmla="*/ 484 w 569"/>
                <a:gd name="T89" fmla="*/ 413 h 628"/>
                <a:gd name="T90" fmla="*/ 408 w 569"/>
                <a:gd name="T91" fmla="*/ 385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28">
                  <a:moveTo>
                    <a:pt x="408" y="385"/>
                  </a:moveTo>
                  <a:lnTo>
                    <a:pt x="397" y="380"/>
                  </a:lnTo>
                  <a:lnTo>
                    <a:pt x="384" y="376"/>
                  </a:lnTo>
                  <a:lnTo>
                    <a:pt x="372" y="372"/>
                  </a:lnTo>
                  <a:lnTo>
                    <a:pt x="359" y="367"/>
                  </a:lnTo>
                  <a:lnTo>
                    <a:pt x="359" y="309"/>
                  </a:lnTo>
                  <a:lnTo>
                    <a:pt x="366" y="306"/>
                  </a:lnTo>
                  <a:lnTo>
                    <a:pt x="371" y="299"/>
                  </a:lnTo>
                  <a:lnTo>
                    <a:pt x="379" y="290"/>
                  </a:lnTo>
                  <a:lnTo>
                    <a:pt x="385" y="280"/>
                  </a:lnTo>
                  <a:lnTo>
                    <a:pt x="390" y="268"/>
                  </a:lnTo>
                  <a:lnTo>
                    <a:pt x="397" y="253"/>
                  </a:lnTo>
                  <a:lnTo>
                    <a:pt x="400" y="236"/>
                  </a:lnTo>
                  <a:lnTo>
                    <a:pt x="402" y="216"/>
                  </a:lnTo>
                  <a:lnTo>
                    <a:pt x="406" y="213"/>
                  </a:lnTo>
                  <a:lnTo>
                    <a:pt x="409" y="211"/>
                  </a:lnTo>
                  <a:lnTo>
                    <a:pt x="412" y="207"/>
                  </a:lnTo>
                  <a:lnTo>
                    <a:pt x="415" y="203"/>
                  </a:lnTo>
                  <a:lnTo>
                    <a:pt x="417" y="198"/>
                  </a:lnTo>
                  <a:lnTo>
                    <a:pt x="418" y="191"/>
                  </a:lnTo>
                  <a:lnTo>
                    <a:pt x="420" y="184"/>
                  </a:lnTo>
                  <a:lnTo>
                    <a:pt x="420" y="177"/>
                  </a:lnTo>
                  <a:lnTo>
                    <a:pt x="418" y="164"/>
                  </a:lnTo>
                  <a:lnTo>
                    <a:pt x="416" y="154"/>
                  </a:lnTo>
                  <a:lnTo>
                    <a:pt x="411" y="145"/>
                  </a:lnTo>
                  <a:lnTo>
                    <a:pt x="406" y="140"/>
                  </a:lnTo>
                  <a:lnTo>
                    <a:pt x="411" y="123"/>
                  </a:lnTo>
                  <a:lnTo>
                    <a:pt x="417" y="101"/>
                  </a:lnTo>
                  <a:lnTo>
                    <a:pt x="418" y="90"/>
                  </a:lnTo>
                  <a:lnTo>
                    <a:pt x="420" y="78"/>
                  </a:lnTo>
                  <a:lnTo>
                    <a:pt x="420" y="65"/>
                  </a:lnTo>
                  <a:lnTo>
                    <a:pt x="417" y="53"/>
                  </a:lnTo>
                  <a:lnTo>
                    <a:pt x="415" y="46"/>
                  </a:lnTo>
                  <a:lnTo>
                    <a:pt x="412" y="40"/>
                  </a:lnTo>
                  <a:lnTo>
                    <a:pt x="407" y="33"/>
                  </a:lnTo>
                  <a:lnTo>
                    <a:pt x="402" y="28"/>
                  </a:lnTo>
                  <a:lnTo>
                    <a:pt x="397" y="23"/>
                  </a:lnTo>
                  <a:lnTo>
                    <a:pt x="390" y="19"/>
                  </a:lnTo>
                  <a:lnTo>
                    <a:pt x="382" y="15"/>
                  </a:lnTo>
                  <a:lnTo>
                    <a:pt x="375" y="11"/>
                  </a:lnTo>
                  <a:lnTo>
                    <a:pt x="359" y="6"/>
                  </a:lnTo>
                  <a:lnTo>
                    <a:pt x="341" y="3"/>
                  </a:lnTo>
                  <a:lnTo>
                    <a:pt x="325" y="1"/>
                  </a:lnTo>
                  <a:lnTo>
                    <a:pt x="307" y="0"/>
                  </a:lnTo>
                  <a:lnTo>
                    <a:pt x="291" y="1"/>
                  </a:lnTo>
                  <a:lnTo>
                    <a:pt x="276" y="3"/>
                  </a:lnTo>
                  <a:lnTo>
                    <a:pt x="259" y="5"/>
                  </a:lnTo>
                  <a:lnTo>
                    <a:pt x="245" y="10"/>
                  </a:lnTo>
                  <a:lnTo>
                    <a:pt x="231" y="15"/>
                  </a:lnTo>
                  <a:lnTo>
                    <a:pt x="218" y="23"/>
                  </a:lnTo>
                  <a:lnTo>
                    <a:pt x="213" y="27"/>
                  </a:lnTo>
                  <a:lnTo>
                    <a:pt x="208" y="32"/>
                  </a:lnTo>
                  <a:lnTo>
                    <a:pt x="204" y="37"/>
                  </a:lnTo>
                  <a:lnTo>
                    <a:pt x="200" y="42"/>
                  </a:lnTo>
                  <a:lnTo>
                    <a:pt x="194" y="42"/>
                  </a:lnTo>
                  <a:lnTo>
                    <a:pt x="186" y="42"/>
                  </a:lnTo>
                  <a:lnTo>
                    <a:pt x="181" y="44"/>
                  </a:lnTo>
                  <a:lnTo>
                    <a:pt x="176" y="46"/>
                  </a:lnTo>
                  <a:lnTo>
                    <a:pt x="168" y="51"/>
                  </a:lnTo>
                  <a:lnTo>
                    <a:pt x="163" y="56"/>
                  </a:lnTo>
                  <a:lnTo>
                    <a:pt x="158" y="65"/>
                  </a:lnTo>
                  <a:lnTo>
                    <a:pt x="155" y="76"/>
                  </a:lnTo>
                  <a:lnTo>
                    <a:pt x="154" y="86"/>
                  </a:lnTo>
                  <a:lnTo>
                    <a:pt x="155" y="98"/>
                  </a:lnTo>
                  <a:lnTo>
                    <a:pt x="159" y="119"/>
                  </a:lnTo>
                  <a:lnTo>
                    <a:pt x="164" y="139"/>
                  </a:lnTo>
                  <a:lnTo>
                    <a:pt x="164" y="139"/>
                  </a:lnTo>
                  <a:lnTo>
                    <a:pt x="164" y="139"/>
                  </a:lnTo>
                  <a:lnTo>
                    <a:pt x="160" y="141"/>
                  </a:lnTo>
                  <a:lnTo>
                    <a:pt x="158" y="145"/>
                  </a:lnTo>
                  <a:lnTo>
                    <a:pt x="155" y="149"/>
                  </a:lnTo>
                  <a:lnTo>
                    <a:pt x="153" y="154"/>
                  </a:lnTo>
                  <a:lnTo>
                    <a:pt x="149" y="164"/>
                  </a:lnTo>
                  <a:lnTo>
                    <a:pt x="149" y="177"/>
                  </a:lnTo>
                  <a:lnTo>
                    <a:pt x="149" y="184"/>
                  </a:lnTo>
                  <a:lnTo>
                    <a:pt x="150" y="190"/>
                  </a:lnTo>
                  <a:lnTo>
                    <a:pt x="151" y="196"/>
                  </a:lnTo>
                  <a:lnTo>
                    <a:pt x="153" y="202"/>
                  </a:lnTo>
                  <a:lnTo>
                    <a:pt x="155" y="205"/>
                  </a:lnTo>
                  <a:lnTo>
                    <a:pt x="159" y="211"/>
                  </a:lnTo>
                  <a:lnTo>
                    <a:pt x="163" y="213"/>
                  </a:lnTo>
                  <a:lnTo>
                    <a:pt x="167" y="216"/>
                  </a:lnTo>
                  <a:lnTo>
                    <a:pt x="167" y="226"/>
                  </a:lnTo>
                  <a:lnTo>
                    <a:pt x="169" y="236"/>
                  </a:lnTo>
                  <a:lnTo>
                    <a:pt x="171" y="245"/>
                  </a:lnTo>
                  <a:lnTo>
                    <a:pt x="173" y="253"/>
                  </a:lnTo>
                  <a:lnTo>
                    <a:pt x="180" y="268"/>
                  </a:lnTo>
                  <a:lnTo>
                    <a:pt x="187" y="281"/>
                  </a:lnTo>
                  <a:lnTo>
                    <a:pt x="195" y="291"/>
                  </a:lnTo>
                  <a:lnTo>
                    <a:pt x="203" y="299"/>
                  </a:lnTo>
                  <a:lnTo>
                    <a:pt x="209" y="306"/>
                  </a:lnTo>
                  <a:lnTo>
                    <a:pt x="215" y="311"/>
                  </a:lnTo>
                  <a:lnTo>
                    <a:pt x="215" y="367"/>
                  </a:lnTo>
                  <a:lnTo>
                    <a:pt x="203" y="372"/>
                  </a:lnTo>
                  <a:lnTo>
                    <a:pt x="190" y="376"/>
                  </a:lnTo>
                  <a:lnTo>
                    <a:pt x="177" y="381"/>
                  </a:lnTo>
                  <a:lnTo>
                    <a:pt x="164" y="385"/>
                  </a:lnTo>
                  <a:lnTo>
                    <a:pt x="137" y="395"/>
                  </a:lnTo>
                  <a:lnTo>
                    <a:pt x="111" y="404"/>
                  </a:lnTo>
                  <a:lnTo>
                    <a:pt x="87" y="413"/>
                  </a:lnTo>
                  <a:lnTo>
                    <a:pt x="65" y="424"/>
                  </a:lnTo>
                  <a:lnTo>
                    <a:pt x="47" y="434"/>
                  </a:lnTo>
                  <a:lnTo>
                    <a:pt x="32" y="444"/>
                  </a:lnTo>
                  <a:lnTo>
                    <a:pt x="25" y="449"/>
                  </a:lnTo>
                  <a:lnTo>
                    <a:pt x="22" y="456"/>
                  </a:lnTo>
                  <a:lnTo>
                    <a:pt x="18" y="462"/>
                  </a:lnTo>
                  <a:lnTo>
                    <a:pt x="14" y="467"/>
                  </a:lnTo>
                  <a:lnTo>
                    <a:pt x="10" y="487"/>
                  </a:lnTo>
                  <a:lnTo>
                    <a:pt x="6" y="510"/>
                  </a:lnTo>
                  <a:lnTo>
                    <a:pt x="4" y="533"/>
                  </a:lnTo>
                  <a:lnTo>
                    <a:pt x="1" y="557"/>
                  </a:lnTo>
                  <a:lnTo>
                    <a:pt x="0" y="597"/>
                  </a:lnTo>
                  <a:lnTo>
                    <a:pt x="0" y="616"/>
                  </a:lnTo>
                  <a:lnTo>
                    <a:pt x="0" y="620"/>
                  </a:lnTo>
                  <a:lnTo>
                    <a:pt x="2" y="624"/>
                  </a:lnTo>
                  <a:lnTo>
                    <a:pt x="6" y="627"/>
                  </a:lnTo>
                  <a:lnTo>
                    <a:pt x="11" y="628"/>
                  </a:lnTo>
                  <a:lnTo>
                    <a:pt x="557" y="628"/>
                  </a:lnTo>
                  <a:lnTo>
                    <a:pt x="561" y="627"/>
                  </a:lnTo>
                  <a:lnTo>
                    <a:pt x="565" y="624"/>
                  </a:lnTo>
                  <a:lnTo>
                    <a:pt x="567" y="620"/>
                  </a:lnTo>
                  <a:lnTo>
                    <a:pt x="569" y="616"/>
                  </a:lnTo>
                  <a:lnTo>
                    <a:pt x="569" y="597"/>
                  </a:lnTo>
                  <a:lnTo>
                    <a:pt x="567" y="557"/>
                  </a:lnTo>
                  <a:lnTo>
                    <a:pt x="565" y="533"/>
                  </a:lnTo>
                  <a:lnTo>
                    <a:pt x="562" y="510"/>
                  </a:lnTo>
                  <a:lnTo>
                    <a:pt x="558" y="487"/>
                  </a:lnTo>
                  <a:lnTo>
                    <a:pt x="555" y="467"/>
                  </a:lnTo>
                  <a:lnTo>
                    <a:pt x="551" y="461"/>
                  </a:lnTo>
                  <a:lnTo>
                    <a:pt x="547" y="456"/>
                  </a:lnTo>
                  <a:lnTo>
                    <a:pt x="543" y="449"/>
                  </a:lnTo>
                  <a:lnTo>
                    <a:pt x="537" y="444"/>
                  </a:lnTo>
                  <a:lnTo>
                    <a:pt x="522" y="433"/>
                  </a:lnTo>
                  <a:lnTo>
                    <a:pt x="504" y="422"/>
                  </a:lnTo>
                  <a:lnTo>
                    <a:pt x="484" y="413"/>
                  </a:lnTo>
                  <a:lnTo>
                    <a:pt x="461" y="404"/>
                  </a:lnTo>
                  <a:lnTo>
                    <a:pt x="435" y="394"/>
                  </a:lnTo>
                  <a:lnTo>
                    <a:pt x="408" y="3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4" name="Freeform 3446">
              <a:extLst>
                <a:ext uri="{FF2B5EF4-FFF2-40B4-BE49-F238E27FC236}">
                  <a16:creationId xmlns:a16="http://schemas.microsoft.com/office/drawing/2014/main" id="{EE796753-86AE-49E3-B7D0-817CB8D8C4A2}"/>
                </a:ext>
              </a:extLst>
            </p:cNvPr>
            <p:cNvSpPr>
              <a:spLocks/>
            </p:cNvSpPr>
            <p:nvPr/>
          </p:nvSpPr>
          <p:spPr bwMode="auto">
            <a:xfrm>
              <a:off x="9485313" y="5387975"/>
              <a:ext cx="112712" cy="247650"/>
            </a:xfrm>
            <a:custGeom>
              <a:avLst/>
              <a:gdLst>
                <a:gd name="T0" fmla="*/ 258 w 281"/>
                <a:gd name="T1" fmla="*/ 450 h 625"/>
                <a:gd name="T2" fmla="*/ 234 w 281"/>
                <a:gd name="T3" fmla="*/ 428 h 625"/>
                <a:gd name="T4" fmla="*/ 199 w 281"/>
                <a:gd name="T5" fmla="*/ 408 h 625"/>
                <a:gd name="T6" fmla="*/ 103 w 281"/>
                <a:gd name="T7" fmla="*/ 367 h 625"/>
                <a:gd name="T8" fmla="*/ 65 w 281"/>
                <a:gd name="T9" fmla="*/ 319 h 625"/>
                <a:gd name="T10" fmla="*/ 86 w 281"/>
                <a:gd name="T11" fmla="*/ 301 h 625"/>
                <a:gd name="T12" fmla="*/ 108 w 281"/>
                <a:gd name="T13" fmla="*/ 265 h 625"/>
                <a:gd name="T14" fmla="*/ 113 w 281"/>
                <a:gd name="T15" fmla="*/ 238 h 625"/>
                <a:gd name="T16" fmla="*/ 122 w 281"/>
                <a:gd name="T17" fmla="*/ 223 h 625"/>
                <a:gd name="T18" fmla="*/ 130 w 281"/>
                <a:gd name="T19" fmla="*/ 209 h 625"/>
                <a:gd name="T20" fmla="*/ 132 w 281"/>
                <a:gd name="T21" fmla="*/ 188 h 625"/>
                <a:gd name="T22" fmla="*/ 123 w 281"/>
                <a:gd name="T23" fmla="*/ 157 h 625"/>
                <a:gd name="T24" fmla="*/ 118 w 281"/>
                <a:gd name="T25" fmla="*/ 151 h 625"/>
                <a:gd name="T26" fmla="*/ 131 w 281"/>
                <a:gd name="T27" fmla="*/ 97 h 625"/>
                <a:gd name="T28" fmla="*/ 130 w 281"/>
                <a:gd name="T29" fmla="*/ 59 h 625"/>
                <a:gd name="T30" fmla="*/ 117 w 281"/>
                <a:gd name="T31" fmla="*/ 35 h 625"/>
                <a:gd name="T32" fmla="*/ 94 w 281"/>
                <a:gd name="T33" fmla="*/ 15 h 625"/>
                <a:gd name="T34" fmla="*/ 65 w 281"/>
                <a:gd name="T35" fmla="*/ 2 h 625"/>
                <a:gd name="T36" fmla="*/ 38 w 281"/>
                <a:gd name="T37" fmla="*/ 0 h 625"/>
                <a:gd name="T38" fmla="*/ 13 w 281"/>
                <a:gd name="T39" fmla="*/ 7 h 625"/>
                <a:gd name="T40" fmla="*/ 0 w 281"/>
                <a:gd name="T41" fmla="*/ 20 h 625"/>
                <a:gd name="T42" fmla="*/ 5 w 281"/>
                <a:gd name="T43" fmla="*/ 32 h 625"/>
                <a:gd name="T44" fmla="*/ 18 w 281"/>
                <a:gd name="T45" fmla="*/ 32 h 625"/>
                <a:gd name="T46" fmla="*/ 38 w 281"/>
                <a:gd name="T47" fmla="*/ 24 h 625"/>
                <a:gd name="T48" fmla="*/ 67 w 281"/>
                <a:gd name="T49" fmla="*/ 28 h 625"/>
                <a:gd name="T50" fmla="*/ 89 w 281"/>
                <a:gd name="T51" fmla="*/ 41 h 625"/>
                <a:gd name="T52" fmla="*/ 103 w 281"/>
                <a:gd name="T53" fmla="*/ 56 h 625"/>
                <a:gd name="T54" fmla="*/ 108 w 281"/>
                <a:gd name="T55" fmla="*/ 75 h 625"/>
                <a:gd name="T56" fmla="*/ 105 w 281"/>
                <a:gd name="T57" fmla="*/ 107 h 625"/>
                <a:gd name="T58" fmla="*/ 92 w 281"/>
                <a:gd name="T59" fmla="*/ 152 h 625"/>
                <a:gd name="T60" fmla="*/ 94 w 281"/>
                <a:gd name="T61" fmla="*/ 166 h 625"/>
                <a:gd name="T62" fmla="*/ 104 w 281"/>
                <a:gd name="T63" fmla="*/ 172 h 625"/>
                <a:gd name="T64" fmla="*/ 109 w 281"/>
                <a:gd name="T65" fmla="*/ 188 h 625"/>
                <a:gd name="T66" fmla="*/ 104 w 281"/>
                <a:gd name="T67" fmla="*/ 206 h 625"/>
                <a:gd name="T68" fmla="*/ 94 w 281"/>
                <a:gd name="T69" fmla="*/ 210 h 625"/>
                <a:gd name="T70" fmla="*/ 90 w 281"/>
                <a:gd name="T71" fmla="*/ 231 h 625"/>
                <a:gd name="T72" fmla="*/ 85 w 281"/>
                <a:gd name="T73" fmla="*/ 259 h 625"/>
                <a:gd name="T74" fmla="*/ 55 w 281"/>
                <a:gd name="T75" fmla="*/ 297 h 625"/>
                <a:gd name="T76" fmla="*/ 44 w 281"/>
                <a:gd name="T77" fmla="*/ 306 h 625"/>
                <a:gd name="T78" fmla="*/ 41 w 281"/>
                <a:gd name="T79" fmla="*/ 360 h 625"/>
                <a:gd name="T80" fmla="*/ 46 w 281"/>
                <a:gd name="T81" fmla="*/ 371 h 625"/>
                <a:gd name="T82" fmla="*/ 119 w 281"/>
                <a:gd name="T83" fmla="*/ 399 h 625"/>
                <a:gd name="T84" fmla="*/ 222 w 281"/>
                <a:gd name="T85" fmla="*/ 449 h 625"/>
                <a:gd name="T86" fmla="*/ 241 w 281"/>
                <a:gd name="T87" fmla="*/ 467 h 625"/>
                <a:gd name="T88" fmla="*/ 250 w 281"/>
                <a:gd name="T89" fmla="*/ 503 h 625"/>
                <a:gd name="T90" fmla="*/ 257 w 281"/>
                <a:gd name="T91" fmla="*/ 574 h 625"/>
                <a:gd name="T92" fmla="*/ 204 w 281"/>
                <a:gd name="T93" fmla="*/ 602 h 625"/>
                <a:gd name="T94" fmla="*/ 196 w 281"/>
                <a:gd name="T95" fmla="*/ 613 h 625"/>
                <a:gd name="T96" fmla="*/ 204 w 281"/>
                <a:gd name="T97" fmla="*/ 624 h 625"/>
                <a:gd name="T98" fmla="*/ 273 w 281"/>
                <a:gd name="T99" fmla="*/ 624 h 625"/>
                <a:gd name="T100" fmla="*/ 281 w 281"/>
                <a:gd name="T101" fmla="*/ 613 h 625"/>
                <a:gd name="T102" fmla="*/ 277 w 281"/>
                <a:gd name="T103" fmla="*/ 530 h 625"/>
                <a:gd name="T104" fmla="*/ 267 w 281"/>
                <a:gd name="T105" fmla="*/ 464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1" h="625">
                  <a:moveTo>
                    <a:pt x="267" y="464"/>
                  </a:moveTo>
                  <a:lnTo>
                    <a:pt x="263" y="457"/>
                  </a:lnTo>
                  <a:lnTo>
                    <a:pt x="258" y="450"/>
                  </a:lnTo>
                  <a:lnTo>
                    <a:pt x="252" y="443"/>
                  </a:lnTo>
                  <a:lnTo>
                    <a:pt x="244" y="435"/>
                  </a:lnTo>
                  <a:lnTo>
                    <a:pt x="234" y="428"/>
                  </a:lnTo>
                  <a:lnTo>
                    <a:pt x="223" y="421"/>
                  </a:lnTo>
                  <a:lnTo>
                    <a:pt x="212" y="414"/>
                  </a:lnTo>
                  <a:lnTo>
                    <a:pt x="199" y="408"/>
                  </a:lnTo>
                  <a:lnTo>
                    <a:pt x="169" y="394"/>
                  </a:lnTo>
                  <a:lnTo>
                    <a:pt x="137" y="381"/>
                  </a:lnTo>
                  <a:lnTo>
                    <a:pt x="103" y="367"/>
                  </a:lnTo>
                  <a:lnTo>
                    <a:pt x="65" y="353"/>
                  </a:lnTo>
                  <a:lnTo>
                    <a:pt x="65" y="353"/>
                  </a:lnTo>
                  <a:lnTo>
                    <a:pt x="65" y="319"/>
                  </a:lnTo>
                  <a:lnTo>
                    <a:pt x="72" y="315"/>
                  </a:lnTo>
                  <a:lnTo>
                    <a:pt x="78" y="309"/>
                  </a:lnTo>
                  <a:lnTo>
                    <a:pt x="86" y="301"/>
                  </a:lnTo>
                  <a:lnTo>
                    <a:pt x="94" y="292"/>
                  </a:lnTo>
                  <a:lnTo>
                    <a:pt x="101" y="279"/>
                  </a:lnTo>
                  <a:lnTo>
                    <a:pt x="108" y="265"/>
                  </a:lnTo>
                  <a:lnTo>
                    <a:pt x="110" y="256"/>
                  </a:lnTo>
                  <a:lnTo>
                    <a:pt x="112" y="247"/>
                  </a:lnTo>
                  <a:lnTo>
                    <a:pt x="113" y="238"/>
                  </a:lnTo>
                  <a:lnTo>
                    <a:pt x="114" y="228"/>
                  </a:lnTo>
                  <a:lnTo>
                    <a:pt x="118" y="226"/>
                  </a:lnTo>
                  <a:lnTo>
                    <a:pt x="122" y="223"/>
                  </a:lnTo>
                  <a:lnTo>
                    <a:pt x="125" y="219"/>
                  </a:lnTo>
                  <a:lnTo>
                    <a:pt x="127" y="215"/>
                  </a:lnTo>
                  <a:lnTo>
                    <a:pt x="130" y="209"/>
                  </a:lnTo>
                  <a:lnTo>
                    <a:pt x="131" y="202"/>
                  </a:lnTo>
                  <a:lnTo>
                    <a:pt x="132" y="196"/>
                  </a:lnTo>
                  <a:lnTo>
                    <a:pt x="132" y="188"/>
                  </a:lnTo>
                  <a:lnTo>
                    <a:pt x="131" y="177"/>
                  </a:lnTo>
                  <a:lnTo>
                    <a:pt x="128" y="166"/>
                  </a:lnTo>
                  <a:lnTo>
                    <a:pt x="123" y="157"/>
                  </a:lnTo>
                  <a:lnTo>
                    <a:pt x="117" y="151"/>
                  </a:lnTo>
                  <a:lnTo>
                    <a:pt x="118" y="151"/>
                  </a:lnTo>
                  <a:lnTo>
                    <a:pt x="118" y="151"/>
                  </a:lnTo>
                  <a:lnTo>
                    <a:pt x="123" y="133"/>
                  </a:lnTo>
                  <a:lnTo>
                    <a:pt x="130" y="110"/>
                  </a:lnTo>
                  <a:lnTo>
                    <a:pt x="131" y="97"/>
                  </a:lnTo>
                  <a:lnTo>
                    <a:pt x="132" y="84"/>
                  </a:lnTo>
                  <a:lnTo>
                    <a:pt x="132" y="71"/>
                  </a:lnTo>
                  <a:lnTo>
                    <a:pt x="130" y="59"/>
                  </a:lnTo>
                  <a:lnTo>
                    <a:pt x="127" y="51"/>
                  </a:lnTo>
                  <a:lnTo>
                    <a:pt x="122" y="43"/>
                  </a:lnTo>
                  <a:lnTo>
                    <a:pt x="117" y="35"/>
                  </a:lnTo>
                  <a:lnTo>
                    <a:pt x="110" y="28"/>
                  </a:lnTo>
                  <a:lnTo>
                    <a:pt x="103" y="21"/>
                  </a:lnTo>
                  <a:lnTo>
                    <a:pt x="94" y="15"/>
                  </a:lnTo>
                  <a:lnTo>
                    <a:pt x="85" y="10"/>
                  </a:lnTo>
                  <a:lnTo>
                    <a:pt x="76" y="6"/>
                  </a:lnTo>
                  <a:lnTo>
                    <a:pt x="65" y="2"/>
                  </a:lnTo>
                  <a:lnTo>
                    <a:pt x="56" y="1"/>
                  </a:lnTo>
                  <a:lnTo>
                    <a:pt x="47" y="0"/>
                  </a:lnTo>
                  <a:lnTo>
                    <a:pt x="38" y="0"/>
                  </a:lnTo>
                  <a:lnTo>
                    <a:pt x="29" y="2"/>
                  </a:lnTo>
                  <a:lnTo>
                    <a:pt x="22" y="3"/>
                  </a:lnTo>
                  <a:lnTo>
                    <a:pt x="13" y="7"/>
                  </a:lnTo>
                  <a:lnTo>
                    <a:pt x="5" y="12"/>
                  </a:lnTo>
                  <a:lnTo>
                    <a:pt x="1" y="15"/>
                  </a:lnTo>
                  <a:lnTo>
                    <a:pt x="0" y="20"/>
                  </a:lnTo>
                  <a:lnTo>
                    <a:pt x="0" y="24"/>
                  </a:lnTo>
                  <a:lnTo>
                    <a:pt x="1" y="29"/>
                  </a:lnTo>
                  <a:lnTo>
                    <a:pt x="5" y="32"/>
                  </a:lnTo>
                  <a:lnTo>
                    <a:pt x="9" y="34"/>
                  </a:lnTo>
                  <a:lnTo>
                    <a:pt x="14" y="34"/>
                  </a:lnTo>
                  <a:lnTo>
                    <a:pt x="18" y="32"/>
                  </a:lnTo>
                  <a:lnTo>
                    <a:pt x="26" y="29"/>
                  </a:lnTo>
                  <a:lnTo>
                    <a:pt x="32" y="26"/>
                  </a:lnTo>
                  <a:lnTo>
                    <a:pt x="38" y="24"/>
                  </a:lnTo>
                  <a:lnTo>
                    <a:pt x="45" y="24"/>
                  </a:lnTo>
                  <a:lnTo>
                    <a:pt x="56" y="25"/>
                  </a:lnTo>
                  <a:lnTo>
                    <a:pt x="67" y="28"/>
                  </a:lnTo>
                  <a:lnTo>
                    <a:pt x="74" y="32"/>
                  </a:lnTo>
                  <a:lnTo>
                    <a:pt x="82" y="35"/>
                  </a:lnTo>
                  <a:lnTo>
                    <a:pt x="89" y="41"/>
                  </a:lnTo>
                  <a:lnTo>
                    <a:pt x="94" y="46"/>
                  </a:lnTo>
                  <a:lnTo>
                    <a:pt x="99" y="51"/>
                  </a:lnTo>
                  <a:lnTo>
                    <a:pt x="103" y="56"/>
                  </a:lnTo>
                  <a:lnTo>
                    <a:pt x="105" y="61"/>
                  </a:lnTo>
                  <a:lnTo>
                    <a:pt x="107" y="65"/>
                  </a:lnTo>
                  <a:lnTo>
                    <a:pt x="108" y="75"/>
                  </a:lnTo>
                  <a:lnTo>
                    <a:pt x="108" y="86"/>
                  </a:lnTo>
                  <a:lnTo>
                    <a:pt x="108" y="97"/>
                  </a:lnTo>
                  <a:lnTo>
                    <a:pt x="105" y="107"/>
                  </a:lnTo>
                  <a:lnTo>
                    <a:pt x="100" y="127"/>
                  </a:lnTo>
                  <a:lnTo>
                    <a:pt x="95" y="142"/>
                  </a:lnTo>
                  <a:lnTo>
                    <a:pt x="92" y="152"/>
                  </a:lnTo>
                  <a:lnTo>
                    <a:pt x="91" y="159"/>
                  </a:lnTo>
                  <a:lnTo>
                    <a:pt x="91" y="163"/>
                  </a:lnTo>
                  <a:lnTo>
                    <a:pt x="94" y="166"/>
                  </a:lnTo>
                  <a:lnTo>
                    <a:pt x="98" y="169"/>
                  </a:lnTo>
                  <a:lnTo>
                    <a:pt x="103" y="170"/>
                  </a:lnTo>
                  <a:lnTo>
                    <a:pt x="104" y="172"/>
                  </a:lnTo>
                  <a:lnTo>
                    <a:pt x="107" y="175"/>
                  </a:lnTo>
                  <a:lnTo>
                    <a:pt x="108" y="181"/>
                  </a:lnTo>
                  <a:lnTo>
                    <a:pt x="109" y="188"/>
                  </a:lnTo>
                  <a:lnTo>
                    <a:pt x="108" y="197"/>
                  </a:lnTo>
                  <a:lnTo>
                    <a:pt x="105" y="204"/>
                  </a:lnTo>
                  <a:lnTo>
                    <a:pt x="104" y="206"/>
                  </a:lnTo>
                  <a:lnTo>
                    <a:pt x="103" y="208"/>
                  </a:lnTo>
                  <a:lnTo>
                    <a:pt x="98" y="208"/>
                  </a:lnTo>
                  <a:lnTo>
                    <a:pt x="94" y="210"/>
                  </a:lnTo>
                  <a:lnTo>
                    <a:pt x="91" y="214"/>
                  </a:lnTo>
                  <a:lnTo>
                    <a:pt x="91" y="219"/>
                  </a:lnTo>
                  <a:lnTo>
                    <a:pt x="90" y="231"/>
                  </a:lnTo>
                  <a:lnTo>
                    <a:pt x="89" y="241"/>
                  </a:lnTo>
                  <a:lnTo>
                    <a:pt x="87" y="250"/>
                  </a:lnTo>
                  <a:lnTo>
                    <a:pt x="85" y="259"/>
                  </a:lnTo>
                  <a:lnTo>
                    <a:pt x="78" y="273"/>
                  </a:lnTo>
                  <a:lnTo>
                    <a:pt x="71" y="283"/>
                  </a:lnTo>
                  <a:lnTo>
                    <a:pt x="55" y="297"/>
                  </a:lnTo>
                  <a:lnTo>
                    <a:pt x="49" y="301"/>
                  </a:lnTo>
                  <a:lnTo>
                    <a:pt x="45" y="304"/>
                  </a:lnTo>
                  <a:lnTo>
                    <a:pt x="44" y="306"/>
                  </a:lnTo>
                  <a:lnTo>
                    <a:pt x="41" y="309"/>
                  </a:lnTo>
                  <a:lnTo>
                    <a:pt x="41" y="313"/>
                  </a:lnTo>
                  <a:lnTo>
                    <a:pt x="41" y="360"/>
                  </a:lnTo>
                  <a:lnTo>
                    <a:pt x="41" y="364"/>
                  </a:lnTo>
                  <a:lnTo>
                    <a:pt x="44" y="368"/>
                  </a:lnTo>
                  <a:lnTo>
                    <a:pt x="46" y="371"/>
                  </a:lnTo>
                  <a:lnTo>
                    <a:pt x="49" y="372"/>
                  </a:lnTo>
                  <a:lnTo>
                    <a:pt x="58" y="376"/>
                  </a:lnTo>
                  <a:lnTo>
                    <a:pt x="119" y="399"/>
                  </a:lnTo>
                  <a:lnTo>
                    <a:pt x="177" y="423"/>
                  </a:lnTo>
                  <a:lnTo>
                    <a:pt x="202" y="436"/>
                  </a:lnTo>
                  <a:lnTo>
                    <a:pt x="222" y="449"/>
                  </a:lnTo>
                  <a:lnTo>
                    <a:pt x="230" y="454"/>
                  </a:lnTo>
                  <a:lnTo>
                    <a:pt x="236" y="461"/>
                  </a:lnTo>
                  <a:lnTo>
                    <a:pt x="241" y="467"/>
                  </a:lnTo>
                  <a:lnTo>
                    <a:pt x="244" y="472"/>
                  </a:lnTo>
                  <a:lnTo>
                    <a:pt x="248" y="486"/>
                  </a:lnTo>
                  <a:lnTo>
                    <a:pt x="250" y="503"/>
                  </a:lnTo>
                  <a:lnTo>
                    <a:pt x="253" y="520"/>
                  </a:lnTo>
                  <a:lnTo>
                    <a:pt x="254" y="539"/>
                  </a:lnTo>
                  <a:lnTo>
                    <a:pt x="257" y="574"/>
                  </a:lnTo>
                  <a:lnTo>
                    <a:pt x="257" y="601"/>
                  </a:lnTo>
                  <a:lnTo>
                    <a:pt x="209" y="601"/>
                  </a:lnTo>
                  <a:lnTo>
                    <a:pt x="204" y="602"/>
                  </a:lnTo>
                  <a:lnTo>
                    <a:pt x="200" y="604"/>
                  </a:lnTo>
                  <a:lnTo>
                    <a:pt x="198" y="608"/>
                  </a:lnTo>
                  <a:lnTo>
                    <a:pt x="196" y="613"/>
                  </a:lnTo>
                  <a:lnTo>
                    <a:pt x="198" y="617"/>
                  </a:lnTo>
                  <a:lnTo>
                    <a:pt x="200" y="621"/>
                  </a:lnTo>
                  <a:lnTo>
                    <a:pt x="204" y="624"/>
                  </a:lnTo>
                  <a:lnTo>
                    <a:pt x="209" y="625"/>
                  </a:lnTo>
                  <a:lnTo>
                    <a:pt x="270" y="625"/>
                  </a:lnTo>
                  <a:lnTo>
                    <a:pt x="273" y="624"/>
                  </a:lnTo>
                  <a:lnTo>
                    <a:pt x="277" y="621"/>
                  </a:lnTo>
                  <a:lnTo>
                    <a:pt x="280" y="617"/>
                  </a:lnTo>
                  <a:lnTo>
                    <a:pt x="281" y="613"/>
                  </a:lnTo>
                  <a:lnTo>
                    <a:pt x="281" y="594"/>
                  </a:lnTo>
                  <a:lnTo>
                    <a:pt x="280" y="554"/>
                  </a:lnTo>
                  <a:lnTo>
                    <a:pt x="277" y="530"/>
                  </a:lnTo>
                  <a:lnTo>
                    <a:pt x="275" y="507"/>
                  </a:lnTo>
                  <a:lnTo>
                    <a:pt x="271" y="484"/>
                  </a:lnTo>
                  <a:lnTo>
                    <a:pt x="267" y="4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75" name="Group 74">
            <a:extLst>
              <a:ext uri="{FF2B5EF4-FFF2-40B4-BE49-F238E27FC236}">
                <a16:creationId xmlns:a16="http://schemas.microsoft.com/office/drawing/2014/main" id="{B0BDE9F3-BBB7-4A77-A8C9-D5C4148A5F28}"/>
              </a:ext>
            </a:extLst>
          </p:cNvPr>
          <p:cNvGrpSpPr/>
          <p:nvPr/>
        </p:nvGrpSpPr>
        <p:grpSpPr>
          <a:xfrm>
            <a:off x="4405188" y="4823605"/>
            <a:ext cx="402460" cy="382448"/>
            <a:chOff x="5465763" y="1358900"/>
            <a:chExt cx="287337" cy="273050"/>
          </a:xfrm>
          <a:solidFill>
            <a:schemeClr val="accent1"/>
          </a:solidFill>
        </p:grpSpPr>
        <p:sp>
          <p:nvSpPr>
            <p:cNvPr id="76" name="Freeform 567">
              <a:extLst>
                <a:ext uri="{FF2B5EF4-FFF2-40B4-BE49-F238E27FC236}">
                  <a16:creationId xmlns:a16="http://schemas.microsoft.com/office/drawing/2014/main" id="{5B7B0FCC-03F7-4BB1-A484-376B80BB2B12}"/>
                </a:ext>
              </a:extLst>
            </p:cNvPr>
            <p:cNvSpPr>
              <a:spLocks noEditPoints="1"/>
            </p:cNvSpPr>
            <p:nvPr/>
          </p:nvSpPr>
          <p:spPr bwMode="auto">
            <a:xfrm>
              <a:off x="5586413" y="1446213"/>
              <a:ext cx="76200" cy="76200"/>
            </a:xfrm>
            <a:custGeom>
              <a:avLst/>
              <a:gdLst>
                <a:gd name="T0" fmla="*/ 106 w 241"/>
                <a:gd name="T1" fmla="*/ 72 h 241"/>
                <a:gd name="T2" fmla="*/ 108 w 241"/>
                <a:gd name="T3" fmla="*/ 66 h 241"/>
                <a:gd name="T4" fmla="*/ 112 w 241"/>
                <a:gd name="T5" fmla="*/ 63 h 241"/>
                <a:gd name="T6" fmla="*/ 117 w 241"/>
                <a:gd name="T7" fmla="*/ 61 h 241"/>
                <a:gd name="T8" fmla="*/ 124 w 241"/>
                <a:gd name="T9" fmla="*/ 60 h 241"/>
                <a:gd name="T10" fmla="*/ 129 w 241"/>
                <a:gd name="T11" fmla="*/ 63 h 241"/>
                <a:gd name="T12" fmla="*/ 133 w 241"/>
                <a:gd name="T13" fmla="*/ 66 h 241"/>
                <a:gd name="T14" fmla="*/ 136 w 241"/>
                <a:gd name="T15" fmla="*/ 72 h 241"/>
                <a:gd name="T16" fmla="*/ 136 w 241"/>
                <a:gd name="T17" fmla="*/ 165 h 241"/>
                <a:gd name="T18" fmla="*/ 134 w 241"/>
                <a:gd name="T19" fmla="*/ 171 h 241"/>
                <a:gd name="T20" fmla="*/ 131 w 241"/>
                <a:gd name="T21" fmla="*/ 176 h 241"/>
                <a:gd name="T22" fmla="*/ 126 w 241"/>
                <a:gd name="T23" fmla="*/ 179 h 241"/>
                <a:gd name="T24" fmla="*/ 121 w 241"/>
                <a:gd name="T25" fmla="*/ 180 h 241"/>
                <a:gd name="T26" fmla="*/ 115 w 241"/>
                <a:gd name="T27" fmla="*/ 179 h 241"/>
                <a:gd name="T28" fmla="*/ 110 w 241"/>
                <a:gd name="T29" fmla="*/ 176 h 241"/>
                <a:gd name="T30" fmla="*/ 107 w 241"/>
                <a:gd name="T31" fmla="*/ 171 h 241"/>
                <a:gd name="T32" fmla="*/ 106 w 241"/>
                <a:gd name="T33" fmla="*/ 165 h 241"/>
                <a:gd name="T34" fmla="*/ 121 w 241"/>
                <a:gd name="T35" fmla="*/ 241 h 241"/>
                <a:gd name="T36" fmla="*/ 145 w 241"/>
                <a:gd name="T37" fmla="*/ 238 h 241"/>
                <a:gd name="T38" fmla="*/ 168 w 241"/>
                <a:gd name="T39" fmla="*/ 232 h 241"/>
                <a:gd name="T40" fmla="*/ 188 w 241"/>
                <a:gd name="T41" fmla="*/ 220 h 241"/>
                <a:gd name="T42" fmla="*/ 205 w 241"/>
                <a:gd name="T43" fmla="*/ 206 h 241"/>
                <a:gd name="T44" fmla="*/ 220 w 241"/>
                <a:gd name="T45" fmla="*/ 188 h 241"/>
                <a:gd name="T46" fmla="*/ 231 w 241"/>
                <a:gd name="T47" fmla="*/ 167 h 241"/>
                <a:gd name="T48" fmla="*/ 238 w 241"/>
                <a:gd name="T49" fmla="*/ 145 h 241"/>
                <a:gd name="T50" fmla="*/ 241 w 241"/>
                <a:gd name="T51" fmla="*/ 120 h 241"/>
                <a:gd name="T52" fmla="*/ 238 w 241"/>
                <a:gd name="T53" fmla="*/ 96 h 241"/>
                <a:gd name="T54" fmla="*/ 231 w 241"/>
                <a:gd name="T55" fmla="*/ 74 h 241"/>
                <a:gd name="T56" fmla="*/ 220 w 241"/>
                <a:gd name="T57" fmla="*/ 53 h 241"/>
                <a:gd name="T58" fmla="*/ 205 w 241"/>
                <a:gd name="T59" fmla="*/ 35 h 241"/>
                <a:gd name="T60" fmla="*/ 188 w 241"/>
                <a:gd name="T61" fmla="*/ 20 h 241"/>
                <a:gd name="T62" fmla="*/ 168 w 241"/>
                <a:gd name="T63" fmla="*/ 9 h 241"/>
                <a:gd name="T64" fmla="*/ 145 w 241"/>
                <a:gd name="T65" fmla="*/ 2 h 241"/>
                <a:gd name="T66" fmla="*/ 121 w 241"/>
                <a:gd name="T67" fmla="*/ 0 h 241"/>
                <a:gd name="T68" fmla="*/ 96 w 241"/>
                <a:gd name="T69" fmla="*/ 2 h 241"/>
                <a:gd name="T70" fmla="*/ 73 w 241"/>
                <a:gd name="T71" fmla="*/ 9 h 241"/>
                <a:gd name="T72" fmla="*/ 53 w 241"/>
                <a:gd name="T73" fmla="*/ 20 h 241"/>
                <a:gd name="T74" fmla="*/ 36 w 241"/>
                <a:gd name="T75" fmla="*/ 35 h 241"/>
                <a:gd name="T76" fmla="*/ 21 w 241"/>
                <a:gd name="T77" fmla="*/ 53 h 241"/>
                <a:gd name="T78" fmla="*/ 10 w 241"/>
                <a:gd name="T79" fmla="*/ 74 h 241"/>
                <a:gd name="T80" fmla="*/ 3 w 241"/>
                <a:gd name="T81" fmla="*/ 96 h 241"/>
                <a:gd name="T82" fmla="*/ 0 w 241"/>
                <a:gd name="T83" fmla="*/ 120 h 241"/>
                <a:gd name="T84" fmla="*/ 3 w 241"/>
                <a:gd name="T85" fmla="*/ 145 h 241"/>
                <a:gd name="T86" fmla="*/ 10 w 241"/>
                <a:gd name="T87" fmla="*/ 167 h 241"/>
                <a:gd name="T88" fmla="*/ 21 w 241"/>
                <a:gd name="T89" fmla="*/ 188 h 241"/>
                <a:gd name="T90" fmla="*/ 36 w 241"/>
                <a:gd name="T91" fmla="*/ 206 h 241"/>
                <a:gd name="T92" fmla="*/ 53 w 241"/>
                <a:gd name="T93" fmla="*/ 220 h 241"/>
                <a:gd name="T94" fmla="*/ 73 w 241"/>
                <a:gd name="T95" fmla="*/ 232 h 241"/>
                <a:gd name="T96" fmla="*/ 96 w 241"/>
                <a:gd name="T97" fmla="*/ 238 h 241"/>
                <a:gd name="T98" fmla="*/ 121 w 241"/>
                <a:gd name="T9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1" h="241">
                  <a:moveTo>
                    <a:pt x="106" y="75"/>
                  </a:moveTo>
                  <a:lnTo>
                    <a:pt x="106" y="72"/>
                  </a:lnTo>
                  <a:lnTo>
                    <a:pt x="107" y="70"/>
                  </a:lnTo>
                  <a:lnTo>
                    <a:pt x="108" y="66"/>
                  </a:lnTo>
                  <a:lnTo>
                    <a:pt x="110" y="64"/>
                  </a:lnTo>
                  <a:lnTo>
                    <a:pt x="112" y="63"/>
                  </a:lnTo>
                  <a:lnTo>
                    <a:pt x="115" y="61"/>
                  </a:lnTo>
                  <a:lnTo>
                    <a:pt x="117" y="61"/>
                  </a:lnTo>
                  <a:lnTo>
                    <a:pt x="121" y="60"/>
                  </a:lnTo>
                  <a:lnTo>
                    <a:pt x="124" y="60"/>
                  </a:lnTo>
                  <a:lnTo>
                    <a:pt x="126" y="61"/>
                  </a:lnTo>
                  <a:lnTo>
                    <a:pt x="129" y="63"/>
                  </a:lnTo>
                  <a:lnTo>
                    <a:pt x="131" y="64"/>
                  </a:lnTo>
                  <a:lnTo>
                    <a:pt x="133" y="66"/>
                  </a:lnTo>
                  <a:lnTo>
                    <a:pt x="134" y="70"/>
                  </a:lnTo>
                  <a:lnTo>
                    <a:pt x="136" y="72"/>
                  </a:lnTo>
                  <a:lnTo>
                    <a:pt x="136" y="75"/>
                  </a:lnTo>
                  <a:lnTo>
                    <a:pt x="136" y="165"/>
                  </a:lnTo>
                  <a:lnTo>
                    <a:pt x="136" y="168"/>
                  </a:lnTo>
                  <a:lnTo>
                    <a:pt x="134" y="171"/>
                  </a:lnTo>
                  <a:lnTo>
                    <a:pt x="133" y="174"/>
                  </a:lnTo>
                  <a:lnTo>
                    <a:pt x="131" y="176"/>
                  </a:lnTo>
                  <a:lnTo>
                    <a:pt x="129" y="178"/>
                  </a:lnTo>
                  <a:lnTo>
                    <a:pt x="126" y="179"/>
                  </a:lnTo>
                  <a:lnTo>
                    <a:pt x="124" y="180"/>
                  </a:lnTo>
                  <a:lnTo>
                    <a:pt x="121" y="180"/>
                  </a:lnTo>
                  <a:lnTo>
                    <a:pt x="117" y="180"/>
                  </a:lnTo>
                  <a:lnTo>
                    <a:pt x="115" y="179"/>
                  </a:lnTo>
                  <a:lnTo>
                    <a:pt x="112" y="178"/>
                  </a:lnTo>
                  <a:lnTo>
                    <a:pt x="110" y="176"/>
                  </a:lnTo>
                  <a:lnTo>
                    <a:pt x="108" y="174"/>
                  </a:lnTo>
                  <a:lnTo>
                    <a:pt x="107" y="171"/>
                  </a:lnTo>
                  <a:lnTo>
                    <a:pt x="106" y="168"/>
                  </a:lnTo>
                  <a:lnTo>
                    <a:pt x="106" y="165"/>
                  </a:lnTo>
                  <a:lnTo>
                    <a:pt x="106" y="75"/>
                  </a:lnTo>
                  <a:close/>
                  <a:moveTo>
                    <a:pt x="121" y="241"/>
                  </a:moveTo>
                  <a:lnTo>
                    <a:pt x="132" y="240"/>
                  </a:lnTo>
                  <a:lnTo>
                    <a:pt x="145" y="238"/>
                  </a:lnTo>
                  <a:lnTo>
                    <a:pt x="156" y="236"/>
                  </a:lnTo>
                  <a:lnTo>
                    <a:pt x="168" y="232"/>
                  </a:lnTo>
                  <a:lnTo>
                    <a:pt x="177" y="226"/>
                  </a:lnTo>
                  <a:lnTo>
                    <a:pt x="188" y="220"/>
                  </a:lnTo>
                  <a:lnTo>
                    <a:pt x="197" y="213"/>
                  </a:lnTo>
                  <a:lnTo>
                    <a:pt x="205" y="206"/>
                  </a:lnTo>
                  <a:lnTo>
                    <a:pt x="214" y="197"/>
                  </a:lnTo>
                  <a:lnTo>
                    <a:pt x="220" y="188"/>
                  </a:lnTo>
                  <a:lnTo>
                    <a:pt x="227" y="178"/>
                  </a:lnTo>
                  <a:lnTo>
                    <a:pt x="231" y="167"/>
                  </a:lnTo>
                  <a:lnTo>
                    <a:pt x="235" y="156"/>
                  </a:lnTo>
                  <a:lnTo>
                    <a:pt x="238" y="145"/>
                  </a:lnTo>
                  <a:lnTo>
                    <a:pt x="241" y="133"/>
                  </a:lnTo>
                  <a:lnTo>
                    <a:pt x="241" y="120"/>
                  </a:lnTo>
                  <a:lnTo>
                    <a:pt x="241" y="108"/>
                  </a:lnTo>
                  <a:lnTo>
                    <a:pt x="238" y="96"/>
                  </a:lnTo>
                  <a:lnTo>
                    <a:pt x="235" y="85"/>
                  </a:lnTo>
                  <a:lnTo>
                    <a:pt x="231" y="74"/>
                  </a:lnTo>
                  <a:lnTo>
                    <a:pt x="227" y="63"/>
                  </a:lnTo>
                  <a:lnTo>
                    <a:pt x="220" y="53"/>
                  </a:lnTo>
                  <a:lnTo>
                    <a:pt x="214" y="44"/>
                  </a:lnTo>
                  <a:lnTo>
                    <a:pt x="205" y="35"/>
                  </a:lnTo>
                  <a:lnTo>
                    <a:pt x="197" y="28"/>
                  </a:lnTo>
                  <a:lnTo>
                    <a:pt x="188" y="20"/>
                  </a:lnTo>
                  <a:lnTo>
                    <a:pt x="177" y="15"/>
                  </a:lnTo>
                  <a:lnTo>
                    <a:pt x="168" y="9"/>
                  </a:lnTo>
                  <a:lnTo>
                    <a:pt x="156" y="5"/>
                  </a:lnTo>
                  <a:lnTo>
                    <a:pt x="145" y="2"/>
                  </a:lnTo>
                  <a:lnTo>
                    <a:pt x="132" y="1"/>
                  </a:lnTo>
                  <a:lnTo>
                    <a:pt x="121" y="0"/>
                  </a:lnTo>
                  <a:lnTo>
                    <a:pt x="109" y="1"/>
                  </a:lnTo>
                  <a:lnTo>
                    <a:pt x="96" y="2"/>
                  </a:lnTo>
                  <a:lnTo>
                    <a:pt x="85" y="5"/>
                  </a:lnTo>
                  <a:lnTo>
                    <a:pt x="73" y="9"/>
                  </a:lnTo>
                  <a:lnTo>
                    <a:pt x="64" y="15"/>
                  </a:lnTo>
                  <a:lnTo>
                    <a:pt x="53" y="20"/>
                  </a:lnTo>
                  <a:lnTo>
                    <a:pt x="44" y="28"/>
                  </a:lnTo>
                  <a:lnTo>
                    <a:pt x="36" y="35"/>
                  </a:lnTo>
                  <a:lnTo>
                    <a:pt x="27" y="44"/>
                  </a:lnTo>
                  <a:lnTo>
                    <a:pt x="21" y="53"/>
                  </a:lnTo>
                  <a:lnTo>
                    <a:pt x="14" y="63"/>
                  </a:lnTo>
                  <a:lnTo>
                    <a:pt x="10" y="74"/>
                  </a:lnTo>
                  <a:lnTo>
                    <a:pt x="6" y="85"/>
                  </a:lnTo>
                  <a:lnTo>
                    <a:pt x="3" y="96"/>
                  </a:lnTo>
                  <a:lnTo>
                    <a:pt x="0" y="108"/>
                  </a:lnTo>
                  <a:lnTo>
                    <a:pt x="0" y="120"/>
                  </a:lnTo>
                  <a:lnTo>
                    <a:pt x="0" y="133"/>
                  </a:lnTo>
                  <a:lnTo>
                    <a:pt x="3" y="145"/>
                  </a:lnTo>
                  <a:lnTo>
                    <a:pt x="6" y="156"/>
                  </a:lnTo>
                  <a:lnTo>
                    <a:pt x="10" y="167"/>
                  </a:lnTo>
                  <a:lnTo>
                    <a:pt x="14" y="178"/>
                  </a:lnTo>
                  <a:lnTo>
                    <a:pt x="21" y="188"/>
                  </a:lnTo>
                  <a:lnTo>
                    <a:pt x="27" y="197"/>
                  </a:lnTo>
                  <a:lnTo>
                    <a:pt x="36" y="206"/>
                  </a:lnTo>
                  <a:lnTo>
                    <a:pt x="44" y="213"/>
                  </a:lnTo>
                  <a:lnTo>
                    <a:pt x="53" y="220"/>
                  </a:lnTo>
                  <a:lnTo>
                    <a:pt x="64" y="226"/>
                  </a:lnTo>
                  <a:lnTo>
                    <a:pt x="73" y="232"/>
                  </a:lnTo>
                  <a:lnTo>
                    <a:pt x="85" y="236"/>
                  </a:lnTo>
                  <a:lnTo>
                    <a:pt x="96" y="238"/>
                  </a:lnTo>
                  <a:lnTo>
                    <a:pt x="109" y="240"/>
                  </a:lnTo>
                  <a:lnTo>
                    <a:pt x="121" y="2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7" name="Freeform 568">
              <a:extLst>
                <a:ext uri="{FF2B5EF4-FFF2-40B4-BE49-F238E27FC236}">
                  <a16:creationId xmlns:a16="http://schemas.microsoft.com/office/drawing/2014/main" id="{1D649B5A-D963-48F0-993A-6F1C11BC000F}"/>
                </a:ext>
              </a:extLst>
            </p:cNvPr>
            <p:cNvSpPr>
              <a:spLocks noEditPoints="1"/>
            </p:cNvSpPr>
            <p:nvPr/>
          </p:nvSpPr>
          <p:spPr bwMode="auto">
            <a:xfrm>
              <a:off x="5643563" y="1358900"/>
              <a:ext cx="76200" cy="77788"/>
            </a:xfrm>
            <a:custGeom>
              <a:avLst/>
              <a:gdLst>
                <a:gd name="T0" fmla="*/ 106 w 241"/>
                <a:gd name="T1" fmla="*/ 73 h 242"/>
                <a:gd name="T2" fmla="*/ 108 w 241"/>
                <a:gd name="T3" fmla="*/ 68 h 242"/>
                <a:gd name="T4" fmla="*/ 112 w 241"/>
                <a:gd name="T5" fmla="*/ 64 h 242"/>
                <a:gd name="T6" fmla="*/ 118 w 241"/>
                <a:gd name="T7" fmla="*/ 62 h 242"/>
                <a:gd name="T8" fmla="*/ 123 w 241"/>
                <a:gd name="T9" fmla="*/ 62 h 242"/>
                <a:gd name="T10" fmla="*/ 128 w 241"/>
                <a:gd name="T11" fmla="*/ 64 h 242"/>
                <a:gd name="T12" fmla="*/ 133 w 241"/>
                <a:gd name="T13" fmla="*/ 68 h 242"/>
                <a:gd name="T14" fmla="*/ 135 w 241"/>
                <a:gd name="T15" fmla="*/ 73 h 242"/>
                <a:gd name="T16" fmla="*/ 135 w 241"/>
                <a:gd name="T17" fmla="*/ 167 h 242"/>
                <a:gd name="T18" fmla="*/ 134 w 241"/>
                <a:gd name="T19" fmla="*/ 172 h 242"/>
                <a:gd name="T20" fmla="*/ 130 w 241"/>
                <a:gd name="T21" fmla="*/ 177 h 242"/>
                <a:gd name="T22" fmla="*/ 126 w 241"/>
                <a:gd name="T23" fmla="*/ 181 h 242"/>
                <a:gd name="T24" fmla="*/ 120 w 241"/>
                <a:gd name="T25" fmla="*/ 182 h 242"/>
                <a:gd name="T26" fmla="*/ 114 w 241"/>
                <a:gd name="T27" fmla="*/ 181 h 242"/>
                <a:gd name="T28" fmla="*/ 110 w 241"/>
                <a:gd name="T29" fmla="*/ 177 h 242"/>
                <a:gd name="T30" fmla="*/ 107 w 241"/>
                <a:gd name="T31" fmla="*/ 172 h 242"/>
                <a:gd name="T32" fmla="*/ 105 w 241"/>
                <a:gd name="T33" fmla="*/ 167 h 242"/>
                <a:gd name="T34" fmla="*/ 120 w 241"/>
                <a:gd name="T35" fmla="*/ 242 h 242"/>
                <a:gd name="T36" fmla="*/ 144 w 241"/>
                <a:gd name="T37" fmla="*/ 240 h 242"/>
                <a:gd name="T38" fmla="*/ 167 w 241"/>
                <a:gd name="T39" fmla="*/ 232 h 242"/>
                <a:gd name="T40" fmla="*/ 187 w 241"/>
                <a:gd name="T41" fmla="*/ 221 h 242"/>
                <a:gd name="T42" fmla="*/ 206 w 241"/>
                <a:gd name="T43" fmla="*/ 206 h 242"/>
                <a:gd name="T44" fmla="*/ 221 w 241"/>
                <a:gd name="T45" fmla="*/ 188 h 242"/>
                <a:gd name="T46" fmla="*/ 231 w 241"/>
                <a:gd name="T47" fmla="*/ 168 h 242"/>
                <a:gd name="T48" fmla="*/ 238 w 241"/>
                <a:gd name="T49" fmla="*/ 145 h 242"/>
                <a:gd name="T50" fmla="*/ 241 w 241"/>
                <a:gd name="T51" fmla="*/ 122 h 242"/>
                <a:gd name="T52" fmla="*/ 238 w 241"/>
                <a:gd name="T53" fmla="*/ 97 h 242"/>
                <a:gd name="T54" fmla="*/ 231 w 241"/>
                <a:gd name="T55" fmla="*/ 74 h 242"/>
                <a:gd name="T56" fmla="*/ 221 w 241"/>
                <a:gd name="T57" fmla="*/ 54 h 242"/>
                <a:gd name="T58" fmla="*/ 206 w 241"/>
                <a:gd name="T59" fmla="*/ 36 h 242"/>
                <a:gd name="T60" fmla="*/ 187 w 241"/>
                <a:gd name="T61" fmla="*/ 22 h 242"/>
                <a:gd name="T62" fmla="*/ 167 w 241"/>
                <a:gd name="T63" fmla="*/ 10 h 242"/>
                <a:gd name="T64" fmla="*/ 144 w 241"/>
                <a:gd name="T65" fmla="*/ 4 h 242"/>
                <a:gd name="T66" fmla="*/ 120 w 241"/>
                <a:gd name="T67" fmla="*/ 0 h 242"/>
                <a:gd name="T68" fmla="*/ 96 w 241"/>
                <a:gd name="T69" fmla="*/ 4 h 242"/>
                <a:gd name="T70" fmla="*/ 74 w 241"/>
                <a:gd name="T71" fmla="*/ 10 h 242"/>
                <a:gd name="T72" fmla="*/ 53 w 241"/>
                <a:gd name="T73" fmla="*/ 22 h 242"/>
                <a:gd name="T74" fmla="*/ 35 w 241"/>
                <a:gd name="T75" fmla="*/ 36 h 242"/>
                <a:gd name="T76" fmla="*/ 20 w 241"/>
                <a:gd name="T77" fmla="*/ 54 h 242"/>
                <a:gd name="T78" fmla="*/ 9 w 241"/>
                <a:gd name="T79" fmla="*/ 74 h 242"/>
                <a:gd name="T80" fmla="*/ 2 w 241"/>
                <a:gd name="T81" fmla="*/ 97 h 242"/>
                <a:gd name="T82" fmla="*/ 0 w 241"/>
                <a:gd name="T83" fmla="*/ 122 h 242"/>
                <a:gd name="T84" fmla="*/ 2 w 241"/>
                <a:gd name="T85" fmla="*/ 145 h 242"/>
                <a:gd name="T86" fmla="*/ 9 w 241"/>
                <a:gd name="T87" fmla="*/ 168 h 242"/>
                <a:gd name="T88" fmla="*/ 20 w 241"/>
                <a:gd name="T89" fmla="*/ 188 h 242"/>
                <a:gd name="T90" fmla="*/ 35 w 241"/>
                <a:gd name="T91" fmla="*/ 206 h 242"/>
                <a:gd name="T92" fmla="*/ 53 w 241"/>
                <a:gd name="T93" fmla="*/ 221 h 242"/>
                <a:gd name="T94" fmla="*/ 74 w 241"/>
                <a:gd name="T95" fmla="*/ 232 h 242"/>
                <a:gd name="T96" fmla="*/ 96 w 241"/>
                <a:gd name="T97" fmla="*/ 240 h 242"/>
                <a:gd name="T98" fmla="*/ 120 w 241"/>
                <a:gd name="T99" fmla="*/ 24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1" h="242">
                  <a:moveTo>
                    <a:pt x="105" y="77"/>
                  </a:moveTo>
                  <a:lnTo>
                    <a:pt x="106" y="73"/>
                  </a:lnTo>
                  <a:lnTo>
                    <a:pt x="107" y="70"/>
                  </a:lnTo>
                  <a:lnTo>
                    <a:pt x="108" y="68"/>
                  </a:lnTo>
                  <a:lnTo>
                    <a:pt x="110" y="66"/>
                  </a:lnTo>
                  <a:lnTo>
                    <a:pt x="112" y="64"/>
                  </a:lnTo>
                  <a:lnTo>
                    <a:pt x="114" y="63"/>
                  </a:lnTo>
                  <a:lnTo>
                    <a:pt x="118" y="62"/>
                  </a:lnTo>
                  <a:lnTo>
                    <a:pt x="120" y="62"/>
                  </a:lnTo>
                  <a:lnTo>
                    <a:pt x="123" y="62"/>
                  </a:lnTo>
                  <a:lnTo>
                    <a:pt x="126" y="63"/>
                  </a:lnTo>
                  <a:lnTo>
                    <a:pt x="128" y="64"/>
                  </a:lnTo>
                  <a:lnTo>
                    <a:pt x="130" y="66"/>
                  </a:lnTo>
                  <a:lnTo>
                    <a:pt x="133" y="68"/>
                  </a:lnTo>
                  <a:lnTo>
                    <a:pt x="134" y="70"/>
                  </a:lnTo>
                  <a:lnTo>
                    <a:pt x="135" y="73"/>
                  </a:lnTo>
                  <a:lnTo>
                    <a:pt x="135" y="77"/>
                  </a:lnTo>
                  <a:lnTo>
                    <a:pt x="135" y="167"/>
                  </a:lnTo>
                  <a:lnTo>
                    <a:pt x="135" y="170"/>
                  </a:lnTo>
                  <a:lnTo>
                    <a:pt x="134" y="172"/>
                  </a:lnTo>
                  <a:lnTo>
                    <a:pt x="133" y="175"/>
                  </a:lnTo>
                  <a:lnTo>
                    <a:pt x="130" y="177"/>
                  </a:lnTo>
                  <a:lnTo>
                    <a:pt x="128" y="178"/>
                  </a:lnTo>
                  <a:lnTo>
                    <a:pt x="126" y="181"/>
                  </a:lnTo>
                  <a:lnTo>
                    <a:pt x="123" y="182"/>
                  </a:lnTo>
                  <a:lnTo>
                    <a:pt x="120" y="182"/>
                  </a:lnTo>
                  <a:lnTo>
                    <a:pt x="118" y="182"/>
                  </a:lnTo>
                  <a:lnTo>
                    <a:pt x="114" y="181"/>
                  </a:lnTo>
                  <a:lnTo>
                    <a:pt x="112" y="178"/>
                  </a:lnTo>
                  <a:lnTo>
                    <a:pt x="110" y="177"/>
                  </a:lnTo>
                  <a:lnTo>
                    <a:pt x="108" y="175"/>
                  </a:lnTo>
                  <a:lnTo>
                    <a:pt x="107" y="172"/>
                  </a:lnTo>
                  <a:lnTo>
                    <a:pt x="106" y="170"/>
                  </a:lnTo>
                  <a:lnTo>
                    <a:pt x="105" y="167"/>
                  </a:lnTo>
                  <a:lnTo>
                    <a:pt x="105" y="77"/>
                  </a:lnTo>
                  <a:close/>
                  <a:moveTo>
                    <a:pt x="120" y="242"/>
                  </a:moveTo>
                  <a:lnTo>
                    <a:pt x="133" y="241"/>
                  </a:lnTo>
                  <a:lnTo>
                    <a:pt x="144" y="240"/>
                  </a:lnTo>
                  <a:lnTo>
                    <a:pt x="156" y="236"/>
                  </a:lnTo>
                  <a:lnTo>
                    <a:pt x="167" y="232"/>
                  </a:lnTo>
                  <a:lnTo>
                    <a:pt x="178" y="227"/>
                  </a:lnTo>
                  <a:lnTo>
                    <a:pt x="187" y="221"/>
                  </a:lnTo>
                  <a:lnTo>
                    <a:pt x="197" y="214"/>
                  </a:lnTo>
                  <a:lnTo>
                    <a:pt x="206" y="206"/>
                  </a:lnTo>
                  <a:lnTo>
                    <a:pt x="213" y="198"/>
                  </a:lnTo>
                  <a:lnTo>
                    <a:pt x="221" y="188"/>
                  </a:lnTo>
                  <a:lnTo>
                    <a:pt x="226" y="178"/>
                  </a:lnTo>
                  <a:lnTo>
                    <a:pt x="231" y="168"/>
                  </a:lnTo>
                  <a:lnTo>
                    <a:pt x="236" y="157"/>
                  </a:lnTo>
                  <a:lnTo>
                    <a:pt x="238" y="145"/>
                  </a:lnTo>
                  <a:lnTo>
                    <a:pt x="240" y="133"/>
                  </a:lnTo>
                  <a:lnTo>
                    <a:pt x="241" y="122"/>
                  </a:lnTo>
                  <a:lnTo>
                    <a:pt x="240" y="109"/>
                  </a:lnTo>
                  <a:lnTo>
                    <a:pt x="238" y="97"/>
                  </a:lnTo>
                  <a:lnTo>
                    <a:pt x="236" y="85"/>
                  </a:lnTo>
                  <a:lnTo>
                    <a:pt x="231" y="74"/>
                  </a:lnTo>
                  <a:lnTo>
                    <a:pt x="226" y="64"/>
                  </a:lnTo>
                  <a:lnTo>
                    <a:pt x="221" y="54"/>
                  </a:lnTo>
                  <a:lnTo>
                    <a:pt x="213" y="44"/>
                  </a:lnTo>
                  <a:lnTo>
                    <a:pt x="206" y="36"/>
                  </a:lnTo>
                  <a:lnTo>
                    <a:pt x="197" y="28"/>
                  </a:lnTo>
                  <a:lnTo>
                    <a:pt x="187" y="22"/>
                  </a:lnTo>
                  <a:lnTo>
                    <a:pt x="178" y="15"/>
                  </a:lnTo>
                  <a:lnTo>
                    <a:pt x="167" y="10"/>
                  </a:lnTo>
                  <a:lnTo>
                    <a:pt x="156" y="7"/>
                  </a:lnTo>
                  <a:lnTo>
                    <a:pt x="144" y="4"/>
                  </a:lnTo>
                  <a:lnTo>
                    <a:pt x="133" y="2"/>
                  </a:lnTo>
                  <a:lnTo>
                    <a:pt x="120" y="0"/>
                  </a:lnTo>
                  <a:lnTo>
                    <a:pt x="108" y="2"/>
                  </a:lnTo>
                  <a:lnTo>
                    <a:pt x="96" y="4"/>
                  </a:lnTo>
                  <a:lnTo>
                    <a:pt x="84" y="6"/>
                  </a:lnTo>
                  <a:lnTo>
                    <a:pt x="74" y="10"/>
                  </a:lnTo>
                  <a:lnTo>
                    <a:pt x="63" y="15"/>
                  </a:lnTo>
                  <a:lnTo>
                    <a:pt x="53" y="22"/>
                  </a:lnTo>
                  <a:lnTo>
                    <a:pt x="44" y="28"/>
                  </a:lnTo>
                  <a:lnTo>
                    <a:pt x="35" y="36"/>
                  </a:lnTo>
                  <a:lnTo>
                    <a:pt x="27" y="44"/>
                  </a:lnTo>
                  <a:lnTo>
                    <a:pt x="20" y="54"/>
                  </a:lnTo>
                  <a:lnTo>
                    <a:pt x="15" y="64"/>
                  </a:lnTo>
                  <a:lnTo>
                    <a:pt x="9" y="74"/>
                  </a:lnTo>
                  <a:lnTo>
                    <a:pt x="5" y="85"/>
                  </a:lnTo>
                  <a:lnTo>
                    <a:pt x="2" y="97"/>
                  </a:lnTo>
                  <a:lnTo>
                    <a:pt x="1" y="109"/>
                  </a:lnTo>
                  <a:lnTo>
                    <a:pt x="0" y="122"/>
                  </a:lnTo>
                  <a:lnTo>
                    <a:pt x="1" y="133"/>
                  </a:lnTo>
                  <a:lnTo>
                    <a:pt x="2" y="145"/>
                  </a:lnTo>
                  <a:lnTo>
                    <a:pt x="5" y="157"/>
                  </a:lnTo>
                  <a:lnTo>
                    <a:pt x="9" y="168"/>
                  </a:lnTo>
                  <a:lnTo>
                    <a:pt x="15" y="178"/>
                  </a:lnTo>
                  <a:lnTo>
                    <a:pt x="20" y="188"/>
                  </a:lnTo>
                  <a:lnTo>
                    <a:pt x="27" y="198"/>
                  </a:lnTo>
                  <a:lnTo>
                    <a:pt x="35" y="206"/>
                  </a:lnTo>
                  <a:lnTo>
                    <a:pt x="44" y="214"/>
                  </a:lnTo>
                  <a:lnTo>
                    <a:pt x="53" y="221"/>
                  </a:lnTo>
                  <a:lnTo>
                    <a:pt x="63" y="227"/>
                  </a:lnTo>
                  <a:lnTo>
                    <a:pt x="74" y="232"/>
                  </a:lnTo>
                  <a:lnTo>
                    <a:pt x="84" y="236"/>
                  </a:lnTo>
                  <a:lnTo>
                    <a:pt x="96" y="240"/>
                  </a:lnTo>
                  <a:lnTo>
                    <a:pt x="108" y="241"/>
                  </a:lnTo>
                  <a:lnTo>
                    <a:pt x="120" y="2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8" name="Freeform 569">
              <a:extLst>
                <a:ext uri="{FF2B5EF4-FFF2-40B4-BE49-F238E27FC236}">
                  <a16:creationId xmlns:a16="http://schemas.microsoft.com/office/drawing/2014/main" id="{2DF481AC-0D57-4B23-8A0C-3A7128D51CF1}"/>
                </a:ext>
              </a:extLst>
            </p:cNvPr>
            <p:cNvSpPr>
              <a:spLocks/>
            </p:cNvSpPr>
            <p:nvPr/>
          </p:nvSpPr>
          <p:spPr bwMode="auto">
            <a:xfrm>
              <a:off x="5465763" y="1517650"/>
              <a:ext cx="57150" cy="95250"/>
            </a:xfrm>
            <a:custGeom>
              <a:avLst/>
              <a:gdLst>
                <a:gd name="T0" fmla="*/ 165 w 180"/>
                <a:gd name="T1" fmla="*/ 0 h 302"/>
                <a:gd name="T2" fmla="*/ 15 w 180"/>
                <a:gd name="T3" fmla="*/ 0 h 302"/>
                <a:gd name="T4" fmla="*/ 12 w 180"/>
                <a:gd name="T5" fmla="*/ 0 h 302"/>
                <a:gd name="T6" fmla="*/ 9 w 180"/>
                <a:gd name="T7" fmla="*/ 1 h 302"/>
                <a:gd name="T8" fmla="*/ 6 w 180"/>
                <a:gd name="T9" fmla="*/ 2 h 302"/>
                <a:gd name="T10" fmla="*/ 4 w 180"/>
                <a:gd name="T11" fmla="*/ 4 h 302"/>
                <a:gd name="T12" fmla="*/ 2 w 180"/>
                <a:gd name="T13" fmla="*/ 7 h 302"/>
                <a:gd name="T14" fmla="*/ 1 w 180"/>
                <a:gd name="T15" fmla="*/ 9 h 302"/>
                <a:gd name="T16" fmla="*/ 0 w 180"/>
                <a:gd name="T17" fmla="*/ 12 h 302"/>
                <a:gd name="T18" fmla="*/ 0 w 180"/>
                <a:gd name="T19" fmla="*/ 15 h 302"/>
                <a:gd name="T20" fmla="*/ 0 w 180"/>
                <a:gd name="T21" fmla="*/ 287 h 302"/>
                <a:gd name="T22" fmla="*/ 0 w 180"/>
                <a:gd name="T23" fmla="*/ 289 h 302"/>
                <a:gd name="T24" fmla="*/ 1 w 180"/>
                <a:gd name="T25" fmla="*/ 292 h 302"/>
                <a:gd name="T26" fmla="*/ 2 w 180"/>
                <a:gd name="T27" fmla="*/ 294 h 302"/>
                <a:gd name="T28" fmla="*/ 4 w 180"/>
                <a:gd name="T29" fmla="*/ 296 h 302"/>
                <a:gd name="T30" fmla="*/ 6 w 180"/>
                <a:gd name="T31" fmla="*/ 298 h 302"/>
                <a:gd name="T32" fmla="*/ 9 w 180"/>
                <a:gd name="T33" fmla="*/ 299 h 302"/>
                <a:gd name="T34" fmla="*/ 12 w 180"/>
                <a:gd name="T35" fmla="*/ 301 h 302"/>
                <a:gd name="T36" fmla="*/ 15 w 180"/>
                <a:gd name="T37" fmla="*/ 302 h 302"/>
                <a:gd name="T38" fmla="*/ 165 w 180"/>
                <a:gd name="T39" fmla="*/ 302 h 302"/>
                <a:gd name="T40" fmla="*/ 168 w 180"/>
                <a:gd name="T41" fmla="*/ 301 h 302"/>
                <a:gd name="T42" fmla="*/ 172 w 180"/>
                <a:gd name="T43" fmla="*/ 299 h 302"/>
                <a:gd name="T44" fmla="*/ 174 w 180"/>
                <a:gd name="T45" fmla="*/ 298 h 302"/>
                <a:gd name="T46" fmla="*/ 176 w 180"/>
                <a:gd name="T47" fmla="*/ 296 h 302"/>
                <a:gd name="T48" fmla="*/ 178 w 180"/>
                <a:gd name="T49" fmla="*/ 294 h 302"/>
                <a:gd name="T50" fmla="*/ 179 w 180"/>
                <a:gd name="T51" fmla="*/ 292 h 302"/>
                <a:gd name="T52" fmla="*/ 180 w 180"/>
                <a:gd name="T53" fmla="*/ 289 h 302"/>
                <a:gd name="T54" fmla="*/ 180 w 180"/>
                <a:gd name="T55" fmla="*/ 287 h 302"/>
                <a:gd name="T56" fmla="*/ 180 w 180"/>
                <a:gd name="T57" fmla="*/ 15 h 302"/>
                <a:gd name="T58" fmla="*/ 180 w 180"/>
                <a:gd name="T59" fmla="*/ 12 h 302"/>
                <a:gd name="T60" fmla="*/ 179 w 180"/>
                <a:gd name="T61" fmla="*/ 9 h 302"/>
                <a:gd name="T62" fmla="*/ 178 w 180"/>
                <a:gd name="T63" fmla="*/ 7 h 302"/>
                <a:gd name="T64" fmla="*/ 176 w 180"/>
                <a:gd name="T65" fmla="*/ 4 h 302"/>
                <a:gd name="T66" fmla="*/ 174 w 180"/>
                <a:gd name="T67" fmla="*/ 2 h 302"/>
                <a:gd name="T68" fmla="*/ 172 w 180"/>
                <a:gd name="T69" fmla="*/ 1 h 302"/>
                <a:gd name="T70" fmla="*/ 168 w 180"/>
                <a:gd name="T71" fmla="*/ 0 h 302"/>
                <a:gd name="T72" fmla="*/ 165 w 180"/>
                <a:gd name="T73"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0" h="302">
                  <a:moveTo>
                    <a:pt x="165" y="0"/>
                  </a:moveTo>
                  <a:lnTo>
                    <a:pt x="15" y="0"/>
                  </a:lnTo>
                  <a:lnTo>
                    <a:pt x="12" y="0"/>
                  </a:lnTo>
                  <a:lnTo>
                    <a:pt x="9" y="1"/>
                  </a:lnTo>
                  <a:lnTo>
                    <a:pt x="6" y="2"/>
                  </a:lnTo>
                  <a:lnTo>
                    <a:pt x="4" y="4"/>
                  </a:lnTo>
                  <a:lnTo>
                    <a:pt x="2" y="7"/>
                  </a:lnTo>
                  <a:lnTo>
                    <a:pt x="1" y="9"/>
                  </a:lnTo>
                  <a:lnTo>
                    <a:pt x="0" y="12"/>
                  </a:lnTo>
                  <a:lnTo>
                    <a:pt x="0" y="15"/>
                  </a:lnTo>
                  <a:lnTo>
                    <a:pt x="0" y="287"/>
                  </a:lnTo>
                  <a:lnTo>
                    <a:pt x="0" y="289"/>
                  </a:lnTo>
                  <a:lnTo>
                    <a:pt x="1" y="292"/>
                  </a:lnTo>
                  <a:lnTo>
                    <a:pt x="2" y="294"/>
                  </a:lnTo>
                  <a:lnTo>
                    <a:pt x="4" y="296"/>
                  </a:lnTo>
                  <a:lnTo>
                    <a:pt x="6" y="298"/>
                  </a:lnTo>
                  <a:lnTo>
                    <a:pt x="9" y="299"/>
                  </a:lnTo>
                  <a:lnTo>
                    <a:pt x="12" y="301"/>
                  </a:lnTo>
                  <a:lnTo>
                    <a:pt x="15" y="302"/>
                  </a:lnTo>
                  <a:lnTo>
                    <a:pt x="165" y="302"/>
                  </a:lnTo>
                  <a:lnTo>
                    <a:pt x="168" y="301"/>
                  </a:lnTo>
                  <a:lnTo>
                    <a:pt x="172" y="299"/>
                  </a:lnTo>
                  <a:lnTo>
                    <a:pt x="174" y="298"/>
                  </a:lnTo>
                  <a:lnTo>
                    <a:pt x="176" y="296"/>
                  </a:lnTo>
                  <a:lnTo>
                    <a:pt x="178" y="294"/>
                  </a:lnTo>
                  <a:lnTo>
                    <a:pt x="179" y="292"/>
                  </a:lnTo>
                  <a:lnTo>
                    <a:pt x="180" y="289"/>
                  </a:lnTo>
                  <a:lnTo>
                    <a:pt x="180" y="287"/>
                  </a:lnTo>
                  <a:lnTo>
                    <a:pt x="180" y="15"/>
                  </a:lnTo>
                  <a:lnTo>
                    <a:pt x="180" y="12"/>
                  </a:lnTo>
                  <a:lnTo>
                    <a:pt x="179" y="9"/>
                  </a:lnTo>
                  <a:lnTo>
                    <a:pt x="178" y="7"/>
                  </a:lnTo>
                  <a:lnTo>
                    <a:pt x="176" y="4"/>
                  </a:lnTo>
                  <a:lnTo>
                    <a:pt x="174" y="2"/>
                  </a:lnTo>
                  <a:lnTo>
                    <a:pt x="172" y="1"/>
                  </a:lnTo>
                  <a:lnTo>
                    <a:pt x="168" y="0"/>
                  </a:lnTo>
                  <a:lnTo>
                    <a:pt x="16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79" name="Freeform 570">
              <a:extLst>
                <a:ext uri="{FF2B5EF4-FFF2-40B4-BE49-F238E27FC236}">
                  <a16:creationId xmlns:a16="http://schemas.microsoft.com/office/drawing/2014/main" id="{8BB2EAE5-D34D-4808-BA20-C884B267CD60}"/>
                </a:ext>
              </a:extLst>
            </p:cNvPr>
            <p:cNvSpPr>
              <a:spLocks/>
            </p:cNvSpPr>
            <p:nvPr/>
          </p:nvSpPr>
          <p:spPr bwMode="auto">
            <a:xfrm>
              <a:off x="5527675" y="1527175"/>
              <a:ext cx="225425" cy="104775"/>
            </a:xfrm>
            <a:custGeom>
              <a:avLst/>
              <a:gdLst>
                <a:gd name="T0" fmla="*/ 688 w 708"/>
                <a:gd name="T1" fmla="*/ 110 h 331"/>
                <a:gd name="T2" fmla="*/ 665 w 708"/>
                <a:gd name="T3" fmla="*/ 95 h 331"/>
                <a:gd name="T4" fmla="*/ 644 w 708"/>
                <a:gd name="T5" fmla="*/ 87 h 331"/>
                <a:gd name="T6" fmla="*/ 622 w 708"/>
                <a:gd name="T7" fmla="*/ 85 h 331"/>
                <a:gd name="T8" fmla="*/ 583 w 708"/>
                <a:gd name="T9" fmla="*/ 91 h 331"/>
                <a:gd name="T10" fmla="*/ 502 w 708"/>
                <a:gd name="T11" fmla="*/ 137 h 331"/>
                <a:gd name="T12" fmla="*/ 486 w 708"/>
                <a:gd name="T13" fmla="*/ 162 h 331"/>
                <a:gd name="T14" fmla="*/ 468 w 708"/>
                <a:gd name="T15" fmla="*/ 175 h 331"/>
                <a:gd name="T16" fmla="*/ 445 w 708"/>
                <a:gd name="T17" fmla="*/ 180 h 331"/>
                <a:gd name="T18" fmla="*/ 226 w 708"/>
                <a:gd name="T19" fmla="*/ 180 h 331"/>
                <a:gd name="T20" fmla="*/ 218 w 708"/>
                <a:gd name="T21" fmla="*/ 178 h 331"/>
                <a:gd name="T22" fmla="*/ 213 w 708"/>
                <a:gd name="T23" fmla="*/ 172 h 331"/>
                <a:gd name="T24" fmla="*/ 211 w 708"/>
                <a:gd name="T25" fmla="*/ 162 h 331"/>
                <a:gd name="T26" fmla="*/ 216 w 708"/>
                <a:gd name="T27" fmla="*/ 155 h 331"/>
                <a:gd name="T28" fmla="*/ 223 w 708"/>
                <a:gd name="T29" fmla="*/ 151 h 331"/>
                <a:gd name="T30" fmla="*/ 437 w 708"/>
                <a:gd name="T31" fmla="*/ 150 h 331"/>
                <a:gd name="T32" fmla="*/ 461 w 708"/>
                <a:gd name="T33" fmla="*/ 143 h 331"/>
                <a:gd name="T34" fmla="*/ 475 w 708"/>
                <a:gd name="T35" fmla="*/ 122 h 331"/>
                <a:gd name="T36" fmla="*/ 478 w 708"/>
                <a:gd name="T37" fmla="*/ 102 h 331"/>
                <a:gd name="T38" fmla="*/ 470 w 708"/>
                <a:gd name="T39" fmla="*/ 84 h 331"/>
                <a:gd name="T40" fmla="*/ 451 w 708"/>
                <a:gd name="T41" fmla="*/ 67 h 331"/>
                <a:gd name="T42" fmla="*/ 422 w 708"/>
                <a:gd name="T43" fmla="*/ 60 h 331"/>
                <a:gd name="T44" fmla="*/ 389 w 708"/>
                <a:gd name="T45" fmla="*/ 60 h 331"/>
                <a:gd name="T46" fmla="*/ 365 w 708"/>
                <a:gd name="T47" fmla="*/ 60 h 331"/>
                <a:gd name="T48" fmla="*/ 339 w 708"/>
                <a:gd name="T49" fmla="*/ 60 h 331"/>
                <a:gd name="T50" fmla="*/ 307 w 708"/>
                <a:gd name="T51" fmla="*/ 60 h 331"/>
                <a:gd name="T52" fmla="*/ 246 w 708"/>
                <a:gd name="T53" fmla="*/ 24 h 331"/>
                <a:gd name="T54" fmla="*/ 181 w 708"/>
                <a:gd name="T55" fmla="*/ 3 h 331"/>
                <a:gd name="T56" fmla="*/ 15 w 708"/>
                <a:gd name="T57" fmla="*/ 0 h 331"/>
                <a:gd name="T58" fmla="*/ 8 w 708"/>
                <a:gd name="T59" fmla="*/ 2 h 331"/>
                <a:gd name="T60" fmla="*/ 1 w 708"/>
                <a:gd name="T61" fmla="*/ 10 h 331"/>
                <a:gd name="T62" fmla="*/ 0 w 708"/>
                <a:gd name="T63" fmla="*/ 223 h 331"/>
                <a:gd name="T64" fmla="*/ 7 w 708"/>
                <a:gd name="T65" fmla="*/ 236 h 331"/>
                <a:gd name="T66" fmla="*/ 90 w 708"/>
                <a:gd name="T67" fmla="*/ 265 h 331"/>
                <a:gd name="T68" fmla="*/ 205 w 708"/>
                <a:gd name="T69" fmla="*/ 306 h 331"/>
                <a:gd name="T70" fmla="*/ 281 w 708"/>
                <a:gd name="T71" fmla="*/ 328 h 331"/>
                <a:gd name="T72" fmla="*/ 321 w 708"/>
                <a:gd name="T73" fmla="*/ 331 h 331"/>
                <a:gd name="T74" fmla="*/ 348 w 708"/>
                <a:gd name="T75" fmla="*/ 326 h 331"/>
                <a:gd name="T76" fmla="*/ 408 w 708"/>
                <a:gd name="T77" fmla="*/ 303 h 331"/>
                <a:gd name="T78" fmla="*/ 494 w 708"/>
                <a:gd name="T79" fmla="*/ 258 h 331"/>
                <a:gd name="T80" fmla="*/ 557 w 708"/>
                <a:gd name="T81" fmla="*/ 223 h 331"/>
                <a:gd name="T82" fmla="*/ 636 w 708"/>
                <a:gd name="T83" fmla="*/ 181 h 331"/>
                <a:gd name="T84" fmla="*/ 703 w 708"/>
                <a:gd name="T85" fmla="*/ 147 h 331"/>
                <a:gd name="T86" fmla="*/ 708 w 708"/>
                <a:gd name="T87" fmla="*/ 139 h 331"/>
                <a:gd name="T88" fmla="*/ 706 w 708"/>
                <a:gd name="T89" fmla="*/ 12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331">
                  <a:moveTo>
                    <a:pt x="704" y="125"/>
                  </a:moveTo>
                  <a:lnTo>
                    <a:pt x="695" y="117"/>
                  </a:lnTo>
                  <a:lnTo>
                    <a:pt x="688" y="110"/>
                  </a:lnTo>
                  <a:lnTo>
                    <a:pt x="680" y="104"/>
                  </a:lnTo>
                  <a:lnTo>
                    <a:pt x="673" y="99"/>
                  </a:lnTo>
                  <a:lnTo>
                    <a:pt x="665" y="95"/>
                  </a:lnTo>
                  <a:lnTo>
                    <a:pt x="658" y="91"/>
                  </a:lnTo>
                  <a:lnTo>
                    <a:pt x="650" y="89"/>
                  </a:lnTo>
                  <a:lnTo>
                    <a:pt x="644" y="87"/>
                  </a:lnTo>
                  <a:lnTo>
                    <a:pt x="636" y="85"/>
                  </a:lnTo>
                  <a:lnTo>
                    <a:pt x="629" y="85"/>
                  </a:lnTo>
                  <a:lnTo>
                    <a:pt x="622" y="85"/>
                  </a:lnTo>
                  <a:lnTo>
                    <a:pt x="615" y="85"/>
                  </a:lnTo>
                  <a:lnTo>
                    <a:pt x="599" y="88"/>
                  </a:lnTo>
                  <a:lnTo>
                    <a:pt x="583" y="91"/>
                  </a:lnTo>
                  <a:lnTo>
                    <a:pt x="507" y="115"/>
                  </a:lnTo>
                  <a:lnTo>
                    <a:pt x="505" y="127"/>
                  </a:lnTo>
                  <a:lnTo>
                    <a:pt x="502" y="137"/>
                  </a:lnTo>
                  <a:lnTo>
                    <a:pt x="497" y="147"/>
                  </a:lnTo>
                  <a:lnTo>
                    <a:pt x="491" y="157"/>
                  </a:lnTo>
                  <a:lnTo>
                    <a:pt x="486" y="162"/>
                  </a:lnTo>
                  <a:lnTo>
                    <a:pt x="480" y="166"/>
                  </a:lnTo>
                  <a:lnTo>
                    <a:pt x="474" y="171"/>
                  </a:lnTo>
                  <a:lnTo>
                    <a:pt x="468" y="175"/>
                  </a:lnTo>
                  <a:lnTo>
                    <a:pt x="460" y="177"/>
                  </a:lnTo>
                  <a:lnTo>
                    <a:pt x="453" y="179"/>
                  </a:lnTo>
                  <a:lnTo>
                    <a:pt x="445" y="180"/>
                  </a:lnTo>
                  <a:lnTo>
                    <a:pt x="437" y="180"/>
                  </a:lnTo>
                  <a:lnTo>
                    <a:pt x="422" y="180"/>
                  </a:lnTo>
                  <a:lnTo>
                    <a:pt x="226" y="180"/>
                  </a:lnTo>
                  <a:lnTo>
                    <a:pt x="223" y="180"/>
                  </a:lnTo>
                  <a:lnTo>
                    <a:pt x="220" y="179"/>
                  </a:lnTo>
                  <a:lnTo>
                    <a:pt x="218" y="178"/>
                  </a:lnTo>
                  <a:lnTo>
                    <a:pt x="216" y="176"/>
                  </a:lnTo>
                  <a:lnTo>
                    <a:pt x="214" y="174"/>
                  </a:lnTo>
                  <a:lnTo>
                    <a:pt x="213" y="172"/>
                  </a:lnTo>
                  <a:lnTo>
                    <a:pt x="211" y="169"/>
                  </a:lnTo>
                  <a:lnTo>
                    <a:pt x="211" y="165"/>
                  </a:lnTo>
                  <a:lnTo>
                    <a:pt x="211" y="162"/>
                  </a:lnTo>
                  <a:lnTo>
                    <a:pt x="213" y="160"/>
                  </a:lnTo>
                  <a:lnTo>
                    <a:pt x="214" y="157"/>
                  </a:lnTo>
                  <a:lnTo>
                    <a:pt x="216" y="155"/>
                  </a:lnTo>
                  <a:lnTo>
                    <a:pt x="218" y="154"/>
                  </a:lnTo>
                  <a:lnTo>
                    <a:pt x="220" y="151"/>
                  </a:lnTo>
                  <a:lnTo>
                    <a:pt x="223" y="151"/>
                  </a:lnTo>
                  <a:lnTo>
                    <a:pt x="226" y="150"/>
                  </a:lnTo>
                  <a:lnTo>
                    <a:pt x="422" y="150"/>
                  </a:lnTo>
                  <a:lnTo>
                    <a:pt x="437" y="150"/>
                  </a:lnTo>
                  <a:lnTo>
                    <a:pt x="446" y="149"/>
                  </a:lnTo>
                  <a:lnTo>
                    <a:pt x="455" y="147"/>
                  </a:lnTo>
                  <a:lnTo>
                    <a:pt x="461" y="143"/>
                  </a:lnTo>
                  <a:lnTo>
                    <a:pt x="468" y="137"/>
                  </a:lnTo>
                  <a:lnTo>
                    <a:pt x="472" y="130"/>
                  </a:lnTo>
                  <a:lnTo>
                    <a:pt x="475" y="122"/>
                  </a:lnTo>
                  <a:lnTo>
                    <a:pt x="477" y="114"/>
                  </a:lnTo>
                  <a:lnTo>
                    <a:pt x="478" y="105"/>
                  </a:lnTo>
                  <a:lnTo>
                    <a:pt x="478" y="102"/>
                  </a:lnTo>
                  <a:lnTo>
                    <a:pt x="478" y="98"/>
                  </a:lnTo>
                  <a:lnTo>
                    <a:pt x="474" y="90"/>
                  </a:lnTo>
                  <a:lnTo>
                    <a:pt x="470" y="84"/>
                  </a:lnTo>
                  <a:lnTo>
                    <a:pt x="465" y="76"/>
                  </a:lnTo>
                  <a:lnTo>
                    <a:pt x="458" y="71"/>
                  </a:lnTo>
                  <a:lnTo>
                    <a:pt x="451" y="67"/>
                  </a:lnTo>
                  <a:lnTo>
                    <a:pt x="442" y="63"/>
                  </a:lnTo>
                  <a:lnTo>
                    <a:pt x="432" y="61"/>
                  </a:lnTo>
                  <a:lnTo>
                    <a:pt x="422" y="60"/>
                  </a:lnTo>
                  <a:lnTo>
                    <a:pt x="410" y="60"/>
                  </a:lnTo>
                  <a:lnTo>
                    <a:pt x="399" y="60"/>
                  </a:lnTo>
                  <a:lnTo>
                    <a:pt x="389" y="60"/>
                  </a:lnTo>
                  <a:lnTo>
                    <a:pt x="381" y="60"/>
                  </a:lnTo>
                  <a:lnTo>
                    <a:pt x="373" y="60"/>
                  </a:lnTo>
                  <a:lnTo>
                    <a:pt x="365" y="60"/>
                  </a:lnTo>
                  <a:lnTo>
                    <a:pt x="356" y="60"/>
                  </a:lnTo>
                  <a:lnTo>
                    <a:pt x="349" y="60"/>
                  </a:lnTo>
                  <a:lnTo>
                    <a:pt x="339" y="60"/>
                  </a:lnTo>
                  <a:lnTo>
                    <a:pt x="330" y="60"/>
                  </a:lnTo>
                  <a:lnTo>
                    <a:pt x="320" y="60"/>
                  </a:lnTo>
                  <a:lnTo>
                    <a:pt x="307" y="60"/>
                  </a:lnTo>
                  <a:lnTo>
                    <a:pt x="288" y="46"/>
                  </a:lnTo>
                  <a:lnTo>
                    <a:pt x="267" y="33"/>
                  </a:lnTo>
                  <a:lnTo>
                    <a:pt x="246" y="24"/>
                  </a:lnTo>
                  <a:lnTo>
                    <a:pt x="225" y="15"/>
                  </a:lnTo>
                  <a:lnTo>
                    <a:pt x="204" y="9"/>
                  </a:lnTo>
                  <a:lnTo>
                    <a:pt x="181" y="3"/>
                  </a:lnTo>
                  <a:lnTo>
                    <a:pt x="159" y="1"/>
                  </a:lnTo>
                  <a:lnTo>
                    <a:pt x="136" y="0"/>
                  </a:lnTo>
                  <a:lnTo>
                    <a:pt x="15" y="0"/>
                  </a:lnTo>
                  <a:lnTo>
                    <a:pt x="13" y="0"/>
                  </a:lnTo>
                  <a:lnTo>
                    <a:pt x="10" y="1"/>
                  </a:lnTo>
                  <a:lnTo>
                    <a:pt x="8" y="2"/>
                  </a:lnTo>
                  <a:lnTo>
                    <a:pt x="4" y="4"/>
                  </a:lnTo>
                  <a:lnTo>
                    <a:pt x="3" y="7"/>
                  </a:lnTo>
                  <a:lnTo>
                    <a:pt x="1" y="10"/>
                  </a:lnTo>
                  <a:lnTo>
                    <a:pt x="1" y="12"/>
                  </a:lnTo>
                  <a:lnTo>
                    <a:pt x="0" y="15"/>
                  </a:lnTo>
                  <a:lnTo>
                    <a:pt x="0" y="223"/>
                  </a:lnTo>
                  <a:lnTo>
                    <a:pt x="1" y="229"/>
                  </a:lnTo>
                  <a:lnTo>
                    <a:pt x="3" y="232"/>
                  </a:lnTo>
                  <a:lnTo>
                    <a:pt x="7" y="236"/>
                  </a:lnTo>
                  <a:lnTo>
                    <a:pt x="11" y="238"/>
                  </a:lnTo>
                  <a:lnTo>
                    <a:pt x="53" y="252"/>
                  </a:lnTo>
                  <a:lnTo>
                    <a:pt x="90" y="265"/>
                  </a:lnTo>
                  <a:lnTo>
                    <a:pt x="123" y="277"/>
                  </a:lnTo>
                  <a:lnTo>
                    <a:pt x="154" y="288"/>
                  </a:lnTo>
                  <a:lnTo>
                    <a:pt x="205" y="306"/>
                  </a:lnTo>
                  <a:lnTo>
                    <a:pt x="247" y="320"/>
                  </a:lnTo>
                  <a:lnTo>
                    <a:pt x="264" y="325"/>
                  </a:lnTo>
                  <a:lnTo>
                    <a:pt x="281" y="328"/>
                  </a:lnTo>
                  <a:lnTo>
                    <a:pt x="296" y="331"/>
                  </a:lnTo>
                  <a:lnTo>
                    <a:pt x="311" y="331"/>
                  </a:lnTo>
                  <a:lnTo>
                    <a:pt x="321" y="331"/>
                  </a:lnTo>
                  <a:lnTo>
                    <a:pt x="329" y="329"/>
                  </a:lnTo>
                  <a:lnTo>
                    <a:pt x="338" y="328"/>
                  </a:lnTo>
                  <a:lnTo>
                    <a:pt x="348" y="326"/>
                  </a:lnTo>
                  <a:lnTo>
                    <a:pt x="366" y="321"/>
                  </a:lnTo>
                  <a:lnTo>
                    <a:pt x="386" y="313"/>
                  </a:lnTo>
                  <a:lnTo>
                    <a:pt x="408" y="303"/>
                  </a:lnTo>
                  <a:lnTo>
                    <a:pt x="433" y="291"/>
                  </a:lnTo>
                  <a:lnTo>
                    <a:pt x="461" y="276"/>
                  </a:lnTo>
                  <a:lnTo>
                    <a:pt x="494" y="258"/>
                  </a:lnTo>
                  <a:lnTo>
                    <a:pt x="513" y="247"/>
                  </a:lnTo>
                  <a:lnTo>
                    <a:pt x="533" y="236"/>
                  </a:lnTo>
                  <a:lnTo>
                    <a:pt x="557" y="223"/>
                  </a:lnTo>
                  <a:lnTo>
                    <a:pt x="581" y="210"/>
                  </a:lnTo>
                  <a:lnTo>
                    <a:pt x="607" y="196"/>
                  </a:lnTo>
                  <a:lnTo>
                    <a:pt x="636" y="181"/>
                  </a:lnTo>
                  <a:lnTo>
                    <a:pt x="667" y="165"/>
                  </a:lnTo>
                  <a:lnTo>
                    <a:pt x="699" y="149"/>
                  </a:lnTo>
                  <a:lnTo>
                    <a:pt x="703" y="147"/>
                  </a:lnTo>
                  <a:lnTo>
                    <a:pt x="705" y="145"/>
                  </a:lnTo>
                  <a:lnTo>
                    <a:pt x="707" y="142"/>
                  </a:lnTo>
                  <a:lnTo>
                    <a:pt x="708" y="139"/>
                  </a:lnTo>
                  <a:lnTo>
                    <a:pt x="708" y="134"/>
                  </a:lnTo>
                  <a:lnTo>
                    <a:pt x="707" y="131"/>
                  </a:lnTo>
                  <a:lnTo>
                    <a:pt x="706" y="128"/>
                  </a:lnTo>
                  <a:lnTo>
                    <a:pt x="704" y="125"/>
                  </a:lnTo>
                  <a:lnTo>
                    <a:pt x="704"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84" name="Group 83">
            <a:extLst>
              <a:ext uri="{FF2B5EF4-FFF2-40B4-BE49-F238E27FC236}">
                <a16:creationId xmlns:a16="http://schemas.microsoft.com/office/drawing/2014/main" id="{4FF238F6-9B4C-4C69-AAB0-EB738F38E158}"/>
              </a:ext>
            </a:extLst>
          </p:cNvPr>
          <p:cNvGrpSpPr/>
          <p:nvPr/>
        </p:nvGrpSpPr>
        <p:grpSpPr>
          <a:xfrm>
            <a:off x="7454536" y="2240145"/>
            <a:ext cx="368186" cy="370278"/>
            <a:chOff x="6450013" y="5349875"/>
            <a:chExt cx="279399" cy="280988"/>
          </a:xfrm>
          <a:solidFill>
            <a:schemeClr val="accent1">
              <a:lumMod val="75000"/>
            </a:schemeClr>
          </a:solidFill>
        </p:grpSpPr>
        <p:sp>
          <p:nvSpPr>
            <p:cNvPr id="85" name="Freeform 3673">
              <a:extLst>
                <a:ext uri="{FF2B5EF4-FFF2-40B4-BE49-F238E27FC236}">
                  <a16:creationId xmlns:a16="http://schemas.microsoft.com/office/drawing/2014/main" id="{9A520C00-24EA-4D08-BAFC-70CB343A59E0}"/>
                </a:ext>
              </a:extLst>
            </p:cNvPr>
            <p:cNvSpPr>
              <a:spLocks/>
            </p:cNvSpPr>
            <p:nvPr/>
          </p:nvSpPr>
          <p:spPr bwMode="auto">
            <a:xfrm>
              <a:off x="6450013" y="5349875"/>
              <a:ext cx="182562" cy="238125"/>
            </a:xfrm>
            <a:custGeom>
              <a:avLst/>
              <a:gdLst>
                <a:gd name="T0" fmla="*/ 379 w 459"/>
                <a:gd name="T1" fmla="*/ 550 h 602"/>
                <a:gd name="T2" fmla="*/ 380 w 459"/>
                <a:gd name="T3" fmla="*/ 519 h 602"/>
                <a:gd name="T4" fmla="*/ 345 w 459"/>
                <a:gd name="T5" fmla="*/ 495 h 602"/>
                <a:gd name="T6" fmla="*/ 397 w 459"/>
                <a:gd name="T7" fmla="*/ 400 h 602"/>
                <a:gd name="T8" fmla="*/ 408 w 459"/>
                <a:gd name="T9" fmla="*/ 395 h 602"/>
                <a:gd name="T10" fmla="*/ 450 w 459"/>
                <a:gd name="T11" fmla="*/ 406 h 602"/>
                <a:gd name="T12" fmla="*/ 412 w 459"/>
                <a:gd name="T13" fmla="*/ 384 h 602"/>
                <a:gd name="T14" fmla="*/ 376 w 459"/>
                <a:gd name="T15" fmla="*/ 370 h 602"/>
                <a:gd name="T16" fmla="*/ 361 w 459"/>
                <a:gd name="T17" fmla="*/ 307 h 602"/>
                <a:gd name="T18" fmla="*/ 379 w 459"/>
                <a:gd name="T19" fmla="*/ 288 h 602"/>
                <a:gd name="T20" fmla="*/ 397 w 459"/>
                <a:gd name="T21" fmla="*/ 252 h 602"/>
                <a:gd name="T22" fmla="*/ 406 w 459"/>
                <a:gd name="T23" fmla="*/ 214 h 602"/>
                <a:gd name="T24" fmla="*/ 415 w 459"/>
                <a:gd name="T25" fmla="*/ 202 h 602"/>
                <a:gd name="T26" fmla="*/ 420 w 459"/>
                <a:gd name="T27" fmla="*/ 183 h 602"/>
                <a:gd name="T28" fmla="*/ 416 w 459"/>
                <a:gd name="T29" fmla="*/ 152 h 602"/>
                <a:gd name="T30" fmla="*/ 412 w 459"/>
                <a:gd name="T31" fmla="*/ 121 h 602"/>
                <a:gd name="T32" fmla="*/ 420 w 459"/>
                <a:gd name="T33" fmla="*/ 78 h 602"/>
                <a:gd name="T34" fmla="*/ 415 w 459"/>
                <a:gd name="T35" fmla="*/ 45 h 602"/>
                <a:gd name="T36" fmla="*/ 403 w 459"/>
                <a:gd name="T37" fmla="*/ 27 h 602"/>
                <a:gd name="T38" fmla="*/ 382 w 459"/>
                <a:gd name="T39" fmla="*/ 15 h 602"/>
                <a:gd name="T40" fmla="*/ 341 w 459"/>
                <a:gd name="T41" fmla="*/ 3 h 602"/>
                <a:gd name="T42" fmla="*/ 291 w 459"/>
                <a:gd name="T43" fmla="*/ 0 h 602"/>
                <a:gd name="T44" fmla="*/ 245 w 459"/>
                <a:gd name="T45" fmla="*/ 9 h 602"/>
                <a:gd name="T46" fmla="*/ 213 w 459"/>
                <a:gd name="T47" fmla="*/ 27 h 602"/>
                <a:gd name="T48" fmla="*/ 201 w 459"/>
                <a:gd name="T49" fmla="*/ 42 h 602"/>
                <a:gd name="T50" fmla="*/ 181 w 459"/>
                <a:gd name="T51" fmla="*/ 44 h 602"/>
                <a:gd name="T52" fmla="*/ 163 w 459"/>
                <a:gd name="T53" fmla="*/ 56 h 602"/>
                <a:gd name="T54" fmla="*/ 155 w 459"/>
                <a:gd name="T55" fmla="*/ 87 h 602"/>
                <a:gd name="T56" fmla="*/ 164 w 459"/>
                <a:gd name="T57" fmla="*/ 138 h 602"/>
                <a:gd name="T58" fmla="*/ 159 w 459"/>
                <a:gd name="T59" fmla="*/ 144 h 602"/>
                <a:gd name="T60" fmla="*/ 150 w 459"/>
                <a:gd name="T61" fmla="*/ 162 h 602"/>
                <a:gd name="T62" fmla="*/ 149 w 459"/>
                <a:gd name="T63" fmla="*/ 184 h 602"/>
                <a:gd name="T64" fmla="*/ 154 w 459"/>
                <a:gd name="T65" fmla="*/ 201 h 602"/>
                <a:gd name="T66" fmla="*/ 163 w 459"/>
                <a:gd name="T67" fmla="*/ 214 h 602"/>
                <a:gd name="T68" fmla="*/ 169 w 459"/>
                <a:gd name="T69" fmla="*/ 237 h 602"/>
                <a:gd name="T70" fmla="*/ 179 w 459"/>
                <a:gd name="T71" fmla="*/ 271 h 602"/>
                <a:gd name="T72" fmla="*/ 203 w 459"/>
                <a:gd name="T73" fmla="*/ 306 h 602"/>
                <a:gd name="T74" fmla="*/ 215 w 459"/>
                <a:gd name="T75" fmla="*/ 364 h 602"/>
                <a:gd name="T76" fmla="*/ 171 w 459"/>
                <a:gd name="T77" fmla="*/ 381 h 602"/>
                <a:gd name="T78" fmla="*/ 106 w 459"/>
                <a:gd name="T79" fmla="*/ 401 h 602"/>
                <a:gd name="T80" fmla="*/ 46 w 459"/>
                <a:gd name="T81" fmla="*/ 428 h 602"/>
                <a:gd name="T82" fmla="*/ 22 w 459"/>
                <a:gd name="T83" fmla="*/ 449 h 602"/>
                <a:gd name="T84" fmla="*/ 10 w 459"/>
                <a:gd name="T85" fmla="*/ 479 h 602"/>
                <a:gd name="T86" fmla="*/ 2 w 459"/>
                <a:gd name="T87" fmla="*/ 540 h 602"/>
                <a:gd name="T88" fmla="*/ 1 w 459"/>
                <a:gd name="T89" fmla="*/ 594 h 602"/>
                <a:gd name="T90" fmla="*/ 11 w 459"/>
                <a:gd name="T91" fmla="*/ 602 h 602"/>
                <a:gd name="T92" fmla="*/ 345 w 459"/>
                <a:gd name="T93" fmla="*/ 589 h 602"/>
                <a:gd name="T94" fmla="*/ 352 w 459"/>
                <a:gd name="T95" fmla="*/ 577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9" h="602">
                  <a:moveTo>
                    <a:pt x="352" y="577"/>
                  </a:moveTo>
                  <a:lnTo>
                    <a:pt x="380" y="560"/>
                  </a:lnTo>
                  <a:lnTo>
                    <a:pt x="379" y="550"/>
                  </a:lnTo>
                  <a:lnTo>
                    <a:pt x="379" y="540"/>
                  </a:lnTo>
                  <a:lnTo>
                    <a:pt x="379" y="530"/>
                  </a:lnTo>
                  <a:lnTo>
                    <a:pt x="380" y="519"/>
                  </a:lnTo>
                  <a:lnTo>
                    <a:pt x="352" y="503"/>
                  </a:lnTo>
                  <a:lnTo>
                    <a:pt x="348" y="499"/>
                  </a:lnTo>
                  <a:lnTo>
                    <a:pt x="345" y="495"/>
                  </a:lnTo>
                  <a:lnTo>
                    <a:pt x="345" y="490"/>
                  </a:lnTo>
                  <a:lnTo>
                    <a:pt x="346" y="486"/>
                  </a:lnTo>
                  <a:lnTo>
                    <a:pt x="397" y="400"/>
                  </a:lnTo>
                  <a:lnTo>
                    <a:pt x="399" y="397"/>
                  </a:lnTo>
                  <a:lnTo>
                    <a:pt x="403" y="395"/>
                  </a:lnTo>
                  <a:lnTo>
                    <a:pt x="408" y="395"/>
                  </a:lnTo>
                  <a:lnTo>
                    <a:pt x="413" y="396"/>
                  </a:lnTo>
                  <a:lnTo>
                    <a:pt x="441" y="413"/>
                  </a:lnTo>
                  <a:lnTo>
                    <a:pt x="450" y="406"/>
                  </a:lnTo>
                  <a:lnTo>
                    <a:pt x="459" y="401"/>
                  </a:lnTo>
                  <a:lnTo>
                    <a:pt x="424" y="388"/>
                  </a:lnTo>
                  <a:lnTo>
                    <a:pt x="412" y="384"/>
                  </a:lnTo>
                  <a:lnTo>
                    <a:pt x="400" y="379"/>
                  </a:lnTo>
                  <a:lnTo>
                    <a:pt x="389" y="375"/>
                  </a:lnTo>
                  <a:lnTo>
                    <a:pt x="376" y="370"/>
                  </a:lnTo>
                  <a:lnTo>
                    <a:pt x="368" y="368"/>
                  </a:lnTo>
                  <a:lnTo>
                    <a:pt x="361" y="364"/>
                  </a:lnTo>
                  <a:lnTo>
                    <a:pt x="361" y="307"/>
                  </a:lnTo>
                  <a:lnTo>
                    <a:pt x="366" y="302"/>
                  </a:lnTo>
                  <a:lnTo>
                    <a:pt x="372" y="297"/>
                  </a:lnTo>
                  <a:lnTo>
                    <a:pt x="379" y="288"/>
                  </a:lnTo>
                  <a:lnTo>
                    <a:pt x="385" y="279"/>
                  </a:lnTo>
                  <a:lnTo>
                    <a:pt x="391" y="266"/>
                  </a:lnTo>
                  <a:lnTo>
                    <a:pt x="397" y="252"/>
                  </a:lnTo>
                  <a:lnTo>
                    <a:pt x="400" y="235"/>
                  </a:lnTo>
                  <a:lnTo>
                    <a:pt x="402" y="216"/>
                  </a:lnTo>
                  <a:lnTo>
                    <a:pt x="406" y="214"/>
                  </a:lnTo>
                  <a:lnTo>
                    <a:pt x="409" y="211"/>
                  </a:lnTo>
                  <a:lnTo>
                    <a:pt x="412" y="207"/>
                  </a:lnTo>
                  <a:lnTo>
                    <a:pt x="415" y="202"/>
                  </a:lnTo>
                  <a:lnTo>
                    <a:pt x="417" y="197"/>
                  </a:lnTo>
                  <a:lnTo>
                    <a:pt x="418" y="191"/>
                  </a:lnTo>
                  <a:lnTo>
                    <a:pt x="420" y="183"/>
                  </a:lnTo>
                  <a:lnTo>
                    <a:pt x="420" y="175"/>
                  </a:lnTo>
                  <a:lnTo>
                    <a:pt x="420" y="164"/>
                  </a:lnTo>
                  <a:lnTo>
                    <a:pt x="416" y="152"/>
                  </a:lnTo>
                  <a:lnTo>
                    <a:pt x="412" y="144"/>
                  </a:lnTo>
                  <a:lnTo>
                    <a:pt x="406" y="137"/>
                  </a:lnTo>
                  <a:lnTo>
                    <a:pt x="412" y="121"/>
                  </a:lnTo>
                  <a:lnTo>
                    <a:pt x="417" y="101"/>
                  </a:lnTo>
                  <a:lnTo>
                    <a:pt x="420" y="89"/>
                  </a:lnTo>
                  <a:lnTo>
                    <a:pt x="420" y="78"/>
                  </a:lnTo>
                  <a:lnTo>
                    <a:pt x="420" y="65"/>
                  </a:lnTo>
                  <a:lnTo>
                    <a:pt x="417" y="53"/>
                  </a:lnTo>
                  <a:lnTo>
                    <a:pt x="415" y="45"/>
                  </a:lnTo>
                  <a:lnTo>
                    <a:pt x="412" y="39"/>
                  </a:lnTo>
                  <a:lnTo>
                    <a:pt x="407" y="34"/>
                  </a:lnTo>
                  <a:lnTo>
                    <a:pt x="403" y="27"/>
                  </a:lnTo>
                  <a:lnTo>
                    <a:pt x="397" y="24"/>
                  </a:lnTo>
                  <a:lnTo>
                    <a:pt x="390" y="18"/>
                  </a:lnTo>
                  <a:lnTo>
                    <a:pt x="382" y="15"/>
                  </a:lnTo>
                  <a:lnTo>
                    <a:pt x="376" y="12"/>
                  </a:lnTo>
                  <a:lnTo>
                    <a:pt x="359" y="7"/>
                  </a:lnTo>
                  <a:lnTo>
                    <a:pt x="341" y="3"/>
                  </a:lnTo>
                  <a:lnTo>
                    <a:pt x="325" y="0"/>
                  </a:lnTo>
                  <a:lnTo>
                    <a:pt x="307" y="0"/>
                  </a:lnTo>
                  <a:lnTo>
                    <a:pt x="291" y="0"/>
                  </a:lnTo>
                  <a:lnTo>
                    <a:pt x="276" y="2"/>
                  </a:lnTo>
                  <a:lnTo>
                    <a:pt x="260" y="6"/>
                  </a:lnTo>
                  <a:lnTo>
                    <a:pt x="245" y="9"/>
                  </a:lnTo>
                  <a:lnTo>
                    <a:pt x="231" y="16"/>
                  </a:lnTo>
                  <a:lnTo>
                    <a:pt x="218" y="22"/>
                  </a:lnTo>
                  <a:lnTo>
                    <a:pt x="213" y="27"/>
                  </a:lnTo>
                  <a:lnTo>
                    <a:pt x="209" y="31"/>
                  </a:lnTo>
                  <a:lnTo>
                    <a:pt x="204" y="36"/>
                  </a:lnTo>
                  <a:lnTo>
                    <a:pt x="201" y="42"/>
                  </a:lnTo>
                  <a:lnTo>
                    <a:pt x="194" y="42"/>
                  </a:lnTo>
                  <a:lnTo>
                    <a:pt x="187" y="43"/>
                  </a:lnTo>
                  <a:lnTo>
                    <a:pt x="181" y="44"/>
                  </a:lnTo>
                  <a:lnTo>
                    <a:pt x="176" y="45"/>
                  </a:lnTo>
                  <a:lnTo>
                    <a:pt x="168" y="51"/>
                  </a:lnTo>
                  <a:lnTo>
                    <a:pt x="163" y="56"/>
                  </a:lnTo>
                  <a:lnTo>
                    <a:pt x="158" y="65"/>
                  </a:lnTo>
                  <a:lnTo>
                    <a:pt x="155" y="75"/>
                  </a:lnTo>
                  <a:lnTo>
                    <a:pt x="155" y="87"/>
                  </a:lnTo>
                  <a:lnTo>
                    <a:pt x="155" y="98"/>
                  </a:lnTo>
                  <a:lnTo>
                    <a:pt x="159" y="120"/>
                  </a:lnTo>
                  <a:lnTo>
                    <a:pt x="164" y="138"/>
                  </a:lnTo>
                  <a:lnTo>
                    <a:pt x="164" y="139"/>
                  </a:lnTo>
                  <a:lnTo>
                    <a:pt x="164" y="139"/>
                  </a:lnTo>
                  <a:lnTo>
                    <a:pt x="159" y="144"/>
                  </a:lnTo>
                  <a:lnTo>
                    <a:pt x="154" y="151"/>
                  </a:lnTo>
                  <a:lnTo>
                    <a:pt x="151" y="156"/>
                  </a:lnTo>
                  <a:lnTo>
                    <a:pt x="150" y="162"/>
                  </a:lnTo>
                  <a:lnTo>
                    <a:pt x="149" y="170"/>
                  </a:lnTo>
                  <a:lnTo>
                    <a:pt x="149" y="176"/>
                  </a:lnTo>
                  <a:lnTo>
                    <a:pt x="149" y="184"/>
                  </a:lnTo>
                  <a:lnTo>
                    <a:pt x="150" y="191"/>
                  </a:lnTo>
                  <a:lnTo>
                    <a:pt x="151" y="196"/>
                  </a:lnTo>
                  <a:lnTo>
                    <a:pt x="154" y="201"/>
                  </a:lnTo>
                  <a:lnTo>
                    <a:pt x="156" y="206"/>
                  </a:lnTo>
                  <a:lnTo>
                    <a:pt x="159" y="210"/>
                  </a:lnTo>
                  <a:lnTo>
                    <a:pt x="163" y="214"/>
                  </a:lnTo>
                  <a:lnTo>
                    <a:pt x="167" y="216"/>
                  </a:lnTo>
                  <a:lnTo>
                    <a:pt x="168" y="227"/>
                  </a:lnTo>
                  <a:lnTo>
                    <a:pt x="169" y="237"/>
                  </a:lnTo>
                  <a:lnTo>
                    <a:pt x="172" y="246"/>
                  </a:lnTo>
                  <a:lnTo>
                    <a:pt x="174" y="255"/>
                  </a:lnTo>
                  <a:lnTo>
                    <a:pt x="179" y="271"/>
                  </a:lnTo>
                  <a:lnTo>
                    <a:pt x="187" y="286"/>
                  </a:lnTo>
                  <a:lnTo>
                    <a:pt x="195" y="297"/>
                  </a:lnTo>
                  <a:lnTo>
                    <a:pt x="203" y="306"/>
                  </a:lnTo>
                  <a:lnTo>
                    <a:pt x="210" y="314"/>
                  </a:lnTo>
                  <a:lnTo>
                    <a:pt x="215" y="319"/>
                  </a:lnTo>
                  <a:lnTo>
                    <a:pt x="215" y="364"/>
                  </a:lnTo>
                  <a:lnTo>
                    <a:pt x="201" y="369"/>
                  </a:lnTo>
                  <a:lnTo>
                    <a:pt x="186" y="375"/>
                  </a:lnTo>
                  <a:lnTo>
                    <a:pt x="171" y="381"/>
                  </a:lnTo>
                  <a:lnTo>
                    <a:pt x="155" y="384"/>
                  </a:lnTo>
                  <a:lnTo>
                    <a:pt x="129" y="393"/>
                  </a:lnTo>
                  <a:lnTo>
                    <a:pt x="106" y="401"/>
                  </a:lnTo>
                  <a:lnTo>
                    <a:pt x="83" y="410"/>
                  </a:lnTo>
                  <a:lnTo>
                    <a:pt x="64" y="419"/>
                  </a:lnTo>
                  <a:lnTo>
                    <a:pt x="46" y="428"/>
                  </a:lnTo>
                  <a:lnTo>
                    <a:pt x="32" y="438"/>
                  </a:lnTo>
                  <a:lnTo>
                    <a:pt x="27" y="444"/>
                  </a:lnTo>
                  <a:lnTo>
                    <a:pt x="22" y="449"/>
                  </a:lnTo>
                  <a:lnTo>
                    <a:pt x="18" y="455"/>
                  </a:lnTo>
                  <a:lnTo>
                    <a:pt x="15" y="460"/>
                  </a:lnTo>
                  <a:lnTo>
                    <a:pt x="10" y="479"/>
                  </a:lnTo>
                  <a:lnTo>
                    <a:pt x="6" y="499"/>
                  </a:lnTo>
                  <a:lnTo>
                    <a:pt x="4" y="521"/>
                  </a:lnTo>
                  <a:lnTo>
                    <a:pt x="2" y="540"/>
                  </a:lnTo>
                  <a:lnTo>
                    <a:pt x="0" y="573"/>
                  </a:lnTo>
                  <a:lnTo>
                    <a:pt x="0" y="589"/>
                  </a:lnTo>
                  <a:lnTo>
                    <a:pt x="1" y="594"/>
                  </a:lnTo>
                  <a:lnTo>
                    <a:pt x="4" y="598"/>
                  </a:lnTo>
                  <a:lnTo>
                    <a:pt x="7" y="600"/>
                  </a:lnTo>
                  <a:lnTo>
                    <a:pt x="11" y="602"/>
                  </a:lnTo>
                  <a:lnTo>
                    <a:pt x="350" y="602"/>
                  </a:lnTo>
                  <a:lnTo>
                    <a:pt x="346" y="594"/>
                  </a:lnTo>
                  <a:lnTo>
                    <a:pt x="345" y="589"/>
                  </a:lnTo>
                  <a:lnTo>
                    <a:pt x="345" y="585"/>
                  </a:lnTo>
                  <a:lnTo>
                    <a:pt x="348" y="581"/>
                  </a:lnTo>
                  <a:lnTo>
                    <a:pt x="352" y="5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6" name="Freeform 3674">
              <a:extLst>
                <a:ext uri="{FF2B5EF4-FFF2-40B4-BE49-F238E27FC236}">
                  <a16:creationId xmlns:a16="http://schemas.microsoft.com/office/drawing/2014/main" id="{92549085-FAF5-440C-B998-EA033A3D5F2D}"/>
                </a:ext>
              </a:extLst>
            </p:cNvPr>
            <p:cNvSpPr>
              <a:spLocks noEditPoints="1"/>
            </p:cNvSpPr>
            <p:nvPr/>
          </p:nvSpPr>
          <p:spPr bwMode="auto">
            <a:xfrm>
              <a:off x="6597650" y="5497513"/>
              <a:ext cx="131762" cy="133350"/>
            </a:xfrm>
            <a:custGeom>
              <a:avLst/>
              <a:gdLst>
                <a:gd name="T0" fmla="*/ 151 w 332"/>
                <a:gd name="T1" fmla="*/ 243 h 336"/>
                <a:gd name="T2" fmla="*/ 129 w 332"/>
                <a:gd name="T3" fmla="*/ 235 h 336"/>
                <a:gd name="T4" fmla="*/ 111 w 332"/>
                <a:gd name="T5" fmla="*/ 222 h 336"/>
                <a:gd name="T6" fmla="*/ 97 w 332"/>
                <a:gd name="T7" fmla="*/ 204 h 336"/>
                <a:gd name="T8" fmla="*/ 89 w 332"/>
                <a:gd name="T9" fmla="*/ 182 h 336"/>
                <a:gd name="T10" fmla="*/ 88 w 332"/>
                <a:gd name="T11" fmla="*/ 159 h 336"/>
                <a:gd name="T12" fmla="*/ 94 w 332"/>
                <a:gd name="T13" fmla="*/ 136 h 336"/>
                <a:gd name="T14" fmla="*/ 106 w 332"/>
                <a:gd name="T15" fmla="*/ 117 h 336"/>
                <a:gd name="T16" fmla="*/ 122 w 332"/>
                <a:gd name="T17" fmla="*/ 103 h 336"/>
                <a:gd name="T18" fmla="*/ 143 w 332"/>
                <a:gd name="T19" fmla="*/ 92 h 336"/>
                <a:gd name="T20" fmla="*/ 166 w 332"/>
                <a:gd name="T21" fmla="*/ 89 h 336"/>
                <a:gd name="T22" fmla="*/ 189 w 332"/>
                <a:gd name="T23" fmla="*/ 92 h 336"/>
                <a:gd name="T24" fmla="*/ 210 w 332"/>
                <a:gd name="T25" fmla="*/ 103 h 336"/>
                <a:gd name="T26" fmla="*/ 226 w 332"/>
                <a:gd name="T27" fmla="*/ 117 h 336"/>
                <a:gd name="T28" fmla="*/ 238 w 332"/>
                <a:gd name="T29" fmla="*/ 136 h 336"/>
                <a:gd name="T30" fmla="*/ 243 w 332"/>
                <a:gd name="T31" fmla="*/ 159 h 336"/>
                <a:gd name="T32" fmla="*/ 242 w 332"/>
                <a:gd name="T33" fmla="*/ 182 h 336"/>
                <a:gd name="T34" fmla="*/ 234 w 332"/>
                <a:gd name="T35" fmla="*/ 204 h 336"/>
                <a:gd name="T36" fmla="*/ 221 w 332"/>
                <a:gd name="T37" fmla="*/ 222 h 336"/>
                <a:gd name="T38" fmla="*/ 203 w 332"/>
                <a:gd name="T39" fmla="*/ 235 h 336"/>
                <a:gd name="T40" fmla="*/ 181 w 332"/>
                <a:gd name="T41" fmla="*/ 243 h 336"/>
                <a:gd name="T42" fmla="*/ 306 w 332"/>
                <a:gd name="T43" fmla="*/ 204 h 336"/>
                <a:gd name="T44" fmla="*/ 300 w 332"/>
                <a:gd name="T45" fmla="*/ 195 h 336"/>
                <a:gd name="T46" fmla="*/ 302 w 332"/>
                <a:gd name="T47" fmla="*/ 167 h 336"/>
                <a:gd name="T48" fmla="*/ 300 w 332"/>
                <a:gd name="T49" fmla="*/ 139 h 336"/>
                <a:gd name="T50" fmla="*/ 306 w 332"/>
                <a:gd name="T51" fmla="*/ 130 h 336"/>
                <a:gd name="T52" fmla="*/ 269 w 332"/>
                <a:gd name="T53" fmla="*/ 64 h 336"/>
                <a:gd name="T54" fmla="*/ 257 w 332"/>
                <a:gd name="T55" fmla="*/ 65 h 336"/>
                <a:gd name="T56" fmla="*/ 242 w 332"/>
                <a:gd name="T57" fmla="*/ 53 h 336"/>
                <a:gd name="T58" fmla="*/ 215 w 332"/>
                <a:gd name="T59" fmla="*/ 35 h 336"/>
                <a:gd name="T60" fmla="*/ 207 w 332"/>
                <a:gd name="T61" fmla="*/ 27 h 336"/>
                <a:gd name="T62" fmla="*/ 135 w 332"/>
                <a:gd name="T63" fmla="*/ 0 h 336"/>
                <a:gd name="T64" fmla="*/ 133 w 332"/>
                <a:gd name="T65" fmla="*/ 31 h 336"/>
                <a:gd name="T66" fmla="*/ 113 w 332"/>
                <a:gd name="T67" fmla="*/ 41 h 336"/>
                <a:gd name="T68" fmla="*/ 77 w 332"/>
                <a:gd name="T69" fmla="*/ 63 h 336"/>
                <a:gd name="T70" fmla="*/ 67 w 332"/>
                <a:gd name="T71" fmla="*/ 65 h 336"/>
                <a:gd name="T72" fmla="*/ 0 w 332"/>
                <a:gd name="T73" fmla="*/ 114 h 336"/>
                <a:gd name="T74" fmla="*/ 31 w 332"/>
                <a:gd name="T75" fmla="*/ 135 h 336"/>
                <a:gd name="T76" fmla="*/ 30 w 332"/>
                <a:gd name="T77" fmla="*/ 154 h 336"/>
                <a:gd name="T78" fmla="*/ 31 w 332"/>
                <a:gd name="T79" fmla="*/ 191 h 336"/>
                <a:gd name="T80" fmla="*/ 29 w 332"/>
                <a:gd name="T81" fmla="*/ 202 h 336"/>
                <a:gd name="T82" fmla="*/ 38 w 332"/>
                <a:gd name="T83" fmla="*/ 284 h 336"/>
                <a:gd name="T84" fmla="*/ 71 w 332"/>
                <a:gd name="T85" fmla="*/ 267 h 336"/>
                <a:gd name="T86" fmla="*/ 89 w 332"/>
                <a:gd name="T87" fmla="*/ 279 h 336"/>
                <a:gd name="T88" fmla="*/ 139 w 332"/>
                <a:gd name="T89" fmla="*/ 300 h 336"/>
                <a:gd name="T90" fmla="*/ 146 w 332"/>
                <a:gd name="T91" fmla="*/ 308 h 336"/>
                <a:gd name="T92" fmla="*/ 207 w 332"/>
                <a:gd name="T93" fmla="*/ 336 h 336"/>
                <a:gd name="T94" fmla="*/ 208 w 332"/>
                <a:gd name="T95" fmla="*/ 306 h 336"/>
                <a:gd name="T96" fmla="*/ 223 w 332"/>
                <a:gd name="T97" fmla="*/ 297 h 336"/>
                <a:gd name="T98" fmla="*/ 246 w 332"/>
                <a:gd name="T99" fmla="*/ 279 h 336"/>
                <a:gd name="T100" fmla="*/ 257 w 332"/>
                <a:gd name="T101" fmla="*/ 268 h 336"/>
                <a:gd name="T102" fmla="*/ 269 w 332"/>
                <a:gd name="T103" fmla="*/ 270 h 336"/>
                <a:gd name="T104" fmla="*/ 306 w 332"/>
                <a:gd name="T105" fmla="*/ 20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2" h="336">
                  <a:moveTo>
                    <a:pt x="166" y="245"/>
                  </a:moveTo>
                  <a:lnTo>
                    <a:pt x="158" y="244"/>
                  </a:lnTo>
                  <a:lnTo>
                    <a:pt x="151" y="243"/>
                  </a:lnTo>
                  <a:lnTo>
                    <a:pt x="143" y="241"/>
                  </a:lnTo>
                  <a:lnTo>
                    <a:pt x="135" y="239"/>
                  </a:lnTo>
                  <a:lnTo>
                    <a:pt x="129" y="235"/>
                  </a:lnTo>
                  <a:lnTo>
                    <a:pt x="122" y="231"/>
                  </a:lnTo>
                  <a:lnTo>
                    <a:pt x="116" y="227"/>
                  </a:lnTo>
                  <a:lnTo>
                    <a:pt x="111" y="222"/>
                  </a:lnTo>
                  <a:lnTo>
                    <a:pt x="106" y="217"/>
                  </a:lnTo>
                  <a:lnTo>
                    <a:pt x="101" y="211"/>
                  </a:lnTo>
                  <a:lnTo>
                    <a:pt x="97" y="204"/>
                  </a:lnTo>
                  <a:lnTo>
                    <a:pt x="94" y="198"/>
                  </a:lnTo>
                  <a:lnTo>
                    <a:pt x="92" y="190"/>
                  </a:lnTo>
                  <a:lnTo>
                    <a:pt x="89" y="182"/>
                  </a:lnTo>
                  <a:lnTo>
                    <a:pt x="88" y="175"/>
                  </a:lnTo>
                  <a:lnTo>
                    <a:pt x="88" y="167"/>
                  </a:lnTo>
                  <a:lnTo>
                    <a:pt x="88" y="159"/>
                  </a:lnTo>
                  <a:lnTo>
                    <a:pt x="89" y="151"/>
                  </a:lnTo>
                  <a:lnTo>
                    <a:pt x="92" y="144"/>
                  </a:lnTo>
                  <a:lnTo>
                    <a:pt x="94" y="136"/>
                  </a:lnTo>
                  <a:lnTo>
                    <a:pt x="97" y="130"/>
                  </a:lnTo>
                  <a:lnTo>
                    <a:pt x="101" y="123"/>
                  </a:lnTo>
                  <a:lnTo>
                    <a:pt x="106" y="117"/>
                  </a:lnTo>
                  <a:lnTo>
                    <a:pt x="111" y="112"/>
                  </a:lnTo>
                  <a:lnTo>
                    <a:pt x="116" y="106"/>
                  </a:lnTo>
                  <a:lnTo>
                    <a:pt x="122" y="103"/>
                  </a:lnTo>
                  <a:lnTo>
                    <a:pt x="129" y="99"/>
                  </a:lnTo>
                  <a:lnTo>
                    <a:pt x="135" y="95"/>
                  </a:lnTo>
                  <a:lnTo>
                    <a:pt x="143" y="92"/>
                  </a:lnTo>
                  <a:lnTo>
                    <a:pt x="151" y="90"/>
                  </a:lnTo>
                  <a:lnTo>
                    <a:pt x="158" y="90"/>
                  </a:lnTo>
                  <a:lnTo>
                    <a:pt x="166" y="89"/>
                  </a:lnTo>
                  <a:lnTo>
                    <a:pt x="174" y="90"/>
                  </a:lnTo>
                  <a:lnTo>
                    <a:pt x="181" y="90"/>
                  </a:lnTo>
                  <a:lnTo>
                    <a:pt x="189" y="92"/>
                  </a:lnTo>
                  <a:lnTo>
                    <a:pt x="196" y="95"/>
                  </a:lnTo>
                  <a:lnTo>
                    <a:pt x="203" y="99"/>
                  </a:lnTo>
                  <a:lnTo>
                    <a:pt x="210" y="103"/>
                  </a:lnTo>
                  <a:lnTo>
                    <a:pt x="215" y="106"/>
                  </a:lnTo>
                  <a:lnTo>
                    <a:pt x="221" y="112"/>
                  </a:lnTo>
                  <a:lnTo>
                    <a:pt x="226" y="117"/>
                  </a:lnTo>
                  <a:lnTo>
                    <a:pt x="230" y="123"/>
                  </a:lnTo>
                  <a:lnTo>
                    <a:pt x="234" y="130"/>
                  </a:lnTo>
                  <a:lnTo>
                    <a:pt x="238" y="136"/>
                  </a:lnTo>
                  <a:lnTo>
                    <a:pt x="241" y="144"/>
                  </a:lnTo>
                  <a:lnTo>
                    <a:pt x="242" y="151"/>
                  </a:lnTo>
                  <a:lnTo>
                    <a:pt x="243" y="159"/>
                  </a:lnTo>
                  <a:lnTo>
                    <a:pt x="244" y="167"/>
                  </a:lnTo>
                  <a:lnTo>
                    <a:pt x="243" y="175"/>
                  </a:lnTo>
                  <a:lnTo>
                    <a:pt x="242" y="182"/>
                  </a:lnTo>
                  <a:lnTo>
                    <a:pt x="241" y="190"/>
                  </a:lnTo>
                  <a:lnTo>
                    <a:pt x="238" y="198"/>
                  </a:lnTo>
                  <a:lnTo>
                    <a:pt x="234" y="204"/>
                  </a:lnTo>
                  <a:lnTo>
                    <a:pt x="230" y="211"/>
                  </a:lnTo>
                  <a:lnTo>
                    <a:pt x="226" y="217"/>
                  </a:lnTo>
                  <a:lnTo>
                    <a:pt x="221" y="222"/>
                  </a:lnTo>
                  <a:lnTo>
                    <a:pt x="215" y="227"/>
                  </a:lnTo>
                  <a:lnTo>
                    <a:pt x="210" y="231"/>
                  </a:lnTo>
                  <a:lnTo>
                    <a:pt x="203" y="235"/>
                  </a:lnTo>
                  <a:lnTo>
                    <a:pt x="196" y="239"/>
                  </a:lnTo>
                  <a:lnTo>
                    <a:pt x="189" y="241"/>
                  </a:lnTo>
                  <a:lnTo>
                    <a:pt x="181" y="243"/>
                  </a:lnTo>
                  <a:lnTo>
                    <a:pt x="174" y="244"/>
                  </a:lnTo>
                  <a:lnTo>
                    <a:pt x="166" y="245"/>
                  </a:lnTo>
                  <a:close/>
                  <a:moveTo>
                    <a:pt x="306" y="204"/>
                  </a:moveTo>
                  <a:lnTo>
                    <a:pt x="302" y="202"/>
                  </a:lnTo>
                  <a:lnTo>
                    <a:pt x="301" y="199"/>
                  </a:lnTo>
                  <a:lnTo>
                    <a:pt x="300" y="195"/>
                  </a:lnTo>
                  <a:lnTo>
                    <a:pt x="300" y="191"/>
                  </a:lnTo>
                  <a:lnTo>
                    <a:pt x="302" y="180"/>
                  </a:lnTo>
                  <a:lnTo>
                    <a:pt x="302" y="167"/>
                  </a:lnTo>
                  <a:lnTo>
                    <a:pt x="302" y="154"/>
                  </a:lnTo>
                  <a:lnTo>
                    <a:pt x="300" y="142"/>
                  </a:lnTo>
                  <a:lnTo>
                    <a:pt x="300" y="139"/>
                  </a:lnTo>
                  <a:lnTo>
                    <a:pt x="301" y="135"/>
                  </a:lnTo>
                  <a:lnTo>
                    <a:pt x="302" y="132"/>
                  </a:lnTo>
                  <a:lnTo>
                    <a:pt x="306" y="130"/>
                  </a:lnTo>
                  <a:lnTo>
                    <a:pt x="332" y="114"/>
                  </a:lnTo>
                  <a:lnTo>
                    <a:pt x="293" y="50"/>
                  </a:lnTo>
                  <a:lnTo>
                    <a:pt x="269" y="64"/>
                  </a:lnTo>
                  <a:lnTo>
                    <a:pt x="265" y="65"/>
                  </a:lnTo>
                  <a:lnTo>
                    <a:pt x="261" y="65"/>
                  </a:lnTo>
                  <a:lnTo>
                    <a:pt x="257" y="65"/>
                  </a:lnTo>
                  <a:lnTo>
                    <a:pt x="255" y="63"/>
                  </a:lnTo>
                  <a:lnTo>
                    <a:pt x="251" y="59"/>
                  </a:lnTo>
                  <a:lnTo>
                    <a:pt x="242" y="53"/>
                  </a:lnTo>
                  <a:lnTo>
                    <a:pt x="233" y="45"/>
                  </a:lnTo>
                  <a:lnTo>
                    <a:pt x="224" y="40"/>
                  </a:lnTo>
                  <a:lnTo>
                    <a:pt x="215" y="35"/>
                  </a:lnTo>
                  <a:lnTo>
                    <a:pt x="211" y="33"/>
                  </a:lnTo>
                  <a:lnTo>
                    <a:pt x="208" y="31"/>
                  </a:lnTo>
                  <a:lnTo>
                    <a:pt x="207" y="27"/>
                  </a:lnTo>
                  <a:lnTo>
                    <a:pt x="207" y="24"/>
                  </a:lnTo>
                  <a:lnTo>
                    <a:pt x="207" y="0"/>
                  </a:lnTo>
                  <a:lnTo>
                    <a:pt x="135" y="0"/>
                  </a:lnTo>
                  <a:lnTo>
                    <a:pt x="135" y="24"/>
                  </a:lnTo>
                  <a:lnTo>
                    <a:pt x="134" y="27"/>
                  </a:lnTo>
                  <a:lnTo>
                    <a:pt x="133" y="31"/>
                  </a:lnTo>
                  <a:lnTo>
                    <a:pt x="130" y="33"/>
                  </a:lnTo>
                  <a:lnTo>
                    <a:pt x="126" y="35"/>
                  </a:lnTo>
                  <a:lnTo>
                    <a:pt x="113" y="41"/>
                  </a:lnTo>
                  <a:lnTo>
                    <a:pt x="101" y="47"/>
                  </a:lnTo>
                  <a:lnTo>
                    <a:pt x="88" y="55"/>
                  </a:lnTo>
                  <a:lnTo>
                    <a:pt x="77" y="63"/>
                  </a:lnTo>
                  <a:lnTo>
                    <a:pt x="75" y="65"/>
                  </a:lnTo>
                  <a:lnTo>
                    <a:pt x="71" y="65"/>
                  </a:lnTo>
                  <a:lnTo>
                    <a:pt x="67" y="65"/>
                  </a:lnTo>
                  <a:lnTo>
                    <a:pt x="63" y="64"/>
                  </a:lnTo>
                  <a:lnTo>
                    <a:pt x="38" y="50"/>
                  </a:lnTo>
                  <a:lnTo>
                    <a:pt x="0" y="114"/>
                  </a:lnTo>
                  <a:lnTo>
                    <a:pt x="26" y="130"/>
                  </a:lnTo>
                  <a:lnTo>
                    <a:pt x="29" y="132"/>
                  </a:lnTo>
                  <a:lnTo>
                    <a:pt x="31" y="135"/>
                  </a:lnTo>
                  <a:lnTo>
                    <a:pt x="33" y="139"/>
                  </a:lnTo>
                  <a:lnTo>
                    <a:pt x="31" y="142"/>
                  </a:lnTo>
                  <a:lnTo>
                    <a:pt x="30" y="154"/>
                  </a:lnTo>
                  <a:lnTo>
                    <a:pt x="30" y="167"/>
                  </a:lnTo>
                  <a:lnTo>
                    <a:pt x="30" y="178"/>
                  </a:lnTo>
                  <a:lnTo>
                    <a:pt x="31" y="191"/>
                  </a:lnTo>
                  <a:lnTo>
                    <a:pt x="33" y="195"/>
                  </a:lnTo>
                  <a:lnTo>
                    <a:pt x="31" y="199"/>
                  </a:lnTo>
                  <a:lnTo>
                    <a:pt x="29" y="202"/>
                  </a:lnTo>
                  <a:lnTo>
                    <a:pt x="26" y="204"/>
                  </a:lnTo>
                  <a:lnTo>
                    <a:pt x="0" y="220"/>
                  </a:lnTo>
                  <a:lnTo>
                    <a:pt x="38" y="284"/>
                  </a:lnTo>
                  <a:lnTo>
                    <a:pt x="63" y="270"/>
                  </a:lnTo>
                  <a:lnTo>
                    <a:pt x="67" y="268"/>
                  </a:lnTo>
                  <a:lnTo>
                    <a:pt x="71" y="267"/>
                  </a:lnTo>
                  <a:lnTo>
                    <a:pt x="75" y="268"/>
                  </a:lnTo>
                  <a:lnTo>
                    <a:pt x="77" y="271"/>
                  </a:lnTo>
                  <a:lnTo>
                    <a:pt x="89" y="279"/>
                  </a:lnTo>
                  <a:lnTo>
                    <a:pt x="106" y="286"/>
                  </a:lnTo>
                  <a:lnTo>
                    <a:pt x="124" y="295"/>
                  </a:lnTo>
                  <a:lnTo>
                    <a:pt x="139" y="300"/>
                  </a:lnTo>
                  <a:lnTo>
                    <a:pt x="142" y="303"/>
                  </a:lnTo>
                  <a:lnTo>
                    <a:pt x="144" y="306"/>
                  </a:lnTo>
                  <a:lnTo>
                    <a:pt x="146" y="308"/>
                  </a:lnTo>
                  <a:lnTo>
                    <a:pt x="147" y="312"/>
                  </a:lnTo>
                  <a:lnTo>
                    <a:pt x="147" y="336"/>
                  </a:lnTo>
                  <a:lnTo>
                    <a:pt x="207" y="336"/>
                  </a:lnTo>
                  <a:lnTo>
                    <a:pt x="207" y="312"/>
                  </a:lnTo>
                  <a:lnTo>
                    <a:pt x="207" y="308"/>
                  </a:lnTo>
                  <a:lnTo>
                    <a:pt x="208" y="306"/>
                  </a:lnTo>
                  <a:lnTo>
                    <a:pt x="211" y="303"/>
                  </a:lnTo>
                  <a:lnTo>
                    <a:pt x="215" y="300"/>
                  </a:lnTo>
                  <a:lnTo>
                    <a:pt x="223" y="297"/>
                  </a:lnTo>
                  <a:lnTo>
                    <a:pt x="230" y="291"/>
                  </a:lnTo>
                  <a:lnTo>
                    <a:pt x="238" y="285"/>
                  </a:lnTo>
                  <a:lnTo>
                    <a:pt x="246" y="279"/>
                  </a:lnTo>
                  <a:lnTo>
                    <a:pt x="250" y="275"/>
                  </a:lnTo>
                  <a:lnTo>
                    <a:pt x="255" y="271"/>
                  </a:lnTo>
                  <a:lnTo>
                    <a:pt x="257" y="268"/>
                  </a:lnTo>
                  <a:lnTo>
                    <a:pt x="261" y="267"/>
                  </a:lnTo>
                  <a:lnTo>
                    <a:pt x="265" y="268"/>
                  </a:lnTo>
                  <a:lnTo>
                    <a:pt x="269" y="270"/>
                  </a:lnTo>
                  <a:lnTo>
                    <a:pt x="295" y="284"/>
                  </a:lnTo>
                  <a:lnTo>
                    <a:pt x="332" y="220"/>
                  </a:lnTo>
                  <a:lnTo>
                    <a:pt x="306"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87" name="Group 86">
            <a:extLst>
              <a:ext uri="{FF2B5EF4-FFF2-40B4-BE49-F238E27FC236}">
                <a16:creationId xmlns:a16="http://schemas.microsoft.com/office/drawing/2014/main" id="{E5B2DDC0-FC5B-488E-82A5-29C43793487D}"/>
              </a:ext>
            </a:extLst>
          </p:cNvPr>
          <p:cNvGrpSpPr/>
          <p:nvPr/>
        </p:nvGrpSpPr>
        <p:grpSpPr>
          <a:xfrm>
            <a:off x="7500453" y="4823605"/>
            <a:ext cx="382448" cy="382448"/>
            <a:chOff x="7021513" y="5349875"/>
            <a:chExt cx="287337" cy="287338"/>
          </a:xfrm>
          <a:solidFill>
            <a:schemeClr val="accent3">
              <a:lumMod val="40000"/>
              <a:lumOff val="60000"/>
            </a:schemeClr>
          </a:solidFill>
        </p:grpSpPr>
        <p:sp>
          <p:nvSpPr>
            <p:cNvPr id="88" name="Freeform 3675">
              <a:extLst>
                <a:ext uri="{FF2B5EF4-FFF2-40B4-BE49-F238E27FC236}">
                  <a16:creationId xmlns:a16="http://schemas.microsoft.com/office/drawing/2014/main" id="{8F0CEDFE-5EE9-4674-8AC1-D7796A5065CF}"/>
                </a:ext>
              </a:extLst>
            </p:cNvPr>
            <p:cNvSpPr>
              <a:spLocks/>
            </p:cNvSpPr>
            <p:nvPr/>
          </p:nvSpPr>
          <p:spPr bwMode="auto">
            <a:xfrm>
              <a:off x="7021513" y="5349875"/>
              <a:ext cx="180975" cy="238125"/>
            </a:xfrm>
            <a:custGeom>
              <a:avLst/>
              <a:gdLst>
                <a:gd name="T0" fmla="*/ 412 w 456"/>
                <a:gd name="T1" fmla="*/ 384 h 602"/>
                <a:gd name="T2" fmla="*/ 376 w 456"/>
                <a:gd name="T3" fmla="*/ 370 h 602"/>
                <a:gd name="T4" fmla="*/ 361 w 456"/>
                <a:gd name="T5" fmla="*/ 307 h 602"/>
                <a:gd name="T6" fmla="*/ 379 w 456"/>
                <a:gd name="T7" fmla="*/ 288 h 602"/>
                <a:gd name="T8" fmla="*/ 397 w 456"/>
                <a:gd name="T9" fmla="*/ 252 h 602"/>
                <a:gd name="T10" fmla="*/ 406 w 456"/>
                <a:gd name="T11" fmla="*/ 214 h 602"/>
                <a:gd name="T12" fmla="*/ 415 w 456"/>
                <a:gd name="T13" fmla="*/ 202 h 602"/>
                <a:gd name="T14" fmla="*/ 420 w 456"/>
                <a:gd name="T15" fmla="*/ 183 h 602"/>
                <a:gd name="T16" fmla="*/ 416 w 456"/>
                <a:gd name="T17" fmla="*/ 152 h 602"/>
                <a:gd name="T18" fmla="*/ 412 w 456"/>
                <a:gd name="T19" fmla="*/ 121 h 602"/>
                <a:gd name="T20" fmla="*/ 420 w 456"/>
                <a:gd name="T21" fmla="*/ 78 h 602"/>
                <a:gd name="T22" fmla="*/ 415 w 456"/>
                <a:gd name="T23" fmla="*/ 45 h 602"/>
                <a:gd name="T24" fmla="*/ 402 w 456"/>
                <a:gd name="T25" fmla="*/ 27 h 602"/>
                <a:gd name="T26" fmla="*/ 383 w 456"/>
                <a:gd name="T27" fmla="*/ 15 h 602"/>
                <a:gd name="T28" fmla="*/ 342 w 456"/>
                <a:gd name="T29" fmla="*/ 3 h 602"/>
                <a:gd name="T30" fmla="*/ 291 w 456"/>
                <a:gd name="T31" fmla="*/ 0 h 602"/>
                <a:gd name="T32" fmla="*/ 245 w 456"/>
                <a:gd name="T33" fmla="*/ 9 h 602"/>
                <a:gd name="T34" fmla="*/ 213 w 456"/>
                <a:gd name="T35" fmla="*/ 27 h 602"/>
                <a:gd name="T36" fmla="*/ 202 w 456"/>
                <a:gd name="T37" fmla="*/ 42 h 602"/>
                <a:gd name="T38" fmla="*/ 181 w 456"/>
                <a:gd name="T39" fmla="*/ 44 h 602"/>
                <a:gd name="T40" fmla="*/ 163 w 456"/>
                <a:gd name="T41" fmla="*/ 56 h 602"/>
                <a:gd name="T42" fmla="*/ 154 w 456"/>
                <a:gd name="T43" fmla="*/ 87 h 602"/>
                <a:gd name="T44" fmla="*/ 164 w 456"/>
                <a:gd name="T45" fmla="*/ 138 h 602"/>
                <a:gd name="T46" fmla="*/ 159 w 456"/>
                <a:gd name="T47" fmla="*/ 144 h 602"/>
                <a:gd name="T48" fmla="*/ 150 w 456"/>
                <a:gd name="T49" fmla="*/ 162 h 602"/>
                <a:gd name="T50" fmla="*/ 149 w 456"/>
                <a:gd name="T51" fmla="*/ 184 h 602"/>
                <a:gd name="T52" fmla="*/ 154 w 456"/>
                <a:gd name="T53" fmla="*/ 201 h 602"/>
                <a:gd name="T54" fmla="*/ 163 w 456"/>
                <a:gd name="T55" fmla="*/ 214 h 602"/>
                <a:gd name="T56" fmla="*/ 169 w 456"/>
                <a:gd name="T57" fmla="*/ 237 h 602"/>
                <a:gd name="T58" fmla="*/ 180 w 456"/>
                <a:gd name="T59" fmla="*/ 271 h 602"/>
                <a:gd name="T60" fmla="*/ 203 w 456"/>
                <a:gd name="T61" fmla="*/ 306 h 602"/>
                <a:gd name="T62" fmla="*/ 216 w 456"/>
                <a:gd name="T63" fmla="*/ 364 h 602"/>
                <a:gd name="T64" fmla="*/ 171 w 456"/>
                <a:gd name="T65" fmla="*/ 381 h 602"/>
                <a:gd name="T66" fmla="*/ 107 w 456"/>
                <a:gd name="T67" fmla="*/ 401 h 602"/>
                <a:gd name="T68" fmla="*/ 46 w 456"/>
                <a:gd name="T69" fmla="*/ 428 h 602"/>
                <a:gd name="T70" fmla="*/ 22 w 456"/>
                <a:gd name="T71" fmla="*/ 449 h 602"/>
                <a:gd name="T72" fmla="*/ 10 w 456"/>
                <a:gd name="T73" fmla="*/ 479 h 602"/>
                <a:gd name="T74" fmla="*/ 2 w 456"/>
                <a:gd name="T75" fmla="*/ 540 h 602"/>
                <a:gd name="T76" fmla="*/ 1 w 456"/>
                <a:gd name="T77" fmla="*/ 594 h 602"/>
                <a:gd name="T78" fmla="*/ 11 w 456"/>
                <a:gd name="T79" fmla="*/ 602 h 602"/>
                <a:gd name="T80" fmla="*/ 374 w 456"/>
                <a:gd name="T81" fmla="*/ 559 h 602"/>
                <a:gd name="T82" fmla="*/ 366 w 456"/>
                <a:gd name="T83" fmla="*/ 528 h 602"/>
                <a:gd name="T84" fmla="*/ 367 w 456"/>
                <a:gd name="T85" fmla="*/ 494 h 602"/>
                <a:gd name="T86" fmla="*/ 377 w 456"/>
                <a:gd name="T87" fmla="*/ 463 h 602"/>
                <a:gd name="T88" fmla="*/ 393 w 456"/>
                <a:gd name="T89" fmla="*/ 437 h 602"/>
                <a:gd name="T90" fmla="*/ 413 w 456"/>
                <a:gd name="T91" fmla="*/ 418 h 602"/>
                <a:gd name="T92" fmla="*/ 438 w 456"/>
                <a:gd name="T93" fmla="*/ 405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6" h="602">
                  <a:moveTo>
                    <a:pt x="456" y="399"/>
                  </a:moveTo>
                  <a:lnTo>
                    <a:pt x="424" y="388"/>
                  </a:lnTo>
                  <a:lnTo>
                    <a:pt x="412" y="384"/>
                  </a:lnTo>
                  <a:lnTo>
                    <a:pt x="401" y="379"/>
                  </a:lnTo>
                  <a:lnTo>
                    <a:pt x="389" y="375"/>
                  </a:lnTo>
                  <a:lnTo>
                    <a:pt x="376" y="370"/>
                  </a:lnTo>
                  <a:lnTo>
                    <a:pt x="368" y="368"/>
                  </a:lnTo>
                  <a:lnTo>
                    <a:pt x="361" y="364"/>
                  </a:lnTo>
                  <a:lnTo>
                    <a:pt x="361" y="307"/>
                  </a:lnTo>
                  <a:lnTo>
                    <a:pt x="366" y="302"/>
                  </a:lnTo>
                  <a:lnTo>
                    <a:pt x="372" y="297"/>
                  </a:lnTo>
                  <a:lnTo>
                    <a:pt x="379" y="288"/>
                  </a:lnTo>
                  <a:lnTo>
                    <a:pt x="385" y="279"/>
                  </a:lnTo>
                  <a:lnTo>
                    <a:pt x="392" y="266"/>
                  </a:lnTo>
                  <a:lnTo>
                    <a:pt x="397" y="252"/>
                  </a:lnTo>
                  <a:lnTo>
                    <a:pt x="401" y="235"/>
                  </a:lnTo>
                  <a:lnTo>
                    <a:pt x="402" y="216"/>
                  </a:lnTo>
                  <a:lnTo>
                    <a:pt x="406" y="214"/>
                  </a:lnTo>
                  <a:lnTo>
                    <a:pt x="410" y="211"/>
                  </a:lnTo>
                  <a:lnTo>
                    <a:pt x="412" y="207"/>
                  </a:lnTo>
                  <a:lnTo>
                    <a:pt x="415" y="202"/>
                  </a:lnTo>
                  <a:lnTo>
                    <a:pt x="417" y="197"/>
                  </a:lnTo>
                  <a:lnTo>
                    <a:pt x="419" y="191"/>
                  </a:lnTo>
                  <a:lnTo>
                    <a:pt x="420" y="183"/>
                  </a:lnTo>
                  <a:lnTo>
                    <a:pt x="420" y="175"/>
                  </a:lnTo>
                  <a:lnTo>
                    <a:pt x="420" y="164"/>
                  </a:lnTo>
                  <a:lnTo>
                    <a:pt x="416" y="152"/>
                  </a:lnTo>
                  <a:lnTo>
                    <a:pt x="412" y="144"/>
                  </a:lnTo>
                  <a:lnTo>
                    <a:pt x="406" y="137"/>
                  </a:lnTo>
                  <a:lnTo>
                    <a:pt x="412" y="121"/>
                  </a:lnTo>
                  <a:lnTo>
                    <a:pt x="417" y="101"/>
                  </a:lnTo>
                  <a:lnTo>
                    <a:pt x="420" y="89"/>
                  </a:lnTo>
                  <a:lnTo>
                    <a:pt x="420" y="78"/>
                  </a:lnTo>
                  <a:lnTo>
                    <a:pt x="420" y="65"/>
                  </a:lnTo>
                  <a:lnTo>
                    <a:pt x="417" y="53"/>
                  </a:lnTo>
                  <a:lnTo>
                    <a:pt x="415" y="45"/>
                  </a:lnTo>
                  <a:lnTo>
                    <a:pt x="412" y="39"/>
                  </a:lnTo>
                  <a:lnTo>
                    <a:pt x="407" y="34"/>
                  </a:lnTo>
                  <a:lnTo>
                    <a:pt x="402" y="27"/>
                  </a:lnTo>
                  <a:lnTo>
                    <a:pt x="397" y="24"/>
                  </a:lnTo>
                  <a:lnTo>
                    <a:pt x="390" y="18"/>
                  </a:lnTo>
                  <a:lnTo>
                    <a:pt x="383" y="15"/>
                  </a:lnTo>
                  <a:lnTo>
                    <a:pt x="376" y="12"/>
                  </a:lnTo>
                  <a:lnTo>
                    <a:pt x="359" y="7"/>
                  </a:lnTo>
                  <a:lnTo>
                    <a:pt x="342" y="3"/>
                  </a:lnTo>
                  <a:lnTo>
                    <a:pt x="325" y="0"/>
                  </a:lnTo>
                  <a:lnTo>
                    <a:pt x="307" y="0"/>
                  </a:lnTo>
                  <a:lnTo>
                    <a:pt x="291" y="0"/>
                  </a:lnTo>
                  <a:lnTo>
                    <a:pt x="276" y="2"/>
                  </a:lnTo>
                  <a:lnTo>
                    <a:pt x="261" y="6"/>
                  </a:lnTo>
                  <a:lnTo>
                    <a:pt x="245" y="9"/>
                  </a:lnTo>
                  <a:lnTo>
                    <a:pt x="231" y="16"/>
                  </a:lnTo>
                  <a:lnTo>
                    <a:pt x="218" y="22"/>
                  </a:lnTo>
                  <a:lnTo>
                    <a:pt x="213" y="27"/>
                  </a:lnTo>
                  <a:lnTo>
                    <a:pt x="209" y="31"/>
                  </a:lnTo>
                  <a:lnTo>
                    <a:pt x="204" y="36"/>
                  </a:lnTo>
                  <a:lnTo>
                    <a:pt x="202" y="42"/>
                  </a:lnTo>
                  <a:lnTo>
                    <a:pt x="194" y="42"/>
                  </a:lnTo>
                  <a:lnTo>
                    <a:pt x="187" y="43"/>
                  </a:lnTo>
                  <a:lnTo>
                    <a:pt x="181" y="44"/>
                  </a:lnTo>
                  <a:lnTo>
                    <a:pt x="176" y="45"/>
                  </a:lnTo>
                  <a:lnTo>
                    <a:pt x="168" y="51"/>
                  </a:lnTo>
                  <a:lnTo>
                    <a:pt x="163" y="56"/>
                  </a:lnTo>
                  <a:lnTo>
                    <a:pt x="158" y="65"/>
                  </a:lnTo>
                  <a:lnTo>
                    <a:pt x="155" y="75"/>
                  </a:lnTo>
                  <a:lnTo>
                    <a:pt x="154" y="87"/>
                  </a:lnTo>
                  <a:lnTo>
                    <a:pt x="155" y="98"/>
                  </a:lnTo>
                  <a:lnTo>
                    <a:pt x="159" y="120"/>
                  </a:lnTo>
                  <a:lnTo>
                    <a:pt x="164" y="138"/>
                  </a:lnTo>
                  <a:lnTo>
                    <a:pt x="164" y="139"/>
                  </a:lnTo>
                  <a:lnTo>
                    <a:pt x="164" y="139"/>
                  </a:lnTo>
                  <a:lnTo>
                    <a:pt x="159" y="144"/>
                  </a:lnTo>
                  <a:lnTo>
                    <a:pt x="154" y="151"/>
                  </a:lnTo>
                  <a:lnTo>
                    <a:pt x="151" y="156"/>
                  </a:lnTo>
                  <a:lnTo>
                    <a:pt x="150" y="162"/>
                  </a:lnTo>
                  <a:lnTo>
                    <a:pt x="149" y="170"/>
                  </a:lnTo>
                  <a:lnTo>
                    <a:pt x="149" y="176"/>
                  </a:lnTo>
                  <a:lnTo>
                    <a:pt x="149" y="184"/>
                  </a:lnTo>
                  <a:lnTo>
                    <a:pt x="150" y="191"/>
                  </a:lnTo>
                  <a:lnTo>
                    <a:pt x="151" y="196"/>
                  </a:lnTo>
                  <a:lnTo>
                    <a:pt x="154" y="201"/>
                  </a:lnTo>
                  <a:lnTo>
                    <a:pt x="157" y="206"/>
                  </a:lnTo>
                  <a:lnTo>
                    <a:pt x="159" y="210"/>
                  </a:lnTo>
                  <a:lnTo>
                    <a:pt x="163" y="214"/>
                  </a:lnTo>
                  <a:lnTo>
                    <a:pt x="167" y="216"/>
                  </a:lnTo>
                  <a:lnTo>
                    <a:pt x="168" y="227"/>
                  </a:lnTo>
                  <a:lnTo>
                    <a:pt x="169" y="237"/>
                  </a:lnTo>
                  <a:lnTo>
                    <a:pt x="171" y="246"/>
                  </a:lnTo>
                  <a:lnTo>
                    <a:pt x="173" y="255"/>
                  </a:lnTo>
                  <a:lnTo>
                    <a:pt x="180" y="271"/>
                  </a:lnTo>
                  <a:lnTo>
                    <a:pt x="187" y="286"/>
                  </a:lnTo>
                  <a:lnTo>
                    <a:pt x="195" y="297"/>
                  </a:lnTo>
                  <a:lnTo>
                    <a:pt x="203" y="306"/>
                  </a:lnTo>
                  <a:lnTo>
                    <a:pt x="211" y="314"/>
                  </a:lnTo>
                  <a:lnTo>
                    <a:pt x="216" y="319"/>
                  </a:lnTo>
                  <a:lnTo>
                    <a:pt x="216" y="364"/>
                  </a:lnTo>
                  <a:lnTo>
                    <a:pt x="202" y="369"/>
                  </a:lnTo>
                  <a:lnTo>
                    <a:pt x="186" y="375"/>
                  </a:lnTo>
                  <a:lnTo>
                    <a:pt x="171" y="381"/>
                  </a:lnTo>
                  <a:lnTo>
                    <a:pt x="155" y="384"/>
                  </a:lnTo>
                  <a:lnTo>
                    <a:pt x="130" y="393"/>
                  </a:lnTo>
                  <a:lnTo>
                    <a:pt x="107" y="401"/>
                  </a:lnTo>
                  <a:lnTo>
                    <a:pt x="83" y="410"/>
                  </a:lnTo>
                  <a:lnTo>
                    <a:pt x="64" y="419"/>
                  </a:lnTo>
                  <a:lnTo>
                    <a:pt x="46" y="428"/>
                  </a:lnTo>
                  <a:lnTo>
                    <a:pt x="32" y="438"/>
                  </a:lnTo>
                  <a:lnTo>
                    <a:pt x="27" y="444"/>
                  </a:lnTo>
                  <a:lnTo>
                    <a:pt x="22" y="449"/>
                  </a:lnTo>
                  <a:lnTo>
                    <a:pt x="18" y="455"/>
                  </a:lnTo>
                  <a:lnTo>
                    <a:pt x="15" y="460"/>
                  </a:lnTo>
                  <a:lnTo>
                    <a:pt x="10" y="479"/>
                  </a:lnTo>
                  <a:lnTo>
                    <a:pt x="6" y="499"/>
                  </a:lnTo>
                  <a:lnTo>
                    <a:pt x="4" y="521"/>
                  </a:lnTo>
                  <a:lnTo>
                    <a:pt x="2" y="540"/>
                  </a:lnTo>
                  <a:lnTo>
                    <a:pt x="0" y="573"/>
                  </a:lnTo>
                  <a:lnTo>
                    <a:pt x="0" y="589"/>
                  </a:lnTo>
                  <a:lnTo>
                    <a:pt x="1" y="594"/>
                  </a:lnTo>
                  <a:lnTo>
                    <a:pt x="4" y="598"/>
                  </a:lnTo>
                  <a:lnTo>
                    <a:pt x="8" y="600"/>
                  </a:lnTo>
                  <a:lnTo>
                    <a:pt x="11" y="602"/>
                  </a:lnTo>
                  <a:lnTo>
                    <a:pt x="395" y="602"/>
                  </a:lnTo>
                  <a:lnTo>
                    <a:pt x="383" y="581"/>
                  </a:lnTo>
                  <a:lnTo>
                    <a:pt x="374" y="559"/>
                  </a:lnTo>
                  <a:lnTo>
                    <a:pt x="371" y="549"/>
                  </a:lnTo>
                  <a:lnTo>
                    <a:pt x="368" y="539"/>
                  </a:lnTo>
                  <a:lnTo>
                    <a:pt x="366" y="528"/>
                  </a:lnTo>
                  <a:lnTo>
                    <a:pt x="366" y="518"/>
                  </a:lnTo>
                  <a:lnTo>
                    <a:pt x="366" y="505"/>
                  </a:lnTo>
                  <a:lnTo>
                    <a:pt x="367" y="494"/>
                  </a:lnTo>
                  <a:lnTo>
                    <a:pt x="370" y="483"/>
                  </a:lnTo>
                  <a:lnTo>
                    <a:pt x="374" y="473"/>
                  </a:lnTo>
                  <a:lnTo>
                    <a:pt x="377" y="463"/>
                  </a:lnTo>
                  <a:lnTo>
                    <a:pt x="381" y="454"/>
                  </a:lnTo>
                  <a:lnTo>
                    <a:pt x="388" y="445"/>
                  </a:lnTo>
                  <a:lnTo>
                    <a:pt x="393" y="437"/>
                  </a:lnTo>
                  <a:lnTo>
                    <a:pt x="399" y="431"/>
                  </a:lnTo>
                  <a:lnTo>
                    <a:pt x="407" y="424"/>
                  </a:lnTo>
                  <a:lnTo>
                    <a:pt x="413" y="418"/>
                  </a:lnTo>
                  <a:lnTo>
                    <a:pt x="422" y="413"/>
                  </a:lnTo>
                  <a:lnTo>
                    <a:pt x="430" y="409"/>
                  </a:lnTo>
                  <a:lnTo>
                    <a:pt x="438" y="405"/>
                  </a:lnTo>
                  <a:lnTo>
                    <a:pt x="447" y="401"/>
                  </a:lnTo>
                  <a:lnTo>
                    <a:pt x="456" y="3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89" name="Freeform 3676">
              <a:extLst>
                <a:ext uri="{FF2B5EF4-FFF2-40B4-BE49-F238E27FC236}">
                  <a16:creationId xmlns:a16="http://schemas.microsoft.com/office/drawing/2014/main" id="{4E78BD5B-DFBA-44E1-A4D6-EAA48F466D6A}"/>
                </a:ext>
              </a:extLst>
            </p:cNvPr>
            <p:cNvSpPr>
              <a:spLocks/>
            </p:cNvSpPr>
            <p:nvPr/>
          </p:nvSpPr>
          <p:spPr bwMode="auto">
            <a:xfrm>
              <a:off x="7177088" y="5516563"/>
              <a:ext cx="131762" cy="120650"/>
            </a:xfrm>
            <a:custGeom>
              <a:avLst/>
              <a:gdLst>
                <a:gd name="T0" fmla="*/ 238 w 330"/>
                <a:gd name="T1" fmla="*/ 0 h 304"/>
                <a:gd name="T2" fmla="*/ 233 w 330"/>
                <a:gd name="T3" fmla="*/ 2 h 304"/>
                <a:gd name="T4" fmla="*/ 228 w 330"/>
                <a:gd name="T5" fmla="*/ 2 h 304"/>
                <a:gd name="T6" fmla="*/ 221 w 330"/>
                <a:gd name="T7" fmla="*/ 4 h 304"/>
                <a:gd name="T8" fmla="*/ 217 w 330"/>
                <a:gd name="T9" fmla="*/ 6 h 304"/>
                <a:gd name="T10" fmla="*/ 211 w 330"/>
                <a:gd name="T11" fmla="*/ 7 h 304"/>
                <a:gd name="T12" fmla="*/ 206 w 330"/>
                <a:gd name="T13" fmla="*/ 9 h 304"/>
                <a:gd name="T14" fmla="*/ 202 w 330"/>
                <a:gd name="T15" fmla="*/ 13 h 304"/>
                <a:gd name="T16" fmla="*/ 197 w 330"/>
                <a:gd name="T17" fmla="*/ 16 h 304"/>
                <a:gd name="T18" fmla="*/ 192 w 330"/>
                <a:gd name="T19" fmla="*/ 20 h 304"/>
                <a:gd name="T20" fmla="*/ 184 w 330"/>
                <a:gd name="T21" fmla="*/ 26 h 304"/>
                <a:gd name="T22" fmla="*/ 171 w 330"/>
                <a:gd name="T23" fmla="*/ 43 h 304"/>
                <a:gd name="T24" fmla="*/ 160 w 330"/>
                <a:gd name="T25" fmla="*/ 43 h 304"/>
                <a:gd name="T26" fmla="*/ 147 w 330"/>
                <a:gd name="T27" fmla="*/ 26 h 304"/>
                <a:gd name="T28" fmla="*/ 127 w 330"/>
                <a:gd name="T29" fmla="*/ 12 h 304"/>
                <a:gd name="T30" fmla="*/ 102 w 330"/>
                <a:gd name="T31" fmla="*/ 2 h 304"/>
                <a:gd name="T32" fmla="*/ 77 w 330"/>
                <a:gd name="T33" fmla="*/ 2 h 304"/>
                <a:gd name="T34" fmla="*/ 56 w 330"/>
                <a:gd name="T35" fmla="*/ 8 h 304"/>
                <a:gd name="T36" fmla="*/ 35 w 330"/>
                <a:gd name="T37" fmla="*/ 20 h 304"/>
                <a:gd name="T38" fmla="*/ 18 w 330"/>
                <a:gd name="T39" fmla="*/ 38 h 304"/>
                <a:gd name="T40" fmla="*/ 7 w 330"/>
                <a:gd name="T41" fmla="*/ 59 h 304"/>
                <a:gd name="T42" fmla="*/ 0 w 330"/>
                <a:gd name="T43" fmla="*/ 84 h 304"/>
                <a:gd name="T44" fmla="*/ 0 w 330"/>
                <a:gd name="T45" fmla="*/ 110 h 304"/>
                <a:gd name="T46" fmla="*/ 7 w 330"/>
                <a:gd name="T47" fmla="*/ 133 h 304"/>
                <a:gd name="T48" fmla="*/ 18 w 330"/>
                <a:gd name="T49" fmla="*/ 157 h 304"/>
                <a:gd name="T50" fmla="*/ 35 w 330"/>
                <a:gd name="T51" fmla="*/ 182 h 304"/>
                <a:gd name="T52" fmla="*/ 45 w 330"/>
                <a:gd name="T53" fmla="*/ 196 h 304"/>
                <a:gd name="T54" fmla="*/ 50 w 330"/>
                <a:gd name="T55" fmla="*/ 201 h 304"/>
                <a:gd name="T56" fmla="*/ 67 w 330"/>
                <a:gd name="T57" fmla="*/ 220 h 304"/>
                <a:gd name="T58" fmla="*/ 97 w 330"/>
                <a:gd name="T59" fmla="*/ 250 h 304"/>
                <a:gd name="T60" fmla="*/ 135 w 330"/>
                <a:gd name="T61" fmla="*/ 283 h 304"/>
                <a:gd name="T62" fmla="*/ 156 w 330"/>
                <a:gd name="T63" fmla="*/ 300 h 304"/>
                <a:gd name="T64" fmla="*/ 158 w 330"/>
                <a:gd name="T65" fmla="*/ 301 h 304"/>
                <a:gd name="T66" fmla="*/ 162 w 330"/>
                <a:gd name="T67" fmla="*/ 304 h 304"/>
                <a:gd name="T68" fmla="*/ 169 w 330"/>
                <a:gd name="T69" fmla="*/ 304 h 304"/>
                <a:gd name="T70" fmla="*/ 172 w 330"/>
                <a:gd name="T71" fmla="*/ 301 h 304"/>
                <a:gd name="T72" fmla="*/ 175 w 330"/>
                <a:gd name="T73" fmla="*/ 300 h 304"/>
                <a:gd name="T74" fmla="*/ 196 w 330"/>
                <a:gd name="T75" fmla="*/ 283 h 304"/>
                <a:gd name="T76" fmla="*/ 234 w 330"/>
                <a:gd name="T77" fmla="*/ 250 h 304"/>
                <a:gd name="T78" fmla="*/ 264 w 330"/>
                <a:gd name="T79" fmla="*/ 220 h 304"/>
                <a:gd name="T80" fmla="*/ 280 w 330"/>
                <a:gd name="T81" fmla="*/ 201 h 304"/>
                <a:gd name="T82" fmla="*/ 285 w 330"/>
                <a:gd name="T83" fmla="*/ 196 h 304"/>
                <a:gd name="T84" fmla="*/ 302 w 330"/>
                <a:gd name="T85" fmla="*/ 174 h 304"/>
                <a:gd name="T86" fmla="*/ 320 w 330"/>
                <a:gd name="T87" fmla="*/ 142 h 304"/>
                <a:gd name="T88" fmla="*/ 328 w 330"/>
                <a:gd name="T89" fmla="*/ 121 h 304"/>
                <a:gd name="T90" fmla="*/ 329 w 330"/>
                <a:gd name="T91" fmla="*/ 111 h 304"/>
                <a:gd name="T92" fmla="*/ 330 w 330"/>
                <a:gd name="T93" fmla="*/ 103 h 304"/>
                <a:gd name="T94" fmla="*/ 330 w 330"/>
                <a:gd name="T95" fmla="*/ 86 h 304"/>
                <a:gd name="T96" fmla="*/ 327 w 330"/>
                <a:gd name="T97" fmla="*/ 66 h 304"/>
                <a:gd name="T98" fmla="*/ 319 w 330"/>
                <a:gd name="T99" fmla="*/ 48 h 304"/>
                <a:gd name="T100" fmla="*/ 309 w 330"/>
                <a:gd name="T101" fmla="*/ 33 h 304"/>
                <a:gd name="T102" fmla="*/ 297 w 330"/>
                <a:gd name="T103" fmla="*/ 21 h 304"/>
                <a:gd name="T104" fmla="*/ 283 w 330"/>
                <a:gd name="T105" fmla="*/ 11 h 304"/>
                <a:gd name="T106" fmla="*/ 267 w 330"/>
                <a:gd name="T107" fmla="*/ 4 h 304"/>
                <a:gd name="T108" fmla="*/ 251 w 330"/>
                <a:gd name="T109" fmla="*/ 2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0" h="304">
                  <a:moveTo>
                    <a:pt x="243" y="0"/>
                  </a:moveTo>
                  <a:lnTo>
                    <a:pt x="238" y="0"/>
                  </a:lnTo>
                  <a:lnTo>
                    <a:pt x="233" y="2"/>
                  </a:lnTo>
                  <a:lnTo>
                    <a:pt x="233" y="2"/>
                  </a:lnTo>
                  <a:lnTo>
                    <a:pt x="233" y="2"/>
                  </a:lnTo>
                  <a:lnTo>
                    <a:pt x="228" y="2"/>
                  </a:lnTo>
                  <a:lnTo>
                    <a:pt x="222" y="3"/>
                  </a:lnTo>
                  <a:lnTo>
                    <a:pt x="221" y="4"/>
                  </a:lnTo>
                  <a:lnTo>
                    <a:pt x="221" y="4"/>
                  </a:lnTo>
                  <a:lnTo>
                    <a:pt x="217" y="6"/>
                  </a:lnTo>
                  <a:lnTo>
                    <a:pt x="212" y="7"/>
                  </a:lnTo>
                  <a:lnTo>
                    <a:pt x="211" y="7"/>
                  </a:lnTo>
                  <a:lnTo>
                    <a:pt x="211" y="8"/>
                  </a:lnTo>
                  <a:lnTo>
                    <a:pt x="206" y="9"/>
                  </a:lnTo>
                  <a:lnTo>
                    <a:pt x="202" y="12"/>
                  </a:lnTo>
                  <a:lnTo>
                    <a:pt x="202" y="13"/>
                  </a:lnTo>
                  <a:lnTo>
                    <a:pt x="201" y="13"/>
                  </a:lnTo>
                  <a:lnTo>
                    <a:pt x="197" y="16"/>
                  </a:lnTo>
                  <a:lnTo>
                    <a:pt x="192" y="18"/>
                  </a:lnTo>
                  <a:lnTo>
                    <a:pt x="192" y="20"/>
                  </a:lnTo>
                  <a:lnTo>
                    <a:pt x="190" y="20"/>
                  </a:lnTo>
                  <a:lnTo>
                    <a:pt x="184" y="26"/>
                  </a:lnTo>
                  <a:lnTo>
                    <a:pt x="178" y="34"/>
                  </a:lnTo>
                  <a:lnTo>
                    <a:pt x="171" y="43"/>
                  </a:lnTo>
                  <a:lnTo>
                    <a:pt x="166" y="53"/>
                  </a:lnTo>
                  <a:lnTo>
                    <a:pt x="160" y="43"/>
                  </a:lnTo>
                  <a:lnTo>
                    <a:pt x="153" y="34"/>
                  </a:lnTo>
                  <a:lnTo>
                    <a:pt x="147" y="26"/>
                  </a:lnTo>
                  <a:lnTo>
                    <a:pt x="140" y="20"/>
                  </a:lnTo>
                  <a:lnTo>
                    <a:pt x="127" y="12"/>
                  </a:lnTo>
                  <a:lnTo>
                    <a:pt x="116" y="6"/>
                  </a:lnTo>
                  <a:lnTo>
                    <a:pt x="102" y="2"/>
                  </a:lnTo>
                  <a:lnTo>
                    <a:pt x="88" y="0"/>
                  </a:lnTo>
                  <a:lnTo>
                    <a:pt x="77" y="2"/>
                  </a:lnTo>
                  <a:lnTo>
                    <a:pt x="66" y="4"/>
                  </a:lnTo>
                  <a:lnTo>
                    <a:pt x="56" y="8"/>
                  </a:lnTo>
                  <a:lnTo>
                    <a:pt x="45" y="13"/>
                  </a:lnTo>
                  <a:lnTo>
                    <a:pt x="35" y="20"/>
                  </a:lnTo>
                  <a:lnTo>
                    <a:pt x="26" y="27"/>
                  </a:lnTo>
                  <a:lnTo>
                    <a:pt x="18" y="38"/>
                  </a:lnTo>
                  <a:lnTo>
                    <a:pt x="12" y="48"/>
                  </a:lnTo>
                  <a:lnTo>
                    <a:pt x="7" y="59"/>
                  </a:lnTo>
                  <a:lnTo>
                    <a:pt x="3" y="71"/>
                  </a:lnTo>
                  <a:lnTo>
                    <a:pt x="0" y="84"/>
                  </a:lnTo>
                  <a:lnTo>
                    <a:pt x="0" y="98"/>
                  </a:lnTo>
                  <a:lnTo>
                    <a:pt x="0" y="110"/>
                  </a:lnTo>
                  <a:lnTo>
                    <a:pt x="3" y="121"/>
                  </a:lnTo>
                  <a:lnTo>
                    <a:pt x="7" y="133"/>
                  </a:lnTo>
                  <a:lnTo>
                    <a:pt x="12" y="146"/>
                  </a:lnTo>
                  <a:lnTo>
                    <a:pt x="18" y="157"/>
                  </a:lnTo>
                  <a:lnTo>
                    <a:pt x="26" y="170"/>
                  </a:lnTo>
                  <a:lnTo>
                    <a:pt x="35" y="182"/>
                  </a:lnTo>
                  <a:lnTo>
                    <a:pt x="44" y="194"/>
                  </a:lnTo>
                  <a:lnTo>
                    <a:pt x="45" y="196"/>
                  </a:lnTo>
                  <a:lnTo>
                    <a:pt x="47" y="198"/>
                  </a:lnTo>
                  <a:lnTo>
                    <a:pt x="50" y="201"/>
                  </a:lnTo>
                  <a:lnTo>
                    <a:pt x="53" y="205"/>
                  </a:lnTo>
                  <a:lnTo>
                    <a:pt x="67" y="220"/>
                  </a:lnTo>
                  <a:lnTo>
                    <a:pt x="81" y="235"/>
                  </a:lnTo>
                  <a:lnTo>
                    <a:pt x="97" y="250"/>
                  </a:lnTo>
                  <a:lnTo>
                    <a:pt x="111" y="262"/>
                  </a:lnTo>
                  <a:lnTo>
                    <a:pt x="135" y="283"/>
                  </a:lnTo>
                  <a:lnTo>
                    <a:pt x="152" y="297"/>
                  </a:lnTo>
                  <a:lnTo>
                    <a:pt x="156" y="300"/>
                  </a:lnTo>
                  <a:lnTo>
                    <a:pt x="158" y="301"/>
                  </a:lnTo>
                  <a:lnTo>
                    <a:pt x="158" y="301"/>
                  </a:lnTo>
                  <a:lnTo>
                    <a:pt x="158" y="301"/>
                  </a:lnTo>
                  <a:lnTo>
                    <a:pt x="162" y="304"/>
                  </a:lnTo>
                  <a:lnTo>
                    <a:pt x="166" y="304"/>
                  </a:lnTo>
                  <a:lnTo>
                    <a:pt x="169" y="304"/>
                  </a:lnTo>
                  <a:lnTo>
                    <a:pt x="172" y="301"/>
                  </a:lnTo>
                  <a:lnTo>
                    <a:pt x="172" y="301"/>
                  </a:lnTo>
                  <a:lnTo>
                    <a:pt x="172" y="301"/>
                  </a:lnTo>
                  <a:lnTo>
                    <a:pt x="175" y="300"/>
                  </a:lnTo>
                  <a:lnTo>
                    <a:pt x="179" y="297"/>
                  </a:lnTo>
                  <a:lnTo>
                    <a:pt x="196" y="283"/>
                  </a:lnTo>
                  <a:lnTo>
                    <a:pt x="220" y="262"/>
                  </a:lnTo>
                  <a:lnTo>
                    <a:pt x="234" y="250"/>
                  </a:lnTo>
                  <a:lnTo>
                    <a:pt x="249" y="235"/>
                  </a:lnTo>
                  <a:lnTo>
                    <a:pt x="264" y="220"/>
                  </a:lnTo>
                  <a:lnTo>
                    <a:pt x="278" y="205"/>
                  </a:lnTo>
                  <a:lnTo>
                    <a:pt x="280" y="201"/>
                  </a:lnTo>
                  <a:lnTo>
                    <a:pt x="284" y="198"/>
                  </a:lnTo>
                  <a:lnTo>
                    <a:pt x="285" y="196"/>
                  </a:lnTo>
                  <a:lnTo>
                    <a:pt x="287" y="194"/>
                  </a:lnTo>
                  <a:lnTo>
                    <a:pt x="302" y="174"/>
                  </a:lnTo>
                  <a:lnTo>
                    <a:pt x="315" y="152"/>
                  </a:lnTo>
                  <a:lnTo>
                    <a:pt x="320" y="142"/>
                  </a:lnTo>
                  <a:lnTo>
                    <a:pt x="324" y="131"/>
                  </a:lnTo>
                  <a:lnTo>
                    <a:pt x="328" y="121"/>
                  </a:lnTo>
                  <a:lnTo>
                    <a:pt x="329" y="112"/>
                  </a:lnTo>
                  <a:lnTo>
                    <a:pt x="329" y="111"/>
                  </a:lnTo>
                  <a:lnTo>
                    <a:pt x="330" y="110"/>
                  </a:lnTo>
                  <a:lnTo>
                    <a:pt x="330" y="103"/>
                  </a:lnTo>
                  <a:lnTo>
                    <a:pt x="330" y="98"/>
                  </a:lnTo>
                  <a:lnTo>
                    <a:pt x="330" y="86"/>
                  </a:lnTo>
                  <a:lnTo>
                    <a:pt x="329" y="76"/>
                  </a:lnTo>
                  <a:lnTo>
                    <a:pt x="327" y="66"/>
                  </a:lnTo>
                  <a:lnTo>
                    <a:pt x="323" y="57"/>
                  </a:lnTo>
                  <a:lnTo>
                    <a:pt x="319" y="48"/>
                  </a:lnTo>
                  <a:lnTo>
                    <a:pt x="315" y="40"/>
                  </a:lnTo>
                  <a:lnTo>
                    <a:pt x="309" y="33"/>
                  </a:lnTo>
                  <a:lnTo>
                    <a:pt x="303" y="26"/>
                  </a:lnTo>
                  <a:lnTo>
                    <a:pt x="297" y="21"/>
                  </a:lnTo>
                  <a:lnTo>
                    <a:pt x="289" y="16"/>
                  </a:lnTo>
                  <a:lnTo>
                    <a:pt x="283" y="11"/>
                  </a:lnTo>
                  <a:lnTo>
                    <a:pt x="275" y="7"/>
                  </a:lnTo>
                  <a:lnTo>
                    <a:pt x="267" y="4"/>
                  </a:lnTo>
                  <a:lnTo>
                    <a:pt x="258" y="3"/>
                  </a:lnTo>
                  <a:lnTo>
                    <a:pt x="251" y="2"/>
                  </a:lnTo>
                  <a:lnTo>
                    <a:pt x="2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grpSp>
        <p:nvGrpSpPr>
          <p:cNvPr id="90" name="Group 89">
            <a:extLst>
              <a:ext uri="{FF2B5EF4-FFF2-40B4-BE49-F238E27FC236}">
                <a16:creationId xmlns:a16="http://schemas.microsoft.com/office/drawing/2014/main" id="{C943E2EC-A612-4CED-BCD0-30DD7A63195C}"/>
              </a:ext>
            </a:extLst>
          </p:cNvPr>
          <p:cNvGrpSpPr/>
          <p:nvPr/>
        </p:nvGrpSpPr>
        <p:grpSpPr>
          <a:xfrm>
            <a:off x="10534646" y="2237082"/>
            <a:ext cx="378496" cy="376406"/>
            <a:chOff x="7021513" y="7067550"/>
            <a:chExt cx="287337" cy="285751"/>
          </a:xfrm>
          <a:solidFill>
            <a:schemeClr val="accent1"/>
          </a:solidFill>
        </p:grpSpPr>
        <p:sp>
          <p:nvSpPr>
            <p:cNvPr id="91" name="Freeform 3732">
              <a:extLst>
                <a:ext uri="{FF2B5EF4-FFF2-40B4-BE49-F238E27FC236}">
                  <a16:creationId xmlns:a16="http://schemas.microsoft.com/office/drawing/2014/main" id="{38D354EC-8149-4694-9F77-62B0A9E6DCBB}"/>
                </a:ext>
              </a:extLst>
            </p:cNvPr>
            <p:cNvSpPr>
              <a:spLocks/>
            </p:cNvSpPr>
            <p:nvPr/>
          </p:nvSpPr>
          <p:spPr bwMode="auto">
            <a:xfrm>
              <a:off x="7170738" y="7292975"/>
              <a:ext cx="30162" cy="55563"/>
            </a:xfrm>
            <a:custGeom>
              <a:avLst/>
              <a:gdLst>
                <a:gd name="T0" fmla="*/ 35 w 76"/>
                <a:gd name="T1" fmla="*/ 0 h 141"/>
                <a:gd name="T2" fmla="*/ 0 w 76"/>
                <a:gd name="T3" fmla="*/ 35 h 141"/>
                <a:gd name="T4" fmla="*/ 40 w 76"/>
                <a:gd name="T5" fmla="*/ 141 h 141"/>
                <a:gd name="T6" fmla="*/ 76 w 76"/>
                <a:gd name="T7" fmla="*/ 35 h 141"/>
                <a:gd name="T8" fmla="*/ 35 w 76"/>
                <a:gd name="T9" fmla="*/ 0 h 141"/>
              </a:gdLst>
              <a:ahLst/>
              <a:cxnLst>
                <a:cxn ang="0">
                  <a:pos x="T0" y="T1"/>
                </a:cxn>
                <a:cxn ang="0">
                  <a:pos x="T2" y="T3"/>
                </a:cxn>
                <a:cxn ang="0">
                  <a:pos x="T4" y="T5"/>
                </a:cxn>
                <a:cxn ang="0">
                  <a:pos x="T6" y="T7"/>
                </a:cxn>
                <a:cxn ang="0">
                  <a:pos x="T8" y="T9"/>
                </a:cxn>
              </a:cxnLst>
              <a:rect l="0" t="0" r="r" b="b"/>
              <a:pathLst>
                <a:path w="76" h="141">
                  <a:moveTo>
                    <a:pt x="35" y="0"/>
                  </a:moveTo>
                  <a:lnTo>
                    <a:pt x="0" y="35"/>
                  </a:lnTo>
                  <a:lnTo>
                    <a:pt x="40" y="141"/>
                  </a:lnTo>
                  <a:lnTo>
                    <a:pt x="76" y="35"/>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2" name="Freeform 3733">
              <a:extLst>
                <a:ext uri="{FF2B5EF4-FFF2-40B4-BE49-F238E27FC236}">
                  <a16:creationId xmlns:a16="http://schemas.microsoft.com/office/drawing/2014/main" id="{CC8D18A7-DF9B-4491-8A23-F0B717E095BF}"/>
                </a:ext>
              </a:extLst>
            </p:cNvPr>
            <p:cNvSpPr>
              <a:spLocks noEditPoints="1"/>
            </p:cNvSpPr>
            <p:nvPr/>
          </p:nvSpPr>
          <p:spPr bwMode="auto">
            <a:xfrm>
              <a:off x="7196138" y="7262813"/>
              <a:ext cx="112712" cy="90488"/>
            </a:xfrm>
            <a:custGeom>
              <a:avLst/>
              <a:gdLst>
                <a:gd name="T0" fmla="*/ 181 w 283"/>
                <a:gd name="T1" fmla="*/ 155 h 229"/>
                <a:gd name="T2" fmla="*/ 105 w 283"/>
                <a:gd name="T3" fmla="*/ 155 h 229"/>
                <a:gd name="T4" fmla="*/ 101 w 283"/>
                <a:gd name="T5" fmla="*/ 154 h 229"/>
                <a:gd name="T6" fmla="*/ 97 w 283"/>
                <a:gd name="T7" fmla="*/ 152 h 229"/>
                <a:gd name="T8" fmla="*/ 95 w 283"/>
                <a:gd name="T9" fmla="*/ 148 h 229"/>
                <a:gd name="T10" fmla="*/ 93 w 283"/>
                <a:gd name="T11" fmla="*/ 143 h 229"/>
                <a:gd name="T12" fmla="*/ 95 w 283"/>
                <a:gd name="T13" fmla="*/ 139 h 229"/>
                <a:gd name="T14" fmla="*/ 97 w 283"/>
                <a:gd name="T15" fmla="*/ 135 h 229"/>
                <a:gd name="T16" fmla="*/ 101 w 283"/>
                <a:gd name="T17" fmla="*/ 132 h 229"/>
                <a:gd name="T18" fmla="*/ 105 w 283"/>
                <a:gd name="T19" fmla="*/ 131 h 229"/>
                <a:gd name="T20" fmla="*/ 181 w 283"/>
                <a:gd name="T21" fmla="*/ 131 h 229"/>
                <a:gd name="T22" fmla="*/ 186 w 283"/>
                <a:gd name="T23" fmla="*/ 132 h 229"/>
                <a:gd name="T24" fmla="*/ 190 w 283"/>
                <a:gd name="T25" fmla="*/ 135 h 229"/>
                <a:gd name="T26" fmla="*/ 192 w 283"/>
                <a:gd name="T27" fmla="*/ 139 h 229"/>
                <a:gd name="T28" fmla="*/ 193 w 283"/>
                <a:gd name="T29" fmla="*/ 143 h 229"/>
                <a:gd name="T30" fmla="*/ 192 w 283"/>
                <a:gd name="T31" fmla="*/ 148 h 229"/>
                <a:gd name="T32" fmla="*/ 190 w 283"/>
                <a:gd name="T33" fmla="*/ 152 h 229"/>
                <a:gd name="T34" fmla="*/ 186 w 283"/>
                <a:gd name="T35" fmla="*/ 154 h 229"/>
                <a:gd name="T36" fmla="*/ 181 w 283"/>
                <a:gd name="T37" fmla="*/ 155 h 229"/>
                <a:gd name="T38" fmla="*/ 253 w 283"/>
                <a:gd name="T39" fmla="*/ 105 h 229"/>
                <a:gd name="T40" fmla="*/ 250 w 283"/>
                <a:gd name="T41" fmla="*/ 96 h 229"/>
                <a:gd name="T42" fmla="*/ 246 w 283"/>
                <a:gd name="T43" fmla="*/ 89 h 229"/>
                <a:gd name="T44" fmla="*/ 240 w 283"/>
                <a:gd name="T45" fmla="*/ 81 h 229"/>
                <a:gd name="T46" fmla="*/ 233 w 283"/>
                <a:gd name="T47" fmla="*/ 74 h 229"/>
                <a:gd name="T48" fmla="*/ 226 w 283"/>
                <a:gd name="T49" fmla="*/ 68 h 229"/>
                <a:gd name="T50" fmla="*/ 218 w 283"/>
                <a:gd name="T51" fmla="*/ 62 h 229"/>
                <a:gd name="T52" fmla="*/ 208 w 283"/>
                <a:gd name="T53" fmla="*/ 55 h 229"/>
                <a:gd name="T54" fmla="*/ 196 w 283"/>
                <a:gd name="T55" fmla="*/ 49 h 229"/>
                <a:gd name="T56" fmla="*/ 172 w 283"/>
                <a:gd name="T57" fmla="*/ 36 h 229"/>
                <a:gd name="T58" fmla="*/ 145 w 283"/>
                <a:gd name="T59" fmla="*/ 24 h 229"/>
                <a:gd name="T60" fmla="*/ 114 w 283"/>
                <a:gd name="T61" fmla="*/ 13 h 229"/>
                <a:gd name="T62" fmla="*/ 79 w 283"/>
                <a:gd name="T63" fmla="*/ 0 h 229"/>
                <a:gd name="T64" fmla="*/ 39 w 283"/>
                <a:gd name="T65" fmla="*/ 113 h 229"/>
                <a:gd name="T66" fmla="*/ 39 w 283"/>
                <a:gd name="T67" fmla="*/ 113 h 229"/>
                <a:gd name="T68" fmla="*/ 38 w 283"/>
                <a:gd name="T69" fmla="*/ 113 h 229"/>
                <a:gd name="T70" fmla="*/ 0 w 283"/>
                <a:gd name="T71" fmla="*/ 229 h 229"/>
                <a:gd name="T72" fmla="*/ 272 w 283"/>
                <a:gd name="T73" fmla="*/ 229 h 229"/>
                <a:gd name="T74" fmla="*/ 277 w 283"/>
                <a:gd name="T75" fmla="*/ 227 h 229"/>
                <a:gd name="T76" fmla="*/ 281 w 283"/>
                <a:gd name="T77" fmla="*/ 225 h 229"/>
                <a:gd name="T78" fmla="*/ 283 w 283"/>
                <a:gd name="T79" fmla="*/ 221 h 229"/>
                <a:gd name="T80" fmla="*/ 283 w 283"/>
                <a:gd name="T81" fmla="*/ 217 h 229"/>
                <a:gd name="T82" fmla="*/ 283 w 283"/>
                <a:gd name="T83" fmla="*/ 207 h 229"/>
                <a:gd name="T84" fmla="*/ 280 w 283"/>
                <a:gd name="T85" fmla="*/ 184 h 229"/>
                <a:gd name="T86" fmla="*/ 276 w 283"/>
                <a:gd name="T87" fmla="*/ 167 h 229"/>
                <a:gd name="T88" fmla="*/ 271 w 283"/>
                <a:gd name="T89" fmla="*/ 148 h 229"/>
                <a:gd name="T90" fmla="*/ 263 w 283"/>
                <a:gd name="T91" fmla="*/ 127 h 229"/>
                <a:gd name="T92" fmla="*/ 253 w 283"/>
                <a:gd name="T93" fmla="*/ 105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229">
                  <a:moveTo>
                    <a:pt x="181" y="155"/>
                  </a:moveTo>
                  <a:lnTo>
                    <a:pt x="105" y="155"/>
                  </a:lnTo>
                  <a:lnTo>
                    <a:pt x="101" y="154"/>
                  </a:lnTo>
                  <a:lnTo>
                    <a:pt x="97" y="152"/>
                  </a:lnTo>
                  <a:lnTo>
                    <a:pt x="95" y="148"/>
                  </a:lnTo>
                  <a:lnTo>
                    <a:pt x="93" y="143"/>
                  </a:lnTo>
                  <a:lnTo>
                    <a:pt x="95" y="139"/>
                  </a:lnTo>
                  <a:lnTo>
                    <a:pt x="97" y="135"/>
                  </a:lnTo>
                  <a:lnTo>
                    <a:pt x="101" y="132"/>
                  </a:lnTo>
                  <a:lnTo>
                    <a:pt x="105" y="131"/>
                  </a:lnTo>
                  <a:lnTo>
                    <a:pt x="181" y="131"/>
                  </a:lnTo>
                  <a:lnTo>
                    <a:pt x="186" y="132"/>
                  </a:lnTo>
                  <a:lnTo>
                    <a:pt x="190" y="135"/>
                  </a:lnTo>
                  <a:lnTo>
                    <a:pt x="192" y="139"/>
                  </a:lnTo>
                  <a:lnTo>
                    <a:pt x="193" y="143"/>
                  </a:lnTo>
                  <a:lnTo>
                    <a:pt x="192" y="148"/>
                  </a:lnTo>
                  <a:lnTo>
                    <a:pt x="190" y="152"/>
                  </a:lnTo>
                  <a:lnTo>
                    <a:pt x="186" y="154"/>
                  </a:lnTo>
                  <a:lnTo>
                    <a:pt x="181" y="155"/>
                  </a:lnTo>
                  <a:close/>
                  <a:moveTo>
                    <a:pt x="253" y="105"/>
                  </a:moveTo>
                  <a:lnTo>
                    <a:pt x="250" y="96"/>
                  </a:lnTo>
                  <a:lnTo>
                    <a:pt x="246" y="89"/>
                  </a:lnTo>
                  <a:lnTo>
                    <a:pt x="240" y="81"/>
                  </a:lnTo>
                  <a:lnTo>
                    <a:pt x="233" y="74"/>
                  </a:lnTo>
                  <a:lnTo>
                    <a:pt x="226" y="68"/>
                  </a:lnTo>
                  <a:lnTo>
                    <a:pt x="218" y="62"/>
                  </a:lnTo>
                  <a:lnTo>
                    <a:pt x="208" y="55"/>
                  </a:lnTo>
                  <a:lnTo>
                    <a:pt x="196" y="49"/>
                  </a:lnTo>
                  <a:lnTo>
                    <a:pt x="172" y="36"/>
                  </a:lnTo>
                  <a:lnTo>
                    <a:pt x="145" y="24"/>
                  </a:lnTo>
                  <a:lnTo>
                    <a:pt x="114" y="13"/>
                  </a:lnTo>
                  <a:lnTo>
                    <a:pt x="79" y="0"/>
                  </a:lnTo>
                  <a:lnTo>
                    <a:pt x="39" y="113"/>
                  </a:lnTo>
                  <a:lnTo>
                    <a:pt x="39" y="113"/>
                  </a:lnTo>
                  <a:lnTo>
                    <a:pt x="38" y="113"/>
                  </a:lnTo>
                  <a:lnTo>
                    <a:pt x="0" y="229"/>
                  </a:lnTo>
                  <a:lnTo>
                    <a:pt x="272" y="229"/>
                  </a:lnTo>
                  <a:lnTo>
                    <a:pt x="277" y="227"/>
                  </a:lnTo>
                  <a:lnTo>
                    <a:pt x="281" y="225"/>
                  </a:lnTo>
                  <a:lnTo>
                    <a:pt x="283" y="221"/>
                  </a:lnTo>
                  <a:lnTo>
                    <a:pt x="283" y="217"/>
                  </a:lnTo>
                  <a:lnTo>
                    <a:pt x="283" y="207"/>
                  </a:lnTo>
                  <a:lnTo>
                    <a:pt x="280" y="184"/>
                  </a:lnTo>
                  <a:lnTo>
                    <a:pt x="276" y="167"/>
                  </a:lnTo>
                  <a:lnTo>
                    <a:pt x="271" y="148"/>
                  </a:lnTo>
                  <a:lnTo>
                    <a:pt x="263" y="127"/>
                  </a:lnTo>
                  <a:lnTo>
                    <a:pt x="253"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3" name="Freeform 3734">
              <a:extLst>
                <a:ext uri="{FF2B5EF4-FFF2-40B4-BE49-F238E27FC236}">
                  <a16:creationId xmlns:a16="http://schemas.microsoft.com/office/drawing/2014/main" id="{50DEF239-0A27-40E6-955F-EBFE927DEA1C}"/>
                </a:ext>
              </a:extLst>
            </p:cNvPr>
            <p:cNvSpPr>
              <a:spLocks/>
            </p:cNvSpPr>
            <p:nvPr/>
          </p:nvSpPr>
          <p:spPr bwMode="auto">
            <a:xfrm>
              <a:off x="7129463" y="7292975"/>
              <a:ext cx="30162" cy="55563"/>
            </a:xfrm>
            <a:custGeom>
              <a:avLst/>
              <a:gdLst>
                <a:gd name="T0" fmla="*/ 0 w 76"/>
                <a:gd name="T1" fmla="*/ 37 h 141"/>
                <a:gd name="T2" fmla="*/ 35 w 76"/>
                <a:gd name="T3" fmla="*/ 141 h 141"/>
                <a:gd name="T4" fmla="*/ 76 w 76"/>
                <a:gd name="T5" fmla="*/ 35 h 141"/>
                <a:gd name="T6" fmla="*/ 41 w 76"/>
                <a:gd name="T7" fmla="*/ 0 h 141"/>
                <a:gd name="T8" fmla="*/ 0 w 76"/>
                <a:gd name="T9" fmla="*/ 37 h 141"/>
              </a:gdLst>
              <a:ahLst/>
              <a:cxnLst>
                <a:cxn ang="0">
                  <a:pos x="T0" y="T1"/>
                </a:cxn>
                <a:cxn ang="0">
                  <a:pos x="T2" y="T3"/>
                </a:cxn>
                <a:cxn ang="0">
                  <a:pos x="T4" y="T5"/>
                </a:cxn>
                <a:cxn ang="0">
                  <a:pos x="T6" y="T7"/>
                </a:cxn>
                <a:cxn ang="0">
                  <a:pos x="T8" y="T9"/>
                </a:cxn>
              </a:cxnLst>
              <a:rect l="0" t="0" r="r" b="b"/>
              <a:pathLst>
                <a:path w="76" h="141">
                  <a:moveTo>
                    <a:pt x="0" y="37"/>
                  </a:moveTo>
                  <a:lnTo>
                    <a:pt x="35" y="141"/>
                  </a:lnTo>
                  <a:lnTo>
                    <a:pt x="76" y="35"/>
                  </a:lnTo>
                  <a:lnTo>
                    <a:pt x="41" y="0"/>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4" name="Freeform 3735">
              <a:extLst>
                <a:ext uri="{FF2B5EF4-FFF2-40B4-BE49-F238E27FC236}">
                  <a16:creationId xmlns:a16="http://schemas.microsoft.com/office/drawing/2014/main" id="{3E2F0A46-D02E-495B-856D-97B9289FA36D}"/>
                </a:ext>
              </a:extLst>
            </p:cNvPr>
            <p:cNvSpPr>
              <a:spLocks/>
            </p:cNvSpPr>
            <p:nvPr/>
          </p:nvSpPr>
          <p:spPr bwMode="auto">
            <a:xfrm>
              <a:off x="7113588" y="7256463"/>
              <a:ext cx="42862" cy="41275"/>
            </a:xfrm>
            <a:custGeom>
              <a:avLst/>
              <a:gdLst>
                <a:gd name="T0" fmla="*/ 74 w 108"/>
                <a:gd name="T1" fmla="*/ 68 h 107"/>
                <a:gd name="T2" fmla="*/ 108 w 108"/>
                <a:gd name="T3" fmla="*/ 39 h 107"/>
                <a:gd name="T4" fmla="*/ 22 w 108"/>
                <a:gd name="T5" fmla="*/ 0 h 107"/>
                <a:gd name="T6" fmla="*/ 11 w 108"/>
                <a:gd name="T7" fmla="*/ 4 h 107"/>
                <a:gd name="T8" fmla="*/ 0 w 108"/>
                <a:gd name="T9" fmla="*/ 8 h 107"/>
                <a:gd name="T10" fmla="*/ 32 w 108"/>
                <a:gd name="T11" fmla="*/ 107 h 107"/>
                <a:gd name="T12" fmla="*/ 72 w 108"/>
                <a:gd name="T13" fmla="*/ 71 h 107"/>
                <a:gd name="T14" fmla="*/ 73 w 108"/>
                <a:gd name="T15" fmla="*/ 70 h 107"/>
                <a:gd name="T16" fmla="*/ 74 w 108"/>
                <a:gd name="T17" fmla="*/ 6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74" y="68"/>
                  </a:moveTo>
                  <a:lnTo>
                    <a:pt x="108" y="39"/>
                  </a:lnTo>
                  <a:lnTo>
                    <a:pt x="22" y="0"/>
                  </a:lnTo>
                  <a:lnTo>
                    <a:pt x="11" y="4"/>
                  </a:lnTo>
                  <a:lnTo>
                    <a:pt x="0" y="8"/>
                  </a:lnTo>
                  <a:lnTo>
                    <a:pt x="32" y="107"/>
                  </a:lnTo>
                  <a:lnTo>
                    <a:pt x="72" y="71"/>
                  </a:lnTo>
                  <a:lnTo>
                    <a:pt x="73" y="70"/>
                  </a:lnTo>
                  <a:lnTo>
                    <a:pt x="74"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5" name="Freeform 3736">
              <a:extLst>
                <a:ext uri="{FF2B5EF4-FFF2-40B4-BE49-F238E27FC236}">
                  <a16:creationId xmlns:a16="http://schemas.microsoft.com/office/drawing/2014/main" id="{018CD2D9-5A26-40DE-A312-9AD82A832599}"/>
                </a:ext>
              </a:extLst>
            </p:cNvPr>
            <p:cNvSpPr>
              <a:spLocks/>
            </p:cNvSpPr>
            <p:nvPr/>
          </p:nvSpPr>
          <p:spPr bwMode="auto">
            <a:xfrm>
              <a:off x="7105650" y="7143750"/>
              <a:ext cx="119062" cy="120650"/>
            </a:xfrm>
            <a:custGeom>
              <a:avLst/>
              <a:gdLst>
                <a:gd name="T0" fmla="*/ 248 w 302"/>
                <a:gd name="T1" fmla="*/ 209 h 306"/>
                <a:gd name="T2" fmla="*/ 257 w 302"/>
                <a:gd name="T3" fmla="*/ 196 h 306"/>
                <a:gd name="T4" fmla="*/ 269 w 302"/>
                <a:gd name="T5" fmla="*/ 176 h 306"/>
                <a:gd name="T6" fmla="*/ 274 w 302"/>
                <a:gd name="T7" fmla="*/ 164 h 306"/>
                <a:gd name="T8" fmla="*/ 279 w 302"/>
                <a:gd name="T9" fmla="*/ 149 h 306"/>
                <a:gd name="T10" fmla="*/ 283 w 302"/>
                <a:gd name="T11" fmla="*/ 133 h 306"/>
                <a:gd name="T12" fmla="*/ 284 w 302"/>
                <a:gd name="T13" fmla="*/ 115 h 306"/>
                <a:gd name="T14" fmla="*/ 288 w 302"/>
                <a:gd name="T15" fmla="*/ 111 h 306"/>
                <a:gd name="T16" fmla="*/ 292 w 302"/>
                <a:gd name="T17" fmla="*/ 106 h 306"/>
                <a:gd name="T18" fmla="*/ 296 w 302"/>
                <a:gd name="T19" fmla="*/ 101 h 306"/>
                <a:gd name="T20" fmla="*/ 297 w 302"/>
                <a:gd name="T21" fmla="*/ 94 h 306"/>
                <a:gd name="T22" fmla="*/ 301 w 302"/>
                <a:gd name="T23" fmla="*/ 81 h 306"/>
                <a:gd name="T24" fmla="*/ 302 w 302"/>
                <a:gd name="T25" fmla="*/ 70 h 306"/>
                <a:gd name="T26" fmla="*/ 302 w 302"/>
                <a:gd name="T27" fmla="*/ 63 h 306"/>
                <a:gd name="T28" fmla="*/ 301 w 302"/>
                <a:gd name="T29" fmla="*/ 57 h 306"/>
                <a:gd name="T30" fmla="*/ 298 w 302"/>
                <a:gd name="T31" fmla="*/ 52 h 306"/>
                <a:gd name="T32" fmla="*/ 296 w 302"/>
                <a:gd name="T33" fmla="*/ 47 h 306"/>
                <a:gd name="T34" fmla="*/ 290 w 302"/>
                <a:gd name="T35" fmla="*/ 40 h 306"/>
                <a:gd name="T36" fmla="*/ 284 w 302"/>
                <a:gd name="T37" fmla="*/ 36 h 306"/>
                <a:gd name="T38" fmla="*/ 284 w 302"/>
                <a:gd name="T39" fmla="*/ 13 h 306"/>
                <a:gd name="T40" fmla="*/ 284 w 302"/>
                <a:gd name="T41" fmla="*/ 8 h 306"/>
                <a:gd name="T42" fmla="*/ 281 w 302"/>
                <a:gd name="T43" fmla="*/ 4 h 306"/>
                <a:gd name="T44" fmla="*/ 278 w 302"/>
                <a:gd name="T45" fmla="*/ 2 h 306"/>
                <a:gd name="T46" fmla="*/ 273 w 302"/>
                <a:gd name="T47" fmla="*/ 0 h 306"/>
                <a:gd name="T48" fmla="*/ 30 w 302"/>
                <a:gd name="T49" fmla="*/ 0 h 306"/>
                <a:gd name="T50" fmla="*/ 26 w 302"/>
                <a:gd name="T51" fmla="*/ 2 h 306"/>
                <a:gd name="T52" fmla="*/ 22 w 302"/>
                <a:gd name="T53" fmla="*/ 4 h 306"/>
                <a:gd name="T54" fmla="*/ 20 w 302"/>
                <a:gd name="T55" fmla="*/ 8 h 306"/>
                <a:gd name="T56" fmla="*/ 18 w 302"/>
                <a:gd name="T57" fmla="*/ 13 h 306"/>
                <a:gd name="T58" fmla="*/ 18 w 302"/>
                <a:gd name="T59" fmla="*/ 36 h 306"/>
                <a:gd name="T60" fmla="*/ 12 w 302"/>
                <a:gd name="T61" fmla="*/ 40 h 306"/>
                <a:gd name="T62" fmla="*/ 7 w 302"/>
                <a:gd name="T63" fmla="*/ 47 h 306"/>
                <a:gd name="T64" fmla="*/ 4 w 302"/>
                <a:gd name="T65" fmla="*/ 52 h 306"/>
                <a:gd name="T66" fmla="*/ 2 w 302"/>
                <a:gd name="T67" fmla="*/ 57 h 306"/>
                <a:gd name="T68" fmla="*/ 2 w 302"/>
                <a:gd name="T69" fmla="*/ 63 h 306"/>
                <a:gd name="T70" fmla="*/ 0 w 302"/>
                <a:gd name="T71" fmla="*/ 70 h 306"/>
                <a:gd name="T72" fmla="*/ 2 w 302"/>
                <a:gd name="T73" fmla="*/ 81 h 306"/>
                <a:gd name="T74" fmla="*/ 5 w 302"/>
                <a:gd name="T75" fmla="*/ 94 h 306"/>
                <a:gd name="T76" fmla="*/ 8 w 302"/>
                <a:gd name="T77" fmla="*/ 101 h 306"/>
                <a:gd name="T78" fmla="*/ 11 w 302"/>
                <a:gd name="T79" fmla="*/ 106 h 306"/>
                <a:gd name="T80" fmla="*/ 14 w 302"/>
                <a:gd name="T81" fmla="*/ 111 h 306"/>
                <a:gd name="T82" fmla="*/ 18 w 302"/>
                <a:gd name="T83" fmla="*/ 115 h 306"/>
                <a:gd name="T84" fmla="*/ 21 w 302"/>
                <a:gd name="T85" fmla="*/ 133 h 306"/>
                <a:gd name="T86" fmla="*/ 23 w 302"/>
                <a:gd name="T87" fmla="*/ 149 h 306"/>
                <a:gd name="T88" fmla="*/ 28 w 302"/>
                <a:gd name="T89" fmla="*/ 164 h 306"/>
                <a:gd name="T90" fmla="*/ 34 w 302"/>
                <a:gd name="T91" fmla="*/ 176 h 306"/>
                <a:gd name="T92" fmla="*/ 45 w 302"/>
                <a:gd name="T93" fmla="*/ 196 h 306"/>
                <a:gd name="T94" fmla="*/ 55 w 302"/>
                <a:gd name="T95" fmla="*/ 209 h 306"/>
                <a:gd name="T96" fmla="*/ 55 w 302"/>
                <a:gd name="T97" fmla="*/ 262 h 306"/>
                <a:gd name="T98" fmla="*/ 152 w 302"/>
                <a:gd name="T99" fmla="*/ 306 h 306"/>
                <a:gd name="T100" fmla="*/ 248 w 302"/>
                <a:gd name="T101" fmla="*/ 262 h 306"/>
                <a:gd name="T102" fmla="*/ 248 w 302"/>
                <a:gd name="T103" fmla="*/ 209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2" h="306">
                  <a:moveTo>
                    <a:pt x="248" y="209"/>
                  </a:moveTo>
                  <a:lnTo>
                    <a:pt x="257" y="196"/>
                  </a:lnTo>
                  <a:lnTo>
                    <a:pt x="269" y="176"/>
                  </a:lnTo>
                  <a:lnTo>
                    <a:pt x="274" y="164"/>
                  </a:lnTo>
                  <a:lnTo>
                    <a:pt x="279" y="149"/>
                  </a:lnTo>
                  <a:lnTo>
                    <a:pt x="283" y="133"/>
                  </a:lnTo>
                  <a:lnTo>
                    <a:pt x="284" y="115"/>
                  </a:lnTo>
                  <a:lnTo>
                    <a:pt x="288" y="111"/>
                  </a:lnTo>
                  <a:lnTo>
                    <a:pt x="292" y="106"/>
                  </a:lnTo>
                  <a:lnTo>
                    <a:pt x="296" y="101"/>
                  </a:lnTo>
                  <a:lnTo>
                    <a:pt x="297" y="94"/>
                  </a:lnTo>
                  <a:lnTo>
                    <a:pt x="301" y="81"/>
                  </a:lnTo>
                  <a:lnTo>
                    <a:pt x="302" y="70"/>
                  </a:lnTo>
                  <a:lnTo>
                    <a:pt x="302" y="63"/>
                  </a:lnTo>
                  <a:lnTo>
                    <a:pt x="301" y="57"/>
                  </a:lnTo>
                  <a:lnTo>
                    <a:pt x="298" y="52"/>
                  </a:lnTo>
                  <a:lnTo>
                    <a:pt x="296" y="47"/>
                  </a:lnTo>
                  <a:lnTo>
                    <a:pt x="290" y="40"/>
                  </a:lnTo>
                  <a:lnTo>
                    <a:pt x="284" y="36"/>
                  </a:lnTo>
                  <a:lnTo>
                    <a:pt x="284" y="13"/>
                  </a:lnTo>
                  <a:lnTo>
                    <a:pt x="284" y="8"/>
                  </a:lnTo>
                  <a:lnTo>
                    <a:pt x="281" y="4"/>
                  </a:lnTo>
                  <a:lnTo>
                    <a:pt x="278" y="2"/>
                  </a:lnTo>
                  <a:lnTo>
                    <a:pt x="273" y="0"/>
                  </a:lnTo>
                  <a:lnTo>
                    <a:pt x="30" y="0"/>
                  </a:lnTo>
                  <a:lnTo>
                    <a:pt x="26" y="2"/>
                  </a:lnTo>
                  <a:lnTo>
                    <a:pt x="22" y="4"/>
                  </a:lnTo>
                  <a:lnTo>
                    <a:pt x="20" y="8"/>
                  </a:lnTo>
                  <a:lnTo>
                    <a:pt x="18" y="13"/>
                  </a:lnTo>
                  <a:lnTo>
                    <a:pt x="18" y="36"/>
                  </a:lnTo>
                  <a:lnTo>
                    <a:pt x="12" y="40"/>
                  </a:lnTo>
                  <a:lnTo>
                    <a:pt x="7" y="47"/>
                  </a:lnTo>
                  <a:lnTo>
                    <a:pt x="4" y="52"/>
                  </a:lnTo>
                  <a:lnTo>
                    <a:pt x="2" y="57"/>
                  </a:lnTo>
                  <a:lnTo>
                    <a:pt x="2" y="63"/>
                  </a:lnTo>
                  <a:lnTo>
                    <a:pt x="0" y="70"/>
                  </a:lnTo>
                  <a:lnTo>
                    <a:pt x="2" y="81"/>
                  </a:lnTo>
                  <a:lnTo>
                    <a:pt x="5" y="94"/>
                  </a:lnTo>
                  <a:lnTo>
                    <a:pt x="8" y="101"/>
                  </a:lnTo>
                  <a:lnTo>
                    <a:pt x="11" y="106"/>
                  </a:lnTo>
                  <a:lnTo>
                    <a:pt x="14" y="111"/>
                  </a:lnTo>
                  <a:lnTo>
                    <a:pt x="18" y="115"/>
                  </a:lnTo>
                  <a:lnTo>
                    <a:pt x="21" y="133"/>
                  </a:lnTo>
                  <a:lnTo>
                    <a:pt x="23" y="149"/>
                  </a:lnTo>
                  <a:lnTo>
                    <a:pt x="28" y="164"/>
                  </a:lnTo>
                  <a:lnTo>
                    <a:pt x="34" y="176"/>
                  </a:lnTo>
                  <a:lnTo>
                    <a:pt x="45" y="196"/>
                  </a:lnTo>
                  <a:lnTo>
                    <a:pt x="55" y="209"/>
                  </a:lnTo>
                  <a:lnTo>
                    <a:pt x="55" y="262"/>
                  </a:lnTo>
                  <a:lnTo>
                    <a:pt x="152" y="306"/>
                  </a:lnTo>
                  <a:lnTo>
                    <a:pt x="248" y="262"/>
                  </a:lnTo>
                  <a:lnTo>
                    <a:pt x="248"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6" name="Freeform 3737">
              <a:extLst>
                <a:ext uri="{FF2B5EF4-FFF2-40B4-BE49-F238E27FC236}">
                  <a16:creationId xmlns:a16="http://schemas.microsoft.com/office/drawing/2014/main" id="{9914F72E-432E-4415-9381-42575CE4FCAD}"/>
                </a:ext>
              </a:extLst>
            </p:cNvPr>
            <p:cNvSpPr>
              <a:spLocks/>
            </p:cNvSpPr>
            <p:nvPr/>
          </p:nvSpPr>
          <p:spPr bwMode="auto">
            <a:xfrm>
              <a:off x="7021513" y="7261225"/>
              <a:ext cx="112712" cy="92075"/>
            </a:xfrm>
            <a:custGeom>
              <a:avLst/>
              <a:gdLst>
                <a:gd name="T0" fmla="*/ 31 w 284"/>
                <a:gd name="T1" fmla="*/ 106 h 230"/>
                <a:gd name="T2" fmla="*/ 26 w 284"/>
                <a:gd name="T3" fmla="*/ 119 h 230"/>
                <a:gd name="T4" fmla="*/ 19 w 284"/>
                <a:gd name="T5" fmla="*/ 136 h 230"/>
                <a:gd name="T6" fmla="*/ 14 w 284"/>
                <a:gd name="T7" fmla="*/ 154 h 230"/>
                <a:gd name="T8" fmla="*/ 10 w 284"/>
                <a:gd name="T9" fmla="*/ 172 h 230"/>
                <a:gd name="T10" fmla="*/ 2 w 284"/>
                <a:gd name="T11" fmla="*/ 201 h 230"/>
                <a:gd name="T12" fmla="*/ 0 w 284"/>
                <a:gd name="T13" fmla="*/ 215 h 230"/>
                <a:gd name="T14" fmla="*/ 0 w 284"/>
                <a:gd name="T15" fmla="*/ 221 h 230"/>
                <a:gd name="T16" fmla="*/ 2 w 284"/>
                <a:gd name="T17" fmla="*/ 226 h 230"/>
                <a:gd name="T18" fmla="*/ 6 w 284"/>
                <a:gd name="T19" fmla="*/ 228 h 230"/>
                <a:gd name="T20" fmla="*/ 11 w 284"/>
                <a:gd name="T21" fmla="*/ 230 h 230"/>
                <a:gd name="T22" fmla="*/ 284 w 284"/>
                <a:gd name="T23" fmla="*/ 230 h 230"/>
                <a:gd name="T24" fmla="*/ 207 w 284"/>
                <a:gd name="T25" fmla="*/ 0 h 230"/>
                <a:gd name="T26" fmla="*/ 173 w 284"/>
                <a:gd name="T27" fmla="*/ 13 h 230"/>
                <a:gd name="T28" fmla="*/ 141 w 284"/>
                <a:gd name="T29" fmla="*/ 25 h 230"/>
                <a:gd name="T30" fmla="*/ 113 w 284"/>
                <a:gd name="T31" fmla="*/ 37 h 230"/>
                <a:gd name="T32" fmla="*/ 89 w 284"/>
                <a:gd name="T33" fmla="*/ 48 h 230"/>
                <a:gd name="T34" fmla="*/ 77 w 284"/>
                <a:gd name="T35" fmla="*/ 55 h 230"/>
                <a:gd name="T36" fmla="*/ 67 w 284"/>
                <a:gd name="T37" fmla="*/ 61 h 230"/>
                <a:gd name="T38" fmla="*/ 58 w 284"/>
                <a:gd name="T39" fmla="*/ 68 h 230"/>
                <a:gd name="T40" fmla="*/ 50 w 284"/>
                <a:gd name="T41" fmla="*/ 75 h 230"/>
                <a:gd name="T42" fmla="*/ 44 w 284"/>
                <a:gd name="T43" fmla="*/ 82 h 230"/>
                <a:gd name="T44" fmla="*/ 38 w 284"/>
                <a:gd name="T45" fmla="*/ 90 h 230"/>
                <a:gd name="T46" fmla="*/ 33 w 284"/>
                <a:gd name="T47" fmla="*/ 97 h 230"/>
                <a:gd name="T48" fmla="*/ 31 w 284"/>
                <a:gd name="T49" fmla="*/ 10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230">
                  <a:moveTo>
                    <a:pt x="31" y="106"/>
                  </a:moveTo>
                  <a:lnTo>
                    <a:pt x="26" y="119"/>
                  </a:lnTo>
                  <a:lnTo>
                    <a:pt x="19" y="136"/>
                  </a:lnTo>
                  <a:lnTo>
                    <a:pt x="14" y="154"/>
                  </a:lnTo>
                  <a:lnTo>
                    <a:pt x="10" y="172"/>
                  </a:lnTo>
                  <a:lnTo>
                    <a:pt x="2" y="201"/>
                  </a:lnTo>
                  <a:lnTo>
                    <a:pt x="0" y="215"/>
                  </a:lnTo>
                  <a:lnTo>
                    <a:pt x="0" y="221"/>
                  </a:lnTo>
                  <a:lnTo>
                    <a:pt x="2" y="226"/>
                  </a:lnTo>
                  <a:lnTo>
                    <a:pt x="6" y="228"/>
                  </a:lnTo>
                  <a:lnTo>
                    <a:pt x="11" y="230"/>
                  </a:lnTo>
                  <a:lnTo>
                    <a:pt x="284" y="230"/>
                  </a:lnTo>
                  <a:lnTo>
                    <a:pt x="207" y="0"/>
                  </a:lnTo>
                  <a:lnTo>
                    <a:pt x="173" y="13"/>
                  </a:lnTo>
                  <a:lnTo>
                    <a:pt x="141" y="25"/>
                  </a:lnTo>
                  <a:lnTo>
                    <a:pt x="113" y="37"/>
                  </a:lnTo>
                  <a:lnTo>
                    <a:pt x="89" y="48"/>
                  </a:lnTo>
                  <a:lnTo>
                    <a:pt x="77" y="55"/>
                  </a:lnTo>
                  <a:lnTo>
                    <a:pt x="67" y="61"/>
                  </a:lnTo>
                  <a:lnTo>
                    <a:pt x="58" y="68"/>
                  </a:lnTo>
                  <a:lnTo>
                    <a:pt x="50" y="75"/>
                  </a:lnTo>
                  <a:lnTo>
                    <a:pt x="44" y="82"/>
                  </a:lnTo>
                  <a:lnTo>
                    <a:pt x="38" y="90"/>
                  </a:lnTo>
                  <a:lnTo>
                    <a:pt x="33" y="97"/>
                  </a:lnTo>
                  <a:lnTo>
                    <a:pt x="31"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7" name="Freeform 3738">
              <a:extLst>
                <a:ext uri="{FF2B5EF4-FFF2-40B4-BE49-F238E27FC236}">
                  <a16:creationId xmlns:a16="http://schemas.microsoft.com/office/drawing/2014/main" id="{4A8B5954-E13A-43DC-A82A-2EE25BD11B51}"/>
                </a:ext>
              </a:extLst>
            </p:cNvPr>
            <p:cNvSpPr>
              <a:spLocks/>
            </p:cNvSpPr>
            <p:nvPr/>
          </p:nvSpPr>
          <p:spPr bwMode="auto">
            <a:xfrm>
              <a:off x="7081838" y="7067550"/>
              <a:ext cx="166687" cy="71438"/>
            </a:xfrm>
            <a:custGeom>
              <a:avLst/>
              <a:gdLst>
                <a:gd name="T0" fmla="*/ 12 w 418"/>
                <a:gd name="T1" fmla="*/ 179 h 179"/>
                <a:gd name="T2" fmla="*/ 69 w 418"/>
                <a:gd name="T3" fmla="*/ 179 h 179"/>
                <a:gd name="T4" fmla="*/ 69 w 418"/>
                <a:gd name="T5" fmla="*/ 179 h 179"/>
                <a:gd name="T6" fmla="*/ 69 w 418"/>
                <a:gd name="T7" fmla="*/ 179 h 179"/>
                <a:gd name="T8" fmla="*/ 69 w 418"/>
                <a:gd name="T9" fmla="*/ 179 h 179"/>
                <a:gd name="T10" fmla="*/ 69 w 418"/>
                <a:gd name="T11" fmla="*/ 179 h 179"/>
                <a:gd name="T12" fmla="*/ 406 w 418"/>
                <a:gd name="T13" fmla="*/ 179 h 179"/>
                <a:gd name="T14" fmla="*/ 411 w 418"/>
                <a:gd name="T15" fmla="*/ 178 h 179"/>
                <a:gd name="T16" fmla="*/ 415 w 418"/>
                <a:gd name="T17" fmla="*/ 175 h 179"/>
                <a:gd name="T18" fmla="*/ 418 w 418"/>
                <a:gd name="T19" fmla="*/ 171 h 179"/>
                <a:gd name="T20" fmla="*/ 418 w 418"/>
                <a:gd name="T21" fmla="*/ 167 h 179"/>
                <a:gd name="T22" fmla="*/ 418 w 418"/>
                <a:gd name="T23" fmla="*/ 162 h 179"/>
                <a:gd name="T24" fmla="*/ 415 w 418"/>
                <a:gd name="T25" fmla="*/ 158 h 179"/>
                <a:gd name="T26" fmla="*/ 411 w 418"/>
                <a:gd name="T27" fmla="*/ 156 h 179"/>
                <a:gd name="T28" fmla="*/ 406 w 418"/>
                <a:gd name="T29" fmla="*/ 155 h 179"/>
                <a:gd name="T30" fmla="*/ 357 w 418"/>
                <a:gd name="T31" fmla="*/ 155 h 179"/>
                <a:gd name="T32" fmla="*/ 296 w 418"/>
                <a:gd name="T33" fmla="*/ 8 h 179"/>
                <a:gd name="T34" fmla="*/ 293 w 418"/>
                <a:gd name="T35" fmla="*/ 3 h 179"/>
                <a:gd name="T36" fmla="*/ 289 w 418"/>
                <a:gd name="T37" fmla="*/ 0 h 179"/>
                <a:gd name="T38" fmla="*/ 284 w 418"/>
                <a:gd name="T39" fmla="*/ 0 h 179"/>
                <a:gd name="T40" fmla="*/ 279 w 418"/>
                <a:gd name="T41" fmla="*/ 2 h 179"/>
                <a:gd name="T42" fmla="*/ 242 w 418"/>
                <a:gd name="T43" fmla="*/ 24 h 179"/>
                <a:gd name="T44" fmla="*/ 235 w 418"/>
                <a:gd name="T45" fmla="*/ 27 h 179"/>
                <a:gd name="T46" fmla="*/ 226 w 418"/>
                <a:gd name="T47" fmla="*/ 30 h 179"/>
                <a:gd name="T48" fmla="*/ 219 w 418"/>
                <a:gd name="T49" fmla="*/ 31 h 179"/>
                <a:gd name="T50" fmla="*/ 210 w 418"/>
                <a:gd name="T51" fmla="*/ 33 h 179"/>
                <a:gd name="T52" fmla="*/ 201 w 418"/>
                <a:gd name="T53" fmla="*/ 31 h 179"/>
                <a:gd name="T54" fmla="*/ 192 w 418"/>
                <a:gd name="T55" fmla="*/ 30 h 179"/>
                <a:gd name="T56" fmla="*/ 184 w 418"/>
                <a:gd name="T57" fmla="*/ 27 h 179"/>
                <a:gd name="T58" fmla="*/ 176 w 418"/>
                <a:gd name="T59" fmla="*/ 24 h 179"/>
                <a:gd name="T60" fmla="*/ 139 w 418"/>
                <a:gd name="T61" fmla="*/ 2 h 179"/>
                <a:gd name="T62" fmla="*/ 135 w 418"/>
                <a:gd name="T63" fmla="*/ 0 h 179"/>
                <a:gd name="T64" fmla="*/ 130 w 418"/>
                <a:gd name="T65" fmla="*/ 0 h 179"/>
                <a:gd name="T66" fmla="*/ 125 w 418"/>
                <a:gd name="T67" fmla="*/ 3 h 179"/>
                <a:gd name="T68" fmla="*/ 122 w 418"/>
                <a:gd name="T69" fmla="*/ 8 h 179"/>
                <a:gd name="T70" fmla="*/ 61 w 418"/>
                <a:gd name="T71" fmla="*/ 155 h 179"/>
                <a:gd name="T72" fmla="*/ 12 w 418"/>
                <a:gd name="T73" fmla="*/ 155 h 179"/>
                <a:gd name="T74" fmla="*/ 8 w 418"/>
                <a:gd name="T75" fmla="*/ 156 h 179"/>
                <a:gd name="T76" fmla="*/ 4 w 418"/>
                <a:gd name="T77" fmla="*/ 158 h 179"/>
                <a:gd name="T78" fmla="*/ 2 w 418"/>
                <a:gd name="T79" fmla="*/ 162 h 179"/>
                <a:gd name="T80" fmla="*/ 0 w 418"/>
                <a:gd name="T81" fmla="*/ 167 h 179"/>
                <a:gd name="T82" fmla="*/ 2 w 418"/>
                <a:gd name="T83" fmla="*/ 171 h 179"/>
                <a:gd name="T84" fmla="*/ 4 w 418"/>
                <a:gd name="T85" fmla="*/ 175 h 179"/>
                <a:gd name="T86" fmla="*/ 8 w 418"/>
                <a:gd name="T87" fmla="*/ 178 h 179"/>
                <a:gd name="T88" fmla="*/ 12 w 418"/>
                <a:gd name="T8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8" h="179">
                  <a:moveTo>
                    <a:pt x="12" y="179"/>
                  </a:moveTo>
                  <a:lnTo>
                    <a:pt x="69" y="179"/>
                  </a:lnTo>
                  <a:lnTo>
                    <a:pt x="69" y="179"/>
                  </a:lnTo>
                  <a:lnTo>
                    <a:pt x="69" y="179"/>
                  </a:lnTo>
                  <a:lnTo>
                    <a:pt x="69" y="179"/>
                  </a:lnTo>
                  <a:lnTo>
                    <a:pt x="69" y="179"/>
                  </a:lnTo>
                  <a:lnTo>
                    <a:pt x="406" y="179"/>
                  </a:lnTo>
                  <a:lnTo>
                    <a:pt x="411" y="178"/>
                  </a:lnTo>
                  <a:lnTo>
                    <a:pt x="415" y="175"/>
                  </a:lnTo>
                  <a:lnTo>
                    <a:pt x="418" y="171"/>
                  </a:lnTo>
                  <a:lnTo>
                    <a:pt x="418" y="167"/>
                  </a:lnTo>
                  <a:lnTo>
                    <a:pt x="418" y="162"/>
                  </a:lnTo>
                  <a:lnTo>
                    <a:pt x="415" y="158"/>
                  </a:lnTo>
                  <a:lnTo>
                    <a:pt x="411" y="156"/>
                  </a:lnTo>
                  <a:lnTo>
                    <a:pt x="406" y="155"/>
                  </a:lnTo>
                  <a:lnTo>
                    <a:pt x="357" y="155"/>
                  </a:lnTo>
                  <a:lnTo>
                    <a:pt x="296" y="8"/>
                  </a:lnTo>
                  <a:lnTo>
                    <a:pt x="293" y="3"/>
                  </a:lnTo>
                  <a:lnTo>
                    <a:pt x="289" y="0"/>
                  </a:lnTo>
                  <a:lnTo>
                    <a:pt x="284" y="0"/>
                  </a:lnTo>
                  <a:lnTo>
                    <a:pt x="279" y="2"/>
                  </a:lnTo>
                  <a:lnTo>
                    <a:pt x="242" y="24"/>
                  </a:lnTo>
                  <a:lnTo>
                    <a:pt x="235" y="27"/>
                  </a:lnTo>
                  <a:lnTo>
                    <a:pt x="226" y="30"/>
                  </a:lnTo>
                  <a:lnTo>
                    <a:pt x="219" y="31"/>
                  </a:lnTo>
                  <a:lnTo>
                    <a:pt x="210" y="33"/>
                  </a:lnTo>
                  <a:lnTo>
                    <a:pt x="201" y="31"/>
                  </a:lnTo>
                  <a:lnTo>
                    <a:pt x="192" y="30"/>
                  </a:lnTo>
                  <a:lnTo>
                    <a:pt x="184" y="27"/>
                  </a:lnTo>
                  <a:lnTo>
                    <a:pt x="176" y="24"/>
                  </a:lnTo>
                  <a:lnTo>
                    <a:pt x="139" y="2"/>
                  </a:lnTo>
                  <a:lnTo>
                    <a:pt x="135" y="0"/>
                  </a:lnTo>
                  <a:lnTo>
                    <a:pt x="130" y="0"/>
                  </a:lnTo>
                  <a:lnTo>
                    <a:pt x="125" y="3"/>
                  </a:lnTo>
                  <a:lnTo>
                    <a:pt x="122" y="8"/>
                  </a:lnTo>
                  <a:lnTo>
                    <a:pt x="61" y="155"/>
                  </a:lnTo>
                  <a:lnTo>
                    <a:pt x="12" y="155"/>
                  </a:lnTo>
                  <a:lnTo>
                    <a:pt x="8" y="156"/>
                  </a:lnTo>
                  <a:lnTo>
                    <a:pt x="4" y="158"/>
                  </a:lnTo>
                  <a:lnTo>
                    <a:pt x="2" y="162"/>
                  </a:lnTo>
                  <a:lnTo>
                    <a:pt x="0" y="167"/>
                  </a:lnTo>
                  <a:lnTo>
                    <a:pt x="2" y="171"/>
                  </a:lnTo>
                  <a:lnTo>
                    <a:pt x="4" y="175"/>
                  </a:lnTo>
                  <a:lnTo>
                    <a:pt x="8" y="178"/>
                  </a:lnTo>
                  <a:lnTo>
                    <a:pt x="12"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98" name="Freeform 3739">
              <a:extLst>
                <a:ext uri="{FF2B5EF4-FFF2-40B4-BE49-F238E27FC236}">
                  <a16:creationId xmlns:a16="http://schemas.microsoft.com/office/drawing/2014/main" id="{9671B333-C075-48D3-8FFF-587DD369359B}"/>
                </a:ext>
              </a:extLst>
            </p:cNvPr>
            <p:cNvSpPr>
              <a:spLocks/>
            </p:cNvSpPr>
            <p:nvPr/>
          </p:nvSpPr>
          <p:spPr bwMode="auto">
            <a:xfrm>
              <a:off x="7173913" y="7253288"/>
              <a:ext cx="44450" cy="44450"/>
            </a:xfrm>
            <a:custGeom>
              <a:avLst/>
              <a:gdLst>
                <a:gd name="T0" fmla="*/ 0 w 113"/>
                <a:gd name="T1" fmla="*/ 44 h 111"/>
                <a:gd name="T2" fmla="*/ 77 w 113"/>
                <a:gd name="T3" fmla="*/ 111 h 111"/>
                <a:gd name="T4" fmla="*/ 113 w 113"/>
                <a:gd name="T5" fmla="*/ 9 h 111"/>
                <a:gd name="T6" fmla="*/ 97 w 113"/>
                <a:gd name="T7" fmla="*/ 0 h 111"/>
                <a:gd name="T8" fmla="*/ 0 w 113"/>
                <a:gd name="T9" fmla="*/ 44 h 111"/>
              </a:gdLst>
              <a:ahLst/>
              <a:cxnLst>
                <a:cxn ang="0">
                  <a:pos x="T0" y="T1"/>
                </a:cxn>
                <a:cxn ang="0">
                  <a:pos x="T2" y="T3"/>
                </a:cxn>
                <a:cxn ang="0">
                  <a:pos x="T4" y="T5"/>
                </a:cxn>
                <a:cxn ang="0">
                  <a:pos x="T6" y="T7"/>
                </a:cxn>
                <a:cxn ang="0">
                  <a:pos x="T8" y="T9"/>
                </a:cxn>
              </a:cxnLst>
              <a:rect l="0" t="0" r="r" b="b"/>
              <a:pathLst>
                <a:path w="113" h="111">
                  <a:moveTo>
                    <a:pt x="0" y="44"/>
                  </a:moveTo>
                  <a:lnTo>
                    <a:pt x="77" y="111"/>
                  </a:lnTo>
                  <a:lnTo>
                    <a:pt x="113" y="9"/>
                  </a:lnTo>
                  <a:lnTo>
                    <a:pt x="97"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sp>
        <p:nvSpPr>
          <p:cNvPr id="80" name="Trapezoid 79">
            <a:extLst>
              <a:ext uri="{FF2B5EF4-FFF2-40B4-BE49-F238E27FC236}">
                <a16:creationId xmlns:a16="http://schemas.microsoft.com/office/drawing/2014/main" id="{39B6E53D-99A7-4574-94AF-F08DE869F176}"/>
              </a:ext>
            </a:extLst>
          </p:cNvPr>
          <p:cNvSpPr/>
          <p:nvPr/>
        </p:nvSpPr>
        <p:spPr>
          <a:xfrm>
            <a:off x="9939196" y="4390501"/>
            <a:ext cx="1559718" cy="253509"/>
          </a:xfrm>
          <a:prstGeom prst="trapezoid">
            <a:avLst>
              <a:gd name="adj" fmla="val 58087"/>
            </a:avLst>
          </a:prstGeom>
          <a:solidFill>
            <a:schemeClr val="accent1">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1" name="Rectangle: Top Corners Rounded 80">
            <a:extLst>
              <a:ext uri="{FF2B5EF4-FFF2-40B4-BE49-F238E27FC236}">
                <a16:creationId xmlns:a16="http://schemas.microsoft.com/office/drawing/2014/main" id="{6B20082C-AAC9-4E56-993B-933026EB809E}"/>
              </a:ext>
            </a:extLst>
          </p:cNvPr>
          <p:cNvSpPr/>
          <p:nvPr/>
        </p:nvSpPr>
        <p:spPr>
          <a:xfrm flipV="1">
            <a:off x="10089148" y="4412050"/>
            <a:ext cx="1259815" cy="1232689"/>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2" name="Oval 81">
            <a:extLst>
              <a:ext uri="{FF2B5EF4-FFF2-40B4-BE49-F238E27FC236}">
                <a16:creationId xmlns:a16="http://schemas.microsoft.com/office/drawing/2014/main" id="{99A0645A-FF88-419F-A116-ADA358DA06B1}"/>
              </a:ext>
            </a:extLst>
          </p:cNvPr>
          <p:cNvSpPr/>
          <p:nvPr/>
        </p:nvSpPr>
        <p:spPr>
          <a:xfrm>
            <a:off x="10260378" y="4578122"/>
            <a:ext cx="912723" cy="89307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
        <p:nvSpPr>
          <p:cNvPr id="83" name="TextBox 82">
            <a:extLst>
              <a:ext uri="{FF2B5EF4-FFF2-40B4-BE49-F238E27FC236}">
                <a16:creationId xmlns:a16="http://schemas.microsoft.com/office/drawing/2014/main" id="{26AEC73F-2DCA-4D8F-81D0-80248C5FBB42}"/>
              </a:ext>
            </a:extLst>
          </p:cNvPr>
          <p:cNvSpPr txBox="1"/>
          <p:nvPr/>
        </p:nvSpPr>
        <p:spPr>
          <a:xfrm>
            <a:off x="10026176" y="5716779"/>
            <a:ext cx="1381125" cy="492443"/>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Light"/>
                <a:ea typeface="+mn-ea"/>
                <a:cs typeface="+mn-cs"/>
              </a:rPr>
              <a:t>COMMERCIAL PARTNERS</a:t>
            </a:r>
          </a:p>
        </p:txBody>
      </p:sp>
      <p:grpSp>
        <p:nvGrpSpPr>
          <p:cNvPr id="106" name="Group 105">
            <a:extLst>
              <a:ext uri="{FF2B5EF4-FFF2-40B4-BE49-F238E27FC236}">
                <a16:creationId xmlns:a16="http://schemas.microsoft.com/office/drawing/2014/main" id="{F3172B11-8EC1-4314-8584-E1B91C93B4A9}"/>
              </a:ext>
            </a:extLst>
          </p:cNvPr>
          <p:cNvGrpSpPr/>
          <p:nvPr/>
        </p:nvGrpSpPr>
        <p:grpSpPr>
          <a:xfrm>
            <a:off x="10527492" y="4833735"/>
            <a:ext cx="378492" cy="370344"/>
            <a:chOff x="11606213" y="5354638"/>
            <a:chExt cx="280987" cy="280988"/>
          </a:xfrm>
          <a:solidFill>
            <a:schemeClr val="accent1">
              <a:lumMod val="90000"/>
            </a:schemeClr>
          </a:solidFill>
        </p:grpSpPr>
        <p:sp>
          <p:nvSpPr>
            <p:cNvPr id="107" name="Freeform 3448">
              <a:extLst>
                <a:ext uri="{FF2B5EF4-FFF2-40B4-BE49-F238E27FC236}">
                  <a16:creationId xmlns:a16="http://schemas.microsoft.com/office/drawing/2014/main" id="{7F24EBA4-7755-474F-AF93-5ACB7BDDA96B}"/>
                </a:ext>
              </a:extLst>
            </p:cNvPr>
            <p:cNvSpPr>
              <a:spLocks/>
            </p:cNvSpPr>
            <p:nvPr/>
          </p:nvSpPr>
          <p:spPr bwMode="auto">
            <a:xfrm>
              <a:off x="11606213" y="5392738"/>
              <a:ext cx="128587" cy="90488"/>
            </a:xfrm>
            <a:custGeom>
              <a:avLst/>
              <a:gdLst>
                <a:gd name="T0" fmla="*/ 325 w 325"/>
                <a:gd name="T1" fmla="*/ 206 h 230"/>
                <a:gd name="T2" fmla="*/ 324 w 325"/>
                <a:gd name="T3" fmla="*/ 197 h 230"/>
                <a:gd name="T4" fmla="*/ 321 w 325"/>
                <a:gd name="T5" fmla="*/ 189 h 230"/>
                <a:gd name="T6" fmla="*/ 319 w 325"/>
                <a:gd name="T7" fmla="*/ 181 h 230"/>
                <a:gd name="T8" fmla="*/ 315 w 325"/>
                <a:gd name="T9" fmla="*/ 173 h 230"/>
                <a:gd name="T10" fmla="*/ 310 w 325"/>
                <a:gd name="T11" fmla="*/ 167 h 230"/>
                <a:gd name="T12" fmla="*/ 303 w 325"/>
                <a:gd name="T13" fmla="*/ 162 h 230"/>
                <a:gd name="T14" fmla="*/ 297 w 325"/>
                <a:gd name="T15" fmla="*/ 158 h 230"/>
                <a:gd name="T16" fmla="*/ 289 w 325"/>
                <a:gd name="T17" fmla="*/ 154 h 230"/>
                <a:gd name="T18" fmla="*/ 216 w 325"/>
                <a:gd name="T19" fmla="*/ 136 h 230"/>
                <a:gd name="T20" fmla="*/ 216 w 325"/>
                <a:gd name="T21" fmla="*/ 112 h 230"/>
                <a:gd name="T22" fmla="*/ 226 w 325"/>
                <a:gd name="T23" fmla="*/ 104 h 230"/>
                <a:gd name="T24" fmla="*/ 236 w 325"/>
                <a:gd name="T25" fmla="*/ 95 h 230"/>
                <a:gd name="T26" fmla="*/ 244 w 325"/>
                <a:gd name="T27" fmla="*/ 85 h 230"/>
                <a:gd name="T28" fmla="*/ 252 w 325"/>
                <a:gd name="T29" fmla="*/ 73 h 230"/>
                <a:gd name="T30" fmla="*/ 258 w 325"/>
                <a:gd name="T31" fmla="*/ 60 h 230"/>
                <a:gd name="T32" fmla="*/ 262 w 325"/>
                <a:gd name="T33" fmla="*/ 48 h 230"/>
                <a:gd name="T34" fmla="*/ 265 w 325"/>
                <a:gd name="T35" fmla="*/ 33 h 230"/>
                <a:gd name="T36" fmla="*/ 266 w 325"/>
                <a:gd name="T37" fmla="*/ 19 h 230"/>
                <a:gd name="T38" fmla="*/ 254 w 325"/>
                <a:gd name="T39" fmla="*/ 22 h 230"/>
                <a:gd name="T40" fmla="*/ 243 w 325"/>
                <a:gd name="T41" fmla="*/ 22 h 230"/>
                <a:gd name="T42" fmla="*/ 234 w 325"/>
                <a:gd name="T43" fmla="*/ 22 h 230"/>
                <a:gd name="T44" fmla="*/ 225 w 325"/>
                <a:gd name="T45" fmla="*/ 21 h 230"/>
                <a:gd name="T46" fmla="*/ 209 w 325"/>
                <a:gd name="T47" fmla="*/ 18 h 230"/>
                <a:gd name="T48" fmla="*/ 197 w 325"/>
                <a:gd name="T49" fmla="*/ 13 h 230"/>
                <a:gd name="T50" fmla="*/ 186 w 325"/>
                <a:gd name="T51" fmla="*/ 8 h 230"/>
                <a:gd name="T52" fmla="*/ 177 w 325"/>
                <a:gd name="T53" fmla="*/ 0 h 230"/>
                <a:gd name="T54" fmla="*/ 171 w 325"/>
                <a:gd name="T55" fmla="*/ 4 h 230"/>
                <a:gd name="T56" fmla="*/ 163 w 325"/>
                <a:gd name="T57" fmla="*/ 6 h 230"/>
                <a:gd name="T58" fmla="*/ 157 w 325"/>
                <a:gd name="T59" fmla="*/ 10 h 230"/>
                <a:gd name="T60" fmla="*/ 149 w 325"/>
                <a:gd name="T61" fmla="*/ 12 h 230"/>
                <a:gd name="T62" fmla="*/ 134 w 325"/>
                <a:gd name="T63" fmla="*/ 14 h 230"/>
                <a:gd name="T64" fmla="*/ 117 w 325"/>
                <a:gd name="T65" fmla="*/ 15 h 230"/>
                <a:gd name="T66" fmla="*/ 102 w 325"/>
                <a:gd name="T67" fmla="*/ 15 h 230"/>
                <a:gd name="T68" fmla="*/ 87 w 325"/>
                <a:gd name="T69" fmla="*/ 13 h 230"/>
                <a:gd name="T70" fmla="*/ 73 w 325"/>
                <a:gd name="T71" fmla="*/ 9 h 230"/>
                <a:gd name="T72" fmla="*/ 62 w 325"/>
                <a:gd name="T73" fmla="*/ 4 h 230"/>
                <a:gd name="T74" fmla="*/ 60 w 325"/>
                <a:gd name="T75" fmla="*/ 10 h 230"/>
                <a:gd name="T76" fmla="*/ 60 w 325"/>
                <a:gd name="T77" fmla="*/ 17 h 230"/>
                <a:gd name="T78" fmla="*/ 62 w 325"/>
                <a:gd name="T79" fmla="*/ 31 h 230"/>
                <a:gd name="T80" fmla="*/ 64 w 325"/>
                <a:gd name="T81" fmla="*/ 45 h 230"/>
                <a:gd name="T82" fmla="*/ 68 w 325"/>
                <a:gd name="T83" fmla="*/ 58 h 230"/>
                <a:gd name="T84" fmla="*/ 73 w 325"/>
                <a:gd name="T85" fmla="*/ 71 h 230"/>
                <a:gd name="T86" fmla="*/ 81 w 325"/>
                <a:gd name="T87" fmla="*/ 82 h 230"/>
                <a:gd name="T88" fmla="*/ 89 w 325"/>
                <a:gd name="T89" fmla="*/ 93 h 230"/>
                <a:gd name="T90" fmla="*/ 98 w 325"/>
                <a:gd name="T91" fmla="*/ 102 h 230"/>
                <a:gd name="T92" fmla="*/ 108 w 325"/>
                <a:gd name="T93" fmla="*/ 109 h 230"/>
                <a:gd name="T94" fmla="*/ 108 w 325"/>
                <a:gd name="T95" fmla="*/ 136 h 230"/>
                <a:gd name="T96" fmla="*/ 37 w 325"/>
                <a:gd name="T97" fmla="*/ 155 h 230"/>
                <a:gd name="T98" fmla="*/ 30 w 325"/>
                <a:gd name="T99" fmla="*/ 158 h 230"/>
                <a:gd name="T100" fmla="*/ 23 w 325"/>
                <a:gd name="T101" fmla="*/ 162 h 230"/>
                <a:gd name="T102" fmla="*/ 17 w 325"/>
                <a:gd name="T103" fmla="*/ 167 h 230"/>
                <a:gd name="T104" fmla="*/ 10 w 325"/>
                <a:gd name="T105" fmla="*/ 173 h 230"/>
                <a:gd name="T106" fmla="*/ 7 w 325"/>
                <a:gd name="T107" fmla="*/ 181 h 230"/>
                <a:gd name="T108" fmla="*/ 3 w 325"/>
                <a:gd name="T109" fmla="*/ 189 h 230"/>
                <a:gd name="T110" fmla="*/ 0 w 325"/>
                <a:gd name="T111" fmla="*/ 197 h 230"/>
                <a:gd name="T112" fmla="*/ 0 w 325"/>
                <a:gd name="T113" fmla="*/ 206 h 230"/>
                <a:gd name="T114" fmla="*/ 0 w 325"/>
                <a:gd name="T115" fmla="*/ 230 h 230"/>
                <a:gd name="T116" fmla="*/ 325 w 325"/>
                <a:gd name="T117" fmla="*/ 230 h 230"/>
                <a:gd name="T118" fmla="*/ 325 w 325"/>
                <a:gd name="T119" fmla="*/ 20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5" h="230">
                  <a:moveTo>
                    <a:pt x="325" y="206"/>
                  </a:moveTo>
                  <a:lnTo>
                    <a:pt x="324" y="197"/>
                  </a:lnTo>
                  <a:lnTo>
                    <a:pt x="321" y="189"/>
                  </a:lnTo>
                  <a:lnTo>
                    <a:pt x="319" y="181"/>
                  </a:lnTo>
                  <a:lnTo>
                    <a:pt x="315" y="173"/>
                  </a:lnTo>
                  <a:lnTo>
                    <a:pt x="310" y="167"/>
                  </a:lnTo>
                  <a:lnTo>
                    <a:pt x="303" y="162"/>
                  </a:lnTo>
                  <a:lnTo>
                    <a:pt x="297" y="158"/>
                  </a:lnTo>
                  <a:lnTo>
                    <a:pt x="289" y="154"/>
                  </a:lnTo>
                  <a:lnTo>
                    <a:pt x="216" y="136"/>
                  </a:lnTo>
                  <a:lnTo>
                    <a:pt x="216" y="112"/>
                  </a:lnTo>
                  <a:lnTo>
                    <a:pt x="226" y="104"/>
                  </a:lnTo>
                  <a:lnTo>
                    <a:pt x="236" y="95"/>
                  </a:lnTo>
                  <a:lnTo>
                    <a:pt x="244" y="85"/>
                  </a:lnTo>
                  <a:lnTo>
                    <a:pt x="252" y="73"/>
                  </a:lnTo>
                  <a:lnTo>
                    <a:pt x="258" y="60"/>
                  </a:lnTo>
                  <a:lnTo>
                    <a:pt x="262" y="48"/>
                  </a:lnTo>
                  <a:lnTo>
                    <a:pt x="265" y="33"/>
                  </a:lnTo>
                  <a:lnTo>
                    <a:pt x="266" y="19"/>
                  </a:lnTo>
                  <a:lnTo>
                    <a:pt x="254" y="22"/>
                  </a:lnTo>
                  <a:lnTo>
                    <a:pt x="243" y="22"/>
                  </a:lnTo>
                  <a:lnTo>
                    <a:pt x="234" y="22"/>
                  </a:lnTo>
                  <a:lnTo>
                    <a:pt x="225" y="21"/>
                  </a:lnTo>
                  <a:lnTo>
                    <a:pt x="209" y="18"/>
                  </a:lnTo>
                  <a:lnTo>
                    <a:pt x="197" y="13"/>
                  </a:lnTo>
                  <a:lnTo>
                    <a:pt x="186" y="8"/>
                  </a:lnTo>
                  <a:lnTo>
                    <a:pt x="177" y="0"/>
                  </a:lnTo>
                  <a:lnTo>
                    <a:pt x="171" y="4"/>
                  </a:lnTo>
                  <a:lnTo>
                    <a:pt x="163" y="6"/>
                  </a:lnTo>
                  <a:lnTo>
                    <a:pt x="157" y="10"/>
                  </a:lnTo>
                  <a:lnTo>
                    <a:pt x="149" y="12"/>
                  </a:lnTo>
                  <a:lnTo>
                    <a:pt x="134" y="14"/>
                  </a:lnTo>
                  <a:lnTo>
                    <a:pt x="117" y="15"/>
                  </a:lnTo>
                  <a:lnTo>
                    <a:pt x="102" y="15"/>
                  </a:lnTo>
                  <a:lnTo>
                    <a:pt x="87" y="13"/>
                  </a:lnTo>
                  <a:lnTo>
                    <a:pt x="73" y="9"/>
                  </a:lnTo>
                  <a:lnTo>
                    <a:pt x="62" y="4"/>
                  </a:lnTo>
                  <a:lnTo>
                    <a:pt x="60" y="10"/>
                  </a:lnTo>
                  <a:lnTo>
                    <a:pt x="60" y="17"/>
                  </a:lnTo>
                  <a:lnTo>
                    <a:pt x="62" y="31"/>
                  </a:lnTo>
                  <a:lnTo>
                    <a:pt x="64" y="45"/>
                  </a:lnTo>
                  <a:lnTo>
                    <a:pt x="68" y="58"/>
                  </a:lnTo>
                  <a:lnTo>
                    <a:pt x="73" y="71"/>
                  </a:lnTo>
                  <a:lnTo>
                    <a:pt x="81" y="82"/>
                  </a:lnTo>
                  <a:lnTo>
                    <a:pt x="89" y="93"/>
                  </a:lnTo>
                  <a:lnTo>
                    <a:pt x="98" y="102"/>
                  </a:lnTo>
                  <a:lnTo>
                    <a:pt x="108" y="109"/>
                  </a:lnTo>
                  <a:lnTo>
                    <a:pt x="108" y="136"/>
                  </a:lnTo>
                  <a:lnTo>
                    <a:pt x="37" y="155"/>
                  </a:lnTo>
                  <a:lnTo>
                    <a:pt x="30" y="158"/>
                  </a:lnTo>
                  <a:lnTo>
                    <a:pt x="23" y="162"/>
                  </a:lnTo>
                  <a:lnTo>
                    <a:pt x="17" y="167"/>
                  </a:lnTo>
                  <a:lnTo>
                    <a:pt x="10" y="173"/>
                  </a:lnTo>
                  <a:lnTo>
                    <a:pt x="7" y="181"/>
                  </a:lnTo>
                  <a:lnTo>
                    <a:pt x="3" y="189"/>
                  </a:lnTo>
                  <a:lnTo>
                    <a:pt x="0" y="197"/>
                  </a:lnTo>
                  <a:lnTo>
                    <a:pt x="0" y="206"/>
                  </a:lnTo>
                  <a:lnTo>
                    <a:pt x="0" y="230"/>
                  </a:lnTo>
                  <a:lnTo>
                    <a:pt x="325" y="230"/>
                  </a:lnTo>
                  <a:lnTo>
                    <a:pt x="325"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8" name="Freeform 3449">
              <a:extLst>
                <a:ext uri="{FF2B5EF4-FFF2-40B4-BE49-F238E27FC236}">
                  <a16:creationId xmlns:a16="http://schemas.microsoft.com/office/drawing/2014/main" id="{61C45C6E-0BDC-4BA5-92C4-D8E5E31E40BA}"/>
                </a:ext>
              </a:extLst>
            </p:cNvPr>
            <p:cNvSpPr>
              <a:spLocks/>
            </p:cNvSpPr>
            <p:nvPr/>
          </p:nvSpPr>
          <p:spPr bwMode="auto">
            <a:xfrm>
              <a:off x="11631613" y="5354638"/>
              <a:ext cx="79375" cy="36513"/>
            </a:xfrm>
            <a:custGeom>
              <a:avLst/>
              <a:gdLst>
                <a:gd name="T0" fmla="*/ 104 w 199"/>
                <a:gd name="T1" fmla="*/ 69 h 92"/>
                <a:gd name="T2" fmla="*/ 109 w 199"/>
                <a:gd name="T3" fmla="*/ 67 h 92"/>
                <a:gd name="T4" fmla="*/ 114 w 199"/>
                <a:gd name="T5" fmla="*/ 66 h 92"/>
                <a:gd name="T6" fmla="*/ 116 w 199"/>
                <a:gd name="T7" fmla="*/ 67 h 92"/>
                <a:gd name="T8" fmla="*/ 119 w 199"/>
                <a:gd name="T9" fmla="*/ 68 h 92"/>
                <a:gd name="T10" fmla="*/ 122 w 199"/>
                <a:gd name="T11" fmla="*/ 69 h 92"/>
                <a:gd name="T12" fmla="*/ 123 w 199"/>
                <a:gd name="T13" fmla="*/ 72 h 92"/>
                <a:gd name="T14" fmla="*/ 125 w 199"/>
                <a:gd name="T15" fmla="*/ 76 h 92"/>
                <a:gd name="T16" fmla="*/ 129 w 199"/>
                <a:gd name="T17" fmla="*/ 78 h 92"/>
                <a:gd name="T18" fmla="*/ 133 w 199"/>
                <a:gd name="T19" fmla="*/ 82 h 92"/>
                <a:gd name="T20" fmla="*/ 137 w 199"/>
                <a:gd name="T21" fmla="*/ 85 h 92"/>
                <a:gd name="T22" fmla="*/ 149 w 199"/>
                <a:gd name="T23" fmla="*/ 89 h 92"/>
                <a:gd name="T24" fmla="*/ 161 w 199"/>
                <a:gd name="T25" fmla="*/ 92 h 92"/>
                <a:gd name="T26" fmla="*/ 173 w 199"/>
                <a:gd name="T27" fmla="*/ 92 h 92"/>
                <a:gd name="T28" fmla="*/ 183 w 199"/>
                <a:gd name="T29" fmla="*/ 92 h 92"/>
                <a:gd name="T30" fmla="*/ 192 w 199"/>
                <a:gd name="T31" fmla="*/ 91 h 92"/>
                <a:gd name="T32" fmla="*/ 199 w 199"/>
                <a:gd name="T33" fmla="*/ 90 h 92"/>
                <a:gd name="T34" fmla="*/ 196 w 199"/>
                <a:gd name="T35" fmla="*/ 80 h 92"/>
                <a:gd name="T36" fmla="*/ 194 w 199"/>
                <a:gd name="T37" fmla="*/ 71 h 92"/>
                <a:gd name="T38" fmla="*/ 190 w 199"/>
                <a:gd name="T39" fmla="*/ 63 h 92"/>
                <a:gd name="T40" fmla="*/ 186 w 199"/>
                <a:gd name="T41" fmla="*/ 54 h 92"/>
                <a:gd name="T42" fmla="*/ 181 w 199"/>
                <a:gd name="T43" fmla="*/ 46 h 92"/>
                <a:gd name="T44" fmla="*/ 176 w 199"/>
                <a:gd name="T45" fmla="*/ 39 h 92"/>
                <a:gd name="T46" fmla="*/ 169 w 199"/>
                <a:gd name="T47" fmla="*/ 32 h 92"/>
                <a:gd name="T48" fmla="*/ 163 w 199"/>
                <a:gd name="T49" fmla="*/ 26 h 92"/>
                <a:gd name="T50" fmla="*/ 156 w 199"/>
                <a:gd name="T51" fmla="*/ 21 h 92"/>
                <a:gd name="T52" fmla="*/ 149 w 199"/>
                <a:gd name="T53" fmla="*/ 15 h 92"/>
                <a:gd name="T54" fmla="*/ 141 w 199"/>
                <a:gd name="T55" fmla="*/ 10 h 92"/>
                <a:gd name="T56" fmla="*/ 133 w 199"/>
                <a:gd name="T57" fmla="*/ 6 h 92"/>
                <a:gd name="T58" fmla="*/ 124 w 199"/>
                <a:gd name="T59" fmla="*/ 4 h 92"/>
                <a:gd name="T60" fmla="*/ 115 w 199"/>
                <a:gd name="T61" fmla="*/ 1 h 92"/>
                <a:gd name="T62" fmla="*/ 106 w 199"/>
                <a:gd name="T63" fmla="*/ 0 h 92"/>
                <a:gd name="T64" fmla="*/ 97 w 199"/>
                <a:gd name="T65" fmla="*/ 0 h 92"/>
                <a:gd name="T66" fmla="*/ 89 w 199"/>
                <a:gd name="T67" fmla="*/ 0 h 92"/>
                <a:gd name="T68" fmla="*/ 81 w 199"/>
                <a:gd name="T69" fmla="*/ 1 h 92"/>
                <a:gd name="T70" fmla="*/ 73 w 199"/>
                <a:gd name="T71" fmla="*/ 4 h 92"/>
                <a:gd name="T72" fmla="*/ 65 w 199"/>
                <a:gd name="T73" fmla="*/ 5 h 92"/>
                <a:gd name="T74" fmla="*/ 57 w 199"/>
                <a:gd name="T75" fmla="*/ 9 h 92"/>
                <a:gd name="T76" fmla="*/ 51 w 199"/>
                <a:gd name="T77" fmla="*/ 13 h 92"/>
                <a:gd name="T78" fmla="*/ 43 w 199"/>
                <a:gd name="T79" fmla="*/ 17 h 92"/>
                <a:gd name="T80" fmla="*/ 37 w 199"/>
                <a:gd name="T81" fmla="*/ 22 h 92"/>
                <a:gd name="T82" fmla="*/ 25 w 199"/>
                <a:gd name="T83" fmla="*/ 32 h 92"/>
                <a:gd name="T84" fmla="*/ 15 w 199"/>
                <a:gd name="T85" fmla="*/ 45 h 92"/>
                <a:gd name="T86" fmla="*/ 6 w 199"/>
                <a:gd name="T87" fmla="*/ 60 h 92"/>
                <a:gd name="T88" fmla="*/ 0 w 199"/>
                <a:gd name="T89" fmla="*/ 76 h 92"/>
                <a:gd name="T90" fmla="*/ 1 w 199"/>
                <a:gd name="T91" fmla="*/ 75 h 92"/>
                <a:gd name="T92" fmla="*/ 10 w 199"/>
                <a:gd name="T93" fmla="*/ 80 h 92"/>
                <a:gd name="T94" fmla="*/ 21 w 199"/>
                <a:gd name="T95" fmla="*/ 84 h 92"/>
                <a:gd name="T96" fmla="*/ 36 w 199"/>
                <a:gd name="T97" fmla="*/ 86 h 92"/>
                <a:gd name="T98" fmla="*/ 50 w 199"/>
                <a:gd name="T99" fmla="*/ 87 h 92"/>
                <a:gd name="T100" fmla="*/ 65 w 199"/>
                <a:gd name="T101" fmla="*/ 86 h 92"/>
                <a:gd name="T102" fmla="*/ 79 w 199"/>
                <a:gd name="T103" fmla="*/ 84 h 92"/>
                <a:gd name="T104" fmla="*/ 87 w 199"/>
                <a:gd name="T105" fmla="*/ 81 h 92"/>
                <a:gd name="T106" fmla="*/ 93 w 199"/>
                <a:gd name="T107" fmla="*/ 77 h 92"/>
                <a:gd name="T108" fmla="*/ 98 w 199"/>
                <a:gd name="T109" fmla="*/ 75 h 92"/>
                <a:gd name="T110" fmla="*/ 104 w 199"/>
                <a:gd name="T111" fmla="*/ 6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9" h="92">
                  <a:moveTo>
                    <a:pt x="104" y="69"/>
                  </a:moveTo>
                  <a:lnTo>
                    <a:pt x="109" y="67"/>
                  </a:lnTo>
                  <a:lnTo>
                    <a:pt x="114" y="66"/>
                  </a:lnTo>
                  <a:lnTo>
                    <a:pt x="116" y="67"/>
                  </a:lnTo>
                  <a:lnTo>
                    <a:pt x="119" y="68"/>
                  </a:lnTo>
                  <a:lnTo>
                    <a:pt x="122" y="69"/>
                  </a:lnTo>
                  <a:lnTo>
                    <a:pt x="123" y="72"/>
                  </a:lnTo>
                  <a:lnTo>
                    <a:pt x="125" y="76"/>
                  </a:lnTo>
                  <a:lnTo>
                    <a:pt x="129" y="78"/>
                  </a:lnTo>
                  <a:lnTo>
                    <a:pt x="133" y="82"/>
                  </a:lnTo>
                  <a:lnTo>
                    <a:pt x="137" y="85"/>
                  </a:lnTo>
                  <a:lnTo>
                    <a:pt x="149" y="89"/>
                  </a:lnTo>
                  <a:lnTo>
                    <a:pt x="161" y="92"/>
                  </a:lnTo>
                  <a:lnTo>
                    <a:pt x="173" y="92"/>
                  </a:lnTo>
                  <a:lnTo>
                    <a:pt x="183" y="92"/>
                  </a:lnTo>
                  <a:lnTo>
                    <a:pt x="192" y="91"/>
                  </a:lnTo>
                  <a:lnTo>
                    <a:pt x="199" y="90"/>
                  </a:lnTo>
                  <a:lnTo>
                    <a:pt x="196" y="80"/>
                  </a:lnTo>
                  <a:lnTo>
                    <a:pt x="194" y="71"/>
                  </a:lnTo>
                  <a:lnTo>
                    <a:pt x="190" y="63"/>
                  </a:lnTo>
                  <a:lnTo>
                    <a:pt x="186" y="54"/>
                  </a:lnTo>
                  <a:lnTo>
                    <a:pt x="181" y="46"/>
                  </a:lnTo>
                  <a:lnTo>
                    <a:pt x="176" y="39"/>
                  </a:lnTo>
                  <a:lnTo>
                    <a:pt x="169" y="32"/>
                  </a:lnTo>
                  <a:lnTo>
                    <a:pt x="163" y="26"/>
                  </a:lnTo>
                  <a:lnTo>
                    <a:pt x="156" y="21"/>
                  </a:lnTo>
                  <a:lnTo>
                    <a:pt x="149" y="15"/>
                  </a:lnTo>
                  <a:lnTo>
                    <a:pt x="141" y="10"/>
                  </a:lnTo>
                  <a:lnTo>
                    <a:pt x="133" y="6"/>
                  </a:lnTo>
                  <a:lnTo>
                    <a:pt x="124" y="4"/>
                  </a:lnTo>
                  <a:lnTo>
                    <a:pt x="115" y="1"/>
                  </a:lnTo>
                  <a:lnTo>
                    <a:pt x="106" y="0"/>
                  </a:lnTo>
                  <a:lnTo>
                    <a:pt x="97" y="0"/>
                  </a:lnTo>
                  <a:lnTo>
                    <a:pt x="89" y="0"/>
                  </a:lnTo>
                  <a:lnTo>
                    <a:pt x="81" y="1"/>
                  </a:lnTo>
                  <a:lnTo>
                    <a:pt x="73" y="4"/>
                  </a:lnTo>
                  <a:lnTo>
                    <a:pt x="65" y="5"/>
                  </a:lnTo>
                  <a:lnTo>
                    <a:pt x="57" y="9"/>
                  </a:lnTo>
                  <a:lnTo>
                    <a:pt x="51" y="13"/>
                  </a:lnTo>
                  <a:lnTo>
                    <a:pt x="43" y="17"/>
                  </a:lnTo>
                  <a:lnTo>
                    <a:pt x="37" y="22"/>
                  </a:lnTo>
                  <a:lnTo>
                    <a:pt x="25" y="32"/>
                  </a:lnTo>
                  <a:lnTo>
                    <a:pt x="15" y="45"/>
                  </a:lnTo>
                  <a:lnTo>
                    <a:pt x="6" y="60"/>
                  </a:lnTo>
                  <a:lnTo>
                    <a:pt x="0" y="76"/>
                  </a:lnTo>
                  <a:lnTo>
                    <a:pt x="1" y="75"/>
                  </a:lnTo>
                  <a:lnTo>
                    <a:pt x="10" y="80"/>
                  </a:lnTo>
                  <a:lnTo>
                    <a:pt x="21" y="84"/>
                  </a:lnTo>
                  <a:lnTo>
                    <a:pt x="36" y="86"/>
                  </a:lnTo>
                  <a:lnTo>
                    <a:pt x="50" y="87"/>
                  </a:lnTo>
                  <a:lnTo>
                    <a:pt x="65" y="86"/>
                  </a:lnTo>
                  <a:lnTo>
                    <a:pt x="79" y="84"/>
                  </a:lnTo>
                  <a:lnTo>
                    <a:pt x="87" y="81"/>
                  </a:lnTo>
                  <a:lnTo>
                    <a:pt x="93" y="77"/>
                  </a:lnTo>
                  <a:lnTo>
                    <a:pt x="98" y="75"/>
                  </a:lnTo>
                  <a:lnTo>
                    <a:pt x="104"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09" name="Freeform 3450">
              <a:extLst>
                <a:ext uri="{FF2B5EF4-FFF2-40B4-BE49-F238E27FC236}">
                  <a16:creationId xmlns:a16="http://schemas.microsoft.com/office/drawing/2014/main" id="{AC9FB6C0-01F1-4512-9E29-BF93CC62D4E5}"/>
                </a:ext>
              </a:extLst>
            </p:cNvPr>
            <p:cNvSpPr>
              <a:spLocks/>
            </p:cNvSpPr>
            <p:nvPr/>
          </p:nvSpPr>
          <p:spPr bwMode="auto">
            <a:xfrm>
              <a:off x="11758613" y="5392738"/>
              <a:ext cx="128587" cy="90488"/>
            </a:xfrm>
            <a:custGeom>
              <a:avLst/>
              <a:gdLst>
                <a:gd name="T0" fmla="*/ 289 w 325"/>
                <a:gd name="T1" fmla="*/ 154 h 230"/>
                <a:gd name="T2" fmla="*/ 217 w 325"/>
                <a:gd name="T3" fmla="*/ 136 h 230"/>
                <a:gd name="T4" fmla="*/ 217 w 325"/>
                <a:gd name="T5" fmla="*/ 112 h 230"/>
                <a:gd name="T6" fmla="*/ 227 w 325"/>
                <a:gd name="T7" fmla="*/ 104 h 230"/>
                <a:gd name="T8" fmla="*/ 236 w 325"/>
                <a:gd name="T9" fmla="*/ 95 h 230"/>
                <a:gd name="T10" fmla="*/ 245 w 325"/>
                <a:gd name="T11" fmla="*/ 85 h 230"/>
                <a:gd name="T12" fmla="*/ 252 w 325"/>
                <a:gd name="T13" fmla="*/ 73 h 230"/>
                <a:gd name="T14" fmla="*/ 258 w 325"/>
                <a:gd name="T15" fmla="*/ 60 h 230"/>
                <a:gd name="T16" fmla="*/ 263 w 325"/>
                <a:gd name="T17" fmla="*/ 48 h 230"/>
                <a:gd name="T18" fmla="*/ 266 w 325"/>
                <a:gd name="T19" fmla="*/ 33 h 230"/>
                <a:gd name="T20" fmla="*/ 267 w 325"/>
                <a:gd name="T21" fmla="*/ 19 h 230"/>
                <a:gd name="T22" fmla="*/ 256 w 325"/>
                <a:gd name="T23" fmla="*/ 22 h 230"/>
                <a:gd name="T24" fmla="*/ 243 w 325"/>
                <a:gd name="T25" fmla="*/ 22 h 230"/>
                <a:gd name="T26" fmla="*/ 234 w 325"/>
                <a:gd name="T27" fmla="*/ 22 h 230"/>
                <a:gd name="T28" fmla="*/ 225 w 325"/>
                <a:gd name="T29" fmla="*/ 21 h 230"/>
                <a:gd name="T30" fmla="*/ 211 w 325"/>
                <a:gd name="T31" fmla="*/ 18 h 230"/>
                <a:gd name="T32" fmla="*/ 198 w 325"/>
                <a:gd name="T33" fmla="*/ 13 h 230"/>
                <a:gd name="T34" fmla="*/ 186 w 325"/>
                <a:gd name="T35" fmla="*/ 8 h 230"/>
                <a:gd name="T36" fmla="*/ 177 w 325"/>
                <a:gd name="T37" fmla="*/ 0 h 230"/>
                <a:gd name="T38" fmla="*/ 171 w 325"/>
                <a:gd name="T39" fmla="*/ 4 h 230"/>
                <a:gd name="T40" fmla="*/ 164 w 325"/>
                <a:gd name="T41" fmla="*/ 6 h 230"/>
                <a:gd name="T42" fmla="*/ 157 w 325"/>
                <a:gd name="T43" fmla="*/ 10 h 230"/>
                <a:gd name="T44" fmla="*/ 149 w 325"/>
                <a:gd name="T45" fmla="*/ 12 h 230"/>
                <a:gd name="T46" fmla="*/ 134 w 325"/>
                <a:gd name="T47" fmla="*/ 14 h 230"/>
                <a:gd name="T48" fmla="*/ 118 w 325"/>
                <a:gd name="T49" fmla="*/ 15 h 230"/>
                <a:gd name="T50" fmla="*/ 103 w 325"/>
                <a:gd name="T51" fmla="*/ 15 h 230"/>
                <a:gd name="T52" fmla="*/ 87 w 325"/>
                <a:gd name="T53" fmla="*/ 13 h 230"/>
                <a:gd name="T54" fmla="*/ 73 w 325"/>
                <a:gd name="T55" fmla="*/ 9 h 230"/>
                <a:gd name="T56" fmla="*/ 62 w 325"/>
                <a:gd name="T57" fmla="*/ 4 h 230"/>
                <a:gd name="T58" fmla="*/ 62 w 325"/>
                <a:gd name="T59" fmla="*/ 10 h 230"/>
                <a:gd name="T60" fmla="*/ 60 w 325"/>
                <a:gd name="T61" fmla="*/ 17 h 230"/>
                <a:gd name="T62" fmla="*/ 62 w 325"/>
                <a:gd name="T63" fmla="*/ 31 h 230"/>
                <a:gd name="T64" fmla="*/ 64 w 325"/>
                <a:gd name="T65" fmla="*/ 45 h 230"/>
                <a:gd name="T66" fmla="*/ 68 w 325"/>
                <a:gd name="T67" fmla="*/ 58 h 230"/>
                <a:gd name="T68" fmla="*/ 75 w 325"/>
                <a:gd name="T69" fmla="*/ 71 h 230"/>
                <a:gd name="T70" fmla="*/ 81 w 325"/>
                <a:gd name="T71" fmla="*/ 82 h 230"/>
                <a:gd name="T72" fmla="*/ 89 w 325"/>
                <a:gd name="T73" fmla="*/ 93 h 230"/>
                <a:gd name="T74" fmla="*/ 99 w 325"/>
                <a:gd name="T75" fmla="*/ 102 h 230"/>
                <a:gd name="T76" fmla="*/ 109 w 325"/>
                <a:gd name="T77" fmla="*/ 109 h 230"/>
                <a:gd name="T78" fmla="*/ 109 w 325"/>
                <a:gd name="T79" fmla="*/ 136 h 230"/>
                <a:gd name="T80" fmla="*/ 39 w 325"/>
                <a:gd name="T81" fmla="*/ 155 h 230"/>
                <a:gd name="T82" fmla="*/ 31 w 325"/>
                <a:gd name="T83" fmla="*/ 158 h 230"/>
                <a:gd name="T84" fmla="*/ 23 w 325"/>
                <a:gd name="T85" fmla="*/ 162 h 230"/>
                <a:gd name="T86" fmla="*/ 17 w 325"/>
                <a:gd name="T87" fmla="*/ 167 h 230"/>
                <a:gd name="T88" fmla="*/ 12 w 325"/>
                <a:gd name="T89" fmla="*/ 173 h 230"/>
                <a:gd name="T90" fmla="*/ 7 w 325"/>
                <a:gd name="T91" fmla="*/ 181 h 230"/>
                <a:gd name="T92" fmla="*/ 4 w 325"/>
                <a:gd name="T93" fmla="*/ 189 h 230"/>
                <a:gd name="T94" fmla="*/ 1 w 325"/>
                <a:gd name="T95" fmla="*/ 197 h 230"/>
                <a:gd name="T96" fmla="*/ 0 w 325"/>
                <a:gd name="T97" fmla="*/ 206 h 230"/>
                <a:gd name="T98" fmla="*/ 0 w 325"/>
                <a:gd name="T99" fmla="*/ 230 h 230"/>
                <a:gd name="T100" fmla="*/ 325 w 325"/>
                <a:gd name="T101" fmla="*/ 230 h 230"/>
                <a:gd name="T102" fmla="*/ 325 w 325"/>
                <a:gd name="T103" fmla="*/ 206 h 230"/>
                <a:gd name="T104" fmla="*/ 324 w 325"/>
                <a:gd name="T105" fmla="*/ 197 h 230"/>
                <a:gd name="T106" fmla="*/ 322 w 325"/>
                <a:gd name="T107" fmla="*/ 189 h 230"/>
                <a:gd name="T108" fmla="*/ 319 w 325"/>
                <a:gd name="T109" fmla="*/ 181 h 230"/>
                <a:gd name="T110" fmla="*/ 315 w 325"/>
                <a:gd name="T111" fmla="*/ 173 h 230"/>
                <a:gd name="T112" fmla="*/ 310 w 325"/>
                <a:gd name="T113" fmla="*/ 167 h 230"/>
                <a:gd name="T114" fmla="*/ 303 w 325"/>
                <a:gd name="T115" fmla="*/ 162 h 230"/>
                <a:gd name="T116" fmla="*/ 297 w 325"/>
                <a:gd name="T117" fmla="*/ 158 h 230"/>
                <a:gd name="T118" fmla="*/ 289 w 325"/>
                <a:gd name="T119" fmla="*/ 154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5" h="230">
                  <a:moveTo>
                    <a:pt x="289" y="154"/>
                  </a:moveTo>
                  <a:lnTo>
                    <a:pt x="217" y="136"/>
                  </a:lnTo>
                  <a:lnTo>
                    <a:pt x="217" y="112"/>
                  </a:lnTo>
                  <a:lnTo>
                    <a:pt x="227" y="104"/>
                  </a:lnTo>
                  <a:lnTo>
                    <a:pt x="236" y="95"/>
                  </a:lnTo>
                  <a:lnTo>
                    <a:pt x="245" y="85"/>
                  </a:lnTo>
                  <a:lnTo>
                    <a:pt x="252" y="73"/>
                  </a:lnTo>
                  <a:lnTo>
                    <a:pt x="258" y="60"/>
                  </a:lnTo>
                  <a:lnTo>
                    <a:pt x="263" y="48"/>
                  </a:lnTo>
                  <a:lnTo>
                    <a:pt x="266" y="33"/>
                  </a:lnTo>
                  <a:lnTo>
                    <a:pt x="267" y="19"/>
                  </a:lnTo>
                  <a:lnTo>
                    <a:pt x="256" y="22"/>
                  </a:lnTo>
                  <a:lnTo>
                    <a:pt x="243" y="22"/>
                  </a:lnTo>
                  <a:lnTo>
                    <a:pt x="234" y="22"/>
                  </a:lnTo>
                  <a:lnTo>
                    <a:pt x="225" y="21"/>
                  </a:lnTo>
                  <a:lnTo>
                    <a:pt x="211" y="18"/>
                  </a:lnTo>
                  <a:lnTo>
                    <a:pt x="198" y="13"/>
                  </a:lnTo>
                  <a:lnTo>
                    <a:pt x="186" y="8"/>
                  </a:lnTo>
                  <a:lnTo>
                    <a:pt x="177" y="0"/>
                  </a:lnTo>
                  <a:lnTo>
                    <a:pt x="171" y="4"/>
                  </a:lnTo>
                  <a:lnTo>
                    <a:pt x="164" y="6"/>
                  </a:lnTo>
                  <a:lnTo>
                    <a:pt x="157" y="10"/>
                  </a:lnTo>
                  <a:lnTo>
                    <a:pt x="149" y="12"/>
                  </a:lnTo>
                  <a:lnTo>
                    <a:pt x="134" y="14"/>
                  </a:lnTo>
                  <a:lnTo>
                    <a:pt x="118" y="15"/>
                  </a:lnTo>
                  <a:lnTo>
                    <a:pt x="103" y="15"/>
                  </a:lnTo>
                  <a:lnTo>
                    <a:pt x="87" y="13"/>
                  </a:lnTo>
                  <a:lnTo>
                    <a:pt x="73" y="9"/>
                  </a:lnTo>
                  <a:lnTo>
                    <a:pt x="62" y="4"/>
                  </a:lnTo>
                  <a:lnTo>
                    <a:pt x="62" y="10"/>
                  </a:lnTo>
                  <a:lnTo>
                    <a:pt x="60" y="17"/>
                  </a:lnTo>
                  <a:lnTo>
                    <a:pt x="62" y="31"/>
                  </a:lnTo>
                  <a:lnTo>
                    <a:pt x="64" y="45"/>
                  </a:lnTo>
                  <a:lnTo>
                    <a:pt x="68" y="58"/>
                  </a:lnTo>
                  <a:lnTo>
                    <a:pt x="75" y="71"/>
                  </a:lnTo>
                  <a:lnTo>
                    <a:pt x="81" y="82"/>
                  </a:lnTo>
                  <a:lnTo>
                    <a:pt x="89" y="93"/>
                  </a:lnTo>
                  <a:lnTo>
                    <a:pt x="99" y="102"/>
                  </a:lnTo>
                  <a:lnTo>
                    <a:pt x="109" y="109"/>
                  </a:lnTo>
                  <a:lnTo>
                    <a:pt x="109" y="136"/>
                  </a:lnTo>
                  <a:lnTo>
                    <a:pt x="39" y="155"/>
                  </a:lnTo>
                  <a:lnTo>
                    <a:pt x="31" y="158"/>
                  </a:lnTo>
                  <a:lnTo>
                    <a:pt x="23" y="162"/>
                  </a:lnTo>
                  <a:lnTo>
                    <a:pt x="17" y="167"/>
                  </a:lnTo>
                  <a:lnTo>
                    <a:pt x="12" y="173"/>
                  </a:lnTo>
                  <a:lnTo>
                    <a:pt x="7" y="181"/>
                  </a:lnTo>
                  <a:lnTo>
                    <a:pt x="4" y="189"/>
                  </a:lnTo>
                  <a:lnTo>
                    <a:pt x="1" y="197"/>
                  </a:lnTo>
                  <a:lnTo>
                    <a:pt x="0" y="206"/>
                  </a:lnTo>
                  <a:lnTo>
                    <a:pt x="0" y="230"/>
                  </a:lnTo>
                  <a:lnTo>
                    <a:pt x="325" y="230"/>
                  </a:lnTo>
                  <a:lnTo>
                    <a:pt x="325" y="206"/>
                  </a:lnTo>
                  <a:lnTo>
                    <a:pt x="324" y="197"/>
                  </a:lnTo>
                  <a:lnTo>
                    <a:pt x="322" y="189"/>
                  </a:lnTo>
                  <a:lnTo>
                    <a:pt x="319" y="181"/>
                  </a:lnTo>
                  <a:lnTo>
                    <a:pt x="315" y="173"/>
                  </a:lnTo>
                  <a:lnTo>
                    <a:pt x="310" y="167"/>
                  </a:lnTo>
                  <a:lnTo>
                    <a:pt x="303" y="162"/>
                  </a:lnTo>
                  <a:lnTo>
                    <a:pt x="297" y="158"/>
                  </a:lnTo>
                  <a:lnTo>
                    <a:pt x="289"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0" name="Freeform 3451">
              <a:extLst>
                <a:ext uri="{FF2B5EF4-FFF2-40B4-BE49-F238E27FC236}">
                  <a16:creationId xmlns:a16="http://schemas.microsoft.com/office/drawing/2014/main" id="{3D437C9C-2A4B-4C0E-9424-5C093B47350F}"/>
                </a:ext>
              </a:extLst>
            </p:cNvPr>
            <p:cNvSpPr>
              <a:spLocks/>
            </p:cNvSpPr>
            <p:nvPr/>
          </p:nvSpPr>
          <p:spPr bwMode="auto">
            <a:xfrm>
              <a:off x="11784013" y="5354638"/>
              <a:ext cx="79375" cy="36513"/>
            </a:xfrm>
            <a:custGeom>
              <a:avLst/>
              <a:gdLst>
                <a:gd name="T0" fmla="*/ 104 w 198"/>
                <a:gd name="T1" fmla="*/ 69 h 92"/>
                <a:gd name="T2" fmla="*/ 109 w 198"/>
                <a:gd name="T3" fmla="*/ 67 h 92"/>
                <a:gd name="T4" fmla="*/ 114 w 198"/>
                <a:gd name="T5" fmla="*/ 66 h 92"/>
                <a:gd name="T6" fmla="*/ 117 w 198"/>
                <a:gd name="T7" fmla="*/ 67 h 92"/>
                <a:gd name="T8" fmla="*/ 119 w 198"/>
                <a:gd name="T9" fmla="*/ 68 h 92"/>
                <a:gd name="T10" fmla="*/ 121 w 198"/>
                <a:gd name="T11" fmla="*/ 69 h 92"/>
                <a:gd name="T12" fmla="*/ 123 w 198"/>
                <a:gd name="T13" fmla="*/ 72 h 92"/>
                <a:gd name="T14" fmla="*/ 126 w 198"/>
                <a:gd name="T15" fmla="*/ 76 h 92"/>
                <a:gd name="T16" fmla="*/ 128 w 198"/>
                <a:gd name="T17" fmla="*/ 78 h 92"/>
                <a:gd name="T18" fmla="*/ 132 w 198"/>
                <a:gd name="T19" fmla="*/ 82 h 92"/>
                <a:gd name="T20" fmla="*/ 137 w 198"/>
                <a:gd name="T21" fmla="*/ 85 h 92"/>
                <a:gd name="T22" fmla="*/ 148 w 198"/>
                <a:gd name="T23" fmla="*/ 89 h 92"/>
                <a:gd name="T24" fmla="*/ 162 w 198"/>
                <a:gd name="T25" fmla="*/ 92 h 92"/>
                <a:gd name="T26" fmla="*/ 173 w 198"/>
                <a:gd name="T27" fmla="*/ 92 h 92"/>
                <a:gd name="T28" fmla="*/ 184 w 198"/>
                <a:gd name="T29" fmla="*/ 92 h 92"/>
                <a:gd name="T30" fmla="*/ 191 w 198"/>
                <a:gd name="T31" fmla="*/ 91 h 92"/>
                <a:gd name="T32" fmla="*/ 198 w 198"/>
                <a:gd name="T33" fmla="*/ 90 h 92"/>
                <a:gd name="T34" fmla="*/ 196 w 198"/>
                <a:gd name="T35" fmla="*/ 80 h 92"/>
                <a:gd name="T36" fmla="*/ 193 w 198"/>
                <a:gd name="T37" fmla="*/ 71 h 92"/>
                <a:gd name="T38" fmla="*/ 190 w 198"/>
                <a:gd name="T39" fmla="*/ 63 h 92"/>
                <a:gd name="T40" fmla="*/ 185 w 198"/>
                <a:gd name="T41" fmla="*/ 54 h 92"/>
                <a:gd name="T42" fmla="*/ 181 w 198"/>
                <a:gd name="T43" fmla="*/ 46 h 92"/>
                <a:gd name="T44" fmla="*/ 175 w 198"/>
                <a:gd name="T45" fmla="*/ 39 h 92"/>
                <a:gd name="T46" fmla="*/ 169 w 198"/>
                <a:gd name="T47" fmla="*/ 32 h 92"/>
                <a:gd name="T48" fmla="*/ 163 w 198"/>
                <a:gd name="T49" fmla="*/ 26 h 92"/>
                <a:gd name="T50" fmla="*/ 155 w 198"/>
                <a:gd name="T51" fmla="*/ 21 h 92"/>
                <a:gd name="T52" fmla="*/ 149 w 198"/>
                <a:gd name="T53" fmla="*/ 15 h 92"/>
                <a:gd name="T54" fmla="*/ 141 w 198"/>
                <a:gd name="T55" fmla="*/ 10 h 92"/>
                <a:gd name="T56" fmla="*/ 132 w 198"/>
                <a:gd name="T57" fmla="*/ 6 h 92"/>
                <a:gd name="T58" fmla="*/ 124 w 198"/>
                <a:gd name="T59" fmla="*/ 4 h 92"/>
                <a:gd name="T60" fmla="*/ 115 w 198"/>
                <a:gd name="T61" fmla="*/ 1 h 92"/>
                <a:gd name="T62" fmla="*/ 106 w 198"/>
                <a:gd name="T63" fmla="*/ 0 h 92"/>
                <a:gd name="T64" fmla="*/ 97 w 198"/>
                <a:gd name="T65" fmla="*/ 0 h 92"/>
                <a:gd name="T66" fmla="*/ 88 w 198"/>
                <a:gd name="T67" fmla="*/ 0 h 92"/>
                <a:gd name="T68" fmla="*/ 81 w 198"/>
                <a:gd name="T69" fmla="*/ 1 h 92"/>
                <a:gd name="T70" fmla="*/ 73 w 198"/>
                <a:gd name="T71" fmla="*/ 4 h 92"/>
                <a:gd name="T72" fmla="*/ 64 w 198"/>
                <a:gd name="T73" fmla="*/ 5 h 92"/>
                <a:gd name="T74" fmla="*/ 58 w 198"/>
                <a:gd name="T75" fmla="*/ 9 h 92"/>
                <a:gd name="T76" fmla="*/ 50 w 198"/>
                <a:gd name="T77" fmla="*/ 13 h 92"/>
                <a:gd name="T78" fmla="*/ 44 w 198"/>
                <a:gd name="T79" fmla="*/ 17 h 92"/>
                <a:gd name="T80" fmla="*/ 37 w 198"/>
                <a:gd name="T81" fmla="*/ 22 h 92"/>
                <a:gd name="T82" fmla="*/ 24 w 198"/>
                <a:gd name="T83" fmla="*/ 32 h 92"/>
                <a:gd name="T84" fmla="*/ 14 w 198"/>
                <a:gd name="T85" fmla="*/ 45 h 92"/>
                <a:gd name="T86" fmla="*/ 6 w 198"/>
                <a:gd name="T87" fmla="*/ 60 h 92"/>
                <a:gd name="T88" fmla="*/ 0 w 198"/>
                <a:gd name="T89" fmla="*/ 76 h 92"/>
                <a:gd name="T90" fmla="*/ 1 w 198"/>
                <a:gd name="T91" fmla="*/ 75 h 92"/>
                <a:gd name="T92" fmla="*/ 10 w 198"/>
                <a:gd name="T93" fmla="*/ 80 h 92"/>
                <a:gd name="T94" fmla="*/ 22 w 198"/>
                <a:gd name="T95" fmla="*/ 84 h 92"/>
                <a:gd name="T96" fmla="*/ 35 w 198"/>
                <a:gd name="T97" fmla="*/ 86 h 92"/>
                <a:gd name="T98" fmla="*/ 50 w 198"/>
                <a:gd name="T99" fmla="*/ 87 h 92"/>
                <a:gd name="T100" fmla="*/ 64 w 198"/>
                <a:gd name="T101" fmla="*/ 86 h 92"/>
                <a:gd name="T102" fmla="*/ 79 w 198"/>
                <a:gd name="T103" fmla="*/ 84 h 92"/>
                <a:gd name="T104" fmla="*/ 86 w 198"/>
                <a:gd name="T105" fmla="*/ 81 h 92"/>
                <a:gd name="T106" fmla="*/ 92 w 198"/>
                <a:gd name="T107" fmla="*/ 77 h 92"/>
                <a:gd name="T108" fmla="*/ 99 w 198"/>
                <a:gd name="T109" fmla="*/ 75 h 92"/>
                <a:gd name="T110" fmla="*/ 104 w 198"/>
                <a:gd name="T111" fmla="*/ 6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 h="92">
                  <a:moveTo>
                    <a:pt x="104" y="69"/>
                  </a:moveTo>
                  <a:lnTo>
                    <a:pt x="109" y="67"/>
                  </a:lnTo>
                  <a:lnTo>
                    <a:pt x="114" y="66"/>
                  </a:lnTo>
                  <a:lnTo>
                    <a:pt x="117" y="67"/>
                  </a:lnTo>
                  <a:lnTo>
                    <a:pt x="119" y="68"/>
                  </a:lnTo>
                  <a:lnTo>
                    <a:pt x="121" y="69"/>
                  </a:lnTo>
                  <a:lnTo>
                    <a:pt x="123" y="72"/>
                  </a:lnTo>
                  <a:lnTo>
                    <a:pt x="126" y="76"/>
                  </a:lnTo>
                  <a:lnTo>
                    <a:pt x="128" y="78"/>
                  </a:lnTo>
                  <a:lnTo>
                    <a:pt x="132" y="82"/>
                  </a:lnTo>
                  <a:lnTo>
                    <a:pt x="137" y="85"/>
                  </a:lnTo>
                  <a:lnTo>
                    <a:pt x="148" y="89"/>
                  </a:lnTo>
                  <a:lnTo>
                    <a:pt x="162" y="92"/>
                  </a:lnTo>
                  <a:lnTo>
                    <a:pt x="173" y="92"/>
                  </a:lnTo>
                  <a:lnTo>
                    <a:pt x="184" y="92"/>
                  </a:lnTo>
                  <a:lnTo>
                    <a:pt x="191" y="91"/>
                  </a:lnTo>
                  <a:lnTo>
                    <a:pt x="198" y="90"/>
                  </a:lnTo>
                  <a:lnTo>
                    <a:pt x="196" y="80"/>
                  </a:lnTo>
                  <a:lnTo>
                    <a:pt x="193" y="71"/>
                  </a:lnTo>
                  <a:lnTo>
                    <a:pt x="190" y="63"/>
                  </a:lnTo>
                  <a:lnTo>
                    <a:pt x="185" y="54"/>
                  </a:lnTo>
                  <a:lnTo>
                    <a:pt x="181" y="46"/>
                  </a:lnTo>
                  <a:lnTo>
                    <a:pt x="175" y="39"/>
                  </a:lnTo>
                  <a:lnTo>
                    <a:pt x="169" y="32"/>
                  </a:lnTo>
                  <a:lnTo>
                    <a:pt x="163" y="26"/>
                  </a:lnTo>
                  <a:lnTo>
                    <a:pt x="155" y="21"/>
                  </a:lnTo>
                  <a:lnTo>
                    <a:pt x="149" y="15"/>
                  </a:lnTo>
                  <a:lnTo>
                    <a:pt x="141" y="10"/>
                  </a:lnTo>
                  <a:lnTo>
                    <a:pt x="132" y="6"/>
                  </a:lnTo>
                  <a:lnTo>
                    <a:pt x="124" y="4"/>
                  </a:lnTo>
                  <a:lnTo>
                    <a:pt x="115" y="1"/>
                  </a:lnTo>
                  <a:lnTo>
                    <a:pt x="106" y="0"/>
                  </a:lnTo>
                  <a:lnTo>
                    <a:pt x="97" y="0"/>
                  </a:lnTo>
                  <a:lnTo>
                    <a:pt x="88" y="0"/>
                  </a:lnTo>
                  <a:lnTo>
                    <a:pt x="81" y="1"/>
                  </a:lnTo>
                  <a:lnTo>
                    <a:pt x="73" y="4"/>
                  </a:lnTo>
                  <a:lnTo>
                    <a:pt x="64" y="5"/>
                  </a:lnTo>
                  <a:lnTo>
                    <a:pt x="58" y="9"/>
                  </a:lnTo>
                  <a:lnTo>
                    <a:pt x="50" y="13"/>
                  </a:lnTo>
                  <a:lnTo>
                    <a:pt x="44" y="17"/>
                  </a:lnTo>
                  <a:lnTo>
                    <a:pt x="37" y="22"/>
                  </a:lnTo>
                  <a:lnTo>
                    <a:pt x="24" y="32"/>
                  </a:lnTo>
                  <a:lnTo>
                    <a:pt x="14" y="45"/>
                  </a:lnTo>
                  <a:lnTo>
                    <a:pt x="6" y="60"/>
                  </a:lnTo>
                  <a:lnTo>
                    <a:pt x="0" y="76"/>
                  </a:lnTo>
                  <a:lnTo>
                    <a:pt x="1" y="75"/>
                  </a:lnTo>
                  <a:lnTo>
                    <a:pt x="10" y="80"/>
                  </a:lnTo>
                  <a:lnTo>
                    <a:pt x="22" y="84"/>
                  </a:lnTo>
                  <a:lnTo>
                    <a:pt x="35" y="86"/>
                  </a:lnTo>
                  <a:lnTo>
                    <a:pt x="50" y="87"/>
                  </a:lnTo>
                  <a:lnTo>
                    <a:pt x="64" y="86"/>
                  </a:lnTo>
                  <a:lnTo>
                    <a:pt x="79" y="84"/>
                  </a:lnTo>
                  <a:lnTo>
                    <a:pt x="86" y="81"/>
                  </a:lnTo>
                  <a:lnTo>
                    <a:pt x="92" y="77"/>
                  </a:lnTo>
                  <a:lnTo>
                    <a:pt x="99" y="75"/>
                  </a:lnTo>
                  <a:lnTo>
                    <a:pt x="104"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1" name="Freeform 3452">
              <a:extLst>
                <a:ext uri="{FF2B5EF4-FFF2-40B4-BE49-F238E27FC236}">
                  <a16:creationId xmlns:a16="http://schemas.microsoft.com/office/drawing/2014/main" id="{41DCC5EA-C67D-4367-BF32-1CB553E8275E}"/>
                </a:ext>
              </a:extLst>
            </p:cNvPr>
            <p:cNvSpPr>
              <a:spLocks/>
            </p:cNvSpPr>
            <p:nvPr/>
          </p:nvSpPr>
          <p:spPr bwMode="auto">
            <a:xfrm>
              <a:off x="11703050" y="5507038"/>
              <a:ext cx="79375" cy="36513"/>
            </a:xfrm>
            <a:custGeom>
              <a:avLst/>
              <a:gdLst>
                <a:gd name="T0" fmla="*/ 0 w 197"/>
                <a:gd name="T1" fmla="*/ 75 h 93"/>
                <a:gd name="T2" fmla="*/ 0 w 197"/>
                <a:gd name="T3" fmla="*/ 74 h 93"/>
                <a:gd name="T4" fmla="*/ 9 w 197"/>
                <a:gd name="T5" fmla="*/ 79 h 93"/>
                <a:gd name="T6" fmla="*/ 22 w 197"/>
                <a:gd name="T7" fmla="*/ 82 h 93"/>
                <a:gd name="T8" fmla="*/ 34 w 197"/>
                <a:gd name="T9" fmla="*/ 85 h 93"/>
                <a:gd name="T10" fmla="*/ 50 w 197"/>
                <a:gd name="T11" fmla="*/ 86 h 93"/>
                <a:gd name="T12" fmla="*/ 64 w 197"/>
                <a:gd name="T13" fmla="*/ 86 h 93"/>
                <a:gd name="T14" fmla="*/ 79 w 197"/>
                <a:gd name="T15" fmla="*/ 82 h 93"/>
                <a:gd name="T16" fmla="*/ 86 w 197"/>
                <a:gd name="T17" fmla="*/ 80 h 93"/>
                <a:gd name="T18" fmla="*/ 92 w 197"/>
                <a:gd name="T19" fmla="*/ 77 h 93"/>
                <a:gd name="T20" fmla="*/ 99 w 197"/>
                <a:gd name="T21" fmla="*/ 74 h 93"/>
                <a:gd name="T22" fmla="*/ 104 w 197"/>
                <a:gd name="T23" fmla="*/ 68 h 93"/>
                <a:gd name="T24" fmla="*/ 108 w 197"/>
                <a:gd name="T25" fmla="*/ 66 h 93"/>
                <a:gd name="T26" fmla="*/ 114 w 197"/>
                <a:gd name="T27" fmla="*/ 66 h 93"/>
                <a:gd name="T28" fmla="*/ 117 w 197"/>
                <a:gd name="T29" fmla="*/ 66 h 93"/>
                <a:gd name="T30" fmla="*/ 119 w 197"/>
                <a:gd name="T31" fmla="*/ 67 h 93"/>
                <a:gd name="T32" fmla="*/ 120 w 197"/>
                <a:gd name="T33" fmla="*/ 70 h 93"/>
                <a:gd name="T34" fmla="*/ 123 w 197"/>
                <a:gd name="T35" fmla="*/ 72 h 93"/>
                <a:gd name="T36" fmla="*/ 124 w 197"/>
                <a:gd name="T37" fmla="*/ 75 h 93"/>
                <a:gd name="T38" fmla="*/ 128 w 197"/>
                <a:gd name="T39" fmla="*/ 79 h 93"/>
                <a:gd name="T40" fmla="*/ 132 w 197"/>
                <a:gd name="T41" fmla="*/ 81 h 93"/>
                <a:gd name="T42" fmla="*/ 137 w 197"/>
                <a:gd name="T43" fmla="*/ 84 h 93"/>
                <a:gd name="T44" fmla="*/ 147 w 197"/>
                <a:gd name="T45" fmla="*/ 89 h 93"/>
                <a:gd name="T46" fmla="*/ 161 w 197"/>
                <a:gd name="T47" fmla="*/ 91 h 93"/>
                <a:gd name="T48" fmla="*/ 173 w 197"/>
                <a:gd name="T49" fmla="*/ 93 h 93"/>
                <a:gd name="T50" fmla="*/ 183 w 197"/>
                <a:gd name="T51" fmla="*/ 93 h 93"/>
                <a:gd name="T52" fmla="*/ 191 w 197"/>
                <a:gd name="T53" fmla="*/ 91 h 93"/>
                <a:gd name="T54" fmla="*/ 197 w 197"/>
                <a:gd name="T55" fmla="*/ 89 h 93"/>
                <a:gd name="T56" fmla="*/ 196 w 197"/>
                <a:gd name="T57" fmla="*/ 80 h 93"/>
                <a:gd name="T58" fmla="*/ 192 w 197"/>
                <a:gd name="T59" fmla="*/ 71 h 93"/>
                <a:gd name="T60" fmla="*/ 190 w 197"/>
                <a:gd name="T61" fmla="*/ 62 h 93"/>
                <a:gd name="T62" fmla="*/ 185 w 197"/>
                <a:gd name="T63" fmla="*/ 54 h 93"/>
                <a:gd name="T64" fmla="*/ 181 w 197"/>
                <a:gd name="T65" fmla="*/ 45 h 93"/>
                <a:gd name="T66" fmla="*/ 174 w 197"/>
                <a:gd name="T67" fmla="*/ 39 h 93"/>
                <a:gd name="T68" fmla="*/ 169 w 197"/>
                <a:gd name="T69" fmla="*/ 31 h 93"/>
                <a:gd name="T70" fmla="*/ 163 w 197"/>
                <a:gd name="T71" fmla="*/ 26 h 93"/>
                <a:gd name="T72" fmla="*/ 155 w 197"/>
                <a:gd name="T73" fmla="*/ 20 h 93"/>
                <a:gd name="T74" fmla="*/ 149 w 197"/>
                <a:gd name="T75" fmla="*/ 14 h 93"/>
                <a:gd name="T76" fmla="*/ 141 w 197"/>
                <a:gd name="T77" fmla="*/ 11 h 93"/>
                <a:gd name="T78" fmla="*/ 132 w 197"/>
                <a:gd name="T79" fmla="*/ 7 h 93"/>
                <a:gd name="T80" fmla="*/ 124 w 197"/>
                <a:gd name="T81" fmla="*/ 4 h 93"/>
                <a:gd name="T82" fmla="*/ 115 w 197"/>
                <a:gd name="T83" fmla="*/ 2 h 93"/>
                <a:gd name="T84" fmla="*/ 106 w 197"/>
                <a:gd name="T85" fmla="*/ 0 h 93"/>
                <a:gd name="T86" fmla="*/ 97 w 197"/>
                <a:gd name="T87" fmla="*/ 0 h 93"/>
                <a:gd name="T88" fmla="*/ 88 w 197"/>
                <a:gd name="T89" fmla="*/ 0 h 93"/>
                <a:gd name="T90" fmla="*/ 81 w 197"/>
                <a:gd name="T91" fmla="*/ 2 h 93"/>
                <a:gd name="T92" fmla="*/ 72 w 197"/>
                <a:gd name="T93" fmla="*/ 3 h 93"/>
                <a:gd name="T94" fmla="*/ 64 w 197"/>
                <a:gd name="T95" fmla="*/ 5 h 93"/>
                <a:gd name="T96" fmla="*/ 57 w 197"/>
                <a:gd name="T97" fmla="*/ 8 h 93"/>
                <a:gd name="T98" fmla="*/ 50 w 197"/>
                <a:gd name="T99" fmla="*/ 12 h 93"/>
                <a:gd name="T100" fmla="*/ 43 w 197"/>
                <a:gd name="T101" fmla="*/ 16 h 93"/>
                <a:gd name="T102" fmla="*/ 36 w 197"/>
                <a:gd name="T103" fmla="*/ 21 h 93"/>
                <a:gd name="T104" fmla="*/ 24 w 197"/>
                <a:gd name="T105" fmla="*/ 32 h 93"/>
                <a:gd name="T106" fmla="*/ 14 w 197"/>
                <a:gd name="T107" fmla="*/ 45 h 93"/>
                <a:gd name="T108" fmla="*/ 6 w 197"/>
                <a:gd name="T109" fmla="*/ 59 h 93"/>
                <a:gd name="T110" fmla="*/ 0 w 197"/>
                <a:gd name="T111" fmla="*/ 7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7" h="93">
                  <a:moveTo>
                    <a:pt x="0" y="75"/>
                  </a:moveTo>
                  <a:lnTo>
                    <a:pt x="0" y="74"/>
                  </a:lnTo>
                  <a:lnTo>
                    <a:pt x="9" y="79"/>
                  </a:lnTo>
                  <a:lnTo>
                    <a:pt x="22" y="82"/>
                  </a:lnTo>
                  <a:lnTo>
                    <a:pt x="34" y="85"/>
                  </a:lnTo>
                  <a:lnTo>
                    <a:pt x="50" y="86"/>
                  </a:lnTo>
                  <a:lnTo>
                    <a:pt x="64" y="86"/>
                  </a:lnTo>
                  <a:lnTo>
                    <a:pt x="79" y="82"/>
                  </a:lnTo>
                  <a:lnTo>
                    <a:pt x="86" y="80"/>
                  </a:lnTo>
                  <a:lnTo>
                    <a:pt x="92" y="77"/>
                  </a:lnTo>
                  <a:lnTo>
                    <a:pt x="99" y="74"/>
                  </a:lnTo>
                  <a:lnTo>
                    <a:pt x="104" y="68"/>
                  </a:lnTo>
                  <a:lnTo>
                    <a:pt x="108" y="66"/>
                  </a:lnTo>
                  <a:lnTo>
                    <a:pt x="114" y="66"/>
                  </a:lnTo>
                  <a:lnTo>
                    <a:pt x="117" y="66"/>
                  </a:lnTo>
                  <a:lnTo>
                    <a:pt x="119" y="67"/>
                  </a:lnTo>
                  <a:lnTo>
                    <a:pt x="120" y="70"/>
                  </a:lnTo>
                  <a:lnTo>
                    <a:pt x="123" y="72"/>
                  </a:lnTo>
                  <a:lnTo>
                    <a:pt x="124" y="75"/>
                  </a:lnTo>
                  <a:lnTo>
                    <a:pt x="128" y="79"/>
                  </a:lnTo>
                  <a:lnTo>
                    <a:pt x="132" y="81"/>
                  </a:lnTo>
                  <a:lnTo>
                    <a:pt x="137" y="84"/>
                  </a:lnTo>
                  <a:lnTo>
                    <a:pt x="147" y="89"/>
                  </a:lnTo>
                  <a:lnTo>
                    <a:pt x="161" y="91"/>
                  </a:lnTo>
                  <a:lnTo>
                    <a:pt x="173" y="93"/>
                  </a:lnTo>
                  <a:lnTo>
                    <a:pt x="183" y="93"/>
                  </a:lnTo>
                  <a:lnTo>
                    <a:pt x="191" y="91"/>
                  </a:lnTo>
                  <a:lnTo>
                    <a:pt x="197" y="89"/>
                  </a:lnTo>
                  <a:lnTo>
                    <a:pt x="196" y="80"/>
                  </a:lnTo>
                  <a:lnTo>
                    <a:pt x="192" y="71"/>
                  </a:lnTo>
                  <a:lnTo>
                    <a:pt x="190" y="62"/>
                  </a:lnTo>
                  <a:lnTo>
                    <a:pt x="185" y="54"/>
                  </a:lnTo>
                  <a:lnTo>
                    <a:pt x="181" y="45"/>
                  </a:lnTo>
                  <a:lnTo>
                    <a:pt x="174" y="39"/>
                  </a:lnTo>
                  <a:lnTo>
                    <a:pt x="169" y="31"/>
                  </a:lnTo>
                  <a:lnTo>
                    <a:pt x="163" y="26"/>
                  </a:lnTo>
                  <a:lnTo>
                    <a:pt x="155" y="20"/>
                  </a:lnTo>
                  <a:lnTo>
                    <a:pt x="149" y="14"/>
                  </a:lnTo>
                  <a:lnTo>
                    <a:pt x="141" y="11"/>
                  </a:lnTo>
                  <a:lnTo>
                    <a:pt x="132" y="7"/>
                  </a:lnTo>
                  <a:lnTo>
                    <a:pt x="124" y="4"/>
                  </a:lnTo>
                  <a:lnTo>
                    <a:pt x="115" y="2"/>
                  </a:lnTo>
                  <a:lnTo>
                    <a:pt x="106" y="0"/>
                  </a:lnTo>
                  <a:lnTo>
                    <a:pt x="97" y="0"/>
                  </a:lnTo>
                  <a:lnTo>
                    <a:pt x="88" y="0"/>
                  </a:lnTo>
                  <a:lnTo>
                    <a:pt x="81" y="2"/>
                  </a:lnTo>
                  <a:lnTo>
                    <a:pt x="72" y="3"/>
                  </a:lnTo>
                  <a:lnTo>
                    <a:pt x="64" y="5"/>
                  </a:lnTo>
                  <a:lnTo>
                    <a:pt x="57" y="8"/>
                  </a:lnTo>
                  <a:lnTo>
                    <a:pt x="50" y="12"/>
                  </a:lnTo>
                  <a:lnTo>
                    <a:pt x="43" y="16"/>
                  </a:lnTo>
                  <a:lnTo>
                    <a:pt x="36" y="21"/>
                  </a:lnTo>
                  <a:lnTo>
                    <a:pt x="24" y="32"/>
                  </a:lnTo>
                  <a:lnTo>
                    <a:pt x="14" y="45"/>
                  </a:lnTo>
                  <a:lnTo>
                    <a:pt x="6" y="59"/>
                  </a:lnTo>
                  <a:lnTo>
                    <a:pt x="0"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2" name="Freeform 3453">
              <a:extLst>
                <a:ext uri="{FF2B5EF4-FFF2-40B4-BE49-F238E27FC236}">
                  <a16:creationId xmlns:a16="http://schemas.microsoft.com/office/drawing/2014/main" id="{D039445D-BCDF-4A56-91EC-3BAE8130733F}"/>
                </a:ext>
              </a:extLst>
            </p:cNvPr>
            <p:cNvSpPr>
              <a:spLocks/>
            </p:cNvSpPr>
            <p:nvPr/>
          </p:nvSpPr>
          <p:spPr bwMode="auto">
            <a:xfrm>
              <a:off x="11677650" y="5545138"/>
              <a:ext cx="128587" cy="90488"/>
            </a:xfrm>
            <a:custGeom>
              <a:avLst/>
              <a:gdLst>
                <a:gd name="T0" fmla="*/ 289 w 325"/>
                <a:gd name="T1" fmla="*/ 155 h 230"/>
                <a:gd name="T2" fmla="*/ 217 w 325"/>
                <a:gd name="T3" fmla="*/ 136 h 230"/>
                <a:gd name="T4" fmla="*/ 217 w 325"/>
                <a:gd name="T5" fmla="*/ 112 h 230"/>
                <a:gd name="T6" fmla="*/ 227 w 325"/>
                <a:gd name="T7" fmla="*/ 104 h 230"/>
                <a:gd name="T8" fmla="*/ 236 w 325"/>
                <a:gd name="T9" fmla="*/ 95 h 230"/>
                <a:gd name="T10" fmla="*/ 245 w 325"/>
                <a:gd name="T11" fmla="*/ 85 h 230"/>
                <a:gd name="T12" fmla="*/ 252 w 325"/>
                <a:gd name="T13" fmla="*/ 73 h 230"/>
                <a:gd name="T14" fmla="*/ 258 w 325"/>
                <a:gd name="T15" fmla="*/ 62 h 230"/>
                <a:gd name="T16" fmla="*/ 262 w 325"/>
                <a:gd name="T17" fmla="*/ 48 h 230"/>
                <a:gd name="T18" fmla="*/ 266 w 325"/>
                <a:gd name="T19" fmla="*/ 35 h 230"/>
                <a:gd name="T20" fmla="*/ 267 w 325"/>
                <a:gd name="T21" fmla="*/ 21 h 230"/>
                <a:gd name="T22" fmla="*/ 255 w 325"/>
                <a:gd name="T23" fmla="*/ 22 h 230"/>
                <a:gd name="T24" fmla="*/ 243 w 325"/>
                <a:gd name="T25" fmla="*/ 23 h 230"/>
                <a:gd name="T26" fmla="*/ 234 w 325"/>
                <a:gd name="T27" fmla="*/ 22 h 230"/>
                <a:gd name="T28" fmla="*/ 225 w 325"/>
                <a:gd name="T29" fmla="*/ 22 h 230"/>
                <a:gd name="T30" fmla="*/ 211 w 325"/>
                <a:gd name="T31" fmla="*/ 18 h 230"/>
                <a:gd name="T32" fmla="*/ 198 w 325"/>
                <a:gd name="T33" fmla="*/ 14 h 230"/>
                <a:gd name="T34" fmla="*/ 186 w 325"/>
                <a:gd name="T35" fmla="*/ 8 h 230"/>
                <a:gd name="T36" fmla="*/ 177 w 325"/>
                <a:gd name="T37" fmla="*/ 0 h 230"/>
                <a:gd name="T38" fmla="*/ 171 w 325"/>
                <a:gd name="T39" fmla="*/ 4 h 230"/>
                <a:gd name="T40" fmla="*/ 164 w 325"/>
                <a:gd name="T41" fmla="*/ 8 h 230"/>
                <a:gd name="T42" fmla="*/ 157 w 325"/>
                <a:gd name="T43" fmla="*/ 10 h 230"/>
                <a:gd name="T44" fmla="*/ 149 w 325"/>
                <a:gd name="T45" fmla="*/ 13 h 230"/>
                <a:gd name="T46" fmla="*/ 133 w 325"/>
                <a:gd name="T47" fmla="*/ 15 h 230"/>
                <a:gd name="T48" fmla="*/ 118 w 325"/>
                <a:gd name="T49" fmla="*/ 17 h 230"/>
                <a:gd name="T50" fmla="*/ 103 w 325"/>
                <a:gd name="T51" fmla="*/ 15 h 230"/>
                <a:gd name="T52" fmla="*/ 87 w 325"/>
                <a:gd name="T53" fmla="*/ 13 h 230"/>
                <a:gd name="T54" fmla="*/ 73 w 325"/>
                <a:gd name="T55" fmla="*/ 9 h 230"/>
                <a:gd name="T56" fmla="*/ 62 w 325"/>
                <a:gd name="T57" fmla="*/ 4 h 230"/>
                <a:gd name="T58" fmla="*/ 62 w 325"/>
                <a:gd name="T59" fmla="*/ 10 h 230"/>
                <a:gd name="T60" fmla="*/ 60 w 325"/>
                <a:gd name="T61" fmla="*/ 17 h 230"/>
                <a:gd name="T62" fmla="*/ 62 w 325"/>
                <a:gd name="T63" fmla="*/ 31 h 230"/>
                <a:gd name="T64" fmla="*/ 64 w 325"/>
                <a:gd name="T65" fmla="*/ 45 h 230"/>
                <a:gd name="T66" fmla="*/ 68 w 325"/>
                <a:gd name="T67" fmla="*/ 58 h 230"/>
                <a:gd name="T68" fmla="*/ 74 w 325"/>
                <a:gd name="T69" fmla="*/ 71 h 230"/>
                <a:gd name="T70" fmla="*/ 81 w 325"/>
                <a:gd name="T71" fmla="*/ 82 h 230"/>
                <a:gd name="T72" fmla="*/ 89 w 325"/>
                <a:gd name="T73" fmla="*/ 93 h 230"/>
                <a:gd name="T74" fmla="*/ 97 w 325"/>
                <a:gd name="T75" fmla="*/ 103 h 230"/>
                <a:gd name="T76" fmla="*/ 108 w 325"/>
                <a:gd name="T77" fmla="*/ 111 h 230"/>
                <a:gd name="T78" fmla="*/ 108 w 325"/>
                <a:gd name="T79" fmla="*/ 136 h 230"/>
                <a:gd name="T80" fmla="*/ 38 w 325"/>
                <a:gd name="T81" fmla="*/ 155 h 230"/>
                <a:gd name="T82" fmla="*/ 31 w 325"/>
                <a:gd name="T83" fmla="*/ 158 h 230"/>
                <a:gd name="T84" fmla="*/ 23 w 325"/>
                <a:gd name="T85" fmla="*/ 163 h 230"/>
                <a:gd name="T86" fmla="*/ 17 w 325"/>
                <a:gd name="T87" fmla="*/ 168 h 230"/>
                <a:gd name="T88" fmla="*/ 11 w 325"/>
                <a:gd name="T89" fmla="*/ 175 h 230"/>
                <a:gd name="T90" fmla="*/ 6 w 325"/>
                <a:gd name="T91" fmla="*/ 181 h 230"/>
                <a:gd name="T92" fmla="*/ 4 w 325"/>
                <a:gd name="T93" fmla="*/ 189 h 230"/>
                <a:gd name="T94" fmla="*/ 1 w 325"/>
                <a:gd name="T95" fmla="*/ 198 h 230"/>
                <a:gd name="T96" fmla="*/ 0 w 325"/>
                <a:gd name="T97" fmla="*/ 206 h 230"/>
                <a:gd name="T98" fmla="*/ 0 w 325"/>
                <a:gd name="T99" fmla="*/ 230 h 230"/>
                <a:gd name="T100" fmla="*/ 325 w 325"/>
                <a:gd name="T101" fmla="*/ 230 h 230"/>
                <a:gd name="T102" fmla="*/ 325 w 325"/>
                <a:gd name="T103" fmla="*/ 206 h 230"/>
                <a:gd name="T104" fmla="*/ 324 w 325"/>
                <a:gd name="T105" fmla="*/ 198 h 230"/>
                <a:gd name="T106" fmla="*/ 322 w 325"/>
                <a:gd name="T107" fmla="*/ 189 h 230"/>
                <a:gd name="T108" fmla="*/ 318 w 325"/>
                <a:gd name="T109" fmla="*/ 181 h 230"/>
                <a:gd name="T110" fmla="*/ 315 w 325"/>
                <a:gd name="T111" fmla="*/ 175 h 230"/>
                <a:gd name="T112" fmla="*/ 309 w 325"/>
                <a:gd name="T113" fmla="*/ 168 h 230"/>
                <a:gd name="T114" fmla="*/ 303 w 325"/>
                <a:gd name="T115" fmla="*/ 162 h 230"/>
                <a:gd name="T116" fmla="*/ 297 w 325"/>
                <a:gd name="T117" fmla="*/ 158 h 230"/>
                <a:gd name="T118" fmla="*/ 289 w 325"/>
                <a:gd name="T119" fmla="*/ 155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5" h="230">
                  <a:moveTo>
                    <a:pt x="289" y="155"/>
                  </a:moveTo>
                  <a:lnTo>
                    <a:pt x="217" y="136"/>
                  </a:lnTo>
                  <a:lnTo>
                    <a:pt x="217" y="112"/>
                  </a:lnTo>
                  <a:lnTo>
                    <a:pt x="227" y="104"/>
                  </a:lnTo>
                  <a:lnTo>
                    <a:pt x="236" y="95"/>
                  </a:lnTo>
                  <a:lnTo>
                    <a:pt x="245" y="85"/>
                  </a:lnTo>
                  <a:lnTo>
                    <a:pt x="252" y="73"/>
                  </a:lnTo>
                  <a:lnTo>
                    <a:pt x="258" y="62"/>
                  </a:lnTo>
                  <a:lnTo>
                    <a:pt x="262" y="48"/>
                  </a:lnTo>
                  <a:lnTo>
                    <a:pt x="266" y="35"/>
                  </a:lnTo>
                  <a:lnTo>
                    <a:pt x="267" y="21"/>
                  </a:lnTo>
                  <a:lnTo>
                    <a:pt x="255" y="22"/>
                  </a:lnTo>
                  <a:lnTo>
                    <a:pt x="243" y="23"/>
                  </a:lnTo>
                  <a:lnTo>
                    <a:pt x="234" y="22"/>
                  </a:lnTo>
                  <a:lnTo>
                    <a:pt x="225" y="22"/>
                  </a:lnTo>
                  <a:lnTo>
                    <a:pt x="211" y="18"/>
                  </a:lnTo>
                  <a:lnTo>
                    <a:pt x="198" y="14"/>
                  </a:lnTo>
                  <a:lnTo>
                    <a:pt x="186" y="8"/>
                  </a:lnTo>
                  <a:lnTo>
                    <a:pt x="177" y="0"/>
                  </a:lnTo>
                  <a:lnTo>
                    <a:pt x="171" y="4"/>
                  </a:lnTo>
                  <a:lnTo>
                    <a:pt x="164" y="8"/>
                  </a:lnTo>
                  <a:lnTo>
                    <a:pt x="157" y="10"/>
                  </a:lnTo>
                  <a:lnTo>
                    <a:pt x="149" y="13"/>
                  </a:lnTo>
                  <a:lnTo>
                    <a:pt x="133" y="15"/>
                  </a:lnTo>
                  <a:lnTo>
                    <a:pt x="118" y="17"/>
                  </a:lnTo>
                  <a:lnTo>
                    <a:pt x="103" y="15"/>
                  </a:lnTo>
                  <a:lnTo>
                    <a:pt x="87" y="13"/>
                  </a:lnTo>
                  <a:lnTo>
                    <a:pt x="73" y="9"/>
                  </a:lnTo>
                  <a:lnTo>
                    <a:pt x="62" y="4"/>
                  </a:lnTo>
                  <a:lnTo>
                    <a:pt x="62" y="10"/>
                  </a:lnTo>
                  <a:lnTo>
                    <a:pt x="60" y="17"/>
                  </a:lnTo>
                  <a:lnTo>
                    <a:pt x="62" y="31"/>
                  </a:lnTo>
                  <a:lnTo>
                    <a:pt x="64" y="45"/>
                  </a:lnTo>
                  <a:lnTo>
                    <a:pt x="68" y="58"/>
                  </a:lnTo>
                  <a:lnTo>
                    <a:pt x="74" y="71"/>
                  </a:lnTo>
                  <a:lnTo>
                    <a:pt x="81" y="82"/>
                  </a:lnTo>
                  <a:lnTo>
                    <a:pt x="89" y="93"/>
                  </a:lnTo>
                  <a:lnTo>
                    <a:pt x="97" y="103"/>
                  </a:lnTo>
                  <a:lnTo>
                    <a:pt x="108" y="111"/>
                  </a:lnTo>
                  <a:lnTo>
                    <a:pt x="108" y="136"/>
                  </a:lnTo>
                  <a:lnTo>
                    <a:pt x="38" y="155"/>
                  </a:lnTo>
                  <a:lnTo>
                    <a:pt x="31" y="158"/>
                  </a:lnTo>
                  <a:lnTo>
                    <a:pt x="23" y="163"/>
                  </a:lnTo>
                  <a:lnTo>
                    <a:pt x="17" y="168"/>
                  </a:lnTo>
                  <a:lnTo>
                    <a:pt x="11" y="175"/>
                  </a:lnTo>
                  <a:lnTo>
                    <a:pt x="6" y="181"/>
                  </a:lnTo>
                  <a:lnTo>
                    <a:pt x="4" y="189"/>
                  </a:lnTo>
                  <a:lnTo>
                    <a:pt x="1" y="198"/>
                  </a:lnTo>
                  <a:lnTo>
                    <a:pt x="0" y="206"/>
                  </a:lnTo>
                  <a:lnTo>
                    <a:pt x="0" y="230"/>
                  </a:lnTo>
                  <a:lnTo>
                    <a:pt x="325" y="230"/>
                  </a:lnTo>
                  <a:lnTo>
                    <a:pt x="325" y="206"/>
                  </a:lnTo>
                  <a:lnTo>
                    <a:pt x="324" y="198"/>
                  </a:lnTo>
                  <a:lnTo>
                    <a:pt x="322" y="189"/>
                  </a:lnTo>
                  <a:lnTo>
                    <a:pt x="318" y="181"/>
                  </a:lnTo>
                  <a:lnTo>
                    <a:pt x="315" y="175"/>
                  </a:lnTo>
                  <a:lnTo>
                    <a:pt x="309" y="168"/>
                  </a:lnTo>
                  <a:lnTo>
                    <a:pt x="303" y="162"/>
                  </a:lnTo>
                  <a:lnTo>
                    <a:pt x="297" y="158"/>
                  </a:lnTo>
                  <a:lnTo>
                    <a:pt x="289"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3" name="Freeform 3454">
              <a:extLst>
                <a:ext uri="{FF2B5EF4-FFF2-40B4-BE49-F238E27FC236}">
                  <a16:creationId xmlns:a16="http://schemas.microsoft.com/office/drawing/2014/main" id="{E114EB74-E638-4B77-AAB3-FFA7C8EC1442}"/>
                </a:ext>
              </a:extLst>
            </p:cNvPr>
            <p:cNvSpPr>
              <a:spLocks/>
            </p:cNvSpPr>
            <p:nvPr/>
          </p:nvSpPr>
          <p:spPr bwMode="auto">
            <a:xfrm>
              <a:off x="11642725" y="5494338"/>
              <a:ext cx="39687" cy="39688"/>
            </a:xfrm>
            <a:custGeom>
              <a:avLst/>
              <a:gdLst>
                <a:gd name="T0" fmla="*/ 96 w 100"/>
                <a:gd name="T1" fmla="*/ 96 h 100"/>
                <a:gd name="T2" fmla="*/ 99 w 100"/>
                <a:gd name="T3" fmla="*/ 92 h 100"/>
                <a:gd name="T4" fmla="*/ 100 w 100"/>
                <a:gd name="T5" fmla="*/ 87 h 100"/>
                <a:gd name="T6" fmla="*/ 99 w 100"/>
                <a:gd name="T7" fmla="*/ 83 h 100"/>
                <a:gd name="T8" fmla="*/ 96 w 100"/>
                <a:gd name="T9" fmla="*/ 80 h 100"/>
                <a:gd name="T10" fmla="*/ 20 w 100"/>
                <a:gd name="T11" fmla="*/ 4 h 100"/>
                <a:gd name="T12" fmla="*/ 17 w 100"/>
                <a:gd name="T13" fmla="*/ 1 h 100"/>
                <a:gd name="T14" fmla="*/ 11 w 100"/>
                <a:gd name="T15" fmla="*/ 0 h 100"/>
                <a:gd name="T16" fmla="*/ 8 w 100"/>
                <a:gd name="T17" fmla="*/ 1 h 100"/>
                <a:gd name="T18" fmla="*/ 4 w 100"/>
                <a:gd name="T19" fmla="*/ 4 h 100"/>
                <a:gd name="T20" fmla="*/ 1 w 100"/>
                <a:gd name="T21" fmla="*/ 8 h 100"/>
                <a:gd name="T22" fmla="*/ 0 w 100"/>
                <a:gd name="T23" fmla="*/ 11 h 100"/>
                <a:gd name="T24" fmla="*/ 1 w 100"/>
                <a:gd name="T25" fmla="*/ 17 h 100"/>
                <a:gd name="T26" fmla="*/ 4 w 100"/>
                <a:gd name="T27" fmla="*/ 20 h 100"/>
                <a:gd name="T28" fmla="*/ 79 w 100"/>
                <a:gd name="T29" fmla="*/ 96 h 100"/>
                <a:gd name="T30" fmla="*/ 83 w 100"/>
                <a:gd name="T31" fmla="*/ 99 h 100"/>
                <a:gd name="T32" fmla="*/ 87 w 100"/>
                <a:gd name="T33" fmla="*/ 100 h 100"/>
                <a:gd name="T34" fmla="*/ 92 w 100"/>
                <a:gd name="T35" fmla="*/ 99 h 100"/>
                <a:gd name="T36" fmla="*/ 96 w 100"/>
                <a:gd name="T3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0" h="100">
                  <a:moveTo>
                    <a:pt x="96" y="96"/>
                  </a:moveTo>
                  <a:lnTo>
                    <a:pt x="99" y="92"/>
                  </a:lnTo>
                  <a:lnTo>
                    <a:pt x="100" y="87"/>
                  </a:lnTo>
                  <a:lnTo>
                    <a:pt x="99" y="83"/>
                  </a:lnTo>
                  <a:lnTo>
                    <a:pt x="96" y="80"/>
                  </a:lnTo>
                  <a:lnTo>
                    <a:pt x="20" y="4"/>
                  </a:lnTo>
                  <a:lnTo>
                    <a:pt x="17" y="1"/>
                  </a:lnTo>
                  <a:lnTo>
                    <a:pt x="11" y="0"/>
                  </a:lnTo>
                  <a:lnTo>
                    <a:pt x="8" y="1"/>
                  </a:lnTo>
                  <a:lnTo>
                    <a:pt x="4" y="4"/>
                  </a:lnTo>
                  <a:lnTo>
                    <a:pt x="1" y="8"/>
                  </a:lnTo>
                  <a:lnTo>
                    <a:pt x="0" y="11"/>
                  </a:lnTo>
                  <a:lnTo>
                    <a:pt x="1" y="17"/>
                  </a:lnTo>
                  <a:lnTo>
                    <a:pt x="4" y="20"/>
                  </a:lnTo>
                  <a:lnTo>
                    <a:pt x="79" y="96"/>
                  </a:lnTo>
                  <a:lnTo>
                    <a:pt x="83" y="99"/>
                  </a:lnTo>
                  <a:lnTo>
                    <a:pt x="87" y="100"/>
                  </a:lnTo>
                  <a:lnTo>
                    <a:pt x="92" y="99"/>
                  </a:lnTo>
                  <a:lnTo>
                    <a:pt x="96"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sp>
          <p:nvSpPr>
            <p:cNvPr id="114" name="Freeform 3455">
              <a:extLst>
                <a:ext uri="{FF2B5EF4-FFF2-40B4-BE49-F238E27FC236}">
                  <a16:creationId xmlns:a16="http://schemas.microsoft.com/office/drawing/2014/main" id="{DA949634-D86C-4B6A-B028-972CDAE1EEDB}"/>
                </a:ext>
              </a:extLst>
            </p:cNvPr>
            <p:cNvSpPr>
              <a:spLocks/>
            </p:cNvSpPr>
            <p:nvPr/>
          </p:nvSpPr>
          <p:spPr bwMode="auto">
            <a:xfrm>
              <a:off x="11806238" y="5494338"/>
              <a:ext cx="38100" cy="39688"/>
            </a:xfrm>
            <a:custGeom>
              <a:avLst/>
              <a:gdLst>
                <a:gd name="T0" fmla="*/ 78 w 98"/>
                <a:gd name="T1" fmla="*/ 4 h 100"/>
                <a:gd name="T2" fmla="*/ 2 w 98"/>
                <a:gd name="T3" fmla="*/ 80 h 100"/>
                <a:gd name="T4" fmla="*/ 0 w 98"/>
                <a:gd name="T5" fmla="*/ 83 h 100"/>
                <a:gd name="T6" fmla="*/ 0 w 98"/>
                <a:gd name="T7" fmla="*/ 87 h 100"/>
                <a:gd name="T8" fmla="*/ 0 w 98"/>
                <a:gd name="T9" fmla="*/ 92 h 100"/>
                <a:gd name="T10" fmla="*/ 2 w 98"/>
                <a:gd name="T11" fmla="*/ 96 h 100"/>
                <a:gd name="T12" fmla="*/ 7 w 98"/>
                <a:gd name="T13" fmla="*/ 99 h 100"/>
                <a:gd name="T14" fmla="*/ 11 w 98"/>
                <a:gd name="T15" fmla="*/ 100 h 100"/>
                <a:gd name="T16" fmla="*/ 16 w 98"/>
                <a:gd name="T17" fmla="*/ 99 h 100"/>
                <a:gd name="T18" fmla="*/ 20 w 98"/>
                <a:gd name="T19" fmla="*/ 96 h 100"/>
                <a:gd name="T20" fmla="*/ 96 w 98"/>
                <a:gd name="T21" fmla="*/ 20 h 100"/>
                <a:gd name="T22" fmla="*/ 98 w 98"/>
                <a:gd name="T23" fmla="*/ 17 h 100"/>
                <a:gd name="T24" fmla="*/ 98 w 98"/>
                <a:gd name="T25" fmla="*/ 11 h 100"/>
                <a:gd name="T26" fmla="*/ 98 w 98"/>
                <a:gd name="T27" fmla="*/ 8 h 100"/>
                <a:gd name="T28" fmla="*/ 96 w 98"/>
                <a:gd name="T29" fmla="*/ 4 h 100"/>
                <a:gd name="T30" fmla="*/ 92 w 98"/>
                <a:gd name="T31" fmla="*/ 1 h 100"/>
                <a:gd name="T32" fmla="*/ 87 w 98"/>
                <a:gd name="T33" fmla="*/ 0 h 100"/>
                <a:gd name="T34" fmla="*/ 83 w 98"/>
                <a:gd name="T35" fmla="*/ 1 h 100"/>
                <a:gd name="T36" fmla="*/ 78 w 98"/>
                <a:gd name="T37"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8" h="100">
                  <a:moveTo>
                    <a:pt x="78" y="4"/>
                  </a:moveTo>
                  <a:lnTo>
                    <a:pt x="2" y="80"/>
                  </a:lnTo>
                  <a:lnTo>
                    <a:pt x="0" y="83"/>
                  </a:lnTo>
                  <a:lnTo>
                    <a:pt x="0" y="87"/>
                  </a:lnTo>
                  <a:lnTo>
                    <a:pt x="0" y="92"/>
                  </a:lnTo>
                  <a:lnTo>
                    <a:pt x="2" y="96"/>
                  </a:lnTo>
                  <a:lnTo>
                    <a:pt x="7" y="99"/>
                  </a:lnTo>
                  <a:lnTo>
                    <a:pt x="11" y="100"/>
                  </a:lnTo>
                  <a:lnTo>
                    <a:pt x="16" y="99"/>
                  </a:lnTo>
                  <a:lnTo>
                    <a:pt x="20" y="96"/>
                  </a:lnTo>
                  <a:lnTo>
                    <a:pt x="96" y="20"/>
                  </a:lnTo>
                  <a:lnTo>
                    <a:pt x="98" y="17"/>
                  </a:lnTo>
                  <a:lnTo>
                    <a:pt x="98" y="11"/>
                  </a:lnTo>
                  <a:lnTo>
                    <a:pt x="98" y="8"/>
                  </a:lnTo>
                  <a:lnTo>
                    <a:pt x="96" y="4"/>
                  </a:lnTo>
                  <a:lnTo>
                    <a:pt x="92" y="1"/>
                  </a:lnTo>
                  <a:lnTo>
                    <a:pt x="87" y="0"/>
                  </a:lnTo>
                  <a:lnTo>
                    <a:pt x="83" y="1"/>
                  </a:lnTo>
                  <a:lnTo>
                    <a:pt x="7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mn-ea"/>
                <a:cs typeface="+mn-cs"/>
              </a:endParaRPr>
            </a:p>
          </p:txBody>
        </p:sp>
      </p:grpSp>
    </p:spTree>
    <p:extLst>
      <p:ext uri="{BB962C8B-B14F-4D97-AF65-F5344CB8AC3E}">
        <p14:creationId xmlns:p14="http://schemas.microsoft.com/office/powerpoint/2010/main" val="2103572154"/>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C58A72-81AF-B226-473C-C454DF8306EC}"/>
              </a:ext>
            </a:extLst>
          </p:cNvPr>
          <p:cNvSpPr>
            <a:spLocks noGrp="1"/>
          </p:cNvSpPr>
          <p:nvPr>
            <p:ph type="title"/>
          </p:nvPr>
        </p:nvSpPr>
        <p:spPr>
          <a:xfrm>
            <a:off x="611030" y="274640"/>
            <a:ext cx="10969943" cy="711081"/>
          </a:xfrm>
        </p:spPr>
        <p:txBody>
          <a:bodyPr/>
          <a:lstStyle/>
          <a:p>
            <a:r>
              <a:rPr lang="en-US"/>
              <a:t>8-Item Circular Infographic Slide Template</a:t>
            </a:r>
            <a:endParaRPr lang="en-IN"/>
          </a:p>
        </p:txBody>
      </p:sp>
      <p:sp>
        <p:nvSpPr>
          <p:cNvPr id="119" name="Freeform: Shape 118">
            <a:extLst>
              <a:ext uri="{FF2B5EF4-FFF2-40B4-BE49-F238E27FC236}">
                <a16:creationId xmlns:a16="http://schemas.microsoft.com/office/drawing/2014/main" id="{7384557F-FA61-A7F8-97A8-8072EF45E20C}"/>
              </a:ext>
            </a:extLst>
          </p:cNvPr>
          <p:cNvSpPr/>
          <p:nvPr/>
        </p:nvSpPr>
        <p:spPr>
          <a:xfrm>
            <a:off x="4732335" y="2687347"/>
            <a:ext cx="3046569" cy="3046569"/>
          </a:xfrm>
          <a:custGeom>
            <a:avLst/>
            <a:gdLst>
              <a:gd name="connsiteX0" fmla="*/ 6200075 w 6200074"/>
              <a:gd name="connsiteY0" fmla="*/ 3100037 h 6200074"/>
              <a:gd name="connsiteX1" fmla="*/ 3100038 w 6200074"/>
              <a:gd name="connsiteY1" fmla="*/ 6200075 h 6200074"/>
              <a:gd name="connsiteX2" fmla="*/ 0 w 6200074"/>
              <a:gd name="connsiteY2" fmla="*/ 3100037 h 6200074"/>
              <a:gd name="connsiteX3" fmla="*/ 3100038 w 6200074"/>
              <a:gd name="connsiteY3" fmla="*/ 0 h 6200074"/>
              <a:gd name="connsiteX4" fmla="*/ 6200075 w 6200074"/>
              <a:gd name="connsiteY4" fmla="*/ 3100037 h 6200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0074" h="6200074">
                <a:moveTo>
                  <a:pt x="6200075" y="3100037"/>
                </a:moveTo>
                <a:cubicBezTo>
                  <a:pt x="6200075" y="4812141"/>
                  <a:pt x="4812141" y="6200075"/>
                  <a:pt x="3100038" y="6200075"/>
                </a:cubicBezTo>
                <a:cubicBezTo>
                  <a:pt x="1387934" y="6200075"/>
                  <a:pt x="0" y="4812141"/>
                  <a:pt x="0" y="3100037"/>
                </a:cubicBezTo>
                <a:cubicBezTo>
                  <a:pt x="0" y="1387934"/>
                  <a:pt x="1387934" y="0"/>
                  <a:pt x="3100038" y="0"/>
                </a:cubicBezTo>
                <a:cubicBezTo>
                  <a:pt x="4812141" y="0"/>
                  <a:pt x="6200075" y="1387934"/>
                  <a:pt x="6200075" y="3100037"/>
                </a:cubicBezTo>
                <a:close/>
              </a:path>
            </a:pathLst>
          </a:custGeom>
          <a:solidFill>
            <a:schemeClr val="tx1">
              <a:alpha val="25000"/>
            </a:schemeClr>
          </a:solidFill>
          <a:ln w="9436" cap="flat">
            <a:noFill/>
            <a:prstDash val="solid"/>
            <a:miter/>
          </a:ln>
          <a:effectLst>
            <a:softEdge rad="368300"/>
          </a:effectLst>
        </p:spPr>
        <p:txBody>
          <a:bodyPr rtlCol="0" anchor="ctr"/>
          <a:lstStyle/>
          <a:p>
            <a:endParaRPr lang="en-US"/>
          </a:p>
        </p:txBody>
      </p:sp>
      <p:grpSp>
        <p:nvGrpSpPr>
          <p:cNvPr id="14" name="Group 13">
            <a:extLst>
              <a:ext uri="{FF2B5EF4-FFF2-40B4-BE49-F238E27FC236}">
                <a16:creationId xmlns:a16="http://schemas.microsoft.com/office/drawing/2014/main" id="{56CC942F-FD92-7664-BA3C-08112F76D79A}"/>
              </a:ext>
            </a:extLst>
          </p:cNvPr>
          <p:cNvGrpSpPr/>
          <p:nvPr/>
        </p:nvGrpSpPr>
        <p:grpSpPr>
          <a:xfrm>
            <a:off x="4730860" y="2496395"/>
            <a:ext cx="2714716" cy="2714716"/>
            <a:chOff x="4729272" y="2079171"/>
            <a:chExt cx="2714716" cy="2714716"/>
          </a:xfrm>
        </p:grpSpPr>
        <p:grpSp>
          <p:nvGrpSpPr>
            <p:cNvPr id="12" name="Group 11">
              <a:extLst>
                <a:ext uri="{FF2B5EF4-FFF2-40B4-BE49-F238E27FC236}">
                  <a16:creationId xmlns:a16="http://schemas.microsoft.com/office/drawing/2014/main" id="{CC5B5A17-33A9-0819-8FF5-18C618B8BADA}"/>
                </a:ext>
              </a:extLst>
            </p:cNvPr>
            <p:cNvGrpSpPr/>
            <p:nvPr/>
          </p:nvGrpSpPr>
          <p:grpSpPr>
            <a:xfrm>
              <a:off x="4729272" y="2079171"/>
              <a:ext cx="2714716" cy="2714716"/>
              <a:chOff x="3126659" y="476558"/>
              <a:chExt cx="5919942" cy="5919942"/>
            </a:xfrm>
          </p:grpSpPr>
          <p:sp>
            <p:nvSpPr>
              <p:cNvPr id="3" name="Freeform: Shape 2">
                <a:extLst>
                  <a:ext uri="{FF2B5EF4-FFF2-40B4-BE49-F238E27FC236}">
                    <a16:creationId xmlns:a16="http://schemas.microsoft.com/office/drawing/2014/main" id="{8142B8C1-7881-95AC-D0AC-925B0299298E}"/>
                  </a:ext>
                </a:extLst>
              </p:cNvPr>
              <p:cNvSpPr/>
              <p:nvPr/>
            </p:nvSpPr>
            <p:spPr>
              <a:xfrm>
                <a:off x="3126659" y="476558"/>
                <a:ext cx="5919942" cy="5919942"/>
              </a:xfrm>
              <a:custGeom>
                <a:avLst/>
                <a:gdLst>
                  <a:gd name="connsiteX0" fmla="*/ 6200075 w 6200074"/>
                  <a:gd name="connsiteY0" fmla="*/ 3100037 h 6200074"/>
                  <a:gd name="connsiteX1" fmla="*/ 3100038 w 6200074"/>
                  <a:gd name="connsiteY1" fmla="*/ 6200075 h 6200074"/>
                  <a:gd name="connsiteX2" fmla="*/ 0 w 6200074"/>
                  <a:gd name="connsiteY2" fmla="*/ 3100037 h 6200074"/>
                  <a:gd name="connsiteX3" fmla="*/ 3100038 w 6200074"/>
                  <a:gd name="connsiteY3" fmla="*/ 0 h 6200074"/>
                  <a:gd name="connsiteX4" fmla="*/ 6200075 w 6200074"/>
                  <a:gd name="connsiteY4" fmla="*/ 3100037 h 6200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0074" h="6200074">
                    <a:moveTo>
                      <a:pt x="6200075" y="3100037"/>
                    </a:moveTo>
                    <a:cubicBezTo>
                      <a:pt x="6200075" y="4812141"/>
                      <a:pt x="4812141" y="6200075"/>
                      <a:pt x="3100038" y="6200075"/>
                    </a:cubicBezTo>
                    <a:cubicBezTo>
                      <a:pt x="1387934" y="6200075"/>
                      <a:pt x="0" y="4812141"/>
                      <a:pt x="0" y="3100037"/>
                    </a:cubicBezTo>
                    <a:cubicBezTo>
                      <a:pt x="0" y="1387934"/>
                      <a:pt x="1387934" y="0"/>
                      <a:pt x="3100038" y="0"/>
                    </a:cubicBezTo>
                    <a:cubicBezTo>
                      <a:pt x="4812141" y="0"/>
                      <a:pt x="6200075" y="1387934"/>
                      <a:pt x="6200075" y="3100037"/>
                    </a:cubicBezTo>
                    <a:close/>
                  </a:path>
                </a:pathLst>
              </a:custGeom>
              <a:solidFill>
                <a:srgbClr val="F9F9FA"/>
              </a:solidFill>
              <a:ln w="9436" cap="flat">
                <a:noFill/>
                <a:prstDash val="solid"/>
                <a:miter/>
              </a:ln>
            </p:spPr>
            <p:txBody>
              <a:bodyPr rtlCol="0" anchor="ctr"/>
              <a:lstStyle/>
              <a:p>
                <a:endParaRPr lang="en-US"/>
              </a:p>
            </p:txBody>
          </p:sp>
          <p:sp>
            <p:nvSpPr>
              <p:cNvPr id="4" name="Freeform: Shape 3">
                <a:extLst>
                  <a:ext uri="{FF2B5EF4-FFF2-40B4-BE49-F238E27FC236}">
                    <a16:creationId xmlns:a16="http://schemas.microsoft.com/office/drawing/2014/main" id="{41B9D5D7-7C90-B801-6B48-308618D2C77E}"/>
                  </a:ext>
                </a:extLst>
              </p:cNvPr>
              <p:cNvSpPr/>
              <p:nvPr/>
            </p:nvSpPr>
            <p:spPr>
              <a:xfrm>
                <a:off x="4108786" y="603137"/>
                <a:ext cx="1942305" cy="2747646"/>
              </a:xfrm>
              <a:custGeom>
                <a:avLst/>
                <a:gdLst>
                  <a:gd name="connsiteX0" fmla="*/ 2062981 w 2062981"/>
                  <a:gd name="connsiteY0" fmla="*/ 0 h 2918358"/>
                  <a:gd name="connsiteX1" fmla="*/ 2062981 w 2062981"/>
                  <a:gd name="connsiteY1" fmla="*/ 2918358 h 2918358"/>
                  <a:gd name="connsiteX2" fmla="*/ 0 w 2062981"/>
                  <a:gd name="connsiteY2" fmla="*/ 855378 h 2918358"/>
                  <a:gd name="connsiteX3" fmla="*/ 185843 w 2062981"/>
                  <a:gd name="connsiteY3" fmla="*/ 686472 h 2918358"/>
                  <a:gd name="connsiteX4" fmla="*/ 1945815 w 2062981"/>
                  <a:gd name="connsiteY4" fmla="*/ 2963 h 2918358"/>
                  <a:gd name="connsiteX5" fmla="*/ 2062981 w 2062981"/>
                  <a:gd name="connsiteY5" fmla="*/ 0 h 2918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2981" h="2918358">
                    <a:moveTo>
                      <a:pt x="2062981" y="0"/>
                    </a:moveTo>
                    <a:lnTo>
                      <a:pt x="2062981" y="2918358"/>
                    </a:lnTo>
                    <a:lnTo>
                      <a:pt x="0" y="855378"/>
                    </a:lnTo>
                    <a:lnTo>
                      <a:pt x="185843" y="686472"/>
                    </a:lnTo>
                    <a:cubicBezTo>
                      <a:pt x="669046" y="287698"/>
                      <a:pt x="1278790" y="36775"/>
                      <a:pt x="1945815" y="2963"/>
                    </a:cubicBezTo>
                    <a:lnTo>
                      <a:pt x="2062981" y="0"/>
                    </a:lnTo>
                    <a:close/>
                  </a:path>
                </a:pathLst>
              </a:custGeom>
              <a:solidFill>
                <a:schemeClr val="accent4">
                  <a:lumMod val="75000"/>
                </a:schemeClr>
              </a:solidFill>
              <a:ln w="9436"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18CD35D7-B901-537A-6C97-88B20C4BAFC3}"/>
                  </a:ext>
                </a:extLst>
              </p:cNvPr>
              <p:cNvSpPr/>
              <p:nvPr/>
            </p:nvSpPr>
            <p:spPr>
              <a:xfrm>
                <a:off x="6122170" y="603137"/>
                <a:ext cx="1941818" cy="2747267"/>
              </a:xfrm>
              <a:custGeom>
                <a:avLst/>
                <a:gdLst>
                  <a:gd name="connsiteX0" fmla="*/ 0 w 2062464"/>
                  <a:gd name="connsiteY0" fmla="*/ 0 h 2917956"/>
                  <a:gd name="connsiteX1" fmla="*/ 117166 w 2062464"/>
                  <a:gd name="connsiteY1" fmla="*/ 2963 h 2917956"/>
                  <a:gd name="connsiteX2" fmla="*/ 1877137 w 2062464"/>
                  <a:gd name="connsiteY2" fmla="*/ 686472 h 2917956"/>
                  <a:gd name="connsiteX3" fmla="*/ 2062464 w 2062464"/>
                  <a:gd name="connsiteY3" fmla="*/ 854909 h 2917956"/>
                  <a:gd name="connsiteX4" fmla="*/ 0 w 2062464"/>
                  <a:gd name="connsiteY4" fmla="*/ 2917956 h 2917956"/>
                  <a:gd name="connsiteX5" fmla="*/ 0 w 2062464"/>
                  <a:gd name="connsiteY5" fmla="*/ 0 h 2917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2464" h="2917956">
                    <a:moveTo>
                      <a:pt x="0" y="0"/>
                    </a:moveTo>
                    <a:lnTo>
                      <a:pt x="117166" y="2963"/>
                    </a:lnTo>
                    <a:cubicBezTo>
                      <a:pt x="784191" y="36775"/>
                      <a:pt x="1393934" y="287698"/>
                      <a:pt x="1877137" y="686472"/>
                    </a:cubicBezTo>
                    <a:lnTo>
                      <a:pt x="2062464" y="854909"/>
                    </a:lnTo>
                    <a:lnTo>
                      <a:pt x="0" y="2917956"/>
                    </a:lnTo>
                    <a:lnTo>
                      <a:pt x="0" y="0"/>
                    </a:lnTo>
                    <a:close/>
                  </a:path>
                </a:pathLst>
              </a:custGeom>
              <a:solidFill>
                <a:schemeClr val="accent1">
                  <a:lumMod val="60000"/>
                  <a:lumOff val="40000"/>
                </a:schemeClr>
              </a:solidFill>
              <a:ln w="9436"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B35F4203-050E-FCC9-4312-DDB8BF5741A5}"/>
                  </a:ext>
                </a:extLst>
              </p:cNvPr>
              <p:cNvSpPr/>
              <p:nvPr/>
            </p:nvSpPr>
            <p:spPr>
              <a:xfrm>
                <a:off x="6172105" y="1458255"/>
                <a:ext cx="2747918" cy="1942735"/>
              </a:xfrm>
              <a:custGeom>
                <a:avLst/>
                <a:gdLst>
                  <a:gd name="connsiteX0" fmla="*/ 2062854 w 2918647"/>
                  <a:gd name="connsiteY0" fmla="*/ 0 h 2063438"/>
                  <a:gd name="connsiteX1" fmla="*/ 2232175 w 2918647"/>
                  <a:gd name="connsiteY1" fmla="*/ 186300 h 2063438"/>
                  <a:gd name="connsiteX2" fmla="*/ 2915684 w 2918647"/>
                  <a:gd name="connsiteY2" fmla="*/ 1946271 h 2063438"/>
                  <a:gd name="connsiteX3" fmla="*/ 2918647 w 2918647"/>
                  <a:gd name="connsiteY3" fmla="*/ 2063438 h 2063438"/>
                  <a:gd name="connsiteX4" fmla="*/ 0 w 2918647"/>
                  <a:gd name="connsiteY4" fmla="*/ 2063438 h 2063438"/>
                  <a:gd name="connsiteX5" fmla="*/ 2062854 w 2918647"/>
                  <a:gd name="connsiteY5" fmla="*/ 0 h 206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8647" h="2063438">
                    <a:moveTo>
                      <a:pt x="2062854" y="0"/>
                    </a:moveTo>
                    <a:lnTo>
                      <a:pt x="2232175" y="186300"/>
                    </a:lnTo>
                    <a:cubicBezTo>
                      <a:pt x="2630949" y="669503"/>
                      <a:pt x="2881872" y="1279247"/>
                      <a:pt x="2915684" y="1946271"/>
                    </a:cubicBezTo>
                    <a:lnTo>
                      <a:pt x="2918647" y="2063438"/>
                    </a:lnTo>
                    <a:lnTo>
                      <a:pt x="0" y="2063438"/>
                    </a:lnTo>
                    <a:lnTo>
                      <a:pt x="2062854" y="0"/>
                    </a:lnTo>
                    <a:close/>
                  </a:path>
                </a:pathLst>
              </a:custGeom>
              <a:solidFill>
                <a:schemeClr val="accent1"/>
              </a:solidFill>
              <a:ln w="9436"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00347ECE-61BB-FD3E-5753-CD02BC6129A4}"/>
                  </a:ext>
                </a:extLst>
              </p:cNvPr>
              <p:cNvSpPr/>
              <p:nvPr/>
            </p:nvSpPr>
            <p:spPr>
              <a:xfrm>
                <a:off x="3253236" y="1458741"/>
                <a:ext cx="2747540" cy="1942249"/>
              </a:xfrm>
              <a:custGeom>
                <a:avLst/>
                <a:gdLst>
                  <a:gd name="connsiteX0" fmla="*/ 855324 w 2918246"/>
                  <a:gd name="connsiteY0" fmla="*/ 0 h 2062922"/>
                  <a:gd name="connsiteX1" fmla="*/ 2918246 w 2918246"/>
                  <a:gd name="connsiteY1" fmla="*/ 2062922 h 2062922"/>
                  <a:gd name="connsiteX2" fmla="*/ 0 w 2918246"/>
                  <a:gd name="connsiteY2" fmla="*/ 2062922 h 2062922"/>
                  <a:gd name="connsiteX3" fmla="*/ 2963 w 2918246"/>
                  <a:gd name="connsiteY3" fmla="*/ 1945755 h 2062922"/>
                  <a:gd name="connsiteX4" fmla="*/ 686472 w 2918246"/>
                  <a:gd name="connsiteY4" fmla="*/ 185784 h 2062922"/>
                  <a:gd name="connsiteX5" fmla="*/ 855324 w 2918246"/>
                  <a:gd name="connsiteY5" fmla="*/ 0 h 206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8246" h="2062922">
                    <a:moveTo>
                      <a:pt x="855324" y="0"/>
                    </a:moveTo>
                    <a:lnTo>
                      <a:pt x="2918246" y="2062922"/>
                    </a:lnTo>
                    <a:lnTo>
                      <a:pt x="0" y="2062922"/>
                    </a:lnTo>
                    <a:lnTo>
                      <a:pt x="2963" y="1945755"/>
                    </a:lnTo>
                    <a:cubicBezTo>
                      <a:pt x="36775" y="1278731"/>
                      <a:pt x="287697" y="668987"/>
                      <a:pt x="686472" y="185784"/>
                    </a:cubicBezTo>
                    <a:lnTo>
                      <a:pt x="855324" y="0"/>
                    </a:lnTo>
                    <a:close/>
                  </a:path>
                </a:pathLst>
              </a:custGeom>
              <a:solidFill>
                <a:schemeClr val="accent4"/>
              </a:solidFill>
              <a:ln w="9436"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3ED84428-6ACF-EA41-BBA8-E5F5B3EE0334}"/>
                  </a:ext>
                </a:extLst>
              </p:cNvPr>
              <p:cNvSpPr/>
              <p:nvPr/>
            </p:nvSpPr>
            <p:spPr>
              <a:xfrm>
                <a:off x="3253236" y="3472070"/>
                <a:ext cx="2747301" cy="1942411"/>
              </a:xfrm>
              <a:custGeom>
                <a:avLst/>
                <a:gdLst>
                  <a:gd name="connsiteX0" fmla="*/ 0 w 2917992"/>
                  <a:gd name="connsiteY0" fmla="*/ 0 h 2063094"/>
                  <a:gd name="connsiteX1" fmla="*/ 2917992 w 2917992"/>
                  <a:gd name="connsiteY1" fmla="*/ 0 h 2063094"/>
                  <a:gd name="connsiteX2" fmla="*/ 855482 w 2917992"/>
                  <a:gd name="connsiteY2" fmla="*/ 2063094 h 2063094"/>
                  <a:gd name="connsiteX3" fmla="*/ 686472 w 2917992"/>
                  <a:gd name="connsiteY3" fmla="*/ 1877137 h 2063094"/>
                  <a:gd name="connsiteX4" fmla="*/ 2963 w 2917992"/>
                  <a:gd name="connsiteY4" fmla="*/ 117165 h 2063094"/>
                  <a:gd name="connsiteX5" fmla="*/ 0 w 2917992"/>
                  <a:gd name="connsiteY5" fmla="*/ 0 h 206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7992" h="2063094">
                    <a:moveTo>
                      <a:pt x="0" y="0"/>
                    </a:moveTo>
                    <a:lnTo>
                      <a:pt x="2917992" y="0"/>
                    </a:lnTo>
                    <a:lnTo>
                      <a:pt x="855482" y="2063094"/>
                    </a:lnTo>
                    <a:lnTo>
                      <a:pt x="686472" y="1877137"/>
                    </a:lnTo>
                    <a:cubicBezTo>
                      <a:pt x="287697" y="1393934"/>
                      <a:pt x="36775" y="784190"/>
                      <a:pt x="2963" y="117165"/>
                    </a:cubicBezTo>
                    <a:lnTo>
                      <a:pt x="0" y="0"/>
                    </a:lnTo>
                    <a:close/>
                  </a:path>
                </a:pathLst>
              </a:custGeom>
              <a:solidFill>
                <a:schemeClr val="accent3">
                  <a:lumMod val="75000"/>
                </a:schemeClr>
              </a:solidFill>
              <a:ln w="9436"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03AF93DB-0F19-6867-E607-2677765D24CA}"/>
                  </a:ext>
                </a:extLst>
              </p:cNvPr>
              <p:cNvSpPr/>
              <p:nvPr/>
            </p:nvSpPr>
            <p:spPr>
              <a:xfrm>
                <a:off x="6172378" y="3472070"/>
                <a:ext cx="2747645" cy="1942304"/>
              </a:xfrm>
              <a:custGeom>
                <a:avLst/>
                <a:gdLst>
                  <a:gd name="connsiteX0" fmla="*/ 0 w 2918357"/>
                  <a:gd name="connsiteY0" fmla="*/ 0 h 2062980"/>
                  <a:gd name="connsiteX1" fmla="*/ 2918357 w 2918357"/>
                  <a:gd name="connsiteY1" fmla="*/ 0 h 2062980"/>
                  <a:gd name="connsiteX2" fmla="*/ 2915394 w 2918357"/>
                  <a:gd name="connsiteY2" fmla="*/ 117165 h 2062980"/>
                  <a:gd name="connsiteX3" fmla="*/ 2231885 w 2918357"/>
                  <a:gd name="connsiteY3" fmla="*/ 1877137 h 2062980"/>
                  <a:gd name="connsiteX4" fmla="*/ 2062980 w 2918357"/>
                  <a:gd name="connsiteY4" fmla="*/ 2062980 h 2062980"/>
                  <a:gd name="connsiteX5" fmla="*/ 0 w 2918357"/>
                  <a:gd name="connsiteY5" fmla="*/ 0 h 2062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8357" h="2062980">
                    <a:moveTo>
                      <a:pt x="0" y="0"/>
                    </a:moveTo>
                    <a:lnTo>
                      <a:pt x="2918357" y="0"/>
                    </a:lnTo>
                    <a:lnTo>
                      <a:pt x="2915394" y="117165"/>
                    </a:lnTo>
                    <a:cubicBezTo>
                      <a:pt x="2881582" y="784190"/>
                      <a:pt x="2630659" y="1393934"/>
                      <a:pt x="2231885" y="1877137"/>
                    </a:cubicBezTo>
                    <a:lnTo>
                      <a:pt x="2062980" y="2062980"/>
                    </a:lnTo>
                    <a:lnTo>
                      <a:pt x="0" y="0"/>
                    </a:lnTo>
                    <a:close/>
                  </a:path>
                </a:pathLst>
              </a:custGeom>
              <a:solidFill>
                <a:schemeClr val="accent2"/>
              </a:solidFill>
              <a:ln w="9436"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80BD2937-686E-2D54-E529-036D0DF3028B}"/>
                  </a:ext>
                </a:extLst>
              </p:cNvPr>
              <p:cNvSpPr/>
              <p:nvPr/>
            </p:nvSpPr>
            <p:spPr>
              <a:xfrm>
                <a:off x="4108949" y="3522038"/>
                <a:ext cx="1942141" cy="2747884"/>
              </a:xfrm>
              <a:custGeom>
                <a:avLst/>
                <a:gdLst>
                  <a:gd name="connsiteX0" fmla="*/ 2062807 w 2062807"/>
                  <a:gd name="connsiteY0" fmla="*/ 0 h 2918611"/>
                  <a:gd name="connsiteX1" fmla="*/ 2062807 w 2062807"/>
                  <a:gd name="connsiteY1" fmla="*/ 2918611 h 2918611"/>
                  <a:gd name="connsiteX2" fmla="*/ 1945641 w 2062807"/>
                  <a:gd name="connsiteY2" fmla="*/ 2915648 h 2918611"/>
                  <a:gd name="connsiteX3" fmla="*/ 185669 w 2062807"/>
                  <a:gd name="connsiteY3" fmla="*/ 2232139 h 2918611"/>
                  <a:gd name="connsiteX4" fmla="*/ 0 w 2062807"/>
                  <a:gd name="connsiteY4" fmla="*/ 2063391 h 2918611"/>
                  <a:gd name="connsiteX5" fmla="*/ 2062807 w 2062807"/>
                  <a:gd name="connsiteY5" fmla="*/ 0 h 2918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2807" h="2918611">
                    <a:moveTo>
                      <a:pt x="2062807" y="0"/>
                    </a:moveTo>
                    <a:lnTo>
                      <a:pt x="2062807" y="2918611"/>
                    </a:lnTo>
                    <a:lnTo>
                      <a:pt x="1945641" y="2915648"/>
                    </a:lnTo>
                    <a:cubicBezTo>
                      <a:pt x="1278616" y="2881837"/>
                      <a:pt x="668872" y="2630914"/>
                      <a:pt x="185669" y="2232139"/>
                    </a:cubicBezTo>
                    <a:lnTo>
                      <a:pt x="0" y="2063391"/>
                    </a:lnTo>
                    <a:lnTo>
                      <a:pt x="2062807" y="0"/>
                    </a:lnTo>
                    <a:close/>
                  </a:path>
                </a:pathLst>
              </a:custGeom>
              <a:solidFill>
                <a:schemeClr val="accent3"/>
              </a:solidFill>
              <a:ln w="9436"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A55EF6AF-EE92-8B1F-6023-69C5BE649E21}"/>
                  </a:ext>
                </a:extLst>
              </p:cNvPr>
              <p:cNvSpPr/>
              <p:nvPr/>
            </p:nvSpPr>
            <p:spPr>
              <a:xfrm>
                <a:off x="6122170" y="3522383"/>
                <a:ext cx="1942249" cy="2747539"/>
              </a:xfrm>
              <a:custGeom>
                <a:avLst/>
                <a:gdLst>
                  <a:gd name="connsiteX0" fmla="*/ 0 w 2062921"/>
                  <a:gd name="connsiteY0" fmla="*/ 0 h 2918245"/>
                  <a:gd name="connsiteX1" fmla="*/ 2062921 w 2062921"/>
                  <a:gd name="connsiteY1" fmla="*/ 2062921 h 2918245"/>
                  <a:gd name="connsiteX2" fmla="*/ 1877137 w 2062921"/>
                  <a:gd name="connsiteY2" fmla="*/ 2231773 h 2918245"/>
                  <a:gd name="connsiteX3" fmla="*/ 117166 w 2062921"/>
                  <a:gd name="connsiteY3" fmla="*/ 2915282 h 2918245"/>
                  <a:gd name="connsiteX4" fmla="*/ 0 w 2062921"/>
                  <a:gd name="connsiteY4" fmla="*/ 2918245 h 2918245"/>
                  <a:gd name="connsiteX5" fmla="*/ 0 w 2062921"/>
                  <a:gd name="connsiteY5" fmla="*/ 0 h 291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2921" h="2918245">
                    <a:moveTo>
                      <a:pt x="0" y="0"/>
                    </a:moveTo>
                    <a:lnTo>
                      <a:pt x="2062921" y="2062921"/>
                    </a:lnTo>
                    <a:lnTo>
                      <a:pt x="1877137" y="2231773"/>
                    </a:lnTo>
                    <a:cubicBezTo>
                      <a:pt x="1393934" y="2630548"/>
                      <a:pt x="784191" y="2881471"/>
                      <a:pt x="117166" y="2915282"/>
                    </a:cubicBezTo>
                    <a:lnTo>
                      <a:pt x="0" y="2918245"/>
                    </a:lnTo>
                    <a:lnTo>
                      <a:pt x="0" y="0"/>
                    </a:lnTo>
                    <a:close/>
                  </a:path>
                </a:pathLst>
              </a:custGeom>
              <a:solidFill>
                <a:schemeClr val="accent2">
                  <a:lumMod val="75000"/>
                </a:schemeClr>
              </a:solidFill>
              <a:ln w="9436" cap="flat">
                <a:noFill/>
                <a:prstDash val="solid"/>
                <a:miter/>
              </a:ln>
            </p:spPr>
            <p:txBody>
              <a:bodyPr rtlCol="0" anchor="ctr"/>
              <a:lstStyle/>
              <a:p>
                <a:endParaRPr lang="en-US"/>
              </a:p>
            </p:txBody>
          </p:sp>
        </p:grpSp>
        <p:sp>
          <p:nvSpPr>
            <p:cNvPr id="13" name="Oval 12">
              <a:extLst>
                <a:ext uri="{FF2B5EF4-FFF2-40B4-BE49-F238E27FC236}">
                  <a16:creationId xmlns:a16="http://schemas.microsoft.com/office/drawing/2014/main" id="{B55683A6-96D1-7024-7E44-8727044C912C}"/>
                </a:ext>
              </a:extLst>
            </p:cNvPr>
            <p:cNvSpPr/>
            <p:nvPr/>
          </p:nvSpPr>
          <p:spPr>
            <a:xfrm>
              <a:off x="4943630" y="2293529"/>
              <a:ext cx="2286000" cy="2286000"/>
            </a:xfrm>
            <a:prstGeom prst="ellipse">
              <a:avLst/>
            </a:prstGeom>
            <a:gradFill flip="none" rotWithShape="1">
              <a:gsLst>
                <a:gs pos="7000">
                  <a:schemeClr val="bg1"/>
                </a:gs>
                <a:gs pos="100000">
                  <a:schemeClr val="bg1">
                    <a:lumMod val="95000"/>
                  </a:schemeClr>
                </a:gs>
              </a:gsLst>
              <a:lin ang="81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26" name="Oval 25">
            <a:extLst>
              <a:ext uri="{FF2B5EF4-FFF2-40B4-BE49-F238E27FC236}">
                <a16:creationId xmlns:a16="http://schemas.microsoft.com/office/drawing/2014/main" id="{651029A8-D2C8-7BBA-F985-C35553CDFDDA}"/>
              </a:ext>
            </a:extLst>
          </p:cNvPr>
          <p:cNvSpPr/>
          <p:nvPr/>
        </p:nvSpPr>
        <p:spPr>
          <a:xfrm>
            <a:off x="7649883" y="5562211"/>
            <a:ext cx="152464" cy="152464"/>
          </a:xfrm>
          <a:prstGeom prst="ellips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7" name="Rectangle: Rounded Corners 26">
            <a:extLst>
              <a:ext uri="{FF2B5EF4-FFF2-40B4-BE49-F238E27FC236}">
                <a16:creationId xmlns:a16="http://schemas.microsoft.com/office/drawing/2014/main" id="{D22FF200-C405-5418-4993-88572453511D}"/>
              </a:ext>
            </a:extLst>
          </p:cNvPr>
          <p:cNvSpPr/>
          <p:nvPr/>
        </p:nvSpPr>
        <p:spPr>
          <a:xfrm>
            <a:off x="7713789" y="5255598"/>
            <a:ext cx="3080690" cy="765690"/>
          </a:xfrm>
          <a:prstGeom prst="roundRect">
            <a:avLst>
              <a:gd name="adj" fmla="val 11951"/>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28" name="Group 27">
            <a:extLst>
              <a:ext uri="{FF2B5EF4-FFF2-40B4-BE49-F238E27FC236}">
                <a16:creationId xmlns:a16="http://schemas.microsoft.com/office/drawing/2014/main" id="{E00A7F18-B6DD-10F9-E24B-D494D3CF60F2}"/>
              </a:ext>
            </a:extLst>
          </p:cNvPr>
          <p:cNvGrpSpPr/>
          <p:nvPr/>
        </p:nvGrpSpPr>
        <p:grpSpPr>
          <a:xfrm>
            <a:off x="7802772" y="5329106"/>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33" name="Rectangle: Rounded Corners 32">
              <a:extLst>
                <a:ext uri="{FF2B5EF4-FFF2-40B4-BE49-F238E27FC236}">
                  <a16:creationId xmlns:a16="http://schemas.microsoft.com/office/drawing/2014/main" id="{51B3F791-FB60-2C23-D322-0A72505C5064}"/>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4" name="Isosceles Triangle 33">
              <a:extLst>
                <a:ext uri="{FF2B5EF4-FFF2-40B4-BE49-F238E27FC236}">
                  <a16:creationId xmlns:a16="http://schemas.microsoft.com/office/drawing/2014/main" id="{63D0C027-0485-EC1F-A1D0-8CC2AE5DBF2F}"/>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29" name="TextBox 28">
            <a:extLst>
              <a:ext uri="{FF2B5EF4-FFF2-40B4-BE49-F238E27FC236}">
                <a16:creationId xmlns:a16="http://schemas.microsoft.com/office/drawing/2014/main" id="{C8DB47C2-0D73-B9C7-5B11-38D3BED1D9AA}"/>
              </a:ext>
            </a:extLst>
          </p:cNvPr>
          <p:cNvSpPr txBox="1"/>
          <p:nvPr/>
        </p:nvSpPr>
        <p:spPr>
          <a:xfrm>
            <a:off x="10128449" y="5370597"/>
            <a:ext cx="537327" cy="535692"/>
          </a:xfrm>
          <a:prstGeom prst="rect">
            <a:avLst/>
          </a:prstGeom>
          <a:noFill/>
        </p:spPr>
        <p:txBody>
          <a:bodyPr wrap="square" lIns="0" tIns="0" rIns="0" bIns="0" rtlCol="0" anchor="ctr">
            <a:noAutofit/>
          </a:bodyPr>
          <a:lstStyle/>
          <a:p>
            <a:pPr algn="ctr"/>
            <a:r>
              <a:rPr lang="en-US" sz="3200" b="1">
                <a:solidFill>
                  <a:schemeClr val="bg1"/>
                </a:solidFill>
              </a:rPr>
              <a:t>04</a:t>
            </a:r>
            <a:endParaRPr lang="en-IN" sz="3200" b="1">
              <a:solidFill>
                <a:schemeClr val="bg1"/>
              </a:solidFill>
            </a:endParaRPr>
          </a:p>
        </p:txBody>
      </p:sp>
      <p:grpSp>
        <p:nvGrpSpPr>
          <p:cNvPr id="30" name="Group 29">
            <a:extLst>
              <a:ext uri="{FF2B5EF4-FFF2-40B4-BE49-F238E27FC236}">
                <a16:creationId xmlns:a16="http://schemas.microsoft.com/office/drawing/2014/main" id="{0B41F75E-CE4E-20CA-F6F5-9515B864258D}"/>
              </a:ext>
            </a:extLst>
          </p:cNvPr>
          <p:cNvGrpSpPr/>
          <p:nvPr/>
        </p:nvGrpSpPr>
        <p:grpSpPr>
          <a:xfrm>
            <a:off x="8583700" y="5372331"/>
            <a:ext cx="1389258" cy="555076"/>
            <a:chOff x="8570043" y="3190673"/>
            <a:chExt cx="1953464" cy="555076"/>
          </a:xfrm>
        </p:grpSpPr>
        <p:sp>
          <p:nvSpPr>
            <p:cNvPr id="31" name="TextBox 30">
              <a:extLst>
                <a:ext uri="{FF2B5EF4-FFF2-40B4-BE49-F238E27FC236}">
                  <a16:creationId xmlns:a16="http://schemas.microsoft.com/office/drawing/2014/main" id="{BCD708DB-9936-6724-CF96-89341393A901}"/>
                </a:ext>
              </a:extLst>
            </p:cNvPr>
            <p:cNvSpPr txBox="1"/>
            <p:nvPr/>
          </p:nvSpPr>
          <p:spPr>
            <a:xfrm>
              <a:off x="8570048" y="3394213"/>
              <a:ext cx="1953459" cy="351536"/>
            </a:xfrm>
            <a:prstGeom prst="rect">
              <a:avLst/>
            </a:prstGeom>
            <a:noFill/>
          </p:spPr>
          <p:txBody>
            <a:bodyPr wrap="square" lIns="0" tIns="0" rIns="0" bIns="0" rtlCol="0" anchor="t">
              <a:noAutofit/>
            </a:bodyPr>
            <a:lstStyle/>
            <a:p>
              <a:pPr>
                <a:lnSpc>
                  <a:spcPct val="90000"/>
                </a:lnSpc>
              </a:pPr>
              <a:r>
                <a:rPr lang="en-US" sz="1100">
                  <a:solidFill>
                    <a:schemeClr val="bg1"/>
                  </a:solidFill>
                </a:rPr>
                <a:t>Insert your desired text here. </a:t>
              </a:r>
              <a:endParaRPr lang="en-US" sz="1100" b="1">
                <a:solidFill>
                  <a:schemeClr val="bg1"/>
                </a:solidFill>
              </a:endParaRPr>
            </a:p>
          </p:txBody>
        </p:sp>
        <p:sp>
          <p:nvSpPr>
            <p:cNvPr id="32" name="TextBox 31">
              <a:extLst>
                <a:ext uri="{FF2B5EF4-FFF2-40B4-BE49-F238E27FC236}">
                  <a16:creationId xmlns:a16="http://schemas.microsoft.com/office/drawing/2014/main" id="{224F64C5-5D81-D4C7-8B1B-F5F140DF5D38}"/>
                </a:ext>
              </a:extLst>
            </p:cNvPr>
            <p:cNvSpPr txBox="1"/>
            <p:nvPr/>
          </p:nvSpPr>
          <p:spPr>
            <a:xfrm>
              <a:off x="8570043" y="3190673"/>
              <a:ext cx="1953460" cy="165370"/>
            </a:xfrm>
            <a:prstGeom prst="rect">
              <a:avLst/>
            </a:prstGeom>
            <a:noFill/>
          </p:spPr>
          <p:txBody>
            <a:bodyPr wrap="square" lIns="0" tIns="0" rIns="0" bIns="0" rtlCol="0" anchor="ctr">
              <a:noAutofit/>
            </a:bodyPr>
            <a:lstStyle/>
            <a:p>
              <a:pPr>
                <a:lnSpc>
                  <a:spcPct val="90000"/>
                </a:lnSpc>
              </a:pPr>
              <a:r>
                <a:rPr lang="en-US" sz="1200" b="1">
                  <a:solidFill>
                    <a:schemeClr val="bg1"/>
                  </a:solidFill>
                </a:rPr>
                <a:t>Placeholder</a:t>
              </a:r>
            </a:p>
          </p:txBody>
        </p:sp>
      </p:grpSp>
      <p:sp>
        <p:nvSpPr>
          <p:cNvPr id="37" name="Oval 36">
            <a:extLst>
              <a:ext uri="{FF2B5EF4-FFF2-40B4-BE49-F238E27FC236}">
                <a16:creationId xmlns:a16="http://schemas.microsoft.com/office/drawing/2014/main" id="{C2A0143C-286A-5A5C-8CA7-612440ECAF28}"/>
              </a:ext>
            </a:extLst>
          </p:cNvPr>
          <p:cNvSpPr/>
          <p:nvPr/>
        </p:nvSpPr>
        <p:spPr>
          <a:xfrm>
            <a:off x="8436376" y="3193134"/>
            <a:ext cx="152464" cy="152464"/>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8" name="Rectangle: Rounded Corners 37">
            <a:extLst>
              <a:ext uri="{FF2B5EF4-FFF2-40B4-BE49-F238E27FC236}">
                <a16:creationId xmlns:a16="http://schemas.microsoft.com/office/drawing/2014/main" id="{896B73B1-F905-D5E3-DB0D-550011EF9678}"/>
              </a:ext>
            </a:extLst>
          </p:cNvPr>
          <p:cNvSpPr/>
          <p:nvPr/>
        </p:nvSpPr>
        <p:spPr>
          <a:xfrm>
            <a:off x="8500282" y="2886521"/>
            <a:ext cx="3080690" cy="765690"/>
          </a:xfrm>
          <a:prstGeom prst="roundRect">
            <a:avLst>
              <a:gd name="adj" fmla="val 11951"/>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39" name="Group 38">
            <a:extLst>
              <a:ext uri="{FF2B5EF4-FFF2-40B4-BE49-F238E27FC236}">
                <a16:creationId xmlns:a16="http://schemas.microsoft.com/office/drawing/2014/main" id="{55AC4C9D-C395-4CC1-8BCD-A3C756EC2BCF}"/>
              </a:ext>
            </a:extLst>
          </p:cNvPr>
          <p:cNvGrpSpPr/>
          <p:nvPr/>
        </p:nvGrpSpPr>
        <p:grpSpPr>
          <a:xfrm>
            <a:off x="8589265" y="2960029"/>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44" name="Rectangle: Rounded Corners 43">
              <a:extLst>
                <a:ext uri="{FF2B5EF4-FFF2-40B4-BE49-F238E27FC236}">
                  <a16:creationId xmlns:a16="http://schemas.microsoft.com/office/drawing/2014/main" id="{60117328-A382-095E-2F25-49013D06B575}"/>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5" name="Isosceles Triangle 44">
              <a:extLst>
                <a:ext uri="{FF2B5EF4-FFF2-40B4-BE49-F238E27FC236}">
                  <a16:creationId xmlns:a16="http://schemas.microsoft.com/office/drawing/2014/main" id="{132E7564-C18D-1673-20D1-3700F7F297CE}"/>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40" name="TextBox 39">
            <a:extLst>
              <a:ext uri="{FF2B5EF4-FFF2-40B4-BE49-F238E27FC236}">
                <a16:creationId xmlns:a16="http://schemas.microsoft.com/office/drawing/2014/main" id="{68EB26F6-2276-9BD6-01A3-2ACC46EA00FA}"/>
              </a:ext>
            </a:extLst>
          </p:cNvPr>
          <p:cNvSpPr txBox="1"/>
          <p:nvPr/>
        </p:nvSpPr>
        <p:spPr>
          <a:xfrm>
            <a:off x="10920537" y="3001520"/>
            <a:ext cx="537327" cy="535692"/>
          </a:xfrm>
          <a:prstGeom prst="rect">
            <a:avLst/>
          </a:prstGeom>
          <a:noFill/>
        </p:spPr>
        <p:txBody>
          <a:bodyPr wrap="square" lIns="0" tIns="0" rIns="0" bIns="0" rtlCol="0" anchor="ctr">
            <a:noAutofit/>
          </a:bodyPr>
          <a:lstStyle/>
          <a:p>
            <a:pPr algn="ctr"/>
            <a:r>
              <a:rPr lang="en-US" sz="3200" b="1">
                <a:solidFill>
                  <a:schemeClr val="bg1"/>
                </a:solidFill>
              </a:rPr>
              <a:t>02</a:t>
            </a:r>
            <a:endParaRPr lang="en-IN" sz="3200" b="1">
              <a:solidFill>
                <a:schemeClr val="bg1"/>
              </a:solidFill>
            </a:endParaRPr>
          </a:p>
        </p:txBody>
      </p:sp>
      <p:grpSp>
        <p:nvGrpSpPr>
          <p:cNvPr id="41" name="Group 40">
            <a:extLst>
              <a:ext uri="{FF2B5EF4-FFF2-40B4-BE49-F238E27FC236}">
                <a16:creationId xmlns:a16="http://schemas.microsoft.com/office/drawing/2014/main" id="{82224EE0-EF7A-648B-3B2E-E4EC07461889}"/>
              </a:ext>
            </a:extLst>
          </p:cNvPr>
          <p:cNvGrpSpPr/>
          <p:nvPr/>
        </p:nvGrpSpPr>
        <p:grpSpPr>
          <a:xfrm>
            <a:off x="9370193" y="3003254"/>
            <a:ext cx="1389258" cy="555076"/>
            <a:chOff x="8570043" y="3190673"/>
            <a:chExt cx="1953464" cy="555076"/>
          </a:xfrm>
        </p:grpSpPr>
        <p:sp>
          <p:nvSpPr>
            <p:cNvPr id="42" name="TextBox 41">
              <a:extLst>
                <a:ext uri="{FF2B5EF4-FFF2-40B4-BE49-F238E27FC236}">
                  <a16:creationId xmlns:a16="http://schemas.microsoft.com/office/drawing/2014/main" id="{AA4AA2F4-16F5-E990-6339-6BC1BDB3932C}"/>
                </a:ext>
              </a:extLst>
            </p:cNvPr>
            <p:cNvSpPr txBox="1"/>
            <p:nvPr/>
          </p:nvSpPr>
          <p:spPr>
            <a:xfrm>
              <a:off x="8570048" y="3394213"/>
              <a:ext cx="1953459" cy="351536"/>
            </a:xfrm>
            <a:prstGeom prst="rect">
              <a:avLst/>
            </a:prstGeom>
            <a:noFill/>
          </p:spPr>
          <p:txBody>
            <a:bodyPr wrap="square" lIns="0" tIns="0" rIns="0" bIns="0" rtlCol="0" anchor="t">
              <a:noAutofit/>
            </a:bodyPr>
            <a:lstStyle/>
            <a:p>
              <a:pPr>
                <a:lnSpc>
                  <a:spcPct val="90000"/>
                </a:lnSpc>
              </a:pPr>
              <a:r>
                <a:rPr lang="en-US" sz="1100">
                  <a:solidFill>
                    <a:schemeClr val="bg1"/>
                  </a:solidFill>
                </a:rPr>
                <a:t>Insert your desired text here. </a:t>
              </a:r>
              <a:endParaRPr lang="en-US" sz="1100" b="1">
                <a:solidFill>
                  <a:schemeClr val="bg1"/>
                </a:solidFill>
              </a:endParaRPr>
            </a:p>
          </p:txBody>
        </p:sp>
        <p:sp>
          <p:nvSpPr>
            <p:cNvPr id="43" name="TextBox 42">
              <a:extLst>
                <a:ext uri="{FF2B5EF4-FFF2-40B4-BE49-F238E27FC236}">
                  <a16:creationId xmlns:a16="http://schemas.microsoft.com/office/drawing/2014/main" id="{CDEFC3B5-0065-0082-3925-F6E080528874}"/>
                </a:ext>
              </a:extLst>
            </p:cNvPr>
            <p:cNvSpPr txBox="1"/>
            <p:nvPr/>
          </p:nvSpPr>
          <p:spPr>
            <a:xfrm>
              <a:off x="8570043" y="3190673"/>
              <a:ext cx="1953460" cy="165370"/>
            </a:xfrm>
            <a:prstGeom prst="rect">
              <a:avLst/>
            </a:prstGeom>
            <a:noFill/>
          </p:spPr>
          <p:txBody>
            <a:bodyPr wrap="square" lIns="0" tIns="0" rIns="0" bIns="0" rtlCol="0" anchor="ctr">
              <a:noAutofit/>
            </a:bodyPr>
            <a:lstStyle/>
            <a:p>
              <a:pPr>
                <a:lnSpc>
                  <a:spcPct val="90000"/>
                </a:lnSpc>
              </a:pPr>
              <a:r>
                <a:rPr lang="en-US" sz="1200" b="1">
                  <a:solidFill>
                    <a:schemeClr val="bg1"/>
                  </a:solidFill>
                </a:rPr>
                <a:t>Placeholder</a:t>
              </a:r>
            </a:p>
          </p:txBody>
        </p:sp>
      </p:grpSp>
      <p:sp>
        <p:nvSpPr>
          <p:cNvPr id="47" name="Oval 46">
            <a:extLst>
              <a:ext uri="{FF2B5EF4-FFF2-40B4-BE49-F238E27FC236}">
                <a16:creationId xmlns:a16="http://schemas.microsoft.com/office/drawing/2014/main" id="{6A16038A-7AE9-AE86-5628-A373DDC20207}"/>
              </a:ext>
            </a:extLst>
          </p:cNvPr>
          <p:cNvSpPr/>
          <p:nvPr/>
        </p:nvSpPr>
        <p:spPr>
          <a:xfrm>
            <a:off x="8436376" y="4377672"/>
            <a:ext cx="152464" cy="152464"/>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8" name="Rectangle: Rounded Corners 47">
            <a:extLst>
              <a:ext uri="{FF2B5EF4-FFF2-40B4-BE49-F238E27FC236}">
                <a16:creationId xmlns:a16="http://schemas.microsoft.com/office/drawing/2014/main" id="{605834AA-F76A-76C0-63FC-3D5496A80EDE}"/>
              </a:ext>
            </a:extLst>
          </p:cNvPr>
          <p:cNvSpPr/>
          <p:nvPr/>
        </p:nvSpPr>
        <p:spPr>
          <a:xfrm>
            <a:off x="8500282" y="4071059"/>
            <a:ext cx="3080690" cy="765690"/>
          </a:xfrm>
          <a:prstGeom prst="roundRect">
            <a:avLst>
              <a:gd name="adj" fmla="val 11951"/>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49" name="Group 48">
            <a:extLst>
              <a:ext uri="{FF2B5EF4-FFF2-40B4-BE49-F238E27FC236}">
                <a16:creationId xmlns:a16="http://schemas.microsoft.com/office/drawing/2014/main" id="{53807DB3-3F46-8135-6543-519ED2F30D60}"/>
              </a:ext>
            </a:extLst>
          </p:cNvPr>
          <p:cNvGrpSpPr/>
          <p:nvPr/>
        </p:nvGrpSpPr>
        <p:grpSpPr>
          <a:xfrm>
            <a:off x="8589265" y="4144567"/>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54" name="Rectangle: Rounded Corners 53">
              <a:extLst>
                <a:ext uri="{FF2B5EF4-FFF2-40B4-BE49-F238E27FC236}">
                  <a16:creationId xmlns:a16="http://schemas.microsoft.com/office/drawing/2014/main" id="{95273011-A96D-C514-3FAD-8C66B1635FD6}"/>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5" name="Isosceles Triangle 54">
              <a:extLst>
                <a:ext uri="{FF2B5EF4-FFF2-40B4-BE49-F238E27FC236}">
                  <a16:creationId xmlns:a16="http://schemas.microsoft.com/office/drawing/2014/main" id="{33E1C488-FCAA-A9BF-D781-332F305A89F6}"/>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50" name="TextBox 49">
            <a:extLst>
              <a:ext uri="{FF2B5EF4-FFF2-40B4-BE49-F238E27FC236}">
                <a16:creationId xmlns:a16="http://schemas.microsoft.com/office/drawing/2014/main" id="{2D37E8E6-E4D8-C697-E73F-373FB00D134F}"/>
              </a:ext>
            </a:extLst>
          </p:cNvPr>
          <p:cNvSpPr txBox="1"/>
          <p:nvPr/>
        </p:nvSpPr>
        <p:spPr>
          <a:xfrm>
            <a:off x="10920537" y="4186058"/>
            <a:ext cx="537327" cy="535692"/>
          </a:xfrm>
          <a:prstGeom prst="rect">
            <a:avLst/>
          </a:prstGeom>
          <a:noFill/>
        </p:spPr>
        <p:txBody>
          <a:bodyPr wrap="square" lIns="0" tIns="0" rIns="0" bIns="0" rtlCol="0" anchor="ctr">
            <a:noAutofit/>
          </a:bodyPr>
          <a:lstStyle/>
          <a:p>
            <a:pPr algn="ctr"/>
            <a:r>
              <a:rPr lang="en-US" sz="3200" b="1">
                <a:solidFill>
                  <a:schemeClr val="bg1"/>
                </a:solidFill>
              </a:rPr>
              <a:t>03</a:t>
            </a:r>
            <a:endParaRPr lang="en-IN" sz="3200" b="1">
              <a:solidFill>
                <a:schemeClr val="bg1"/>
              </a:solidFill>
            </a:endParaRPr>
          </a:p>
        </p:txBody>
      </p:sp>
      <p:grpSp>
        <p:nvGrpSpPr>
          <p:cNvPr id="51" name="Group 50">
            <a:extLst>
              <a:ext uri="{FF2B5EF4-FFF2-40B4-BE49-F238E27FC236}">
                <a16:creationId xmlns:a16="http://schemas.microsoft.com/office/drawing/2014/main" id="{B4A81D81-7540-B355-9238-8E25D605E3A5}"/>
              </a:ext>
            </a:extLst>
          </p:cNvPr>
          <p:cNvGrpSpPr/>
          <p:nvPr/>
        </p:nvGrpSpPr>
        <p:grpSpPr>
          <a:xfrm>
            <a:off x="9370193" y="4187792"/>
            <a:ext cx="1389258" cy="555076"/>
            <a:chOff x="8570043" y="3190673"/>
            <a:chExt cx="1953464" cy="555076"/>
          </a:xfrm>
        </p:grpSpPr>
        <p:sp>
          <p:nvSpPr>
            <p:cNvPr id="52" name="TextBox 51">
              <a:extLst>
                <a:ext uri="{FF2B5EF4-FFF2-40B4-BE49-F238E27FC236}">
                  <a16:creationId xmlns:a16="http://schemas.microsoft.com/office/drawing/2014/main" id="{117292B9-1034-7BA7-E954-D7528C605B3D}"/>
                </a:ext>
              </a:extLst>
            </p:cNvPr>
            <p:cNvSpPr txBox="1"/>
            <p:nvPr/>
          </p:nvSpPr>
          <p:spPr>
            <a:xfrm>
              <a:off x="8570048" y="3394213"/>
              <a:ext cx="1953459" cy="351536"/>
            </a:xfrm>
            <a:prstGeom prst="rect">
              <a:avLst/>
            </a:prstGeom>
            <a:noFill/>
          </p:spPr>
          <p:txBody>
            <a:bodyPr wrap="square" lIns="0" tIns="0" rIns="0" bIns="0" rtlCol="0" anchor="t">
              <a:noAutofit/>
            </a:bodyPr>
            <a:lstStyle/>
            <a:p>
              <a:pPr>
                <a:lnSpc>
                  <a:spcPct val="90000"/>
                </a:lnSpc>
              </a:pPr>
              <a:r>
                <a:rPr lang="en-US" sz="1100">
                  <a:solidFill>
                    <a:schemeClr val="bg1"/>
                  </a:solidFill>
                </a:rPr>
                <a:t>Insert your desired text here. </a:t>
              </a:r>
              <a:endParaRPr lang="en-US" sz="1100" b="1">
                <a:solidFill>
                  <a:schemeClr val="bg1"/>
                </a:solidFill>
              </a:endParaRPr>
            </a:p>
          </p:txBody>
        </p:sp>
        <p:sp>
          <p:nvSpPr>
            <p:cNvPr id="53" name="TextBox 52">
              <a:extLst>
                <a:ext uri="{FF2B5EF4-FFF2-40B4-BE49-F238E27FC236}">
                  <a16:creationId xmlns:a16="http://schemas.microsoft.com/office/drawing/2014/main" id="{A559D605-8F01-98B1-8D3F-53D283179907}"/>
                </a:ext>
              </a:extLst>
            </p:cNvPr>
            <p:cNvSpPr txBox="1"/>
            <p:nvPr/>
          </p:nvSpPr>
          <p:spPr>
            <a:xfrm>
              <a:off x="8570043" y="3190673"/>
              <a:ext cx="1953460" cy="165370"/>
            </a:xfrm>
            <a:prstGeom prst="rect">
              <a:avLst/>
            </a:prstGeom>
            <a:noFill/>
          </p:spPr>
          <p:txBody>
            <a:bodyPr wrap="square" lIns="0" tIns="0" rIns="0" bIns="0" rtlCol="0" anchor="ctr">
              <a:noAutofit/>
            </a:bodyPr>
            <a:lstStyle/>
            <a:p>
              <a:pPr>
                <a:lnSpc>
                  <a:spcPct val="90000"/>
                </a:lnSpc>
              </a:pPr>
              <a:r>
                <a:rPr lang="en-US" sz="1200" b="1">
                  <a:solidFill>
                    <a:schemeClr val="bg1"/>
                  </a:solidFill>
                </a:rPr>
                <a:t>Placeholder</a:t>
              </a:r>
            </a:p>
          </p:txBody>
        </p:sp>
      </p:grpSp>
      <p:sp>
        <p:nvSpPr>
          <p:cNvPr id="57" name="Oval 56">
            <a:extLst>
              <a:ext uri="{FF2B5EF4-FFF2-40B4-BE49-F238E27FC236}">
                <a16:creationId xmlns:a16="http://schemas.microsoft.com/office/drawing/2014/main" id="{CE8939C0-2302-4D67-8189-17D721B11C79}"/>
              </a:ext>
            </a:extLst>
          </p:cNvPr>
          <p:cNvSpPr/>
          <p:nvPr/>
        </p:nvSpPr>
        <p:spPr>
          <a:xfrm flipH="1">
            <a:off x="4389654" y="2008596"/>
            <a:ext cx="152464" cy="152464"/>
          </a:xfrm>
          <a:prstGeom prst="ellips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8" name="Rectangle: Rounded Corners 57">
            <a:extLst>
              <a:ext uri="{FF2B5EF4-FFF2-40B4-BE49-F238E27FC236}">
                <a16:creationId xmlns:a16="http://schemas.microsoft.com/office/drawing/2014/main" id="{ABD96D5E-D0E8-DDA3-1A0E-19F565C18595}"/>
              </a:ext>
            </a:extLst>
          </p:cNvPr>
          <p:cNvSpPr/>
          <p:nvPr/>
        </p:nvSpPr>
        <p:spPr>
          <a:xfrm flipH="1">
            <a:off x="1397522" y="1701983"/>
            <a:ext cx="3080690" cy="765690"/>
          </a:xfrm>
          <a:prstGeom prst="roundRect">
            <a:avLst>
              <a:gd name="adj" fmla="val 11951"/>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59" name="Group 58">
            <a:extLst>
              <a:ext uri="{FF2B5EF4-FFF2-40B4-BE49-F238E27FC236}">
                <a16:creationId xmlns:a16="http://schemas.microsoft.com/office/drawing/2014/main" id="{A65441EF-B14D-A4EC-DEA0-932FE5CA923E}"/>
              </a:ext>
            </a:extLst>
          </p:cNvPr>
          <p:cNvGrpSpPr/>
          <p:nvPr/>
        </p:nvGrpSpPr>
        <p:grpSpPr>
          <a:xfrm flipH="1">
            <a:off x="3734131" y="1775491"/>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64" name="Rectangle: Rounded Corners 63">
              <a:extLst>
                <a:ext uri="{FF2B5EF4-FFF2-40B4-BE49-F238E27FC236}">
                  <a16:creationId xmlns:a16="http://schemas.microsoft.com/office/drawing/2014/main" id="{FCCEEF62-0276-EAB0-8379-5361B3B0AA2A}"/>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5" name="Isosceles Triangle 64">
              <a:extLst>
                <a:ext uri="{FF2B5EF4-FFF2-40B4-BE49-F238E27FC236}">
                  <a16:creationId xmlns:a16="http://schemas.microsoft.com/office/drawing/2014/main" id="{272EEFF2-9C0C-D77E-D103-593B0A20ACC1}"/>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60" name="TextBox 59">
            <a:extLst>
              <a:ext uri="{FF2B5EF4-FFF2-40B4-BE49-F238E27FC236}">
                <a16:creationId xmlns:a16="http://schemas.microsoft.com/office/drawing/2014/main" id="{D3B78F6B-DC46-44F7-B4E8-21560539DCC6}"/>
              </a:ext>
            </a:extLst>
          </p:cNvPr>
          <p:cNvSpPr txBox="1"/>
          <p:nvPr/>
        </p:nvSpPr>
        <p:spPr>
          <a:xfrm flipH="1">
            <a:off x="1526227" y="1816982"/>
            <a:ext cx="537327" cy="535692"/>
          </a:xfrm>
          <a:prstGeom prst="rect">
            <a:avLst/>
          </a:prstGeom>
          <a:noFill/>
        </p:spPr>
        <p:txBody>
          <a:bodyPr wrap="square" lIns="0" tIns="0" rIns="0" bIns="0" rtlCol="0" anchor="ctr">
            <a:noAutofit/>
          </a:bodyPr>
          <a:lstStyle/>
          <a:p>
            <a:pPr algn="ctr"/>
            <a:r>
              <a:rPr lang="en-US" sz="3200" b="1">
                <a:solidFill>
                  <a:schemeClr val="bg1"/>
                </a:solidFill>
              </a:rPr>
              <a:t>08</a:t>
            </a:r>
            <a:endParaRPr lang="en-IN" sz="3200" b="1">
              <a:solidFill>
                <a:schemeClr val="bg1"/>
              </a:solidFill>
            </a:endParaRPr>
          </a:p>
        </p:txBody>
      </p:sp>
      <p:grpSp>
        <p:nvGrpSpPr>
          <p:cNvPr id="61" name="Group 60">
            <a:extLst>
              <a:ext uri="{FF2B5EF4-FFF2-40B4-BE49-F238E27FC236}">
                <a16:creationId xmlns:a16="http://schemas.microsoft.com/office/drawing/2014/main" id="{1DE27052-8D48-5EAB-DF88-A72881DE2C8F}"/>
              </a:ext>
            </a:extLst>
          </p:cNvPr>
          <p:cNvGrpSpPr/>
          <p:nvPr/>
        </p:nvGrpSpPr>
        <p:grpSpPr>
          <a:xfrm flipH="1">
            <a:off x="2219043" y="1818716"/>
            <a:ext cx="1389258" cy="555076"/>
            <a:chOff x="8570043" y="3190673"/>
            <a:chExt cx="1953464" cy="555076"/>
          </a:xfrm>
        </p:grpSpPr>
        <p:sp>
          <p:nvSpPr>
            <p:cNvPr id="62" name="TextBox 61">
              <a:extLst>
                <a:ext uri="{FF2B5EF4-FFF2-40B4-BE49-F238E27FC236}">
                  <a16:creationId xmlns:a16="http://schemas.microsoft.com/office/drawing/2014/main" id="{311F3D36-A3E3-279C-53ED-C8C130113CCA}"/>
                </a:ext>
              </a:extLst>
            </p:cNvPr>
            <p:cNvSpPr txBox="1"/>
            <p:nvPr/>
          </p:nvSpPr>
          <p:spPr>
            <a:xfrm>
              <a:off x="8570048" y="3394213"/>
              <a:ext cx="1953459" cy="351536"/>
            </a:xfrm>
            <a:prstGeom prst="rect">
              <a:avLst/>
            </a:prstGeom>
            <a:noFill/>
          </p:spPr>
          <p:txBody>
            <a:bodyPr wrap="square" lIns="0" tIns="0" rIns="0" bIns="0" rtlCol="0" anchor="t">
              <a:noAutofit/>
            </a:bodyPr>
            <a:lstStyle/>
            <a:p>
              <a:pPr>
                <a:lnSpc>
                  <a:spcPct val="90000"/>
                </a:lnSpc>
              </a:pPr>
              <a:r>
                <a:rPr lang="en-US" sz="1100">
                  <a:solidFill>
                    <a:schemeClr val="bg1"/>
                  </a:solidFill>
                </a:rPr>
                <a:t>Insert your desired text here. </a:t>
              </a:r>
              <a:endParaRPr lang="en-US" sz="1100" b="1">
                <a:solidFill>
                  <a:schemeClr val="bg1"/>
                </a:solidFill>
              </a:endParaRPr>
            </a:p>
          </p:txBody>
        </p:sp>
        <p:sp>
          <p:nvSpPr>
            <p:cNvPr id="63" name="TextBox 62">
              <a:extLst>
                <a:ext uri="{FF2B5EF4-FFF2-40B4-BE49-F238E27FC236}">
                  <a16:creationId xmlns:a16="http://schemas.microsoft.com/office/drawing/2014/main" id="{D050C956-4E2D-1B09-EF51-4764FD3809D4}"/>
                </a:ext>
              </a:extLst>
            </p:cNvPr>
            <p:cNvSpPr txBox="1"/>
            <p:nvPr/>
          </p:nvSpPr>
          <p:spPr>
            <a:xfrm>
              <a:off x="8570043" y="3190673"/>
              <a:ext cx="1953460" cy="165370"/>
            </a:xfrm>
            <a:prstGeom prst="rect">
              <a:avLst/>
            </a:prstGeom>
            <a:noFill/>
          </p:spPr>
          <p:txBody>
            <a:bodyPr wrap="square" lIns="0" tIns="0" rIns="0" bIns="0" rtlCol="0" anchor="ctr">
              <a:noAutofit/>
            </a:bodyPr>
            <a:lstStyle/>
            <a:p>
              <a:pPr>
                <a:lnSpc>
                  <a:spcPct val="90000"/>
                </a:lnSpc>
              </a:pPr>
              <a:r>
                <a:rPr lang="en-US" sz="1200" b="1">
                  <a:solidFill>
                    <a:schemeClr val="bg1"/>
                  </a:solidFill>
                </a:rPr>
                <a:t>Placeholder</a:t>
              </a:r>
            </a:p>
          </p:txBody>
        </p:sp>
      </p:grpSp>
      <p:sp>
        <p:nvSpPr>
          <p:cNvPr id="67" name="Oval 66">
            <a:extLst>
              <a:ext uri="{FF2B5EF4-FFF2-40B4-BE49-F238E27FC236}">
                <a16:creationId xmlns:a16="http://schemas.microsoft.com/office/drawing/2014/main" id="{AD7DF642-E53C-DEFE-564B-B22478D04AF6}"/>
              </a:ext>
            </a:extLst>
          </p:cNvPr>
          <p:cNvSpPr/>
          <p:nvPr/>
        </p:nvSpPr>
        <p:spPr>
          <a:xfrm flipH="1">
            <a:off x="4389654" y="5562211"/>
            <a:ext cx="152464" cy="152464"/>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8" name="Rectangle: Rounded Corners 67">
            <a:extLst>
              <a:ext uri="{FF2B5EF4-FFF2-40B4-BE49-F238E27FC236}">
                <a16:creationId xmlns:a16="http://schemas.microsoft.com/office/drawing/2014/main" id="{D918EAD1-71E9-6911-A47A-FA0723AD88CA}"/>
              </a:ext>
            </a:extLst>
          </p:cNvPr>
          <p:cNvSpPr/>
          <p:nvPr/>
        </p:nvSpPr>
        <p:spPr>
          <a:xfrm flipH="1">
            <a:off x="1397522" y="5255598"/>
            <a:ext cx="3080690" cy="765690"/>
          </a:xfrm>
          <a:prstGeom prst="roundRect">
            <a:avLst>
              <a:gd name="adj" fmla="val 11951"/>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69" name="Group 68">
            <a:extLst>
              <a:ext uri="{FF2B5EF4-FFF2-40B4-BE49-F238E27FC236}">
                <a16:creationId xmlns:a16="http://schemas.microsoft.com/office/drawing/2014/main" id="{BA37F8C7-0FB9-03C6-9918-BA6251076C9B}"/>
              </a:ext>
            </a:extLst>
          </p:cNvPr>
          <p:cNvGrpSpPr/>
          <p:nvPr/>
        </p:nvGrpSpPr>
        <p:grpSpPr>
          <a:xfrm flipH="1">
            <a:off x="3734131" y="5329106"/>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74" name="Rectangle: Rounded Corners 73">
              <a:extLst>
                <a:ext uri="{FF2B5EF4-FFF2-40B4-BE49-F238E27FC236}">
                  <a16:creationId xmlns:a16="http://schemas.microsoft.com/office/drawing/2014/main" id="{49570659-29D8-A17A-C7C0-EEC378E516CB}"/>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75" name="Isosceles Triangle 74">
              <a:extLst>
                <a:ext uri="{FF2B5EF4-FFF2-40B4-BE49-F238E27FC236}">
                  <a16:creationId xmlns:a16="http://schemas.microsoft.com/office/drawing/2014/main" id="{9ED105D2-43B7-4A86-ED1D-547D1CA84442}"/>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70" name="TextBox 69">
            <a:extLst>
              <a:ext uri="{FF2B5EF4-FFF2-40B4-BE49-F238E27FC236}">
                <a16:creationId xmlns:a16="http://schemas.microsoft.com/office/drawing/2014/main" id="{71679EF7-0104-3A93-94FA-E460AE5824FD}"/>
              </a:ext>
            </a:extLst>
          </p:cNvPr>
          <p:cNvSpPr txBox="1"/>
          <p:nvPr/>
        </p:nvSpPr>
        <p:spPr>
          <a:xfrm flipH="1">
            <a:off x="1526227" y="5370597"/>
            <a:ext cx="537327" cy="535692"/>
          </a:xfrm>
          <a:prstGeom prst="rect">
            <a:avLst/>
          </a:prstGeom>
          <a:noFill/>
        </p:spPr>
        <p:txBody>
          <a:bodyPr wrap="square" lIns="0" tIns="0" rIns="0" bIns="0" rtlCol="0" anchor="ctr">
            <a:noAutofit/>
          </a:bodyPr>
          <a:lstStyle/>
          <a:p>
            <a:pPr algn="ctr"/>
            <a:r>
              <a:rPr lang="en-US" sz="3200" b="1">
                <a:solidFill>
                  <a:schemeClr val="bg1"/>
                </a:solidFill>
              </a:rPr>
              <a:t>05</a:t>
            </a:r>
            <a:endParaRPr lang="en-IN" sz="3200" b="1">
              <a:solidFill>
                <a:schemeClr val="bg1"/>
              </a:solidFill>
            </a:endParaRPr>
          </a:p>
        </p:txBody>
      </p:sp>
      <p:grpSp>
        <p:nvGrpSpPr>
          <p:cNvPr id="71" name="Group 70">
            <a:extLst>
              <a:ext uri="{FF2B5EF4-FFF2-40B4-BE49-F238E27FC236}">
                <a16:creationId xmlns:a16="http://schemas.microsoft.com/office/drawing/2014/main" id="{5E9E5479-27E3-2C3F-A25E-C92978B78004}"/>
              </a:ext>
            </a:extLst>
          </p:cNvPr>
          <p:cNvGrpSpPr/>
          <p:nvPr/>
        </p:nvGrpSpPr>
        <p:grpSpPr>
          <a:xfrm flipH="1">
            <a:off x="2219043" y="5372331"/>
            <a:ext cx="1389258" cy="555076"/>
            <a:chOff x="8570043" y="3190673"/>
            <a:chExt cx="1953464" cy="555076"/>
          </a:xfrm>
        </p:grpSpPr>
        <p:sp>
          <p:nvSpPr>
            <p:cNvPr id="72" name="TextBox 71">
              <a:extLst>
                <a:ext uri="{FF2B5EF4-FFF2-40B4-BE49-F238E27FC236}">
                  <a16:creationId xmlns:a16="http://schemas.microsoft.com/office/drawing/2014/main" id="{E308A163-5C28-60B6-9090-C7BD353B862A}"/>
                </a:ext>
              </a:extLst>
            </p:cNvPr>
            <p:cNvSpPr txBox="1"/>
            <p:nvPr/>
          </p:nvSpPr>
          <p:spPr>
            <a:xfrm>
              <a:off x="8570048" y="3394213"/>
              <a:ext cx="1953459" cy="351536"/>
            </a:xfrm>
            <a:prstGeom prst="rect">
              <a:avLst/>
            </a:prstGeom>
            <a:noFill/>
          </p:spPr>
          <p:txBody>
            <a:bodyPr wrap="square" lIns="0" tIns="0" rIns="0" bIns="0" rtlCol="0" anchor="t">
              <a:noAutofit/>
            </a:bodyPr>
            <a:lstStyle/>
            <a:p>
              <a:pPr>
                <a:lnSpc>
                  <a:spcPct val="90000"/>
                </a:lnSpc>
              </a:pPr>
              <a:r>
                <a:rPr lang="en-US" sz="1100">
                  <a:solidFill>
                    <a:schemeClr val="bg1"/>
                  </a:solidFill>
                </a:rPr>
                <a:t>Insert your desired text here. </a:t>
              </a:r>
              <a:endParaRPr lang="en-US" sz="1100" b="1">
                <a:solidFill>
                  <a:schemeClr val="bg1"/>
                </a:solidFill>
              </a:endParaRPr>
            </a:p>
          </p:txBody>
        </p:sp>
        <p:sp>
          <p:nvSpPr>
            <p:cNvPr id="73" name="TextBox 72">
              <a:extLst>
                <a:ext uri="{FF2B5EF4-FFF2-40B4-BE49-F238E27FC236}">
                  <a16:creationId xmlns:a16="http://schemas.microsoft.com/office/drawing/2014/main" id="{005A7D5E-8DC5-FAC5-D733-59242B8932E5}"/>
                </a:ext>
              </a:extLst>
            </p:cNvPr>
            <p:cNvSpPr txBox="1"/>
            <p:nvPr/>
          </p:nvSpPr>
          <p:spPr>
            <a:xfrm>
              <a:off x="8570043" y="3190673"/>
              <a:ext cx="1953460" cy="165370"/>
            </a:xfrm>
            <a:prstGeom prst="rect">
              <a:avLst/>
            </a:prstGeom>
            <a:noFill/>
          </p:spPr>
          <p:txBody>
            <a:bodyPr wrap="square" lIns="0" tIns="0" rIns="0" bIns="0" rtlCol="0" anchor="ctr">
              <a:noAutofit/>
            </a:bodyPr>
            <a:lstStyle/>
            <a:p>
              <a:pPr>
                <a:lnSpc>
                  <a:spcPct val="90000"/>
                </a:lnSpc>
              </a:pPr>
              <a:r>
                <a:rPr lang="en-US" sz="1200" b="1">
                  <a:solidFill>
                    <a:schemeClr val="bg1"/>
                  </a:solidFill>
                </a:rPr>
                <a:t>Placeholder</a:t>
              </a:r>
            </a:p>
          </p:txBody>
        </p:sp>
      </p:grpSp>
      <p:sp>
        <p:nvSpPr>
          <p:cNvPr id="77" name="Oval 76">
            <a:extLst>
              <a:ext uri="{FF2B5EF4-FFF2-40B4-BE49-F238E27FC236}">
                <a16:creationId xmlns:a16="http://schemas.microsoft.com/office/drawing/2014/main" id="{2212A5E4-3934-03EC-437D-E12C46E5EA2D}"/>
              </a:ext>
            </a:extLst>
          </p:cNvPr>
          <p:cNvSpPr/>
          <p:nvPr/>
        </p:nvSpPr>
        <p:spPr>
          <a:xfrm flipH="1">
            <a:off x="3603161" y="3193134"/>
            <a:ext cx="152464" cy="152464"/>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78" name="Rectangle: Rounded Corners 77">
            <a:extLst>
              <a:ext uri="{FF2B5EF4-FFF2-40B4-BE49-F238E27FC236}">
                <a16:creationId xmlns:a16="http://schemas.microsoft.com/office/drawing/2014/main" id="{C1D0925D-BF41-9443-391D-23DFFDC1ECF3}"/>
              </a:ext>
            </a:extLst>
          </p:cNvPr>
          <p:cNvSpPr/>
          <p:nvPr/>
        </p:nvSpPr>
        <p:spPr>
          <a:xfrm flipH="1">
            <a:off x="611029" y="2886521"/>
            <a:ext cx="3080690" cy="765690"/>
          </a:xfrm>
          <a:prstGeom prst="roundRect">
            <a:avLst>
              <a:gd name="adj" fmla="val 11951"/>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79" name="Group 78">
            <a:extLst>
              <a:ext uri="{FF2B5EF4-FFF2-40B4-BE49-F238E27FC236}">
                <a16:creationId xmlns:a16="http://schemas.microsoft.com/office/drawing/2014/main" id="{8ECCEC39-71CF-0AE7-D9C5-052F9711A852}"/>
              </a:ext>
            </a:extLst>
          </p:cNvPr>
          <p:cNvGrpSpPr/>
          <p:nvPr/>
        </p:nvGrpSpPr>
        <p:grpSpPr>
          <a:xfrm flipH="1">
            <a:off x="2947638" y="2960029"/>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84" name="Rectangle: Rounded Corners 83">
              <a:extLst>
                <a:ext uri="{FF2B5EF4-FFF2-40B4-BE49-F238E27FC236}">
                  <a16:creationId xmlns:a16="http://schemas.microsoft.com/office/drawing/2014/main" id="{D9BA925D-37AE-4DB6-491B-AC547166487F}"/>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5" name="Isosceles Triangle 84">
              <a:extLst>
                <a:ext uri="{FF2B5EF4-FFF2-40B4-BE49-F238E27FC236}">
                  <a16:creationId xmlns:a16="http://schemas.microsoft.com/office/drawing/2014/main" id="{13C376E6-A951-E35F-CDC7-3CC7930E3E9A}"/>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80" name="TextBox 79">
            <a:extLst>
              <a:ext uri="{FF2B5EF4-FFF2-40B4-BE49-F238E27FC236}">
                <a16:creationId xmlns:a16="http://schemas.microsoft.com/office/drawing/2014/main" id="{B3BA5095-575A-408C-2E7A-4D36A146074A}"/>
              </a:ext>
            </a:extLst>
          </p:cNvPr>
          <p:cNvSpPr txBox="1"/>
          <p:nvPr/>
        </p:nvSpPr>
        <p:spPr>
          <a:xfrm flipH="1">
            <a:off x="734139" y="3001520"/>
            <a:ext cx="537327" cy="535692"/>
          </a:xfrm>
          <a:prstGeom prst="rect">
            <a:avLst/>
          </a:prstGeom>
          <a:noFill/>
        </p:spPr>
        <p:txBody>
          <a:bodyPr wrap="square" lIns="0" tIns="0" rIns="0" bIns="0" rtlCol="0" anchor="ctr">
            <a:noAutofit/>
          </a:bodyPr>
          <a:lstStyle/>
          <a:p>
            <a:pPr algn="ctr"/>
            <a:r>
              <a:rPr lang="en-US" sz="3200" b="1">
                <a:solidFill>
                  <a:schemeClr val="bg1"/>
                </a:solidFill>
              </a:rPr>
              <a:t>07</a:t>
            </a:r>
            <a:endParaRPr lang="en-IN" sz="3200" b="1">
              <a:solidFill>
                <a:schemeClr val="bg1"/>
              </a:solidFill>
            </a:endParaRPr>
          </a:p>
        </p:txBody>
      </p:sp>
      <p:grpSp>
        <p:nvGrpSpPr>
          <p:cNvPr id="81" name="Group 80">
            <a:extLst>
              <a:ext uri="{FF2B5EF4-FFF2-40B4-BE49-F238E27FC236}">
                <a16:creationId xmlns:a16="http://schemas.microsoft.com/office/drawing/2014/main" id="{C0E23FE2-BA6E-FC73-145A-AE50F94F1337}"/>
              </a:ext>
            </a:extLst>
          </p:cNvPr>
          <p:cNvGrpSpPr/>
          <p:nvPr/>
        </p:nvGrpSpPr>
        <p:grpSpPr>
          <a:xfrm flipH="1">
            <a:off x="1432550" y="3003254"/>
            <a:ext cx="1389258" cy="555076"/>
            <a:chOff x="8570043" y="3190673"/>
            <a:chExt cx="1953464" cy="555076"/>
          </a:xfrm>
        </p:grpSpPr>
        <p:sp>
          <p:nvSpPr>
            <p:cNvPr id="82" name="TextBox 81">
              <a:extLst>
                <a:ext uri="{FF2B5EF4-FFF2-40B4-BE49-F238E27FC236}">
                  <a16:creationId xmlns:a16="http://schemas.microsoft.com/office/drawing/2014/main" id="{9348255D-6CE5-4D17-2C87-7394197990B3}"/>
                </a:ext>
              </a:extLst>
            </p:cNvPr>
            <p:cNvSpPr txBox="1"/>
            <p:nvPr/>
          </p:nvSpPr>
          <p:spPr>
            <a:xfrm>
              <a:off x="8570048" y="3394213"/>
              <a:ext cx="1953459" cy="351536"/>
            </a:xfrm>
            <a:prstGeom prst="rect">
              <a:avLst/>
            </a:prstGeom>
            <a:noFill/>
          </p:spPr>
          <p:txBody>
            <a:bodyPr wrap="square" lIns="0" tIns="0" rIns="0" bIns="0" rtlCol="0" anchor="t">
              <a:noAutofit/>
            </a:bodyPr>
            <a:lstStyle/>
            <a:p>
              <a:pPr>
                <a:lnSpc>
                  <a:spcPct val="90000"/>
                </a:lnSpc>
              </a:pPr>
              <a:r>
                <a:rPr lang="en-US" sz="1100">
                  <a:solidFill>
                    <a:schemeClr val="bg1"/>
                  </a:solidFill>
                </a:rPr>
                <a:t>Insert your desired text here. </a:t>
              </a:r>
              <a:endParaRPr lang="en-US" sz="1100" b="1">
                <a:solidFill>
                  <a:schemeClr val="bg1"/>
                </a:solidFill>
              </a:endParaRPr>
            </a:p>
          </p:txBody>
        </p:sp>
        <p:sp>
          <p:nvSpPr>
            <p:cNvPr id="83" name="TextBox 82">
              <a:extLst>
                <a:ext uri="{FF2B5EF4-FFF2-40B4-BE49-F238E27FC236}">
                  <a16:creationId xmlns:a16="http://schemas.microsoft.com/office/drawing/2014/main" id="{E4E1E848-2363-CCDC-A67D-CE6785D1633A}"/>
                </a:ext>
              </a:extLst>
            </p:cNvPr>
            <p:cNvSpPr txBox="1"/>
            <p:nvPr/>
          </p:nvSpPr>
          <p:spPr>
            <a:xfrm>
              <a:off x="8570043" y="3190673"/>
              <a:ext cx="1953460" cy="165370"/>
            </a:xfrm>
            <a:prstGeom prst="rect">
              <a:avLst/>
            </a:prstGeom>
            <a:noFill/>
          </p:spPr>
          <p:txBody>
            <a:bodyPr wrap="square" lIns="0" tIns="0" rIns="0" bIns="0" rtlCol="0" anchor="ctr">
              <a:noAutofit/>
            </a:bodyPr>
            <a:lstStyle/>
            <a:p>
              <a:pPr>
                <a:lnSpc>
                  <a:spcPct val="90000"/>
                </a:lnSpc>
              </a:pPr>
              <a:r>
                <a:rPr lang="en-US" sz="1200" b="1">
                  <a:solidFill>
                    <a:schemeClr val="bg1"/>
                  </a:solidFill>
                </a:rPr>
                <a:t>Placeholder</a:t>
              </a:r>
            </a:p>
          </p:txBody>
        </p:sp>
      </p:grpSp>
      <p:sp>
        <p:nvSpPr>
          <p:cNvPr id="87" name="Oval 86">
            <a:extLst>
              <a:ext uri="{FF2B5EF4-FFF2-40B4-BE49-F238E27FC236}">
                <a16:creationId xmlns:a16="http://schemas.microsoft.com/office/drawing/2014/main" id="{838C60FF-FD02-174D-6E4B-F7051830E164}"/>
              </a:ext>
            </a:extLst>
          </p:cNvPr>
          <p:cNvSpPr/>
          <p:nvPr/>
        </p:nvSpPr>
        <p:spPr>
          <a:xfrm flipH="1">
            <a:off x="3603161" y="4377672"/>
            <a:ext cx="152464" cy="152464"/>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8" name="Rectangle: Rounded Corners 87">
            <a:extLst>
              <a:ext uri="{FF2B5EF4-FFF2-40B4-BE49-F238E27FC236}">
                <a16:creationId xmlns:a16="http://schemas.microsoft.com/office/drawing/2014/main" id="{69421F08-C7BA-ADEE-BA97-14D4052F6957}"/>
              </a:ext>
            </a:extLst>
          </p:cNvPr>
          <p:cNvSpPr/>
          <p:nvPr/>
        </p:nvSpPr>
        <p:spPr>
          <a:xfrm flipH="1">
            <a:off x="611029" y="4071059"/>
            <a:ext cx="3080690" cy="765690"/>
          </a:xfrm>
          <a:prstGeom prst="roundRect">
            <a:avLst>
              <a:gd name="adj" fmla="val 11951"/>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89" name="Group 88">
            <a:extLst>
              <a:ext uri="{FF2B5EF4-FFF2-40B4-BE49-F238E27FC236}">
                <a16:creationId xmlns:a16="http://schemas.microsoft.com/office/drawing/2014/main" id="{890D849C-81EE-2D96-B27B-A5F1B4D1A21E}"/>
              </a:ext>
            </a:extLst>
          </p:cNvPr>
          <p:cNvGrpSpPr/>
          <p:nvPr/>
        </p:nvGrpSpPr>
        <p:grpSpPr>
          <a:xfrm flipH="1">
            <a:off x="2947638" y="4144567"/>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94" name="Rectangle: Rounded Corners 93">
              <a:extLst>
                <a:ext uri="{FF2B5EF4-FFF2-40B4-BE49-F238E27FC236}">
                  <a16:creationId xmlns:a16="http://schemas.microsoft.com/office/drawing/2014/main" id="{61CB6D4A-8CB6-B6FB-F4EC-6E9B63B9D86C}"/>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95" name="Isosceles Triangle 94">
              <a:extLst>
                <a:ext uri="{FF2B5EF4-FFF2-40B4-BE49-F238E27FC236}">
                  <a16:creationId xmlns:a16="http://schemas.microsoft.com/office/drawing/2014/main" id="{070F3BD8-1844-15A2-7A4D-1B16ACBE847D}"/>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90" name="TextBox 89">
            <a:extLst>
              <a:ext uri="{FF2B5EF4-FFF2-40B4-BE49-F238E27FC236}">
                <a16:creationId xmlns:a16="http://schemas.microsoft.com/office/drawing/2014/main" id="{E66B3338-8075-6F46-42ED-257607E5F117}"/>
              </a:ext>
            </a:extLst>
          </p:cNvPr>
          <p:cNvSpPr txBox="1"/>
          <p:nvPr/>
        </p:nvSpPr>
        <p:spPr>
          <a:xfrm flipH="1">
            <a:off x="734139" y="4186058"/>
            <a:ext cx="537327" cy="535692"/>
          </a:xfrm>
          <a:prstGeom prst="rect">
            <a:avLst/>
          </a:prstGeom>
          <a:noFill/>
        </p:spPr>
        <p:txBody>
          <a:bodyPr wrap="square" lIns="0" tIns="0" rIns="0" bIns="0" rtlCol="0" anchor="ctr">
            <a:noAutofit/>
          </a:bodyPr>
          <a:lstStyle/>
          <a:p>
            <a:pPr algn="ctr"/>
            <a:r>
              <a:rPr lang="en-US" sz="3200" b="1">
                <a:solidFill>
                  <a:schemeClr val="bg1"/>
                </a:solidFill>
              </a:rPr>
              <a:t>06</a:t>
            </a:r>
            <a:endParaRPr lang="en-IN" sz="3200" b="1">
              <a:solidFill>
                <a:schemeClr val="bg1"/>
              </a:solidFill>
            </a:endParaRPr>
          </a:p>
        </p:txBody>
      </p:sp>
      <p:grpSp>
        <p:nvGrpSpPr>
          <p:cNvPr id="91" name="Group 90">
            <a:extLst>
              <a:ext uri="{FF2B5EF4-FFF2-40B4-BE49-F238E27FC236}">
                <a16:creationId xmlns:a16="http://schemas.microsoft.com/office/drawing/2014/main" id="{E5A1E10F-E33D-18BA-4DAC-31EFDA286B87}"/>
              </a:ext>
            </a:extLst>
          </p:cNvPr>
          <p:cNvGrpSpPr/>
          <p:nvPr/>
        </p:nvGrpSpPr>
        <p:grpSpPr>
          <a:xfrm flipH="1">
            <a:off x="1432550" y="4187792"/>
            <a:ext cx="1389258" cy="555076"/>
            <a:chOff x="8570043" y="3190673"/>
            <a:chExt cx="1953464" cy="555076"/>
          </a:xfrm>
        </p:grpSpPr>
        <p:sp>
          <p:nvSpPr>
            <p:cNvPr id="92" name="TextBox 91">
              <a:extLst>
                <a:ext uri="{FF2B5EF4-FFF2-40B4-BE49-F238E27FC236}">
                  <a16:creationId xmlns:a16="http://schemas.microsoft.com/office/drawing/2014/main" id="{761422F4-AECF-1618-D1C4-695434AD0DC2}"/>
                </a:ext>
              </a:extLst>
            </p:cNvPr>
            <p:cNvSpPr txBox="1"/>
            <p:nvPr/>
          </p:nvSpPr>
          <p:spPr>
            <a:xfrm>
              <a:off x="8570048" y="3394213"/>
              <a:ext cx="1953459" cy="351536"/>
            </a:xfrm>
            <a:prstGeom prst="rect">
              <a:avLst/>
            </a:prstGeom>
            <a:noFill/>
          </p:spPr>
          <p:txBody>
            <a:bodyPr wrap="square" lIns="0" tIns="0" rIns="0" bIns="0" rtlCol="0" anchor="t">
              <a:noAutofit/>
            </a:bodyPr>
            <a:lstStyle/>
            <a:p>
              <a:pPr>
                <a:lnSpc>
                  <a:spcPct val="90000"/>
                </a:lnSpc>
              </a:pPr>
              <a:r>
                <a:rPr lang="en-US" sz="1100">
                  <a:solidFill>
                    <a:schemeClr val="bg1"/>
                  </a:solidFill>
                </a:rPr>
                <a:t>Insert your desired text here. </a:t>
              </a:r>
              <a:endParaRPr lang="en-US" sz="1100" b="1">
                <a:solidFill>
                  <a:schemeClr val="bg1"/>
                </a:solidFill>
              </a:endParaRPr>
            </a:p>
          </p:txBody>
        </p:sp>
        <p:sp>
          <p:nvSpPr>
            <p:cNvPr id="93" name="TextBox 92">
              <a:extLst>
                <a:ext uri="{FF2B5EF4-FFF2-40B4-BE49-F238E27FC236}">
                  <a16:creationId xmlns:a16="http://schemas.microsoft.com/office/drawing/2014/main" id="{BA1E70BC-6693-744F-6BD3-0FE68357DE01}"/>
                </a:ext>
              </a:extLst>
            </p:cNvPr>
            <p:cNvSpPr txBox="1"/>
            <p:nvPr/>
          </p:nvSpPr>
          <p:spPr>
            <a:xfrm>
              <a:off x="8570043" y="3190673"/>
              <a:ext cx="1953460" cy="165370"/>
            </a:xfrm>
            <a:prstGeom prst="rect">
              <a:avLst/>
            </a:prstGeom>
            <a:noFill/>
          </p:spPr>
          <p:txBody>
            <a:bodyPr wrap="square" lIns="0" tIns="0" rIns="0" bIns="0" rtlCol="0" anchor="ctr">
              <a:noAutofit/>
            </a:bodyPr>
            <a:lstStyle/>
            <a:p>
              <a:pPr>
                <a:lnSpc>
                  <a:spcPct val="90000"/>
                </a:lnSpc>
              </a:pPr>
              <a:r>
                <a:rPr lang="en-US" sz="1200" b="1">
                  <a:solidFill>
                    <a:schemeClr val="bg1"/>
                  </a:solidFill>
                </a:rPr>
                <a:t>Placeholder</a:t>
              </a:r>
            </a:p>
          </p:txBody>
        </p:sp>
      </p:grpSp>
      <p:sp>
        <p:nvSpPr>
          <p:cNvPr id="98" name="TextBox 97">
            <a:extLst>
              <a:ext uri="{FF2B5EF4-FFF2-40B4-BE49-F238E27FC236}">
                <a16:creationId xmlns:a16="http://schemas.microsoft.com/office/drawing/2014/main" id="{34ECBF0E-B254-3128-CDC2-F69AFE356D71}"/>
              </a:ext>
            </a:extLst>
          </p:cNvPr>
          <p:cNvSpPr txBox="1"/>
          <p:nvPr/>
        </p:nvSpPr>
        <p:spPr>
          <a:xfrm>
            <a:off x="5140683" y="3392088"/>
            <a:ext cx="1910634" cy="923330"/>
          </a:xfrm>
          <a:prstGeom prst="rect">
            <a:avLst/>
          </a:prstGeom>
          <a:noFill/>
        </p:spPr>
        <p:txBody>
          <a:bodyPr wrap="square" rtlCol="0" anchor="ctr">
            <a:spAutoFit/>
          </a:bodyPr>
          <a:lstStyle/>
          <a:p>
            <a:pPr algn="ctr"/>
            <a:r>
              <a:rPr lang="en-IN" b="1"/>
              <a:t>CIRCULAR INFOGRAPHIC</a:t>
            </a:r>
          </a:p>
          <a:p>
            <a:pPr algn="ctr"/>
            <a:r>
              <a:rPr lang="en-IN" b="1"/>
              <a:t>TEMPLATE</a:t>
            </a:r>
          </a:p>
        </p:txBody>
      </p:sp>
      <p:sp>
        <p:nvSpPr>
          <p:cNvPr id="99" name="Arc 98">
            <a:extLst>
              <a:ext uri="{FF2B5EF4-FFF2-40B4-BE49-F238E27FC236}">
                <a16:creationId xmlns:a16="http://schemas.microsoft.com/office/drawing/2014/main" id="{43C47096-D3A8-F7C9-A1D2-994B767B4AD4}"/>
              </a:ext>
            </a:extLst>
          </p:cNvPr>
          <p:cNvSpPr/>
          <p:nvPr/>
        </p:nvSpPr>
        <p:spPr>
          <a:xfrm>
            <a:off x="6733693" y="2082196"/>
            <a:ext cx="1470675" cy="1470675"/>
          </a:xfrm>
          <a:prstGeom prst="arc">
            <a:avLst>
              <a:gd name="adj1" fmla="val 12172208"/>
              <a:gd name="adj2" fmla="val 16334438"/>
            </a:avLst>
          </a:prstGeom>
          <a:ln w="254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100" name="Arc 99">
            <a:extLst>
              <a:ext uri="{FF2B5EF4-FFF2-40B4-BE49-F238E27FC236}">
                <a16:creationId xmlns:a16="http://schemas.microsoft.com/office/drawing/2014/main" id="{A668B98E-2FB6-D2C3-0BB6-E6E1CFFCB10D}"/>
              </a:ext>
            </a:extLst>
          </p:cNvPr>
          <p:cNvSpPr/>
          <p:nvPr/>
        </p:nvSpPr>
        <p:spPr>
          <a:xfrm rot="16200000">
            <a:off x="6733693" y="4162788"/>
            <a:ext cx="1470675" cy="1470675"/>
          </a:xfrm>
          <a:prstGeom prst="arc">
            <a:avLst>
              <a:gd name="adj1" fmla="val 10535612"/>
              <a:gd name="adj2" fmla="val 14878687"/>
            </a:avLst>
          </a:prstGeom>
          <a:ln w="254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111" name="Freeform: Shape 110">
            <a:extLst>
              <a:ext uri="{FF2B5EF4-FFF2-40B4-BE49-F238E27FC236}">
                <a16:creationId xmlns:a16="http://schemas.microsoft.com/office/drawing/2014/main" id="{5589483F-5718-4052-83E2-D83875C0AC68}"/>
              </a:ext>
            </a:extLst>
          </p:cNvPr>
          <p:cNvSpPr/>
          <p:nvPr/>
        </p:nvSpPr>
        <p:spPr>
          <a:xfrm>
            <a:off x="7440775" y="3257150"/>
            <a:ext cx="882693" cy="91371"/>
          </a:xfrm>
          <a:custGeom>
            <a:avLst/>
            <a:gdLst>
              <a:gd name="connsiteX0" fmla="*/ 680610 w 3242571"/>
              <a:gd name="connsiteY0" fmla="*/ 0 h 335651"/>
              <a:gd name="connsiteX1" fmla="*/ 3242571 w 3242571"/>
              <a:gd name="connsiteY1" fmla="*/ 0 h 335651"/>
              <a:gd name="connsiteX2" fmla="*/ 3242571 w 3242571"/>
              <a:gd name="connsiteY2" fmla="*/ 335651 h 335651"/>
              <a:gd name="connsiteX3" fmla="*/ 0 w 3242571"/>
              <a:gd name="connsiteY3" fmla="*/ 335651 h 335651"/>
              <a:gd name="connsiteX4" fmla="*/ 67351 w 3242571"/>
              <a:gd name="connsiteY4" fmla="*/ 254021 h 335651"/>
              <a:gd name="connsiteX5" fmla="*/ 680610 w 3242571"/>
              <a:gd name="connsiteY5" fmla="*/ 0 h 335651"/>
              <a:gd name="connsiteX0" fmla="*/ 3242571 w 3528614"/>
              <a:gd name="connsiteY0" fmla="*/ 335651 h 621695"/>
              <a:gd name="connsiteX1" fmla="*/ 0 w 3528614"/>
              <a:gd name="connsiteY1" fmla="*/ 335651 h 621695"/>
              <a:gd name="connsiteX2" fmla="*/ 67351 w 3528614"/>
              <a:gd name="connsiteY2" fmla="*/ 254021 h 621695"/>
              <a:gd name="connsiteX3" fmla="*/ 680610 w 3528614"/>
              <a:gd name="connsiteY3" fmla="*/ 0 h 621695"/>
              <a:gd name="connsiteX4" fmla="*/ 3242571 w 3528614"/>
              <a:gd name="connsiteY4" fmla="*/ 0 h 621695"/>
              <a:gd name="connsiteX5" fmla="*/ 3528614 w 3528614"/>
              <a:gd name="connsiteY5" fmla="*/ 621695 h 621695"/>
              <a:gd name="connsiteX0" fmla="*/ 0 w 3528614"/>
              <a:gd name="connsiteY0" fmla="*/ 335651 h 621695"/>
              <a:gd name="connsiteX1" fmla="*/ 67351 w 3528614"/>
              <a:gd name="connsiteY1" fmla="*/ 254021 h 621695"/>
              <a:gd name="connsiteX2" fmla="*/ 680610 w 3528614"/>
              <a:gd name="connsiteY2" fmla="*/ 0 h 621695"/>
              <a:gd name="connsiteX3" fmla="*/ 3242571 w 3528614"/>
              <a:gd name="connsiteY3" fmla="*/ 0 h 621695"/>
              <a:gd name="connsiteX4" fmla="*/ 3528614 w 3528614"/>
              <a:gd name="connsiteY4" fmla="*/ 621695 h 621695"/>
              <a:gd name="connsiteX0" fmla="*/ 0 w 3242571"/>
              <a:gd name="connsiteY0" fmla="*/ 335651 h 335651"/>
              <a:gd name="connsiteX1" fmla="*/ 67351 w 3242571"/>
              <a:gd name="connsiteY1" fmla="*/ 254021 h 335651"/>
              <a:gd name="connsiteX2" fmla="*/ 680610 w 3242571"/>
              <a:gd name="connsiteY2" fmla="*/ 0 h 335651"/>
              <a:gd name="connsiteX3" fmla="*/ 3242571 w 3242571"/>
              <a:gd name="connsiteY3" fmla="*/ 0 h 335651"/>
            </a:gdLst>
            <a:ahLst/>
            <a:cxnLst>
              <a:cxn ang="0">
                <a:pos x="connsiteX0" y="connsiteY0"/>
              </a:cxn>
              <a:cxn ang="0">
                <a:pos x="connsiteX1" y="connsiteY1"/>
              </a:cxn>
              <a:cxn ang="0">
                <a:pos x="connsiteX2" y="connsiteY2"/>
              </a:cxn>
              <a:cxn ang="0">
                <a:pos x="connsiteX3" y="connsiteY3"/>
              </a:cxn>
            </a:cxnLst>
            <a:rect l="l" t="t" r="r" b="b"/>
            <a:pathLst>
              <a:path w="3242571" h="335651">
                <a:moveTo>
                  <a:pt x="0" y="335651"/>
                </a:moveTo>
                <a:lnTo>
                  <a:pt x="67351" y="254021"/>
                </a:lnTo>
                <a:cubicBezTo>
                  <a:pt x="224298" y="97074"/>
                  <a:pt x="441118" y="0"/>
                  <a:pt x="680610" y="0"/>
                </a:cubicBezTo>
                <a:lnTo>
                  <a:pt x="3242571" y="0"/>
                </a:lnTo>
              </a:path>
            </a:pathLst>
          </a:cu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112" name="Freeform: Shape 111">
            <a:extLst>
              <a:ext uri="{FF2B5EF4-FFF2-40B4-BE49-F238E27FC236}">
                <a16:creationId xmlns:a16="http://schemas.microsoft.com/office/drawing/2014/main" id="{9E546E22-2DC9-D83E-046B-FC1423768986}"/>
              </a:ext>
            </a:extLst>
          </p:cNvPr>
          <p:cNvSpPr/>
          <p:nvPr/>
        </p:nvSpPr>
        <p:spPr>
          <a:xfrm flipV="1">
            <a:off x="7440775" y="4348533"/>
            <a:ext cx="882693" cy="91371"/>
          </a:xfrm>
          <a:custGeom>
            <a:avLst/>
            <a:gdLst>
              <a:gd name="connsiteX0" fmla="*/ 680610 w 3242571"/>
              <a:gd name="connsiteY0" fmla="*/ 0 h 335651"/>
              <a:gd name="connsiteX1" fmla="*/ 3242571 w 3242571"/>
              <a:gd name="connsiteY1" fmla="*/ 0 h 335651"/>
              <a:gd name="connsiteX2" fmla="*/ 3242571 w 3242571"/>
              <a:gd name="connsiteY2" fmla="*/ 335651 h 335651"/>
              <a:gd name="connsiteX3" fmla="*/ 0 w 3242571"/>
              <a:gd name="connsiteY3" fmla="*/ 335651 h 335651"/>
              <a:gd name="connsiteX4" fmla="*/ 67351 w 3242571"/>
              <a:gd name="connsiteY4" fmla="*/ 254021 h 335651"/>
              <a:gd name="connsiteX5" fmla="*/ 680610 w 3242571"/>
              <a:gd name="connsiteY5" fmla="*/ 0 h 335651"/>
              <a:gd name="connsiteX0" fmla="*/ 3242571 w 3528614"/>
              <a:gd name="connsiteY0" fmla="*/ 335651 h 621695"/>
              <a:gd name="connsiteX1" fmla="*/ 0 w 3528614"/>
              <a:gd name="connsiteY1" fmla="*/ 335651 h 621695"/>
              <a:gd name="connsiteX2" fmla="*/ 67351 w 3528614"/>
              <a:gd name="connsiteY2" fmla="*/ 254021 h 621695"/>
              <a:gd name="connsiteX3" fmla="*/ 680610 w 3528614"/>
              <a:gd name="connsiteY3" fmla="*/ 0 h 621695"/>
              <a:gd name="connsiteX4" fmla="*/ 3242571 w 3528614"/>
              <a:gd name="connsiteY4" fmla="*/ 0 h 621695"/>
              <a:gd name="connsiteX5" fmla="*/ 3528614 w 3528614"/>
              <a:gd name="connsiteY5" fmla="*/ 621695 h 621695"/>
              <a:gd name="connsiteX0" fmla="*/ 0 w 3528614"/>
              <a:gd name="connsiteY0" fmla="*/ 335651 h 621695"/>
              <a:gd name="connsiteX1" fmla="*/ 67351 w 3528614"/>
              <a:gd name="connsiteY1" fmla="*/ 254021 h 621695"/>
              <a:gd name="connsiteX2" fmla="*/ 680610 w 3528614"/>
              <a:gd name="connsiteY2" fmla="*/ 0 h 621695"/>
              <a:gd name="connsiteX3" fmla="*/ 3242571 w 3528614"/>
              <a:gd name="connsiteY3" fmla="*/ 0 h 621695"/>
              <a:gd name="connsiteX4" fmla="*/ 3528614 w 3528614"/>
              <a:gd name="connsiteY4" fmla="*/ 621695 h 621695"/>
              <a:gd name="connsiteX0" fmla="*/ 0 w 3242571"/>
              <a:gd name="connsiteY0" fmla="*/ 335651 h 335651"/>
              <a:gd name="connsiteX1" fmla="*/ 67351 w 3242571"/>
              <a:gd name="connsiteY1" fmla="*/ 254021 h 335651"/>
              <a:gd name="connsiteX2" fmla="*/ 680610 w 3242571"/>
              <a:gd name="connsiteY2" fmla="*/ 0 h 335651"/>
              <a:gd name="connsiteX3" fmla="*/ 3242571 w 3242571"/>
              <a:gd name="connsiteY3" fmla="*/ 0 h 335651"/>
            </a:gdLst>
            <a:ahLst/>
            <a:cxnLst>
              <a:cxn ang="0">
                <a:pos x="connsiteX0" y="connsiteY0"/>
              </a:cxn>
              <a:cxn ang="0">
                <a:pos x="connsiteX1" y="connsiteY1"/>
              </a:cxn>
              <a:cxn ang="0">
                <a:pos x="connsiteX2" y="connsiteY2"/>
              </a:cxn>
              <a:cxn ang="0">
                <a:pos x="connsiteX3" y="connsiteY3"/>
              </a:cxn>
            </a:cxnLst>
            <a:rect l="l" t="t" r="r" b="b"/>
            <a:pathLst>
              <a:path w="3242571" h="335651">
                <a:moveTo>
                  <a:pt x="0" y="335651"/>
                </a:moveTo>
                <a:lnTo>
                  <a:pt x="67351" y="254021"/>
                </a:lnTo>
                <a:cubicBezTo>
                  <a:pt x="224298" y="97074"/>
                  <a:pt x="441118" y="0"/>
                  <a:pt x="680610" y="0"/>
                </a:cubicBezTo>
                <a:lnTo>
                  <a:pt x="3242571" y="0"/>
                </a:lnTo>
              </a:path>
            </a:pathLst>
          </a:cu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115" name="Arc 114">
            <a:extLst>
              <a:ext uri="{FF2B5EF4-FFF2-40B4-BE49-F238E27FC236}">
                <a16:creationId xmlns:a16="http://schemas.microsoft.com/office/drawing/2014/main" id="{6852932F-34B2-AABA-D6D0-8412958DBEB0}"/>
              </a:ext>
            </a:extLst>
          </p:cNvPr>
          <p:cNvSpPr/>
          <p:nvPr/>
        </p:nvSpPr>
        <p:spPr>
          <a:xfrm flipH="1">
            <a:off x="3986037" y="2082196"/>
            <a:ext cx="1470675" cy="1470675"/>
          </a:xfrm>
          <a:prstGeom prst="arc">
            <a:avLst>
              <a:gd name="adj1" fmla="val 12172208"/>
              <a:gd name="adj2" fmla="val 16334438"/>
            </a:avLst>
          </a:prstGeom>
          <a:ln w="254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116" name="Arc 115">
            <a:extLst>
              <a:ext uri="{FF2B5EF4-FFF2-40B4-BE49-F238E27FC236}">
                <a16:creationId xmlns:a16="http://schemas.microsoft.com/office/drawing/2014/main" id="{C75EE02F-D74A-EC5E-137A-DE39B1ED0A78}"/>
              </a:ext>
            </a:extLst>
          </p:cNvPr>
          <p:cNvSpPr/>
          <p:nvPr/>
        </p:nvSpPr>
        <p:spPr>
          <a:xfrm rot="5400000" flipH="1">
            <a:off x="3986037" y="4162788"/>
            <a:ext cx="1470675" cy="1470675"/>
          </a:xfrm>
          <a:prstGeom prst="arc">
            <a:avLst>
              <a:gd name="adj1" fmla="val 10535612"/>
              <a:gd name="adj2" fmla="val 14878687"/>
            </a:avLst>
          </a:prstGeom>
          <a:ln w="2540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117" name="Freeform: Shape 116">
            <a:extLst>
              <a:ext uri="{FF2B5EF4-FFF2-40B4-BE49-F238E27FC236}">
                <a16:creationId xmlns:a16="http://schemas.microsoft.com/office/drawing/2014/main" id="{06614E60-A5A6-5751-E914-F996ED8BE836}"/>
              </a:ext>
            </a:extLst>
          </p:cNvPr>
          <p:cNvSpPr/>
          <p:nvPr/>
        </p:nvSpPr>
        <p:spPr>
          <a:xfrm flipH="1">
            <a:off x="3866937" y="3257150"/>
            <a:ext cx="882693" cy="91371"/>
          </a:xfrm>
          <a:custGeom>
            <a:avLst/>
            <a:gdLst>
              <a:gd name="connsiteX0" fmla="*/ 680610 w 3242571"/>
              <a:gd name="connsiteY0" fmla="*/ 0 h 335651"/>
              <a:gd name="connsiteX1" fmla="*/ 3242571 w 3242571"/>
              <a:gd name="connsiteY1" fmla="*/ 0 h 335651"/>
              <a:gd name="connsiteX2" fmla="*/ 3242571 w 3242571"/>
              <a:gd name="connsiteY2" fmla="*/ 335651 h 335651"/>
              <a:gd name="connsiteX3" fmla="*/ 0 w 3242571"/>
              <a:gd name="connsiteY3" fmla="*/ 335651 h 335651"/>
              <a:gd name="connsiteX4" fmla="*/ 67351 w 3242571"/>
              <a:gd name="connsiteY4" fmla="*/ 254021 h 335651"/>
              <a:gd name="connsiteX5" fmla="*/ 680610 w 3242571"/>
              <a:gd name="connsiteY5" fmla="*/ 0 h 335651"/>
              <a:gd name="connsiteX0" fmla="*/ 3242571 w 3528614"/>
              <a:gd name="connsiteY0" fmla="*/ 335651 h 621695"/>
              <a:gd name="connsiteX1" fmla="*/ 0 w 3528614"/>
              <a:gd name="connsiteY1" fmla="*/ 335651 h 621695"/>
              <a:gd name="connsiteX2" fmla="*/ 67351 w 3528614"/>
              <a:gd name="connsiteY2" fmla="*/ 254021 h 621695"/>
              <a:gd name="connsiteX3" fmla="*/ 680610 w 3528614"/>
              <a:gd name="connsiteY3" fmla="*/ 0 h 621695"/>
              <a:gd name="connsiteX4" fmla="*/ 3242571 w 3528614"/>
              <a:gd name="connsiteY4" fmla="*/ 0 h 621695"/>
              <a:gd name="connsiteX5" fmla="*/ 3528614 w 3528614"/>
              <a:gd name="connsiteY5" fmla="*/ 621695 h 621695"/>
              <a:gd name="connsiteX0" fmla="*/ 0 w 3528614"/>
              <a:gd name="connsiteY0" fmla="*/ 335651 h 621695"/>
              <a:gd name="connsiteX1" fmla="*/ 67351 w 3528614"/>
              <a:gd name="connsiteY1" fmla="*/ 254021 h 621695"/>
              <a:gd name="connsiteX2" fmla="*/ 680610 w 3528614"/>
              <a:gd name="connsiteY2" fmla="*/ 0 h 621695"/>
              <a:gd name="connsiteX3" fmla="*/ 3242571 w 3528614"/>
              <a:gd name="connsiteY3" fmla="*/ 0 h 621695"/>
              <a:gd name="connsiteX4" fmla="*/ 3528614 w 3528614"/>
              <a:gd name="connsiteY4" fmla="*/ 621695 h 621695"/>
              <a:gd name="connsiteX0" fmla="*/ 0 w 3242571"/>
              <a:gd name="connsiteY0" fmla="*/ 335651 h 335651"/>
              <a:gd name="connsiteX1" fmla="*/ 67351 w 3242571"/>
              <a:gd name="connsiteY1" fmla="*/ 254021 h 335651"/>
              <a:gd name="connsiteX2" fmla="*/ 680610 w 3242571"/>
              <a:gd name="connsiteY2" fmla="*/ 0 h 335651"/>
              <a:gd name="connsiteX3" fmla="*/ 3242571 w 3242571"/>
              <a:gd name="connsiteY3" fmla="*/ 0 h 335651"/>
            </a:gdLst>
            <a:ahLst/>
            <a:cxnLst>
              <a:cxn ang="0">
                <a:pos x="connsiteX0" y="connsiteY0"/>
              </a:cxn>
              <a:cxn ang="0">
                <a:pos x="connsiteX1" y="connsiteY1"/>
              </a:cxn>
              <a:cxn ang="0">
                <a:pos x="connsiteX2" y="connsiteY2"/>
              </a:cxn>
              <a:cxn ang="0">
                <a:pos x="connsiteX3" y="connsiteY3"/>
              </a:cxn>
            </a:cxnLst>
            <a:rect l="l" t="t" r="r" b="b"/>
            <a:pathLst>
              <a:path w="3242571" h="335651">
                <a:moveTo>
                  <a:pt x="0" y="335651"/>
                </a:moveTo>
                <a:lnTo>
                  <a:pt x="67351" y="254021"/>
                </a:lnTo>
                <a:cubicBezTo>
                  <a:pt x="224298" y="97074"/>
                  <a:pt x="441118" y="0"/>
                  <a:pt x="680610" y="0"/>
                </a:cubicBezTo>
                <a:lnTo>
                  <a:pt x="3242571" y="0"/>
                </a:lnTo>
              </a:path>
            </a:pathLst>
          </a:cu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118" name="Freeform: Shape 117">
            <a:extLst>
              <a:ext uri="{FF2B5EF4-FFF2-40B4-BE49-F238E27FC236}">
                <a16:creationId xmlns:a16="http://schemas.microsoft.com/office/drawing/2014/main" id="{98995425-4585-4B24-AACC-F4D5DF81DF9F}"/>
              </a:ext>
            </a:extLst>
          </p:cNvPr>
          <p:cNvSpPr/>
          <p:nvPr/>
        </p:nvSpPr>
        <p:spPr>
          <a:xfrm flipH="1" flipV="1">
            <a:off x="3866937" y="4348533"/>
            <a:ext cx="882693" cy="91371"/>
          </a:xfrm>
          <a:custGeom>
            <a:avLst/>
            <a:gdLst>
              <a:gd name="connsiteX0" fmla="*/ 680610 w 3242571"/>
              <a:gd name="connsiteY0" fmla="*/ 0 h 335651"/>
              <a:gd name="connsiteX1" fmla="*/ 3242571 w 3242571"/>
              <a:gd name="connsiteY1" fmla="*/ 0 h 335651"/>
              <a:gd name="connsiteX2" fmla="*/ 3242571 w 3242571"/>
              <a:gd name="connsiteY2" fmla="*/ 335651 h 335651"/>
              <a:gd name="connsiteX3" fmla="*/ 0 w 3242571"/>
              <a:gd name="connsiteY3" fmla="*/ 335651 h 335651"/>
              <a:gd name="connsiteX4" fmla="*/ 67351 w 3242571"/>
              <a:gd name="connsiteY4" fmla="*/ 254021 h 335651"/>
              <a:gd name="connsiteX5" fmla="*/ 680610 w 3242571"/>
              <a:gd name="connsiteY5" fmla="*/ 0 h 335651"/>
              <a:gd name="connsiteX0" fmla="*/ 3242571 w 3528614"/>
              <a:gd name="connsiteY0" fmla="*/ 335651 h 621695"/>
              <a:gd name="connsiteX1" fmla="*/ 0 w 3528614"/>
              <a:gd name="connsiteY1" fmla="*/ 335651 h 621695"/>
              <a:gd name="connsiteX2" fmla="*/ 67351 w 3528614"/>
              <a:gd name="connsiteY2" fmla="*/ 254021 h 621695"/>
              <a:gd name="connsiteX3" fmla="*/ 680610 w 3528614"/>
              <a:gd name="connsiteY3" fmla="*/ 0 h 621695"/>
              <a:gd name="connsiteX4" fmla="*/ 3242571 w 3528614"/>
              <a:gd name="connsiteY4" fmla="*/ 0 h 621695"/>
              <a:gd name="connsiteX5" fmla="*/ 3528614 w 3528614"/>
              <a:gd name="connsiteY5" fmla="*/ 621695 h 621695"/>
              <a:gd name="connsiteX0" fmla="*/ 0 w 3528614"/>
              <a:gd name="connsiteY0" fmla="*/ 335651 h 621695"/>
              <a:gd name="connsiteX1" fmla="*/ 67351 w 3528614"/>
              <a:gd name="connsiteY1" fmla="*/ 254021 h 621695"/>
              <a:gd name="connsiteX2" fmla="*/ 680610 w 3528614"/>
              <a:gd name="connsiteY2" fmla="*/ 0 h 621695"/>
              <a:gd name="connsiteX3" fmla="*/ 3242571 w 3528614"/>
              <a:gd name="connsiteY3" fmla="*/ 0 h 621695"/>
              <a:gd name="connsiteX4" fmla="*/ 3528614 w 3528614"/>
              <a:gd name="connsiteY4" fmla="*/ 621695 h 621695"/>
              <a:gd name="connsiteX0" fmla="*/ 0 w 3242571"/>
              <a:gd name="connsiteY0" fmla="*/ 335651 h 335651"/>
              <a:gd name="connsiteX1" fmla="*/ 67351 w 3242571"/>
              <a:gd name="connsiteY1" fmla="*/ 254021 h 335651"/>
              <a:gd name="connsiteX2" fmla="*/ 680610 w 3242571"/>
              <a:gd name="connsiteY2" fmla="*/ 0 h 335651"/>
              <a:gd name="connsiteX3" fmla="*/ 3242571 w 3242571"/>
              <a:gd name="connsiteY3" fmla="*/ 0 h 335651"/>
            </a:gdLst>
            <a:ahLst/>
            <a:cxnLst>
              <a:cxn ang="0">
                <a:pos x="connsiteX0" y="connsiteY0"/>
              </a:cxn>
              <a:cxn ang="0">
                <a:pos x="connsiteX1" y="connsiteY1"/>
              </a:cxn>
              <a:cxn ang="0">
                <a:pos x="connsiteX2" y="connsiteY2"/>
              </a:cxn>
              <a:cxn ang="0">
                <a:pos x="connsiteX3" y="connsiteY3"/>
              </a:cxn>
            </a:cxnLst>
            <a:rect l="l" t="t" r="r" b="b"/>
            <a:pathLst>
              <a:path w="3242571" h="335651">
                <a:moveTo>
                  <a:pt x="0" y="335651"/>
                </a:moveTo>
                <a:lnTo>
                  <a:pt x="67351" y="254021"/>
                </a:lnTo>
                <a:cubicBezTo>
                  <a:pt x="224298" y="97074"/>
                  <a:pt x="441118" y="0"/>
                  <a:pt x="680610" y="0"/>
                </a:cubicBezTo>
                <a:lnTo>
                  <a:pt x="3242571" y="0"/>
                </a:lnTo>
              </a:path>
            </a:pathLst>
          </a:custGeom>
          <a:noFill/>
          <a:ln>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pic>
        <p:nvPicPr>
          <p:cNvPr id="122" name="Graphic 121" descr="Office Chair with solid fill">
            <a:extLst>
              <a:ext uri="{FF2B5EF4-FFF2-40B4-BE49-F238E27FC236}">
                <a16:creationId xmlns:a16="http://schemas.microsoft.com/office/drawing/2014/main" id="{1DA302DD-D0B8-33F1-6823-7CD68928EBA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691297" y="4271039"/>
            <a:ext cx="379619" cy="379619"/>
          </a:xfrm>
          <a:prstGeom prst="rect">
            <a:avLst/>
          </a:prstGeom>
        </p:spPr>
      </p:pic>
      <p:pic>
        <p:nvPicPr>
          <p:cNvPr id="124" name="Graphic 123" descr="Users with solid fill">
            <a:extLst>
              <a:ext uri="{FF2B5EF4-FFF2-40B4-BE49-F238E27FC236}">
                <a16:creationId xmlns:a16="http://schemas.microsoft.com/office/drawing/2014/main" id="{D7D15A9A-32CB-EDC5-5401-E47A61E1DA6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684068" y="3077070"/>
            <a:ext cx="379619" cy="379619"/>
          </a:xfrm>
          <a:prstGeom prst="rect">
            <a:avLst/>
          </a:prstGeom>
        </p:spPr>
      </p:pic>
      <p:grpSp>
        <p:nvGrpSpPr>
          <p:cNvPr id="139" name="Group 138">
            <a:extLst>
              <a:ext uri="{FF2B5EF4-FFF2-40B4-BE49-F238E27FC236}">
                <a16:creationId xmlns:a16="http://schemas.microsoft.com/office/drawing/2014/main" id="{8854DD0F-A23B-C852-DE46-14849F785D46}"/>
              </a:ext>
            </a:extLst>
          </p:cNvPr>
          <p:cNvGrpSpPr/>
          <p:nvPr/>
        </p:nvGrpSpPr>
        <p:grpSpPr>
          <a:xfrm>
            <a:off x="7649883" y="1701983"/>
            <a:ext cx="3144596" cy="765690"/>
            <a:chOff x="7648295" y="1701983"/>
            <a:chExt cx="3144596" cy="765690"/>
          </a:xfrm>
        </p:grpSpPr>
        <p:sp>
          <p:nvSpPr>
            <p:cNvPr id="22" name="Oval 21">
              <a:extLst>
                <a:ext uri="{FF2B5EF4-FFF2-40B4-BE49-F238E27FC236}">
                  <a16:creationId xmlns:a16="http://schemas.microsoft.com/office/drawing/2014/main" id="{A25943C7-08F0-8612-7D33-7668D2ED67F9}"/>
                </a:ext>
              </a:extLst>
            </p:cNvPr>
            <p:cNvSpPr/>
            <p:nvPr/>
          </p:nvSpPr>
          <p:spPr>
            <a:xfrm>
              <a:off x="7648295" y="2008596"/>
              <a:ext cx="152464" cy="152464"/>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 name="Rectangle: Rounded Corners 14">
              <a:extLst>
                <a:ext uri="{FF2B5EF4-FFF2-40B4-BE49-F238E27FC236}">
                  <a16:creationId xmlns:a16="http://schemas.microsoft.com/office/drawing/2014/main" id="{727DA6AB-0876-36FD-3BA7-43B81851FA3A}"/>
                </a:ext>
              </a:extLst>
            </p:cNvPr>
            <p:cNvSpPr/>
            <p:nvPr/>
          </p:nvSpPr>
          <p:spPr>
            <a:xfrm>
              <a:off x="7712201" y="1701983"/>
              <a:ext cx="3080690" cy="765690"/>
            </a:xfrm>
            <a:prstGeom prst="roundRect">
              <a:avLst>
                <a:gd name="adj" fmla="val 11951"/>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18" name="Group 17">
              <a:extLst>
                <a:ext uri="{FF2B5EF4-FFF2-40B4-BE49-F238E27FC236}">
                  <a16:creationId xmlns:a16="http://schemas.microsoft.com/office/drawing/2014/main" id="{75B5A67F-988E-6F4E-F31C-BE1ECFB73F75}"/>
                </a:ext>
              </a:extLst>
            </p:cNvPr>
            <p:cNvGrpSpPr/>
            <p:nvPr/>
          </p:nvGrpSpPr>
          <p:grpSpPr>
            <a:xfrm>
              <a:off x="7801184" y="1775490"/>
              <a:ext cx="655098" cy="618677"/>
              <a:chOff x="7779858" y="1681178"/>
              <a:chExt cx="670176" cy="632917"/>
            </a:xfrm>
            <a:gradFill>
              <a:gsLst>
                <a:gs pos="0">
                  <a:schemeClr val="bg1"/>
                </a:gs>
                <a:gs pos="100000">
                  <a:schemeClr val="bg1">
                    <a:lumMod val="95000"/>
                  </a:schemeClr>
                </a:gs>
              </a:gsLst>
              <a:lin ang="8100000" scaled="1"/>
            </a:gradFill>
            <a:effectLst>
              <a:outerShdw blurRad="165100" dist="38100" algn="l" rotWithShape="0">
                <a:prstClr val="black">
                  <a:alpha val="23000"/>
                </a:prstClr>
              </a:outerShdw>
            </a:effectLst>
          </p:grpSpPr>
          <p:sp>
            <p:nvSpPr>
              <p:cNvPr id="16" name="Rectangle: Rounded Corners 15">
                <a:extLst>
                  <a:ext uri="{FF2B5EF4-FFF2-40B4-BE49-F238E27FC236}">
                    <a16:creationId xmlns:a16="http://schemas.microsoft.com/office/drawing/2014/main" id="{C5311477-1504-CCAA-3D76-DF9A38654A42}"/>
                  </a:ext>
                </a:extLst>
              </p:cNvPr>
              <p:cNvSpPr/>
              <p:nvPr/>
            </p:nvSpPr>
            <p:spPr>
              <a:xfrm>
                <a:off x="7779858" y="1681178"/>
                <a:ext cx="592389" cy="632917"/>
              </a:xfrm>
              <a:prstGeom prst="roundRect">
                <a:avLst>
                  <a:gd name="adj" fmla="val 11951"/>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7" name="Isosceles Triangle 16">
                <a:extLst>
                  <a:ext uri="{FF2B5EF4-FFF2-40B4-BE49-F238E27FC236}">
                    <a16:creationId xmlns:a16="http://schemas.microsoft.com/office/drawing/2014/main" id="{A7121D93-E2CD-DB7E-C01F-4E79B434D198}"/>
                  </a:ext>
                </a:extLst>
              </p:cNvPr>
              <p:cNvSpPr/>
              <p:nvPr/>
            </p:nvSpPr>
            <p:spPr>
              <a:xfrm rot="5400000">
                <a:off x="8306277" y="1944112"/>
                <a:ext cx="180466" cy="107048"/>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9" name="TextBox 18">
              <a:extLst>
                <a:ext uri="{FF2B5EF4-FFF2-40B4-BE49-F238E27FC236}">
                  <a16:creationId xmlns:a16="http://schemas.microsoft.com/office/drawing/2014/main" id="{A5251C9A-7766-14B0-5BBB-961B6EB2BF6F}"/>
                </a:ext>
              </a:extLst>
            </p:cNvPr>
            <p:cNvSpPr txBox="1"/>
            <p:nvPr/>
          </p:nvSpPr>
          <p:spPr>
            <a:xfrm>
              <a:off x="10126860" y="1816982"/>
              <a:ext cx="537327" cy="535692"/>
            </a:xfrm>
            <a:prstGeom prst="rect">
              <a:avLst/>
            </a:prstGeom>
            <a:noFill/>
          </p:spPr>
          <p:txBody>
            <a:bodyPr wrap="square" lIns="0" tIns="0" rIns="0" bIns="0" rtlCol="0" anchor="ctr">
              <a:noAutofit/>
            </a:bodyPr>
            <a:lstStyle/>
            <a:p>
              <a:pPr algn="ctr"/>
              <a:r>
                <a:rPr lang="en-US" sz="3200" b="1">
                  <a:solidFill>
                    <a:schemeClr val="bg1"/>
                  </a:solidFill>
                </a:rPr>
                <a:t>01</a:t>
              </a:r>
              <a:endParaRPr lang="en-IN" sz="3200" b="1">
                <a:solidFill>
                  <a:schemeClr val="bg1"/>
                </a:solidFill>
              </a:endParaRPr>
            </a:p>
          </p:txBody>
        </p:sp>
        <p:grpSp>
          <p:nvGrpSpPr>
            <p:cNvPr id="23" name="Group 22">
              <a:extLst>
                <a:ext uri="{FF2B5EF4-FFF2-40B4-BE49-F238E27FC236}">
                  <a16:creationId xmlns:a16="http://schemas.microsoft.com/office/drawing/2014/main" id="{C1A2E5D2-FF03-3586-81A7-41A269936A7A}"/>
                </a:ext>
              </a:extLst>
            </p:cNvPr>
            <p:cNvGrpSpPr/>
            <p:nvPr/>
          </p:nvGrpSpPr>
          <p:grpSpPr>
            <a:xfrm>
              <a:off x="8582112" y="1818716"/>
              <a:ext cx="1389258" cy="555076"/>
              <a:chOff x="8570043" y="3190673"/>
              <a:chExt cx="1953464" cy="555076"/>
            </a:xfrm>
          </p:grpSpPr>
          <p:sp>
            <p:nvSpPr>
              <p:cNvPr id="20" name="TextBox 19">
                <a:extLst>
                  <a:ext uri="{FF2B5EF4-FFF2-40B4-BE49-F238E27FC236}">
                    <a16:creationId xmlns:a16="http://schemas.microsoft.com/office/drawing/2014/main" id="{32DC898D-0CE0-B60D-A847-E21D4FD2D2E8}"/>
                  </a:ext>
                </a:extLst>
              </p:cNvPr>
              <p:cNvSpPr txBox="1"/>
              <p:nvPr/>
            </p:nvSpPr>
            <p:spPr>
              <a:xfrm>
                <a:off x="8570048" y="3394213"/>
                <a:ext cx="1953459" cy="351536"/>
              </a:xfrm>
              <a:prstGeom prst="rect">
                <a:avLst/>
              </a:prstGeom>
              <a:noFill/>
            </p:spPr>
            <p:txBody>
              <a:bodyPr wrap="square" lIns="0" tIns="0" rIns="0" bIns="0" rtlCol="0" anchor="t">
                <a:noAutofit/>
              </a:bodyPr>
              <a:lstStyle/>
              <a:p>
                <a:pPr>
                  <a:lnSpc>
                    <a:spcPct val="90000"/>
                  </a:lnSpc>
                </a:pPr>
                <a:r>
                  <a:rPr lang="en-US" sz="1100">
                    <a:solidFill>
                      <a:schemeClr val="bg1"/>
                    </a:solidFill>
                  </a:rPr>
                  <a:t>Insert your desired text here. </a:t>
                </a:r>
                <a:endParaRPr lang="en-US" sz="1100" b="1">
                  <a:solidFill>
                    <a:schemeClr val="bg1"/>
                  </a:solidFill>
                </a:endParaRPr>
              </a:p>
            </p:txBody>
          </p:sp>
          <p:sp>
            <p:nvSpPr>
              <p:cNvPr id="21" name="TextBox 20">
                <a:extLst>
                  <a:ext uri="{FF2B5EF4-FFF2-40B4-BE49-F238E27FC236}">
                    <a16:creationId xmlns:a16="http://schemas.microsoft.com/office/drawing/2014/main" id="{A4D8A4AA-D9C4-871C-8AC9-23B6C6C75190}"/>
                  </a:ext>
                </a:extLst>
              </p:cNvPr>
              <p:cNvSpPr txBox="1"/>
              <p:nvPr/>
            </p:nvSpPr>
            <p:spPr>
              <a:xfrm>
                <a:off x="8570043" y="3190673"/>
                <a:ext cx="1953460" cy="165370"/>
              </a:xfrm>
              <a:prstGeom prst="rect">
                <a:avLst/>
              </a:prstGeom>
              <a:noFill/>
            </p:spPr>
            <p:txBody>
              <a:bodyPr wrap="square" lIns="0" tIns="0" rIns="0" bIns="0" rtlCol="0" anchor="ctr">
                <a:noAutofit/>
              </a:bodyPr>
              <a:lstStyle/>
              <a:p>
                <a:pPr>
                  <a:lnSpc>
                    <a:spcPct val="90000"/>
                  </a:lnSpc>
                </a:pPr>
                <a:r>
                  <a:rPr lang="en-US" sz="1200" b="1">
                    <a:solidFill>
                      <a:schemeClr val="bg1"/>
                    </a:solidFill>
                  </a:rPr>
                  <a:t>Placeholder</a:t>
                </a:r>
              </a:p>
            </p:txBody>
          </p:sp>
        </p:grpSp>
        <p:pic>
          <p:nvPicPr>
            <p:cNvPr id="126" name="Graphic 125" descr="Door Open with solid fill">
              <a:extLst>
                <a:ext uri="{FF2B5EF4-FFF2-40B4-BE49-F238E27FC236}">
                  <a16:creationId xmlns:a16="http://schemas.microsoft.com/office/drawing/2014/main" id="{128B771E-BDD2-FD52-16AC-8EE8269AADF3}"/>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896522" y="1901466"/>
              <a:ext cx="379619" cy="379619"/>
            </a:xfrm>
            <a:prstGeom prst="rect">
              <a:avLst/>
            </a:prstGeom>
          </p:spPr>
        </p:pic>
      </p:grpSp>
      <p:pic>
        <p:nvPicPr>
          <p:cNvPr id="130" name="Graphic 129" descr="Bullseye with solid fill">
            <a:extLst>
              <a:ext uri="{FF2B5EF4-FFF2-40B4-BE49-F238E27FC236}">
                <a16:creationId xmlns:a16="http://schemas.microsoft.com/office/drawing/2014/main" id="{7D5DB115-836D-D8D1-E981-1474E5C25E5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906507" y="1900699"/>
            <a:ext cx="379619" cy="379619"/>
          </a:xfrm>
          <a:prstGeom prst="rect">
            <a:avLst/>
          </a:prstGeom>
        </p:spPr>
      </p:pic>
      <p:pic>
        <p:nvPicPr>
          <p:cNvPr id="132" name="Graphic 131" descr="Daily calendar with solid fill">
            <a:extLst>
              <a:ext uri="{FF2B5EF4-FFF2-40B4-BE49-F238E27FC236}">
                <a16:creationId xmlns:a16="http://schemas.microsoft.com/office/drawing/2014/main" id="{D39EB0D1-2F0C-963A-12A6-2EBB15185682}"/>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117458" y="3074492"/>
            <a:ext cx="379619" cy="379619"/>
          </a:xfrm>
          <a:prstGeom prst="rect">
            <a:avLst/>
          </a:prstGeom>
        </p:spPr>
      </p:pic>
      <p:pic>
        <p:nvPicPr>
          <p:cNvPr id="134" name="Graphic 133" descr="Gears with solid fill">
            <a:extLst>
              <a:ext uri="{FF2B5EF4-FFF2-40B4-BE49-F238E27FC236}">
                <a16:creationId xmlns:a16="http://schemas.microsoft.com/office/drawing/2014/main" id="{A9C7BD74-2ED4-577B-51A5-90424B4996C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3122807" y="4274219"/>
            <a:ext cx="379619" cy="379619"/>
          </a:xfrm>
          <a:prstGeom prst="rect">
            <a:avLst/>
          </a:prstGeom>
        </p:spPr>
      </p:pic>
      <p:pic>
        <p:nvPicPr>
          <p:cNvPr id="136" name="Graphic 135" descr="Clipboard Badge with solid fill">
            <a:extLst>
              <a:ext uri="{FF2B5EF4-FFF2-40B4-BE49-F238E27FC236}">
                <a16:creationId xmlns:a16="http://schemas.microsoft.com/office/drawing/2014/main" id="{3A82E193-AC77-462A-6CD1-2BB6437EA5C6}"/>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7895865" y="5439590"/>
            <a:ext cx="379619" cy="379619"/>
          </a:xfrm>
          <a:prstGeom prst="rect">
            <a:avLst/>
          </a:prstGeom>
        </p:spPr>
      </p:pic>
      <p:pic>
        <p:nvPicPr>
          <p:cNvPr id="138" name="Graphic 137" descr="Clipboard Checked with solid fill">
            <a:extLst>
              <a:ext uri="{FF2B5EF4-FFF2-40B4-BE49-F238E27FC236}">
                <a16:creationId xmlns:a16="http://schemas.microsoft.com/office/drawing/2014/main" id="{843E8244-C1C3-5E50-AE1D-36F68BBD714B}"/>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3907588" y="5449986"/>
            <a:ext cx="379619" cy="379619"/>
          </a:xfrm>
          <a:prstGeom prst="rect">
            <a:avLst/>
          </a:prstGeom>
        </p:spPr>
      </p:pic>
    </p:spTree>
    <p:extLst>
      <p:ext uri="{BB962C8B-B14F-4D97-AF65-F5344CB8AC3E}">
        <p14:creationId xmlns:p14="http://schemas.microsoft.com/office/powerpoint/2010/main" val="55501254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pEs0ZFlFNik6939OAyqUIfg"/>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pEs0ZFlFNik6939OAyqUIfg"/>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pEs0ZFlFNik6939OAyqUIfg"/>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pEs0ZFlFNik6939OAyqUIfg"/>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pEs0ZFlFNik6939OAyqUIfg"/>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pEs0ZFlFNik6939OAyqUIfg"/>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pEs0ZFlFNik6939OAyqUIfg"/>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pEs0ZFlFNik6939OAyqUIfg"/>
</p:tagLst>
</file>

<file path=ppt/theme/theme1.xml><?xml version="1.0" encoding="utf-8"?>
<a:theme xmlns:a="http://schemas.openxmlformats.org/drawingml/2006/main" name="2_Office Theme">
  <a:themeElements>
    <a:clrScheme name="Custom 22">
      <a:dk1>
        <a:sysClr val="windowText" lastClr="000000"/>
      </a:dk1>
      <a:lt1>
        <a:sysClr val="window" lastClr="FFFFFF"/>
      </a:lt1>
      <a:dk2>
        <a:srgbClr val="FFC000"/>
      </a:dk2>
      <a:lt2>
        <a:srgbClr val="FFFFFF"/>
      </a:lt2>
      <a:accent1>
        <a:srgbClr val="CD1305"/>
      </a:accent1>
      <a:accent2>
        <a:srgbClr val="ED0303"/>
      </a:accent2>
      <a:accent3>
        <a:srgbClr val="CD1305"/>
      </a:accent3>
      <a:accent4>
        <a:srgbClr val="ED0303"/>
      </a:accent4>
      <a:accent5>
        <a:srgbClr val="CD1305"/>
      </a:accent5>
      <a:accent6>
        <a:srgbClr val="ED0303"/>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Project Management Infographics by Slidesgo">
  <a:themeElements>
    <a:clrScheme name="Simple Light">
      <a:dk1>
        <a:srgbClr val="000000"/>
      </a:dk1>
      <a:lt1>
        <a:srgbClr val="FFFFFF"/>
      </a:lt1>
      <a:dk2>
        <a:srgbClr val="595959"/>
      </a:dk2>
      <a:lt2>
        <a:srgbClr val="EEEEEE"/>
      </a:lt2>
      <a:accent1>
        <a:srgbClr val="FBB831"/>
      </a:accent1>
      <a:accent2>
        <a:srgbClr val="FB8569"/>
      </a:accent2>
      <a:accent3>
        <a:srgbClr val="FB569C"/>
      </a:accent3>
      <a:accent4>
        <a:srgbClr val="E850E0"/>
      </a:accent4>
      <a:accent5>
        <a:srgbClr val="8225E2"/>
      </a:accent5>
      <a:accent6>
        <a:srgbClr val="9C27B0"/>
      </a:accent6>
      <a:hlink>
        <a:srgbClr val="FBB83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Infographics Template Base by Slidesgo">
  <a:themeElements>
    <a:clrScheme name="Simple Light">
      <a:dk1>
        <a:srgbClr val="000000"/>
      </a:dk1>
      <a:lt1>
        <a:srgbClr val="FFFFFF"/>
      </a:lt1>
      <a:dk2>
        <a:srgbClr val="53BBCF"/>
      </a:dk2>
      <a:lt2>
        <a:srgbClr val="5EE9DC"/>
      </a:lt2>
      <a:accent1>
        <a:srgbClr val="94D2BD"/>
      </a:accent1>
      <a:accent2>
        <a:srgbClr val="FDDE86"/>
      </a:accent2>
      <a:accent3>
        <a:srgbClr val="F7B337"/>
      </a:accent3>
      <a:accent4>
        <a:srgbClr val="E09240"/>
      </a:accent4>
      <a:accent5>
        <a:srgbClr val="E6685C"/>
      </a:accent5>
      <a:accent6>
        <a:srgbClr val="CCCCCC"/>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1_Office Theme">
  <a:themeElements>
    <a:clrScheme name="Custom 34">
      <a:dk1>
        <a:sysClr val="windowText" lastClr="000000"/>
      </a:dk1>
      <a:lt1>
        <a:sysClr val="window" lastClr="FFFFFF"/>
      </a:lt1>
      <a:dk2>
        <a:srgbClr val="153153"/>
      </a:dk2>
      <a:lt2>
        <a:srgbClr val="EEECE1"/>
      </a:lt2>
      <a:accent1>
        <a:srgbClr val="7E2CCB"/>
      </a:accent1>
      <a:accent2>
        <a:srgbClr val="E75F89"/>
      </a:accent2>
      <a:accent3>
        <a:srgbClr val="E99B1E"/>
      </a:accent3>
      <a:accent4>
        <a:srgbClr val="4EC494"/>
      </a:accent4>
      <a:accent5>
        <a:srgbClr val="4191EC"/>
      </a:accent5>
      <a:accent6>
        <a:srgbClr val="C5C8CF"/>
      </a:accent6>
      <a:hlink>
        <a:srgbClr val="0000FF"/>
      </a:hlink>
      <a:folHlink>
        <a:srgbClr val="800080"/>
      </a:folHlink>
    </a:clrScheme>
    <a:fontScheme name="Custom 2">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5_Office Theme">
  <a:themeElements>
    <a:clrScheme name="Office 2013 - 2022">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6_Office Theme">
  <a:themeElements>
    <a:clrScheme name="SlideM">
      <a:dk1>
        <a:sysClr val="windowText" lastClr="000000"/>
      </a:dk1>
      <a:lt1>
        <a:sysClr val="window" lastClr="FFFFFF"/>
      </a:lt1>
      <a:dk2>
        <a:srgbClr val="455F51"/>
      </a:dk2>
      <a:lt2>
        <a:srgbClr val="E3DED1"/>
      </a:lt2>
      <a:accent1>
        <a:srgbClr val="0072C6"/>
      </a:accent1>
      <a:accent2>
        <a:srgbClr val="8BC53F"/>
      </a:accent2>
      <a:accent3>
        <a:srgbClr val="FFA900"/>
      </a:accent3>
      <a:accent4>
        <a:srgbClr val="AAAAAA"/>
      </a:accent4>
      <a:accent5>
        <a:srgbClr val="6C3483"/>
      </a:accent5>
      <a:accent6>
        <a:srgbClr val="0989B1"/>
      </a:accent6>
      <a:hlink>
        <a:srgbClr val="6B9F25"/>
      </a:hlink>
      <a:folHlink>
        <a:srgbClr val="BA6906"/>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IndustryAnalysisTheme">
  <a:themeElements>
    <a:clrScheme name="Colorful">
      <a:dk1>
        <a:sysClr val="windowText" lastClr="000000"/>
      </a:dk1>
      <a:lt1>
        <a:sysClr val="window" lastClr="FFFFFF"/>
      </a:lt1>
      <a:dk2>
        <a:srgbClr val="1F497D"/>
      </a:dk2>
      <a:lt2>
        <a:srgbClr val="EEECE1"/>
      </a:lt2>
      <a:accent1>
        <a:srgbClr val="E35A35"/>
      </a:accent1>
      <a:accent2>
        <a:srgbClr val="ECB448"/>
      </a:accent2>
      <a:accent3>
        <a:srgbClr val="8BB74C"/>
      </a:accent3>
      <a:accent4>
        <a:srgbClr val="5FB7A2"/>
      </a:accent4>
      <a:accent5>
        <a:srgbClr val="3081AC"/>
      </a:accent5>
      <a:accent6>
        <a:srgbClr val="A5A5A5"/>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IndustryAnalysisTheme" id="{B496FAAA-3D8F-4C52-AADB-3AC45E70AFA9}" vid="{A35517CA-EE35-42A8-932B-4B6C47629024}"/>
    </a:ext>
  </a:extLst>
</a:theme>
</file>

<file path=ppt/theme/theme8.xml><?xml version="1.0" encoding="utf-8"?>
<a:theme xmlns:a="http://schemas.openxmlformats.org/drawingml/2006/main" name="13_Office Theme">
  <a:themeElements>
    <a:clrScheme name="Custom 6">
      <a:dk1>
        <a:sysClr val="windowText" lastClr="000000"/>
      </a:dk1>
      <a:lt1>
        <a:sysClr val="window" lastClr="FFFFFF"/>
      </a:lt1>
      <a:dk2>
        <a:srgbClr val="153153"/>
      </a:dk2>
      <a:lt2>
        <a:srgbClr val="EEECE1"/>
      </a:lt2>
      <a:accent1>
        <a:srgbClr val="376397"/>
      </a:accent1>
      <a:accent2>
        <a:srgbClr val="547D36"/>
      </a:accent2>
      <a:accent3>
        <a:srgbClr val="E4BA20"/>
      </a:accent3>
      <a:accent4>
        <a:srgbClr val="0E2343"/>
      </a:accent4>
      <a:accent5>
        <a:srgbClr val="3081AC"/>
      </a:accent5>
      <a:accent6>
        <a:srgbClr val="A5A5A5"/>
      </a:accent6>
      <a:hlink>
        <a:srgbClr val="0000FF"/>
      </a:hlink>
      <a:folHlink>
        <a:srgbClr val="800080"/>
      </a:folHlink>
    </a:clrScheme>
    <a:fontScheme name="Custom 2">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15_Office Theme">
  <a:themeElements>
    <a:clrScheme name="Custom 665">
      <a:dk1>
        <a:sysClr val="windowText" lastClr="000000"/>
      </a:dk1>
      <a:lt1>
        <a:sysClr val="window" lastClr="FFFFFF"/>
      </a:lt1>
      <a:dk2>
        <a:srgbClr val="153153"/>
      </a:dk2>
      <a:lt2>
        <a:srgbClr val="EEECE1"/>
      </a:lt2>
      <a:accent1>
        <a:srgbClr val="7C41F5"/>
      </a:accent1>
      <a:accent2>
        <a:srgbClr val="F5C525"/>
      </a:accent2>
      <a:accent3>
        <a:srgbClr val="FF9062"/>
      </a:accent3>
      <a:accent4>
        <a:srgbClr val="3ACBE8"/>
      </a:accent4>
      <a:accent5>
        <a:srgbClr val="F1E9FF"/>
      </a:accent5>
      <a:accent6>
        <a:srgbClr val="A5A5A5"/>
      </a:accent6>
      <a:hlink>
        <a:srgbClr val="0000FF"/>
      </a:hlink>
      <a:folHlink>
        <a:srgbClr val="800080"/>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17_Office Theme">
  <a:themeElements>
    <a:clrScheme name="blue-purple">
      <a:dk1>
        <a:srgbClr val="000000"/>
      </a:dk1>
      <a:lt1>
        <a:srgbClr val="FFFFFF"/>
      </a:lt1>
      <a:dk2>
        <a:srgbClr val="44546A"/>
      </a:dk2>
      <a:lt2>
        <a:srgbClr val="F1F2F1"/>
      </a:lt2>
      <a:accent1>
        <a:srgbClr val="47B5EF"/>
      </a:accent1>
      <a:accent2>
        <a:srgbClr val="6590F0"/>
      </a:accent2>
      <a:accent3>
        <a:srgbClr val="846CF1"/>
      </a:accent3>
      <a:accent4>
        <a:srgbClr val="A52EEA"/>
      </a:accent4>
      <a:accent5>
        <a:srgbClr val="61BCB3"/>
      </a:accent5>
      <a:accent6>
        <a:srgbClr val="99C722"/>
      </a:accent6>
      <a:hlink>
        <a:srgbClr val="DF538A"/>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18_Office Theme">
  <a:themeElements>
    <a:clrScheme name="blue-purple">
      <a:dk1>
        <a:srgbClr val="000000"/>
      </a:dk1>
      <a:lt1>
        <a:srgbClr val="FFFFFF"/>
      </a:lt1>
      <a:dk2>
        <a:srgbClr val="44546A"/>
      </a:dk2>
      <a:lt2>
        <a:srgbClr val="F1F2F1"/>
      </a:lt2>
      <a:accent1>
        <a:srgbClr val="47B5EF"/>
      </a:accent1>
      <a:accent2>
        <a:srgbClr val="6590F0"/>
      </a:accent2>
      <a:accent3>
        <a:srgbClr val="846CF1"/>
      </a:accent3>
      <a:accent4>
        <a:srgbClr val="A52EEA"/>
      </a:accent4>
      <a:accent5>
        <a:srgbClr val="61BCB3"/>
      </a:accent5>
      <a:accent6>
        <a:srgbClr val="99C722"/>
      </a:accent6>
      <a:hlink>
        <a:srgbClr val="DF538A"/>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19_Office Theme">
  <a:themeElements>
    <a:clrScheme name="Checklist Template">
      <a:dk1>
        <a:srgbClr val="000000"/>
      </a:dk1>
      <a:lt1>
        <a:srgbClr val="FFFFFF"/>
      </a:lt1>
      <a:dk2>
        <a:srgbClr val="44546A"/>
      </a:dk2>
      <a:lt2>
        <a:srgbClr val="F1F2F1"/>
      </a:lt2>
      <a:accent1>
        <a:srgbClr val="EF3F82"/>
      </a:accent1>
      <a:accent2>
        <a:srgbClr val="A22B94"/>
      </a:accent2>
      <a:accent3>
        <a:srgbClr val="6B5EB1"/>
      </a:accent3>
      <a:accent4>
        <a:srgbClr val="539BE7"/>
      </a:accent4>
      <a:accent5>
        <a:srgbClr val="61BCB3"/>
      </a:accent5>
      <a:accent6>
        <a:srgbClr val="99C722"/>
      </a:accent6>
      <a:hlink>
        <a:srgbClr val="DF538A"/>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20_Office Theme">
  <a:themeElements>
    <a:clrScheme name="5 ps of marketing">
      <a:dk1>
        <a:srgbClr val="000000"/>
      </a:dk1>
      <a:lt1>
        <a:srgbClr val="FFFFFF"/>
      </a:lt1>
      <a:dk2>
        <a:srgbClr val="44546A"/>
      </a:dk2>
      <a:lt2>
        <a:srgbClr val="ECEEF5"/>
      </a:lt2>
      <a:accent1>
        <a:srgbClr val="F1699D"/>
      </a:accent1>
      <a:accent2>
        <a:srgbClr val="B155EB"/>
      </a:accent2>
      <a:accent3>
        <a:srgbClr val="6B5EB1"/>
      </a:accent3>
      <a:accent4>
        <a:srgbClr val="47B5EF"/>
      </a:accent4>
      <a:accent5>
        <a:srgbClr val="47C0A0"/>
      </a:accent5>
      <a:accent6>
        <a:srgbClr val="F5A279"/>
      </a:accent6>
      <a:hlink>
        <a:srgbClr val="DF538A"/>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21_Office Theme">
  <a:themeElements>
    <a:clrScheme name="Balanced-Scorecard">
      <a:dk1>
        <a:srgbClr val="000000"/>
      </a:dk1>
      <a:lt1>
        <a:srgbClr val="FFFFFF"/>
      </a:lt1>
      <a:dk2>
        <a:srgbClr val="44546A"/>
      </a:dk2>
      <a:lt2>
        <a:srgbClr val="F6F9F8"/>
      </a:lt2>
      <a:accent1>
        <a:srgbClr val="4FC3FB"/>
      </a:accent1>
      <a:accent2>
        <a:srgbClr val="1DA696"/>
      </a:accent2>
      <a:accent3>
        <a:srgbClr val="ED496A"/>
      </a:accent3>
      <a:accent4>
        <a:srgbClr val="F4BA44"/>
      </a:accent4>
      <a:accent5>
        <a:srgbClr val="CB4A32"/>
      </a:accent5>
      <a:accent6>
        <a:srgbClr val="EAF1F2"/>
      </a:accent6>
      <a:hlink>
        <a:srgbClr val="DF538A"/>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22_Office Theme">
  <a:themeElements>
    <a:clrScheme name="IndustryTemplate">
      <a:dk1>
        <a:sysClr val="windowText" lastClr="000000"/>
      </a:dk1>
      <a:lt1>
        <a:sysClr val="window" lastClr="FFFFFF"/>
      </a:lt1>
      <a:dk2>
        <a:srgbClr val="1F497D"/>
      </a:dk2>
      <a:lt2>
        <a:srgbClr val="EEECE1"/>
      </a:lt2>
      <a:accent1>
        <a:srgbClr val="E35A35"/>
      </a:accent1>
      <a:accent2>
        <a:srgbClr val="ECB448"/>
      </a:accent2>
      <a:accent3>
        <a:srgbClr val="8BB74C"/>
      </a:accent3>
      <a:accent4>
        <a:srgbClr val="5FB7A2"/>
      </a:accent4>
      <a:accent5>
        <a:srgbClr val="3081AC"/>
      </a:accent5>
      <a:accent6>
        <a:srgbClr val="A5A5A5"/>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2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25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26_Office Theme">
  <a:themeElements>
    <a:clrScheme name="Custom 97">
      <a:dk1>
        <a:sysClr val="windowText" lastClr="000000"/>
      </a:dk1>
      <a:lt1>
        <a:sysClr val="window" lastClr="FFFFFF"/>
      </a:lt1>
      <a:dk2>
        <a:srgbClr val="3F3F3F"/>
      </a:dk2>
      <a:lt2>
        <a:srgbClr val="F2F2F2"/>
      </a:lt2>
      <a:accent1>
        <a:srgbClr val="1F879D"/>
      </a:accent1>
      <a:accent2>
        <a:srgbClr val="17375E"/>
      </a:accent2>
      <a:accent3>
        <a:srgbClr val="BFBFBF"/>
      </a:accent3>
      <a:accent4>
        <a:srgbClr val="1F879D"/>
      </a:accent4>
      <a:accent5>
        <a:srgbClr val="17375E"/>
      </a:accent5>
      <a:accent6>
        <a:srgbClr val="BFBFBF"/>
      </a:accent6>
      <a:hlink>
        <a:srgbClr val="0000FF"/>
      </a:hlink>
      <a:folHlink>
        <a:srgbClr val="800080"/>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27_Office Theme">
  <a:themeElements>
    <a:clrScheme name="Custom 86">
      <a:dk1>
        <a:srgbClr val="000000"/>
      </a:dk1>
      <a:lt1>
        <a:srgbClr val="FFFFFF"/>
      </a:lt1>
      <a:dk2>
        <a:srgbClr val="000000"/>
      </a:dk2>
      <a:lt2>
        <a:srgbClr val="808080"/>
      </a:lt2>
      <a:accent1>
        <a:srgbClr val="BBE0E3"/>
      </a:accent1>
      <a:accent2>
        <a:srgbClr val="333399"/>
      </a:accent2>
      <a:accent3>
        <a:srgbClr val="B01B2E"/>
      </a:accent3>
      <a:accent4>
        <a:srgbClr val="000000"/>
      </a:accent4>
      <a:accent5>
        <a:srgbClr val="DAEDEF"/>
      </a:accent5>
      <a:accent6>
        <a:srgbClr val="2D2D8A"/>
      </a:accent6>
      <a:hlink>
        <a:srgbClr val="009999"/>
      </a:hlink>
      <a:folHlink>
        <a:srgbClr val="99CC00"/>
      </a:folHlink>
    </a:clrScheme>
    <a:fontScheme name="Modern 03">
      <a:majorFont>
        <a:latin typeface="Segoe UI"/>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29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Modern 04">
      <a:majorFont>
        <a:latin typeface="Century Gothic"/>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Succession Planning Project Proposal by Slidesgo">
  <a:themeElements>
    <a:clrScheme name="Simple Light">
      <a:dk1>
        <a:srgbClr val="0E1D35"/>
      </a:dk1>
      <a:lt1>
        <a:srgbClr val="FAFAFA"/>
      </a:lt1>
      <a:dk2>
        <a:srgbClr val="EFEFEF"/>
      </a:dk2>
      <a:lt2>
        <a:srgbClr val="7C8594"/>
      </a:lt2>
      <a:accent1>
        <a:srgbClr val="2B3B5D"/>
      </a:accent1>
      <a:accent2>
        <a:srgbClr val="15253F"/>
      </a:accent2>
      <a:accent3>
        <a:srgbClr val="FFFFFF"/>
      </a:accent3>
      <a:accent4>
        <a:srgbClr val="FFFFFF"/>
      </a:accent4>
      <a:accent5>
        <a:srgbClr val="FFFFFF"/>
      </a:accent5>
      <a:accent6>
        <a:srgbClr val="FFFFFF"/>
      </a:accent6>
      <a:hlink>
        <a:srgbClr val="0E1D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4_Office Theme">
  <a:themeElements>
    <a:clrScheme name="Blue II">
      <a:dk1>
        <a:sysClr val="windowText" lastClr="000000"/>
      </a:dk1>
      <a:lt1>
        <a:sysClr val="window" lastClr="FFFFFF"/>
      </a:lt1>
      <a:dk2>
        <a:srgbClr val="335B74"/>
      </a:dk2>
      <a:lt2>
        <a:srgbClr val="DFE3E5"/>
      </a:lt2>
      <a:accent1>
        <a:srgbClr val="1CADE4"/>
      </a:accent1>
      <a:accent2>
        <a:srgbClr val="2683C6"/>
      </a:accent2>
      <a:accent3>
        <a:srgbClr val="27CED7"/>
      </a:accent3>
      <a:accent4>
        <a:srgbClr val="42BA97"/>
      </a:accent4>
      <a:accent5>
        <a:srgbClr val="3E8853"/>
      </a:accent5>
      <a:accent6>
        <a:srgbClr val="62A39F"/>
      </a:accent6>
      <a:hlink>
        <a:srgbClr val="6EAC1C"/>
      </a:hlink>
      <a:folHlink>
        <a:srgbClr val="B26B02"/>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16_Office Theme">
  <a:themeElements>
    <a:clrScheme name="pink-blue-green 1">
      <a:dk1>
        <a:srgbClr val="000000"/>
      </a:dk1>
      <a:lt1>
        <a:srgbClr val="FFFFFF"/>
      </a:lt1>
      <a:dk2>
        <a:srgbClr val="1F497D"/>
      </a:dk2>
      <a:lt2>
        <a:srgbClr val="F0F2F0"/>
      </a:lt2>
      <a:accent1>
        <a:srgbClr val="EE3F82"/>
      </a:accent1>
      <a:accent2>
        <a:srgbClr val="A12B93"/>
      </a:accent2>
      <a:accent3>
        <a:srgbClr val="6A5DB1"/>
      </a:accent3>
      <a:accent4>
        <a:srgbClr val="539CE6"/>
      </a:accent4>
      <a:accent5>
        <a:srgbClr val="61BCB3"/>
      </a:accent5>
      <a:accent6>
        <a:srgbClr val="98C621"/>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7_Office Theme">
  <a:themeElements>
    <a:clrScheme name="Custom 50">
      <a:dk1>
        <a:sysClr val="windowText" lastClr="000000"/>
      </a:dk1>
      <a:lt1>
        <a:sysClr val="window" lastClr="FFFFFF"/>
      </a:lt1>
      <a:dk2>
        <a:srgbClr val="1F497D"/>
      </a:dk2>
      <a:lt2>
        <a:srgbClr val="EEECE1"/>
      </a:lt2>
      <a:accent1>
        <a:srgbClr val="FF0000"/>
      </a:accent1>
      <a:accent2>
        <a:srgbClr val="FFC000"/>
      </a:accent2>
      <a:accent3>
        <a:srgbClr val="00B050"/>
      </a:accent3>
      <a:accent4>
        <a:srgbClr val="4F81BD"/>
      </a:accent4>
      <a:accent5>
        <a:srgbClr val="4BACC6"/>
      </a:accent5>
      <a:accent6>
        <a:srgbClr val="F79646"/>
      </a:accent6>
      <a:hlink>
        <a:srgbClr val="0000FF"/>
      </a:hlink>
      <a:folHlink>
        <a:srgbClr val="800080"/>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5.xml><?xml version="1.0" encoding="utf-8"?>
<a:theme xmlns:a="http://schemas.openxmlformats.org/drawingml/2006/main" name="9_Office Theme">
  <a:themeElements>
    <a:clrScheme name="Custom 890">
      <a:dk1>
        <a:sysClr val="windowText" lastClr="000000"/>
      </a:dk1>
      <a:lt1>
        <a:sysClr val="window" lastClr="FFFFFF"/>
      </a:lt1>
      <a:dk2>
        <a:srgbClr val="153153"/>
      </a:dk2>
      <a:lt2>
        <a:srgbClr val="EEECE1"/>
      </a:lt2>
      <a:accent1>
        <a:srgbClr val="279BDE"/>
      </a:accent1>
      <a:accent2>
        <a:srgbClr val="16359F"/>
      </a:accent2>
      <a:accent3>
        <a:srgbClr val="92D050"/>
      </a:accent3>
      <a:accent4>
        <a:srgbClr val="80936A"/>
      </a:accent4>
      <a:accent5>
        <a:srgbClr val="64A502"/>
      </a:accent5>
      <a:accent6>
        <a:srgbClr val="A5A5A5"/>
      </a:accent6>
      <a:hlink>
        <a:srgbClr val="0000FF"/>
      </a:hlink>
      <a:folHlink>
        <a:srgbClr val="800080"/>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8_Office Theme">
  <a:themeElements>
    <a:clrScheme name="IndustryAnalysis">
      <a:dk1>
        <a:sysClr val="windowText" lastClr="000000"/>
      </a:dk1>
      <a:lt1>
        <a:sysClr val="window" lastClr="FFFFFF"/>
      </a:lt1>
      <a:dk2>
        <a:srgbClr val="1F497D"/>
      </a:dk2>
      <a:lt2>
        <a:srgbClr val="EEECE1"/>
      </a:lt2>
      <a:accent1>
        <a:srgbClr val="E35A35"/>
      </a:accent1>
      <a:accent2>
        <a:srgbClr val="ECB448"/>
      </a:accent2>
      <a:accent3>
        <a:srgbClr val="8BB74C"/>
      </a:accent3>
      <a:accent4>
        <a:srgbClr val="5FB7A2"/>
      </a:accent4>
      <a:accent5>
        <a:srgbClr val="3081AC"/>
      </a:accent5>
      <a:accent6>
        <a:srgbClr val="A5A5A5"/>
      </a:accent6>
      <a:hlink>
        <a:srgbClr val="0000FF"/>
      </a:hlink>
      <a:folHlink>
        <a:srgbClr val="800080"/>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0_Office Theme">
  <a:themeElements>
    <a:clrScheme name="Custom 1019">
      <a:dk1>
        <a:sysClr val="windowText" lastClr="000000"/>
      </a:dk1>
      <a:lt1>
        <a:sysClr val="window" lastClr="FFFFFF"/>
      </a:lt1>
      <a:dk2>
        <a:srgbClr val="153153"/>
      </a:dk2>
      <a:lt2>
        <a:srgbClr val="EEECE1"/>
      </a:lt2>
      <a:accent1>
        <a:srgbClr val="E35A35"/>
      </a:accent1>
      <a:accent2>
        <a:srgbClr val="ECB448"/>
      </a:accent2>
      <a:accent3>
        <a:srgbClr val="8BB74C"/>
      </a:accent3>
      <a:accent4>
        <a:srgbClr val="5FB7A2"/>
      </a:accent4>
      <a:accent5>
        <a:srgbClr val="2179D9"/>
      </a:accent5>
      <a:accent6>
        <a:srgbClr val="A5A5A5"/>
      </a:accent6>
      <a:hlink>
        <a:srgbClr val="0000FF"/>
      </a:hlink>
      <a:folHlink>
        <a:srgbClr val="800080"/>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11_Office Theme">
  <a:themeElements>
    <a:clrScheme name="Custom 1079">
      <a:dk1>
        <a:sysClr val="windowText" lastClr="000000"/>
      </a:dk1>
      <a:lt1>
        <a:sysClr val="window" lastClr="FFFFFF"/>
      </a:lt1>
      <a:dk2>
        <a:srgbClr val="153153"/>
      </a:dk2>
      <a:lt2>
        <a:srgbClr val="EEECE1"/>
      </a:lt2>
      <a:accent1>
        <a:srgbClr val="D9242C"/>
      </a:accent1>
      <a:accent2>
        <a:srgbClr val="3AD0BA"/>
      </a:accent2>
      <a:accent3>
        <a:srgbClr val="FD9343"/>
      </a:accent3>
      <a:accent4>
        <a:srgbClr val="7E64A3"/>
      </a:accent4>
      <a:accent5>
        <a:srgbClr val="3081AC"/>
      </a:accent5>
      <a:accent6>
        <a:srgbClr val="A5A5A5"/>
      </a:accent6>
      <a:hlink>
        <a:srgbClr val="0000FF"/>
      </a:hlink>
      <a:folHlink>
        <a:srgbClr val="800080"/>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12_Office Theme">
  <a:themeElements>
    <a:clrScheme name="Custom 1092">
      <a:dk1>
        <a:sysClr val="windowText" lastClr="000000"/>
      </a:dk1>
      <a:lt1>
        <a:sysClr val="window" lastClr="FFFFFF"/>
      </a:lt1>
      <a:dk2>
        <a:srgbClr val="153153"/>
      </a:dk2>
      <a:lt2>
        <a:srgbClr val="EEECE1"/>
      </a:lt2>
      <a:accent1>
        <a:srgbClr val="7DC24F"/>
      </a:accent1>
      <a:accent2>
        <a:srgbClr val="1678A4"/>
      </a:accent2>
      <a:accent3>
        <a:srgbClr val="7A489D"/>
      </a:accent3>
      <a:accent4>
        <a:srgbClr val="CE3232"/>
      </a:accent4>
      <a:accent5>
        <a:srgbClr val="78949D"/>
      </a:accent5>
      <a:accent6>
        <a:srgbClr val="F9A21B"/>
      </a:accent6>
      <a:hlink>
        <a:srgbClr val="0000FF"/>
      </a:hlink>
      <a:folHlink>
        <a:srgbClr val="800080"/>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0.xml><?xml version="1.0" encoding="utf-8"?>
<a:theme xmlns:a="http://schemas.openxmlformats.org/drawingml/2006/main" name="14_Office Theme">
  <a:themeElements>
    <a:clrScheme name="Custom 1090">
      <a:dk1>
        <a:sysClr val="windowText" lastClr="000000"/>
      </a:dk1>
      <a:lt1>
        <a:sysClr val="window" lastClr="FFFFFF"/>
      </a:lt1>
      <a:dk2>
        <a:srgbClr val="153153"/>
      </a:dk2>
      <a:lt2>
        <a:srgbClr val="EEECE1"/>
      </a:lt2>
      <a:accent1>
        <a:srgbClr val="93C63D"/>
      </a:accent1>
      <a:accent2>
        <a:srgbClr val="49B46C"/>
      </a:accent2>
      <a:accent3>
        <a:srgbClr val="4FBAAA"/>
      </a:accent3>
      <a:accent4>
        <a:srgbClr val="51A9E1"/>
      </a:accent4>
      <a:accent5>
        <a:srgbClr val="6089FB"/>
      </a:accent5>
      <a:accent6>
        <a:srgbClr val="A5A5A5"/>
      </a:accent6>
      <a:hlink>
        <a:srgbClr val="0000FF"/>
      </a:hlink>
      <a:folHlink>
        <a:srgbClr val="800080"/>
      </a:folHlink>
    </a:clrScheme>
    <a:fontScheme name="slidemodel">
      <a:majorFont>
        <a:latin typeface="Calibri"/>
        <a:ea typeface=""/>
        <a:cs typeface=""/>
      </a:majorFont>
      <a:minorFont>
        <a:latin typeface="Segoe U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Template PresentationGO">
  <a:themeElements>
    <a:clrScheme name="PresentationGo">
      <a:dk1>
        <a:srgbClr val="000000"/>
      </a:dk1>
      <a:lt1>
        <a:srgbClr val="FFFFFF"/>
      </a:lt1>
      <a:dk2>
        <a:srgbClr val="001F33"/>
      </a:dk2>
      <a:lt2>
        <a:srgbClr val="F2F2F2"/>
      </a:lt2>
      <a:accent1>
        <a:srgbClr val="F15F47"/>
      </a:accent1>
      <a:accent2>
        <a:srgbClr val="FBA91E"/>
      </a:accent2>
      <a:accent3>
        <a:srgbClr val="FEDA2F"/>
      </a:accent3>
      <a:accent4>
        <a:srgbClr val="6EA56C"/>
      </a:accent4>
      <a:accent5>
        <a:srgbClr val="3AC6E1"/>
      </a:accent5>
      <a:accent6>
        <a:srgbClr val="244470"/>
      </a:accent6>
      <a:hlink>
        <a:srgbClr val="008B58"/>
      </a:hlink>
      <a:folHlink>
        <a:srgbClr val="008B58"/>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1_Template PresentationGO">
  <a:themeElements>
    <a:clrScheme name="PresentationGo">
      <a:dk1>
        <a:srgbClr val="000000"/>
      </a:dk1>
      <a:lt1>
        <a:srgbClr val="FFFFFF"/>
      </a:lt1>
      <a:dk2>
        <a:srgbClr val="001F33"/>
      </a:dk2>
      <a:lt2>
        <a:srgbClr val="F2F2F2"/>
      </a:lt2>
      <a:accent1>
        <a:srgbClr val="F15F47"/>
      </a:accent1>
      <a:accent2>
        <a:srgbClr val="FBA91E"/>
      </a:accent2>
      <a:accent3>
        <a:srgbClr val="FEDA2F"/>
      </a:accent3>
      <a:accent4>
        <a:srgbClr val="6EA56C"/>
      </a:accent4>
      <a:accent5>
        <a:srgbClr val="3AC6E1"/>
      </a:accent5>
      <a:accent6>
        <a:srgbClr val="244470"/>
      </a:accent6>
      <a:hlink>
        <a:srgbClr val="008B58"/>
      </a:hlink>
      <a:folHlink>
        <a:srgbClr val="008B58"/>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3.xml><?xml version="1.0" encoding="utf-8"?>
<a:theme xmlns:a="http://schemas.openxmlformats.org/drawingml/2006/main" name="2_Template PresentationGO">
  <a:themeElements>
    <a:clrScheme name="PGO2">
      <a:dk1>
        <a:sysClr val="windowText" lastClr="000000"/>
      </a:dk1>
      <a:lt1>
        <a:sysClr val="window" lastClr="FFFFFF"/>
      </a:lt1>
      <a:dk2>
        <a:srgbClr val="063951"/>
      </a:dk2>
      <a:lt2>
        <a:srgbClr val="D3D3D3"/>
      </a:lt2>
      <a:accent1>
        <a:srgbClr val="3A5C84"/>
      </a:accent1>
      <a:accent2>
        <a:srgbClr val="F7931F"/>
      </a:accent2>
      <a:accent3>
        <a:srgbClr val="4CC1EF"/>
      </a:accent3>
      <a:accent4>
        <a:srgbClr val="FFCC4C"/>
      </a:accent4>
      <a:accent5>
        <a:srgbClr val="C13018"/>
      </a:accent5>
      <a:accent6>
        <a:srgbClr val="A2B969"/>
      </a:accent6>
      <a:hlink>
        <a:srgbClr val="6C2B43"/>
      </a:hlink>
      <a:folHlink>
        <a:srgbClr val="6C2B43"/>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Colorful">
    <a:dk1>
      <a:sysClr val="windowText" lastClr="000000"/>
    </a:dk1>
    <a:lt1>
      <a:sysClr val="window" lastClr="FFFFFF"/>
    </a:lt1>
    <a:dk2>
      <a:srgbClr val="1F497D"/>
    </a:dk2>
    <a:lt2>
      <a:srgbClr val="EEECE1"/>
    </a:lt2>
    <a:accent1>
      <a:srgbClr val="E35A35"/>
    </a:accent1>
    <a:accent2>
      <a:srgbClr val="ECB448"/>
    </a:accent2>
    <a:accent3>
      <a:srgbClr val="8BB74C"/>
    </a:accent3>
    <a:accent4>
      <a:srgbClr val="5FB7A2"/>
    </a:accent4>
    <a:accent5>
      <a:srgbClr val="3081AC"/>
    </a:accent5>
    <a:accent6>
      <a:srgbClr val="A5A5A5"/>
    </a:accent6>
    <a:hlink>
      <a:srgbClr val="0000FF"/>
    </a:hlink>
    <a:folHlink>
      <a:srgbClr val="800080"/>
    </a:folHlink>
  </a:clrScheme>
</a:themeOverride>
</file>

<file path=ppt/theme/themeOverride2.xml><?xml version="1.0" encoding="utf-8"?>
<a:themeOverride xmlns:a="http://schemas.openxmlformats.org/drawingml/2006/main">
  <a:clrScheme name="Custom 19">
    <a:dk1>
      <a:sysClr val="windowText" lastClr="000000"/>
    </a:dk1>
    <a:lt1>
      <a:sysClr val="window" lastClr="FFFFFF"/>
    </a:lt1>
    <a:dk2>
      <a:srgbClr val="44546A"/>
    </a:dk2>
    <a:lt2>
      <a:srgbClr val="E7E6E6"/>
    </a:lt2>
    <a:accent1>
      <a:srgbClr val="520420"/>
    </a:accent1>
    <a:accent2>
      <a:srgbClr val="860030"/>
    </a:accent2>
    <a:accent3>
      <a:srgbClr val="C92B44"/>
    </a:accent3>
    <a:accent4>
      <a:srgbClr val="E06E81"/>
    </a:accent4>
    <a:accent5>
      <a:srgbClr val="EDADB8"/>
    </a:accent5>
    <a:accent6>
      <a:srgbClr val="FAE6E9"/>
    </a:accent6>
    <a:hlink>
      <a:srgbClr val="0563C1"/>
    </a:hlink>
    <a:folHlink>
      <a:srgbClr val="954F72"/>
    </a:folHlink>
  </a:clr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58C9160F72E5344297E78CEA9DF9E1D4" ma:contentTypeVersion="5" ma:contentTypeDescription="Create a new document." ma:contentTypeScope="" ma:versionID="fd5f5e67eb2db0ffc8a3658b425fe2e8">
  <xsd:schema xmlns:xsd="http://www.w3.org/2001/XMLSchema" xmlns:xs="http://www.w3.org/2001/XMLSchema" xmlns:p="http://schemas.microsoft.com/office/2006/metadata/properties" xmlns:ns3="e18019eb-d63b-4f37-bbfe-582f88cd1b5e" targetNamespace="http://schemas.microsoft.com/office/2006/metadata/properties" ma:root="true" ma:fieldsID="cdc674aab130861b278e6ae70b2fc22c" ns3:_="">
    <xsd:import namespace="e18019eb-d63b-4f37-bbfe-582f88cd1b5e"/>
    <xsd:element name="properties">
      <xsd:complexType>
        <xsd:sequence>
          <xsd:element name="documentManagement">
            <xsd:complexType>
              <xsd:all>
                <xsd:element ref="ns3:MediaServiceDateTaken" minOccurs="0"/>
                <xsd:element ref="ns3:_activity" minOccurs="0"/>
                <xsd:element ref="ns3:MediaServiceMetadata" minOccurs="0"/>
                <xsd:element ref="ns3:MediaServiceFastMetadata"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18019eb-d63b-4f37-bbfe-582f88cd1b5e"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_activity" ma:index="9" nillable="true" ma:displayName="_activity" ma:hidden="true" ma:internalName="_activity">
      <xsd:simpleType>
        <xsd:restriction base="dms:Note"/>
      </xsd:simpleType>
    </xsd:element>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SearchProperties" ma:index="12"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_activity xmlns="e18019eb-d63b-4f37-bbfe-582f88cd1b5e" xsi:nil="true"/>
  </documentManagement>
</p:properties>
</file>

<file path=customXml/itemProps1.xml><?xml version="1.0" encoding="utf-8"?>
<ds:datastoreItem xmlns:ds="http://schemas.openxmlformats.org/officeDocument/2006/customXml" ds:itemID="{2206E0F2-29DF-49E8-89A0-08A89E1D0114}">
  <ds:schemaRefs>
    <ds:schemaRef ds:uri="http://schemas.microsoft.com/sharepoint/v3/contenttype/forms"/>
  </ds:schemaRefs>
</ds:datastoreItem>
</file>

<file path=customXml/itemProps2.xml><?xml version="1.0" encoding="utf-8"?>
<ds:datastoreItem xmlns:ds="http://schemas.openxmlformats.org/officeDocument/2006/customXml" ds:itemID="{81A64D5F-763D-423B-B0F2-8A9DB3CD0DF2}">
  <ds:schemaRefs>
    <ds:schemaRef ds:uri="e18019eb-d63b-4f37-bbfe-582f88cd1b5e"/>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0/xmlns/"/>
    <ds:schemaRef ds:uri="http://www.w3.org/2001/XMLSchema"/>
  </ds:schemaRefs>
</ds:datastoreItem>
</file>

<file path=customXml/itemProps3.xml><?xml version="1.0" encoding="utf-8"?>
<ds:datastoreItem xmlns:ds="http://schemas.openxmlformats.org/officeDocument/2006/customXml" ds:itemID="{BF8963AE-701B-4EB8-9C32-6E4ADF42DB9A}">
  <ds:schemaRefs>
    <ds:schemaRef ds:uri="http://schemas.microsoft.com/office/2006/documentManagement/types"/>
    <ds:schemaRef ds:uri="http://purl.org/dc/elements/1.1/"/>
    <ds:schemaRef ds:uri="http://www.w3.org/XML/1998/namespace"/>
    <ds:schemaRef ds:uri="http://schemas.openxmlformats.org/package/2006/metadata/core-properties"/>
    <ds:schemaRef ds:uri="http://purl.org/dc/dcmitype/"/>
    <ds:schemaRef ds:uri="http://schemas.microsoft.com/office/2006/metadata/properties"/>
    <ds:schemaRef ds:uri="http://purl.org/dc/terms/"/>
    <ds:schemaRef ds:uri="http://schemas.microsoft.com/office/infopath/2007/PartnerControls"/>
    <ds:schemaRef ds:uri="e18019eb-d63b-4f37-bbfe-582f88cd1b5e"/>
  </ds:schemaRefs>
</ds:datastoreItem>
</file>

<file path=docProps/app.xml><?xml version="1.0" encoding="utf-8"?>
<Properties xmlns="http://schemas.openxmlformats.org/officeDocument/2006/extended-properties" xmlns:vt="http://schemas.openxmlformats.org/officeDocument/2006/docPropsVTypes">
  <TotalTime>330</TotalTime>
  <Words>11261</Words>
  <Application>Microsoft Office PowerPoint</Application>
  <PresentationFormat>Widescreen</PresentationFormat>
  <Paragraphs>2198</Paragraphs>
  <Slides>143</Slides>
  <Notes>62</Notes>
  <HiddenSlides>0</HiddenSlides>
  <MMClips>0</MMClips>
  <ScaleCrop>false</ScaleCrop>
  <HeadingPairs>
    <vt:vector size="6" baseType="variant">
      <vt:variant>
        <vt:lpstr>Fonts Used</vt:lpstr>
      </vt:variant>
      <vt:variant>
        <vt:i4>28</vt:i4>
      </vt:variant>
      <vt:variant>
        <vt:lpstr>Theme</vt:lpstr>
      </vt:variant>
      <vt:variant>
        <vt:i4>33</vt:i4>
      </vt:variant>
      <vt:variant>
        <vt:lpstr>Slide Titles</vt:lpstr>
      </vt:variant>
      <vt:variant>
        <vt:i4>143</vt:i4>
      </vt:variant>
    </vt:vector>
  </HeadingPairs>
  <TitlesOfParts>
    <vt:vector size="204" baseType="lpstr">
      <vt:lpstr>Aptos</vt:lpstr>
      <vt:lpstr>Arial</vt:lpstr>
      <vt:lpstr>Calibri</vt:lpstr>
      <vt:lpstr>Calibri Light</vt:lpstr>
      <vt:lpstr>Century Gothic</vt:lpstr>
      <vt:lpstr>Corbel</vt:lpstr>
      <vt:lpstr>Fira Sans Extra Condensed</vt:lpstr>
      <vt:lpstr>Fira Sans Extra Condensed Medium</vt:lpstr>
      <vt:lpstr>Fira Sans Extra Condensed SemiBold</vt:lpstr>
      <vt:lpstr>Georgia</vt:lpstr>
      <vt:lpstr>Georgia Pro Cond</vt:lpstr>
      <vt:lpstr>Georgia Pro Light</vt:lpstr>
      <vt:lpstr>Helvetica</vt:lpstr>
      <vt:lpstr>Lora</vt:lpstr>
      <vt:lpstr>Montserrat</vt:lpstr>
      <vt:lpstr>Montserrat Black</vt:lpstr>
      <vt:lpstr>Montserrat Medium</vt:lpstr>
      <vt:lpstr>Montserrat SemiBold</vt:lpstr>
      <vt:lpstr>Nunito Light</vt:lpstr>
      <vt:lpstr>Open Sans</vt:lpstr>
      <vt:lpstr>Poppins</vt:lpstr>
      <vt:lpstr>Raleway</vt:lpstr>
      <vt:lpstr>Raleway ExtraBold</vt:lpstr>
      <vt:lpstr>Raleway Light</vt:lpstr>
      <vt:lpstr>Raleway Medium</vt:lpstr>
      <vt:lpstr>Roboto</vt:lpstr>
      <vt:lpstr>Segoe UI</vt:lpstr>
      <vt:lpstr>Segoe UI Black</vt:lpstr>
      <vt:lpstr>2_Office Theme</vt:lpstr>
      <vt:lpstr>Project Management Infographics by Slidesgo</vt:lpstr>
      <vt:lpstr>Infographics Template Base by Slidesgo</vt:lpstr>
      <vt:lpstr>1_Office Theme</vt:lpstr>
      <vt:lpstr>5_Office Theme</vt:lpstr>
      <vt:lpstr>6_Office Theme</vt:lpstr>
      <vt:lpstr>IndustryAnalysisTheme</vt:lpstr>
      <vt:lpstr>13_Office Theme</vt:lpstr>
      <vt:lpstr>15_Office Theme</vt:lpstr>
      <vt:lpstr>17_Office Theme</vt:lpstr>
      <vt:lpstr>18_Office Theme</vt:lpstr>
      <vt:lpstr>19_Office Theme</vt:lpstr>
      <vt:lpstr>20_Office Theme</vt:lpstr>
      <vt:lpstr>21_Office Theme</vt:lpstr>
      <vt:lpstr>22_Office Theme</vt:lpstr>
      <vt:lpstr>24_Office Theme</vt:lpstr>
      <vt:lpstr>25_Office Theme</vt:lpstr>
      <vt:lpstr>26_Office Theme</vt:lpstr>
      <vt:lpstr>27_Office Theme</vt:lpstr>
      <vt:lpstr>29_Office Theme</vt:lpstr>
      <vt:lpstr>Succession Planning Project Proposal by Slidesgo</vt:lpstr>
      <vt:lpstr>4_Office Theme</vt:lpstr>
      <vt:lpstr>16_Office Theme</vt:lpstr>
      <vt:lpstr>7_Office Theme</vt:lpstr>
      <vt:lpstr>9_Office Theme</vt:lpstr>
      <vt:lpstr>8_Office Theme</vt:lpstr>
      <vt:lpstr>10_Office Theme</vt:lpstr>
      <vt:lpstr>11_Office Theme</vt:lpstr>
      <vt:lpstr>12_Office Theme</vt:lpstr>
      <vt:lpstr>14_Office Theme</vt:lpstr>
      <vt:lpstr>Template PresentationGO</vt:lpstr>
      <vt:lpstr>1_Template PresentationGO</vt:lpstr>
      <vt:lpstr>2_Template PresentationGO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Project roadmap</vt:lpstr>
      <vt:lpstr>Project expenses</vt:lpstr>
      <vt:lpstr>KPI dashboard</vt:lpstr>
      <vt:lpstr>Project data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Creative Risk Matrix Slide Template</vt:lpstr>
      <vt:lpstr>Creative Risk Matrix Slide Template</vt:lpstr>
      <vt:lpstr>Creative Risk Matrix Slide Template</vt:lpstr>
      <vt:lpstr>Simple Project Status Slide Template</vt:lpstr>
      <vt:lpstr>Start Stop Continue Matrix Template</vt:lpstr>
      <vt:lpstr>SWOT Analysis Slide Template</vt:lpstr>
      <vt:lpstr>SWOT Analysis Slide Template</vt:lpstr>
      <vt:lpstr>SWOT Analysis Slide Template</vt:lpstr>
      <vt:lpstr>SWOT Analysis Slide Template</vt:lpstr>
      <vt:lpstr>SWOT Analysis Slide Template</vt:lpstr>
      <vt:lpstr>VRIO Analysis Slide Template</vt:lpstr>
      <vt:lpstr>VRIO Analysis Slide Template</vt:lpstr>
      <vt:lpstr>VRIO Analysis Slide Template</vt:lpstr>
      <vt:lpstr>RACE Framework Slide Template</vt:lpstr>
      <vt:lpstr>RACE Framework Slide Template</vt:lpstr>
      <vt:lpstr>Free RACI Matrix PowerPoint Template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Plan Do Check Act Slide Template</vt:lpstr>
      <vt:lpstr>Plan Do Check Act Slide Template</vt:lpstr>
      <vt:lpstr>Plan Do Check Act Slide Template</vt:lpstr>
      <vt:lpstr>Plan Do Check Act Slide Template</vt:lpstr>
      <vt:lpstr>Plan Do Check Act Slide Template</vt:lpstr>
      <vt:lpstr>Tech Pros And Cons</vt:lpstr>
      <vt:lpstr>Double Loop Process – Slide Template</vt:lpstr>
      <vt:lpstr>Two-Step Process Loop – Slide Template</vt:lpstr>
      <vt:lpstr>2-Stage Cycle Flow – Slide Template</vt:lpstr>
      <vt:lpstr>Teamwork, Solution &amp; Success – Slide Template</vt:lpstr>
      <vt:lpstr>2-Step Semi-Radial Block List – Slide Template</vt:lpstr>
      <vt:lpstr>Central Contrast Comparison – Slide Template</vt:lpstr>
      <vt:lpstr>Connected Radial Lists – Slide Template</vt:lpstr>
      <vt:lpstr>Dual Screen Projection – Slide Template</vt:lpstr>
      <vt:lpstr>Objectives</vt:lpstr>
      <vt:lpstr>3-Layer Process Flow Slide Template</vt:lpstr>
      <vt:lpstr>Resources</vt:lpstr>
      <vt:lpstr>PowerPoint Presentation</vt:lpstr>
      <vt:lpstr>3-Step Marketing Funnel Diagram Slide Template</vt:lpstr>
      <vt:lpstr>3-Step Marketing Funnel Diagram Slide Template</vt:lpstr>
      <vt:lpstr>3-Step Marketing Funnel Diagram Slide Template</vt:lpstr>
      <vt:lpstr>3-Step Marketing Funnel Diagram Slide Template</vt:lpstr>
      <vt:lpstr>Project Management Infographics</vt:lpstr>
      <vt:lpstr>Tech Stack Overview</vt:lpstr>
      <vt:lpstr>PowerPoint Presentation</vt:lpstr>
      <vt:lpstr>4-Item Business Infographic Slide Template</vt:lpstr>
      <vt:lpstr>PowerPoint Presentation</vt:lpstr>
      <vt:lpstr>Balanced Scorecard Slide Template</vt:lpstr>
      <vt:lpstr>BCG Matrix Slide Template</vt:lpstr>
      <vt:lpstr>PowerPoint Presentation</vt:lpstr>
      <vt:lpstr>Opposite Arrows Quadrant Slide Template</vt:lpstr>
      <vt:lpstr>PowerPoint Presentation</vt:lpstr>
      <vt:lpstr>PowerPoint Presentation</vt:lpstr>
      <vt:lpstr>Simple Horizontal Process Flow Diagram</vt:lpstr>
      <vt:lpstr>Project Management Infographics</vt:lpstr>
      <vt:lpstr>PowerPoint Presentation</vt:lpstr>
      <vt:lpstr>Project Management Infographics</vt:lpstr>
      <vt:lpstr>Project Management Infographics</vt:lpstr>
      <vt:lpstr>Project Management Infographics</vt:lpstr>
      <vt:lpstr>Project Management Infographics</vt:lpstr>
      <vt:lpstr>Project Management Infographics</vt:lpstr>
      <vt:lpstr>Project Management Infographics</vt:lpstr>
      <vt:lpstr>PowerPoint Presentation</vt:lpstr>
      <vt:lpstr>Project Management Infographics</vt:lpstr>
      <vt:lpstr>Project Management Infographics</vt:lpstr>
      <vt:lpstr>Project Management Infographics</vt:lpstr>
      <vt:lpstr>Project Management Infographics</vt:lpstr>
      <vt:lpstr>Project Management Infographics</vt:lpstr>
      <vt:lpstr>Project Management Infographics</vt:lpstr>
      <vt:lpstr>Project Management Infographics</vt:lpstr>
      <vt:lpstr>Project Management Infographics</vt:lpstr>
      <vt:lpstr>Technology We Use</vt:lpstr>
      <vt:lpstr>Customer Service Technology</vt:lpstr>
      <vt:lpstr>PowerPoint Presentation</vt:lpstr>
      <vt:lpstr>PowerPoint Presentation</vt:lpstr>
      <vt:lpstr>Project Management Infographics</vt:lpstr>
      <vt:lpstr>PowerPoint Presentation</vt:lpstr>
      <vt:lpstr>Business Model Infographic Diagram Template</vt:lpstr>
      <vt:lpstr>PowerPoint Presentation</vt:lpstr>
      <vt:lpstr>PowerPoint Presentation</vt:lpstr>
      <vt:lpstr>PowerPoint Presentation</vt:lpstr>
      <vt:lpstr>PowerPoint Presentation</vt:lpstr>
      <vt:lpstr>PowerPoint Presentation</vt:lpstr>
      <vt:lpstr>PowerPoint Presentation</vt:lpstr>
      <vt:lpstr>5-Item Numbered Infographic Slide Template</vt:lpstr>
      <vt:lpstr>PowerPoint Presentation</vt:lpstr>
      <vt:lpstr>5-Step Semicircle Infographic Slide Template</vt:lpstr>
      <vt:lpstr>Project management infographics</vt:lpstr>
      <vt:lpstr>Project Management Infographics</vt:lpstr>
      <vt:lpstr>Project Management Infographics</vt:lpstr>
      <vt:lpstr>Project Management Infographics</vt:lpstr>
      <vt:lpstr>Project Management Infographics</vt:lpstr>
      <vt:lpstr>Project Management Infographics</vt:lpstr>
      <vt:lpstr>Current Issues </vt:lpstr>
      <vt:lpstr>Marketing Technology</vt:lpstr>
      <vt:lpstr>PowerPoint Presentation</vt:lpstr>
      <vt:lpstr>Project management infographics</vt:lpstr>
      <vt:lpstr>PowerPoint Presentation</vt:lpstr>
      <vt:lpstr>PowerPoint Presentation</vt:lpstr>
      <vt:lpstr>5-Step Semicircle Infographic Slide Template</vt:lpstr>
      <vt:lpstr>6-Level Horizontal Cube PowerPoint Template</vt:lpstr>
      <vt:lpstr>PowerPoint Presentation</vt:lpstr>
      <vt:lpstr>PowerPoint Presentation</vt:lpstr>
      <vt:lpstr>6-Item Infographic Boxes PowerPoint Template</vt:lpstr>
      <vt:lpstr>PowerPoint Presentation</vt:lpstr>
      <vt:lpstr>Solutions</vt:lpstr>
      <vt:lpstr>Project management infographics</vt:lpstr>
      <vt:lpstr>Project Management Infographics</vt:lpstr>
      <vt:lpstr>Project Management Infographics</vt:lpstr>
      <vt:lpstr>Hardware And Software</vt:lpstr>
      <vt:lpstr>Product Technology</vt:lpstr>
      <vt:lpstr>PowerPoint Presentation</vt:lpstr>
      <vt:lpstr>Timeline infographics</vt:lpstr>
      <vt:lpstr>Hexagonal Diagram Slide Template</vt:lpstr>
      <vt:lpstr>Timeline infographics</vt:lpstr>
      <vt:lpstr>PowerPoint Presentation</vt:lpstr>
      <vt:lpstr>8-Item Process Flow Slide Template</vt:lpstr>
      <vt:lpstr>PowerPoint Presentation</vt:lpstr>
      <vt:lpstr>8-Item Circular Infographic Slide Template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Ananta Chhajer</dc:creator>
  <cp:lastModifiedBy>Ananta Chhajer</cp:lastModifiedBy>
  <cp:revision>5</cp:revision>
  <dcterms:created xsi:type="dcterms:W3CDTF">2025-04-08T08:33:02Z</dcterms:created>
  <dcterms:modified xsi:type="dcterms:W3CDTF">2025-05-04T11:44:45Z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0x01010058C9160F72E5344297E78CEA9DF9E1D4</vt:lpwstr>
  </property>
</Properties>
</file>